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theme/theme2.xml" ContentType="application/vnd.openxmlformats-officedocument.theme+xml"/>
  <Override PartName="/ppt/tags/tag1.xml" ContentType="application/vnd.openxmlformats-officedocument.presentationml.tags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tags/tag2.xml" ContentType="application/vnd.openxmlformats-officedocument.presentationml.tags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notesMasterIdLst>
    <p:notesMasterId r:id="rId145"/>
  </p:notesMasterIdLst>
  <p:sldIdLst>
    <p:sldId id="395" r:id="rId2"/>
    <p:sldId id="259" r:id="rId3"/>
    <p:sldId id="425" r:id="rId4"/>
    <p:sldId id="426" r:id="rId5"/>
    <p:sldId id="428" r:id="rId6"/>
    <p:sldId id="429" r:id="rId7"/>
    <p:sldId id="431" r:id="rId8"/>
    <p:sldId id="432" r:id="rId9"/>
    <p:sldId id="433" r:id="rId10"/>
    <p:sldId id="434" r:id="rId11"/>
    <p:sldId id="430" r:id="rId12"/>
    <p:sldId id="437" r:id="rId13"/>
    <p:sldId id="438" r:id="rId14"/>
    <p:sldId id="439" r:id="rId15"/>
    <p:sldId id="440" r:id="rId16"/>
    <p:sldId id="441" r:id="rId17"/>
    <p:sldId id="442" r:id="rId18"/>
    <p:sldId id="443" r:id="rId19"/>
    <p:sldId id="444" r:id="rId20"/>
    <p:sldId id="445" r:id="rId21"/>
    <p:sldId id="446" r:id="rId22"/>
    <p:sldId id="447" r:id="rId23"/>
    <p:sldId id="448" r:id="rId24"/>
    <p:sldId id="449" r:id="rId25"/>
    <p:sldId id="450" r:id="rId26"/>
    <p:sldId id="451" r:id="rId27"/>
    <p:sldId id="492" r:id="rId28"/>
    <p:sldId id="491" r:id="rId29"/>
    <p:sldId id="435" r:id="rId30"/>
    <p:sldId id="453" r:id="rId31"/>
    <p:sldId id="452" r:id="rId32"/>
    <p:sldId id="454" r:id="rId33"/>
    <p:sldId id="455" r:id="rId34"/>
    <p:sldId id="457" r:id="rId35"/>
    <p:sldId id="458" r:id="rId36"/>
    <p:sldId id="459" r:id="rId37"/>
    <p:sldId id="460" r:id="rId38"/>
    <p:sldId id="456" r:id="rId39"/>
    <p:sldId id="436" r:id="rId40"/>
    <p:sldId id="461" r:id="rId41"/>
    <p:sldId id="463" r:id="rId42"/>
    <p:sldId id="464" r:id="rId43"/>
    <p:sldId id="462" r:id="rId44"/>
    <p:sldId id="465" r:id="rId45"/>
    <p:sldId id="466" r:id="rId46"/>
    <p:sldId id="467" r:id="rId47"/>
    <p:sldId id="468" r:id="rId48"/>
    <p:sldId id="471" r:id="rId49"/>
    <p:sldId id="472" r:id="rId50"/>
    <p:sldId id="470" r:id="rId51"/>
    <p:sldId id="473" r:id="rId52"/>
    <p:sldId id="334" r:id="rId53"/>
    <p:sldId id="335" r:id="rId54"/>
    <p:sldId id="336" r:id="rId55"/>
    <p:sldId id="337" r:id="rId56"/>
    <p:sldId id="338" r:id="rId57"/>
    <p:sldId id="339" r:id="rId58"/>
    <p:sldId id="341" r:id="rId59"/>
    <p:sldId id="342" r:id="rId60"/>
    <p:sldId id="343" r:id="rId61"/>
    <p:sldId id="344" r:id="rId62"/>
    <p:sldId id="345" r:id="rId63"/>
    <p:sldId id="346" r:id="rId64"/>
    <p:sldId id="347" r:id="rId65"/>
    <p:sldId id="348" r:id="rId66"/>
    <p:sldId id="349" r:id="rId67"/>
    <p:sldId id="350" r:id="rId68"/>
    <p:sldId id="351" r:id="rId69"/>
    <p:sldId id="352" r:id="rId70"/>
    <p:sldId id="353" r:id="rId71"/>
    <p:sldId id="354" r:id="rId72"/>
    <p:sldId id="355" r:id="rId73"/>
    <p:sldId id="356" r:id="rId74"/>
    <p:sldId id="357" r:id="rId75"/>
    <p:sldId id="358" r:id="rId76"/>
    <p:sldId id="359" r:id="rId77"/>
    <p:sldId id="360" r:id="rId78"/>
    <p:sldId id="361" r:id="rId79"/>
    <p:sldId id="362" r:id="rId80"/>
    <p:sldId id="363" r:id="rId81"/>
    <p:sldId id="364" r:id="rId82"/>
    <p:sldId id="365" r:id="rId83"/>
    <p:sldId id="366" r:id="rId84"/>
    <p:sldId id="367" r:id="rId85"/>
    <p:sldId id="368" r:id="rId86"/>
    <p:sldId id="369" r:id="rId87"/>
    <p:sldId id="370" r:id="rId88"/>
    <p:sldId id="371" r:id="rId89"/>
    <p:sldId id="372" r:id="rId90"/>
    <p:sldId id="373" r:id="rId91"/>
    <p:sldId id="374" r:id="rId92"/>
    <p:sldId id="375" r:id="rId93"/>
    <p:sldId id="376" r:id="rId94"/>
    <p:sldId id="377" r:id="rId95"/>
    <p:sldId id="378" r:id="rId96"/>
    <p:sldId id="379" r:id="rId97"/>
    <p:sldId id="380" r:id="rId98"/>
    <p:sldId id="381" r:id="rId99"/>
    <p:sldId id="382" r:id="rId100"/>
    <p:sldId id="383" r:id="rId101"/>
    <p:sldId id="384" r:id="rId102"/>
    <p:sldId id="385" r:id="rId103"/>
    <p:sldId id="386" r:id="rId104"/>
    <p:sldId id="387" r:id="rId105"/>
    <p:sldId id="388" r:id="rId106"/>
    <p:sldId id="389" r:id="rId107"/>
    <p:sldId id="390" r:id="rId108"/>
    <p:sldId id="391" r:id="rId109"/>
    <p:sldId id="392" r:id="rId110"/>
    <p:sldId id="474" r:id="rId111"/>
    <p:sldId id="485" r:id="rId112"/>
    <p:sldId id="398" r:id="rId113"/>
    <p:sldId id="399" r:id="rId114"/>
    <p:sldId id="400" r:id="rId115"/>
    <p:sldId id="401" r:id="rId116"/>
    <p:sldId id="402" r:id="rId117"/>
    <p:sldId id="486" r:id="rId118"/>
    <p:sldId id="487" r:id="rId119"/>
    <p:sldId id="488" r:id="rId120"/>
    <p:sldId id="489" r:id="rId121"/>
    <p:sldId id="490" r:id="rId122"/>
    <p:sldId id="408" r:id="rId123"/>
    <p:sldId id="409" r:id="rId124"/>
    <p:sldId id="410" r:id="rId125"/>
    <p:sldId id="411" r:id="rId126"/>
    <p:sldId id="412" r:id="rId127"/>
    <p:sldId id="413" r:id="rId128"/>
    <p:sldId id="414" r:id="rId129"/>
    <p:sldId id="415" r:id="rId130"/>
    <p:sldId id="416" r:id="rId131"/>
    <p:sldId id="417" r:id="rId132"/>
    <p:sldId id="421" r:id="rId133"/>
    <p:sldId id="476" r:id="rId134"/>
    <p:sldId id="422" r:id="rId135"/>
    <p:sldId id="423" r:id="rId136"/>
    <p:sldId id="424" r:id="rId137"/>
    <p:sldId id="478" r:id="rId138"/>
    <p:sldId id="479" r:id="rId139"/>
    <p:sldId id="427" r:id="rId140"/>
    <p:sldId id="480" r:id="rId141"/>
    <p:sldId id="481" r:id="rId142"/>
    <p:sldId id="483" r:id="rId143"/>
    <p:sldId id="484" r:id="rId144"/>
  </p:sldIdLst>
  <p:sldSz cx="12192000" cy="6858000"/>
  <p:notesSz cx="6858000" cy="9144000"/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9743"/>
    <p:restoredTop sz="85672"/>
  </p:normalViewPr>
  <p:slideViewPr>
    <p:cSldViewPr snapToGrid="0" snapToObjects="1">
      <p:cViewPr varScale="1">
        <p:scale>
          <a:sx n="104" d="100"/>
          <a:sy n="104" d="100"/>
        </p:scale>
        <p:origin x="232" y="68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63" Type="http://schemas.openxmlformats.org/officeDocument/2006/relationships/slide" Target="slides/slide62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53" Type="http://schemas.openxmlformats.org/officeDocument/2006/relationships/slide" Target="slides/slide52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149" Type="http://schemas.openxmlformats.org/officeDocument/2006/relationships/tableStyles" Target="tableStyles.xml"/><Relationship Id="rId5" Type="http://schemas.openxmlformats.org/officeDocument/2006/relationships/slide" Target="slides/slide4.xml"/><Relationship Id="rId95" Type="http://schemas.openxmlformats.org/officeDocument/2006/relationships/slide" Target="slides/slide94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18" Type="http://schemas.openxmlformats.org/officeDocument/2006/relationships/slide" Target="slides/slide117.xml"/><Relationship Id="rId134" Type="http://schemas.openxmlformats.org/officeDocument/2006/relationships/slide" Target="slides/slide133.xml"/><Relationship Id="rId139" Type="http://schemas.openxmlformats.org/officeDocument/2006/relationships/slide" Target="slides/slide138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124" Type="http://schemas.openxmlformats.org/officeDocument/2006/relationships/slide" Target="slides/slide123.xml"/><Relationship Id="rId129" Type="http://schemas.openxmlformats.org/officeDocument/2006/relationships/slide" Target="slides/slide128.xml"/><Relationship Id="rId54" Type="http://schemas.openxmlformats.org/officeDocument/2006/relationships/slide" Target="slides/slide53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40" Type="http://schemas.openxmlformats.org/officeDocument/2006/relationships/slide" Target="slides/slide139.xml"/><Relationship Id="rId145" Type="http://schemas.openxmlformats.org/officeDocument/2006/relationships/notesMaster" Target="notesMasters/notesMaster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119" Type="http://schemas.openxmlformats.org/officeDocument/2006/relationships/slide" Target="slides/slide118.xml"/><Relationship Id="rId44" Type="http://schemas.openxmlformats.org/officeDocument/2006/relationships/slide" Target="slides/slide43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130" Type="http://schemas.openxmlformats.org/officeDocument/2006/relationships/slide" Target="slides/slide129.xml"/><Relationship Id="rId135" Type="http://schemas.openxmlformats.org/officeDocument/2006/relationships/slide" Target="slides/slide134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slide" Target="slides/slide119.xml"/><Relationship Id="rId125" Type="http://schemas.openxmlformats.org/officeDocument/2006/relationships/slide" Target="slides/slide124.xml"/><Relationship Id="rId141" Type="http://schemas.openxmlformats.org/officeDocument/2006/relationships/slide" Target="slides/slide140.xml"/><Relationship Id="rId146" Type="http://schemas.openxmlformats.org/officeDocument/2006/relationships/presProps" Target="presProps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Relationship Id="rId131" Type="http://schemas.openxmlformats.org/officeDocument/2006/relationships/slide" Target="slides/slide130.xml"/><Relationship Id="rId136" Type="http://schemas.openxmlformats.org/officeDocument/2006/relationships/slide" Target="slides/slide135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viewProps" Target="viewProps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48" Type="http://schemas.openxmlformats.org/officeDocument/2006/relationships/theme" Target="theme/theme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26" Type="http://schemas.openxmlformats.org/officeDocument/2006/relationships/slide" Target="slides/slide25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6" Type="http://schemas.openxmlformats.org/officeDocument/2006/relationships/slide" Target="slides/slide15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90" Type="http://schemas.openxmlformats.org/officeDocument/2006/relationships/slide" Target="slides/slide89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kumimoji="1"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677A31A9-199E-0040-B421-36D8B674C3C2}" type="datetimeFigureOut">
              <a:rPr kumimoji="1" lang="zh-CN" altLang="en-US" smtClean="0"/>
              <a:t>2023/5/22</a:t>
            </a:fld>
            <a:endParaRPr kumimoji="1"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kumimoji="1" lang="zh-CN" altLang="en-US"/>
              <a:t>单击此处编辑母版文本样式</a:t>
            </a:r>
          </a:p>
          <a:p>
            <a:pPr lvl="1"/>
            <a:r>
              <a:rPr kumimoji="1" lang="zh-CN" altLang="en-US"/>
              <a:t>二级</a:t>
            </a:r>
          </a:p>
          <a:p>
            <a:pPr lvl="2"/>
            <a:r>
              <a:rPr kumimoji="1" lang="zh-CN" altLang="en-US"/>
              <a:t>三级</a:t>
            </a:r>
          </a:p>
          <a:p>
            <a:pPr lvl="3"/>
            <a:r>
              <a:rPr kumimoji="1" lang="zh-CN" altLang="en-US"/>
              <a:t>四级</a:t>
            </a:r>
          </a:p>
          <a:p>
            <a:pPr lvl="4"/>
            <a:r>
              <a:rPr kumimoji="1" lang="zh-CN" altLang="en-US"/>
              <a:t>五级</a:t>
            </a: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kumimoji="1"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7F91ABD9-FA3A-ED42-B2DF-4A75A1E7DD15}" type="slidenum">
              <a:rPr kumimoji="1" lang="zh-CN" altLang="en-US" smtClean="0"/>
              <a:t>‹#›</a:t>
            </a:fld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3220058468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5C6B3782-2C2A-4249-98A3-D66C57BFD1C7}" type="slidenum">
              <a:rPr lang="zh-CN" altLang="en-US" smtClean="0"/>
              <a:t>1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18AA5F0-770B-410C-90B7-ECBA0CF9027F}" type="slidenum">
              <a:rPr lang="zh-CN" altLang="en-US" smtClean="0"/>
              <a:t>2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5C6B3782-2C2A-4249-98A3-D66C57BFD1C7}" type="slidenum">
              <a:rPr lang="zh-CN" altLang="en-US" smtClean="0"/>
              <a:t>27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36647557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F91ABD9-FA3A-ED42-B2DF-4A75A1E7DD15}" type="slidenum">
              <a:rPr kumimoji="1" lang="zh-CN" altLang="en-US" smtClean="0"/>
              <a:t>34</a:t>
            </a:fld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2498599508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F91ABD9-FA3A-ED42-B2DF-4A75A1E7DD15}" type="slidenum">
              <a:rPr kumimoji="1" lang="zh-CN" altLang="en-US" smtClean="0"/>
              <a:t>35</a:t>
            </a:fld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1753689653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F91ABD9-FA3A-ED42-B2DF-4A75A1E7DD15}" type="slidenum">
              <a:rPr kumimoji="1" lang="zh-CN" altLang="en-US" smtClean="0"/>
              <a:t>36</a:t>
            </a:fld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2906236934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F91ABD9-FA3A-ED42-B2DF-4A75A1E7DD15}" type="slidenum">
              <a:rPr kumimoji="1" lang="zh-CN" altLang="en-US" smtClean="0"/>
              <a:t>37</a:t>
            </a:fld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2972742775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kumimoji="1" lang="zh-CN" altLang="en-US" dirty="0"/>
              <a:t>这是递归函数的意思是，从第</a:t>
            </a:r>
            <a:r>
              <a:rPr kumimoji="1" lang="en-US" altLang="zh-CN" dirty="0"/>
              <a:t>h</a:t>
            </a:r>
            <a:r>
              <a:rPr kumimoji="1" lang="zh-CN" altLang="en-US" dirty="0"/>
              <a:t>个商品到第</a:t>
            </a:r>
            <a:r>
              <a:rPr kumimoji="1" lang="en-US" altLang="zh-CN" dirty="0" err="1"/>
              <a:t>i</a:t>
            </a:r>
            <a:r>
              <a:rPr kumimoji="1" lang="zh-CN" altLang="en-US" dirty="0"/>
              <a:t>个商品，在容量为</a:t>
            </a:r>
            <a:r>
              <a:rPr kumimoji="1" lang="en-US" altLang="zh-CN" dirty="0"/>
              <a:t>c</a:t>
            </a:r>
            <a:r>
              <a:rPr kumimoji="1" lang="zh-CN" altLang="en-US" dirty="0"/>
              <a:t>时如何求出最优解。</a:t>
            </a:r>
            <a:endParaRPr kumimoji="1" lang="en-US" altLang="zh-CN" dirty="0"/>
          </a:p>
          <a:p>
            <a:endParaRPr kumimoji="1" lang="en-US" altLang="zh-CN" dirty="0"/>
          </a:p>
          <a:p>
            <a:r>
              <a:rPr kumimoji="1" lang="zh-CN" altLang="en-US" dirty="0"/>
              <a:t>把这个例子泛化一下，成为通用的递归函数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F91ABD9-FA3A-ED42-B2DF-4A75A1E7DD15}" type="slidenum">
              <a:rPr kumimoji="1" lang="zh-CN" altLang="en-US" smtClean="0"/>
              <a:t>38</a:t>
            </a:fld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2044310836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kumimoji="1" lang="en-US" altLang="zh-CN" dirty="0"/>
              <a:t>2</a:t>
            </a:r>
            <a:r>
              <a:rPr kumimoji="1" lang="zh-CN" altLang="en-US" dirty="0"/>
              <a:t>的</a:t>
            </a:r>
            <a:r>
              <a:rPr kumimoji="1" lang="en-US" altLang="zh-CN" dirty="0"/>
              <a:t>n</a:t>
            </a:r>
            <a:r>
              <a:rPr kumimoji="1" lang="zh-CN" altLang="en-US" dirty="0"/>
              <a:t>次方</a:t>
            </a:r>
            <a:r>
              <a:rPr kumimoji="1" lang="en-US" altLang="zh-CN" dirty="0"/>
              <a:t>-1</a:t>
            </a:r>
            <a:r>
              <a:rPr kumimoji="1" lang="zh-CN" altLang="en-US" dirty="0"/>
              <a:t>种可能，复杂度为 </a:t>
            </a:r>
            <a:r>
              <a:rPr kumimoji="1" lang="en-US" altLang="zh-CN" dirty="0"/>
              <a:t>2</a:t>
            </a:r>
            <a:r>
              <a:rPr kumimoji="1" lang="zh-CN" altLang="en-US" dirty="0"/>
              <a:t>的</a:t>
            </a:r>
            <a:r>
              <a:rPr kumimoji="1" lang="en-US" altLang="zh-CN" dirty="0"/>
              <a:t>n</a:t>
            </a:r>
            <a:r>
              <a:rPr kumimoji="1" lang="zh-CN" altLang="en-US" dirty="0"/>
              <a:t>次方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F91ABD9-FA3A-ED42-B2DF-4A75A1E7DD15}" type="slidenum">
              <a:rPr kumimoji="1" lang="zh-CN" altLang="en-US" smtClean="0"/>
              <a:t>43</a:t>
            </a:fld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2914942158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kumimoji="1" lang="zh-CN" altLang="en-US" dirty="0"/>
              <a:t>有点啰嗦，需要简化一下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F91ABD9-FA3A-ED42-B2DF-4A75A1E7DD15}" type="slidenum">
              <a:rPr kumimoji="1" lang="zh-CN" altLang="en-US" smtClean="0"/>
              <a:t>45</a:t>
            </a:fld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4182109794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kumimoji="1" lang="zh-CN" altLang="en-US" dirty="0"/>
              <a:t>有点啰嗦，</a:t>
            </a:r>
            <a:r>
              <a:rPr kumimoji="1" lang="zh-CN" altLang="en-US"/>
              <a:t>需要简化一下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F91ABD9-FA3A-ED42-B2DF-4A75A1E7DD15}" type="slidenum">
              <a:rPr kumimoji="1" lang="zh-CN" altLang="en-US" smtClean="0"/>
              <a:t>46</a:t>
            </a:fld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1194417719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F91ABD9-FA3A-ED42-B2DF-4A75A1E7DD15}" type="slidenum">
              <a:rPr kumimoji="1" lang="zh-CN" altLang="en-US" smtClean="0"/>
              <a:t>140</a:t>
            </a:fld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476306486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e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2.png"/><Relationship Id="rId4" Type="http://schemas.microsoft.com/office/2007/relationships/hdphoto" Target="../media/hdphoto1.wdp"/></Relationships>
</file>

<file path=ppt/slideLayouts/_rels/slideLayout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章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矩形 55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2" name="图片 1" descr="5"/>
          <p:cNvPicPr>
            <a:picLocks noChangeAspect="1"/>
          </p:cNvPicPr>
          <p:nvPr userDrawn="1"/>
        </p:nvPicPr>
        <p:blipFill>
          <a:blip r:embed="rId2">
            <a:alphaModFix amt="30000"/>
          </a:blip>
          <a:stretch>
            <a:fillRect/>
          </a:stretch>
        </p:blipFill>
        <p:spPr>
          <a:xfrm>
            <a:off x="-3822065" y="-434340"/>
            <a:ext cx="7726680" cy="7726680"/>
          </a:xfrm>
          <a:prstGeom prst="rect">
            <a:avLst/>
          </a:prstGeom>
        </p:spPr>
      </p:pic>
      <p:pic>
        <p:nvPicPr>
          <p:cNvPr id="3" name="图片 2" descr="5"/>
          <p:cNvPicPr>
            <a:picLocks noChangeAspect="1"/>
          </p:cNvPicPr>
          <p:nvPr userDrawn="1"/>
        </p:nvPicPr>
        <p:blipFill>
          <a:blip r:embed="rId2">
            <a:alphaModFix amt="30000"/>
          </a:blip>
          <a:stretch>
            <a:fillRect/>
          </a:stretch>
        </p:blipFill>
        <p:spPr>
          <a:xfrm>
            <a:off x="8355330" y="-434340"/>
            <a:ext cx="7726680" cy="7726680"/>
          </a:xfrm>
          <a:prstGeom prst="rect">
            <a:avLst/>
          </a:prstGeom>
        </p:spPr>
      </p:pic>
      <p:sp>
        <p:nvSpPr>
          <p:cNvPr id="9" name="任意多边形: 形状 8"/>
          <p:cNvSpPr/>
          <p:nvPr userDrawn="1"/>
        </p:nvSpPr>
        <p:spPr>
          <a:xfrm rot="21413345">
            <a:off x="-107772" y="5889232"/>
            <a:ext cx="12369445" cy="1288985"/>
          </a:xfrm>
          <a:custGeom>
            <a:avLst/>
            <a:gdLst>
              <a:gd name="connsiteX0" fmla="*/ 12401882 w 12401882"/>
              <a:gd name="connsiteY0" fmla="*/ 73849 h 1288985"/>
              <a:gd name="connsiteX1" fmla="*/ 12335841 w 12401882"/>
              <a:gd name="connsiteY1" fmla="*/ 1288985 h 1288985"/>
              <a:gd name="connsiteX2" fmla="*/ 0 w 12401882"/>
              <a:gd name="connsiteY2" fmla="*/ 618542 h 1288985"/>
              <a:gd name="connsiteX3" fmla="*/ 33618 w 12401882"/>
              <a:gd name="connsiteY3" fmla="*/ 0 h 1288985"/>
              <a:gd name="connsiteX4" fmla="*/ 103646 w 12401882"/>
              <a:gd name="connsiteY4" fmla="*/ 32857 h 1288985"/>
              <a:gd name="connsiteX5" fmla="*/ 6308538 w 12401882"/>
              <a:gd name="connsiteY5" fmla="*/ 553243 h 1288985"/>
              <a:gd name="connsiteX6" fmla="*/ 12326375 w 12401882"/>
              <a:gd name="connsiteY6" fmla="*/ 98014 h 1288985"/>
              <a:gd name="connsiteX7" fmla="*/ 12401882 w 12401882"/>
              <a:gd name="connsiteY7" fmla="*/ 73849 h 12889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401882" h="1288985">
                <a:moveTo>
                  <a:pt x="12401882" y="73849"/>
                </a:moveTo>
                <a:lnTo>
                  <a:pt x="12335841" y="1288985"/>
                </a:lnTo>
                <a:lnTo>
                  <a:pt x="0" y="618542"/>
                </a:lnTo>
                <a:lnTo>
                  <a:pt x="33618" y="0"/>
                </a:lnTo>
                <a:lnTo>
                  <a:pt x="103646" y="32857"/>
                </a:lnTo>
                <a:cubicBezTo>
                  <a:pt x="814657" y="332114"/>
                  <a:pt x="3323130" y="553243"/>
                  <a:pt x="6308538" y="553243"/>
                </a:cubicBezTo>
                <a:cubicBezTo>
                  <a:pt x="9072803" y="553244"/>
                  <a:pt x="11428175" y="363661"/>
                  <a:pt x="12326375" y="98014"/>
                </a:cubicBezTo>
                <a:lnTo>
                  <a:pt x="12401882" y="73849"/>
                </a:lnTo>
                <a:close/>
              </a:path>
            </a:pathLst>
          </a:custGeom>
          <a:solidFill>
            <a:srgbClr val="005D96">
              <a:alpha val="8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8" name="任意多边形: 形状 7"/>
          <p:cNvSpPr/>
          <p:nvPr userDrawn="1"/>
        </p:nvSpPr>
        <p:spPr>
          <a:xfrm rot="21413345">
            <a:off x="-60722" y="5797965"/>
            <a:ext cx="12335849" cy="1470933"/>
          </a:xfrm>
          <a:custGeom>
            <a:avLst/>
            <a:gdLst>
              <a:gd name="connsiteX0" fmla="*/ 12401882 w 12401882"/>
              <a:gd name="connsiteY0" fmla="*/ 73849 h 1288985"/>
              <a:gd name="connsiteX1" fmla="*/ 12335841 w 12401882"/>
              <a:gd name="connsiteY1" fmla="*/ 1288985 h 1288985"/>
              <a:gd name="connsiteX2" fmla="*/ 0 w 12401882"/>
              <a:gd name="connsiteY2" fmla="*/ 618542 h 1288985"/>
              <a:gd name="connsiteX3" fmla="*/ 33618 w 12401882"/>
              <a:gd name="connsiteY3" fmla="*/ 0 h 1288985"/>
              <a:gd name="connsiteX4" fmla="*/ 103646 w 12401882"/>
              <a:gd name="connsiteY4" fmla="*/ 32857 h 1288985"/>
              <a:gd name="connsiteX5" fmla="*/ 6308538 w 12401882"/>
              <a:gd name="connsiteY5" fmla="*/ 553243 h 1288985"/>
              <a:gd name="connsiteX6" fmla="*/ 12326375 w 12401882"/>
              <a:gd name="connsiteY6" fmla="*/ 98014 h 1288985"/>
              <a:gd name="connsiteX7" fmla="*/ 12401882 w 12401882"/>
              <a:gd name="connsiteY7" fmla="*/ 73849 h 12889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401882" h="1288985">
                <a:moveTo>
                  <a:pt x="12401882" y="73849"/>
                </a:moveTo>
                <a:lnTo>
                  <a:pt x="12335841" y="1288985"/>
                </a:lnTo>
                <a:lnTo>
                  <a:pt x="0" y="618542"/>
                </a:lnTo>
                <a:lnTo>
                  <a:pt x="33618" y="0"/>
                </a:lnTo>
                <a:lnTo>
                  <a:pt x="103646" y="32857"/>
                </a:lnTo>
                <a:cubicBezTo>
                  <a:pt x="814657" y="332114"/>
                  <a:pt x="3323130" y="553243"/>
                  <a:pt x="6308538" y="553243"/>
                </a:cubicBezTo>
                <a:cubicBezTo>
                  <a:pt x="9072803" y="553244"/>
                  <a:pt x="11428175" y="363661"/>
                  <a:pt x="12326375" y="98014"/>
                </a:cubicBezTo>
                <a:lnTo>
                  <a:pt x="12401882" y="73849"/>
                </a:lnTo>
                <a:close/>
              </a:path>
            </a:pathLst>
          </a:custGeom>
          <a:solidFill>
            <a:srgbClr val="005D96">
              <a:alpha val="6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7" name="任意多边形: 形状 6"/>
          <p:cNvSpPr/>
          <p:nvPr userDrawn="1"/>
        </p:nvSpPr>
        <p:spPr>
          <a:xfrm rot="21413345">
            <a:off x="-101880" y="5734499"/>
            <a:ext cx="12376686" cy="1507273"/>
          </a:xfrm>
          <a:custGeom>
            <a:avLst/>
            <a:gdLst>
              <a:gd name="connsiteX0" fmla="*/ 12401882 w 12401882"/>
              <a:gd name="connsiteY0" fmla="*/ 73849 h 1288985"/>
              <a:gd name="connsiteX1" fmla="*/ 12335841 w 12401882"/>
              <a:gd name="connsiteY1" fmla="*/ 1288985 h 1288985"/>
              <a:gd name="connsiteX2" fmla="*/ 0 w 12401882"/>
              <a:gd name="connsiteY2" fmla="*/ 618542 h 1288985"/>
              <a:gd name="connsiteX3" fmla="*/ 33618 w 12401882"/>
              <a:gd name="connsiteY3" fmla="*/ 0 h 1288985"/>
              <a:gd name="connsiteX4" fmla="*/ 103646 w 12401882"/>
              <a:gd name="connsiteY4" fmla="*/ 32857 h 1288985"/>
              <a:gd name="connsiteX5" fmla="*/ 6308538 w 12401882"/>
              <a:gd name="connsiteY5" fmla="*/ 553243 h 1288985"/>
              <a:gd name="connsiteX6" fmla="*/ 12326375 w 12401882"/>
              <a:gd name="connsiteY6" fmla="*/ 98014 h 1288985"/>
              <a:gd name="connsiteX7" fmla="*/ 12401882 w 12401882"/>
              <a:gd name="connsiteY7" fmla="*/ 73849 h 12889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401882" h="1288985">
                <a:moveTo>
                  <a:pt x="12401882" y="73849"/>
                </a:moveTo>
                <a:lnTo>
                  <a:pt x="12335841" y="1288985"/>
                </a:lnTo>
                <a:lnTo>
                  <a:pt x="0" y="618542"/>
                </a:lnTo>
                <a:lnTo>
                  <a:pt x="33618" y="0"/>
                </a:lnTo>
                <a:lnTo>
                  <a:pt x="103646" y="32857"/>
                </a:lnTo>
                <a:cubicBezTo>
                  <a:pt x="814657" y="332114"/>
                  <a:pt x="3323130" y="553243"/>
                  <a:pt x="6308538" y="553243"/>
                </a:cubicBezTo>
                <a:cubicBezTo>
                  <a:pt x="9072803" y="553244"/>
                  <a:pt x="11428175" y="363661"/>
                  <a:pt x="12326375" y="98014"/>
                </a:cubicBezTo>
                <a:lnTo>
                  <a:pt x="12401882" y="73849"/>
                </a:lnTo>
                <a:close/>
              </a:path>
            </a:pathLst>
          </a:custGeom>
          <a:solidFill>
            <a:srgbClr val="005D96">
              <a:alpha val="3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10" name="日期占位符 9"/>
          <p:cNvSpPr>
            <a:spLocks noGrp="1"/>
          </p:cNvSpPr>
          <p:nvPr>
            <p:ph type="dt" sz="half" idx="2"/>
          </p:nvPr>
        </p:nvSpPr>
        <p:spPr>
          <a:xfrm>
            <a:off x="468630" y="6493076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 spc="300">
                <a:solidFill>
                  <a:schemeClr val="bg2"/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defRPr>
            </a:lvl1pPr>
          </a:lstStyle>
          <a:p>
            <a:r>
              <a:rPr lang="zh-CN" altLang="en-US" dirty="0"/>
              <a:t>百折不挠</a:t>
            </a:r>
            <a:r>
              <a:rPr lang="en-US" altLang="zh-CN" dirty="0"/>
              <a:t> </a:t>
            </a:r>
            <a:r>
              <a:rPr lang="zh-CN" altLang="en-US" dirty="0"/>
              <a:t>刚毅厚重</a:t>
            </a:r>
            <a:r>
              <a:rPr lang="en-US" altLang="zh-CN" dirty="0"/>
              <a:t> </a:t>
            </a:r>
            <a:r>
              <a:rPr lang="zh-CN" altLang="en-US" dirty="0"/>
              <a:t>勇承重载</a:t>
            </a:r>
          </a:p>
        </p:txBody>
      </p:sp>
    </p:spTree>
    <p:extLst>
      <p:ext uri="{BB962C8B-B14F-4D97-AF65-F5344CB8AC3E}">
        <p14:creationId xmlns:p14="http://schemas.microsoft.com/office/powerpoint/2010/main" val="193039387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1_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E8C55D43-650A-8A4B-B4D9-196FB2C293E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  <a:prstGeom prst="rect">
            <a:avLst/>
          </a:prstGeom>
        </p:spPr>
        <p:txBody>
          <a:bodyPr anchor="b"/>
          <a:lstStyle>
            <a:lvl1pPr algn="ctr">
              <a:defRPr sz="6000"/>
            </a:lvl1pPr>
          </a:lstStyle>
          <a:p>
            <a:r>
              <a:rPr kumimoji="1" lang="zh-CN" altLang="en-US"/>
              <a:t>单击此处编辑母版标题样式</a:t>
            </a:r>
          </a:p>
        </p:txBody>
      </p:sp>
      <p:sp>
        <p:nvSpPr>
          <p:cNvPr id="3" name="副标题 2">
            <a:extLst>
              <a:ext uri="{FF2B5EF4-FFF2-40B4-BE49-F238E27FC236}">
                <a16:creationId xmlns:a16="http://schemas.microsoft.com/office/drawing/2014/main" id="{85E4EBA6-65F5-F74A-84A4-1DAA79C9FDEA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kumimoji="1" lang="zh-CN" altLang="en-US"/>
              <a:t>单击此处编辑母版副标题样式</a:t>
            </a:r>
          </a:p>
        </p:txBody>
      </p:sp>
    </p:spTree>
    <p:extLst>
      <p:ext uri="{BB962C8B-B14F-4D97-AF65-F5344CB8AC3E}">
        <p14:creationId xmlns:p14="http://schemas.microsoft.com/office/powerpoint/2010/main" val="1867305189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_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B4F5F6E5-6A2C-7845-96D1-C3F40C702DB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kumimoji="1" lang="zh-CN" altLang="en-US" dirty="0"/>
              <a:t>单击此处编辑母版标题样式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C7972C42-3007-F74B-BAC1-5ECA1441429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kumimoji="1" lang="zh-CN" altLang="en-US"/>
              <a:t>单击此处编辑母版文本样式</a:t>
            </a:r>
          </a:p>
          <a:p>
            <a:pPr lvl="1"/>
            <a:r>
              <a:rPr kumimoji="1" lang="zh-CN" altLang="en-US"/>
              <a:t>二级</a:t>
            </a:r>
          </a:p>
          <a:p>
            <a:pPr lvl="2"/>
            <a:r>
              <a:rPr kumimoji="1" lang="zh-CN" altLang="en-US"/>
              <a:t>三级</a:t>
            </a:r>
          </a:p>
          <a:p>
            <a:pPr lvl="3"/>
            <a:r>
              <a:rPr kumimoji="1" lang="zh-CN" altLang="en-US"/>
              <a:t>四级</a:t>
            </a:r>
          </a:p>
          <a:p>
            <a:pPr lvl="4"/>
            <a:r>
              <a:rPr kumimoji="1" lang="zh-CN" altLang="en-US"/>
              <a:t>五级</a:t>
            </a:r>
          </a:p>
        </p:txBody>
      </p:sp>
      <p:sp>
        <p:nvSpPr>
          <p:cNvPr id="4" name="矩形 3">
            <a:extLst>
              <a:ext uri="{FF2B5EF4-FFF2-40B4-BE49-F238E27FC236}">
                <a16:creationId xmlns:a16="http://schemas.microsoft.com/office/drawing/2014/main" id="{61DA583F-A0A9-184A-920D-99C2970D07DB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5" name="图片 4" descr="5">
            <a:extLst>
              <a:ext uri="{FF2B5EF4-FFF2-40B4-BE49-F238E27FC236}">
                <a16:creationId xmlns:a16="http://schemas.microsoft.com/office/drawing/2014/main" id="{59417B76-385F-8F47-9B73-0CC349ACC12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alphaModFix amt="30000"/>
          </a:blip>
          <a:stretch>
            <a:fillRect/>
          </a:stretch>
        </p:blipFill>
        <p:spPr>
          <a:xfrm>
            <a:off x="-3822065" y="-434340"/>
            <a:ext cx="7726680" cy="7726680"/>
          </a:xfrm>
          <a:prstGeom prst="rect">
            <a:avLst/>
          </a:prstGeom>
        </p:spPr>
      </p:pic>
      <p:pic>
        <p:nvPicPr>
          <p:cNvPr id="6" name="图片 5" descr="5">
            <a:extLst>
              <a:ext uri="{FF2B5EF4-FFF2-40B4-BE49-F238E27FC236}">
                <a16:creationId xmlns:a16="http://schemas.microsoft.com/office/drawing/2014/main" id="{B1FF307E-882A-204E-8371-C5B671C94F49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alphaModFix amt="30000"/>
          </a:blip>
          <a:stretch>
            <a:fillRect/>
          </a:stretch>
        </p:blipFill>
        <p:spPr>
          <a:xfrm>
            <a:off x="8355330" y="-434340"/>
            <a:ext cx="7726680" cy="7726680"/>
          </a:xfrm>
          <a:prstGeom prst="rect">
            <a:avLst/>
          </a:prstGeom>
        </p:spPr>
      </p:pic>
      <p:sp>
        <p:nvSpPr>
          <p:cNvPr id="7" name="任意多边形: 形状 8">
            <a:extLst>
              <a:ext uri="{FF2B5EF4-FFF2-40B4-BE49-F238E27FC236}">
                <a16:creationId xmlns:a16="http://schemas.microsoft.com/office/drawing/2014/main" id="{CD9F0C46-2A13-7B45-81EB-EFB03DDF0203}"/>
              </a:ext>
            </a:extLst>
          </p:cNvPr>
          <p:cNvSpPr/>
          <p:nvPr userDrawn="1"/>
        </p:nvSpPr>
        <p:spPr>
          <a:xfrm rot="21413345">
            <a:off x="-107772" y="5889232"/>
            <a:ext cx="12369445" cy="1288985"/>
          </a:xfrm>
          <a:custGeom>
            <a:avLst/>
            <a:gdLst>
              <a:gd name="connsiteX0" fmla="*/ 12401882 w 12401882"/>
              <a:gd name="connsiteY0" fmla="*/ 73849 h 1288985"/>
              <a:gd name="connsiteX1" fmla="*/ 12335841 w 12401882"/>
              <a:gd name="connsiteY1" fmla="*/ 1288985 h 1288985"/>
              <a:gd name="connsiteX2" fmla="*/ 0 w 12401882"/>
              <a:gd name="connsiteY2" fmla="*/ 618542 h 1288985"/>
              <a:gd name="connsiteX3" fmla="*/ 33618 w 12401882"/>
              <a:gd name="connsiteY3" fmla="*/ 0 h 1288985"/>
              <a:gd name="connsiteX4" fmla="*/ 103646 w 12401882"/>
              <a:gd name="connsiteY4" fmla="*/ 32857 h 1288985"/>
              <a:gd name="connsiteX5" fmla="*/ 6308538 w 12401882"/>
              <a:gd name="connsiteY5" fmla="*/ 553243 h 1288985"/>
              <a:gd name="connsiteX6" fmla="*/ 12326375 w 12401882"/>
              <a:gd name="connsiteY6" fmla="*/ 98014 h 1288985"/>
              <a:gd name="connsiteX7" fmla="*/ 12401882 w 12401882"/>
              <a:gd name="connsiteY7" fmla="*/ 73849 h 12889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401882" h="1288985">
                <a:moveTo>
                  <a:pt x="12401882" y="73849"/>
                </a:moveTo>
                <a:lnTo>
                  <a:pt x="12335841" y="1288985"/>
                </a:lnTo>
                <a:lnTo>
                  <a:pt x="0" y="618542"/>
                </a:lnTo>
                <a:lnTo>
                  <a:pt x="33618" y="0"/>
                </a:lnTo>
                <a:lnTo>
                  <a:pt x="103646" y="32857"/>
                </a:lnTo>
                <a:cubicBezTo>
                  <a:pt x="814657" y="332114"/>
                  <a:pt x="3323130" y="553243"/>
                  <a:pt x="6308538" y="553243"/>
                </a:cubicBezTo>
                <a:cubicBezTo>
                  <a:pt x="9072803" y="553244"/>
                  <a:pt x="11428175" y="363661"/>
                  <a:pt x="12326375" y="98014"/>
                </a:cubicBezTo>
                <a:lnTo>
                  <a:pt x="12401882" y="73849"/>
                </a:lnTo>
                <a:close/>
              </a:path>
            </a:pathLst>
          </a:custGeom>
          <a:solidFill>
            <a:srgbClr val="005D96">
              <a:alpha val="8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4DBBE2AB-3342-1A43-B2D9-3B6F8B655CDE}"/>
              </a:ext>
            </a:extLst>
          </p:cNvPr>
          <p:cNvSpPr/>
          <p:nvPr userDrawn="1"/>
        </p:nvSpPr>
        <p:spPr>
          <a:xfrm rot="21413345">
            <a:off x="-60722" y="5797965"/>
            <a:ext cx="12335849" cy="1470933"/>
          </a:xfrm>
          <a:custGeom>
            <a:avLst/>
            <a:gdLst>
              <a:gd name="connsiteX0" fmla="*/ 12401882 w 12401882"/>
              <a:gd name="connsiteY0" fmla="*/ 73849 h 1288985"/>
              <a:gd name="connsiteX1" fmla="*/ 12335841 w 12401882"/>
              <a:gd name="connsiteY1" fmla="*/ 1288985 h 1288985"/>
              <a:gd name="connsiteX2" fmla="*/ 0 w 12401882"/>
              <a:gd name="connsiteY2" fmla="*/ 618542 h 1288985"/>
              <a:gd name="connsiteX3" fmla="*/ 33618 w 12401882"/>
              <a:gd name="connsiteY3" fmla="*/ 0 h 1288985"/>
              <a:gd name="connsiteX4" fmla="*/ 103646 w 12401882"/>
              <a:gd name="connsiteY4" fmla="*/ 32857 h 1288985"/>
              <a:gd name="connsiteX5" fmla="*/ 6308538 w 12401882"/>
              <a:gd name="connsiteY5" fmla="*/ 553243 h 1288985"/>
              <a:gd name="connsiteX6" fmla="*/ 12326375 w 12401882"/>
              <a:gd name="connsiteY6" fmla="*/ 98014 h 1288985"/>
              <a:gd name="connsiteX7" fmla="*/ 12401882 w 12401882"/>
              <a:gd name="connsiteY7" fmla="*/ 73849 h 12889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401882" h="1288985">
                <a:moveTo>
                  <a:pt x="12401882" y="73849"/>
                </a:moveTo>
                <a:lnTo>
                  <a:pt x="12335841" y="1288985"/>
                </a:lnTo>
                <a:lnTo>
                  <a:pt x="0" y="618542"/>
                </a:lnTo>
                <a:lnTo>
                  <a:pt x="33618" y="0"/>
                </a:lnTo>
                <a:lnTo>
                  <a:pt x="103646" y="32857"/>
                </a:lnTo>
                <a:cubicBezTo>
                  <a:pt x="814657" y="332114"/>
                  <a:pt x="3323130" y="553243"/>
                  <a:pt x="6308538" y="553243"/>
                </a:cubicBezTo>
                <a:cubicBezTo>
                  <a:pt x="9072803" y="553244"/>
                  <a:pt x="11428175" y="363661"/>
                  <a:pt x="12326375" y="98014"/>
                </a:cubicBezTo>
                <a:lnTo>
                  <a:pt x="12401882" y="73849"/>
                </a:lnTo>
                <a:close/>
              </a:path>
            </a:pathLst>
          </a:custGeom>
          <a:solidFill>
            <a:srgbClr val="005D96">
              <a:alpha val="6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9" name="任意多边形: 形状 6">
            <a:extLst>
              <a:ext uri="{FF2B5EF4-FFF2-40B4-BE49-F238E27FC236}">
                <a16:creationId xmlns:a16="http://schemas.microsoft.com/office/drawing/2014/main" id="{238E4E78-41CE-BF47-A793-D77629CA3E76}"/>
              </a:ext>
            </a:extLst>
          </p:cNvPr>
          <p:cNvSpPr/>
          <p:nvPr userDrawn="1"/>
        </p:nvSpPr>
        <p:spPr>
          <a:xfrm rot="21413345">
            <a:off x="-101880" y="5734499"/>
            <a:ext cx="12376686" cy="1507273"/>
          </a:xfrm>
          <a:custGeom>
            <a:avLst/>
            <a:gdLst>
              <a:gd name="connsiteX0" fmla="*/ 12401882 w 12401882"/>
              <a:gd name="connsiteY0" fmla="*/ 73849 h 1288985"/>
              <a:gd name="connsiteX1" fmla="*/ 12335841 w 12401882"/>
              <a:gd name="connsiteY1" fmla="*/ 1288985 h 1288985"/>
              <a:gd name="connsiteX2" fmla="*/ 0 w 12401882"/>
              <a:gd name="connsiteY2" fmla="*/ 618542 h 1288985"/>
              <a:gd name="connsiteX3" fmla="*/ 33618 w 12401882"/>
              <a:gd name="connsiteY3" fmla="*/ 0 h 1288985"/>
              <a:gd name="connsiteX4" fmla="*/ 103646 w 12401882"/>
              <a:gd name="connsiteY4" fmla="*/ 32857 h 1288985"/>
              <a:gd name="connsiteX5" fmla="*/ 6308538 w 12401882"/>
              <a:gd name="connsiteY5" fmla="*/ 553243 h 1288985"/>
              <a:gd name="connsiteX6" fmla="*/ 12326375 w 12401882"/>
              <a:gd name="connsiteY6" fmla="*/ 98014 h 1288985"/>
              <a:gd name="connsiteX7" fmla="*/ 12401882 w 12401882"/>
              <a:gd name="connsiteY7" fmla="*/ 73849 h 12889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401882" h="1288985">
                <a:moveTo>
                  <a:pt x="12401882" y="73849"/>
                </a:moveTo>
                <a:lnTo>
                  <a:pt x="12335841" y="1288985"/>
                </a:lnTo>
                <a:lnTo>
                  <a:pt x="0" y="618542"/>
                </a:lnTo>
                <a:lnTo>
                  <a:pt x="33618" y="0"/>
                </a:lnTo>
                <a:lnTo>
                  <a:pt x="103646" y="32857"/>
                </a:lnTo>
                <a:cubicBezTo>
                  <a:pt x="814657" y="332114"/>
                  <a:pt x="3323130" y="553243"/>
                  <a:pt x="6308538" y="553243"/>
                </a:cubicBezTo>
                <a:cubicBezTo>
                  <a:pt x="9072803" y="553244"/>
                  <a:pt x="11428175" y="363661"/>
                  <a:pt x="12326375" y="98014"/>
                </a:cubicBezTo>
                <a:lnTo>
                  <a:pt x="12401882" y="73849"/>
                </a:lnTo>
                <a:close/>
              </a:path>
            </a:pathLst>
          </a:custGeom>
          <a:solidFill>
            <a:srgbClr val="005D96">
              <a:alpha val="3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10" name="日期占位符 9">
            <a:extLst>
              <a:ext uri="{FF2B5EF4-FFF2-40B4-BE49-F238E27FC236}">
                <a16:creationId xmlns:a16="http://schemas.microsoft.com/office/drawing/2014/main" id="{EF31D326-2891-3944-8D5B-E4558A6F158A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468630" y="6493076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 spc="300">
                <a:solidFill>
                  <a:schemeClr val="bg2"/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defRPr>
            </a:lvl1pPr>
          </a:lstStyle>
          <a:p>
            <a:r>
              <a:rPr lang="zh-CN" altLang="en-US" dirty="0"/>
              <a:t>百折不挠</a:t>
            </a:r>
            <a:r>
              <a:rPr lang="en-US" altLang="zh-CN" dirty="0"/>
              <a:t> </a:t>
            </a:r>
            <a:r>
              <a:rPr lang="zh-CN" altLang="en-US" dirty="0"/>
              <a:t>刚毅厚重</a:t>
            </a:r>
            <a:r>
              <a:rPr lang="en-US" altLang="zh-CN" dirty="0"/>
              <a:t> </a:t>
            </a:r>
            <a:r>
              <a:rPr lang="zh-CN" altLang="en-US" dirty="0"/>
              <a:t>勇承重载</a:t>
            </a:r>
          </a:p>
        </p:txBody>
      </p:sp>
    </p:spTree>
    <p:extLst>
      <p:ext uri="{BB962C8B-B14F-4D97-AF65-F5344CB8AC3E}">
        <p14:creationId xmlns:p14="http://schemas.microsoft.com/office/powerpoint/2010/main" val="2746427208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1_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A37D2F9D-10B2-074B-8179-66513359D97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  <a:prstGeom prst="rect">
            <a:avLst/>
          </a:prstGeom>
        </p:spPr>
        <p:txBody>
          <a:bodyPr anchor="b"/>
          <a:lstStyle>
            <a:lvl1pPr>
              <a:defRPr sz="6000"/>
            </a:lvl1pPr>
          </a:lstStyle>
          <a:p>
            <a:r>
              <a:rPr kumimoji="1" lang="zh-CN" altLang="en-US"/>
              <a:t>单击此处编辑母版标题样式</a:t>
            </a:r>
          </a:p>
        </p:txBody>
      </p:sp>
      <p:sp>
        <p:nvSpPr>
          <p:cNvPr id="3" name="文本占位符 2">
            <a:extLst>
              <a:ext uri="{FF2B5EF4-FFF2-40B4-BE49-F238E27FC236}">
                <a16:creationId xmlns:a16="http://schemas.microsoft.com/office/drawing/2014/main" id="{3A2FD4FF-6442-7D42-B1EE-9A10919FD37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kumimoji="1" lang="zh-CN" altLang="en-US"/>
              <a:t>单击此处编辑母版文本样式</a:t>
            </a:r>
          </a:p>
        </p:txBody>
      </p:sp>
    </p:spTree>
    <p:extLst>
      <p:ext uri="{BB962C8B-B14F-4D97-AF65-F5344CB8AC3E}">
        <p14:creationId xmlns:p14="http://schemas.microsoft.com/office/powerpoint/2010/main" val="74457406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1_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62C3275C-4BF5-474C-80F4-71D90D9D3FD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kumimoji="1" lang="zh-CN" altLang="en-US"/>
              <a:t>单击此处编辑母版标题样式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D84C7054-56E6-B54D-86C2-B62A7024A415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kumimoji="1" lang="zh-CN" altLang="en-US"/>
              <a:t>单击此处编辑母版文本样式</a:t>
            </a:r>
          </a:p>
          <a:p>
            <a:pPr lvl="1"/>
            <a:r>
              <a:rPr kumimoji="1" lang="zh-CN" altLang="en-US"/>
              <a:t>二级</a:t>
            </a:r>
          </a:p>
          <a:p>
            <a:pPr lvl="2"/>
            <a:r>
              <a:rPr kumimoji="1" lang="zh-CN" altLang="en-US"/>
              <a:t>三级</a:t>
            </a:r>
          </a:p>
          <a:p>
            <a:pPr lvl="3"/>
            <a:r>
              <a:rPr kumimoji="1" lang="zh-CN" altLang="en-US"/>
              <a:t>四级</a:t>
            </a:r>
          </a:p>
          <a:p>
            <a:pPr lvl="4"/>
            <a:r>
              <a:rPr kumimoji="1" lang="zh-CN" altLang="en-US"/>
              <a:t>五级</a:t>
            </a:r>
          </a:p>
        </p:txBody>
      </p:sp>
      <p:sp>
        <p:nvSpPr>
          <p:cNvPr id="4" name="内容占位符 3">
            <a:extLst>
              <a:ext uri="{FF2B5EF4-FFF2-40B4-BE49-F238E27FC236}">
                <a16:creationId xmlns:a16="http://schemas.microsoft.com/office/drawing/2014/main" id="{0E159AA6-2DAB-3D4B-968C-0C2209838485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kumimoji="1" lang="zh-CN" altLang="en-US"/>
              <a:t>单击此处编辑母版文本样式</a:t>
            </a:r>
          </a:p>
          <a:p>
            <a:pPr lvl="1"/>
            <a:r>
              <a:rPr kumimoji="1" lang="zh-CN" altLang="en-US"/>
              <a:t>二级</a:t>
            </a:r>
          </a:p>
          <a:p>
            <a:pPr lvl="2"/>
            <a:r>
              <a:rPr kumimoji="1" lang="zh-CN" altLang="en-US"/>
              <a:t>三级</a:t>
            </a:r>
          </a:p>
          <a:p>
            <a:pPr lvl="3"/>
            <a:r>
              <a:rPr kumimoji="1" lang="zh-CN" altLang="en-US"/>
              <a:t>四级</a:t>
            </a:r>
          </a:p>
          <a:p>
            <a:pPr lvl="4"/>
            <a:r>
              <a:rPr kumimoji="1" lang="zh-CN" altLang="en-US"/>
              <a:t>五级</a:t>
            </a:r>
          </a:p>
        </p:txBody>
      </p:sp>
    </p:spTree>
    <p:extLst>
      <p:ext uri="{BB962C8B-B14F-4D97-AF65-F5344CB8AC3E}">
        <p14:creationId xmlns:p14="http://schemas.microsoft.com/office/powerpoint/2010/main" val="90620231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_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572E1A48-F79F-564A-B2C8-EB0F930EFBB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kumimoji="1" lang="zh-CN" altLang="en-US"/>
              <a:t>单击此处编辑母版标题样式</a:t>
            </a:r>
          </a:p>
        </p:txBody>
      </p:sp>
      <p:sp>
        <p:nvSpPr>
          <p:cNvPr id="3" name="文本占位符 2">
            <a:extLst>
              <a:ext uri="{FF2B5EF4-FFF2-40B4-BE49-F238E27FC236}">
                <a16:creationId xmlns:a16="http://schemas.microsoft.com/office/drawing/2014/main" id="{C9B51C87-D0E9-8B44-8CAB-1AE71AC396B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kumimoji="1" lang="zh-CN" altLang="en-US"/>
              <a:t>单击此处编辑母版文本样式</a:t>
            </a:r>
          </a:p>
        </p:txBody>
      </p:sp>
      <p:sp>
        <p:nvSpPr>
          <p:cNvPr id="4" name="内容占位符 3">
            <a:extLst>
              <a:ext uri="{FF2B5EF4-FFF2-40B4-BE49-F238E27FC236}">
                <a16:creationId xmlns:a16="http://schemas.microsoft.com/office/drawing/2014/main" id="{3EEDA7B3-E5BE-FC4D-B7BF-2B58A049340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  <a:prstGeom prst="rect">
            <a:avLst/>
          </a:prstGeom>
        </p:spPr>
        <p:txBody>
          <a:bodyPr/>
          <a:lstStyle/>
          <a:p>
            <a:pPr lvl="0"/>
            <a:r>
              <a:rPr kumimoji="1" lang="zh-CN" altLang="en-US"/>
              <a:t>单击此处编辑母版文本样式</a:t>
            </a:r>
          </a:p>
          <a:p>
            <a:pPr lvl="1"/>
            <a:r>
              <a:rPr kumimoji="1" lang="zh-CN" altLang="en-US"/>
              <a:t>二级</a:t>
            </a:r>
          </a:p>
          <a:p>
            <a:pPr lvl="2"/>
            <a:r>
              <a:rPr kumimoji="1" lang="zh-CN" altLang="en-US"/>
              <a:t>三级</a:t>
            </a:r>
          </a:p>
          <a:p>
            <a:pPr lvl="3"/>
            <a:r>
              <a:rPr kumimoji="1" lang="zh-CN" altLang="en-US"/>
              <a:t>四级</a:t>
            </a:r>
          </a:p>
          <a:p>
            <a:pPr lvl="4"/>
            <a:r>
              <a:rPr kumimoji="1" lang="zh-CN" altLang="en-US"/>
              <a:t>五级</a:t>
            </a:r>
          </a:p>
        </p:txBody>
      </p:sp>
      <p:sp>
        <p:nvSpPr>
          <p:cNvPr id="5" name="文本占位符 4">
            <a:extLst>
              <a:ext uri="{FF2B5EF4-FFF2-40B4-BE49-F238E27FC236}">
                <a16:creationId xmlns:a16="http://schemas.microsoft.com/office/drawing/2014/main" id="{75D6C4BB-9DB3-5143-8B4A-DBAE48BA7764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kumimoji="1" lang="zh-CN" altLang="en-US"/>
              <a:t>单击此处编辑母版文本样式</a:t>
            </a:r>
          </a:p>
        </p:txBody>
      </p:sp>
      <p:sp>
        <p:nvSpPr>
          <p:cNvPr id="6" name="内容占位符 5">
            <a:extLst>
              <a:ext uri="{FF2B5EF4-FFF2-40B4-BE49-F238E27FC236}">
                <a16:creationId xmlns:a16="http://schemas.microsoft.com/office/drawing/2014/main" id="{8FE585AB-BE90-9748-958F-7AFFC1666F86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  <a:prstGeom prst="rect">
            <a:avLst/>
          </a:prstGeom>
        </p:spPr>
        <p:txBody>
          <a:bodyPr/>
          <a:lstStyle/>
          <a:p>
            <a:pPr lvl="0"/>
            <a:r>
              <a:rPr kumimoji="1" lang="zh-CN" altLang="en-US"/>
              <a:t>单击此处编辑母版文本样式</a:t>
            </a:r>
          </a:p>
          <a:p>
            <a:pPr lvl="1"/>
            <a:r>
              <a:rPr kumimoji="1" lang="zh-CN" altLang="en-US"/>
              <a:t>二级</a:t>
            </a:r>
          </a:p>
          <a:p>
            <a:pPr lvl="2"/>
            <a:r>
              <a:rPr kumimoji="1" lang="zh-CN" altLang="en-US"/>
              <a:t>三级</a:t>
            </a:r>
          </a:p>
          <a:p>
            <a:pPr lvl="3"/>
            <a:r>
              <a:rPr kumimoji="1" lang="zh-CN" altLang="en-US"/>
              <a:t>四级</a:t>
            </a:r>
          </a:p>
          <a:p>
            <a:pPr lvl="4"/>
            <a:r>
              <a:rPr kumimoji="1" lang="zh-CN" altLang="en-US"/>
              <a:t>五级</a:t>
            </a:r>
          </a:p>
        </p:txBody>
      </p:sp>
    </p:spTree>
    <p:extLst>
      <p:ext uri="{BB962C8B-B14F-4D97-AF65-F5344CB8AC3E}">
        <p14:creationId xmlns:p14="http://schemas.microsoft.com/office/powerpoint/2010/main" val="130034817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_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6C1C073C-34CE-AC4E-ABB7-C7FC12F3BC3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kumimoji="1" lang="zh-CN" altLang="en-US"/>
              <a:t>单击此处编辑母版标题样式</a:t>
            </a:r>
          </a:p>
        </p:txBody>
      </p:sp>
    </p:spTree>
    <p:extLst>
      <p:ext uri="{BB962C8B-B14F-4D97-AF65-F5344CB8AC3E}">
        <p14:creationId xmlns:p14="http://schemas.microsoft.com/office/powerpoint/2010/main" val="2893825445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_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253583817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1_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4E379DE3-176F-7442-91F0-E6732C33406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kumimoji="1" lang="zh-CN" altLang="en-US"/>
              <a:t>单击此处编辑母版标题样式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A99DB349-89E5-AF43-A214-0FF14DB1A0E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kumimoji="1" lang="zh-CN" altLang="en-US"/>
              <a:t>单击此处编辑母版文本样式</a:t>
            </a:r>
          </a:p>
          <a:p>
            <a:pPr lvl="1"/>
            <a:r>
              <a:rPr kumimoji="1" lang="zh-CN" altLang="en-US"/>
              <a:t>二级</a:t>
            </a:r>
          </a:p>
          <a:p>
            <a:pPr lvl="2"/>
            <a:r>
              <a:rPr kumimoji="1" lang="zh-CN" altLang="en-US"/>
              <a:t>三级</a:t>
            </a:r>
          </a:p>
          <a:p>
            <a:pPr lvl="3"/>
            <a:r>
              <a:rPr kumimoji="1" lang="zh-CN" altLang="en-US"/>
              <a:t>四级</a:t>
            </a:r>
          </a:p>
          <a:p>
            <a:pPr lvl="4"/>
            <a:r>
              <a:rPr kumimoji="1" lang="zh-CN" altLang="en-US"/>
              <a:t>五级</a:t>
            </a:r>
          </a:p>
        </p:txBody>
      </p:sp>
      <p:sp>
        <p:nvSpPr>
          <p:cNvPr id="4" name="文本占位符 3">
            <a:extLst>
              <a:ext uri="{FF2B5EF4-FFF2-40B4-BE49-F238E27FC236}">
                <a16:creationId xmlns:a16="http://schemas.microsoft.com/office/drawing/2014/main" id="{EDA0DD20-A8C2-9849-809E-627CE58CD89B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kumimoji="1" lang="zh-CN" altLang="en-US"/>
              <a:t>单击此处编辑母版文本样式</a:t>
            </a:r>
          </a:p>
        </p:txBody>
      </p:sp>
    </p:spTree>
    <p:extLst>
      <p:ext uri="{BB962C8B-B14F-4D97-AF65-F5344CB8AC3E}">
        <p14:creationId xmlns:p14="http://schemas.microsoft.com/office/powerpoint/2010/main" val="91167145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1_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70F92B43-D872-114B-9A28-B008488664C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kumimoji="1" lang="zh-CN" altLang="en-US"/>
              <a:t>单击此处编辑母版标题样式</a:t>
            </a:r>
          </a:p>
        </p:txBody>
      </p:sp>
      <p:sp>
        <p:nvSpPr>
          <p:cNvPr id="3" name="图片占位符 2">
            <a:extLst>
              <a:ext uri="{FF2B5EF4-FFF2-40B4-BE49-F238E27FC236}">
                <a16:creationId xmlns:a16="http://schemas.microsoft.com/office/drawing/2014/main" id="{7D339AFF-5EFD-7944-A43D-2353E09902DC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kumimoji="1" lang="zh-CN" altLang="en-US"/>
          </a:p>
        </p:txBody>
      </p:sp>
      <p:sp>
        <p:nvSpPr>
          <p:cNvPr id="4" name="文本占位符 3">
            <a:extLst>
              <a:ext uri="{FF2B5EF4-FFF2-40B4-BE49-F238E27FC236}">
                <a16:creationId xmlns:a16="http://schemas.microsoft.com/office/drawing/2014/main" id="{9ED4B25B-91B6-DC42-9D31-70F2E52EAFE3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kumimoji="1" lang="zh-CN" altLang="en-US"/>
              <a:t>单击此处编辑母版文本样式</a:t>
            </a:r>
          </a:p>
        </p:txBody>
      </p:sp>
    </p:spTree>
    <p:extLst>
      <p:ext uri="{BB962C8B-B14F-4D97-AF65-F5344CB8AC3E}">
        <p14:creationId xmlns:p14="http://schemas.microsoft.com/office/powerpoint/2010/main" val="1408073492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1_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F5C22525-0C80-9541-BB3B-BC93FC851C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kumimoji="1" lang="zh-CN" altLang="en-US"/>
              <a:t>单击此处编辑母版标题样式</a:t>
            </a:r>
          </a:p>
        </p:txBody>
      </p:sp>
      <p:sp>
        <p:nvSpPr>
          <p:cNvPr id="3" name="竖排文字占位符 2">
            <a:extLst>
              <a:ext uri="{FF2B5EF4-FFF2-40B4-BE49-F238E27FC236}">
                <a16:creationId xmlns:a16="http://schemas.microsoft.com/office/drawing/2014/main" id="{E98C1780-5833-6242-ABA7-FD54F283EF89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kumimoji="1" lang="zh-CN" altLang="en-US"/>
              <a:t>单击此处编辑母版文本样式</a:t>
            </a:r>
          </a:p>
          <a:p>
            <a:pPr lvl="1"/>
            <a:r>
              <a:rPr kumimoji="1" lang="zh-CN" altLang="en-US"/>
              <a:t>二级</a:t>
            </a:r>
          </a:p>
          <a:p>
            <a:pPr lvl="2"/>
            <a:r>
              <a:rPr kumimoji="1" lang="zh-CN" altLang="en-US"/>
              <a:t>三级</a:t>
            </a:r>
          </a:p>
          <a:p>
            <a:pPr lvl="3"/>
            <a:r>
              <a:rPr kumimoji="1" lang="zh-CN" altLang="en-US"/>
              <a:t>四级</a:t>
            </a:r>
          </a:p>
          <a:p>
            <a:pPr lvl="4"/>
            <a:r>
              <a:rPr kumimoji="1" lang="zh-CN" altLang="en-US"/>
              <a:t>五级</a:t>
            </a:r>
          </a:p>
        </p:txBody>
      </p:sp>
    </p:spTree>
    <p:extLst>
      <p:ext uri="{BB962C8B-B14F-4D97-AF65-F5344CB8AC3E}">
        <p14:creationId xmlns:p14="http://schemas.microsoft.com/office/powerpoint/2010/main" val="793547628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1_竖排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>
            <a:extLst>
              <a:ext uri="{FF2B5EF4-FFF2-40B4-BE49-F238E27FC236}">
                <a16:creationId xmlns:a16="http://schemas.microsoft.com/office/drawing/2014/main" id="{281D9FF4-CA80-5F4D-AD5D-F4CDA27A74DE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  <a:prstGeom prst="rect">
            <a:avLst/>
          </a:prstGeom>
        </p:spPr>
        <p:txBody>
          <a:bodyPr vert="eaVert"/>
          <a:lstStyle/>
          <a:p>
            <a:r>
              <a:rPr kumimoji="1" lang="zh-CN" altLang="en-US"/>
              <a:t>单击此处编辑母版标题样式</a:t>
            </a:r>
          </a:p>
        </p:txBody>
      </p:sp>
      <p:sp>
        <p:nvSpPr>
          <p:cNvPr id="3" name="竖排文字占位符 2">
            <a:extLst>
              <a:ext uri="{FF2B5EF4-FFF2-40B4-BE49-F238E27FC236}">
                <a16:creationId xmlns:a16="http://schemas.microsoft.com/office/drawing/2014/main" id="{4F123BF3-514A-1149-85D7-971F2301A782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kumimoji="1" lang="zh-CN" altLang="en-US"/>
              <a:t>单击此处编辑母版文本样式</a:t>
            </a:r>
          </a:p>
          <a:p>
            <a:pPr lvl="1"/>
            <a:r>
              <a:rPr kumimoji="1" lang="zh-CN" altLang="en-US"/>
              <a:t>二级</a:t>
            </a:r>
          </a:p>
          <a:p>
            <a:pPr lvl="2"/>
            <a:r>
              <a:rPr kumimoji="1" lang="zh-CN" altLang="en-US"/>
              <a:t>三级</a:t>
            </a:r>
          </a:p>
          <a:p>
            <a:pPr lvl="3"/>
            <a:r>
              <a:rPr kumimoji="1" lang="zh-CN" altLang="en-US"/>
              <a:t>四级</a:t>
            </a:r>
          </a:p>
          <a:p>
            <a:pPr lvl="4"/>
            <a:r>
              <a:rPr kumimoji="1" lang="zh-CN" altLang="en-US"/>
              <a:t>五级</a:t>
            </a:r>
          </a:p>
        </p:txBody>
      </p:sp>
    </p:spTree>
    <p:extLst>
      <p:ext uri="{BB962C8B-B14F-4D97-AF65-F5344CB8AC3E}">
        <p14:creationId xmlns:p14="http://schemas.microsoft.com/office/powerpoint/2010/main" val="2537626673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78D2C13E-B573-714B-95DA-FE1C7233BD6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kumimoji="1" lang="zh-CN" altLang="en-US"/>
              <a:t>单击此处编辑母版标题样式</a:t>
            </a:r>
          </a:p>
        </p:txBody>
      </p:sp>
      <p:sp>
        <p:nvSpPr>
          <p:cNvPr id="3" name="副标题 2">
            <a:extLst>
              <a:ext uri="{FF2B5EF4-FFF2-40B4-BE49-F238E27FC236}">
                <a16:creationId xmlns:a16="http://schemas.microsoft.com/office/drawing/2014/main" id="{F99F250F-66A4-CB44-B444-3B095FB2BB95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kumimoji="1" lang="zh-CN" altLang="en-US"/>
              <a:t>单击此处编辑母版副标题样式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FA7F82AD-DCFE-7E4E-BC3B-B8961D0D8C5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05CF517-7373-6349-A426-5E433EDE14F4}" type="datetimeFigureOut">
              <a:rPr kumimoji="1" lang="zh-CN" altLang="en-US" smtClean="0"/>
              <a:t>2023/5/22</a:t>
            </a:fld>
            <a:endParaRPr kumimoji="1" lang="zh-CN" altLang="en-US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DC56CDDD-056A-1A4C-95F9-15BE2F0C592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zh-CN" altLang="en-US"/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C5BCE82C-2DD0-3646-86EF-14086348DB9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4729EF8-2028-4447-86E5-25060CA00E4D}" type="slidenum">
              <a:rPr kumimoji="1" lang="zh-CN" altLang="en-US" smtClean="0"/>
              <a:t>‹#›</a:t>
            </a:fld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442140681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6F1E2E0D-F100-0B4D-BA37-588E52D6E90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zh-CN" altLang="en-US"/>
              <a:t>单击此处编辑母版标题样式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8BBA4034-A796-F141-8E93-7D05FA74888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kumimoji="1" lang="zh-CN" altLang="en-US"/>
              <a:t>单击此处编辑母版文本样式</a:t>
            </a:r>
          </a:p>
          <a:p>
            <a:pPr lvl="1"/>
            <a:r>
              <a:rPr kumimoji="1" lang="zh-CN" altLang="en-US"/>
              <a:t>二级</a:t>
            </a:r>
          </a:p>
          <a:p>
            <a:pPr lvl="2"/>
            <a:r>
              <a:rPr kumimoji="1" lang="zh-CN" altLang="en-US"/>
              <a:t>三级</a:t>
            </a:r>
          </a:p>
          <a:p>
            <a:pPr lvl="3"/>
            <a:r>
              <a:rPr kumimoji="1" lang="zh-CN" altLang="en-US"/>
              <a:t>四级</a:t>
            </a:r>
          </a:p>
          <a:p>
            <a:pPr lvl="4"/>
            <a:r>
              <a:rPr kumimoji="1" lang="zh-CN" altLang="en-US"/>
              <a:t>五级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C21E16C0-D6BE-0D44-807B-EE5C78EBE95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05CF517-7373-6349-A426-5E433EDE14F4}" type="datetimeFigureOut">
              <a:rPr kumimoji="1" lang="zh-CN" altLang="en-US" smtClean="0"/>
              <a:t>2023/5/22</a:t>
            </a:fld>
            <a:endParaRPr kumimoji="1" lang="zh-CN" altLang="en-US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570FBDA1-4D93-7443-974E-B17BB720ECB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zh-CN" altLang="en-US"/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84B5421B-EACC-AE4F-B121-1D692C9CB2B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4729EF8-2028-4447-86E5-25060CA00E4D}" type="slidenum">
              <a:rPr kumimoji="1" lang="zh-CN" altLang="en-US" smtClean="0"/>
              <a:t>‹#›</a:t>
            </a:fld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131781775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4A60E980-962D-3F44-B0EA-A409EF1DA80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kumimoji="1" lang="zh-CN" altLang="en-US"/>
              <a:t>单击此处编辑母版标题样式</a:t>
            </a:r>
          </a:p>
        </p:txBody>
      </p:sp>
      <p:sp>
        <p:nvSpPr>
          <p:cNvPr id="3" name="文本占位符 2">
            <a:extLst>
              <a:ext uri="{FF2B5EF4-FFF2-40B4-BE49-F238E27FC236}">
                <a16:creationId xmlns:a16="http://schemas.microsoft.com/office/drawing/2014/main" id="{EEA65C97-A96A-6A4D-927E-F838B2F044D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kumimoji="1" lang="zh-CN" altLang="en-US"/>
              <a:t>单击此处编辑母版文本样式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832C3D4C-C0E9-CC4A-8470-334D0F88055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05CF517-7373-6349-A426-5E433EDE14F4}" type="datetimeFigureOut">
              <a:rPr kumimoji="1" lang="zh-CN" altLang="en-US" smtClean="0"/>
              <a:t>2023/5/22</a:t>
            </a:fld>
            <a:endParaRPr kumimoji="1" lang="zh-CN" altLang="en-US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DDD69112-64F2-DB41-9DE9-D0C488E2C54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zh-CN" altLang="en-US"/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B74F072F-377D-184E-8A96-A3A16B3BD3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4729EF8-2028-4447-86E5-25060CA00E4D}" type="slidenum">
              <a:rPr kumimoji="1" lang="zh-CN" altLang="en-US" smtClean="0"/>
              <a:t>‹#›</a:t>
            </a:fld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2242879674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38A1FDEA-62E9-A94A-B877-2CEE48D65D8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zh-CN" altLang="en-US"/>
              <a:t>单击此处编辑母版标题样式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5B4BAE09-663E-5246-B2E4-5FB1D3203C2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kumimoji="1" lang="zh-CN" altLang="en-US"/>
              <a:t>单击此处编辑母版文本样式</a:t>
            </a:r>
          </a:p>
          <a:p>
            <a:pPr lvl="1"/>
            <a:r>
              <a:rPr kumimoji="1" lang="zh-CN" altLang="en-US"/>
              <a:t>二级</a:t>
            </a:r>
          </a:p>
          <a:p>
            <a:pPr lvl="2"/>
            <a:r>
              <a:rPr kumimoji="1" lang="zh-CN" altLang="en-US"/>
              <a:t>三级</a:t>
            </a:r>
          </a:p>
          <a:p>
            <a:pPr lvl="3"/>
            <a:r>
              <a:rPr kumimoji="1" lang="zh-CN" altLang="en-US"/>
              <a:t>四级</a:t>
            </a:r>
          </a:p>
          <a:p>
            <a:pPr lvl="4"/>
            <a:r>
              <a:rPr kumimoji="1" lang="zh-CN" altLang="en-US"/>
              <a:t>五级</a:t>
            </a:r>
          </a:p>
        </p:txBody>
      </p:sp>
      <p:sp>
        <p:nvSpPr>
          <p:cNvPr id="4" name="内容占位符 3">
            <a:extLst>
              <a:ext uri="{FF2B5EF4-FFF2-40B4-BE49-F238E27FC236}">
                <a16:creationId xmlns:a16="http://schemas.microsoft.com/office/drawing/2014/main" id="{E53204E9-1F8D-1441-9E4C-06E8C04E0E3D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kumimoji="1" lang="zh-CN" altLang="en-US"/>
              <a:t>单击此处编辑母版文本样式</a:t>
            </a:r>
          </a:p>
          <a:p>
            <a:pPr lvl="1"/>
            <a:r>
              <a:rPr kumimoji="1" lang="zh-CN" altLang="en-US"/>
              <a:t>二级</a:t>
            </a:r>
          </a:p>
          <a:p>
            <a:pPr lvl="2"/>
            <a:r>
              <a:rPr kumimoji="1" lang="zh-CN" altLang="en-US"/>
              <a:t>三级</a:t>
            </a:r>
          </a:p>
          <a:p>
            <a:pPr lvl="3"/>
            <a:r>
              <a:rPr kumimoji="1" lang="zh-CN" altLang="en-US"/>
              <a:t>四级</a:t>
            </a:r>
          </a:p>
          <a:p>
            <a:pPr lvl="4"/>
            <a:r>
              <a:rPr kumimoji="1" lang="zh-CN" altLang="en-US"/>
              <a:t>五级</a:t>
            </a:r>
          </a:p>
        </p:txBody>
      </p:sp>
      <p:sp>
        <p:nvSpPr>
          <p:cNvPr id="5" name="日期占位符 4">
            <a:extLst>
              <a:ext uri="{FF2B5EF4-FFF2-40B4-BE49-F238E27FC236}">
                <a16:creationId xmlns:a16="http://schemas.microsoft.com/office/drawing/2014/main" id="{DB1DC6EB-2F6E-0244-93A2-A837744C5CA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05CF517-7373-6349-A426-5E433EDE14F4}" type="datetimeFigureOut">
              <a:rPr kumimoji="1" lang="zh-CN" altLang="en-US" smtClean="0"/>
              <a:t>2023/5/22</a:t>
            </a:fld>
            <a:endParaRPr kumimoji="1" lang="zh-CN" altLang="en-US"/>
          </a:p>
        </p:txBody>
      </p:sp>
      <p:sp>
        <p:nvSpPr>
          <p:cNvPr id="6" name="页脚占位符 5">
            <a:extLst>
              <a:ext uri="{FF2B5EF4-FFF2-40B4-BE49-F238E27FC236}">
                <a16:creationId xmlns:a16="http://schemas.microsoft.com/office/drawing/2014/main" id="{9DC55E37-181B-A148-966C-4DAF9A1A881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zh-CN" altLang="en-US"/>
          </a:p>
        </p:txBody>
      </p:sp>
      <p:sp>
        <p:nvSpPr>
          <p:cNvPr id="7" name="灯片编号占位符 6">
            <a:extLst>
              <a:ext uri="{FF2B5EF4-FFF2-40B4-BE49-F238E27FC236}">
                <a16:creationId xmlns:a16="http://schemas.microsoft.com/office/drawing/2014/main" id="{E8BCD124-A548-0943-8084-CC531D00038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4729EF8-2028-4447-86E5-25060CA00E4D}" type="slidenum">
              <a:rPr kumimoji="1" lang="zh-CN" altLang="en-US" smtClean="0"/>
              <a:t>‹#›</a:t>
            </a:fld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3926323237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8BC78BAB-2899-214C-BD61-A44AF5D1AD1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kumimoji="1" lang="zh-CN" altLang="en-US"/>
              <a:t>单击此处编辑母版标题样式</a:t>
            </a:r>
          </a:p>
        </p:txBody>
      </p:sp>
      <p:sp>
        <p:nvSpPr>
          <p:cNvPr id="3" name="文本占位符 2">
            <a:extLst>
              <a:ext uri="{FF2B5EF4-FFF2-40B4-BE49-F238E27FC236}">
                <a16:creationId xmlns:a16="http://schemas.microsoft.com/office/drawing/2014/main" id="{1D53B725-02FC-B943-BB4C-36416CD16FD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kumimoji="1" lang="zh-CN" altLang="en-US"/>
              <a:t>单击此处编辑母版文本样式</a:t>
            </a:r>
          </a:p>
        </p:txBody>
      </p:sp>
      <p:sp>
        <p:nvSpPr>
          <p:cNvPr id="4" name="内容占位符 3">
            <a:extLst>
              <a:ext uri="{FF2B5EF4-FFF2-40B4-BE49-F238E27FC236}">
                <a16:creationId xmlns:a16="http://schemas.microsoft.com/office/drawing/2014/main" id="{E685D86A-09D3-C44C-B9F4-6E588BD2E29E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kumimoji="1" lang="zh-CN" altLang="en-US"/>
              <a:t>单击此处编辑母版文本样式</a:t>
            </a:r>
          </a:p>
          <a:p>
            <a:pPr lvl="1"/>
            <a:r>
              <a:rPr kumimoji="1" lang="zh-CN" altLang="en-US"/>
              <a:t>二级</a:t>
            </a:r>
          </a:p>
          <a:p>
            <a:pPr lvl="2"/>
            <a:r>
              <a:rPr kumimoji="1" lang="zh-CN" altLang="en-US"/>
              <a:t>三级</a:t>
            </a:r>
          </a:p>
          <a:p>
            <a:pPr lvl="3"/>
            <a:r>
              <a:rPr kumimoji="1" lang="zh-CN" altLang="en-US"/>
              <a:t>四级</a:t>
            </a:r>
          </a:p>
          <a:p>
            <a:pPr lvl="4"/>
            <a:r>
              <a:rPr kumimoji="1" lang="zh-CN" altLang="en-US"/>
              <a:t>五级</a:t>
            </a:r>
          </a:p>
        </p:txBody>
      </p:sp>
      <p:sp>
        <p:nvSpPr>
          <p:cNvPr id="5" name="文本占位符 4">
            <a:extLst>
              <a:ext uri="{FF2B5EF4-FFF2-40B4-BE49-F238E27FC236}">
                <a16:creationId xmlns:a16="http://schemas.microsoft.com/office/drawing/2014/main" id="{F8530A9B-0EB2-7D46-9DBE-21F3FC0226E7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kumimoji="1" lang="zh-CN" altLang="en-US"/>
              <a:t>单击此处编辑母版文本样式</a:t>
            </a:r>
          </a:p>
        </p:txBody>
      </p:sp>
      <p:sp>
        <p:nvSpPr>
          <p:cNvPr id="6" name="内容占位符 5">
            <a:extLst>
              <a:ext uri="{FF2B5EF4-FFF2-40B4-BE49-F238E27FC236}">
                <a16:creationId xmlns:a16="http://schemas.microsoft.com/office/drawing/2014/main" id="{04191EEA-8572-9B4E-9BBC-22A9CFF172AA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kumimoji="1" lang="zh-CN" altLang="en-US"/>
              <a:t>单击此处编辑母版文本样式</a:t>
            </a:r>
          </a:p>
          <a:p>
            <a:pPr lvl="1"/>
            <a:r>
              <a:rPr kumimoji="1" lang="zh-CN" altLang="en-US"/>
              <a:t>二级</a:t>
            </a:r>
          </a:p>
          <a:p>
            <a:pPr lvl="2"/>
            <a:r>
              <a:rPr kumimoji="1" lang="zh-CN" altLang="en-US"/>
              <a:t>三级</a:t>
            </a:r>
          </a:p>
          <a:p>
            <a:pPr lvl="3"/>
            <a:r>
              <a:rPr kumimoji="1" lang="zh-CN" altLang="en-US"/>
              <a:t>四级</a:t>
            </a:r>
          </a:p>
          <a:p>
            <a:pPr lvl="4"/>
            <a:r>
              <a:rPr kumimoji="1" lang="zh-CN" altLang="en-US"/>
              <a:t>五级</a:t>
            </a:r>
          </a:p>
        </p:txBody>
      </p:sp>
      <p:sp>
        <p:nvSpPr>
          <p:cNvPr id="7" name="日期占位符 6">
            <a:extLst>
              <a:ext uri="{FF2B5EF4-FFF2-40B4-BE49-F238E27FC236}">
                <a16:creationId xmlns:a16="http://schemas.microsoft.com/office/drawing/2014/main" id="{BA4ECD55-32DF-4F4E-87AB-7EA31985974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05CF517-7373-6349-A426-5E433EDE14F4}" type="datetimeFigureOut">
              <a:rPr kumimoji="1" lang="zh-CN" altLang="en-US" smtClean="0"/>
              <a:t>2023/5/22</a:t>
            </a:fld>
            <a:endParaRPr kumimoji="1" lang="zh-CN" altLang="en-US"/>
          </a:p>
        </p:txBody>
      </p:sp>
      <p:sp>
        <p:nvSpPr>
          <p:cNvPr id="8" name="页脚占位符 7">
            <a:extLst>
              <a:ext uri="{FF2B5EF4-FFF2-40B4-BE49-F238E27FC236}">
                <a16:creationId xmlns:a16="http://schemas.microsoft.com/office/drawing/2014/main" id="{B30257D9-AB89-CD48-8EAB-65F0C1A251D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zh-CN" altLang="en-US"/>
          </a:p>
        </p:txBody>
      </p:sp>
      <p:sp>
        <p:nvSpPr>
          <p:cNvPr id="9" name="灯片编号占位符 8">
            <a:extLst>
              <a:ext uri="{FF2B5EF4-FFF2-40B4-BE49-F238E27FC236}">
                <a16:creationId xmlns:a16="http://schemas.microsoft.com/office/drawing/2014/main" id="{D892495F-1C7B-FC49-9072-1A1CE7A023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4729EF8-2028-4447-86E5-25060CA00E4D}" type="slidenum">
              <a:rPr kumimoji="1" lang="zh-CN" altLang="en-US" smtClean="0"/>
              <a:t>‹#›</a:t>
            </a:fld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1856789205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B6F79860-597F-4B4F-883A-07CEB02132A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zh-CN" altLang="en-US"/>
              <a:t>单击此处编辑母版标题样式</a:t>
            </a:r>
          </a:p>
        </p:txBody>
      </p:sp>
      <p:sp>
        <p:nvSpPr>
          <p:cNvPr id="3" name="日期占位符 2">
            <a:extLst>
              <a:ext uri="{FF2B5EF4-FFF2-40B4-BE49-F238E27FC236}">
                <a16:creationId xmlns:a16="http://schemas.microsoft.com/office/drawing/2014/main" id="{D9DBCFC3-D3A4-C04F-BCEF-DEC58AC205B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05CF517-7373-6349-A426-5E433EDE14F4}" type="datetimeFigureOut">
              <a:rPr kumimoji="1" lang="zh-CN" altLang="en-US" smtClean="0"/>
              <a:t>2023/5/22</a:t>
            </a:fld>
            <a:endParaRPr kumimoji="1" lang="zh-CN" altLang="en-US"/>
          </a:p>
        </p:txBody>
      </p:sp>
      <p:sp>
        <p:nvSpPr>
          <p:cNvPr id="4" name="页脚占位符 3">
            <a:extLst>
              <a:ext uri="{FF2B5EF4-FFF2-40B4-BE49-F238E27FC236}">
                <a16:creationId xmlns:a16="http://schemas.microsoft.com/office/drawing/2014/main" id="{DC8B824B-4892-E447-B7D3-02DD4BE5FE9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zh-CN" altLang="en-US"/>
          </a:p>
        </p:txBody>
      </p:sp>
      <p:sp>
        <p:nvSpPr>
          <p:cNvPr id="5" name="灯片编号占位符 4">
            <a:extLst>
              <a:ext uri="{FF2B5EF4-FFF2-40B4-BE49-F238E27FC236}">
                <a16:creationId xmlns:a16="http://schemas.microsoft.com/office/drawing/2014/main" id="{3F7D6A84-B6F8-E146-9356-7F8CA2E5918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4729EF8-2028-4447-86E5-25060CA00E4D}" type="slidenum">
              <a:rPr kumimoji="1" lang="zh-CN" altLang="en-US" smtClean="0"/>
              <a:t>‹#›</a:t>
            </a:fld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340493819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>
            <a:extLst>
              <a:ext uri="{FF2B5EF4-FFF2-40B4-BE49-F238E27FC236}">
                <a16:creationId xmlns:a16="http://schemas.microsoft.com/office/drawing/2014/main" id="{C5B2F9ED-98A6-1F40-B60C-87E353539EB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05CF517-7373-6349-A426-5E433EDE14F4}" type="datetimeFigureOut">
              <a:rPr kumimoji="1" lang="zh-CN" altLang="en-US" smtClean="0"/>
              <a:t>2023/5/22</a:t>
            </a:fld>
            <a:endParaRPr kumimoji="1" lang="zh-CN" altLang="en-US"/>
          </a:p>
        </p:txBody>
      </p:sp>
      <p:sp>
        <p:nvSpPr>
          <p:cNvPr id="3" name="页脚占位符 2">
            <a:extLst>
              <a:ext uri="{FF2B5EF4-FFF2-40B4-BE49-F238E27FC236}">
                <a16:creationId xmlns:a16="http://schemas.microsoft.com/office/drawing/2014/main" id="{44693E35-5555-584E-A717-28E84DBBCAA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zh-CN" altLang="en-US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E5FBD873-0F17-9343-9583-D51ABBFA35A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4729EF8-2028-4447-86E5-25060CA00E4D}" type="slidenum">
              <a:rPr kumimoji="1" lang="zh-CN" altLang="en-US" smtClean="0"/>
              <a:t>‹#›</a:t>
            </a:fld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702651451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9C3F2912-F3DA-C647-9CA0-A29982569C2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kumimoji="1" lang="zh-CN" altLang="en-US"/>
              <a:t>单击此处编辑母版标题样式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9A58FE21-107F-0A46-9DCC-01F8EFC192B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kumimoji="1" lang="zh-CN" altLang="en-US"/>
              <a:t>单击此处编辑母版文本样式</a:t>
            </a:r>
          </a:p>
          <a:p>
            <a:pPr lvl="1"/>
            <a:r>
              <a:rPr kumimoji="1" lang="zh-CN" altLang="en-US"/>
              <a:t>二级</a:t>
            </a:r>
          </a:p>
          <a:p>
            <a:pPr lvl="2"/>
            <a:r>
              <a:rPr kumimoji="1" lang="zh-CN" altLang="en-US"/>
              <a:t>三级</a:t>
            </a:r>
          </a:p>
          <a:p>
            <a:pPr lvl="3"/>
            <a:r>
              <a:rPr kumimoji="1" lang="zh-CN" altLang="en-US"/>
              <a:t>四级</a:t>
            </a:r>
          </a:p>
          <a:p>
            <a:pPr lvl="4"/>
            <a:r>
              <a:rPr kumimoji="1" lang="zh-CN" altLang="en-US"/>
              <a:t>五级</a:t>
            </a:r>
          </a:p>
        </p:txBody>
      </p:sp>
      <p:sp>
        <p:nvSpPr>
          <p:cNvPr id="4" name="文本占位符 3">
            <a:extLst>
              <a:ext uri="{FF2B5EF4-FFF2-40B4-BE49-F238E27FC236}">
                <a16:creationId xmlns:a16="http://schemas.microsoft.com/office/drawing/2014/main" id="{A0677B0A-3D49-6F4A-A0BD-178A30EA537E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kumimoji="1" lang="zh-CN" altLang="en-US"/>
              <a:t>单击此处编辑母版文本样式</a:t>
            </a:r>
          </a:p>
        </p:txBody>
      </p:sp>
      <p:sp>
        <p:nvSpPr>
          <p:cNvPr id="5" name="日期占位符 4">
            <a:extLst>
              <a:ext uri="{FF2B5EF4-FFF2-40B4-BE49-F238E27FC236}">
                <a16:creationId xmlns:a16="http://schemas.microsoft.com/office/drawing/2014/main" id="{AF78C4D0-E7BC-7346-A225-616065D0C80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05CF517-7373-6349-A426-5E433EDE14F4}" type="datetimeFigureOut">
              <a:rPr kumimoji="1" lang="zh-CN" altLang="en-US" smtClean="0"/>
              <a:t>2023/5/22</a:t>
            </a:fld>
            <a:endParaRPr kumimoji="1" lang="zh-CN" altLang="en-US"/>
          </a:p>
        </p:txBody>
      </p:sp>
      <p:sp>
        <p:nvSpPr>
          <p:cNvPr id="6" name="页脚占位符 5">
            <a:extLst>
              <a:ext uri="{FF2B5EF4-FFF2-40B4-BE49-F238E27FC236}">
                <a16:creationId xmlns:a16="http://schemas.microsoft.com/office/drawing/2014/main" id="{4D455970-7EEC-9F4D-9441-ACCDA32EB20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zh-CN" altLang="en-US"/>
          </a:p>
        </p:txBody>
      </p:sp>
      <p:sp>
        <p:nvSpPr>
          <p:cNvPr id="7" name="灯片编号占位符 6">
            <a:extLst>
              <a:ext uri="{FF2B5EF4-FFF2-40B4-BE49-F238E27FC236}">
                <a16:creationId xmlns:a16="http://schemas.microsoft.com/office/drawing/2014/main" id="{B89A71E7-E4C1-0345-916A-B57A481A6BD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4729EF8-2028-4447-86E5-25060CA00E4D}" type="slidenum">
              <a:rPr kumimoji="1" lang="zh-CN" altLang="en-US" smtClean="0"/>
              <a:t>‹#›</a:t>
            </a:fld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893745275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F7964561-286B-E149-AE7F-1FF412E946E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kumimoji="1" lang="zh-CN" altLang="en-US"/>
              <a:t>单击此处编辑母版标题样式</a:t>
            </a:r>
          </a:p>
        </p:txBody>
      </p:sp>
      <p:sp>
        <p:nvSpPr>
          <p:cNvPr id="3" name="图片占位符 2">
            <a:extLst>
              <a:ext uri="{FF2B5EF4-FFF2-40B4-BE49-F238E27FC236}">
                <a16:creationId xmlns:a16="http://schemas.microsoft.com/office/drawing/2014/main" id="{563A84CE-2FA0-6E48-A6C9-C447366AD058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kumimoji="1" lang="zh-CN" altLang="en-US"/>
          </a:p>
        </p:txBody>
      </p:sp>
      <p:sp>
        <p:nvSpPr>
          <p:cNvPr id="4" name="文本占位符 3">
            <a:extLst>
              <a:ext uri="{FF2B5EF4-FFF2-40B4-BE49-F238E27FC236}">
                <a16:creationId xmlns:a16="http://schemas.microsoft.com/office/drawing/2014/main" id="{8A4A75F7-3CD5-0848-9A3B-8CD19328764B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kumimoji="1" lang="zh-CN" altLang="en-US"/>
              <a:t>单击此处编辑母版文本样式</a:t>
            </a:r>
          </a:p>
        </p:txBody>
      </p:sp>
      <p:sp>
        <p:nvSpPr>
          <p:cNvPr id="5" name="日期占位符 4">
            <a:extLst>
              <a:ext uri="{FF2B5EF4-FFF2-40B4-BE49-F238E27FC236}">
                <a16:creationId xmlns:a16="http://schemas.microsoft.com/office/drawing/2014/main" id="{447D8C3B-237F-1C49-99C1-735A2D853DB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05CF517-7373-6349-A426-5E433EDE14F4}" type="datetimeFigureOut">
              <a:rPr kumimoji="1" lang="zh-CN" altLang="en-US" smtClean="0"/>
              <a:t>2023/5/22</a:t>
            </a:fld>
            <a:endParaRPr kumimoji="1" lang="zh-CN" altLang="en-US"/>
          </a:p>
        </p:txBody>
      </p:sp>
      <p:sp>
        <p:nvSpPr>
          <p:cNvPr id="6" name="页脚占位符 5">
            <a:extLst>
              <a:ext uri="{FF2B5EF4-FFF2-40B4-BE49-F238E27FC236}">
                <a16:creationId xmlns:a16="http://schemas.microsoft.com/office/drawing/2014/main" id="{3392BEC2-2425-2742-8386-3ADBB062692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zh-CN" altLang="en-US"/>
          </a:p>
        </p:txBody>
      </p:sp>
      <p:sp>
        <p:nvSpPr>
          <p:cNvPr id="7" name="灯片编号占位符 6">
            <a:extLst>
              <a:ext uri="{FF2B5EF4-FFF2-40B4-BE49-F238E27FC236}">
                <a16:creationId xmlns:a16="http://schemas.microsoft.com/office/drawing/2014/main" id="{FA296E39-1419-7E45-BD69-DE0A3C7DC5B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4729EF8-2028-4447-86E5-25060CA00E4D}" type="slidenum">
              <a:rPr kumimoji="1" lang="zh-CN" altLang="en-US" smtClean="0"/>
              <a:t>‹#›</a:t>
            </a:fld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2724809495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072AF69E-AF88-B64D-ABDD-04DB5D3E557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zh-CN" altLang="en-US"/>
              <a:t>单击此处编辑母版标题样式</a:t>
            </a:r>
          </a:p>
        </p:txBody>
      </p:sp>
      <p:sp>
        <p:nvSpPr>
          <p:cNvPr id="3" name="竖排文字占位符 2">
            <a:extLst>
              <a:ext uri="{FF2B5EF4-FFF2-40B4-BE49-F238E27FC236}">
                <a16:creationId xmlns:a16="http://schemas.microsoft.com/office/drawing/2014/main" id="{16F59B29-31C7-A143-8657-8AE1CB8EF22A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kumimoji="1" lang="zh-CN" altLang="en-US"/>
              <a:t>单击此处编辑母版文本样式</a:t>
            </a:r>
          </a:p>
          <a:p>
            <a:pPr lvl="1"/>
            <a:r>
              <a:rPr kumimoji="1" lang="zh-CN" altLang="en-US"/>
              <a:t>二级</a:t>
            </a:r>
          </a:p>
          <a:p>
            <a:pPr lvl="2"/>
            <a:r>
              <a:rPr kumimoji="1" lang="zh-CN" altLang="en-US"/>
              <a:t>三级</a:t>
            </a:r>
          </a:p>
          <a:p>
            <a:pPr lvl="3"/>
            <a:r>
              <a:rPr kumimoji="1" lang="zh-CN" altLang="en-US"/>
              <a:t>四级</a:t>
            </a:r>
          </a:p>
          <a:p>
            <a:pPr lvl="4"/>
            <a:r>
              <a:rPr kumimoji="1" lang="zh-CN" altLang="en-US"/>
              <a:t>五级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7EF5996D-ACFA-8F4D-B912-DF75E3CC13D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05CF517-7373-6349-A426-5E433EDE14F4}" type="datetimeFigureOut">
              <a:rPr kumimoji="1" lang="zh-CN" altLang="en-US" smtClean="0"/>
              <a:t>2023/5/22</a:t>
            </a:fld>
            <a:endParaRPr kumimoji="1" lang="zh-CN" altLang="en-US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4632A62C-C6DE-D04B-8735-FED3190F3A1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zh-CN" altLang="en-US"/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840D29B5-61B5-B74D-BE03-88925EFB373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4729EF8-2028-4447-86E5-25060CA00E4D}" type="slidenum">
              <a:rPr kumimoji="1" lang="zh-CN" altLang="en-US" smtClean="0"/>
              <a:t>‹#›</a:t>
            </a:fld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1066705716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竖排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>
            <a:extLst>
              <a:ext uri="{FF2B5EF4-FFF2-40B4-BE49-F238E27FC236}">
                <a16:creationId xmlns:a16="http://schemas.microsoft.com/office/drawing/2014/main" id="{C50B4B1E-E39D-DD4A-B7F7-1B2FF26C70A5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kumimoji="1" lang="zh-CN" altLang="en-US"/>
              <a:t>单击此处编辑母版标题样式</a:t>
            </a:r>
          </a:p>
        </p:txBody>
      </p:sp>
      <p:sp>
        <p:nvSpPr>
          <p:cNvPr id="3" name="竖排文字占位符 2">
            <a:extLst>
              <a:ext uri="{FF2B5EF4-FFF2-40B4-BE49-F238E27FC236}">
                <a16:creationId xmlns:a16="http://schemas.microsoft.com/office/drawing/2014/main" id="{2D80FF54-B8C4-224E-8541-7902A00311C8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kumimoji="1" lang="zh-CN" altLang="en-US"/>
              <a:t>单击此处编辑母版文本样式</a:t>
            </a:r>
          </a:p>
          <a:p>
            <a:pPr lvl="1"/>
            <a:r>
              <a:rPr kumimoji="1" lang="zh-CN" altLang="en-US"/>
              <a:t>二级</a:t>
            </a:r>
          </a:p>
          <a:p>
            <a:pPr lvl="2"/>
            <a:r>
              <a:rPr kumimoji="1" lang="zh-CN" altLang="en-US"/>
              <a:t>三级</a:t>
            </a:r>
          </a:p>
          <a:p>
            <a:pPr lvl="3"/>
            <a:r>
              <a:rPr kumimoji="1" lang="zh-CN" altLang="en-US"/>
              <a:t>四级</a:t>
            </a:r>
          </a:p>
          <a:p>
            <a:pPr lvl="4"/>
            <a:r>
              <a:rPr kumimoji="1" lang="zh-CN" altLang="en-US"/>
              <a:t>五级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C71664AE-D3DB-2A40-ACE1-DBC1E97AE6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05CF517-7373-6349-A426-5E433EDE14F4}" type="datetimeFigureOut">
              <a:rPr kumimoji="1" lang="zh-CN" altLang="en-US" smtClean="0"/>
              <a:t>2023/5/22</a:t>
            </a:fld>
            <a:endParaRPr kumimoji="1" lang="zh-CN" altLang="en-US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8FD85D98-2BB9-784B-8D6D-76BBD0EA237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zh-CN" altLang="en-US"/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175E00FF-4311-1C4D-A115-27DB4E71F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4729EF8-2028-4447-86E5-25060CA00E4D}" type="slidenum">
              <a:rPr kumimoji="1" lang="zh-CN" altLang="en-US" smtClean="0"/>
              <a:t>‹#›</a:t>
            </a:fld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3368700422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封面-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0" name="直接连接符 29"/>
          <p:cNvCxnSpPr/>
          <p:nvPr userDrawn="1"/>
        </p:nvCxnSpPr>
        <p:spPr>
          <a:xfrm flipV="1">
            <a:off x="2784475" y="5851525"/>
            <a:ext cx="0" cy="265430"/>
          </a:xfrm>
          <a:prstGeom prst="line">
            <a:avLst/>
          </a:prstGeom>
          <a:ln w="28575" cap="rnd">
            <a:solidFill>
              <a:srgbClr val="005D9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直接连接符 30"/>
          <p:cNvCxnSpPr/>
          <p:nvPr userDrawn="1"/>
        </p:nvCxnSpPr>
        <p:spPr>
          <a:xfrm flipV="1">
            <a:off x="2861310" y="5899150"/>
            <a:ext cx="0" cy="170180"/>
          </a:xfrm>
          <a:prstGeom prst="line">
            <a:avLst/>
          </a:prstGeom>
          <a:ln w="28575" cap="rnd">
            <a:solidFill>
              <a:srgbClr val="005D96">
                <a:alpha val="60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直接连接符 31"/>
          <p:cNvCxnSpPr/>
          <p:nvPr userDrawn="1"/>
        </p:nvCxnSpPr>
        <p:spPr>
          <a:xfrm rot="16200000">
            <a:off x="2880995" y="5984240"/>
            <a:ext cx="113665" cy="0"/>
          </a:xfrm>
          <a:prstGeom prst="line">
            <a:avLst/>
          </a:prstGeom>
          <a:ln w="28575" cap="rnd">
            <a:solidFill>
              <a:srgbClr val="005D96">
                <a:alpha val="30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直接连接符 33"/>
          <p:cNvCxnSpPr/>
          <p:nvPr userDrawn="1"/>
        </p:nvCxnSpPr>
        <p:spPr>
          <a:xfrm rot="10800000" flipH="1" flipV="1">
            <a:off x="9404350" y="5851525"/>
            <a:ext cx="0" cy="265430"/>
          </a:xfrm>
          <a:prstGeom prst="line">
            <a:avLst/>
          </a:prstGeom>
          <a:ln w="28575" cap="rnd">
            <a:solidFill>
              <a:srgbClr val="005D9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接连接符 34"/>
          <p:cNvCxnSpPr/>
          <p:nvPr userDrawn="1"/>
        </p:nvCxnSpPr>
        <p:spPr>
          <a:xfrm rot="10800000" flipH="1" flipV="1">
            <a:off x="9327515" y="5899150"/>
            <a:ext cx="0" cy="170180"/>
          </a:xfrm>
          <a:prstGeom prst="line">
            <a:avLst/>
          </a:prstGeom>
          <a:ln w="28575" cap="rnd">
            <a:solidFill>
              <a:srgbClr val="005D96">
                <a:alpha val="60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接连接符 37"/>
          <p:cNvCxnSpPr/>
          <p:nvPr userDrawn="1"/>
        </p:nvCxnSpPr>
        <p:spPr>
          <a:xfrm rot="5400000" flipH="1">
            <a:off x="9193530" y="5984240"/>
            <a:ext cx="113665" cy="0"/>
          </a:xfrm>
          <a:prstGeom prst="line">
            <a:avLst/>
          </a:prstGeom>
          <a:ln w="28575" cap="rnd">
            <a:solidFill>
              <a:srgbClr val="005D96">
                <a:alpha val="30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图片占位符 12"/>
          <p:cNvSpPr>
            <a:spLocks noGrp="1"/>
          </p:cNvSpPr>
          <p:nvPr>
            <p:ph type="pic" sz="quarter" idx="12"/>
          </p:nvPr>
        </p:nvSpPr>
        <p:spPr>
          <a:xfrm>
            <a:off x="126" y="-5114"/>
            <a:ext cx="12191748" cy="3616817"/>
          </a:xfrm>
        </p:spPr>
      </p:sp>
      <p:sp>
        <p:nvSpPr>
          <p:cNvPr id="40" name="任意多边形: 形状 39"/>
          <p:cNvSpPr/>
          <p:nvPr userDrawn="1"/>
        </p:nvSpPr>
        <p:spPr>
          <a:xfrm>
            <a:off x="0" y="-10810"/>
            <a:ext cx="12192000" cy="3621880"/>
          </a:xfrm>
          <a:custGeom>
            <a:avLst/>
            <a:gdLst>
              <a:gd name="connsiteX0" fmla="*/ 0 w 12192000"/>
              <a:gd name="connsiteY0" fmla="*/ 0 h 3621880"/>
              <a:gd name="connsiteX1" fmla="*/ 12192000 w 12192000"/>
              <a:gd name="connsiteY1" fmla="*/ 0 h 3621880"/>
              <a:gd name="connsiteX2" fmla="*/ 12192000 w 12192000"/>
              <a:gd name="connsiteY2" fmla="*/ 3505120 h 3621880"/>
              <a:gd name="connsiteX3" fmla="*/ 12178164 w 12192000"/>
              <a:gd name="connsiteY3" fmla="*/ 3496691 h 3621880"/>
              <a:gd name="connsiteX4" fmla="*/ 6188598 w 12192000"/>
              <a:gd name="connsiteY4" fmla="*/ 2384382 h 3621880"/>
              <a:gd name="connsiteX5" fmla="*/ 48605 w 12192000"/>
              <a:gd name="connsiteY5" fmla="*/ 3588334 h 3621880"/>
              <a:gd name="connsiteX6" fmla="*/ 0 w 12192000"/>
              <a:gd name="connsiteY6" fmla="*/ 3621880 h 3621880"/>
              <a:gd name="connsiteX7" fmla="*/ 0 w 12192000"/>
              <a:gd name="connsiteY7" fmla="*/ 0 h 3621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92000" h="3621880">
                <a:moveTo>
                  <a:pt x="0" y="0"/>
                </a:moveTo>
                <a:lnTo>
                  <a:pt x="12192000" y="0"/>
                </a:lnTo>
                <a:lnTo>
                  <a:pt x="12192000" y="3505120"/>
                </a:lnTo>
                <a:lnTo>
                  <a:pt x="12178164" y="3496691"/>
                </a:lnTo>
                <a:cubicBezTo>
                  <a:pt x="11024675" y="2834150"/>
                  <a:pt x="8774972" y="2384382"/>
                  <a:pt x="6188598" y="2384382"/>
                </a:cubicBezTo>
                <a:cubicBezTo>
                  <a:pt x="3484661" y="2384382"/>
                  <a:pt x="1148698" y="2875967"/>
                  <a:pt x="48605" y="3588334"/>
                </a:cubicBezTo>
                <a:lnTo>
                  <a:pt x="0" y="3621880"/>
                </a:lnTo>
                <a:lnTo>
                  <a:pt x="0" y="0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1" name="任意多边形: 形状 40"/>
          <p:cNvSpPr/>
          <p:nvPr userDrawn="1"/>
        </p:nvSpPr>
        <p:spPr>
          <a:xfrm>
            <a:off x="0" y="-10810"/>
            <a:ext cx="12192000" cy="3621880"/>
          </a:xfrm>
          <a:custGeom>
            <a:avLst/>
            <a:gdLst>
              <a:gd name="connsiteX0" fmla="*/ 0 w 12192000"/>
              <a:gd name="connsiteY0" fmla="*/ 0 h 3621880"/>
              <a:gd name="connsiteX1" fmla="*/ 12192000 w 12192000"/>
              <a:gd name="connsiteY1" fmla="*/ 0 h 3621880"/>
              <a:gd name="connsiteX2" fmla="*/ 12192000 w 12192000"/>
              <a:gd name="connsiteY2" fmla="*/ 3505120 h 3621880"/>
              <a:gd name="connsiteX3" fmla="*/ 12178164 w 12192000"/>
              <a:gd name="connsiteY3" fmla="*/ 3496691 h 3621880"/>
              <a:gd name="connsiteX4" fmla="*/ 6188598 w 12192000"/>
              <a:gd name="connsiteY4" fmla="*/ 2384382 h 3621880"/>
              <a:gd name="connsiteX5" fmla="*/ 48605 w 12192000"/>
              <a:gd name="connsiteY5" fmla="*/ 3588334 h 3621880"/>
              <a:gd name="connsiteX6" fmla="*/ 0 w 12192000"/>
              <a:gd name="connsiteY6" fmla="*/ 3621880 h 3621880"/>
              <a:gd name="connsiteX7" fmla="*/ 0 w 12192000"/>
              <a:gd name="connsiteY7" fmla="*/ 0 h 3621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92000" h="3621880">
                <a:moveTo>
                  <a:pt x="0" y="0"/>
                </a:moveTo>
                <a:lnTo>
                  <a:pt x="12192000" y="0"/>
                </a:lnTo>
                <a:lnTo>
                  <a:pt x="12192000" y="3505120"/>
                </a:lnTo>
                <a:lnTo>
                  <a:pt x="12178164" y="3496691"/>
                </a:lnTo>
                <a:cubicBezTo>
                  <a:pt x="11024675" y="2834150"/>
                  <a:pt x="8774972" y="2384382"/>
                  <a:pt x="6188598" y="2384382"/>
                </a:cubicBezTo>
                <a:cubicBezTo>
                  <a:pt x="3484661" y="2384382"/>
                  <a:pt x="1148698" y="2875967"/>
                  <a:pt x="48605" y="3588334"/>
                </a:cubicBezTo>
                <a:lnTo>
                  <a:pt x="0" y="362188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1">
              <a:alpha val="90000"/>
            </a:schemeClr>
          </a:solidFill>
          <a:ln>
            <a:noFill/>
          </a:ln>
          <a:effectLst>
            <a:outerShdw blurRad="190500" dist="38100" dir="5400000" algn="t" rotWithShape="0">
              <a:prstClr val="black">
                <a:alpha val="10000"/>
              </a:prstClr>
            </a:outerShd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2" name="任意多边形: 形状 41"/>
          <p:cNvSpPr/>
          <p:nvPr userDrawn="1"/>
        </p:nvSpPr>
        <p:spPr>
          <a:xfrm>
            <a:off x="-170180" y="-10795"/>
            <a:ext cx="12532360" cy="3841115"/>
          </a:xfrm>
          <a:custGeom>
            <a:avLst/>
            <a:gdLst>
              <a:gd name="connsiteX0" fmla="*/ 0 w 12192000"/>
              <a:gd name="connsiteY0" fmla="*/ 0 h 3621880"/>
              <a:gd name="connsiteX1" fmla="*/ 12192000 w 12192000"/>
              <a:gd name="connsiteY1" fmla="*/ 0 h 3621880"/>
              <a:gd name="connsiteX2" fmla="*/ 12192000 w 12192000"/>
              <a:gd name="connsiteY2" fmla="*/ 3505120 h 3621880"/>
              <a:gd name="connsiteX3" fmla="*/ 12178164 w 12192000"/>
              <a:gd name="connsiteY3" fmla="*/ 3496691 h 3621880"/>
              <a:gd name="connsiteX4" fmla="*/ 6188598 w 12192000"/>
              <a:gd name="connsiteY4" fmla="*/ 2384382 h 3621880"/>
              <a:gd name="connsiteX5" fmla="*/ 48605 w 12192000"/>
              <a:gd name="connsiteY5" fmla="*/ 3588334 h 3621880"/>
              <a:gd name="connsiteX6" fmla="*/ 0 w 12192000"/>
              <a:gd name="connsiteY6" fmla="*/ 3621880 h 3621880"/>
              <a:gd name="connsiteX7" fmla="*/ 0 w 12192000"/>
              <a:gd name="connsiteY7" fmla="*/ 0 h 3621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92000" h="3621880">
                <a:moveTo>
                  <a:pt x="0" y="0"/>
                </a:moveTo>
                <a:lnTo>
                  <a:pt x="12192000" y="0"/>
                </a:lnTo>
                <a:lnTo>
                  <a:pt x="12192000" y="3505120"/>
                </a:lnTo>
                <a:lnTo>
                  <a:pt x="12178164" y="3496691"/>
                </a:lnTo>
                <a:cubicBezTo>
                  <a:pt x="11024675" y="2834150"/>
                  <a:pt x="8774972" y="2384382"/>
                  <a:pt x="6188598" y="2384382"/>
                </a:cubicBezTo>
                <a:cubicBezTo>
                  <a:pt x="3484661" y="2384382"/>
                  <a:pt x="1148698" y="2875967"/>
                  <a:pt x="48605" y="3588334"/>
                </a:cubicBezTo>
                <a:lnTo>
                  <a:pt x="0" y="3621880"/>
                </a:lnTo>
                <a:lnTo>
                  <a:pt x="0" y="0"/>
                </a:lnTo>
                <a:close/>
              </a:path>
            </a:pathLst>
          </a:custGeom>
          <a:blipFill dpi="0" rotWithShape="1">
            <a:blip r:embed="rId3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artisticFilmGrain grainSize="5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l="-586" t="-64169" r="586" b="-25181"/>
            </a:stretch>
          </a:blipFill>
          <a:ln>
            <a:noFill/>
          </a:ln>
          <a:effectLst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 dirty="0"/>
          </a:p>
        </p:txBody>
      </p:sp>
      <p:sp>
        <p:nvSpPr>
          <p:cNvPr id="2" name="标题 1"/>
          <p:cNvSpPr>
            <a:spLocks noGrp="1"/>
          </p:cNvSpPr>
          <p:nvPr>
            <p:ph type="title" hasCustomPrompt="1"/>
          </p:nvPr>
        </p:nvSpPr>
        <p:spPr>
          <a:xfrm>
            <a:off x="2719867" y="3935404"/>
            <a:ext cx="6752267" cy="652810"/>
          </a:xfrm>
        </p:spPr>
        <p:txBody>
          <a:bodyPr lIns="0" tIns="0" rIns="0" bIns="0"/>
          <a:lstStyle>
            <a:lvl1pPr>
              <a:defRPr b="1">
                <a:solidFill>
                  <a:srgbClr val="005D96"/>
                </a:solidFill>
                <a:latin typeface="方正大标宋简体" panose="02010601030101010101" pitchFamily="2" charset="-122"/>
                <a:ea typeface="方正大标宋简体" panose="02010601030101010101" pitchFamily="2" charset="-122"/>
              </a:defRPr>
            </a:lvl1pPr>
          </a:lstStyle>
          <a:p>
            <a:pPr lvl="0"/>
            <a:r>
              <a:rPr lang="zh-CN" altLang="en-US" b="1" dirty="0"/>
              <a:t>青岛理工大学答辩答辩模板</a:t>
            </a:r>
            <a:endParaRPr kumimoji="0" lang="zh-CN" altLang="en-US" sz="8800" b="1" i="0" u="none" strike="noStrike" kern="1200" cap="none" spc="100" normalizeH="0" baseline="0" noProof="0" dirty="0">
              <a:ln>
                <a:noFill/>
              </a:ln>
              <a:effectLst/>
              <a:uLnTx/>
              <a:uFillTx/>
              <a:latin typeface="方正大标宋简体" panose="02010601030101010101" pitchFamily="2" charset="-122"/>
              <a:ea typeface="方正大标宋简体" panose="02010601030101010101" pitchFamily="2" charset="-122"/>
            </a:endParaRPr>
          </a:p>
        </p:txBody>
      </p:sp>
      <p:sp>
        <p:nvSpPr>
          <p:cNvPr id="37" name="弧形 36"/>
          <p:cNvSpPr/>
          <p:nvPr userDrawn="1"/>
        </p:nvSpPr>
        <p:spPr>
          <a:xfrm>
            <a:off x="-912640" y="2648627"/>
            <a:ext cx="14352607" cy="5450476"/>
          </a:xfrm>
          <a:prstGeom prst="arc">
            <a:avLst>
              <a:gd name="adj1" fmla="val 11562219"/>
              <a:gd name="adj2" fmla="val 20729169"/>
            </a:avLst>
          </a:prstGeom>
          <a:ln w="53975">
            <a:solidFill>
              <a:srgbClr val="005D96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" name="文本占位符 9"/>
          <p:cNvSpPr>
            <a:spLocks noGrp="1"/>
          </p:cNvSpPr>
          <p:nvPr>
            <p:ph type="body" sz="quarter" idx="11" hasCustomPrompt="1"/>
          </p:nvPr>
        </p:nvSpPr>
        <p:spPr>
          <a:xfrm>
            <a:off x="515937" y="4657177"/>
            <a:ext cx="11160126" cy="337185"/>
          </a:xfrm>
          <a:prstGeom prst="rect">
            <a:avLst/>
          </a:prstGeom>
        </p:spPr>
        <p:txBody>
          <a:bodyPr vert="horz" wrap="square" lIns="0" tIns="45720" rIns="91440" bIns="45720" anchor="ctr" anchorCtr="0">
            <a:spAutoFit/>
          </a:bodyPr>
          <a:lstStyle>
            <a:lvl1pPr marL="0" indent="0" algn="ctr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Font typeface="Arial" panose="020B0604020202020204" pitchFamily="34" charset="0"/>
              <a:buNone/>
              <a:defRPr sz="1600" spc="200">
                <a:solidFill>
                  <a:srgbClr val="595959"/>
                </a:solidFill>
                <a:latin typeface="Arial" panose="020B0604020202020204" pitchFamily="34" charset="0"/>
                <a:ea typeface="微软雅黑 Light" panose="020B0502040204020203" pitchFamily="34" charset="-122"/>
                <a:sym typeface="Arial" panose="020B0604020202020204" pitchFamily="34" charset="0"/>
              </a:defRPr>
            </a:lvl1pPr>
            <a:lvl2pPr marL="457200" indent="-22860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/>
            </a:lvl2pPr>
            <a:lvl3pPr marL="914400" indent="-22860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/>
            </a:lvl3pPr>
            <a:lvl4pPr marL="1371600" indent="-22860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/>
            </a:lvl4pPr>
            <a:lvl5pPr marL="1828800" indent="-22860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/>
            </a:lvl5pPr>
          </a:lstStyle>
          <a:p>
            <a:pPr lvl="0"/>
            <a:r>
              <a:rPr lang="en-US" altLang="zh-CN" dirty="0"/>
              <a:t>Qingdao University of Technology PowerPoint Template</a:t>
            </a:r>
            <a:endParaRPr lang="zh-CN" altLang="en-US" dirty="0"/>
          </a:p>
        </p:txBody>
      </p:sp>
      <p:grpSp>
        <p:nvGrpSpPr>
          <p:cNvPr id="24" name="组合 23"/>
          <p:cNvGrpSpPr/>
          <p:nvPr userDrawn="1"/>
        </p:nvGrpSpPr>
        <p:grpSpPr>
          <a:xfrm>
            <a:off x="2704260" y="5219564"/>
            <a:ext cx="6783480" cy="99986"/>
            <a:chOff x="628656" y="974915"/>
            <a:chExt cx="11038056" cy="24702"/>
          </a:xfrm>
        </p:grpSpPr>
        <p:cxnSp>
          <p:nvCxnSpPr>
            <p:cNvPr id="25" name="直接连接符 24"/>
            <p:cNvCxnSpPr/>
            <p:nvPr/>
          </p:nvCxnSpPr>
          <p:spPr>
            <a:xfrm>
              <a:off x="628656" y="975360"/>
              <a:ext cx="8627657" cy="0"/>
            </a:xfrm>
            <a:prstGeom prst="line">
              <a:avLst/>
            </a:prstGeom>
            <a:ln w="19050">
              <a:solidFill>
                <a:srgbClr val="005D96"/>
              </a:solidFill>
            </a:ln>
          </p:spPr>
          <p:style>
            <a:lnRef idx="3">
              <a:schemeClr val="accent1"/>
            </a:lnRef>
            <a:fillRef idx="0">
              <a:schemeClr val="accent1"/>
            </a:fillRef>
            <a:effectRef idx="2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直接连接符 25"/>
            <p:cNvCxnSpPr/>
            <p:nvPr/>
          </p:nvCxnSpPr>
          <p:spPr>
            <a:xfrm flipH="1">
              <a:off x="9233073" y="974915"/>
              <a:ext cx="23240" cy="24702"/>
            </a:xfrm>
            <a:prstGeom prst="line">
              <a:avLst/>
            </a:prstGeom>
            <a:ln w="19050" cap="rnd">
              <a:solidFill>
                <a:srgbClr val="005D9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直接连接符 26"/>
            <p:cNvCxnSpPr/>
            <p:nvPr/>
          </p:nvCxnSpPr>
          <p:spPr>
            <a:xfrm flipV="1">
              <a:off x="9233070" y="975360"/>
              <a:ext cx="189380" cy="24257"/>
            </a:xfrm>
            <a:prstGeom prst="line">
              <a:avLst/>
            </a:prstGeom>
            <a:ln w="19050" cap="rnd">
              <a:solidFill>
                <a:srgbClr val="005D96"/>
              </a:solidFill>
              <a:miter lim="800000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直接连接符 27"/>
            <p:cNvCxnSpPr/>
            <p:nvPr/>
          </p:nvCxnSpPr>
          <p:spPr>
            <a:xfrm>
              <a:off x="9422450" y="975360"/>
              <a:ext cx="2244262" cy="0"/>
            </a:xfrm>
            <a:prstGeom prst="line">
              <a:avLst/>
            </a:prstGeom>
            <a:ln w="19050">
              <a:solidFill>
                <a:srgbClr val="005D9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3" name="文本占位符 52"/>
          <p:cNvSpPr>
            <a:spLocks noGrp="1"/>
          </p:cNvSpPr>
          <p:nvPr>
            <p:ph type="body" sz="quarter" idx="13" hasCustomPrompt="1"/>
          </p:nvPr>
        </p:nvSpPr>
        <p:spPr>
          <a:xfrm>
            <a:off x="3979414" y="5821985"/>
            <a:ext cx="1978489" cy="304165"/>
          </a:xfrm>
          <a:prstGeom prst="rect">
            <a:avLst/>
          </a:prstGeom>
        </p:spPr>
        <p:txBody>
          <a:bodyPr vert="horz" wrap="square" lIns="0" tIns="0" rIns="0" bIns="0" anchor="b" anchorCtr="0">
            <a:spAutoFit/>
          </a:bodyPr>
          <a:lstStyle>
            <a:lvl1pPr mar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sz="1800" spc="0">
                <a:solidFill>
                  <a:srgbClr val="005D96"/>
                </a:solidFill>
                <a:latin typeface="方正大标宋简体" panose="02010601030101010101" pitchFamily="2" charset="-122"/>
                <a:ea typeface="方正大标宋简体" panose="02010601030101010101" pitchFamily="2" charset="-122"/>
                <a:sym typeface="方正大标宋简体" panose="02010601030101010101" pitchFamily="2" charset="-122"/>
              </a:defRPr>
            </a:lvl1pPr>
            <a:lvl2pPr marL="457200" indent="-22860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/>
            </a:lvl2pPr>
            <a:lvl3pPr marL="914400" indent="-22860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/>
            </a:lvl3pPr>
            <a:lvl4pPr marL="1371600" indent="-22860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/>
            </a:lvl4pPr>
            <a:lvl5pPr marL="1828800" indent="-22860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/>
            </a:lvl5pPr>
          </a:lstStyle>
          <a:p>
            <a:pPr lvl="0"/>
            <a:r>
              <a:rPr lang="zh-CN" altLang="en-US" dirty="0"/>
              <a:t>汇报人：青小理</a:t>
            </a:r>
          </a:p>
        </p:txBody>
      </p:sp>
      <p:sp>
        <p:nvSpPr>
          <p:cNvPr id="44" name="文本占位符 1"/>
          <p:cNvSpPr>
            <a:spLocks noGrp="1"/>
          </p:cNvSpPr>
          <p:nvPr>
            <p:ph type="body" sz="quarter" idx="15" hasCustomPrompt="1"/>
          </p:nvPr>
        </p:nvSpPr>
        <p:spPr>
          <a:xfrm>
            <a:off x="6756211" y="5838317"/>
            <a:ext cx="1849890" cy="287836"/>
          </a:xfrm>
          <a:prstGeom prst="rect">
            <a:avLst/>
          </a:prstGeom>
        </p:spPr>
        <p:txBody>
          <a:bodyPr vert="horz" wrap="square" lIns="0" tIns="0" rIns="0" bIns="0" anchor="b" anchorCtr="0">
            <a:normAutofit/>
          </a:bodyPr>
          <a:lstStyle>
            <a:lvl1pPr mar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sz="1800" spc="0">
                <a:solidFill>
                  <a:srgbClr val="005D96"/>
                </a:solidFill>
                <a:latin typeface="方正大标宋简体" panose="02010601030101010101" pitchFamily="2" charset="-122"/>
                <a:ea typeface="方正大标宋简体" panose="02010601030101010101" pitchFamily="2" charset="-122"/>
                <a:sym typeface="方正大标宋简体" panose="02010601030101010101" pitchFamily="2" charset="-122"/>
              </a:defRPr>
            </a:lvl1pPr>
            <a:lvl2pPr marL="457200" indent="-22860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/>
            </a:lvl2pPr>
            <a:lvl3pPr marL="914400" indent="-22860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/>
            </a:lvl3pPr>
            <a:lvl4pPr marL="1371600" indent="-22860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/>
            </a:lvl4pPr>
            <a:lvl5pPr marL="1828800" indent="-22860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/>
            </a:lvl5pPr>
          </a:lstStyle>
          <a:p>
            <a:pPr lvl="0"/>
            <a:r>
              <a:rPr lang="zh-CN" altLang="en-US" dirty="0"/>
              <a:t>指导老师：青老师</a:t>
            </a:r>
          </a:p>
        </p:txBody>
      </p:sp>
      <p:sp>
        <p:nvSpPr>
          <p:cNvPr id="17" name="任意多边形: 形状 41"/>
          <p:cNvSpPr/>
          <p:nvPr userDrawn="1"/>
        </p:nvSpPr>
        <p:spPr>
          <a:xfrm>
            <a:off x="-170180" y="-56515"/>
            <a:ext cx="12532360" cy="3908425"/>
          </a:xfrm>
          <a:custGeom>
            <a:avLst/>
            <a:gdLst>
              <a:gd name="connsiteX0" fmla="*/ 0 w 12192000"/>
              <a:gd name="connsiteY0" fmla="*/ 0 h 3621880"/>
              <a:gd name="connsiteX1" fmla="*/ 12192000 w 12192000"/>
              <a:gd name="connsiteY1" fmla="*/ 0 h 3621880"/>
              <a:gd name="connsiteX2" fmla="*/ 12192000 w 12192000"/>
              <a:gd name="connsiteY2" fmla="*/ 3505120 h 3621880"/>
              <a:gd name="connsiteX3" fmla="*/ 12178164 w 12192000"/>
              <a:gd name="connsiteY3" fmla="*/ 3496691 h 3621880"/>
              <a:gd name="connsiteX4" fmla="*/ 6188598 w 12192000"/>
              <a:gd name="connsiteY4" fmla="*/ 2384382 h 3621880"/>
              <a:gd name="connsiteX5" fmla="*/ 48605 w 12192000"/>
              <a:gd name="connsiteY5" fmla="*/ 3588334 h 3621880"/>
              <a:gd name="connsiteX6" fmla="*/ 0 w 12192000"/>
              <a:gd name="connsiteY6" fmla="*/ 3621880 h 3621880"/>
              <a:gd name="connsiteX7" fmla="*/ 0 w 12192000"/>
              <a:gd name="connsiteY7" fmla="*/ 0 h 3621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92000" h="3621880">
                <a:moveTo>
                  <a:pt x="0" y="0"/>
                </a:moveTo>
                <a:lnTo>
                  <a:pt x="12192000" y="0"/>
                </a:lnTo>
                <a:lnTo>
                  <a:pt x="12192000" y="3505120"/>
                </a:lnTo>
                <a:lnTo>
                  <a:pt x="12178164" y="3496691"/>
                </a:lnTo>
                <a:cubicBezTo>
                  <a:pt x="11024675" y="2834150"/>
                  <a:pt x="8774972" y="2384382"/>
                  <a:pt x="6188598" y="2384382"/>
                </a:cubicBezTo>
                <a:cubicBezTo>
                  <a:pt x="3484661" y="2384382"/>
                  <a:pt x="1148698" y="2875967"/>
                  <a:pt x="48605" y="3588334"/>
                </a:cubicBezTo>
                <a:lnTo>
                  <a:pt x="0" y="3621880"/>
                </a:lnTo>
                <a:lnTo>
                  <a:pt x="0" y="0"/>
                </a:lnTo>
                <a:close/>
              </a:path>
            </a:pathLst>
          </a:custGeom>
          <a:solidFill>
            <a:srgbClr val="005D96">
              <a:alpha val="69000"/>
            </a:srgbClr>
          </a:solidFill>
          <a:ln>
            <a:noFill/>
          </a:ln>
          <a:effectLst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 dirty="0"/>
          </a:p>
        </p:txBody>
      </p:sp>
      <p:sp>
        <p:nvSpPr>
          <p:cNvPr id="18" name="文本框 17"/>
          <p:cNvSpPr txBox="1"/>
          <p:nvPr userDrawn="1"/>
        </p:nvSpPr>
        <p:spPr>
          <a:xfrm>
            <a:off x="10196830" y="-1358900"/>
            <a:ext cx="309880" cy="36830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zh-CN" altLang="en-US"/>
          </a:p>
        </p:txBody>
      </p:sp>
      <p:pic>
        <p:nvPicPr>
          <p:cNvPr id="19" name="图片 18" descr="青岛理工大学校徽"/>
          <p:cNvPicPr>
            <a:picLocks noChangeAspect="1"/>
          </p:cNvPicPr>
          <p:nvPr userDrawn="1"/>
        </p:nvPicPr>
        <p:blipFill>
          <a:blip r:embed="rId5"/>
          <a:stretch>
            <a:fillRect/>
          </a:stretch>
        </p:blipFill>
        <p:spPr>
          <a:xfrm>
            <a:off x="5283835" y="1692910"/>
            <a:ext cx="1783715" cy="178371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55395525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章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矩形 55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2" name="图片 1" descr="5"/>
          <p:cNvPicPr>
            <a:picLocks noChangeAspect="1"/>
          </p:cNvPicPr>
          <p:nvPr userDrawn="1"/>
        </p:nvPicPr>
        <p:blipFill>
          <a:blip r:embed="rId2">
            <a:alphaModFix amt="30000"/>
          </a:blip>
          <a:stretch>
            <a:fillRect/>
          </a:stretch>
        </p:blipFill>
        <p:spPr>
          <a:xfrm>
            <a:off x="-3822065" y="-434340"/>
            <a:ext cx="7726680" cy="7726680"/>
          </a:xfrm>
          <a:prstGeom prst="rect">
            <a:avLst/>
          </a:prstGeom>
        </p:spPr>
      </p:pic>
      <p:pic>
        <p:nvPicPr>
          <p:cNvPr id="3" name="图片 2" descr="5"/>
          <p:cNvPicPr>
            <a:picLocks noChangeAspect="1"/>
          </p:cNvPicPr>
          <p:nvPr userDrawn="1"/>
        </p:nvPicPr>
        <p:blipFill>
          <a:blip r:embed="rId2">
            <a:alphaModFix amt="30000"/>
          </a:blip>
          <a:stretch>
            <a:fillRect/>
          </a:stretch>
        </p:blipFill>
        <p:spPr>
          <a:xfrm>
            <a:off x="8355330" y="-434340"/>
            <a:ext cx="7726680" cy="7726680"/>
          </a:xfrm>
          <a:prstGeom prst="rect">
            <a:avLst/>
          </a:prstGeom>
        </p:spPr>
      </p:pic>
      <p:sp>
        <p:nvSpPr>
          <p:cNvPr id="9" name="任意多边形: 形状 8"/>
          <p:cNvSpPr/>
          <p:nvPr userDrawn="1"/>
        </p:nvSpPr>
        <p:spPr>
          <a:xfrm rot="21413345">
            <a:off x="-107772" y="5889232"/>
            <a:ext cx="12369445" cy="1288985"/>
          </a:xfrm>
          <a:custGeom>
            <a:avLst/>
            <a:gdLst>
              <a:gd name="connsiteX0" fmla="*/ 12401882 w 12401882"/>
              <a:gd name="connsiteY0" fmla="*/ 73849 h 1288985"/>
              <a:gd name="connsiteX1" fmla="*/ 12335841 w 12401882"/>
              <a:gd name="connsiteY1" fmla="*/ 1288985 h 1288985"/>
              <a:gd name="connsiteX2" fmla="*/ 0 w 12401882"/>
              <a:gd name="connsiteY2" fmla="*/ 618542 h 1288985"/>
              <a:gd name="connsiteX3" fmla="*/ 33618 w 12401882"/>
              <a:gd name="connsiteY3" fmla="*/ 0 h 1288985"/>
              <a:gd name="connsiteX4" fmla="*/ 103646 w 12401882"/>
              <a:gd name="connsiteY4" fmla="*/ 32857 h 1288985"/>
              <a:gd name="connsiteX5" fmla="*/ 6308538 w 12401882"/>
              <a:gd name="connsiteY5" fmla="*/ 553243 h 1288985"/>
              <a:gd name="connsiteX6" fmla="*/ 12326375 w 12401882"/>
              <a:gd name="connsiteY6" fmla="*/ 98014 h 1288985"/>
              <a:gd name="connsiteX7" fmla="*/ 12401882 w 12401882"/>
              <a:gd name="connsiteY7" fmla="*/ 73849 h 12889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401882" h="1288985">
                <a:moveTo>
                  <a:pt x="12401882" y="73849"/>
                </a:moveTo>
                <a:lnTo>
                  <a:pt x="12335841" y="1288985"/>
                </a:lnTo>
                <a:lnTo>
                  <a:pt x="0" y="618542"/>
                </a:lnTo>
                <a:lnTo>
                  <a:pt x="33618" y="0"/>
                </a:lnTo>
                <a:lnTo>
                  <a:pt x="103646" y="32857"/>
                </a:lnTo>
                <a:cubicBezTo>
                  <a:pt x="814657" y="332114"/>
                  <a:pt x="3323130" y="553243"/>
                  <a:pt x="6308538" y="553243"/>
                </a:cubicBezTo>
                <a:cubicBezTo>
                  <a:pt x="9072803" y="553244"/>
                  <a:pt x="11428175" y="363661"/>
                  <a:pt x="12326375" y="98014"/>
                </a:cubicBezTo>
                <a:lnTo>
                  <a:pt x="12401882" y="73849"/>
                </a:lnTo>
                <a:close/>
              </a:path>
            </a:pathLst>
          </a:custGeom>
          <a:solidFill>
            <a:srgbClr val="005D96">
              <a:alpha val="8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8" name="任意多边形: 形状 7"/>
          <p:cNvSpPr/>
          <p:nvPr userDrawn="1"/>
        </p:nvSpPr>
        <p:spPr>
          <a:xfrm rot="21413345">
            <a:off x="-60722" y="5797965"/>
            <a:ext cx="12335849" cy="1470933"/>
          </a:xfrm>
          <a:custGeom>
            <a:avLst/>
            <a:gdLst>
              <a:gd name="connsiteX0" fmla="*/ 12401882 w 12401882"/>
              <a:gd name="connsiteY0" fmla="*/ 73849 h 1288985"/>
              <a:gd name="connsiteX1" fmla="*/ 12335841 w 12401882"/>
              <a:gd name="connsiteY1" fmla="*/ 1288985 h 1288985"/>
              <a:gd name="connsiteX2" fmla="*/ 0 w 12401882"/>
              <a:gd name="connsiteY2" fmla="*/ 618542 h 1288985"/>
              <a:gd name="connsiteX3" fmla="*/ 33618 w 12401882"/>
              <a:gd name="connsiteY3" fmla="*/ 0 h 1288985"/>
              <a:gd name="connsiteX4" fmla="*/ 103646 w 12401882"/>
              <a:gd name="connsiteY4" fmla="*/ 32857 h 1288985"/>
              <a:gd name="connsiteX5" fmla="*/ 6308538 w 12401882"/>
              <a:gd name="connsiteY5" fmla="*/ 553243 h 1288985"/>
              <a:gd name="connsiteX6" fmla="*/ 12326375 w 12401882"/>
              <a:gd name="connsiteY6" fmla="*/ 98014 h 1288985"/>
              <a:gd name="connsiteX7" fmla="*/ 12401882 w 12401882"/>
              <a:gd name="connsiteY7" fmla="*/ 73849 h 12889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401882" h="1288985">
                <a:moveTo>
                  <a:pt x="12401882" y="73849"/>
                </a:moveTo>
                <a:lnTo>
                  <a:pt x="12335841" y="1288985"/>
                </a:lnTo>
                <a:lnTo>
                  <a:pt x="0" y="618542"/>
                </a:lnTo>
                <a:lnTo>
                  <a:pt x="33618" y="0"/>
                </a:lnTo>
                <a:lnTo>
                  <a:pt x="103646" y="32857"/>
                </a:lnTo>
                <a:cubicBezTo>
                  <a:pt x="814657" y="332114"/>
                  <a:pt x="3323130" y="553243"/>
                  <a:pt x="6308538" y="553243"/>
                </a:cubicBezTo>
                <a:cubicBezTo>
                  <a:pt x="9072803" y="553244"/>
                  <a:pt x="11428175" y="363661"/>
                  <a:pt x="12326375" y="98014"/>
                </a:cubicBezTo>
                <a:lnTo>
                  <a:pt x="12401882" y="73849"/>
                </a:lnTo>
                <a:close/>
              </a:path>
            </a:pathLst>
          </a:custGeom>
          <a:solidFill>
            <a:srgbClr val="005D96">
              <a:alpha val="6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7" name="任意多边形: 形状 6"/>
          <p:cNvSpPr/>
          <p:nvPr userDrawn="1"/>
        </p:nvSpPr>
        <p:spPr>
          <a:xfrm rot="21413345">
            <a:off x="-101880" y="5734499"/>
            <a:ext cx="12376686" cy="1507273"/>
          </a:xfrm>
          <a:custGeom>
            <a:avLst/>
            <a:gdLst>
              <a:gd name="connsiteX0" fmla="*/ 12401882 w 12401882"/>
              <a:gd name="connsiteY0" fmla="*/ 73849 h 1288985"/>
              <a:gd name="connsiteX1" fmla="*/ 12335841 w 12401882"/>
              <a:gd name="connsiteY1" fmla="*/ 1288985 h 1288985"/>
              <a:gd name="connsiteX2" fmla="*/ 0 w 12401882"/>
              <a:gd name="connsiteY2" fmla="*/ 618542 h 1288985"/>
              <a:gd name="connsiteX3" fmla="*/ 33618 w 12401882"/>
              <a:gd name="connsiteY3" fmla="*/ 0 h 1288985"/>
              <a:gd name="connsiteX4" fmla="*/ 103646 w 12401882"/>
              <a:gd name="connsiteY4" fmla="*/ 32857 h 1288985"/>
              <a:gd name="connsiteX5" fmla="*/ 6308538 w 12401882"/>
              <a:gd name="connsiteY5" fmla="*/ 553243 h 1288985"/>
              <a:gd name="connsiteX6" fmla="*/ 12326375 w 12401882"/>
              <a:gd name="connsiteY6" fmla="*/ 98014 h 1288985"/>
              <a:gd name="connsiteX7" fmla="*/ 12401882 w 12401882"/>
              <a:gd name="connsiteY7" fmla="*/ 73849 h 12889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401882" h="1288985">
                <a:moveTo>
                  <a:pt x="12401882" y="73849"/>
                </a:moveTo>
                <a:lnTo>
                  <a:pt x="12335841" y="1288985"/>
                </a:lnTo>
                <a:lnTo>
                  <a:pt x="0" y="618542"/>
                </a:lnTo>
                <a:lnTo>
                  <a:pt x="33618" y="0"/>
                </a:lnTo>
                <a:lnTo>
                  <a:pt x="103646" y="32857"/>
                </a:lnTo>
                <a:cubicBezTo>
                  <a:pt x="814657" y="332114"/>
                  <a:pt x="3323130" y="553243"/>
                  <a:pt x="6308538" y="553243"/>
                </a:cubicBezTo>
                <a:cubicBezTo>
                  <a:pt x="9072803" y="553244"/>
                  <a:pt x="11428175" y="363661"/>
                  <a:pt x="12326375" y="98014"/>
                </a:cubicBezTo>
                <a:lnTo>
                  <a:pt x="12401882" y="73849"/>
                </a:lnTo>
                <a:close/>
              </a:path>
            </a:pathLst>
          </a:custGeom>
          <a:solidFill>
            <a:srgbClr val="005D96">
              <a:alpha val="3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10" name="日期占位符 9"/>
          <p:cNvSpPr>
            <a:spLocks noGrp="1"/>
          </p:cNvSpPr>
          <p:nvPr>
            <p:ph type="dt" sz="half" idx="2"/>
          </p:nvPr>
        </p:nvSpPr>
        <p:spPr>
          <a:xfrm>
            <a:off x="468630" y="6493076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 spc="300">
                <a:solidFill>
                  <a:schemeClr val="bg2"/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defRPr>
            </a:lvl1pPr>
          </a:lstStyle>
          <a:p>
            <a:r>
              <a:rPr lang="zh-CN" altLang="en-US" dirty="0"/>
              <a:t>百折不挠</a:t>
            </a:r>
            <a:r>
              <a:rPr lang="en-US" altLang="zh-CN" dirty="0"/>
              <a:t> </a:t>
            </a:r>
            <a:r>
              <a:rPr lang="zh-CN" altLang="en-US" dirty="0"/>
              <a:t>刚毅厚重</a:t>
            </a:r>
            <a:r>
              <a:rPr lang="en-US" altLang="zh-CN" dirty="0"/>
              <a:t> </a:t>
            </a:r>
            <a:r>
              <a:rPr lang="zh-CN" altLang="en-US" dirty="0"/>
              <a:t>勇承重载</a:t>
            </a:r>
          </a:p>
        </p:txBody>
      </p:sp>
    </p:spTree>
    <p:extLst>
      <p:ext uri="{BB962C8B-B14F-4D97-AF65-F5344CB8AC3E}">
        <p14:creationId xmlns:p14="http://schemas.microsoft.com/office/powerpoint/2010/main" val="55445741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image" Target="../media/image2.png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image" Target="../media/image1.png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>
            <a:extLst>
              <a:ext uri="{FF2B5EF4-FFF2-40B4-BE49-F238E27FC236}">
                <a16:creationId xmlns:a16="http://schemas.microsoft.com/office/drawing/2014/main" id="{5D2D3ABB-1285-294F-A20A-F30083EB953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kumimoji="1" lang="zh-CN" altLang="en-US"/>
              <a:t>单击此处编辑母版标题样式</a:t>
            </a:r>
          </a:p>
        </p:txBody>
      </p:sp>
      <p:sp>
        <p:nvSpPr>
          <p:cNvPr id="3" name="文本占位符 2">
            <a:extLst>
              <a:ext uri="{FF2B5EF4-FFF2-40B4-BE49-F238E27FC236}">
                <a16:creationId xmlns:a16="http://schemas.microsoft.com/office/drawing/2014/main" id="{7A1A8907-74D6-0D45-95A8-836E4EC85A5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kumimoji="1" lang="zh-CN" altLang="en-US"/>
              <a:t>单击此处编辑母版文本样式</a:t>
            </a:r>
          </a:p>
          <a:p>
            <a:pPr lvl="1"/>
            <a:r>
              <a:rPr kumimoji="1" lang="zh-CN" altLang="en-US"/>
              <a:t>二级</a:t>
            </a:r>
          </a:p>
          <a:p>
            <a:pPr lvl="2"/>
            <a:r>
              <a:rPr kumimoji="1" lang="zh-CN" altLang="en-US"/>
              <a:t>三级</a:t>
            </a:r>
          </a:p>
          <a:p>
            <a:pPr lvl="3"/>
            <a:r>
              <a:rPr kumimoji="1" lang="zh-CN" altLang="en-US"/>
              <a:t>四级</a:t>
            </a:r>
          </a:p>
          <a:p>
            <a:pPr lvl="4"/>
            <a:r>
              <a:rPr kumimoji="1" lang="zh-CN" altLang="en-US"/>
              <a:t>五级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F017F7AE-BD20-0A4F-80C4-18B0EDB6DE0E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A05CF517-7373-6349-A426-5E433EDE14F4}" type="datetimeFigureOut">
              <a:rPr kumimoji="1" lang="zh-CN" altLang="en-US" smtClean="0"/>
              <a:t>2023/5/22</a:t>
            </a:fld>
            <a:endParaRPr kumimoji="1" lang="zh-CN" altLang="en-US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F034DFE5-4086-414D-857D-C32B7481EA39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kumimoji="1" lang="zh-CN" altLang="en-US"/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256FCBA4-62E5-7A40-8979-12F1BF0DD7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4729EF8-2028-4447-86E5-25060CA00E4D}" type="slidenum">
              <a:rPr kumimoji="1" lang="zh-CN" altLang="en-US" smtClean="0"/>
              <a:t>‹#›</a:t>
            </a:fld>
            <a:endParaRPr kumimoji="1" lang="zh-CN" altLang="en-US"/>
          </a:p>
        </p:txBody>
      </p:sp>
      <p:sp>
        <p:nvSpPr>
          <p:cNvPr id="7" name="矩形 6">
            <a:extLst>
              <a:ext uri="{FF2B5EF4-FFF2-40B4-BE49-F238E27FC236}">
                <a16:creationId xmlns:a16="http://schemas.microsoft.com/office/drawing/2014/main" id="{7487543E-91E5-5145-A581-4D7204F32DA7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8" name="图片 7" descr="5">
            <a:extLst>
              <a:ext uri="{FF2B5EF4-FFF2-40B4-BE49-F238E27FC236}">
                <a16:creationId xmlns:a16="http://schemas.microsoft.com/office/drawing/2014/main" id="{86770886-93F4-434C-9FE2-AEFDCF90D23E}"/>
              </a:ext>
            </a:extLst>
          </p:cNvPr>
          <p:cNvPicPr>
            <a:picLocks noChangeAspect="1"/>
          </p:cNvPicPr>
          <p:nvPr userDrawn="1"/>
        </p:nvPicPr>
        <p:blipFill>
          <a:blip r:embed="rId27">
            <a:alphaModFix amt="30000"/>
          </a:blip>
          <a:stretch>
            <a:fillRect/>
          </a:stretch>
        </p:blipFill>
        <p:spPr>
          <a:xfrm>
            <a:off x="-3829050" y="-421622"/>
            <a:ext cx="7726680" cy="7726680"/>
          </a:xfrm>
          <a:prstGeom prst="rect">
            <a:avLst/>
          </a:prstGeom>
        </p:spPr>
      </p:pic>
      <p:pic>
        <p:nvPicPr>
          <p:cNvPr id="9" name="图片 8" descr="5">
            <a:extLst>
              <a:ext uri="{FF2B5EF4-FFF2-40B4-BE49-F238E27FC236}">
                <a16:creationId xmlns:a16="http://schemas.microsoft.com/office/drawing/2014/main" id="{33BEC999-C1B9-3948-9008-02B970DB7EAB}"/>
              </a:ext>
            </a:extLst>
          </p:cNvPr>
          <p:cNvPicPr>
            <a:picLocks noChangeAspect="1"/>
          </p:cNvPicPr>
          <p:nvPr userDrawn="1"/>
        </p:nvPicPr>
        <p:blipFill>
          <a:blip r:embed="rId27">
            <a:alphaModFix amt="30000"/>
          </a:blip>
          <a:stretch>
            <a:fillRect/>
          </a:stretch>
        </p:blipFill>
        <p:spPr>
          <a:xfrm>
            <a:off x="8328660" y="-434340"/>
            <a:ext cx="7726680" cy="7726680"/>
          </a:xfrm>
          <a:prstGeom prst="rect">
            <a:avLst/>
          </a:prstGeom>
        </p:spPr>
      </p:pic>
      <p:sp>
        <p:nvSpPr>
          <p:cNvPr id="10" name="任意多边形: 形状 8">
            <a:extLst>
              <a:ext uri="{FF2B5EF4-FFF2-40B4-BE49-F238E27FC236}">
                <a16:creationId xmlns:a16="http://schemas.microsoft.com/office/drawing/2014/main" id="{CF7A9872-9A2D-0544-B95E-53F0A0452969}"/>
              </a:ext>
            </a:extLst>
          </p:cNvPr>
          <p:cNvSpPr/>
          <p:nvPr userDrawn="1"/>
        </p:nvSpPr>
        <p:spPr>
          <a:xfrm rot="21413345">
            <a:off x="-107772" y="5889232"/>
            <a:ext cx="12369445" cy="1288985"/>
          </a:xfrm>
          <a:custGeom>
            <a:avLst/>
            <a:gdLst>
              <a:gd name="connsiteX0" fmla="*/ 12401882 w 12401882"/>
              <a:gd name="connsiteY0" fmla="*/ 73849 h 1288985"/>
              <a:gd name="connsiteX1" fmla="*/ 12335841 w 12401882"/>
              <a:gd name="connsiteY1" fmla="*/ 1288985 h 1288985"/>
              <a:gd name="connsiteX2" fmla="*/ 0 w 12401882"/>
              <a:gd name="connsiteY2" fmla="*/ 618542 h 1288985"/>
              <a:gd name="connsiteX3" fmla="*/ 33618 w 12401882"/>
              <a:gd name="connsiteY3" fmla="*/ 0 h 1288985"/>
              <a:gd name="connsiteX4" fmla="*/ 103646 w 12401882"/>
              <a:gd name="connsiteY4" fmla="*/ 32857 h 1288985"/>
              <a:gd name="connsiteX5" fmla="*/ 6308538 w 12401882"/>
              <a:gd name="connsiteY5" fmla="*/ 553243 h 1288985"/>
              <a:gd name="connsiteX6" fmla="*/ 12326375 w 12401882"/>
              <a:gd name="connsiteY6" fmla="*/ 98014 h 1288985"/>
              <a:gd name="connsiteX7" fmla="*/ 12401882 w 12401882"/>
              <a:gd name="connsiteY7" fmla="*/ 73849 h 12889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401882" h="1288985">
                <a:moveTo>
                  <a:pt x="12401882" y="73849"/>
                </a:moveTo>
                <a:lnTo>
                  <a:pt x="12335841" y="1288985"/>
                </a:lnTo>
                <a:lnTo>
                  <a:pt x="0" y="618542"/>
                </a:lnTo>
                <a:lnTo>
                  <a:pt x="33618" y="0"/>
                </a:lnTo>
                <a:lnTo>
                  <a:pt x="103646" y="32857"/>
                </a:lnTo>
                <a:cubicBezTo>
                  <a:pt x="814657" y="332114"/>
                  <a:pt x="3323130" y="553243"/>
                  <a:pt x="6308538" y="553243"/>
                </a:cubicBezTo>
                <a:cubicBezTo>
                  <a:pt x="9072803" y="553244"/>
                  <a:pt x="11428175" y="363661"/>
                  <a:pt x="12326375" y="98014"/>
                </a:cubicBezTo>
                <a:lnTo>
                  <a:pt x="12401882" y="73849"/>
                </a:lnTo>
                <a:close/>
              </a:path>
            </a:pathLst>
          </a:custGeom>
          <a:solidFill>
            <a:srgbClr val="005D96">
              <a:alpha val="8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11" name="任意多边形: 形状 7">
            <a:extLst>
              <a:ext uri="{FF2B5EF4-FFF2-40B4-BE49-F238E27FC236}">
                <a16:creationId xmlns:a16="http://schemas.microsoft.com/office/drawing/2014/main" id="{7990B218-ED19-EA44-9E8D-A10600CCD7A7}"/>
              </a:ext>
            </a:extLst>
          </p:cNvPr>
          <p:cNvSpPr/>
          <p:nvPr userDrawn="1"/>
        </p:nvSpPr>
        <p:spPr>
          <a:xfrm rot="21413345">
            <a:off x="-51285" y="5815216"/>
            <a:ext cx="12335849" cy="1470933"/>
          </a:xfrm>
          <a:custGeom>
            <a:avLst/>
            <a:gdLst>
              <a:gd name="connsiteX0" fmla="*/ 12401882 w 12401882"/>
              <a:gd name="connsiteY0" fmla="*/ 73849 h 1288985"/>
              <a:gd name="connsiteX1" fmla="*/ 12335841 w 12401882"/>
              <a:gd name="connsiteY1" fmla="*/ 1288985 h 1288985"/>
              <a:gd name="connsiteX2" fmla="*/ 0 w 12401882"/>
              <a:gd name="connsiteY2" fmla="*/ 618542 h 1288985"/>
              <a:gd name="connsiteX3" fmla="*/ 33618 w 12401882"/>
              <a:gd name="connsiteY3" fmla="*/ 0 h 1288985"/>
              <a:gd name="connsiteX4" fmla="*/ 103646 w 12401882"/>
              <a:gd name="connsiteY4" fmla="*/ 32857 h 1288985"/>
              <a:gd name="connsiteX5" fmla="*/ 6308538 w 12401882"/>
              <a:gd name="connsiteY5" fmla="*/ 553243 h 1288985"/>
              <a:gd name="connsiteX6" fmla="*/ 12326375 w 12401882"/>
              <a:gd name="connsiteY6" fmla="*/ 98014 h 1288985"/>
              <a:gd name="connsiteX7" fmla="*/ 12401882 w 12401882"/>
              <a:gd name="connsiteY7" fmla="*/ 73849 h 12889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401882" h="1288985">
                <a:moveTo>
                  <a:pt x="12401882" y="73849"/>
                </a:moveTo>
                <a:lnTo>
                  <a:pt x="12335841" y="1288985"/>
                </a:lnTo>
                <a:lnTo>
                  <a:pt x="0" y="618542"/>
                </a:lnTo>
                <a:lnTo>
                  <a:pt x="33618" y="0"/>
                </a:lnTo>
                <a:lnTo>
                  <a:pt x="103646" y="32857"/>
                </a:lnTo>
                <a:cubicBezTo>
                  <a:pt x="814657" y="332114"/>
                  <a:pt x="3323130" y="553243"/>
                  <a:pt x="6308538" y="553243"/>
                </a:cubicBezTo>
                <a:cubicBezTo>
                  <a:pt x="9072803" y="553244"/>
                  <a:pt x="11428175" y="363661"/>
                  <a:pt x="12326375" y="98014"/>
                </a:cubicBezTo>
                <a:lnTo>
                  <a:pt x="12401882" y="73849"/>
                </a:lnTo>
                <a:close/>
              </a:path>
            </a:pathLst>
          </a:custGeom>
          <a:solidFill>
            <a:srgbClr val="005D96">
              <a:alpha val="6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12" name="任意多边形: 形状 6">
            <a:extLst>
              <a:ext uri="{FF2B5EF4-FFF2-40B4-BE49-F238E27FC236}">
                <a16:creationId xmlns:a16="http://schemas.microsoft.com/office/drawing/2014/main" id="{AF003127-AEDD-8E4C-9F09-DA9AF5FD300F}"/>
              </a:ext>
            </a:extLst>
          </p:cNvPr>
          <p:cNvSpPr/>
          <p:nvPr userDrawn="1"/>
        </p:nvSpPr>
        <p:spPr>
          <a:xfrm rot="21413345">
            <a:off x="-9274" y="5823247"/>
            <a:ext cx="12376686" cy="1507273"/>
          </a:xfrm>
          <a:custGeom>
            <a:avLst/>
            <a:gdLst>
              <a:gd name="connsiteX0" fmla="*/ 12401882 w 12401882"/>
              <a:gd name="connsiteY0" fmla="*/ 73849 h 1288985"/>
              <a:gd name="connsiteX1" fmla="*/ 12335841 w 12401882"/>
              <a:gd name="connsiteY1" fmla="*/ 1288985 h 1288985"/>
              <a:gd name="connsiteX2" fmla="*/ 0 w 12401882"/>
              <a:gd name="connsiteY2" fmla="*/ 618542 h 1288985"/>
              <a:gd name="connsiteX3" fmla="*/ 33618 w 12401882"/>
              <a:gd name="connsiteY3" fmla="*/ 0 h 1288985"/>
              <a:gd name="connsiteX4" fmla="*/ 103646 w 12401882"/>
              <a:gd name="connsiteY4" fmla="*/ 32857 h 1288985"/>
              <a:gd name="connsiteX5" fmla="*/ 6308538 w 12401882"/>
              <a:gd name="connsiteY5" fmla="*/ 553243 h 1288985"/>
              <a:gd name="connsiteX6" fmla="*/ 12326375 w 12401882"/>
              <a:gd name="connsiteY6" fmla="*/ 98014 h 1288985"/>
              <a:gd name="connsiteX7" fmla="*/ 12401882 w 12401882"/>
              <a:gd name="connsiteY7" fmla="*/ 73849 h 12889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401882" h="1288985">
                <a:moveTo>
                  <a:pt x="12401882" y="73849"/>
                </a:moveTo>
                <a:lnTo>
                  <a:pt x="12335841" y="1288985"/>
                </a:lnTo>
                <a:lnTo>
                  <a:pt x="0" y="618542"/>
                </a:lnTo>
                <a:lnTo>
                  <a:pt x="33618" y="0"/>
                </a:lnTo>
                <a:lnTo>
                  <a:pt x="103646" y="32857"/>
                </a:lnTo>
                <a:cubicBezTo>
                  <a:pt x="814657" y="332114"/>
                  <a:pt x="3323130" y="553243"/>
                  <a:pt x="6308538" y="553243"/>
                </a:cubicBezTo>
                <a:cubicBezTo>
                  <a:pt x="9072803" y="553244"/>
                  <a:pt x="11428175" y="363661"/>
                  <a:pt x="12326375" y="98014"/>
                </a:cubicBezTo>
                <a:lnTo>
                  <a:pt x="12401882" y="73849"/>
                </a:lnTo>
                <a:close/>
              </a:path>
            </a:pathLst>
          </a:custGeom>
          <a:solidFill>
            <a:srgbClr val="005D96">
              <a:alpha val="3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13" name="日期占位符 9">
            <a:extLst>
              <a:ext uri="{FF2B5EF4-FFF2-40B4-BE49-F238E27FC236}">
                <a16:creationId xmlns:a16="http://schemas.microsoft.com/office/drawing/2014/main" id="{25D4FA56-C140-9844-933D-B552570A8775}"/>
              </a:ext>
            </a:extLst>
          </p:cNvPr>
          <p:cNvSpPr txBox="1">
            <a:spLocks/>
          </p:cNvSpPr>
          <p:nvPr userDrawn="1"/>
        </p:nvSpPr>
        <p:spPr>
          <a:xfrm>
            <a:off x="468630" y="6493076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zh-CN"/>
            </a:defPPr>
            <a:lvl1pPr marL="0" algn="l" defTabSz="914400" rtl="0" eaLnBrk="1" latinLnBrk="0" hangingPunct="1">
              <a:defRPr sz="1200" kern="1200" spc="300">
                <a:solidFill>
                  <a:schemeClr val="bg2"/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zh-CN" altLang="en-US"/>
              <a:t>百折不挠</a:t>
            </a:r>
            <a:r>
              <a:rPr lang="en-US" altLang="zh-CN"/>
              <a:t> </a:t>
            </a:r>
            <a:r>
              <a:rPr lang="zh-CN" altLang="en-US"/>
              <a:t>刚毅厚重</a:t>
            </a:r>
            <a:r>
              <a:rPr lang="en-US" altLang="zh-CN"/>
              <a:t> </a:t>
            </a:r>
            <a:r>
              <a:rPr lang="zh-CN" altLang="en-US"/>
              <a:t>勇承重载</a:t>
            </a:r>
            <a:endParaRPr lang="zh-CN" altLang="en-US" dirty="0"/>
          </a:p>
        </p:txBody>
      </p:sp>
      <p:sp>
        <p:nvSpPr>
          <p:cNvPr id="14" name="矩形 13">
            <a:extLst>
              <a:ext uri="{FF2B5EF4-FFF2-40B4-BE49-F238E27FC236}">
                <a16:creationId xmlns:a16="http://schemas.microsoft.com/office/drawing/2014/main" id="{73BF4C09-9862-DF42-BD08-3AFBEDF9DF09}"/>
              </a:ext>
            </a:extLst>
          </p:cNvPr>
          <p:cNvSpPr/>
          <p:nvPr userDrawn="1"/>
        </p:nvSpPr>
        <p:spPr>
          <a:xfrm>
            <a:off x="762000" y="0"/>
            <a:ext cx="333926" cy="944563"/>
          </a:xfrm>
          <a:prstGeom prst="rect">
            <a:avLst/>
          </a:prstGeom>
          <a:solidFill>
            <a:srgbClr val="005D9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  <a:cs typeface="+mn-ea"/>
              <a:sym typeface="+mn-lt"/>
            </a:endParaRPr>
          </a:p>
        </p:txBody>
      </p:sp>
      <p:pic>
        <p:nvPicPr>
          <p:cNvPr id="15" name="图片 14" descr="青岛理工大学校徽">
            <a:extLst>
              <a:ext uri="{FF2B5EF4-FFF2-40B4-BE49-F238E27FC236}">
                <a16:creationId xmlns:a16="http://schemas.microsoft.com/office/drawing/2014/main" id="{41EA12D9-A451-3B45-A579-CA2846C1C316}"/>
              </a:ext>
            </a:extLst>
          </p:cNvPr>
          <p:cNvPicPr>
            <a:picLocks noChangeAspect="1"/>
          </p:cNvPicPr>
          <p:nvPr userDrawn="1"/>
        </p:nvPicPr>
        <p:blipFill>
          <a:blip r:embed="rId28"/>
          <a:stretch>
            <a:fillRect/>
          </a:stretch>
        </p:blipFill>
        <p:spPr>
          <a:xfrm>
            <a:off x="10973435" y="221615"/>
            <a:ext cx="723265" cy="72326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1386564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4" r:id="rId1"/>
    <p:sldLayoutId id="2147483663" r:id="rId2"/>
    <p:sldLayoutId id="2147483664" r:id="rId3"/>
    <p:sldLayoutId id="2147483665" r:id="rId4"/>
    <p:sldLayoutId id="2147483666" r:id="rId5"/>
    <p:sldLayoutId id="2147483667" r:id="rId6"/>
    <p:sldLayoutId id="2147483668" r:id="rId7"/>
    <p:sldLayoutId id="2147483669" r:id="rId8"/>
    <p:sldLayoutId id="2147483670" r:id="rId9"/>
    <p:sldLayoutId id="2147483671" r:id="rId10"/>
    <p:sldLayoutId id="2147483672" r:id="rId11"/>
    <p:sldLayoutId id="2147483673" r:id="rId12"/>
    <p:sldLayoutId id="2147483649" r:id="rId13"/>
    <p:sldLayoutId id="2147483650" r:id="rId14"/>
    <p:sldLayoutId id="2147483651" r:id="rId15"/>
    <p:sldLayoutId id="2147483652" r:id="rId16"/>
    <p:sldLayoutId id="2147483653" r:id="rId17"/>
    <p:sldLayoutId id="2147483654" r:id="rId18"/>
    <p:sldLayoutId id="2147483655" r:id="rId19"/>
    <p:sldLayoutId id="2147483656" r:id="rId20"/>
    <p:sldLayoutId id="2147483657" r:id="rId21"/>
    <p:sldLayoutId id="2147483658" r:id="rId22"/>
    <p:sldLayoutId id="2147483659" r:id="rId23"/>
    <p:sldLayoutId id="2147483660" r:id="rId24"/>
    <p:sldLayoutId id="2147483661" r:id="rId25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.xml"/><Relationship Id="rId2" Type="http://schemas.openxmlformats.org/officeDocument/2006/relationships/slideLayout" Target="../slideLayouts/slideLayout24.xml"/><Relationship Id="rId1" Type="http://schemas.openxmlformats.org/officeDocument/2006/relationships/tags" Target="../tags/tag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5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.png"/><Relationship Id="rId3" Type="http://schemas.openxmlformats.org/officeDocument/2006/relationships/image" Target="../media/image6.png"/><Relationship Id="rId7" Type="http://schemas.openxmlformats.org/officeDocument/2006/relationships/image" Target="../media/image10.png"/><Relationship Id="rId2" Type="http://schemas.openxmlformats.org/officeDocument/2006/relationships/image" Target="../media/image5.jpe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9.png"/><Relationship Id="rId5" Type="http://schemas.openxmlformats.org/officeDocument/2006/relationships/image" Target="../media/image8.png"/><Relationship Id="rId4" Type="http://schemas.openxmlformats.org/officeDocument/2006/relationships/image" Target="../media/image7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2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1.png"/><Relationship Id="rId5" Type="http://schemas.openxmlformats.org/officeDocument/2006/relationships/image" Target="../media/image10.png"/><Relationship Id="rId4" Type="http://schemas.openxmlformats.org/officeDocument/2006/relationships/image" Target="../media/image9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1.png"/><Relationship Id="rId5" Type="http://schemas.openxmlformats.org/officeDocument/2006/relationships/image" Target="../media/image10.png"/><Relationship Id="rId4" Type="http://schemas.openxmlformats.org/officeDocument/2006/relationships/image" Target="../media/image7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1.png"/><Relationship Id="rId5" Type="http://schemas.openxmlformats.org/officeDocument/2006/relationships/image" Target="../media/image7.png"/><Relationship Id="rId4" Type="http://schemas.openxmlformats.org/officeDocument/2006/relationships/image" Target="../media/image10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1.png"/><Relationship Id="rId5" Type="http://schemas.openxmlformats.org/officeDocument/2006/relationships/image" Target="../media/image7.png"/><Relationship Id="rId4" Type="http://schemas.openxmlformats.org/officeDocument/2006/relationships/image" Target="../media/image10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1.png"/><Relationship Id="rId5" Type="http://schemas.openxmlformats.org/officeDocument/2006/relationships/image" Target="../media/image7.png"/><Relationship Id="rId4" Type="http://schemas.openxmlformats.org/officeDocument/2006/relationships/image" Target="../media/image10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0.png"/><Relationship Id="rId5" Type="http://schemas.openxmlformats.org/officeDocument/2006/relationships/image" Target="../media/image8.png"/><Relationship Id="rId4" Type="http://schemas.openxmlformats.org/officeDocument/2006/relationships/image" Target="../media/image11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3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1.png"/><Relationship Id="rId5" Type="http://schemas.openxmlformats.org/officeDocument/2006/relationships/image" Target="../media/image10.png"/><Relationship Id="rId4" Type="http://schemas.openxmlformats.org/officeDocument/2006/relationships/image" Target="../media/image9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3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1.png"/><Relationship Id="rId5" Type="http://schemas.openxmlformats.org/officeDocument/2006/relationships/image" Target="../media/image10.png"/><Relationship Id="rId4" Type="http://schemas.openxmlformats.org/officeDocument/2006/relationships/image" Target="../media/image9.png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.png"/><Relationship Id="rId3" Type="http://schemas.openxmlformats.org/officeDocument/2006/relationships/image" Target="../media/image8.png"/><Relationship Id="rId7" Type="http://schemas.openxmlformats.org/officeDocument/2006/relationships/image" Target="../media/image15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4.png"/><Relationship Id="rId5" Type="http://schemas.openxmlformats.org/officeDocument/2006/relationships/image" Target="../media/image10.png"/><Relationship Id="rId4" Type="http://schemas.openxmlformats.org/officeDocument/2006/relationships/image" Target="../media/image9.png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.png"/><Relationship Id="rId3" Type="http://schemas.openxmlformats.org/officeDocument/2006/relationships/image" Target="../media/image8.png"/><Relationship Id="rId7" Type="http://schemas.openxmlformats.org/officeDocument/2006/relationships/image" Target="../media/image15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1.png"/><Relationship Id="rId5" Type="http://schemas.openxmlformats.org/officeDocument/2006/relationships/image" Target="../media/image10.png"/><Relationship Id="rId10" Type="http://schemas.openxmlformats.org/officeDocument/2006/relationships/image" Target="../media/image17.png"/><Relationship Id="rId4" Type="http://schemas.openxmlformats.org/officeDocument/2006/relationships/image" Target="../media/image9.png"/><Relationship Id="rId9" Type="http://schemas.openxmlformats.org/officeDocument/2006/relationships/image" Target="../media/image16.png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png"/><Relationship Id="rId3" Type="http://schemas.openxmlformats.org/officeDocument/2006/relationships/image" Target="../media/image8.png"/><Relationship Id="rId7" Type="http://schemas.openxmlformats.org/officeDocument/2006/relationships/image" Target="../media/image13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1.png"/><Relationship Id="rId5" Type="http://schemas.openxmlformats.org/officeDocument/2006/relationships/image" Target="../media/image10.png"/><Relationship Id="rId4" Type="http://schemas.openxmlformats.org/officeDocument/2006/relationships/image" Target="../media/image9.png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png"/><Relationship Id="rId3" Type="http://schemas.openxmlformats.org/officeDocument/2006/relationships/image" Target="../media/image13.png"/><Relationship Id="rId7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4" Type="http://schemas.openxmlformats.org/officeDocument/2006/relationships/image" Target="../media/image9.png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png"/><Relationship Id="rId3" Type="http://schemas.openxmlformats.org/officeDocument/2006/relationships/image" Target="../media/image9.png"/><Relationship Id="rId7" Type="http://schemas.openxmlformats.org/officeDocument/2006/relationships/image" Target="../media/image13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1.png"/><Relationship Id="rId5" Type="http://schemas.openxmlformats.org/officeDocument/2006/relationships/image" Target="../media/image8.png"/><Relationship Id="rId4" Type="http://schemas.openxmlformats.org/officeDocument/2006/relationships/image" Target="../media/image7.png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png"/><Relationship Id="rId3" Type="http://schemas.openxmlformats.org/officeDocument/2006/relationships/image" Target="../media/image9.png"/><Relationship Id="rId7" Type="http://schemas.openxmlformats.org/officeDocument/2006/relationships/image" Target="../media/image13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1.png"/><Relationship Id="rId5" Type="http://schemas.openxmlformats.org/officeDocument/2006/relationships/image" Target="../media/image12.png"/><Relationship Id="rId4" Type="http://schemas.openxmlformats.org/officeDocument/2006/relationships/image" Target="../media/image7.png"/><Relationship Id="rId9" Type="http://schemas.openxmlformats.org/officeDocument/2006/relationships/image" Target="../media/image18.png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png"/><Relationship Id="rId3" Type="http://schemas.openxmlformats.org/officeDocument/2006/relationships/image" Target="../media/image9.png"/><Relationship Id="rId7" Type="http://schemas.openxmlformats.org/officeDocument/2006/relationships/image" Target="../media/image13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1.png"/><Relationship Id="rId5" Type="http://schemas.openxmlformats.org/officeDocument/2006/relationships/image" Target="../media/image8.png"/><Relationship Id="rId4" Type="http://schemas.openxmlformats.org/officeDocument/2006/relationships/image" Target="../media/image7.png"/><Relationship Id="rId9" Type="http://schemas.openxmlformats.org/officeDocument/2006/relationships/image" Target="../media/image18.png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.png"/><Relationship Id="rId3" Type="http://schemas.openxmlformats.org/officeDocument/2006/relationships/image" Target="../media/image9.png"/><Relationship Id="rId7" Type="http://schemas.openxmlformats.org/officeDocument/2006/relationships/image" Target="../media/image15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1.png"/><Relationship Id="rId5" Type="http://schemas.openxmlformats.org/officeDocument/2006/relationships/image" Target="../media/image8.png"/><Relationship Id="rId10" Type="http://schemas.openxmlformats.org/officeDocument/2006/relationships/image" Target="../media/image18.png"/><Relationship Id="rId4" Type="http://schemas.openxmlformats.org/officeDocument/2006/relationships/image" Target="../media/image7.png"/><Relationship Id="rId9" Type="http://schemas.openxmlformats.org/officeDocument/2006/relationships/image" Target="../media/image17.png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.png"/><Relationship Id="rId3" Type="http://schemas.openxmlformats.org/officeDocument/2006/relationships/image" Target="../media/image9.png"/><Relationship Id="rId7" Type="http://schemas.openxmlformats.org/officeDocument/2006/relationships/image" Target="../media/image13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1.png"/><Relationship Id="rId5" Type="http://schemas.openxmlformats.org/officeDocument/2006/relationships/image" Target="../media/image8.png"/><Relationship Id="rId4" Type="http://schemas.openxmlformats.org/officeDocument/2006/relationships/image" Target="../media/image7.png"/><Relationship Id="rId9" Type="http://schemas.openxmlformats.org/officeDocument/2006/relationships/image" Target="../media/image17.png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png"/><Relationship Id="rId3" Type="http://schemas.openxmlformats.org/officeDocument/2006/relationships/image" Target="../media/image7.png"/><Relationship Id="rId7" Type="http://schemas.openxmlformats.org/officeDocument/2006/relationships/image" Target="../media/image9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8.png"/><Relationship Id="rId5" Type="http://schemas.openxmlformats.org/officeDocument/2006/relationships/image" Target="../media/image19.png"/><Relationship Id="rId4" Type="http://schemas.openxmlformats.org/officeDocument/2006/relationships/image" Target="../media/image18.png"/><Relationship Id="rId9" Type="http://schemas.openxmlformats.org/officeDocument/2006/relationships/image" Target="../media/image11.png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png"/><Relationship Id="rId3" Type="http://schemas.openxmlformats.org/officeDocument/2006/relationships/image" Target="../media/image9.png"/><Relationship Id="rId7" Type="http://schemas.openxmlformats.org/officeDocument/2006/relationships/image" Target="../media/image8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7.png"/><Relationship Id="rId5" Type="http://schemas.openxmlformats.org/officeDocument/2006/relationships/image" Target="../media/image18.png"/><Relationship Id="rId4" Type="http://schemas.openxmlformats.org/officeDocument/2006/relationships/image" Target="../media/image7.png"/><Relationship Id="rId9" Type="http://schemas.openxmlformats.org/officeDocument/2006/relationships/image" Target="../media/image11.png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3" Type="http://schemas.openxmlformats.org/officeDocument/2006/relationships/image" Target="../media/image9.png"/><Relationship Id="rId7" Type="http://schemas.openxmlformats.org/officeDocument/2006/relationships/image" Target="../media/image17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8.png"/><Relationship Id="rId5" Type="http://schemas.openxmlformats.org/officeDocument/2006/relationships/image" Target="../media/image7.png"/><Relationship Id="rId10" Type="http://schemas.openxmlformats.org/officeDocument/2006/relationships/image" Target="../media/image11.png"/><Relationship Id="rId4" Type="http://schemas.openxmlformats.org/officeDocument/2006/relationships/image" Target="../media/image15.png"/><Relationship Id="rId9" Type="http://schemas.openxmlformats.org/officeDocument/2006/relationships/image" Target="../media/image10.png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png"/><Relationship Id="rId3" Type="http://schemas.openxmlformats.org/officeDocument/2006/relationships/image" Target="../media/image9.png"/><Relationship Id="rId7" Type="http://schemas.openxmlformats.org/officeDocument/2006/relationships/image" Target="../media/image18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7.png"/><Relationship Id="rId5" Type="http://schemas.openxmlformats.org/officeDocument/2006/relationships/image" Target="../media/image15.png"/><Relationship Id="rId10" Type="http://schemas.openxmlformats.org/officeDocument/2006/relationships/image" Target="../media/image11.png"/><Relationship Id="rId4" Type="http://schemas.openxmlformats.org/officeDocument/2006/relationships/image" Target="../media/image10.png"/><Relationship Id="rId9" Type="http://schemas.openxmlformats.org/officeDocument/2006/relationships/image" Target="../media/image8.png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png"/><Relationship Id="rId3" Type="http://schemas.openxmlformats.org/officeDocument/2006/relationships/image" Target="../media/image8.png"/><Relationship Id="rId7" Type="http://schemas.openxmlformats.org/officeDocument/2006/relationships/image" Target="../media/image18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1.png"/><Relationship Id="rId5" Type="http://schemas.openxmlformats.org/officeDocument/2006/relationships/image" Target="../media/image10.png"/><Relationship Id="rId4" Type="http://schemas.openxmlformats.org/officeDocument/2006/relationships/image" Target="../media/image9.pn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.xml"/><Relationship Id="rId2" Type="http://schemas.openxmlformats.org/officeDocument/2006/relationships/slideLayout" Target="../slideLayouts/slideLayout24.xml"/><Relationship Id="rId1" Type="http://schemas.openxmlformats.org/officeDocument/2006/relationships/tags" Target="../tags/tag2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0.png"/><Relationship Id="rId5" Type="http://schemas.openxmlformats.org/officeDocument/2006/relationships/image" Target="../media/image8.png"/><Relationship Id="rId4" Type="http://schemas.openxmlformats.org/officeDocument/2006/relationships/image" Target="../media/image11.png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3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1.png"/><Relationship Id="rId5" Type="http://schemas.openxmlformats.org/officeDocument/2006/relationships/image" Target="../media/image10.png"/><Relationship Id="rId4" Type="http://schemas.openxmlformats.org/officeDocument/2006/relationships/image" Target="../media/image9.png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png"/><Relationship Id="rId13" Type="http://schemas.openxmlformats.org/officeDocument/2006/relationships/image" Target="../media/image25.png"/><Relationship Id="rId18" Type="http://schemas.openxmlformats.org/officeDocument/2006/relationships/image" Target="../media/image30.png"/><Relationship Id="rId3" Type="http://schemas.openxmlformats.org/officeDocument/2006/relationships/image" Target="../media/image8.png"/><Relationship Id="rId7" Type="http://schemas.openxmlformats.org/officeDocument/2006/relationships/image" Target="../media/image13.png"/><Relationship Id="rId12" Type="http://schemas.openxmlformats.org/officeDocument/2006/relationships/image" Target="../media/image24.png"/><Relationship Id="rId17" Type="http://schemas.openxmlformats.org/officeDocument/2006/relationships/image" Target="../media/image29.png"/><Relationship Id="rId2" Type="http://schemas.openxmlformats.org/officeDocument/2006/relationships/image" Target="../media/image7.png"/><Relationship Id="rId16" Type="http://schemas.openxmlformats.org/officeDocument/2006/relationships/image" Target="../media/image28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1.png"/><Relationship Id="rId11" Type="http://schemas.openxmlformats.org/officeDocument/2006/relationships/image" Target="../media/image23.png"/><Relationship Id="rId5" Type="http://schemas.openxmlformats.org/officeDocument/2006/relationships/image" Target="../media/image10.png"/><Relationship Id="rId15" Type="http://schemas.openxmlformats.org/officeDocument/2006/relationships/image" Target="../media/image27.png"/><Relationship Id="rId10" Type="http://schemas.openxmlformats.org/officeDocument/2006/relationships/image" Target="../media/image22.png"/><Relationship Id="rId19" Type="http://schemas.openxmlformats.org/officeDocument/2006/relationships/image" Target="../media/image31.png"/><Relationship Id="rId4" Type="http://schemas.openxmlformats.org/officeDocument/2006/relationships/image" Target="../media/image9.png"/><Relationship Id="rId9" Type="http://schemas.openxmlformats.org/officeDocument/2006/relationships/image" Target="../media/image21.png"/><Relationship Id="rId14" Type="http://schemas.openxmlformats.org/officeDocument/2006/relationships/image" Target="../media/image26.png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.png"/><Relationship Id="rId13" Type="http://schemas.openxmlformats.org/officeDocument/2006/relationships/image" Target="../media/image36.png"/><Relationship Id="rId18" Type="http://schemas.openxmlformats.org/officeDocument/2006/relationships/image" Target="../media/image41.png"/><Relationship Id="rId26" Type="http://schemas.openxmlformats.org/officeDocument/2006/relationships/image" Target="../media/image26.png"/><Relationship Id="rId3" Type="http://schemas.openxmlformats.org/officeDocument/2006/relationships/image" Target="../media/image8.png"/><Relationship Id="rId21" Type="http://schemas.openxmlformats.org/officeDocument/2006/relationships/image" Target="../media/image31.png"/><Relationship Id="rId7" Type="http://schemas.openxmlformats.org/officeDocument/2006/relationships/image" Target="../media/image13.png"/><Relationship Id="rId12" Type="http://schemas.openxmlformats.org/officeDocument/2006/relationships/image" Target="../media/image35.png"/><Relationship Id="rId17" Type="http://schemas.openxmlformats.org/officeDocument/2006/relationships/image" Target="../media/image40.png"/><Relationship Id="rId25" Type="http://schemas.openxmlformats.org/officeDocument/2006/relationships/image" Target="../media/image29.png"/><Relationship Id="rId2" Type="http://schemas.openxmlformats.org/officeDocument/2006/relationships/image" Target="../media/image7.png"/><Relationship Id="rId16" Type="http://schemas.openxmlformats.org/officeDocument/2006/relationships/image" Target="../media/image39.png"/><Relationship Id="rId20" Type="http://schemas.openxmlformats.org/officeDocument/2006/relationships/image" Target="../media/image12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1.png"/><Relationship Id="rId11" Type="http://schemas.openxmlformats.org/officeDocument/2006/relationships/image" Target="../media/image34.png"/><Relationship Id="rId24" Type="http://schemas.openxmlformats.org/officeDocument/2006/relationships/image" Target="../media/image21.png"/><Relationship Id="rId5" Type="http://schemas.openxmlformats.org/officeDocument/2006/relationships/image" Target="../media/image10.png"/><Relationship Id="rId15" Type="http://schemas.openxmlformats.org/officeDocument/2006/relationships/image" Target="../media/image38.png"/><Relationship Id="rId23" Type="http://schemas.openxmlformats.org/officeDocument/2006/relationships/image" Target="../media/image30.png"/><Relationship Id="rId10" Type="http://schemas.openxmlformats.org/officeDocument/2006/relationships/image" Target="../media/image33.png"/><Relationship Id="rId19" Type="http://schemas.openxmlformats.org/officeDocument/2006/relationships/image" Target="../media/image42.png"/><Relationship Id="rId4" Type="http://schemas.openxmlformats.org/officeDocument/2006/relationships/image" Target="../media/image9.png"/><Relationship Id="rId9" Type="http://schemas.openxmlformats.org/officeDocument/2006/relationships/image" Target="../media/image32.png"/><Relationship Id="rId14" Type="http://schemas.openxmlformats.org/officeDocument/2006/relationships/image" Target="../media/image37.png"/><Relationship Id="rId22" Type="http://schemas.openxmlformats.org/officeDocument/2006/relationships/image" Target="../media/image28.png"/><Relationship Id="rId27" Type="http://schemas.openxmlformats.org/officeDocument/2006/relationships/image" Target="../media/image22.png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.png"/><Relationship Id="rId13" Type="http://schemas.openxmlformats.org/officeDocument/2006/relationships/image" Target="../media/image23.png"/><Relationship Id="rId18" Type="http://schemas.openxmlformats.org/officeDocument/2006/relationships/image" Target="../media/image42.png"/><Relationship Id="rId26" Type="http://schemas.openxmlformats.org/officeDocument/2006/relationships/image" Target="../media/image29.png"/><Relationship Id="rId3" Type="http://schemas.openxmlformats.org/officeDocument/2006/relationships/image" Target="../media/image8.png"/><Relationship Id="rId21" Type="http://schemas.openxmlformats.org/officeDocument/2006/relationships/image" Target="../media/image27.png"/><Relationship Id="rId7" Type="http://schemas.openxmlformats.org/officeDocument/2006/relationships/image" Target="../media/image13.png"/><Relationship Id="rId12" Type="http://schemas.openxmlformats.org/officeDocument/2006/relationships/image" Target="../media/image22.png"/><Relationship Id="rId17" Type="http://schemas.openxmlformats.org/officeDocument/2006/relationships/image" Target="../media/image33.png"/><Relationship Id="rId25" Type="http://schemas.openxmlformats.org/officeDocument/2006/relationships/image" Target="../media/image28.png"/><Relationship Id="rId2" Type="http://schemas.openxmlformats.org/officeDocument/2006/relationships/image" Target="../media/image7.png"/><Relationship Id="rId16" Type="http://schemas.openxmlformats.org/officeDocument/2006/relationships/image" Target="../media/image41.png"/><Relationship Id="rId20" Type="http://schemas.openxmlformats.org/officeDocument/2006/relationships/image" Target="../media/image32.png"/><Relationship Id="rId29" Type="http://schemas.openxmlformats.org/officeDocument/2006/relationships/image" Target="../media/image44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1.png"/><Relationship Id="rId11" Type="http://schemas.openxmlformats.org/officeDocument/2006/relationships/image" Target="../media/image20.png"/><Relationship Id="rId24" Type="http://schemas.openxmlformats.org/officeDocument/2006/relationships/image" Target="../media/image26.png"/><Relationship Id="rId5" Type="http://schemas.openxmlformats.org/officeDocument/2006/relationships/image" Target="../media/image10.png"/><Relationship Id="rId15" Type="http://schemas.openxmlformats.org/officeDocument/2006/relationships/image" Target="../media/image39.png"/><Relationship Id="rId23" Type="http://schemas.openxmlformats.org/officeDocument/2006/relationships/image" Target="../media/image25.png"/><Relationship Id="rId28" Type="http://schemas.openxmlformats.org/officeDocument/2006/relationships/image" Target="../media/image38.png"/><Relationship Id="rId10" Type="http://schemas.openxmlformats.org/officeDocument/2006/relationships/image" Target="../media/image31.png"/><Relationship Id="rId19" Type="http://schemas.openxmlformats.org/officeDocument/2006/relationships/image" Target="../media/image43.png"/><Relationship Id="rId4" Type="http://schemas.openxmlformats.org/officeDocument/2006/relationships/image" Target="../media/image9.png"/><Relationship Id="rId9" Type="http://schemas.openxmlformats.org/officeDocument/2006/relationships/image" Target="../media/image21.png"/><Relationship Id="rId14" Type="http://schemas.openxmlformats.org/officeDocument/2006/relationships/image" Target="../media/image30.png"/><Relationship Id="rId22" Type="http://schemas.openxmlformats.org/officeDocument/2006/relationships/image" Target="../media/image24.png"/><Relationship Id="rId27" Type="http://schemas.openxmlformats.org/officeDocument/2006/relationships/image" Target="../media/image40.png"/><Relationship Id="rId30" Type="http://schemas.openxmlformats.org/officeDocument/2006/relationships/image" Target="../media/image45.png"/></Relationships>
</file>

<file path=ppt/slides/_rels/slide3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.png"/><Relationship Id="rId13" Type="http://schemas.openxmlformats.org/officeDocument/2006/relationships/image" Target="../media/image25.png"/><Relationship Id="rId18" Type="http://schemas.openxmlformats.org/officeDocument/2006/relationships/image" Target="../media/image32.png"/><Relationship Id="rId26" Type="http://schemas.openxmlformats.org/officeDocument/2006/relationships/image" Target="../media/image48.png"/><Relationship Id="rId3" Type="http://schemas.openxmlformats.org/officeDocument/2006/relationships/image" Target="../media/image8.png"/><Relationship Id="rId21" Type="http://schemas.openxmlformats.org/officeDocument/2006/relationships/image" Target="../media/image33.png"/><Relationship Id="rId7" Type="http://schemas.openxmlformats.org/officeDocument/2006/relationships/image" Target="../media/image13.png"/><Relationship Id="rId12" Type="http://schemas.openxmlformats.org/officeDocument/2006/relationships/image" Target="../media/image27.png"/><Relationship Id="rId17" Type="http://schemas.openxmlformats.org/officeDocument/2006/relationships/image" Target="../media/image36.png"/><Relationship Id="rId25" Type="http://schemas.openxmlformats.org/officeDocument/2006/relationships/image" Target="../media/image40.png"/><Relationship Id="rId2" Type="http://schemas.openxmlformats.org/officeDocument/2006/relationships/image" Target="../media/image7.png"/><Relationship Id="rId16" Type="http://schemas.openxmlformats.org/officeDocument/2006/relationships/image" Target="../media/image46.png"/><Relationship Id="rId20" Type="http://schemas.openxmlformats.org/officeDocument/2006/relationships/image" Target="../media/image41.png"/><Relationship Id="rId29" Type="http://schemas.openxmlformats.org/officeDocument/2006/relationships/image" Target="../media/image20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1.png"/><Relationship Id="rId11" Type="http://schemas.openxmlformats.org/officeDocument/2006/relationships/image" Target="../media/image34.png"/><Relationship Id="rId24" Type="http://schemas.openxmlformats.org/officeDocument/2006/relationships/image" Target="../media/image47.png"/><Relationship Id="rId5" Type="http://schemas.openxmlformats.org/officeDocument/2006/relationships/image" Target="../media/image10.png"/><Relationship Id="rId15" Type="http://schemas.openxmlformats.org/officeDocument/2006/relationships/image" Target="../media/image28.png"/><Relationship Id="rId23" Type="http://schemas.openxmlformats.org/officeDocument/2006/relationships/image" Target="../media/image39.png"/><Relationship Id="rId28" Type="http://schemas.openxmlformats.org/officeDocument/2006/relationships/image" Target="../media/image30.png"/><Relationship Id="rId10" Type="http://schemas.openxmlformats.org/officeDocument/2006/relationships/image" Target="../media/image38.png"/><Relationship Id="rId19" Type="http://schemas.openxmlformats.org/officeDocument/2006/relationships/image" Target="../media/image35.png"/><Relationship Id="rId4" Type="http://schemas.openxmlformats.org/officeDocument/2006/relationships/image" Target="../media/image9.png"/><Relationship Id="rId9" Type="http://schemas.openxmlformats.org/officeDocument/2006/relationships/image" Target="../media/image12.png"/><Relationship Id="rId14" Type="http://schemas.openxmlformats.org/officeDocument/2006/relationships/image" Target="../media/image31.png"/><Relationship Id="rId22" Type="http://schemas.openxmlformats.org/officeDocument/2006/relationships/image" Target="../media/image42.png"/><Relationship Id="rId27" Type="http://schemas.openxmlformats.org/officeDocument/2006/relationships/image" Target="../media/image49.png"/><Relationship Id="rId30" Type="http://schemas.openxmlformats.org/officeDocument/2006/relationships/image" Target="../media/image21.png"/></Relationships>
</file>

<file path=ppt/slides/_rels/slide34.xml.rels><?xml version="1.0" encoding="UTF-8" standalone="yes"?>
<Relationships xmlns="http://schemas.openxmlformats.org/package/2006/relationships"><Relationship Id="rId13" Type="http://schemas.openxmlformats.org/officeDocument/2006/relationships/image" Target="../media/image27.png"/><Relationship Id="rId18" Type="http://schemas.openxmlformats.org/officeDocument/2006/relationships/image" Target="../media/image36.png"/><Relationship Id="rId26" Type="http://schemas.openxmlformats.org/officeDocument/2006/relationships/image" Target="../media/image40.png"/><Relationship Id="rId3" Type="http://schemas.openxmlformats.org/officeDocument/2006/relationships/image" Target="../media/image7.png"/><Relationship Id="rId21" Type="http://schemas.openxmlformats.org/officeDocument/2006/relationships/image" Target="../media/image41.png"/><Relationship Id="rId7" Type="http://schemas.openxmlformats.org/officeDocument/2006/relationships/image" Target="../media/image11.png"/><Relationship Id="rId12" Type="http://schemas.openxmlformats.org/officeDocument/2006/relationships/image" Target="../media/image34.png"/><Relationship Id="rId17" Type="http://schemas.openxmlformats.org/officeDocument/2006/relationships/image" Target="../media/image46.png"/><Relationship Id="rId25" Type="http://schemas.openxmlformats.org/officeDocument/2006/relationships/image" Target="../media/image47.png"/><Relationship Id="rId33" Type="http://schemas.openxmlformats.org/officeDocument/2006/relationships/image" Target="../media/image23.png"/><Relationship Id="rId2" Type="http://schemas.openxmlformats.org/officeDocument/2006/relationships/notesSlide" Target="../notesSlides/notesSlide4.xml"/><Relationship Id="rId16" Type="http://schemas.openxmlformats.org/officeDocument/2006/relationships/image" Target="../media/image28.png"/><Relationship Id="rId20" Type="http://schemas.openxmlformats.org/officeDocument/2006/relationships/image" Target="../media/image35.png"/><Relationship Id="rId29" Type="http://schemas.openxmlformats.org/officeDocument/2006/relationships/image" Target="../media/image30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0.png"/><Relationship Id="rId11" Type="http://schemas.openxmlformats.org/officeDocument/2006/relationships/image" Target="../media/image38.png"/><Relationship Id="rId24" Type="http://schemas.openxmlformats.org/officeDocument/2006/relationships/image" Target="../media/image39.png"/><Relationship Id="rId32" Type="http://schemas.openxmlformats.org/officeDocument/2006/relationships/image" Target="../media/image22.png"/><Relationship Id="rId5" Type="http://schemas.openxmlformats.org/officeDocument/2006/relationships/image" Target="../media/image9.png"/><Relationship Id="rId15" Type="http://schemas.openxmlformats.org/officeDocument/2006/relationships/image" Target="../media/image31.png"/><Relationship Id="rId23" Type="http://schemas.openxmlformats.org/officeDocument/2006/relationships/image" Target="../media/image42.png"/><Relationship Id="rId28" Type="http://schemas.openxmlformats.org/officeDocument/2006/relationships/image" Target="../media/image49.png"/><Relationship Id="rId10" Type="http://schemas.openxmlformats.org/officeDocument/2006/relationships/image" Target="../media/image12.png"/><Relationship Id="rId19" Type="http://schemas.openxmlformats.org/officeDocument/2006/relationships/image" Target="../media/image32.png"/><Relationship Id="rId31" Type="http://schemas.openxmlformats.org/officeDocument/2006/relationships/image" Target="../media/image21.png"/><Relationship Id="rId4" Type="http://schemas.openxmlformats.org/officeDocument/2006/relationships/image" Target="../media/image8.png"/><Relationship Id="rId9" Type="http://schemas.openxmlformats.org/officeDocument/2006/relationships/image" Target="../media/image14.png"/><Relationship Id="rId14" Type="http://schemas.openxmlformats.org/officeDocument/2006/relationships/image" Target="../media/image25.png"/><Relationship Id="rId22" Type="http://schemas.openxmlformats.org/officeDocument/2006/relationships/image" Target="../media/image33.png"/><Relationship Id="rId27" Type="http://schemas.openxmlformats.org/officeDocument/2006/relationships/image" Target="../media/image48.png"/><Relationship Id="rId30" Type="http://schemas.openxmlformats.org/officeDocument/2006/relationships/image" Target="../media/image20.png"/><Relationship Id="rId8" Type="http://schemas.openxmlformats.org/officeDocument/2006/relationships/image" Target="../media/image13.png"/></Relationships>
</file>

<file path=ppt/slides/_rels/slide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.png"/><Relationship Id="rId13" Type="http://schemas.openxmlformats.org/officeDocument/2006/relationships/image" Target="../media/image20.png"/><Relationship Id="rId18" Type="http://schemas.openxmlformats.org/officeDocument/2006/relationships/image" Target="../media/image28.png"/><Relationship Id="rId26" Type="http://schemas.openxmlformats.org/officeDocument/2006/relationships/image" Target="../media/image32.png"/><Relationship Id="rId3" Type="http://schemas.openxmlformats.org/officeDocument/2006/relationships/image" Target="../media/image13.png"/><Relationship Id="rId21" Type="http://schemas.openxmlformats.org/officeDocument/2006/relationships/image" Target="../media/image25.png"/><Relationship Id="rId7" Type="http://schemas.openxmlformats.org/officeDocument/2006/relationships/image" Target="../media/image9.png"/><Relationship Id="rId12" Type="http://schemas.openxmlformats.org/officeDocument/2006/relationships/image" Target="../media/image22.png"/><Relationship Id="rId17" Type="http://schemas.openxmlformats.org/officeDocument/2006/relationships/image" Target="../media/image31.png"/><Relationship Id="rId25" Type="http://schemas.openxmlformats.org/officeDocument/2006/relationships/image" Target="../media/image44.png"/><Relationship Id="rId2" Type="http://schemas.openxmlformats.org/officeDocument/2006/relationships/notesSlide" Target="../notesSlides/notesSlide5.xml"/><Relationship Id="rId16" Type="http://schemas.openxmlformats.org/officeDocument/2006/relationships/image" Target="../media/image23.png"/><Relationship Id="rId20" Type="http://schemas.openxmlformats.org/officeDocument/2006/relationships/image" Target="../media/image24.png"/><Relationship Id="rId29" Type="http://schemas.openxmlformats.org/officeDocument/2006/relationships/image" Target="../media/image42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7.png"/><Relationship Id="rId11" Type="http://schemas.openxmlformats.org/officeDocument/2006/relationships/image" Target="../media/image46.png"/><Relationship Id="rId24" Type="http://schemas.openxmlformats.org/officeDocument/2006/relationships/image" Target="../media/image33.png"/><Relationship Id="rId5" Type="http://schemas.openxmlformats.org/officeDocument/2006/relationships/image" Target="../media/image8.png"/><Relationship Id="rId15" Type="http://schemas.openxmlformats.org/officeDocument/2006/relationships/image" Target="../media/image21.png"/><Relationship Id="rId23" Type="http://schemas.openxmlformats.org/officeDocument/2006/relationships/image" Target="../media/image29.png"/><Relationship Id="rId28" Type="http://schemas.openxmlformats.org/officeDocument/2006/relationships/image" Target="../media/image41.png"/><Relationship Id="rId10" Type="http://schemas.openxmlformats.org/officeDocument/2006/relationships/image" Target="../media/image38.png"/><Relationship Id="rId19" Type="http://schemas.openxmlformats.org/officeDocument/2006/relationships/image" Target="../media/image30.png"/><Relationship Id="rId4" Type="http://schemas.openxmlformats.org/officeDocument/2006/relationships/image" Target="../media/image10.png"/><Relationship Id="rId9" Type="http://schemas.openxmlformats.org/officeDocument/2006/relationships/image" Target="../media/image12.png"/><Relationship Id="rId14" Type="http://schemas.openxmlformats.org/officeDocument/2006/relationships/image" Target="../media/image27.png"/><Relationship Id="rId22" Type="http://schemas.openxmlformats.org/officeDocument/2006/relationships/image" Target="../media/image26.png"/><Relationship Id="rId27" Type="http://schemas.openxmlformats.org/officeDocument/2006/relationships/image" Target="../media/image39.png"/><Relationship Id="rId30" Type="http://schemas.openxmlformats.org/officeDocument/2006/relationships/image" Target="../media/image50.png"/></Relationships>
</file>

<file path=ppt/slides/_rels/slide36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1.png"/><Relationship Id="rId18" Type="http://schemas.openxmlformats.org/officeDocument/2006/relationships/image" Target="../media/image60.png"/><Relationship Id="rId26" Type="http://schemas.openxmlformats.org/officeDocument/2006/relationships/image" Target="../media/image68.png"/><Relationship Id="rId39" Type="http://schemas.openxmlformats.org/officeDocument/2006/relationships/image" Target="../media/image42.png"/><Relationship Id="rId21" Type="http://schemas.openxmlformats.org/officeDocument/2006/relationships/image" Target="../media/image63.png"/><Relationship Id="rId34" Type="http://schemas.openxmlformats.org/officeDocument/2006/relationships/image" Target="../media/image27.png"/><Relationship Id="rId42" Type="http://schemas.openxmlformats.org/officeDocument/2006/relationships/image" Target="../media/image73.png"/><Relationship Id="rId47" Type="http://schemas.openxmlformats.org/officeDocument/2006/relationships/image" Target="../media/image77.png"/><Relationship Id="rId50" Type="http://schemas.openxmlformats.org/officeDocument/2006/relationships/image" Target="../media/image80.png"/><Relationship Id="rId55" Type="http://schemas.openxmlformats.org/officeDocument/2006/relationships/image" Target="../media/image85.png"/><Relationship Id="rId63" Type="http://schemas.openxmlformats.org/officeDocument/2006/relationships/image" Target="../media/image9.png"/><Relationship Id="rId7" Type="http://schemas.openxmlformats.org/officeDocument/2006/relationships/image" Target="../media/image51.png"/><Relationship Id="rId2" Type="http://schemas.openxmlformats.org/officeDocument/2006/relationships/notesSlide" Target="../notesSlides/notesSlide6.xml"/><Relationship Id="rId16" Type="http://schemas.openxmlformats.org/officeDocument/2006/relationships/image" Target="../media/image59.png"/><Relationship Id="rId29" Type="http://schemas.openxmlformats.org/officeDocument/2006/relationships/image" Target="../media/image71.png"/><Relationship Id="rId11" Type="http://schemas.openxmlformats.org/officeDocument/2006/relationships/image" Target="../media/image55.png"/><Relationship Id="rId24" Type="http://schemas.openxmlformats.org/officeDocument/2006/relationships/image" Target="../media/image66.png"/><Relationship Id="rId32" Type="http://schemas.openxmlformats.org/officeDocument/2006/relationships/image" Target="../media/image25.png"/><Relationship Id="rId37" Type="http://schemas.openxmlformats.org/officeDocument/2006/relationships/image" Target="../media/image41.png"/><Relationship Id="rId40" Type="http://schemas.openxmlformats.org/officeDocument/2006/relationships/image" Target="../media/image33.png"/><Relationship Id="rId45" Type="http://schemas.openxmlformats.org/officeDocument/2006/relationships/image" Target="../media/image76.png"/><Relationship Id="rId53" Type="http://schemas.openxmlformats.org/officeDocument/2006/relationships/image" Target="../media/image83.png"/><Relationship Id="rId58" Type="http://schemas.openxmlformats.org/officeDocument/2006/relationships/image" Target="../media/image88.png"/><Relationship Id="rId5" Type="http://schemas.openxmlformats.org/officeDocument/2006/relationships/image" Target="../media/image8.png"/><Relationship Id="rId61" Type="http://schemas.openxmlformats.org/officeDocument/2006/relationships/image" Target="../media/image45.png"/><Relationship Id="rId19" Type="http://schemas.openxmlformats.org/officeDocument/2006/relationships/image" Target="../media/image61.png"/><Relationship Id="rId14" Type="http://schemas.openxmlformats.org/officeDocument/2006/relationships/image" Target="../media/image57.png"/><Relationship Id="rId22" Type="http://schemas.openxmlformats.org/officeDocument/2006/relationships/image" Target="../media/image64.png"/><Relationship Id="rId27" Type="http://schemas.openxmlformats.org/officeDocument/2006/relationships/image" Target="../media/image69.png"/><Relationship Id="rId30" Type="http://schemas.openxmlformats.org/officeDocument/2006/relationships/image" Target="../media/image38.png"/><Relationship Id="rId35" Type="http://schemas.openxmlformats.org/officeDocument/2006/relationships/image" Target="../media/image28.png"/><Relationship Id="rId43" Type="http://schemas.openxmlformats.org/officeDocument/2006/relationships/image" Target="../media/image74.png"/><Relationship Id="rId48" Type="http://schemas.openxmlformats.org/officeDocument/2006/relationships/image" Target="../media/image78.png"/><Relationship Id="rId56" Type="http://schemas.openxmlformats.org/officeDocument/2006/relationships/image" Target="../media/image86.png"/><Relationship Id="rId8" Type="http://schemas.openxmlformats.org/officeDocument/2006/relationships/image" Target="../media/image52.png"/><Relationship Id="rId51" Type="http://schemas.openxmlformats.org/officeDocument/2006/relationships/image" Target="../media/image81.png"/><Relationship Id="rId3" Type="http://schemas.openxmlformats.org/officeDocument/2006/relationships/image" Target="../media/image13.png"/><Relationship Id="rId12" Type="http://schemas.openxmlformats.org/officeDocument/2006/relationships/image" Target="../media/image56.png"/><Relationship Id="rId17" Type="http://schemas.openxmlformats.org/officeDocument/2006/relationships/image" Target="../media/image46.png"/><Relationship Id="rId25" Type="http://schemas.openxmlformats.org/officeDocument/2006/relationships/image" Target="../media/image67.png"/><Relationship Id="rId33" Type="http://schemas.openxmlformats.org/officeDocument/2006/relationships/image" Target="../media/image26.png"/><Relationship Id="rId38" Type="http://schemas.openxmlformats.org/officeDocument/2006/relationships/image" Target="../media/image47.png"/><Relationship Id="rId46" Type="http://schemas.openxmlformats.org/officeDocument/2006/relationships/image" Target="../media/image12.png"/><Relationship Id="rId59" Type="http://schemas.openxmlformats.org/officeDocument/2006/relationships/image" Target="../media/image89.png"/><Relationship Id="rId20" Type="http://schemas.openxmlformats.org/officeDocument/2006/relationships/image" Target="../media/image62.png"/><Relationship Id="rId41" Type="http://schemas.openxmlformats.org/officeDocument/2006/relationships/image" Target="../media/image72.png"/><Relationship Id="rId54" Type="http://schemas.openxmlformats.org/officeDocument/2006/relationships/image" Target="../media/image84.png"/><Relationship Id="rId62" Type="http://schemas.openxmlformats.org/officeDocument/2006/relationships/image" Target="../media/image91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7.png"/><Relationship Id="rId15" Type="http://schemas.openxmlformats.org/officeDocument/2006/relationships/image" Target="../media/image58.png"/><Relationship Id="rId23" Type="http://schemas.openxmlformats.org/officeDocument/2006/relationships/image" Target="../media/image65.png"/><Relationship Id="rId28" Type="http://schemas.openxmlformats.org/officeDocument/2006/relationships/image" Target="../media/image70.png"/><Relationship Id="rId36" Type="http://schemas.openxmlformats.org/officeDocument/2006/relationships/image" Target="../media/image39.png"/><Relationship Id="rId49" Type="http://schemas.openxmlformats.org/officeDocument/2006/relationships/image" Target="../media/image79.png"/><Relationship Id="rId57" Type="http://schemas.openxmlformats.org/officeDocument/2006/relationships/image" Target="../media/image87.png"/><Relationship Id="rId10" Type="http://schemas.openxmlformats.org/officeDocument/2006/relationships/image" Target="../media/image54.png"/><Relationship Id="rId31" Type="http://schemas.openxmlformats.org/officeDocument/2006/relationships/image" Target="../media/image24.png"/><Relationship Id="rId44" Type="http://schemas.openxmlformats.org/officeDocument/2006/relationships/image" Target="../media/image75.png"/><Relationship Id="rId52" Type="http://schemas.openxmlformats.org/officeDocument/2006/relationships/image" Target="../media/image82.png"/><Relationship Id="rId60" Type="http://schemas.openxmlformats.org/officeDocument/2006/relationships/image" Target="../media/image90.png"/><Relationship Id="rId4" Type="http://schemas.openxmlformats.org/officeDocument/2006/relationships/image" Target="../media/image10.png"/><Relationship Id="rId9" Type="http://schemas.openxmlformats.org/officeDocument/2006/relationships/image" Target="../media/image53.png"/></Relationships>
</file>

<file path=ppt/slides/_rels/slide37.xml.rels><?xml version="1.0" encoding="UTF-8" standalone="yes"?>
<Relationships xmlns="http://schemas.openxmlformats.org/package/2006/relationships"><Relationship Id="rId26" Type="http://schemas.openxmlformats.org/officeDocument/2006/relationships/image" Target="../media/image22.png"/><Relationship Id="rId21" Type="http://schemas.openxmlformats.org/officeDocument/2006/relationships/image" Target="../media/image31.png"/><Relationship Id="rId34" Type="http://schemas.openxmlformats.org/officeDocument/2006/relationships/image" Target="../media/image61.png"/><Relationship Id="rId42" Type="http://schemas.openxmlformats.org/officeDocument/2006/relationships/image" Target="../media/image85.png"/><Relationship Id="rId47" Type="http://schemas.openxmlformats.org/officeDocument/2006/relationships/image" Target="../media/image67.png"/><Relationship Id="rId50" Type="http://schemas.openxmlformats.org/officeDocument/2006/relationships/image" Target="../media/image70.png"/><Relationship Id="rId55" Type="http://schemas.openxmlformats.org/officeDocument/2006/relationships/image" Target="../media/image73.png"/><Relationship Id="rId63" Type="http://schemas.openxmlformats.org/officeDocument/2006/relationships/image" Target="../media/image57.png"/><Relationship Id="rId68" Type="http://schemas.openxmlformats.org/officeDocument/2006/relationships/image" Target="../media/image91.png"/><Relationship Id="rId7" Type="http://schemas.openxmlformats.org/officeDocument/2006/relationships/image" Target="../media/image11.png"/><Relationship Id="rId2" Type="http://schemas.openxmlformats.org/officeDocument/2006/relationships/notesSlide" Target="../notesSlides/notesSlide7.xml"/><Relationship Id="rId16" Type="http://schemas.openxmlformats.org/officeDocument/2006/relationships/image" Target="../media/image29.png"/><Relationship Id="rId29" Type="http://schemas.openxmlformats.org/officeDocument/2006/relationships/image" Target="../media/image53.png"/><Relationship Id="rId11" Type="http://schemas.openxmlformats.org/officeDocument/2006/relationships/image" Target="../media/image32.png"/><Relationship Id="rId24" Type="http://schemas.openxmlformats.org/officeDocument/2006/relationships/image" Target="../media/image23.png"/><Relationship Id="rId32" Type="http://schemas.openxmlformats.org/officeDocument/2006/relationships/image" Target="../media/image56.png"/><Relationship Id="rId37" Type="http://schemas.openxmlformats.org/officeDocument/2006/relationships/image" Target="../media/image79.png"/><Relationship Id="rId40" Type="http://schemas.openxmlformats.org/officeDocument/2006/relationships/image" Target="../media/image62.png"/><Relationship Id="rId45" Type="http://schemas.openxmlformats.org/officeDocument/2006/relationships/image" Target="../media/image65.png"/><Relationship Id="rId53" Type="http://schemas.openxmlformats.org/officeDocument/2006/relationships/image" Target="../media/image83.png"/><Relationship Id="rId58" Type="http://schemas.openxmlformats.org/officeDocument/2006/relationships/image" Target="../media/image76.png"/><Relationship Id="rId66" Type="http://schemas.openxmlformats.org/officeDocument/2006/relationships/image" Target="../media/image89.png"/><Relationship Id="rId5" Type="http://schemas.openxmlformats.org/officeDocument/2006/relationships/image" Target="../media/image8.png"/><Relationship Id="rId61" Type="http://schemas.openxmlformats.org/officeDocument/2006/relationships/image" Target="../media/image81.png"/><Relationship Id="rId19" Type="http://schemas.openxmlformats.org/officeDocument/2006/relationships/image" Target="../media/image28.png"/><Relationship Id="rId14" Type="http://schemas.openxmlformats.org/officeDocument/2006/relationships/image" Target="../media/image41.png"/><Relationship Id="rId22" Type="http://schemas.openxmlformats.org/officeDocument/2006/relationships/image" Target="../media/image25.png"/><Relationship Id="rId27" Type="http://schemas.openxmlformats.org/officeDocument/2006/relationships/image" Target="../media/image9.png"/><Relationship Id="rId30" Type="http://schemas.openxmlformats.org/officeDocument/2006/relationships/image" Target="../media/image52.png"/><Relationship Id="rId35" Type="http://schemas.openxmlformats.org/officeDocument/2006/relationships/image" Target="../media/image60.png"/><Relationship Id="rId43" Type="http://schemas.openxmlformats.org/officeDocument/2006/relationships/image" Target="../media/image86.png"/><Relationship Id="rId48" Type="http://schemas.openxmlformats.org/officeDocument/2006/relationships/image" Target="../media/image68.png"/><Relationship Id="rId56" Type="http://schemas.openxmlformats.org/officeDocument/2006/relationships/image" Target="../media/image74.png"/><Relationship Id="rId64" Type="http://schemas.openxmlformats.org/officeDocument/2006/relationships/image" Target="../media/image87.png"/><Relationship Id="rId8" Type="http://schemas.openxmlformats.org/officeDocument/2006/relationships/image" Target="../media/image12.png"/><Relationship Id="rId51" Type="http://schemas.openxmlformats.org/officeDocument/2006/relationships/image" Target="../media/image71.png"/><Relationship Id="rId3" Type="http://schemas.openxmlformats.org/officeDocument/2006/relationships/image" Target="../media/image13.png"/><Relationship Id="rId12" Type="http://schemas.openxmlformats.org/officeDocument/2006/relationships/image" Target="../media/image33.png"/><Relationship Id="rId17" Type="http://schemas.openxmlformats.org/officeDocument/2006/relationships/image" Target="../media/image26.png"/><Relationship Id="rId25" Type="http://schemas.openxmlformats.org/officeDocument/2006/relationships/image" Target="../media/image20.png"/><Relationship Id="rId33" Type="http://schemas.openxmlformats.org/officeDocument/2006/relationships/image" Target="../media/image55.png"/><Relationship Id="rId38" Type="http://schemas.openxmlformats.org/officeDocument/2006/relationships/image" Target="../media/image59.png"/><Relationship Id="rId46" Type="http://schemas.openxmlformats.org/officeDocument/2006/relationships/image" Target="../media/image66.png"/><Relationship Id="rId59" Type="http://schemas.openxmlformats.org/officeDocument/2006/relationships/image" Target="../media/image58.png"/><Relationship Id="rId67" Type="http://schemas.openxmlformats.org/officeDocument/2006/relationships/image" Target="../media/image90.png"/><Relationship Id="rId20" Type="http://schemas.openxmlformats.org/officeDocument/2006/relationships/image" Target="../media/image30.png"/><Relationship Id="rId41" Type="http://schemas.openxmlformats.org/officeDocument/2006/relationships/image" Target="../media/image63.png"/><Relationship Id="rId54" Type="http://schemas.openxmlformats.org/officeDocument/2006/relationships/image" Target="../media/image84.png"/><Relationship Id="rId62" Type="http://schemas.openxmlformats.org/officeDocument/2006/relationships/image" Target="../media/image82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7.png"/><Relationship Id="rId15" Type="http://schemas.openxmlformats.org/officeDocument/2006/relationships/image" Target="../media/image42.png"/><Relationship Id="rId23" Type="http://schemas.openxmlformats.org/officeDocument/2006/relationships/image" Target="../media/image21.png"/><Relationship Id="rId28" Type="http://schemas.openxmlformats.org/officeDocument/2006/relationships/image" Target="../media/image51.png"/><Relationship Id="rId36" Type="http://schemas.openxmlformats.org/officeDocument/2006/relationships/image" Target="../media/image78.png"/><Relationship Id="rId49" Type="http://schemas.openxmlformats.org/officeDocument/2006/relationships/image" Target="../media/image69.png"/><Relationship Id="rId57" Type="http://schemas.openxmlformats.org/officeDocument/2006/relationships/image" Target="../media/image75.png"/><Relationship Id="rId10" Type="http://schemas.openxmlformats.org/officeDocument/2006/relationships/image" Target="../media/image38.png"/><Relationship Id="rId31" Type="http://schemas.openxmlformats.org/officeDocument/2006/relationships/image" Target="../media/image54.png"/><Relationship Id="rId44" Type="http://schemas.openxmlformats.org/officeDocument/2006/relationships/image" Target="../media/image64.png"/><Relationship Id="rId52" Type="http://schemas.openxmlformats.org/officeDocument/2006/relationships/image" Target="../media/image72.png"/><Relationship Id="rId60" Type="http://schemas.openxmlformats.org/officeDocument/2006/relationships/image" Target="../media/image77.png"/><Relationship Id="rId65" Type="http://schemas.openxmlformats.org/officeDocument/2006/relationships/image" Target="../media/image88.png"/><Relationship Id="rId4" Type="http://schemas.openxmlformats.org/officeDocument/2006/relationships/image" Target="../media/image10.png"/><Relationship Id="rId9" Type="http://schemas.openxmlformats.org/officeDocument/2006/relationships/image" Target="../media/image46.png"/><Relationship Id="rId13" Type="http://schemas.openxmlformats.org/officeDocument/2006/relationships/image" Target="../media/image39.png"/><Relationship Id="rId18" Type="http://schemas.openxmlformats.org/officeDocument/2006/relationships/image" Target="../media/image27.png"/><Relationship Id="rId39" Type="http://schemas.openxmlformats.org/officeDocument/2006/relationships/image" Target="../media/image80.png"/></Relationships>
</file>

<file path=ppt/slides/_rels/slide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.png"/><Relationship Id="rId13" Type="http://schemas.openxmlformats.org/officeDocument/2006/relationships/image" Target="../media/image95.png"/><Relationship Id="rId3" Type="http://schemas.openxmlformats.org/officeDocument/2006/relationships/image" Target="../media/image7.png"/><Relationship Id="rId7" Type="http://schemas.openxmlformats.org/officeDocument/2006/relationships/image" Target="../media/image11.png"/><Relationship Id="rId12" Type="http://schemas.openxmlformats.org/officeDocument/2006/relationships/image" Target="../media/image94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0.png"/><Relationship Id="rId11" Type="http://schemas.openxmlformats.org/officeDocument/2006/relationships/image" Target="../media/image41.png"/><Relationship Id="rId5" Type="http://schemas.openxmlformats.org/officeDocument/2006/relationships/image" Target="../media/image9.png"/><Relationship Id="rId10" Type="http://schemas.openxmlformats.org/officeDocument/2006/relationships/image" Target="../media/image93.png"/><Relationship Id="rId4" Type="http://schemas.openxmlformats.org/officeDocument/2006/relationships/image" Target="../media/image8.png"/><Relationship Id="rId9" Type="http://schemas.openxmlformats.org/officeDocument/2006/relationships/image" Target="../media/image92.png"/><Relationship Id="rId14" Type="http://schemas.openxmlformats.org/officeDocument/2006/relationships/image" Target="../media/image96.png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7.jpeg"/><Relationship Id="rId1" Type="http://schemas.openxmlformats.org/officeDocument/2006/relationships/slideLayout" Target="../slideLayouts/slideLayout18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7.jpeg"/><Relationship Id="rId1" Type="http://schemas.openxmlformats.org/officeDocument/2006/relationships/slideLayout" Target="../slideLayouts/slideLayout18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7.jpeg"/><Relationship Id="rId1" Type="http://schemas.openxmlformats.org/officeDocument/2006/relationships/slideLayout" Target="../slideLayouts/slideLayout18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97.jpeg"/><Relationship Id="rId1" Type="http://schemas.openxmlformats.org/officeDocument/2006/relationships/slideLayout" Target="../slideLayouts/slideLayout18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8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.jpe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8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8.jpe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8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9.png"/><Relationship Id="rId1" Type="http://schemas.openxmlformats.org/officeDocument/2006/relationships/slideLayout" Target="../slideLayouts/slideLayout18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9.png"/><Relationship Id="rId1" Type="http://schemas.openxmlformats.org/officeDocument/2006/relationships/slideLayout" Target="../slideLayouts/slideLayout18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9.png"/><Relationship Id="rId1" Type="http://schemas.openxmlformats.org/officeDocument/2006/relationships/slideLayout" Target="../slideLayouts/slideLayout18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0.png"/><Relationship Id="rId1" Type="http://schemas.openxmlformats.org/officeDocument/2006/relationships/slideLayout" Target="../slideLayouts/slideLayout18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7.png"/><Relationship Id="rId3" Type="http://schemas.openxmlformats.org/officeDocument/2006/relationships/image" Target="../media/image102.png"/><Relationship Id="rId7" Type="http://schemas.openxmlformats.org/officeDocument/2006/relationships/image" Target="../media/image106.png"/><Relationship Id="rId2" Type="http://schemas.openxmlformats.org/officeDocument/2006/relationships/image" Target="../media/image101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05.png"/><Relationship Id="rId5" Type="http://schemas.openxmlformats.org/officeDocument/2006/relationships/image" Target="../media/image104.png"/><Relationship Id="rId4" Type="http://schemas.openxmlformats.org/officeDocument/2006/relationships/image" Target="../media/image103.png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9.png"/><Relationship Id="rId2" Type="http://schemas.openxmlformats.org/officeDocument/2006/relationships/image" Target="../media/image108.png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111.png"/><Relationship Id="rId4" Type="http://schemas.openxmlformats.org/officeDocument/2006/relationships/image" Target="../media/image110.png"/></Relationships>
</file>

<file path=ppt/slides/_rels/slide1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0.png"/><Relationship Id="rId2" Type="http://schemas.openxmlformats.org/officeDocument/2006/relationships/image" Target="../media/image108.png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111.png"/><Relationship Id="rId4" Type="http://schemas.openxmlformats.org/officeDocument/2006/relationships/image" Target="../media/image109.png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2.jpeg"/><Relationship Id="rId1" Type="http://schemas.openxmlformats.org/officeDocument/2006/relationships/slideLayout" Target="../slideLayouts/slideLayout3.xml"/></Relationships>
</file>

<file path=ppt/slides/_rels/slide1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3.jpeg"/><Relationship Id="rId1" Type="http://schemas.openxmlformats.org/officeDocument/2006/relationships/slideLayout" Target="../slideLayouts/slideLayout3.xml"/></Relationships>
</file>

<file path=ppt/slides/_rels/slide1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3.jpeg"/><Relationship Id="rId1" Type="http://schemas.openxmlformats.org/officeDocument/2006/relationships/slideLayout" Target="../slideLayouts/slideLayout3.xml"/></Relationships>
</file>

<file path=ppt/slides/_rels/slide1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3.jpeg"/><Relationship Id="rId1" Type="http://schemas.openxmlformats.org/officeDocument/2006/relationships/slideLayout" Target="../slideLayouts/slideLayout3.xml"/></Relationships>
</file>

<file path=ppt/slides/_rels/slide1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3.jpeg"/><Relationship Id="rId1" Type="http://schemas.openxmlformats.org/officeDocument/2006/relationships/slideLayout" Target="../slideLayouts/slideLayout3.xml"/></Relationships>
</file>

<file path=ppt/slides/_rels/slide1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4.jpeg"/><Relationship Id="rId1" Type="http://schemas.openxmlformats.org/officeDocument/2006/relationships/slideLayout" Target="../slideLayouts/slideLayout3.xml"/></Relationships>
</file>

<file path=ppt/slides/_rels/slide1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4.jpeg"/><Relationship Id="rId1" Type="http://schemas.openxmlformats.org/officeDocument/2006/relationships/slideLayout" Target="../slideLayouts/slideLayout3.xml"/></Relationships>
</file>

<file path=ppt/slides/_rels/slide1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4.jpeg"/><Relationship Id="rId1" Type="http://schemas.openxmlformats.org/officeDocument/2006/relationships/slideLayout" Target="../slideLayouts/slideLayout3.xml"/></Relationships>
</file>

<file path=ppt/slides/_rels/slide1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4.jpeg"/><Relationship Id="rId1" Type="http://schemas.openxmlformats.org/officeDocument/2006/relationships/slideLayout" Target="../slideLayouts/slideLayout3.xml"/></Relationships>
</file>

<file path=ppt/slides/_rels/slide1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3.jpeg"/><Relationship Id="rId1" Type="http://schemas.openxmlformats.org/officeDocument/2006/relationships/slideLayout" Target="../slideLayouts/slideLayout3.xml"/></Relationships>
</file>

<file path=ppt/slides/_rels/slide1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3" Type="http://schemas.openxmlformats.org/officeDocument/2006/relationships/image" Target="../media/image9.png"/><Relationship Id="rId7" Type="http://schemas.openxmlformats.org/officeDocument/2006/relationships/image" Target="../media/image8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33.png"/><Relationship Id="rId11" Type="http://schemas.openxmlformats.org/officeDocument/2006/relationships/image" Target="../media/image117.png"/><Relationship Id="rId5" Type="http://schemas.openxmlformats.org/officeDocument/2006/relationships/image" Target="../media/image115.png"/><Relationship Id="rId10" Type="http://schemas.openxmlformats.org/officeDocument/2006/relationships/image" Target="../media/image39.png"/><Relationship Id="rId4" Type="http://schemas.openxmlformats.org/officeDocument/2006/relationships/image" Target="../media/image34.png"/><Relationship Id="rId9" Type="http://schemas.openxmlformats.org/officeDocument/2006/relationships/image" Target="../media/image116.png"/></Relationships>
</file>

<file path=ppt/slides/_rels/slide136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3" Type="http://schemas.openxmlformats.org/officeDocument/2006/relationships/image" Target="../media/image9.png"/><Relationship Id="rId7" Type="http://schemas.openxmlformats.org/officeDocument/2006/relationships/image" Target="../media/image8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33.png"/><Relationship Id="rId5" Type="http://schemas.openxmlformats.org/officeDocument/2006/relationships/image" Target="../media/image115.png"/><Relationship Id="rId10" Type="http://schemas.openxmlformats.org/officeDocument/2006/relationships/image" Target="../media/image117.png"/><Relationship Id="rId4" Type="http://schemas.openxmlformats.org/officeDocument/2006/relationships/image" Target="../media/image34.png"/><Relationship Id="rId9" Type="http://schemas.openxmlformats.org/officeDocument/2006/relationships/image" Target="../media/image116.png"/></Relationships>
</file>

<file path=ppt/slides/_rels/slide137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3" Type="http://schemas.openxmlformats.org/officeDocument/2006/relationships/image" Target="../media/image9.png"/><Relationship Id="rId7" Type="http://schemas.openxmlformats.org/officeDocument/2006/relationships/image" Target="../media/image8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33.png"/><Relationship Id="rId5" Type="http://schemas.openxmlformats.org/officeDocument/2006/relationships/image" Target="../media/image115.png"/><Relationship Id="rId10" Type="http://schemas.openxmlformats.org/officeDocument/2006/relationships/image" Target="../media/image117.png"/><Relationship Id="rId4" Type="http://schemas.openxmlformats.org/officeDocument/2006/relationships/image" Target="../media/image39.png"/><Relationship Id="rId9" Type="http://schemas.openxmlformats.org/officeDocument/2006/relationships/image" Target="../media/image116.png"/></Relationships>
</file>

<file path=ppt/slides/_rels/slide1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3.xml"/></Relationships>
</file>

<file path=ppt/slides/_rels/slide1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标题 11"/>
          <p:cNvSpPr>
            <a:spLocks noGrp="1"/>
          </p:cNvSpPr>
          <p:nvPr>
            <p:ph type="title"/>
          </p:nvPr>
        </p:nvSpPr>
        <p:spPr>
          <a:xfrm>
            <a:off x="2719705" y="3857271"/>
            <a:ext cx="7350125" cy="652780"/>
          </a:xfrm>
        </p:spPr>
        <p:txBody>
          <a:bodyPr>
            <a:normAutofit/>
          </a:bodyPr>
          <a:lstStyle/>
          <a:p>
            <a:pPr algn="ctr"/>
            <a:r>
              <a:rPr lang="zh-CN" altLang="en-US" dirty="0"/>
              <a:t>算法设计与分析</a:t>
            </a:r>
            <a:endParaRPr lang="zh-CN" altLang="en-US" dirty="0">
              <a:solidFill>
                <a:srgbClr val="005D96"/>
              </a:solidFill>
            </a:endParaRPr>
          </a:p>
        </p:txBody>
      </p:sp>
      <p:grpSp>
        <p:nvGrpSpPr>
          <p:cNvPr id="37" name="组合 36"/>
          <p:cNvGrpSpPr/>
          <p:nvPr/>
        </p:nvGrpSpPr>
        <p:grpSpPr>
          <a:xfrm>
            <a:off x="2704260" y="5219564"/>
            <a:ext cx="6783480" cy="99986"/>
            <a:chOff x="628656" y="974915"/>
            <a:chExt cx="11038056" cy="24702"/>
          </a:xfrm>
        </p:grpSpPr>
        <p:cxnSp>
          <p:nvCxnSpPr>
            <p:cNvPr id="40" name="直接连接符 39"/>
            <p:cNvCxnSpPr/>
            <p:nvPr/>
          </p:nvCxnSpPr>
          <p:spPr>
            <a:xfrm>
              <a:off x="628656" y="975360"/>
              <a:ext cx="8627657" cy="0"/>
            </a:xfrm>
            <a:prstGeom prst="line">
              <a:avLst/>
            </a:prstGeom>
            <a:ln w="19050">
              <a:solidFill>
                <a:srgbClr val="005D96"/>
              </a:solidFill>
            </a:ln>
          </p:spPr>
          <p:style>
            <a:lnRef idx="3">
              <a:schemeClr val="accent1"/>
            </a:lnRef>
            <a:fillRef idx="0">
              <a:schemeClr val="accent1"/>
            </a:fillRef>
            <a:effectRef idx="2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接连接符 46"/>
            <p:cNvCxnSpPr/>
            <p:nvPr/>
          </p:nvCxnSpPr>
          <p:spPr>
            <a:xfrm flipH="1">
              <a:off x="9233073" y="974915"/>
              <a:ext cx="23240" cy="24702"/>
            </a:xfrm>
            <a:prstGeom prst="line">
              <a:avLst/>
            </a:prstGeom>
            <a:ln w="19050" cap="rnd">
              <a:solidFill>
                <a:srgbClr val="005D9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直接连接符 50"/>
            <p:cNvCxnSpPr/>
            <p:nvPr/>
          </p:nvCxnSpPr>
          <p:spPr>
            <a:xfrm flipV="1">
              <a:off x="9233070" y="975360"/>
              <a:ext cx="189380" cy="24257"/>
            </a:xfrm>
            <a:prstGeom prst="line">
              <a:avLst/>
            </a:prstGeom>
            <a:ln w="19050" cap="rnd">
              <a:solidFill>
                <a:srgbClr val="005D96"/>
              </a:solidFill>
              <a:miter lim="800000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接连接符 51"/>
            <p:cNvCxnSpPr/>
            <p:nvPr/>
          </p:nvCxnSpPr>
          <p:spPr>
            <a:xfrm>
              <a:off x="9422450" y="975360"/>
              <a:ext cx="2244262" cy="0"/>
            </a:xfrm>
            <a:prstGeom prst="line">
              <a:avLst/>
            </a:prstGeom>
            <a:ln w="19050">
              <a:solidFill>
                <a:srgbClr val="005D9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95" name="直接连接符 94"/>
          <p:cNvCxnSpPr/>
          <p:nvPr/>
        </p:nvCxnSpPr>
        <p:spPr>
          <a:xfrm flipV="1">
            <a:off x="2784475" y="5848350"/>
            <a:ext cx="0" cy="265430"/>
          </a:xfrm>
          <a:prstGeom prst="line">
            <a:avLst/>
          </a:prstGeom>
          <a:ln w="28575" cap="rnd">
            <a:solidFill>
              <a:srgbClr val="005D9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直接连接符 95"/>
          <p:cNvCxnSpPr/>
          <p:nvPr/>
        </p:nvCxnSpPr>
        <p:spPr>
          <a:xfrm flipV="1">
            <a:off x="2861310" y="5895340"/>
            <a:ext cx="0" cy="170180"/>
          </a:xfrm>
          <a:prstGeom prst="line">
            <a:avLst/>
          </a:prstGeom>
          <a:ln w="28575" cap="rnd">
            <a:solidFill>
              <a:srgbClr val="005D96">
                <a:alpha val="60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7" name="直接连接符 96"/>
          <p:cNvCxnSpPr/>
          <p:nvPr/>
        </p:nvCxnSpPr>
        <p:spPr>
          <a:xfrm rot="16200000">
            <a:off x="2880995" y="5981065"/>
            <a:ext cx="113665" cy="0"/>
          </a:xfrm>
          <a:prstGeom prst="line">
            <a:avLst/>
          </a:prstGeom>
          <a:ln w="28575" cap="rnd">
            <a:solidFill>
              <a:srgbClr val="005D96">
                <a:alpha val="30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5" name="组合 34"/>
          <p:cNvGrpSpPr/>
          <p:nvPr/>
        </p:nvGrpSpPr>
        <p:grpSpPr>
          <a:xfrm>
            <a:off x="3161491" y="5800840"/>
            <a:ext cx="5933868" cy="367111"/>
            <a:chOff x="3517041" y="5800840"/>
            <a:chExt cx="5082917" cy="367111"/>
          </a:xfrm>
        </p:grpSpPr>
        <p:sp>
          <p:nvSpPr>
            <p:cNvPr id="36" name="文本框 35"/>
            <p:cNvSpPr txBox="1"/>
            <p:nvPr/>
          </p:nvSpPr>
          <p:spPr>
            <a:xfrm>
              <a:off x="3826448" y="5856877"/>
              <a:ext cx="2349253" cy="283476"/>
            </a:xfrm>
            <a:prstGeom prst="rect">
              <a:avLst/>
            </a:prstGeom>
            <a:noFill/>
          </p:spPr>
          <p:txBody>
            <a:bodyPr wrap="square" lIns="0" tIns="0" rIns="0" bIns="0" rtlCol="0" anchor="b">
              <a:spAutoFit/>
            </a:bodyPr>
            <a:lstStyle/>
            <a:p>
              <a:pPr lvl="0" algn="r">
                <a:lnSpc>
                  <a:spcPct val="110000"/>
                </a:lnSpc>
                <a:defRPr/>
              </a:pPr>
              <a:r>
                <a:rPr lang="zh-CN" altLang="en-US" dirty="0">
                  <a:solidFill>
                    <a:srgbClr val="005D96"/>
                  </a:solidFill>
                  <a:latin typeface="方正大标宋简体" panose="02010601030101010101" pitchFamily="2" charset="-122"/>
                  <a:ea typeface="方正大标宋简体" panose="02010601030101010101" pitchFamily="2" charset="-122"/>
                </a:rPr>
                <a:t>开课专业班级：软件</a:t>
              </a:r>
              <a:r>
                <a:rPr lang="en-US" altLang="zh-CN" dirty="0">
                  <a:solidFill>
                    <a:srgbClr val="005D96"/>
                  </a:solidFill>
                  <a:latin typeface="方正大标宋简体" panose="02010601030101010101" pitchFamily="2" charset="-122"/>
                  <a:ea typeface="方正大标宋简体" panose="02010601030101010101" pitchFamily="2" charset="-122"/>
                </a:rPr>
                <a:t>211-3</a:t>
              </a:r>
              <a:r>
                <a:rPr kumimoji="0" lang="zh-CN" altLang="en-US" b="0" i="0" u="none" strike="noStrike" kern="1200" cap="none" spc="0" normalizeH="0" baseline="0" noProof="0" dirty="0">
                  <a:ln>
                    <a:noFill/>
                  </a:ln>
                  <a:solidFill>
                    <a:srgbClr val="005D96"/>
                  </a:solidFill>
                  <a:effectLst/>
                  <a:uLnTx/>
                  <a:uFillTx/>
                  <a:latin typeface="方正大标宋简体" panose="02010601030101010101" pitchFamily="2" charset="-122"/>
                  <a:ea typeface="方正大标宋简体" panose="02010601030101010101" pitchFamily="2" charset="-122"/>
                </a:rPr>
                <a:t> </a:t>
              </a:r>
            </a:p>
          </p:txBody>
        </p:sp>
        <p:sp>
          <p:nvSpPr>
            <p:cNvPr id="38" name="文本框 37"/>
            <p:cNvSpPr txBox="1"/>
            <p:nvPr/>
          </p:nvSpPr>
          <p:spPr>
            <a:xfrm>
              <a:off x="6830089" y="5810965"/>
              <a:ext cx="1769869" cy="314894"/>
            </a:xfrm>
            <a:prstGeom prst="rect">
              <a:avLst/>
            </a:prstGeom>
            <a:noFill/>
          </p:spPr>
          <p:txBody>
            <a:bodyPr wrap="square" lIns="0" tIns="0" rIns="0" bIns="0" rtlCol="0" anchor="b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lang="zh-CN" altLang="en-US" dirty="0">
                  <a:solidFill>
                    <a:srgbClr val="005D96"/>
                  </a:solidFill>
                  <a:latin typeface="方正大标宋简体" panose="02010601030101010101" pitchFamily="2" charset="-122"/>
                  <a:ea typeface="方正大标宋简体" panose="02010601030101010101" pitchFamily="2" charset="-122"/>
                </a:rPr>
                <a:t>开课教师：</a:t>
              </a:r>
              <a:r>
                <a:rPr lang="zh-CN" altLang="en-US" sz="2000" dirty="0">
                  <a:solidFill>
                    <a:srgbClr val="005D96"/>
                  </a:solidFill>
                  <a:latin typeface="方正大标宋简体" panose="02010601030101010101" pitchFamily="2" charset="-122"/>
                  <a:ea typeface="方正大标宋简体" panose="02010601030101010101" pitchFamily="2" charset="-122"/>
                </a:rPr>
                <a:t>赵浩然</a:t>
              </a:r>
            </a:p>
          </p:txBody>
        </p:sp>
        <p:sp>
          <p:nvSpPr>
            <p:cNvPr id="39" name="graduate_57239"/>
            <p:cNvSpPr>
              <a:spLocks noChangeAspect="1"/>
            </p:cNvSpPr>
            <p:nvPr/>
          </p:nvSpPr>
          <p:spPr bwMode="auto">
            <a:xfrm>
              <a:off x="3517041" y="5800840"/>
              <a:ext cx="247420" cy="360000"/>
            </a:xfrm>
            <a:custGeom>
              <a:avLst/>
              <a:gdLst>
                <a:gd name="connsiteX0" fmla="*/ 142468 w 412043"/>
                <a:gd name="connsiteY0" fmla="*/ 396851 h 599527"/>
                <a:gd name="connsiteX1" fmla="*/ 153964 w 412043"/>
                <a:gd name="connsiteY1" fmla="*/ 405753 h 599527"/>
                <a:gd name="connsiteX2" fmla="*/ 144814 w 412043"/>
                <a:gd name="connsiteY2" fmla="*/ 585910 h 599527"/>
                <a:gd name="connsiteX3" fmla="*/ 135898 w 412043"/>
                <a:gd name="connsiteY3" fmla="*/ 595046 h 599527"/>
                <a:gd name="connsiteX4" fmla="*/ 15768 w 412043"/>
                <a:gd name="connsiteY4" fmla="*/ 599498 h 599527"/>
                <a:gd name="connsiteX5" fmla="*/ 6383 w 412043"/>
                <a:gd name="connsiteY5" fmla="*/ 590127 h 599527"/>
                <a:gd name="connsiteX6" fmla="*/ 142468 w 412043"/>
                <a:gd name="connsiteY6" fmla="*/ 396851 h 599527"/>
                <a:gd name="connsiteX7" fmla="*/ 275305 w 412043"/>
                <a:gd name="connsiteY7" fmla="*/ 271238 h 599527"/>
                <a:gd name="connsiteX8" fmla="*/ 222034 w 412043"/>
                <a:gd name="connsiteY8" fmla="*/ 284828 h 599527"/>
                <a:gd name="connsiteX9" fmla="*/ 158437 w 412043"/>
                <a:gd name="connsiteY9" fmla="*/ 287640 h 599527"/>
                <a:gd name="connsiteX10" fmla="*/ 99299 w 412043"/>
                <a:gd name="connsiteY10" fmla="*/ 277096 h 599527"/>
                <a:gd name="connsiteX11" fmla="*/ 205137 w 412043"/>
                <a:gd name="connsiteY11" fmla="*/ 392382 h 599527"/>
                <a:gd name="connsiteX12" fmla="*/ 312148 w 412043"/>
                <a:gd name="connsiteY12" fmla="*/ 309432 h 599527"/>
                <a:gd name="connsiteX13" fmla="*/ 305108 w 412043"/>
                <a:gd name="connsiteY13" fmla="*/ 310604 h 599527"/>
                <a:gd name="connsiteX14" fmla="*/ 275305 w 412043"/>
                <a:gd name="connsiteY14" fmla="*/ 271238 h 599527"/>
                <a:gd name="connsiteX15" fmla="*/ 93667 w 412043"/>
                <a:gd name="connsiteY15" fmla="*/ 210314 h 599527"/>
                <a:gd name="connsiteX16" fmla="*/ 93667 w 412043"/>
                <a:gd name="connsiteY16" fmla="*/ 212892 h 599527"/>
                <a:gd name="connsiteX17" fmla="*/ 100003 w 412043"/>
                <a:gd name="connsiteY17" fmla="*/ 213595 h 599527"/>
                <a:gd name="connsiteX18" fmla="*/ 93667 w 412043"/>
                <a:gd name="connsiteY18" fmla="*/ 210314 h 599527"/>
                <a:gd name="connsiteX19" fmla="*/ 80202 w 412043"/>
                <a:gd name="connsiteY19" fmla="*/ 186355 h 599527"/>
                <a:gd name="connsiteX20" fmla="*/ 89443 w 412043"/>
                <a:gd name="connsiteY20" fmla="*/ 186413 h 599527"/>
                <a:gd name="connsiteX21" fmla="*/ 269203 w 412043"/>
                <a:gd name="connsiteY21" fmla="*/ 193209 h 599527"/>
                <a:gd name="connsiteX22" fmla="*/ 279059 w 412043"/>
                <a:gd name="connsiteY22" fmla="*/ 193209 h 599527"/>
                <a:gd name="connsiteX23" fmla="*/ 284222 w 412043"/>
                <a:gd name="connsiteY23" fmla="*/ 197661 h 599527"/>
                <a:gd name="connsiteX24" fmla="*/ 288681 w 412043"/>
                <a:gd name="connsiteY24" fmla="*/ 255304 h 599527"/>
                <a:gd name="connsiteX25" fmla="*/ 312383 w 412043"/>
                <a:gd name="connsiteY25" fmla="*/ 289280 h 599527"/>
                <a:gd name="connsiteX26" fmla="*/ 314965 w 412043"/>
                <a:gd name="connsiteY26" fmla="*/ 201175 h 599527"/>
                <a:gd name="connsiteX27" fmla="*/ 330688 w 412043"/>
                <a:gd name="connsiteY27" fmla="*/ 199067 h 599527"/>
                <a:gd name="connsiteX28" fmla="*/ 260051 w 412043"/>
                <a:gd name="connsiteY28" fmla="*/ 401287 h 599527"/>
                <a:gd name="connsiteX29" fmla="*/ 263102 w 412043"/>
                <a:gd name="connsiteY29" fmla="*/ 401990 h 599527"/>
                <a:gd name="connsiteX30" fmla="*/ 401325 w 412043"/>
                <a:gd name="connsiteY30" fmla="*/ 590150 h 599527"/>
                <a:gd name="connsiteX31" fmla="*/ 389591 w 412043"/>
                <a:gd name="connsiteY31" fmla="*/ 599289 h 599527"/>
                <a:gd name="connsiteX32" fmla="*/ 262867 w 412043"/>
                <a:gd name="connsiteY32" fmla="*/ 595071 h 599527"/>
                <a:gd name="connsiteX33" fmla="*/ 253480 w 412043"/>
                <a:gd name="connsiteY33" fmla="*/ 585698 h 599527"/>
                <a:gd name="connsiteX34" fmla="*/ 247144 w 412043"/>
                <a:gd name="connsiteY34" fmla="*/ 414643 h 599527"/>
                <a:gd name="connsiteX35" fmla="*/ 248786 w 412043"/>
                <a:gd name="connsiteY35" fmla="*/ 410660 h 599527"/>
                <a:gd name="connsiteX36" fmla="*/ 251603 w 412043"/>
                <a:gd name="connsiteY36" fmla="*/ 404802 h 599527"/>
                <a:gd name="connsiteX37" fmla="*/ 205137 w 412043"/>
                <a:gd name="connsiteY37" fmla="*/ 410894 h 599527"/>
                <a:gd name="connsiteX38" fmla="*/ 75362 w 412043"/>
                <a:gd name="connsiteY38" fmla="*/ 194380 h 599527"/>
                <a:gd name="connsiteX39" fmla="*/ 80202 w 412043"/>
                <a:gd name="connsiteY39" fmla="*/ 186355 h 599527"/>
                <a:gd name="connsiteX40" fmla="*/ 204675 w 412043"/>
                <a:gd name="connsiteY40" fmla="*/ 1071 h 599527"/>
                <a:gd name="connsiteX41" fmla="*/ 297143 w 412043"/>
                <a:gd name="connsiteY41" fmla="*/ 36212 h 599527"/>
                <a:gd name="connsiteX42" fmla="*/ 407917 w 412043"/>
                <a:gd name="connsiteY42" fmla="*/ 88689 h 599527"/>
                <a:gd name="connsiteX43" fmla="*/ 405335 w 412043"/>
                <a:gd name="connsiteY43" fmla="*/ 105790 h 599527"/>
                <a:gd name="connsiteX44" fmla="*/ 367785 w 412043"/>
                <a:gd name="connsiteY44" fmla="*/ 126172 h 599527"/>
                <a:gd name="connsiteX45" fmla="*/ 313102 w 412043"/>
                <a:gd name="connsiteY45" fmla="*/ 136948 h 599527"/>
                <a:gd name="connsiteX46" fmla="*/ 200216 w 412043"/>
                <a:gd name="connsiteY46" fmla="*/ 93608 h 599527"/>
                <a:gd name="connsiteX47" fmla="*/ 282123 w 412043"/>
                <a:gd name="connsiteY47" fmla="*/ 147256 h 599527"/>
                <a:gd name="connsiteX48" fmla="*/ 285643 w 412043"/>
                <a:gd name="connsiteY48" fmla="*/ 153347 h 599527"/>
                <a:gd name="connsiteX49" fmla="*/ 285174 w 412043"/>
                <a:gd name="connsiteY49" fmla="*/ 165530 h 599527"/>
                <a:gd name="connsiteX50" fmla="*/ 172757 w 412043"/>
                <a:gd name="connsiteY50" fmla="*/ 198328 h 599527"/>
                <a:gd name="connsiteX51" fmla="*/ 8474 w 412043"/>
                <a:gd name="connsiteY51" fmla="*/ 110242 h 599527"/>
                <a:gd name="connsiteX52" fmla="*/ 3310 w 412043"/>
                <a:gd name="connsiteY52" fmla="*/ 97122 h 599527"/>
                <a:gd name="connsiteX53" fmla="*/ 113146 w 412043"/>
                <a:gd name="connsiteY53" fmla="*/ 45114 h 599527"/>
                <a:gd name="connsiteX54" fmla="*/ 204675 w 412043"/>
                <a:gd name="connsiteY54" fmla="*/ 1071 h 599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412043" h="599527">
                  <a:moveTo>
                    <a:pt x="142468" y="396851"/>
                  </a:moveTo>
                  <a:cubicBezTo>
                    <a:pt x="148333" y="395679"/>
                    <a:pt x="153730" y="399662"/>
                    <a:pt x="153964" y="405753"/>
                  </a:cubicBezTo>
                  <a:cubicBezTo>
                    <a:pt x="156545" y="464556"/>
                    <a:pt x="165461" y="529215"/>
                    <a:pt x="144814" y="585910"/>
                  </a:cubicBezTo>
                  <a:cubicBezTo>
                    <a:pt x="145048" y="590595"/>
                    <a:pt x="142233" y="595515"/>
                    <a:pt x="135898" y="595046"/>
                  </a:cubicBezTo>
                  <a:cubicBezTo>
                    <a:pt x="95776" y="591532"/>
                    <a:pt x="55889" y="595046"/>
                    <a:pt x="15768" y="599498"/>
                  </a:cubicBezTo>
                  <a:cubicBezTo>
                    <a:pt x="10606" y="599966"/>
                    <a:pt x="6383" y="594812"/>
                    <a:pt x="6383" y="590127"/>
                  </a:cubicBezTo>
                  <a:cubicBezTo>
                    <a:pt x="5913" y="512348"/>
                    <a:pt x="62224" y="414655"/>
                    <a:pt x="142468" y="396851"/>
                  </a:cubicBezTo>
                  <a:close/>
                  <a:moveTo>
                    <a:pt x="275305" y="271238"/>
                  </a:moveTo>
                  <a:cubicBezTo>
                    <a:pt x="260285" y="280845"/>
                    <a:pt x="239165" y="282251"/>
                    <a:pt x="222034" y="284828"/>
                  </a:cubicBezTo>
                  <a:cubicBezTo>
                    <a:pt x="201148" y="287875"/>
                    <a:pt x="179557" y="289280"/>
                    <a:pt x="158437" y="287640"/>
                  </a:cubicBezTo>
                  <a:cubicBezTo>
                    <a:pt x="143887" y="286469"/>
                    <a:pt x="116899" y="285531"/>
                    <a:pt x="99299" y="277096"/>
                  </a:cubicBezTo>
                  <a:cubicBezTo>
                    <a:pt x="110329" y="336145"/>
                    <a:pt x="139663" y="391679"/>
                    <a:pt x="205137" y="392382"/>
                  </a:cubicBezTo>
                  <a:cubicBezTo>
                    <a:pt x="262163" y="392851"/>
                    <a:pt x="296895" y="356062"/>
                    <a:pt x="312148" y="309432"/>
                  </a:cubicBezTo>
                  <a:cubicBezTo>
                    <a:pt x="310036" y="310135"/>
                    <a:pt x="307690" y="310604"/>
                    <a:pt x="305108" y="310604"/>
                  </a:cubicBezTo>
                  <a:cubicBezTo>
                    <a:pt x="287977" y="310604"/>
                    <a:pt x="279294" y="293030"/>
                    <a:pt x="275305" y="271238"/>
                  </a:cubicBezTo>
                  <a:close/>
                  <a:moveTo>
                    <a:pt x="93667" y="210314"/>
                  </a:moveTo>
                  <a:cubicBezTo>
                    <a:pt x="93667" y="211251"/>
                    <a:pt x="93667" y="212189"/>
                    <a:pt x="93667" y="212892"/>
                  </a:cubicBezTo>
                  <a:cubicBezTo>
                    <a:pt x="95779" y="213126"/>
                    <a:pt x="97891" y="213360"/>
                    <a:pt x="100003" y="213595"/>
                  </a:cubicBezTo>
                  <a:cubicBezTo>
                    <a:pt x="97891" y="212423"/>
                    <a:pt x="95779" y="211486"/>
                    <a:pt x="93667" y="210314"/>
                  </a:cubicBezTo>
                  <a:close/>
                  <a:moveTo>
                    <a:pt x="80202" y="186355"/>
                  </a:moveTo>
                  <a:cubicBezTo>
                    <a:pt x="82872" y="184714"/>
                    <a:pt x="86275" y="184422"/>
                    <a:pt x="89443" y="186413"/>
                  </a:cubicBezTo>
                  <a:cubicBezTo>
                    <a:pt x="144356" y="220156"/>
                    <a:pt x="213820" y="232340"/>
                    <a:pt x="269203" y="193209"/>
                  </a:cubicBezTo>
                  <a:cubicBezTo>
                    <a:pt x="272958" y="190397"/>
                    <a:pt x="276713" y="191100"/>
                    <a:pt x="279059" y="193209"/>
                  </a:cubicBezTo>
                  <a:cubicBezTo>
                    <a:pt x="281641" y="192271"/>
                    <a:pt x="284692" y="194380"/>
                    <a:pt x="284222" y="197661"/>
                  </a:cubicBezTo>
                  <a:cubicBezTo>
                    <a:pt x="281876" y="216172"/>
                    <a:pt x="285630" y="237261"/>
                    <a:pt x="288681" y="255304"/>
                  </a:cubicBezTo>
                  <a:cubicBezTo>
                    <a:pt x="289620" y="261162"/>
                    <a:pt x="304404" y="314587"/>
                    <a:pt x="312383" y="289280"/>
                  </a:cubicBezTo>
                  <a:cubicBezTo>
                    <a:pt x="321301" y="261162"/>
                    <a:pt x="315434" y="229997"/>
                    <a:pt x="314965" y="201175"/>
                  </a:cubicBezTo>
                  <a:cubicBezTo>
                    <a:pt x="314730" y="192037"/>
                    <a:pt x="328341" y="190397"/>
                    <a:pt x="330688" y="199067"/>
                  </a:cubicBezTo>
                  <a:cubicBezTo>
                    <a:pt x="349227" y="270300"/>
                    <a:pt x="328576" y="369887"/>
                    <a:pt x="260051" y="401287"/>
                  </a:cubicBezTo>
                  <a:cubicBezTo>
                    <a:pt x="261224" y="401287"/>
                    <a:pt x="262163" y="401521"/>
                    <a:pt x="263102" y="401990"/>
                  </a:cubicBezTo>
                  <a:cubicBezTo>
                    <a:pt x="332330" y="431983"/>
                    <a:pt x="406018" y="510481"/>
                    <a:pt x="401325" y="590150"/>
                  </a:cubicBezTo>
                  <a:cubicBezTo>
                    <a:pt x="401090" y="596711"/>
                    <a:pt x="395693" y="600226"/>
                    <a:pt x="389591" y="599289"/>
                  </a:cubicBezTo>
                  <a:cubicBezTo>
                    <a:pt x="347584" y="591790"/>
                    <a:pt x="305108" y="600460"/>
                    <a:pt x="262867" y="595071"/>
                  </a:cubicBezTo>
                  <a:cubicBezTo>
                    <a:pt x="257704" y="594368"/>
                    <a:pt x="253480" y="591322"/>
                    <a:pt x="253480" y="585698"/>
                  </a:cubicBezTo>
                  <a:cubicBezTo>
                    <a:pt x="252776" y="529226"/>
                    <a:pt x="239634" y="471115"/>
                    <a:pt x="247144" y="414643"/>
                  </a:cubicBezTo>
                  <a:cubicBezTo>
                    <a:pt x="247378" y="413003"/>
                    <a:pt x="248082" y="411831"/>
                    <a:pt x="248786" y="410660"/>
                  </a:cubicBezTo>
                  <a:cubicBezTo>
                    <a:pt x="249021" y="408551"/>
                    <a:pt x="249960" y="406442"/>
                    <a:pt x="251603" y="404802"/>
                  </a:cubicBezTo>
                  <a:cubicBezTo>
                    <a:pt x="237757" y="409722"/>
                    <a:pt x="222268" y="411831"/>
                    <a:pt x="205137" y="410894"/>
                  </a:cubicBezTo>
                  <a:cubicBezTo>
                    <a:pt x="96248" y="404802"/>
                    <a:pt x="70903" y="284360"/>
                    <a:pt x="75362" y="194380"/>
                  </a:cubicBezTo>
                  <a:cubicBezTo>
                    <a:pt x="75597" y="190983"/>
                    <a:pt x="77533" y="187995"/>
                    <a:pt x="80202" y="186355"/>
                  </a:cubicBezTo>
                  <a:close/>
                  <a:moveTo>
                    <a:pt x="204675" y="1071"/>
                  </a:moveTo>
                  <a:cubicBezTo>
                    <a:pt x="234481" y="-6191"/>
                    <a:pt x="272031" y="25435"/>
                    <a:pt x="297143" y="36212"/>
                  </a:cubicBezTo>
                  <a:cubicBezTo>
                    <a:pt x="334459" y="52142"/>
                    <a:pt x="374121" y="65730"/>
                    <a:pt x="407917" y="88689"/>
                  </a:cubicBezTo>
                  <a:cubicBezTo>
                    <a:pt x="415192" y="93843"/>
                    <a:pt x="411907" y="104150"/>
                    <a:pt x="405335" y="105790"/>
                  </a:cubicBezTo>
                  <a:cubicBezTo>
                    <a:pt x="398295" y="117035"/>
                    <a:pt x="379519" y="122189"/>
                    <a:pt x="367785" y="126172"/>
                  </a:cubicBezTo>
                  <a:cubicBezTo>
                    <a:pt x="351122" y="132029"/>
                    <a:pt x="331173" y="139291"/>
                    <a:pt x="313102" y="136948"/>
                  </a:cubicBezTo>
                  <a:cubicBezTo>
                    <a:pt x="271562" y="131092"/>
                    <a:pt x="243164" y="83769"/>
                    <a:pt x="200216" y="93608"/>
                  </a:cubicBezTo>
                  <a:cubicBezTo>
                    <a:pt x="211481" y="122658"/>
                    <a:pt x="255368" y="139760"/>
                    <a:pt x="282123" y="147256"/>
                  </a:cubicBezTo>
                  <a:cubicBezTo>
                    <a:pt x="285174" y="148193"/>
                    <a:pt x="286113" y="150770"/>
                    <a:pt x="285643" y="153347"/>
                  </a:cubicBezTo>
                  <a:cubicBezTo>
                    <a:pt x="288459" y="156627"/>
                    <a:pt x="289398" y="161547"/>
                    <a:pt x="285174" y="165530"/>
                  </a:cubicBezTo>
                  <a:cubicBezTo>
                    <a:pt x="254899" y="193408"/>
                    <a:pt x="213358" y="214961"/>
                    <a:pt x="172757" y="198328"/>
                  </a:cubicBezTo>
                  <a:cubicBezTo>
                    <a:pt x="115493" y="174666"/>
                    <a:pt x="65738" y="134840"/>
                    <a:pt x="8474" y="110242"/>
                  </a:cubicBezTo>
                  <a:cubicBezTo>
                    <a:pt x="728" y="112584"/>
                    <a:pt x="-3261" y="101339"/>
                    <a:pt x="3310" y="97122"/>
                  </a:cubicBezTo>
                  <a:cubicBezTo>
                    <a:pt x="37341" y="75569"/>
                    <a:pt x="76769" y="61982"/>
                    <a:pt x="113146" y="45114"/>
                  </a:cubicBezTo>
                  <a:cubicBezTo>
                    <a:pt x="142482" y="31526"/>
                    <a:pt x="173226" y="8568"/>
                    <a:pt x="204675" y="1071"/>
                  </a:cubicBezTo>
                  <a:close/>
                </a:path>
              </a:pathLst>
            </a:custGeom>
            <a:solidFill>
              <a:srgbClr val="005D96"/>
            </a:solidFill>
            <a:ln>
              <a:noFill/>
            </a:ln>
          </p:spPr>
          <p:txBody>
            <a:bodyPr/>
            <a:lstStyle/>
            <a:p>
              <a:endParaRPr lang="zh-CN" altLang="en-US" dirty="0">
                <a:solidFill>
                  <a:schemeClr val="accent4"/>
                </a:solidFill>
              </a:endParaRPr>
            </a:p>
          </p:txBody>
        </p:sp>
        <p:sp>
          <p:nvSpPr>
            <p:cNvPr id="45" name="professor_53644"/>
            <p:cNvSpPr>
              <a:spLocks noChangeAspect="1"/>
            </p:cNvSpPr>
            <p:nvPr/>
          </p:nvSpPr>
          <p:spPr bwMode="auto">
            <a:xfrm>
              <a:off x="6601606" y="5807951"/>
              <a:ext cx="254137" cy="360000"/>
            </a:xfrm>
            <a:custGeom>
              <a:avLst/>
              <a:gdLst>
                <a:gd name="connsiteX0" fmla="*/ 274879 w 424808"/>
                <a:gd name="connsiteY0" fmla="*/ 445205 h 601764"/>
                <a:gd name="connsiteX1" fmla="*/ 274879 w 424808"/>
                <a:gd name="connsiteY1" fmla="*/ 470531 h 601764"/>
                <a:gd name="connsiteX2" fmla="*/ 332512 w 424808"/>
                <a:gd name="connsiteY2" fmla="*/ 470531 h 601764"/>
                <a:gd name="connsiteX3" fmla="*/ 332512 w 424808"/>
                <a:gd name="connsiteY3" fmla="*/ 445205 h 601764"/>
                <a:gd name="connsiteX4" fmla="*/ 107051 w 424808"/>
                <a:gd name="connsiteY4" fmla="*/ 280818 h 601764"/>
                <a:gd name="connsiteX5" fmla="*/ 183588 w 424808"/>
                <a:gd name="connsiteY5" fmla="*/ 420340 h 601764"/>
                <a:gd name="connsiteX6" fmla="*/ 191426 w 424808"/>
                <a:gd name="connsiteY6" fmla="*/ 393633 h 601764"/>
                <a:gd name="connsiteX7" fmla="*/ 179899 w 424808"/>
                <a:gd name="connsiteY7" fmla="*/ 369228 h 601764"/>
                <a:gd name="connsiteX8" fmla="*/ 212174 w 424808"/>
                <a:gd name="connsiteY8" fmla="*/ 336074 h 601764"/>
                <a:gd name="connsiteX9" fmla="*/ 244910 w 424808"/>
                <a:gd name="connsiteY9" fmla="*/ 369228 h 601764"/>
                <a:gd name="connsiteX10" fmla="*/ 233383 w 424808"/>
                <a:gd name="connsiteY10" fmla="*/ 393633 h 601764"/>
                <a:gd name="connsiteX11" fmla="*/ 240760 w 424808"/>
                <a:gd name="connsiteY11" fmla="*/ 420340 h 601764"/>
                <a:gd name="connsiteX12" fmla="*/ 317758 w 424808"/>
                <a:gd name="connsiteY12" fmla="*/ 280818 h 601764"/>
                <a:gd name="connsiteX13" fmla="*/ 424726 w 424808"/>
                <a:gd name="connsiteY13" fmla="*/ 513815 h 601764"/>
                <a:gd name="connsiteX14" fmla="*/ 388763 w 424808"/>
                <a:gd name="connsiteY14" fmla="*/ 559861 h 601764"/>
                <a:gd name="connsiteX15" fmla="*/ 347267 w 424808"/>
                <a:gd name="connsiteY15" fmla="*/ 561703 h 601764"/>
                <a:gd name="connsiteX16" fmla="*/ 213557 w 424808"/>
                <a:gd name="connsiteY16" fmla="*/ 601764 h 601764"/>
                <a:gd name="connsiteX17" fmla="*/ 78003 w 424808"/>
                <a:gd name="connsiteY17" fmla="*/ 561703 h 601764"/>
                <a:gd name="connsiteX18" fmla="*/ 36507 w 424808"/>
                <a:gd name="connsiteY18" fmla="*/ 559861 h 601764"/>
                <a:gd name="connsiteX19" fmla="*/ 83 w 424808"/>
                <a:gd name="connsiteY19" fmla="*/ 513815 h 601764"/>
                <a:gd name="connsiteX20" fmla="*/ 107051 w 424808"/>
                <a:gd name="connsiteY20" fmla="*/ 280818 h 601764"/>
                <a:gd name="connsiteX21" fmla="*/ 184977 w 424808"/>
                <a:gd name="connsiteY21" fmla="*/ 152406 h 601764"/>
                <a:gd name="connsiteX22" fmla="*/ 153631 w 424808"/>
                <a:gd name="connsiteY22" fmla="*/ 166680 h 601764"/>
                <a:gd name="connsiteX23" fmla="*/ 153631 w 424808"/>
                <a:gd name="connsiteY23" fmla="*/ 167601 h 601764"/>
                <a:gd name="connsiteX24" fmla="*/ 170226 w 424808"/>
                <a:gd name="connsiteY24" fmla="*/ 184637 h 601764"/>
                <a:gd name="connsiteX25" fmla="*/ 178062 w 424808"/>
                <a:gd name="connsiteY25" fmla="*/ 184637 h 601764"/>
                <a:gd name="connsiteX26" fmla="*/ 195118 w 424808"/>
                <a:gd name="connsiteY26" fmla="*/ 167601 h 601764"/>
                <a:gd name="connsiteX27" fmla="*/ 184977 w 424808"/>
                <a:gd name="connsiteY27" fmla="*/ 152406 h 601764"/>
                <a:gd name="connsiteX28" fmla="*/ 247208 w 424808"/>
                <a:gd name="connsiteY28" fmla="*/ 150564 h 601764"/>
                <a:gd name="connsiteX29" fmla="*/ 230152 w 424808"/>
                <a:gd name="connsiteY29" fmla="*/ 167601 h 601764"/>
                <a:gd name="connsiteX30" fmla="*/ 247208 w 424808"/>
                <a:gd name="connsiteY30" fmla="*/ 184637 h 601764"/>
                <a:gd name="connsiteX31" fmla="*/ 254583 w 424808"/>
                <a:gd name="connsiteY31" fmla="*/ 184637 h 601764"/>
                <a:gd name="connsiteX32" fmla="*/ 271639 w 424808"/>
                <a:gd name="connsiteY32" fmla="*/ 167601 h 601764"/>
                <a:gd name="connsiteX33" fmla="*/ 254583 w 424808"/>
                <a:gd name="connsiteY33" fmla="*/ 150564 h 601764"/>
                <a:gd name="connsiteX34" fmla="*/ 236144 w 424808"/>
                <a:gd name="connsiteY34" fmla="*/ 107283 h 601764"/>
                <a:gd name="connsiteX35" fmla="*/ 196040 w 424808"/>
                <a:gd name="connsiteY35" fmla="*/ 145039 h 601764"/>
                <a:gd name="connsiteX36" fmla="*/ 201572 w 424808"/>
                <a:gd name="connsiteY36" fmla="*/ 150564 h 601764"/>
                <a:gd name="connsiteX37" fmla="*/ 223237 w 424808"/>
                <a:gd name="connsiteY37" fmla="*/ 150564 h 601764"/>
                <a:gd name="connsiteX38" fmla="*/ 247208 w 424808"/>
                <a:gd name="connsiteY38" fmla="*/ 138593 h 601764"/>
                <a:gd name="connsiteX39" fmla="*/ 254583 w 424808"/>
                <a:gd name="connsiteY39" fmla="*/ 138593 h 601764"/>
                <a:gd name="connsiteX40" fmla="*/ 284085 w 424808"/>
                <a:gd name="connsiteY40" fmla="*/ 167601 h 601764"/>
                <a:gd name="connsiteX41" fmla="*/ 254583 w 424808"/>
                <a:gd name="connsiteY41" fmla="*/ 197069 h 601764"/>
                <a:gd name="connsiteX42" fmla="*/ 247208 w 424808"/>
                <a:gd name="connsiteY42" fmla="*/ 197069 h 601764"/>
                <a:gd name="connsiteX43" fmla="*/ 217706 w 424808"/>
                <a:gd name="connsiteY43" fmla="*/ 167601 h 601764"/>
                <a:gd name="connsiteX44" fmla="*/ 218167 w 424808"/>
                <a:gd name="connsiteY44" fmla="*/ 162996 h 601764"/>
                <a:gd name="connsiteX45" fmla="*/ 206642 w 424808"/>
                <a:gd name="connsiteY45" fmla="*/ 162996 h 601764"/>
                <a:gd name="connsiteX46" fmla="*/ 207103 w 424808"/>
                <a:gd name="connsiteY46" fmla="*/ 167601 h 601764"/>
                <a:gd name="connsiteX47" fmla="*/ 178062 w 424808"/>
                <a:gd name="connsiteY47" fmla="*/ 197069 h 601764"/>
                <a:gd name="connsiteX48" fmla="*/ 170226 w 424808"/>
                <a:gd name="connsiteY48" fmla="*/ 197069 h 601764"/>
                <a:gd name="connsiteX49" fmla="*/ 141185 w 424808"/>
                <a:gd name="connsiteY49" fmla="*/ 170363 h 601764"/>
                <a:gd name="connsiteX50" fmla="*/ 119519 w 424808"/>
                <a:gd name="connsiteY50" fmla="*/ 173586 h 601764"/>
                <a:gd name="connsiteX51" fmla="*/ 212635 w 424808"/>
                <a:gd name="connsiteY51" fmla="*/ 280869 h 601764"/>
                <a:gd name="connsiteX52" fmla="*/ 307594 w 424808"/>
                <a:gd name="connsiteY52" fmla="*/ 155629 h 601764"/>
                <a:gd name="connsiteX53" fmla="*/ 236144 w 424808"/>
                <a:gd name="connsiteY53" fmla="*/ 107283 h 601764"/>
                <a:gd name="connsiteX54" fmla="*/ 212635 w 424808"/>
                <a:gd name="connsiteY54" fmla="*/ 0 h 601764"/>
                <a:gd name="connsiteX55" fmla="*/ 340323 w 424808"/>
                <a:gd name="connsiteY55" fmla="*/ 127082 h 601764"/>
                <a:gd name="connsiteX56" fmla="*/ 365215 w 424808"/>
                <a:gd name="connsiteY56" fmla="*/ 175889 h 601764"/>
                <a:gd name="connsiteX57" fmla="*/ 326955 w 424808"/>
                <a:gd name="connsiteY57" fmla="*/ 224695 h 601764"/>
                <a:gd name="connsiteX58" fmla="*/ 212635 w 424808"/>
                <a:gd name="connsiteY58" fmla="*/ 317244 h 601764"/>
                <a:gd name="connsiteX59" fmla="*/ 98315 w 424808"/>
                <a:gd name="connsiteY59" fmla="*/ 224695 h 601764"/>
                <a:gd name="connsiteX60" fmla="*/ 59594 w 424808"/>
                <a:gd name="connsiteY60" fmla="*/ 175889 h 601764"/>
                <a:gd name="connsiteX61" fmla="*/ 84947 w 424808"/>
                <a:gd name="connsiteY61" fmla="*/ 127082 h 601764"/>
                <a:gd name="connsiteX62" fmla="*/ 212635 w 424808"/>
                <a:gd name="connsiteY62" fmla="*/ 0 h 601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424808" h="601764">
                  <a:moveTo>
                    <a:pt x="274879" y="445205"/>
                  </a:moveTo>
                  <a:lnTo>
                    <a:pt x="274879" y="470531"/>
                  </a:lnTo>
                  <a:lnTo>
                    <a:pt x="332512" y="470531"/>
                  </a:lnTo>
                  <a:lnTo>
                    <a:pt x="332512" y="445205"/>
                  </a:lnTo>
                  <a:close/>
                  <a:moveTo>
                    <a:pt x="107051" y="280818"/>
                  </a:moveTo>
                  <a:lnTo>
                    <a:pt x="183588" y="420340"/>
                  </a:lnTo>
                  <a:lnTo>
                    <a:pt x="191426" y="393633"/>
                  </a:lnTo>
                  <a:cubicBezTo>
                    <a:pt x="184510" y="387647"/>
                    <a:pt x="179899" y="378898"/>
                    <a:pt x="179899" y="369228"/>
                  </a:cubicBezTo>
                  <a:cubicBezTo>
                    <a:pt x="179899" y="350809"/>
                    <a:pt x="193731" y="336074"/>
                    <a:pt x="212174" y="336074"/>
                  </a:cubicBezTo>
                  <a:cubicBezTo>
                    <a:pt x="230156" y="336074"/>
                    <a:pt x="244910" y="350809"/>
                    <a:pt x="244910" y="369228"/>
                  </a:cubicBezTo>
                  <a:cubicBezTo>
                    <a:pt x="244910" y="378898"/>
                    <a:pt x="240299" y="387647"/>
                    <a:pt x="233383" y="393633"/>
                  </a:cubicBezTo>
                  <a:lnTo>
                    <a:pt x="240760" y="420340"/>
                  </a:lnTo>
                  <a:lnTo>
                    <a:pt x="317758" y="280818"/>
                  </a:lnTo>
                  <a:cubicBezTo>
                    <a:pt x="367092" y="310288"/>
                    <a:pt x="417810" y="377977"/>
                    <a:pt x="424726" y="513815"/>
                  </a:cubicBezTo>
                  <a:cubicBezTo>
                    <a:pt x="426109" y="537759"/>
                    <a:pt x="409972" y="558480"/>
                    <a:pt x="388763" y="559861"/>
                  </a:cubicBezTo>
                  <a:cubicBezTo>
                    <a:pt x="387840" y="559861"/>
                    <a:pt x="347267" y="561703"/>
                    <a:pt x="347267" y="561703"/>
                  </a:cubicBezTo>
                  <a:cubicBezTo>
                    <a:pt x="322830" y="588410"/>
                    <a:pt x="274879" y="601764"/>
                    <a:pt x="213557" y="601764"/>
                  </a:cubicBezTo>
                  <a:cubicBezTo>
                    <a:pt x="155463" y="601764"/>
                    <a:pt x="103362" y="590713"/>
                    <a:pt x="78003" y="561703"/>
                  </a:cubicBezTo>
                  <a:cubicBezTo>
                    <a:pt x="78003" y="561703"/>
                    <a:pt x="36969" y="559861"/>
                    <a:pt x="36507" y="559861"/>
                  </a:cubicBezTo>
                  <a:cubicBezTo>
                    <a:pt x="14837" y="558480"/>
                    <a:pt x="-1300" y="537759"/>
                    <a:pt x="83" y="513815"/>
                  </a:cubicBezTo>
                  <a:cubicBezTo>
                    <a:pt x="6999" y="377056"/>
                    <a:pt x="57717" y="309827"/>
                    <a:pt x="107051" y="280818"/>
                  </a:cubicBezTo>
                  <a:close/>
                  <a:moveTo>
                    <a:pt x="184977" y="152406"/>
                  </a:moveTo>
                  <a:cubicBezTo>
                    <a:pt x="175758" y="157931"/>
                    <a:pt x="165155" y="162996"/>
                    <a:pt x="153631" y="166680"/>
                  </a:cubicBezTo>
                  <a:cubicBezTo>
                    <a:pt x="153631" y="167140"/>
                    <a:pt x="153631" y="167601"/>
                    <a:pt x="153631" y="167601"/>
                  </a:cubicBezTo>
                  <a:cubicBezTo>
                    <a:pt x="153631" y="176809"/>
                    <a:pt x="161007" y="184637"/>
                    <a:pt x="170226" y="184637"/>
                  </a:cubicBezTo>
                  <a:lnTo>
                    <a:pt x="178062" y="184637"/>
                  </a:lnTo>
                  <a:cubicBezTo>
                    <a:pt x="187282" y="184637"/>
                    <a:pt x="195118" y="176809"/>
                    <a:pt x="195118" y="167601"/>
                  </a:cubicBezTo>
                  <a:cubicBezTo>
                    <a:pt x="195118" y="160694"/>
                    <a:pt x="190969" y="155169"/>
                    <a:pt x="184977" y="152406"/>
                  </a:cubicBezTo>
                  <a:close/>
                  <a:moveTo>
                    <a:pt x="247208" y="150564"/>
                  </a:moveTo>
                  <a:cubicBezTo>
                    <a:pt x="237527" y="150564"/>
                    <a:pt x="230152" y="158392"/>
                    <a:pt x="230152" y="167601"/>
                  </a:cubicBezTo>
                  <a:cubicBezTo>
                    <a:pt x="230152" y="176809"/>
                    <a:pt x="237527" y="184637"/>
                    <a:pt x="247208" y="184637"/>
                  </a:cubicBezTo>
                  <a:lnTo>
                    <a:pt x="254583" y="184637"/>
                  </a:lnTo>
                  <a:cubicBezTo>
                    <a:pt x="263802" y="184637"/>
                    <a:pt x="271639" y="176809"/>
                    <a:pt x="271639" y="167601"/>
                  </a:cubicBezTo>
                  <a:cubicBezTo>
                    <a:pt x="271639" y="158392"/>
                    <a:pt x="263802" y="150564"/>
                    <a:pt x="254583" y="150564"/>
                  </a:cubicBezTo>
                  <a:close/>
                  <a:moveTo>
                    <a:pt x="236144" y="107283"/>
                  </a:moveTo>
                  <a:cubicBezTo>
                    <a:pt x="232457" y="111887"/>
                    <a:pt x="218628" y="129384"/>
                    <a:pt x="196040" y="145039"/>
                  </a:cubicBezTo>
                  <a:cubicBezTo>
                    <a:pt x="198345" y="146420"/>
                    <a:pt x="200189" y="148723"/>
                    <a:pt x="201572" y="150564"/>
                  </a:cubicBezTo>
                  <a:lnTo>
                    <a:pt x="223237" y="150564"/>
                  </a:lnTo>
                  <a:cubicBezTo>
                    <a:pt x="228769" y="143197"/>
                    <a:pt x="237066" y="138593"/>
                    <a:pt x="247208" y="138593"/>
                  </a:cubicBezTo>
                  <a:lnTo>
                    <a:pt x="254583" y="138593"/>
                  </a:lnTo>
                  <a:cubicBezTo>
                    <a:pt x="270717" y="138593"/>
                    <a:pt x="284085" y="151485"/>
                    <a:pt x="284085" y="167601"/>
                  </a:cubicBezTo>
                  <a:cubicBezTo>
                    <a:pt x="284085" y="183716"/>
                    <a:pt x="270717" y="197069"/>
                    <a:pt x="254583" y="197069"/>
                  </a:cubicBezTo>
                  <a:lnTo>
                    <a:pt x="247208" y="197069"/>
                  </a:lnTo>
                  <a:cubicBezTo>
                    <a:pt x="231074" y="197069"/>
                    <a:pt x="217706" y="183716"/>
                    <a:pt x="217706" y="167601"/>
                  </a:cubicBezTo>
                  <a:cubicBezTo>
                    <a:pt x="217706" y="166219"/>
                    <a:pt x="218167" y="164378"/>
                    <a:pt x="218167" y="162996"/>
                  </a:cubicBezTo>
                  <a:lnTo>
                    <a:pt x="206642" y="162996"/>
                  </a:lnTo>
                  <a:cubicBezTo>
                    <a:pt x="207103" y="164378"/>
                    <a:pt x="207103" y="166219"/>
                    <a:pt x="207103" y="167601"/>
                  </a:cubicBezTo>
                  <a:cubicBezTo>
                    <a:pt x="207103" y="183716"/>
                    <a:pt x="194196" y="197069"/>
                    <a:pt x="178062" y="197069"/>
                  </a:cubicBezTo>
                  <a:lnTo>
                    <a:pt x="170226" y="197069"/>
                  </a:lnTo>
                  <a:cubicBezTo>
                    <a:pt x="155014" y="197069"/>
                    <a:pt x="142568" y="185097"/>
                    <a:pt x="141185" y="170363"/>
                  </a:cubicBezTo>
                  <a:cubicBezTo>
                    <a:pt x="134270" y="171745"/>
                    <a:pt x="126895" y="173126"/>
                    <a:pt x="119519" y="173586"/>
                  </a:cubicBezTo>
                  <a:cubicBezTo>
                    <a:pt x="129200" y="235746"/>
                    <a:pt x="163311" y="280869"/>
                    <a:pt x="212635" y="280869"/>
                  </a:cubicBezTo>
                  <a:cubicBezTo>
                    <a:pt x="264724" y="280869"/>
                    <a:pt x="302985" y="228839"/>
                    <a:pt x="307594" y="155629"/>
                  </a:cubicBezTo>
                  <a:cubicBezTo>
                    <a:pt x="260576" y="144579"/>
                    <a:pt x="242598" y="119715"/>
                    <a:pt x="236144" y="107283"/>
                  </a:cubicBezTo>
                  <a:close/>
                  <a:moveTo>
                    <a:pt x="212635" y="0"/>
                  </a:moveTo>
                  <a:cubicBezTo>
                    <a:pt x="313126" y="0"/>
                    <a:pt x="333870" y="55713"/>
                    <a:pt x="340323" y="127082"/>
                  </a:cubicBezTo>
                  <a:cubicBezTo>
                    <a:pt x="359684" y="130305"/>
                    <a:pt x="370286" y="145499"/>
                    <a:pt x="365215" y="175889"/>
                  </a:cubicBezTo>
                  <a:cubicBezTo>
                    <a:pt x="361067" y="201213"/>
                    <a:pt x="349081" y="222854"/>
                    <a:pt x="326955" y="224695"/>
                  </a:cubicBezTo>
                  <a:cubicBezTo>
                    <a:pt x="305290" y="281790"/>
                    <a:pt x="262420" y="317244"/>
                    <a:pt x="212635" y="317244"/>
                  </a:cubicBezTo>
                  <a:cubicBezTo>
                    <a:pt x="160546" y="317244"/>
                    <a:pt x="119980" y="280409"/>
                    <a:pt x="98315" y="224695"/>
                  </a:cubicBezTo>
                  <a:cubicBezTo>
                    <a:pt x="76188" y="222854"/>
                    <a:pt x="64203" y="201213"/>
                    <a:pt x="59594" y="175889"/>
                  </a:cubicBezTo>
                  <a:cubicBezTo>
                    <a:pt x="54523" y="145499"/>
                    <a:pt x="65586" y="130305"/>
                    <a:pt x="84947" y="127082"/>
                  </a:cubicBezTo>
                  <a:cubicBezTo>
                    <a:pt x="91400" y="55713"/>
                    <a:pt x="111222" y="0"/>
                    <a:pt x="212635" y="0"/>
                  </a:cubicBezTo>
                  <a:close/>
                </a:path>
              </a:pathLst>
            </a:custGeom>
            <a:solidFill>
              <a:srgbClr val="005D96"/>
            </a:solidFill>
            <a:ln>
              <a:noFill/>
            </a:ln>
          </p:spPr>
          <p:txBody>
            <a:bodyPr/>
            <a:lstStyle/>
            <a:p>
              <a:endParaRPr lang="zh-CN" altLang="en-US" dirty="0">
                <a:solidFill>
                  <a:schemeClr val="accent4"/>
                </a:solidFill>
              </a:endParaRPr>
            </a:p>
          </p:txBody>
        </p:sp>
      </p:grpSp>
      <p:sp>
        <p:nvSpPr>
          <p:cNvPr id="3" name="文本框 2"/>
          <p:cNvSpPr txBox="1"/>
          <p:nvPr/>
        </p:nvSpPr>
        <p:spPr>
          <a:xfrm>
            <a:off x="-114300" y="4502150"/>
            <a:ext cx="309880" cy="36830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zh-CN" altLang="en-US"/>
          </a:p>
        </p:txBody>
      </p:sp>
      <p:sp>
        <p:nvSpPr>
          <p:cNvPr id="4" name="文本占位符 3">
            <a:extLst>
              <a:ext uri="{FF2B5EF4-FFF2-40B4-BE49-F238E27FC236}">
                <a16:creationId xmlns:a16="http://schemas.microsoft.com/office/drawing/2014/main" id="{4ADE574F-A14B-EE44-B58F-28595D784A72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4908922" y="4734940"/>
            <a:ext cx="5881922" cy="337185"/>
          </a:xfrm>
        </p:spPr>
        <p:txBody>
          <a:bodyPr/>
          <a:lstStyle/>
          <a:p>
            <a:r>
              <a:rPr lang="en-US" altLang="zh-CN" b="1" dirty="0">
                <a:solidFill>
                  <a:schemeClr val="tx1"/>
                </a:solidFill>
              </a:rPr>
              <a:t>----</a:t>
            </a:r>
            <a:r>
              <a:rPr lang="zh-CN" altLang="en-US" b="1" dirty="0">
                <a:solidFill>
                  <a:schemeClr val="tx1"/>
                </a:solidFill>
              </a:rPr>
              <a:t> 课程编号：</a:t>
            </a:r>
            <a:r>
              <a:rPr lang="en-US" altLang="zh-CN" b="1" dirty="0">
                <a:solidFill>
                  <a:schemeClr val="tx1"/>
                </a:solidFill>
              </a:rPr>
              <a:t>BK10504150-01</a:t>
            </a:r>
            <a:endParaRPr lang="zh-CN" altLang="en-US" b="1" dirty="0">
              <a:solidFill>
                <a:schemeClr val="tx1"/>
              </a:solidFill>
            </a:endParaRPr>
          </a:p>
        </p:txBody>
      </p:sp>
    </p:spTree>
    <p:custDataLst>
      <p:tags r:id="rId1"/>
    </p:custData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椭圆 1"/>
          <p:cNvSpPr/>
          <p:nvPr/>
        </p:nvSpPr>
        <p:spPr>
          <a:xfrm>
            <a:off x="5483860" y="981075"/>
            <a:ext cx="1360805" cy="1334770"/>
          </a:xfrm>
          <a:prstGeom prst="ellipse">
            <a:avLst/>
          </a:prstGeom>
          <a:gradFill>
            <a:gsLst>
              <a:gs pos="0">
                <a:srgbClr val="005D96"/>
              </a:gs>
              <a:gs pos="100000">
                <a:srgbClr val="06253A"/>
              </a:gs>
            </a:gsLst>
            <a:lin ang="13500000" scaled="1"/>
          </a:gradFill>
          <a:ln>
            <a:solidFill>
              <a:srgbClr val="005D9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sz="6000" dirty="0">
                <a:latin typeface="Times New Roman Regular" panose="02020603050405020304" charset="0"/>
                <a:ea typeface="+mj-ea"/>
                <a:cs typeface="Times New Roman Regular" panose="02020603050405020304" charset="0"/>
              </a:rPr>
              <a:t>04</a:t>
            </a:r>
          </a:p>
        </p:txBody>
      </p:sp>
      <p:sp>
        <p:nvSpPr>
          <p:cNvPr id="7" name="文本框 6"/>
          <p:cNvSpPr txBox="1"/>
          <p:nvPr/>
        </p:nvSpPr>
        <p:spPr>
          <a:xfrm>
            <a:off x="2944526" y="2794468"/>
            <a:ext cx="6301725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zh-CN" altLang="en-US" sz="4000" b="1" spc="600" dirty="0">
                <a:solidFill>
                  <a:schemeClr val="tx2">
                    <a:lumMod val="50000"/>
                  </a:schemeClr>
                </a:solidFill>
              </a:rPr>
              <a:t>第四章 基本的算法策略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文本框 4">
            <a:extLst>
              <a:ext uri="{FF2B5EF4-FFF2-40B4-BE49-F238E27FC236}">
                <a16:creationId xmlns:a16="http://schemas.microsoft.com/office/drawing/2014/main" id="{B89F25AF-86B9-C443-AC0F-408445C8B7A5}"/>
              </a:ext>
            </a:extLst>
          </p:cNvPr>
          <p:cNvSpPr txBox="1"/>
          <p:nvPr/>
        </p:nvSpPr>
        <p:spPr>
          <a:xfrm>
            <a:off x="1268729" y="232528"/>
            <a:ext cx="4541055" cy="76944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4400" dirty="0">
                <a:latin typeface="SimSun" panose="02010600030101010101" pitchFamily="2" charset="-122"/>
                <a:ea typeface="SimSun" panose="02010600030101010101" pitchFamily="2" charset="-122"/>
              </a:rPr>
              <a:t>分而治之法</a:t>
            </a:r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26871972-7126-AE40-8810-E975CFED95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2873" y="1434464"/>
            <a:ext cx="7488237" cy="4714875"/>
          </a:xfrm>
          <a:prstGeom prst="rect">
            <a:avLst/>
          </a:prstGeom>
          <a:noFill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just">
              <a:lnSpc>
                <a:spcPct val="150000"/>
              </a:lnSpc>
            </a:pPr>
            <a:r>
              <a:rPr lang="en-US" altLang="zh-CN" b="1" dirty="0">
                <a:solidFill>
                  <a:srgbClr val="808080"/>
                </a:solidFill>
                <a:latin typeface="SimSun" panose="02010600030101010101" pitchFamily="2" charset="-122"/>
                <a:ea typeface="SimSun" panose="02010600030101010101" pitchFamily="2" charset="-122"/>
              </a:rPr>
              <a:t>4.1 </a:t>
            </a:r>
            <a:r>
              <a:rPr lang="zh-CN" altLang="en-US" b="1" dirty="0">
                <a:solidFill>
                  <a:srgbClr val="808080"/>
                </a:solidFill>
                <a:latin typeface="SimSun" panose="02010600030101010101" pitchFamily="2" charset="-122"/>
                <a:ea typeface="SimSun" panose="02010600030101010101" pitchFamily="2" charset="-122"/>
              </a:rPr>
              <a:t>迭代算法</a:t>
            </a:r>
          </a:p>
          <a:p>
            <a:pPr algn="just">
              <a:lnSpc>
                <a:spcPct val="150000"/>
              </a:lnSpc>
            </a:pPr>
            <a:r>
              <a:rPr lang="en-US" altLang="zh-CN" b="1" dirty="0">
                <a:solidFill>
                  <a:srgbClr val="808080"/>
                </a:solidFill>
                <a:latin typeface="SimSun" panose="02010600030101010101" pitchFamily="2" charset="-122"/>
                <a:ea typeface="SimSun" panose="02010600030101010101" pitchFamily="2" charset="-122"/>
              </a:rPr>
              <a:t>4.2 </a:t>
            </a:r>
            <a:r>
              <a:rPr lang="zh-CN" altLang="en-US" b="1" dirty="0">
                <a:solidFill>
                  <a:srgbClr val="808080"/>
                </a:solidFill>
                <a:latin typeface="SimSun" panose="02010600030101010101" pitchFamily="2" charset="-122"/>
                <a:ea typeface="SimSun" panose="02010600030101010101" pitchFamily="2" charset="-122"/>
              </a:rPr>
              <a:t>蛮力法</a:t>
            </a:r>
          </a:p>
          <a:p>
            <a:pPr algn="just">
              <a:lnSpc>
                <a:spcPct val="150000"/>
              </a:lnSpc>
            </a:pPr>
            <a:r>
              <a:rPr lang="en-US" altLang="zh-CN" b="1" dirty="0">
                <a:solidFill>
                  <a:srgbClr val="808080"/>
                </a:solidFill>
                <a:latin typeface="SimSun" panose="02010600030101010101" pitchFamily="2" charset="-122"/>
                <a:ea typeface="SimSun" panose="02010600030101010101" pitchFamily="2" charset="-122"/>
              </a:rPr>
              <a:t>4.3 </a:t>
            </a:r>
            <a:r>
              <a:rPr lang="zh-CN" altLang="en-US" b="1" dirty="0">
                <a:solidFill>
                  <a:srgbClr val="808080"/>
                </a:solidFill>
                <a:latin typeface="SimSun" panose="02010600030101010101" pitchFamily="2" charset="-122"/>
                <a:ea typeface="SimSun" panose="02010600030101010101" pitchFamily="2" charset="-122"/>
              </a:rPr>
              <a:t>分治算法</a:t>
            </a:r>
          </a:p>
          <a:p>
            <a:pPr algn="just">
              <a:lnSpc>
                <a:spcPct val="150000"/>
              </a:lnSpc>
            </a:pPr>
            <a:r>
              <a:rPr lang="en-US" altLang="zh-CN" b="1" dirty="0">
                <a:solidFill>
                  <a:srgbClr val="808080"/>
                </a:solidFill>
                <a:latin typeface="SimSun" panose="02010600030101010101" pitchFamily="2" charset="-122"/>
                <a:ea typeface="SimSun" panose="02010600030101010101" pitchFamily="2" charset="-122"/>
              </a:rPr>
              <a:t>4.4 </a:t>
            </a:r>
            <a:r>
              <a:rPr lang="zh-CN" altLang="en-US" b="1" dirty="0">
                <a:solidFill>
                  <a:srgbClr val="808080"/>
                </a:solidFill>
                <a:latin typeface="SimSun" panose="02010600030101010101" pitchFamily="2" charset="-122"/>
                <a:ea typeface="SimSun" panose="02010600030101010101" pitchFamily="2" charset="-122"/>
              </a:rPr>
              <a:t>贪婪算法</a:t>
            </a:r>
          </a:p>
          <a:p>
            <a:pPr algn="just">
              <a:lnSpc>
                <a:spcPct val="150000"/>
              </a:lnSpc>
            </a:pPr>
            <a:r>
              <a:rPr lang="en-US" altLang="zh-CN" b="1" dirty="0">
                <a:latin typeface="SimSun" panose="02010600030101010101" pitchFamily="2" charset="-122"/>
                <a:ea typeface="SimSun" panose="02010600030101010101" pitchFamily="2" charset="-122"/>
              </a:rPr>
              <a:t>4.5 </a:t>
            </a:r>
            <a:r>
              <a:rPr lang="zh-CN" altLang="en-US" b="1" dirty="0">
                <a:latin typeface="SimSun" panose="02010600030101010101" pitchFamily="2" charset="-122"/>
                <a:ea typeface="SimSun" panose="02010600030101010101" pitchFamily="2" charset="-122"/>
              </a:rPr>
              <a:t>动态规划</a:t>
            </a:r>
          </a:p>
          <a:p>
            <a:pPr algn="just">
              <a:lnSpc>
                <a:spcPct val="150000"/>
              </a:lnSpc>
            </a:pPr>
            <a:r>
              <a:rPr lang="en-US" altLang="zh-CN" b="1" dirty="0">
                <a:solidFill>
                  <a:srgbClr val="808080"/>
                </a:solidFill>
                <a:latin typeface="SimSun" panose="02010600030101010101" pitchFamily="2" charset="-122"/>
                <a:ea typeface="SimSun" panose="02010600030101010101" pitchFamily="2" charset="-122"/>
              </a:rPr>
              <a:t>4.6 </a:t>
            </a:r>
            <a:r>
              <a:rPr lang="zh-CN" altLang="en-US" b="1" dirty="0">
                <a:solidFill>
                  <a:srgbClr val="808080"/>
                </a:solidFill>
                <a:latin typeface="SimSun" panose="02010600030101010101" pitchFamily="2" charset="-122"/>
                <a:ea typeface="SimSun" panose="02010600030101010101" pitchFamily="2" charset="-122"/>
              </a:rPr>
              <a:t>算法策略间的比较</a:t>
            </a:r>
          </a:p>
        </p:txBody>
      </p:sp>
    </p:spTree>
    <p:extLst>
      <p:ext uri="{BB962C8B-B14F-4D97-AF65-F5344CB8AC3E}">
        <p14:creationId xmlns:p14="http://schemas.microsoft.com/office/powerpoint/2010/main" val="82794166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2">
            <a:extLst>
              <a:ext uri="{FF2B5EF4-FFF2-40B4-BE49-F238E27FC236}">
                <a16:creationId xmlns:a16="http://schemas.microsoft.com/office/drawing/2014/main" id="{2DC42275-87C1-AB41-8AFB-D6BECFCF4CED}"/>
              </a:ext>
            </a:extLst>
          </p:cNvPr>
          <p:cNvSpPr txBox="1"/>
          <p:nvPr/>
        </p:nvSpPr>
        <p:spPr>
          <a:xfrm>
            <a:off x="738668" y="1093777"/>
            <a:ext cx="10166985" cy="988060"/>
          </a:xfrm>
          <a:prstGeom prst="rect">
            <a:avLst/>
          </a:prstGeom>
        </p:spPr>
        <p:txBody>
          <a:bodyPr vert="horz" wrap="square" lIns="0" tIns="104139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819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15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超市赢家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  <a:p>
            <a:pPr marL="704215" lvl="1" indent="-347980">
              <a:lnSpc>
                <a:spcPct val="100000"/>
              </a:lnSpc>
              <a:spcBef>
                <a:spcPts val="615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704215" algn="l"/>
                <a:tab pos="704850" algn="l"/>
              </a:tabLst>
            </a:pPr>
            <a:r>
              <a:rPr sz="240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超市允许顾客使用一个体积大小为</a:t>
            </a:r>
            <a:r>
              <a:rPr sz="2400" b="1" dirty="0">
                <a:latin typeface="SimSun" panose="02010600030101010101" pitchFamily="2" charset="-122"/>
                <a:ea typeface="SimSun" panose="02010600030101010101" pitchFamily="2" charset="-122"/>
                <a:cs typeface="Times New Roman"/>
              </a:rPr>
              <a:t>13</a:t>
            </a:r>
            <a:r>
              <a:rPr sz="2400" spc="-5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的背包，选择一件或多件商品带走</a:t>
            </a:r>
            <a:endParaRPr sz="24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sp>
        <p:nvSpPr>
          <p:cNvPr id="4" name="object 3">
            <a:extLst>
              <a:ext uri="{FF2B5EF4-FFF2-40B4-BE49-F238E27FC236}">
                <a16:creationId xmlns:a16="http://schemas.microsoft.com/office/drawing/2014/main" id="{94F03F31-7803-3C4C-8CD5-244EDF61CDF3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42655" y="225878"/>
            <a:ext cx="2449669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问题背</a:t>
            </a: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景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sp>
        <p:nvSpPr>
          <p:cNvPr id="5" name="object 4">
            <a:extLst>
              <a:ext uri="{FF2B5EF4-FFF2-40B4-BE49-F238E27FC236}">
                <a16:creationId xmlns:a16="http://schemas.microsoft.com/office/drawing/2014/main" id="{1691A680-D641-104A-B90C-E5E402988516}"/>
              </a:ext>
            </a:extLst>
          </p:cNvPr>
          <p:cNvSpPr txBox="1"/>
          <p:nvPr/>
        </p:nvSpPr>
        <p:spPr>
          <a:xfrm>
            <a:off x="5943600" y="5201047"/>
            <a:ext cx="5443220" cy="533479"/>
          </a:xfrm>
          <a:prstGeom prst="rect">
            <a:avLst/>
          </a:prstGeom>
          <a:ln w="38100">
            <a:solidFill>
              <a:srgbClr val="FF0000"/>
            </a:solidFill>
          </a:ln>
        </p:spPr>
        <p:txBody>
          <a:bodyPr vert="horz" wrap="square" lIns="0" tIns="101600" rIns="0" bIns="0" rtlCol="0">
            <a:spAutoFit/>
          </a:bodyPr>
          <a:lstStyle/>
          <a:p>
            <a:pPr marL="53340">
              <a:lnSpc>
                <a:spcPct val="100000"/>
              </a:lnSpc>
              <a:spcBef>
                <a:spcPts val="800"/>
              </a:spcBef>
            </a:pPr>
            <a:r>
              <a:rPr sz="2800" spc="-1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问题：如何带走总价最多的商品？</a:t>
            </a:r>
            <a:endParaRPr sz="280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grpSp>
        <p:nvGrpSpPr>
          <p:cNvPr id="6" name="object 5">
            <a:extLst>
              <a:ext uri="{FF2B5EF4-FFF2-40B4-BE49-F238E27FC236}">
                <a16:creationId xmlns:a16="http://schemas.microsoft.com/office/drawing/2014/main" id="{915470EF-6EF5-9B4B-AA5C-00D63A08B11C}"/>
              </a:ext>
            </a:extLst>
          </p:cNvPr>
          <p:cNvGrpSpPr/>
          <p:nvPr/>
        </p:nvGrpSpPr>
        <p:grpSpPr>
          <a:xfrm>
            <a:off x="5943600" y="2357697"/>
            <a:ext cx="5443220" cy="2860675"/>
            <a:chOff x="5943600" y="2230373"/>
            <a:chExt cx="5443220" cy="2860675"/>
          </a:xfrm>
        </p:grpSpPr>
        <p:pic>
          <p:nvPicPr>
            <p:cNvPr id="7" name="object 6">
              <a:extLst>
                <a:ext uri="{FF2B5EF4-FFF2-40B4-BE49-F238E27FC236}">
                  <a16:creationId xmlns:a16="http://schemas.microsoft.com/office/drawing/2014/main" id="{D2881AB2-B92A-9441-979F-1AA2BD936BB2}"/>
                </a:ext>
              </a:extLst>
            </p:cNvPr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5943600" y="2230373"/>
              <a:ext cx="5442965" cy="2594610"/>
            </a:xfrm>
            <a:prstGeom prst="rect">
              <a:avLst/>
            </a:prstGeom>
          </p:spPr>
        </p:pic>
        <p:pic>
          <p:nvPicPr>
            <p:cNvPr id="8" name="object 7">
              <a:extLst>
                <a:ext uri="{FF2B5EF4-FFF2-40B4-BE49-F238E27FC236}">
                  <a16:creationId xmlns:a16="http://schemas.microsoft.com/office/drawing/2014/main" id="{460DC35C-4D99-9A44-8607-6B17C651EF6E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7648955" y="2989325"/>
              <a:ext cx="2101596" cy="2101596"/>
            </a:xfrm>
            <a:prstGeom prst="rect">
              <a:avLst/>
            </a:prstGeom>
          </p:spPr>
        </p:pic>
      </p:grpSp>
      <p:graphicFrame>
        <p:nvGraphicFramePr>
          <p:cNvPr id="9" name="object 8">
            <a:extLst>
              <a:ext uri="{FF2B5EF4-FFF2-40B4-BE49-F238E27FC236}">
                <a16:creationId xmlns:a16="http://schemas.microsoft.com/office/drawing/2014/main" id="{E920DF59-064E-0A47-8062-E42E519F605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68806538"/>
              </p:ext>
            </p:extLst>
          </p:nvPr>
        </p:nvGraphicFramePr>
        <p:xfrm>
          <a:off x="649160" y="2328072"/>
          <a:ext cx="4873624" cy="35966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351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8971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74878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商品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价格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体积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啤酒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汽水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2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3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饼干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9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面包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70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31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70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5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31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牛奶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9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pic>
        <p:nvPicPr>
          <p:cNvPr id="10" name="object 9">
            <a:extLst>
              <a:ext uri="{FF2B5EF4-FFF2-40B4-BE49-F238E27FC236}">
                <a16:creationId xmlns:a16="http://schemas.microsoft.com/office/drawing/2014/main" id="{D244DD86-132D-1540-B482-762AF97B8942}"/>
              </a:ext>
            </a:extLst>
          </p:cNvPr>
          <p:cNvPicPr/>
          <p:nvPr/>
        </p:nvPicPr>
        <p:blipFill>
          <a:blip r:embed="rId4"/>
          <a:stretch>
            <a:fillRect/>
          </a:stretch>
        </p:blipFill>
        <p:spPr>
          <a:xfrm>
            <a:off x="715518" y="4309653"/>
            <a:ext cx="360425" cy="359663"/>
          </a:xfrm>
          <a:prstGeom prst="rect">
            <a:avLst/>
          </a:prstGeom>
        </p:spPr>
      </p:pic>
      <p:pic>
        <p:nvPicPr>
          <p:cNvPr id="11" name="object 10">
            <a:extLst>
              <a:ext uri="{FF2B5EF4-FFF2-40B4-BE49-F238E27FC236}">
                <a16:creationId xmlns:a16="http://schemas.microsoft.com/office/drawing/2014/main" id="{D5758D14-7B02-BE40-BB63-6D3EB4A4BA06}"/>
              </a:ext>
            </a:extLst>
          </p:cNvPr>
          <p:cNvPicPr/>
          <p:nvPr/>
        </p:nvPicPr>
        <p:blipFill>
          <a:blip r:embed="rId5"/>
          <a:stretch>
            <a:fillRect/>
          </a:stretch>
        </p:blipFill>
        <p:spPr>
          <a:xfrm>
            <a:off x="715518" y="4929159"/>
            <a:ext cx="360425" cy="359663"/>
          </a:xfrm>
          <a:prstGeom prst="rect">
            <a:avLst/>
          </a:prstGeom>
        </p:spPr>
      </p:pic>
      <p:pic>
        <p:nvPicPr>
          <p:cNvPr id="12" name="object 11">
            <a:extLst>
              <a:ext uri="{FF2B5EF4-FFF2-40B4-BE49-F238E27FC236}">
                <a16:creationId xmlns:a16="http://schemas.microsoft.com/office/drawing/2014/main" id="{A2727BFA-2138-7E43-A05F-CAEFBC6F4105}"/>
              </a:ext>
            </a:extLst>
          </p:cNvPr>
          <p:cNvPicPr/>
          <p:nvPr/>
        </p:nvPicPr>
        <p:blipFill>
          <a:blip r:embed="rId6"/>
          <a:stretch>
            <a:fillRect/>
          </a:stretch>
        </p:blipFill>
        <p:spPr>
          <a:xfrm>
            <a:off x="715518" y="3070641"/>
            <a:ext cx="360425" cy="359663"/>
          </a:xfrm>
          <a:prstGeom prst="rect">
            <a:avLst/>
          </a:prstGeom>
        </p:spPr>
      </p:pic>
      <p:pic>
        <p:nvPicPr>
          <p:cNvPr id="13" name="object 12">
            <a:extLst>
              <a:ext uri="{FF2B5EF4-FFF2-40B4-BE49-F238E27FC236}">
                <a16:creationId xmlns:a16="http://schemas.microsoft.com/office/drawing/2014/main" id="{47280A54-EA7D-C143-A6EE-DFD38C117DAB}"/>
              </a:ext>
            </a:extLst>
          </p:cNvPr>
          <p:cNvPicPr/>
          <p:nvPr/>
        </p:nvPicPr>
        <p:blipFill>
          <a:blip r:embed="rId7"/>
          <a:stretch>
            <a:fillRect/>
          </a:stretch>
        </p:blipFill>
        <p:spPr>
          <a:xfrm>
            <a:off x="715518" y="3690146"/>
            <a:ext cx="360425" cy="359663"/>
          </a:xfrm>
          <a:prstGeom prst="rect">
            <a:avLst/>
          </a:prstGeom>
        </p:spPr>
      </p:pic>
      <p:pic>
        <p:nvPicPr>
          <p:cNvPr id="14" name="object 13">
            <a:extLst>
              <a:ext uri="{FF2B5EF4-FFF2-40B4-BE49-F238E27FC236}">
                <a16:creationId xmlns:a16="http://schemas.microsoft.com/office/drawing/2014/main" id="{DC0CB276-EB07-8545-AEBB-94B1C3296E90}"/>
              </a:ext>
            </a:extLst>
          </p:cNvPr>
          <p:cNvPicPr/>
          <p:nvPr/>
        </p:nvPicPr>
        <p:blipFill>
          <a:blip r:embed="rId8"/>
          <a:stretch>
            <a:fillRect/>
          </a:stretch>
        </p:blipFill>
        <p:spPr>
          <a:xfrm>
            <a:off x="715518" y="5465607"/>
            <a:ext cx="360425" cy="35966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721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2">
            <a:extLst>
              <a:ext uri="{FF2B5EF4-FFF2-40B4-BE49-F238E27FC236}">
                <a16:creationId xmlns:a16="http://schemas.microsoft.com/office/drawing/2014/main" id="{81C68705-985F-2746-B813-01BC4E337DD9}"/>
              </a:ext>
            </a:extLst>
          </p:cNvPr>
          <p:cNvSpPr txBox="1"/>
          <p:nvPr/>
        </p:nvSpPr>
        <p:spPr>
          <a:xfrm>
            <a:off x="747636" y="987568"/>
            <a:ext cx="10166985" cy="988060"/>
          </a:xfrm>
          <a:prstGeom prst="rect">
            <a:avLst/>
          </a:prstGeom>
        </p:spPr>
        <p:txBody>
          <a:bodyPr vert="horz" wrap="square" lIns="0" tIns="104139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819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15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超市赢家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  <a:p>
            <a:pPr marL="704215" lvl="1" indent="-347980">
              <a:lnSpc>
                <a:spcPct val="100000"/>
              </a:lnSpc>
              <a:spcBef>
                <a:spcPts val="615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704215" algn="l"/>
                <a:tab pos="704850" algn="l"/>
              </a:tabLst>
            </a:pPr>
            <a:r>
              <a:rPr sz="240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超市允许顾客使用一个体积大小为</a:t>
            </a:r>
            <a:r>
              <a:rPr sz="2400" b="1" dirty="0">
                <a:latin typeface="SimSun" panose="02010600030101010101" pitchFamily="2" charset="-122"/>
                <a:ea typeface="SimSun" panose="02010600030101010101" pitchFamily="2" charset="-122"/>
                <a:cs typeface="Times New Roman"/>
              </a:rPr>
              <a:t>13</a:t>
            </a:r>
            <a:r>
              <a:rPr sz="2400" spc="-5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的背包，选择一件或多件商品带走</a:t>
            </a:r>
            <a:endParaRPr sz="24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sp>
        <p:nvSpPr>
          <p:cNvPr id="4" name="object 3">
            <a:extLst>
              <a:ext uri="{FF2B5EF4-FFF2-40B4-BE49-F238E27FC236}">
                <a16:creationId xmlns:a16="http://schemas.microsoft.com/office/drawing/2014/main" id="{EA295F8C-EE9E-FF4E-8184-A46563A5B546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19504" y="174478"/>
            <a:ext cx="3954379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直观策</a:t>
            </a: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略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graphicFrame>
        <p:nvGraphicFramePr>
          <p:cNvPr id="5" name="object 4">
            <a:extLst>
              <a:ext uri="{FF2B5EF4-FFF2-40B4-BE49-F238E27FC236}">
                <a16:creationId xmlns:a16="http://schemas.microsoft.com/office/drawing/2014/main" id="{0736A55D-E398-C340-A0D0-6D3BECABBF8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51679684"/>
              </p:ext>
            </p:extLst>
          </p:nvPr>
        </p:nvGraphicFramePr>
        <p:xfrm>
          <a:off x="649160" y="2223897"/>
          <a:ext cx="4873624" cy="35966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351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8971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74878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商品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价格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体积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solidFill>
                            <a:srgbClr val="FF0000"/>
                          </a:solidFill>
                          <a:latin typeface="PMingLiU"/>
                          <a:cs typeface="PMingLiU"/>
                        </a:rPr>
                        <a:t>啤酒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solidFill>
                            <a:srgbClr val="FF0000"/>
                          </a:solidFill>
                          <a:latin typeface="Times New Roman"/>
                          <a:cs typeface="Times New Roman"/>
                        </a:rPr>
                        <a:t>24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solidFill>
                            <a:srgbClr val="FF0000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汽水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2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3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饼干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9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solidFill>
                            <a:srgbClr val="FF0000"/>
                          </a:solidFill>
                          <a:latin typeface="PMingLiU"/>
                          <a:cs typeface="PMingLiU"/>
                        </a:rPr>
                        <a:t>面包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70"/>
                        </a:spcBef>
                      </a:pPr>
                      <a:r>
                        <a:rPr sz="2200" b="1" spc="-25">
                          <a:solidFill>
                            <a:srgbClr val="FF0000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31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70"/>
                        </a:spcBef>
                      </a:pPr>
                      <a:r>
                        <a:rPr sz="2200" b="1">
                          <a:solidFill>
                            <a:srgbClr val="FF0000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31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牛奶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9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pic>
        <p:nvPicPr>
          <p:cNvPr id="6" name="object 5">
            <a:extLst>
              <a:ext uri="{FF2B5EF4-FFF2-40B4-BE49-F238E27FC236}">
                <a16:creationId xmlns:a16="http://schemas.microsoft.com/office/drawing/2014/main" id="{0476414F-DBBB-D34B-9945-AA535BA5A299}"/>
              </a:ext>
            </a:extLst>
          </p:cNvPr>
          <p:cNvPicPr/>
          <p:nvPr/>
        </p:nvPicPr>
        <p:blipFill>
          <a:blip r:embed="rId2"/>
          <a:stretch>
            <a:fillRect/>
          </a:stretch>
        </p:blipFill>
        <p:spPr>
          <a:xfrm>
            <a:off x="715518" y="4205478"/>
            <a:ext cx="360425" cy="359663"/>
          </a:xfrm>
          <a:prstGeom prst="rect">
            <a:avLst/>
          </a:prstGeom>
        </p:spPr>
      </p:pic>
      <p:pic>
        <p:nvPicPr>
          <p:cNvPr id="7" name="object 6">
            <a:extLst>
              <a:ext uri="{FF2B5EF4-FFF2-40B4-BE49-F238E27FC236}">
                <a16:creationId xmlns:a16="http://schemas.microsoft.com/office/drawing/2014/main" id="{89DB1B5B-14F2-8443-A30E-494CBA3BBB21}"/>
              </a:ext>
            </a:extLst>
          </p:cNvPr>
          <p:cNvPicPr/>
          <p:nvPr/>
        </p:nvPicPr>
        <p:blipFill>
          <a:blip r:embed="rId3"/>
          <a:stretch>
            <a:fillRect/>
          </a:stretch>
        </p:blipFill>
        <p:spPr>
          <a:xfrm>
            <a:off x="715518" y="4824984"/>
            <a:ext cx="360425" cy="359663"/>
          </a:xfrm>
          <a:prstGeom prst="rect">
            <a:avLst/>
          </a:prstGeom>
        </p:spPr>
      </p:pic>
      <p:pic>
        <p:nvPicPr>
          <p:cNvPr id="8" name="object 7">
            <a:extLst>
              <a:ext uri="{FF2B5EF4-FFF2-40B4-BE49-F238E27FC236}">
                <a16:creationId xmlns:a16="http://schemas.microsoft.com/office/drawing/2014/main" id="{5381A867-A833-CE49-B8A3-3C8847ABE2CA}"/>
              </a:ext>
            </a:extLst>
          </p:cNvPr>
          <p:cNvPicPr/>
          <p:nvPr/>
        </p:nvPicPr>
        <p:blipFill>
          <a:blip r:embed="rId4"/>
          <a:stretch>
            <a:fillRect/>
          </a:stretch>
        </p:blipFill>
        <p:spPr>
          <a:xfrm>
            <a:off x="715518" y="2966466"/>
            <a:ext cx="360425" cy="359663"/>
          </a:xfrm>
          <a:prstGeom prst="rect">
            <a:avLst/>
          </a:prstGeom>
        </p:spPr>
      </p:pic>
      <p:pic>
        <p:nvPicPr>
          <p:cNvPr id="9" name="object 8">
            <a:extLst>
              <a:ext uri="{FF2B5EF4-FFF2-40B4-BE49-F238E27FC236}">
                <a16:creationId xmlns:a16="http://schemas.microsoft.com/office/drawing/2014/main" id="{7023DA53-C7C7-D543-AC7A-F2EB81D2C46A}"/>
              </a:ext>
            </a:extLst>
          </p:cNvPr>
          <p:cNvPicPr/>
          <p:nvPr/>
        </p:nvPicPr>
        <p:blipFill>
          <a:blip r:embed="rId5"/>
          <a:stretch>
            <a:fillRect/>
          </a:stretch>
        </p:blipFill>
        <p:spPr>
          <a:xfrm>
            <a:off x="715518" y="3585971"/>
            <a:ext cx="360425" cy="359663"/>
          </a:xfrm>
          <a:prstGeom prst="rect">
            <a:avLst/>
          </a:prstGeom>
        </p:spPr>
      </p:pic>
      <p:pic>
        <p:nvPicPr>
          <p:cNvPr id="10" name="object 9">
            <a:extLst>
              <a:ext uri="{FF2B5EF4-FFF2-40B4-BE49-F238E27FC236}">
                <a16:creationId xmlns:a16="http://schemas.microsoft.com/office/drawing/2014/main" id="{213E332E-A6CE-F547-B83A-D5F692D86935}"/>
              </a:ext>
            </a:extLst>
          </p:cNvPr>
          <p:cNvPicPr/>
          <p:nvPr/>
        </p:nvPicPr>
        <p:blipFill>
          <a:blip r:embed="rId6"/>
          <a:stretch>
            <a:fillRect/>
          </a:stretch>
        </p:blipFill>
        <p:spPr>
          <a:xfrm>
            <a:off x="715518" y="5361432"/>
            <a:ext cx="360425" cy="359664"/>
          </a:xfrm>
          <a:prstGeom prst="rect">
            <a:avLst/>
          </a:prstGeom>
        </p:spPr>
      </p:pic>
      <p:grpSp>
        <p:nvGrpSpPr>
          <p:cNvPr id="11" name="object 10">
            <a:extLst>
              <a:ext uri="{FF2B5EF4-FFF2-40B4-BE49-F238E27FC236}">
                <a16:creationId xmlns:a16="http://schemas.microsoft.com/office/drawing/2014/main" id="{56D7B04F-28A4-5444-ACE4-A13DA870CFFD}"/>
              </a:ext>
            </a:extLst>
          </p:cNvPr>
          <p:cNvGrpSpPr/>
          <p:nvPr/>
        </p:nvGrpSpPr>
        <p:grpSpPr>
          <a:xfrm>
            <a:off x="5721603" y="3423158"/>
            <a:ext cx="6189980" cy="1212215"/>
            <a:chOff x="5721603" y="3423158"/>
            <a:chExt cx="6189980" cy="1212215"/>
          </a:xfrm>
        </p:grpSpPr>
        <p:sp>
          <p:nvSpPr>
            <p:cNvPr id="12" name="object 11">
              <a:extLst>
                <a:ext uri="{FF2B5EF4-FFF2-40B4-BE49-F238E27FC236}">
                  <a16:creationId xmlns:a16="http://schemas.microsoft.com/office/drawing/2014/main" id="{54AB4584-F5B8-0642-B31A-923A82353462}"/>
                </a:ext>
              </a:extLst>
            </p:cNvPr>
            <p:cNvSpPr/>
            <p:nvPr/>
          </p:nvSpPr>
          <p:spPr>
            <a:xfrm>
              <a:off x="5727954" y="3429558"/>
              <a:ext cx="6177280" cy="1199515"/>
            </a:xfrm>
            <a:custGeom>
              <a:avLst/>
              <a:gdLst/>
              <a:ahLst/>
              <a:cxnLst/>
              <a:rect l="l" t="t" r="r" b="b"/>
              <a:pathLst>
                <a:path w="6177280" h="1199514">
                  <a:moveTo>
                    <a:pt x="930262" y="0"/>
                  </a:moveTo>
                  <a:lnTo>
                    <a:pt x="0" y="0"/>
                  </a:lnTo>
                  <a:lnTo>
                    <a:pt x="0" y="599567"/>
                  </a:lnTo>
                  <a:lnTo>
                    <a:pt x="0" y="1199210"/>
                  </a:lnTo>
                  <a:lnTo>
                    <a:pt x="930262" y="1199210"/>
                  </a:lnTo>
                  <a:lnTo>
                    <a:pt x="930262" y="599643"/>
                  </a:lnTo>
                  <a:lnTo>
                    <a:pt x="930262" y="0"/>
                  </a:lnTo>
                  <a:close/>
                </a:path>
                <a:path w="6177280" h="1199514">
                  <a:moveTo>
                    <a:pt x="3499129" y="0"/>
                  </a:moveTo>
                  <a:lnTo>
                    <a:pt x="2455418" y="0"/>
                  </a:lnTo>
                  <a:lnTo>
                    <a:pt x="930275" y="0"/>
                  </a:lnTo>
                  <a:lnTo>
                    <a:pt x="930275" y="599567"/>
                  </a:lnTo>
                  <a:lnTo>
                    <a:pt x="930275" y="1199210"/>
                  </a:lnTo>
                  <a:lnTo>
                    <a:pt x="2455418" y="1199210"/>
                  </a:lnTo>
                  <a:lnTo>
                    <a:pt x="3499129" y="1199210"/>
                  </a:lnTo>
                  <a:lnTo>
                    <a:pt x="3499129" y="599643"/>
                  </a:lnTo>
                  <a:lnTo>
                    <a:pt x="3499129" y="0"/>
                  </a:lnTo>
                  <a:close/>
                </a:path>
                <a:path w="6177280" h="1199514">
                  <a:moveTo>
                    <a:pt x="6177280" y="0"/>
                  </a:moveTo>
                  <a:lnTo>
                    <a:pt x="4648568" y="0"/>
                  </a:lnTo>
                  <a:lnTo>
                    <a:pt x="3499231" y="0"/>
                  </a:lnTo>
                  <a:lnTo>
                    <a:pt x="3499231" y="599567"/>
                  </a:lnTo>
                  <a:lnTo>
                    <a:pt x="3499231" y="1199210"/>
                  </a:lnTo>
                  <a:lnTo>
                    <a:pt x="4648454" y="1199210"/>
                  </a:lnTo>
                  <a:lnTo>
                    <a:pt x="6177280" y="1199210"/>
                  </a:lnTo>
                  <a:lnTo>
                    <a:pt x="6177280" y="599643"/>
                  </a:lnTo>
                  <a:lnTo>
                    <a:pt x="617728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2">
              <a:extLst>
                <a:ext uri="{FF2B5EF4-FFF2-40B4-BE49-F238E27FC236}">
                  <a16:creationId xmlns:a16="http://schemas.microsoft.com/office/drawing/2014/main" id="{F5ADF710-09A0-5349-A20D-A51E5F53AD7A}"/>
                </a:ext>
              </a:extLst>
            </p:cNvPr>
            <p:cNvSpPr/>
            <p:nvPr/>
          </p:nvSpPr>
          <p:spPr>
            <a:xfrm>
              <a:off x="5721603" y="3429508"/>
              <a:ext cx="6189980" cy="1199515"/>
            </a:xfrm>
            <a:custGeom>
              <a:avLst/>
              <a:gdLst/>
              <a:ahLst/>
              <a:cxnLst/>
              <a:rect l="l" t="t" r="r" b="b"/>
              <a:pathLst>
                <a:path w="6189980" h="1199514">
                  <a:moveTo>
                    <a:pt x="0" y="0"/>
                  </a:moveTo>
                  <a:lnTo>
                    <a:pt x="6189980" y="0"/>
                  </a:lnTo>
                </a:path>
                <a:path w="6189980" h="1199514">
                  <a:moveTo>
                    <a:pt x="0" y="599693"/>
                  </a:moveTo>
                  <a:lnTo>
                    <a:pt x="6189980" y="599693"/>
                  </a:lnTo>
                </a:path>
                <a:path w="6189980" h="1199514">
                  <a:moveTo>
                    <a:pt x="0" y="1199260"/>
                  </a:moveTo>
                  <a:lnTo>
                    <a:pt x="6189980" y="1199260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4" name="object 13">
            <a:extLst>
              <a:ext uri="{FF2B5EF4-FFF2-40B4-BE49-F238E27FC236}">
                <a16:creationId xmlns:a16="http://schemas.microsoft.com/office/drawing/2014/main" id="{3BF5B109-01EF-234D-BF92-583177F02BD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27936999"/>
              </p:ext>
            </p:extLst>
          </p:nvPr>
        </p:nvGraphicFramePr>
        <p:xfrm>
          <a:off x="5721603" y="2223897"/>
          <a:ext cx="6177915" cy="23977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302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52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43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493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2908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5994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201930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1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商品列表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20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总价格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20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总体积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484505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说明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marL="114935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>
                          <a:latin typeface="PMingLiU"/>
                          <a:cs typeface="PMingLiU"/>
                        </a:rPr>
                        <a:t>方案</a:t>
                      </a:r>
                      <a:r>
                        <a:rPr sz="2200" b="1" spc="-50">
                          <a:latin typeface="Times New Roman"/>
                          <a:cs typeface="Times New Roman"/>
                        </a:rPr>
                        <a:t>1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34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15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988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pic>
        <p:nvPicPr>
          <p:cNvPr id="15" name="object 14">
            <a:extLst>
              <a:ext uri="{FF2B5EF4-FFF2-40B4-BE49-F238E27FC236}">
                <a16:creationId xmlns:a16="http://schemas.microsoft.com/office/drawing/2014/main" id="{AF84B66D-D364-F54F-BF00-894F998385EB}"/>
              </a:ext>
            </a:extLst>
          </p:cNvPr>
          <p:cNvPicPr/>
          <p:nvPr/>
        </p:nvPicPr>
        <p:blipFill>
          <a:blip r:embed="rId4"/>
          <a:stretch>
            <a:fillRect/>
          </a:stretch>
        </p:blipFill>
        <p:spPr>
          <a:xfrm>
            <a:off x="6680454" y="2887217"/>
            <a:ext cx="467105" cy="467105"/>
          </a:xfrm>
          <a:prstGeom prst="rect">
            <a:avLst/>
          </a:prstGeom>
        </p:spPr>
      </p:pic>
      <p:pic>
        <p:nvPicPr>
          <p:cNvPr id="16" name="object 15">
            <a:extLst>
              <a:ext uri="{FF2B5EF4-FFF2-40B4-BE49-F238E27FC236}">
                <a16:creationId xmlns:a16="http://schemas.microsoft.com/office/drawing/2014/main" id="{804D311C-88E4-784B-934D-5059FB6B7F65}"/>
              </a:ext>
            </a:extLst>
          </p:cNvPr>
          <p:cNvPicPr/>
          <p:nvPr/>
        </p:nvPicPr>
        <p:blipFill>
          <a:blip r:embed="rId7"/>
          <a:stretch>
            <a:fillRect/>
          </a:stretch>
        </p:blipFill>
        <p:spPr>
          <a:xfrm>
            <a:off x="7200900" y="2886455"/>
            <a:ext cx="468629" cy="467868"/>
          </a:xfrm>
          <a:prstGeom prst="rect">
            <a:avLst/>
          </a:prstGeom>
        </p:spPr>
      </p:pic>
      <p:sp>
        <p:nvSpPr>
          <p:cNvPr id="17" name="object 16">
            <a:extLst>
              <a:ext uri="{FF2B5EF4-FFF2-40B4-BE49-F238E27FC236}">
                <a16:creationId xmlns:a16="http://schemas.microsoft.com/office/drawing/2014/main" id="{717C5432-ABB5-8943-B150-44A39D268684}"/>
              </a:ext>
            </a:extLst>
          </p:cNvPr>
          <p:cNvSpPr/>
          <p:nvPr/>
        </p:nvSpPr>
        <p:spPr>
          <a:xfrm>
            <a:off x="9199626" y="2157983"/>
            <a:ext cx="1197610" cy="1335405"/>
          </a:xfrm>
          <a:custGeom>
            <a:avLst/>
            <a:gdLst/>
            <a:ahLst/>
            <a:cxnLst/>
            <a:rect l="l" t="t" r="r" b="b"/>
            <a:pathLst>
              <a:path w="1197609" h="1335404">
                <a:moveTo>
                  <a:pt x="0" y="199516"/>
                </a:moveTo>
                <a:lnTo>
                  <a:pt x="5266" y="153755"/>
                </a:lnTo>
                <a:lnTo>
                  <a:pt x="20271" y="111754"/>
                </a:lnTo>
                <a:lnTo>
                  <a:pt x="43817" y="74710"/>
                </a:lnTo>
                <a:lnTo>
                  <a:pt x="74710" y="43817"/>
                </a:lnTo>
                <a:lnTo>
                  <a:pt x="111754" y="20271"/>
                </a:lnTo>
                <a:lnTo>
                  <a:pt x="153755" y="5266"/>
                </a:lnTo>
                <a:lnTo>
                  <a:pt x="199517" y="0"/>
                </a:lnTo>
                <a:lnTo>
                  <a:pt x="997584" y="0"/>
                </a:lnTo>
                <a:lnTo>
                  <a:pt x="1043346" y="5266"/>
                </a:lnTo>
                <a:lnTo>
                  <a:pt x="1085347" y="20271"/>
                </a:lnTo>
                <a:lnTo>
                  <a:pt x="1122391" y="43817"/>
                </a:lnTo>
                <a:lnTo>
                  <a:pt x="1153284" y="74710"/>
                </a:lnTo>
                <a:lnTo>
                  <a:pt x="1176830" y="111754"/>
                </a:lnTo>
                <a:lnTo>
                  <a:pt x="1191835" y="153755"/>
                </a:lnTo>
                <a:lnTo>
                  <a:pt x="1197102" y="199516"/>
                </a:lnTo>
                <a:lnTo>
                  <a:pt x="1197102" y="1135506"/>
                </a:lnTo>
                <a:lnTo>
                  <a:pt x="1191835" y="1181268"/>
                </a:lnTo>
                <a:lnTo>
                  <a:pt x="1176830" y="1223269"/>
                </a:lnTo>
                <a:lnTo>
                  <a:pt x="1153284" y="1260313"/>
                </a:lnTo>
                <a:lnTo>
                  <a:pt x="1122391" y="1291206"/>
                </a:lnTo>
                <a:lnTo>
                  <a:pt x="1085347" y="1314752"/>
                </a:lnTo>
                <a:lnTo>
                  <a:pt x="1043346" y="1329757"/>
                </a:lnTo>
                <a:lnTo>
                  <a:pt x="997584" y="1335024"/>
                </a:lnTo>
                <a:lnTo>
                  <a:pt x="199517" y="1335024"/>
                </a:lnTo>
                <a:lnTo>
                  <a:pt x="153755" y="1329757"/>
                </a:lnTo>
                <a:lnTo>
                  <a:pt x="111754" y="1314752"/>
                </a:lnTo>
                <a:lnTo>
                  <a:pt x="74710" y="1291206"/>
                </a:lnTo>
                <a:lnTo>
                  <a:pt x="43817" y="1260313"/>
                </a:lnTo>
                <a:lnTo>
                  <a:pt x="20271" y="1223269"/>
                </a:lnTo>
                <a:lnTo>
                  <a:pt x="5266" y="1181268"/>
                </a:lnTo>
                <a:lnTo>
                  <a:pt x="0" y="1135506"/>
                </a:lnTo>
                <a:lnTo>
                  <a:pt x="0" y="199516"/>
                </a:lnTo>
                <a:close/>
              </a:path>
            </a:pathLst>
          </a:custGeom>
          <a:ln w="3810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417947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2">
            <a:extLst>
              <a:ext uri="{FF2B5EF4-FFF2-40B4-BE49-F238E27FC236}">
                <a16:creationId xmlns:a16="http://schemas.microsoft.com/office/drawing/2014/main" id="{81C68705-985F-2746-B813-01BC4E337DD9}"/>
              </a:ext>
            </a:extLst>
          </p:cNvPr>
          <p:cNvSpPr txBox="1"/>
          <p:nvPr/>
        </p:nvSpPr>
        <p:spPr>
          <a:xfrm>
            <a:off x="747636" y="987568"/>
            <a:ext cx="10166985" cy="988060"/>
          </a:xfrm>
          <a:prstGeom prst="rect">
            <a:avLst/>
          </a:prstGeom>
        </p:spPr>
        <p:txBody>
          <a:bodyPr vert="horz" wrap="square" lIns="0" tIns="104139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819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15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超市赢家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  <a:p>
            <a:pPr marL="704215" lvl="1" indent="-347980">
              <a:lnSpc>
                <a:spcPct val="100000"/>
              </a:lnSpc>
              <a:spcBef>
                <a:spcPts val="615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704215" algn="l"/>
                <a:tab pos="704850" algn="l"/>
              </a:tabLst>
            </a:pPr>
            <a:r>
              <a:rPr sz="240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超市允许顾客使用一个体积大小为</a:t>
            </a:r>
            <a:r>
              <a:rPr sz="2400" b="1" dirty="0">
                <a:latin typeface="SimSun" panose="02010600030101010101" pitchFamily="2" charset="-122"/>
                <a:ea typeface="SimSun" panose="02010600030101010101" pitchFamily="2" charset="-122"/>
                <a:cs typeface="Times New Roman"/>
              </a:rPr>
              <a:t>13</a:t>
            </a:r>
            <a:r>
              <a:rPr sz="2400" spc="-5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的背包，选择一件或多件商品带走</a:t>
            </a:r>
            <a:endParaRPr sz="24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sp>
        <p:nvSpPr>
          <p:cNvPr id="4" name="object 3">
            <a:extLst>
              <a:ext uri="{FF2B5EF4-FFF2-40B4-BE49-F238E27FC236}">
                <a16:creationId xmlns:a16="http://schemas.microsoft.com/office/drawing/2014/main" id="{EA295F8C-EE9E-FF4E-8184-A46563A5B546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19504" y="174478"/>
            <a:ext cx="3954379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直观策</a:t>
            </a: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略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grpSp>
        <p:nvGrpSpPr>
          <p:cNvPr id="18" name="object 4">
            <a:extLst>
              <a:ext uri="{FF2B5EF4-FFF2-40B4-BE49-F238E27FC236}">
                <a16:creationId xmlns:a16="http://schemas.microsoft.com/office/drawing/2014/main" id="{F98D37F0-BC3E-874D-B896-F635C78DC15B}"/>
              </a:ext>
            </a:extLst>
          </p:cNvPr>
          <p:cNvGrpSpPr/>
          <p:nvPr/>
        </p:nvGrpSpPr>
        <p:grpSpPr>
          <a:xfrm>
            <a:off x="5721603" y="3423158"/>
            <a:ext cx="6189980" cy="1212215"/>
            <a:chOff x="5721603" y="3423158"/>
            <a:chExt cx="6189980" cy="1212215"/>
          </a:xfrm>
        </p:grpSpPr>
        <p:sp>
          <p:nvSpPr>
            <p:cNvPr id="19" name="object 5">
              <a:extLst>
                <a:ext uri="{FF2B5EF4-FFF2-40B4-BE49-F238E27FC236}">
                  <a16:creationId xmlns:a16="http://schemas.microsoft.com/office/drawing/2014/main" id="{2C7620BF-E7E8-504B-8859-0A58B396B016}"/>
                </a:ext>
              </a:extLst>
            </p:cNvPr>
            <p:cNvSpPr/>
            <p:nvPr/>
          </p:nvSpPr>
          <p:spPr>
            <a:xfrm>
              <a:off x="5727954" y="3429558"/>
              <a:ext cx="6177280" cy="1199515"/>
            </a:xfrm>
            <a:custGeom>
              <a:avLst/>
              <a:gdLst/>
              <a:ahLst/>
              <a:cxnLst/>
              <a:rect l="l" t="t" r="r" b="b"/>
              <a:pathLst>
                <a:path w="6177280" h="1199514">
                  <a:moveTo>
                    <a:pt x="930262" y="0"/>
                  </a:moveTo>
                  <a:lnTo>
                    <a:pt x="0" y="0"/>
                  </a:lnTo>
                  <a:lnTo>
                    <a:pt x="0" y="599567"/>
                  </a:lnTo>
                  <a:lnTo>
                    <a:pt x="0" y="1199210"/>
                  </a:lnTo>
                  <a:lnTo>
                    <a:pt x="930262" y="1199210"/>
                  </a:lnTo>
                  <a:lnTo>
                    <a:pt x="930262" y="599643"/>
                  </a:lnTo>
                  <a:lnTo>
                    <a:pt x="930262" y="0"/>
                  </a:lnTo>
                  <a:close/>
                </a:path>
                <a:path w="6177280" h="1199514">
                  <a:moveTo>
                    <a:pt x="3499129" y="0"/>
                  </a:moveTo>
                  <a:lnTo>
                    <a:pt x="2455418" y="0"/>
                  </a:lnTo>
                  <a:lnTo>
                    <a:pt x="930275" y="0"/>
                  </a:lnTo>
                  <a:lnTo>
                    <a:pt x="930275" y="599567"/>
                  </a:lnTo>
                  <a:lnTo>
                    <a:pt x="930275" y="1199210"/>
                  </a:lnTo>
                  <a:lnTo>
                    <a:pt x="2455418" y="1199210"/>
                  </a:lnTo>
                  <a:lnTo>
                    <a:pt x="3499129" y="1199210"/>
                  </a:lnTo>
                  <a:lnTo>
                    <a:pt x="3499129" y="599643"/>
                  </a:lnTo>
                  <a:lnTo>
                    <a:pt x="3499129" y="0"/>
                  </a:lnTo>
                  <a:close/>
                </a:path>
                <a:path w="6177280" h="1199514">
                  <a:moveTo>
                    <a:pt x="6177280" y="0"/>
                  </a:moveTo>
                  <a:lnTo>
                    <a:pt x="4648568" y="0"/>
                  </a:lnTo>
                  <a:lnTo>
                    <a:pt x="3499231" y="0"/>
                  </a:lnTo>
                  <a:lnTo>
                    <a:pt x="3499231" y="599567"/>
                  </a:lnTo>
                  <a:lnTo>
                    <a:pt x="3499231" y="1199210"/>
                  </a:lnTo>
                  <a:lnTo>
                    <a:pt x="4648454" y="1199210"/>
                  </a:lnTo>
                  <a:lnTo>
                    <a:pt x="6177280" y="1199210"/>
                  </a:lnTo>
                  <a:lnTo>
                    <a:pt x="6177280" y="599643"/>
                  </a:lnTo>
                  <a:lnTo>
                    <a:pt x="617728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6">
              <a:extLst>
                <a:ext uri="{FF2B5EF4-FFF2-40B4-BE49-F238E27FC236}">
                  <a16:creationId xmlns:a16="http://schemas.microsoft.com/office/drawing/2014/main" id="{02342528-16B3-AE45-973E-3DF8397C3C7E}"/>
                </a:ext>
              </a:extLst>
            </p:cNvPr>
            <p:cNvSpPr/>
            <p:nvPr/>
          </p:nvSpPr>
          <p:spPr>
            <a:xfrm>
              <a:off x="5721603" y="3429508"/>
              <a:ext cx="6189980" cy="1199515"/>
            </a:xfrm>
            <a:custGeom>
              <a:avLst/>
              <a:gdLst/>
              <a:ahLst/>
              <a:cxnLst/>
              <a:rect l="l" t="t" r="r" b="b"/>
              <a:pathLst>
                <a:path w="6189980" h="1199514">
                  <a:moveTo>
                    <a:pt x="0" y="0"/>
                  </a:moveTo>
                  <a:lnTo>
                    <a:pt x="6189980" y="0"/>
                  </a:lnTo>
                </a:path>
                <a:path w="6189980" h="1199514">
                  <a:moveTo>
                    <a:pt x="0" y="599693"/>
                  </a:moveTo>
                  <a:lnTo>
                    <a:pt x="6189980" y="599693"/>
                  </a:lnTo>
                </a:path>
                <a:path w="6189980" h="1199514">
                  <a:moveTo>
                    <a:pt x="0" y="1199260"/>
                  </a:moveTo>
                  <a:lnTo>
                    <a:pt x="6189980" y="1199260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21" name="object 7">
            <a:extLst>
              <a:ext uri="{FF2B5EF4-FFF2-40B4-BE49-F238E27FC236}">
                <a16:creationId xmlns:a16="http://schemas.microsoft.com/office/drawing/2014/main" id="{CAE479CB-9F51-304D-8086-8810BE6FFA4B}"/>
              </a:ext>
            </a:extLst>
          </p:cNvPr>
          <p:cNvGraphicFramePr>
            <a:graphicFrameLocks noGrp="1"/>
          </p:cNvGraphicFramePr>
          <p:nvPr/>
        </p:nvGraphicFramePr>
        <p:xfrm>
          <a:off x="5721603" y="2223897"/>
          <a:ext cx="6177915" cy="23977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302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52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43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493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2908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5994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201930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1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商品列表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20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总价格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20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总体积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说明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marL="114935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>
                          <a:latin typeface="PMingLiU"/>
                          <a:cs typeface="PMingLiU"/>
                        </a:rPr>
                        <a:t>方案</a:t>
                      </a:r>
                      <a:r>
                        <a:rPr sz="2200" b="1" spc="-50">
                          <a:latin typeface="Times New Roman"/>
                          <a:cs typeface="Times New Roman"/>
                        </a:rPr>
                        <a:t>1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34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15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spc="-15">
                          <a:latin typeface="PMingLiU"/>
                          <a:cs typeface="PMingLiU"/>
                        </a:rPr>
                        <a:t>错误方案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988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pic>
        <p:nvPicPr>
          <p:cNvPr id="22" name="object 8">
            <a:extLst>
              <a:ext uri="{FF2B5EF4-FFF2-40B4-BE49-F238E27FC236}">
                <a16:creationId xmlns:a16="http://schemas.microsoft.com/office/drawing/2014/main" id="{434CA82F-7FB2-6C48-8C7C-BCC83C728569}"/>
              </a:ext>
            </a:extLst>
          </p:cNvPr>
          <p:cNvPicPr/>
          <p:nvPr/>
        </p:nvPicPr>
        <p:blipFill>
          <a:blip r:embed="rId2"/>
          <a:stretch>
            <a:fillRect/>
          </a:stretch>
        </p:blipFill>
        <p:spPr>
          <a:xfrm>
            <a:off x="6680454" y="2887217"/>
            <a:ext cx="467105" cy="467105"/>
          </a:xfrm>
          <a:prstGeom prst="rect">
            <a:avLst/>
          </a:prstGeom>
        </p:spPr>
      </p:pic>
      <p:pic>
        <p:nvPicPr>
          <p:cNvPr id="23" name="object 9">
            <a:extLst>
              <a:ext uri="{FF2B5EF4-FFF2-40B4-BE49-F238E27FC236}">
                <a16:creationId xmlns:a16="http://schemas.microsoft.com/office/drawing/2014/main" id="{49D3182B-194B-314F-A3F5-2323E6204D64}"/>
              </a:ext>
            </a:extLst>
          </p:cNvPr>
          <p:cNvPicPr/>
          <p:nvPr/>
        </p:nvPicPr>
        <p:blipFill>
          <a:blip r:embed="rId3"/>
          <a:stretch>
            <a:fillRect/>
          </a:stretch>
        </p:blipFill>
        <p:spPr>
          <a:xfrm>
            <a:off x="7200900" y="2886455"/>
            <a:ext cx="468629" cy="467868"/>
          </a:xfrm>
          <a:prstGeom prst="rect">
            <a:avLst/>
          </a:prstGeom>
        </p:spPr>
      </p:pic>
      <p:graphicFrame>
        <p:nvGraphicFramePr>
          <p:cNvPr id="24" name="object 10">
            <a:extLst>
              <a:ext uri="{FF2B5EF4-FFF2-40B4-BE49-F238E27FC236}">
                <a16:creationId xmlns:a16="http://schemas.microsoft.com/office/drawing/2014/main" id="{4DB6869D-4F08-A142-BAB2-B84ED533D9CD}"/>
              </a:ext>
            </a:extLst>
          </p:cNvPr>
          <p:cNvGraphicFramePr>
            <a:graphicFrameLocks noGrp="1"/>
          </p:cNvGraphicFramePr>
          <p:nvPr/>
        </p:nvGraphicFramePr>
        <p:xfrm>
          <a:off x="649160" y="2223897"/>
          <a:ext cx="4873624" cy="35966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351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8971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74878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商品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价格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体积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啤酒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汽水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2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3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饼干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9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面包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70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31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70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5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31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牛奶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9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pic>
        <p:nvPicPr>
          <p:cNvPr id="25" name="object 11">
            <a:extLst>
              <a:ext uri="{FF2B5EF4-FFF2-40B4-BE49-F238E27FC236}">
                <a16:creationId xmlns:a16="http://schemas.microsoft.com/office/drawing/2014/main" id="{79837408-160D-B14E-A396-7CCE3A967939}"/>
              </a:ext>
            </a:extLst>
          </p:cNvPr>
          <p:cNvPicPr/>
          <p:nvPr/>
        </p:nvPicPr>
        <p:blipFill>
          <a:blip r:embed="rId4"/>
          <a:stretch>
            <a:fillRect/>
          </a:stretch>
        </p:blipFill>
        <p:spPr>
          <a:xfrm>
            <a:off x="715518" y="4205478"/>
            <a:ext cx="360425" cy="359663"/>
          </a:xfrm>
          <a:prstGeom prst="rect">
            <a:avLst/>
          </a:prstGeom>
        </p:spPr>
      </p:pic>
      <p:pic>
        <p:nvPicPr>
          <p:cNvPr id="26" name="object 12">
            <a:extLst>
              <a:ext uri="{FF2B5EF4-FFF2-40B4-BE49-F238E27FC236}">
                <a16:creationId xmlns:a16="http://schemas.microsoft.com/office/drawing/2014/main" id="{1DAE1128-31B8-BA43-AE12-C600B931EB75}"/>
              </a:ext>
            </a:extLst>
          </p:cNvPr>
          <p:cNvPicPr/>
          <p:nvPr/>
        </p:nvPicPr>
        <p:blipFill>
          <a:blip r:embed="rId3"/>
          <a:stretch>
            <a:fillRect/>
          </a:stretch>
        </p:blipFill>
        <p:spPr>
          <a:xfrm>
            <a:off x="715518" y="4824984"/>
            <a:ext cx="360425" cy="359663"/>
          </a:xfrm>
          <a:prstGeom prst="rect">
            <a:avLst/>
          </a:prstGeom>
        </p:spPr>
      </p:pic>
      <p:pic>
        <p:nvPicPr>
          <p:cNvPr id="27" name="object 13">
            <a:extLst>
              <a:ext uri="{FF2B5EF4-FFF2-40B4-BE49-F238E27FC236}">
                <a16:creationId xmlns:a16="http://schemas.microsoft.com/office/drawing/2014/main" id="{C21BC1E2-EA63-EA4A-B3BE-BFFA49541CEF}"/>
              </a:ext>
            </a:extLst>
          </p:cNvPr>
          <p:cNvPicPr/>
          <p:nvPr/>
        </p:nvPicPr>
        <p:blipFill>
          <a:blip r:embed="rId2"/>
          <a:stretch>
            <a:fillRect/>
          </a:stretch>
        </p:blipFill>
        <p:spPr>
          <a:xfrm>
            <a:off x="715518" y="2966466"/>
            <a:ext cx="360425" cy="359663"/>
          </a:xfrm>
          <a:prstGeom prst="rect">
            <a:avLst/>
          </a:prstGeom>
        </p:spPr>
      </p:pic>
      <p:pic>
        <p:nvPicPr>
          <p:cNvPr id="28" name="object 14">
            <a:extLst>
              <a:ext uri="{FF2B5EF4-FFF2-40B4-BE49-F238E27FC236}">
                <a16:creationId xmlns:a16="http://schemas.microsoft.com/office/drawing/2014/main" id="{43FCEF5D-C690-8D41-A68B-EDBB314BFFD0}"/>
              </a:ext>
            </a:extLst>
          </p:cNvPr>
          <p:cNvPicPr/>
          <p:nvPr/>
        </p:nvPicPr>
        <p:blipFill>
          <a:blip r:embed="rId5"/>
          <a:stretch>
            <a:fillRect/>
          </a:stretch>
        </p:blipFill>
        <p:spPr>
          <a:xfrm>
            <a:off x="715518" y="3585971"/>
            <a:ext cx="360425" cy="359663"/>
          </a:xfrm>
          <a:prstGeom prst="rect">
            <a:avLst/>
          </a:prstGeom>
        </p:spPr>
      </p:pic>
      <p:pic>
        <p:nvPicPr>
          <p:cNvPr id="29" name="object 15">
            <a:extLst>
              <a:ext uri="{FF2B5EF4-FFF2-40B4-BE49-F238E27FC236}">
                <a16:creationId xmlns:a16="http://schemas.microsoft.com/office/drawing/2014/main" id="{F6C61994-E2C2-0F4C-A129-63EC1DA0D7EE}"/>
              </a:ext>
            </a:extLst>
          </p:cNvPr>
          <p:cNvPicPr/>
          <p:nvPr/>
        </p:nvPicPr>
        <p:blipFill>
          <a:blip r:embed="rId6"/>
          <a:stretch>
            <a:fillRect/>
          </a:stretch>
        </p:blipFill>
        <p:spPr>
          <a:xfrm>
            <a:off x="715518" y="5361432"/>
            <a:ext cx="360425" cy="35966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07390128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2">
            <a:extLst>
              <a:ext uri="{FF2B5EF4-FFF2-40B4-BE49-F238E27FC236}">
                <a16:creationId xmlns:a16="http://schemas.microsoft.com/office/drawing/2014/main" id="{81C68705-985F-2746-B813-01BC4E337DD9}"/>
              </a:ext>
            </a:extLst>
          </p:cNvPr>
          <p:cNvSpPr txBox="1"/>
          <p:nvPr/>
        </p:nvSpPr>
        <p:spPr>
          <a:xfrm>
            <a:off x="747636" y="987568"/>
            <a:ext cx="10166985" cy="988060"/>
          </a:xfrm>
          <a:prstGeom prst="rect">
            <a:avLst/>
          </a:prstGeom>
        </p:spPr>
        <p:txBody>
          <a:bodyPr vert="horz" wrap="square" lIns="0" tIns="104139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819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15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超市赢家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  <a:p>
            <a:pPr marL="704215" lvl="1" indent="-347980">
              <a:lnSpc>
                <a:spcPct val="100000"/>
              </a:lnSpc>
              <a:spcBef>
                <a:spcPts val="615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704215" algn="l"/>
                <a:tab pos="704850" algn="l"/>
              </a:tabLst>
            </a:pPr>
            <a:r>
              <a:rPr sz="240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超市允许顾客使用一个体积大小为</a:t>
            </a:r>
            <a:r>
              <a:rPr sz="2400" b="1" dirty="0">
                <a:latin typeface="SimSun" panose="02010600030101010101" pitchFamily="2" charset="-122"/>
                <a:ea typeface="SimSun" panose="02010600030101010101" pitchFamily="2" charset="-122"/>
                <a:cs typeface="Times New Roman"/>
              </a:rPr>
              <a:t>13</a:t>
            </a:r>
            <a:r>
              <a:rPr sz="2400" spc="-5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的背包，选择一件或多件商品带走</a:t>
            </a:r>
            <a:endParaRPr sz="24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sp>
        <p:nvSpPr>
          <p:cNvPr id="4" name="object 3">
            <a:extLst>
              <a:ext uri="{FF2B5EF4-FFF2-40B4-BE49-F238E27FC236}">
                <a16:creationId xmlns:a16="http://schemas.microsoft.com/office/drawing/2014/main" id="{EA295F8C-EE9E-FF4E-8184-A46563A5B546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19504" y="174478"/>
            <a:ext cx="3954379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直观策</a:t>
            </a: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略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grpSp>
        <p:nvGrpSpPr>
          <p:cNvPr id="16" name="object 4">
            <a:extLst>
              <a:ext uri="{FF2B5EF4-FFF2-40B4-BE49-F238E27FC236}">
                <a16:creationId xmlns:a16="http://schemas.microsoft.com/office/drawing/2014/main" id="{3939E83A-ACCE-774D-9AD3-A2E305D365EC}"/>
              </a:ext>
            </a:extLst>
          </p:cNvPr>
          <p:cNvGrpSpPr/>
          <p:nvPr/>
        </p:nvGrpSpPr>
        <p:grpSpPr>
          <a:xfrm>
            <a:off x="5721603" y="4022852"/>
            <a:ext cx="6189980" cy="612775"/>
            <a:chOff x="5721603" y="4022852"/>
            <a:chExt cx="6189980" cy="612775"/>
          </a:xfrm>
        </p:grpSpPr>
        <p:sp>
          <p:nvSpPr>
            <p:cNvPr id="17" name="object 5">
              <a:extLst>
                <a:ext uri="{FF2B5EF4-FFF2-40B4-BE49-F238E27FC236}">
                  <a16:creationId xmlns:a16="http://schemas.microsoft.com/office/drawing/2014/main" id="{3C6C8945-9FD8-8C4E-A462-973DAC3579AF}"/>
                </a:ext>
              </a:extLst>
            </p:cNvPr>
            <p:cNvSpPr/>
            <p:nvPr/>
          </p:nvSpPr>
          <p:spPr>
            <a:xfrm>
              <a:off x="5727954" y="4029125"/>
              <a:ext cx="6177280" cy="600075"/>
            </a:xfrm>
            <a:custGeom>
              <a:avLst/>
              <a:gdLst/>
              <a:ahLst/>
              <a:cxnLst/>
              <a:rect l="l" t="t" r="r" b="b"/>
              <a:pathLst>
                <a:path w="6177280" h="600075">
                  <a:moveTo>
                    <a:pt x="930262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930262" y="599643"/>
                  </a:lnTo>
                  <a:lnTo>
                    <a:pt x="930262" y="0"/>
                  </a:lnTo>
                  <a:close/>
                </a:path>
                <a:path w="6177280" h="600075">
                  <a:moveTo>
                    <a:pt x="3499129" y="0"/>
                  </a:moveTo>
                  <a:lnTo>
                    <a:pt x="2455418" y="0"/>
                  </a:lnTo>
                  <a:lnTo>
                    <a:pt x="930275" y="0"/>
                  </a:lnTo>
                  <a:lnTo>
                    <a:pt x="930275" y="599643"/>
                  </a:lnTo>
                  <a:lnTo>
                    <a:pt x="2455418" y="599643"/>
                  </a:lnTo>
                  <a:lnTo>
                    <a:pt x="3499129" y="599643"/>
                  </a:lnTo>
                  <a:lnTo>
                    <a:pt x="3499129" y="0"/>
                  </a:lnTo>
                  <a:close/>
                </a:path>
                <a:path w="6177280" h="600075">
                  <a:moveTo>
                    <a:pt x="6177280" y="0"/>
                  </a:moveTo>
                  <a:lnTo>
                    <a:pt x="4648568" y="0"/>
                  </a:lnTo>
                  <a:lnTo>
                    <a:pt x="3499231" y="0"/>
                  </a:lnTo>
                  <a:lnTo>
                    <a:pt x="3499231" y="599643"/>
                  </a:lnTo>
                  <a:lnTo>
                    <a:pt x="4648454" y="599643"/>
                  </a:lnTo>
                  <a:lnTo>
                    <a:pt x="6177280" y="599643"/>
                  </a:lnTo>
                  <a:lnTo>
                    <a:pt x="617728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6">
              <a:extLst>
                <a:ext uri="{FF2B5EF4-FFF2-40B4-BE49-F238E27FC236}">
                  <a16:creationId xmlns:a16="http://schemas.microsoft.com/office/drawing/2014/main" id="{46C80018-DD2F-1F40-B900-D5757699DA2E}"/>
                </a:ext>
              </a:extLst>
            </p:cNvPr>
            <p:cNvSpPr/>
            <p:nvPr/>
          </p:nvSpPr>
          <p:spPr>
            <a:xfrm>
              <a:off x="5721603" y="4029202"/>
              <a:ext cx="6189980" cy="600075"/>
            </a:xfrm>
            <a:custGeom>
              <a:avLst/>
              <a:gdLst/>
              <a:ahLst/>
              <a:cxnLst/>
              <a:rect l="l" t="t" r="r" b="b"/>
              <a:pathLst>
                <a:path w="6189980" h="600075">
                  <a:moveTo>
                    <a:pt x="0" y="0"/>
                  </a:moveTo>
                  <a:lnTo>
                    <a:pt x="6189980" y="0"/>
                  </a:lnTo>
                </a:path>
                <a:path w="6189980" h="600075">
                  <a:moveTo>
                    <a:pt x="0" y="599567"/>
                  </a:moveTo>
                  <a:lnTo>
                    <a:pt x="6189980" y="599567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31" name="object 7">
            <a:extLst>
              <a:ext uri="{FF2B5EF4-FFF2-40B4-BE49-F238E27FC236}">
                <a16:creationId xmlns:a16="http://schemas.microsoft.com/office/drawing/2014/main" id="{A266EAE4-184D-F740-AC01-F82BE28B4321}"/>
              </a:ext>
            </a:extLst>
          </p:cNvPr>
          <p:cNvGraphicFramePr>
            <a:graphicFrameLocks noGrp="1"/>
          </p:cNvGraphicFramePr>
          <p:nvPr/>
        </p:nvGraphicFramePr>
        <p:xfrm>
          <a:off x="5721603" y="2223897"/>
          <a:ext cx="6177915" cy="23977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302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52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43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493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2908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5994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201930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1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商品列表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20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总价格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20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总体积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说明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>
                          <a:latin typeface="PMingLiU"/>
                          <a:cs typeface="PMingLiU"/>
                        </a:rPr>
                        <a:t>方案</a:t>
                      </a:r>
                      <a:r>
                        <a:rPr sz="2200" b="1" spc="-50">
                          <a:latin typeface="Times New Roman"/>
                          <a:cs typeface="Times New Roman"/>
                        </a:rPr>
                        <a:t>1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34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15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spc="-15">
                          <a:latin typeface="PMingLiU"/>
                          <a:cs typeface="PMingLiU"/>
                        </a:rPr>
                        <a:t>错误方案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>
                          <a:latin typeface="PMingLiU"/>
                          <a:cs typeface="PMingLiU"/>
                        </a:rPr>
                        <a:t>方案</a:t>
                      </a:r>
                      <a:r>
                        <a:rPr sz="2200" b="1" spc="-50">
                          <a:latin typeface="Times New Roman"/>
                          <a:cs typeface="Times New Roman"/>
                        </a:rPr>
                        <a:t>2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13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pic>
        <p:nvPicPr>
          <p:cNvPr id="32" name="object 8">
            <a:extLst>
              <a:ext uri="{FF2B5EF4-FFF2-40B4-BE49-F238E27FC236}">
                <a16:creationId xmlns:a16="http://schemas.microsoft.com/office/drawing/2014/main" id="{71CBC3CC-69F4-A449-860E-4A44A99539FE}"/>
              </a:ext>
            </a:extLst>
          </p:cNvPr>
          <p:cNvPicPr/>
          <p:nvPr/>
        </p:nvPicPr>
        <p:blipFill>
          <a:blip r:embed="rId2"/>
          <a:stretch>
            <a:fillRect/>
          </a:stretch>
        </p:blipFill>
        <p:spPr>
          <a:xfrm>
            <a:off x="6680454" y="2887217"/>
            <a:ext cx="467105" cy="467105"/>
          </a:xfrm>
          <a:prstGeom prst="rect">
            <a:avLst/>
          </a:prstGeom>
        </p:spPr>
      </p:pic>
      <p:pic>
        <p:nvPicPr>
          <p:cNvPr id="33" name="object 9">
            <a:extLst>
              <a:ext uri="{FF2B5EF4-FFF2-40B4-BE49-F238E27FC236}">
                <a16:creationId xmlns:a16="http://schemas.microsoft.com/office/drawing/2014/main" id="{E10C3008-0001-804F-BF76-7AFA44B39A84}"/>
              </a:ext>
            </a:extLst>
          </p:cNvPr>
          <p:cNvPicPr/>
          <p:nvPr/>
        </p:nvPicPr>
        <p:blipFill>
          <a:blip r:embed="rId3"/>
          <a:stretch>
            <a:fillRect/>
          </a:stretch>
        </p:blipFill>
        <p:spPr>
          <a:xfrm>
            <a:off x="7200900" y="2886455"/>
            <a:ext cx="468629" cy="467868"/>
          </a:xfrm>
          <a:prstGeom prst="rect">
            <a:avLst/>
          </a:prstGeom>
        </p:spPr>
      </p:pic>
      <p:pic>
        <p:nvPicPr>
          <p:cNvPr id="34" name="object 10">
            <a:extLst>
              <a:ext uri="{FF2B5EF4-FFF2-40B4-BE49-F238E27FC236}">
                <a16:creationId xmlns:a16="http://schemas.microsoft.com/office/drawing/2014/main" id="{67ACC6E5-58F5-F64D-AB10-36A95E0E93F3}"/>
              </a:ext>
            </a:extLst>
          </p:cNvPr>
          <p:cNvPicPr/>
          <p:nvPr/>
        </p:nvPicPr>
        <p:blipFill>
          <a:blip r:embed="rId2"/>
          <a:stretch>
            <a:fillRect/>
          </a:stretch>
        </p:blipFill>
        <p:spPr>
          <a:xfrm>
            <a:off x="6680454" y="3528059"/>
            <a:ext cx="467868" cy="467868"/>
          </a:xfrm>
          <a:prstGeom prst="rect">
            <a:avLst/>
          </a:prstGeom>
        </p:spPr>
      </p:pic>
      <p:pic>
        <p:nvPicPr>
          <p:cNvPr id="35" name="object 11">
            <a:extLst>
              <a:ext uri="{FF2B5EF4-FFF2-40B4-BE49-F238E27FC236}">
                <a16:creationId xmlns:a16="http://schemas.microsoft.com/office/drawing/2014/main" id="{CBD2B6D9-C474-AB4F-B2B0-C1262E0D9A15}"/>
              </a:ext>
            </a:extLst>
          </p:cNvPr>
          <p:cNvPicPr/>
          <p:nvPr/>
        </p:nvPicPr>
        <p:blipFill>
          <a:blip r:embed="rId4"/>
          <a:stretch>
            <a:fillRect/>
          </a:stretch>
        </p:blipFill>
        <p:spPr>
          <a:xfrm>
            <a:off x="7200900" y="3528059"/>
            <a:ext cx="468629" cy="467868"/>
          </a:xfrm>
          <a:prstGeom prst="rect">
            <a:avLst/>
          </a:prstGeom>
        </p:spPr>
      </p:pic>
      <p:graphicFrame>
        <p:nvGraphicFramePr>
          <p:cNvPr id="36" name="object 12">
            <a:extLst>
              <a:ext uri="{FF2B5EF4-FFF2-40B4-BE49-F238E27FC236}">
                <a16:creationId xmlns:a16="http://schemas.microsoft.com/office/drawing/2014/main" id="{64DA849B-7347-3940-884F-0055B8211B94}"/>
              </a:ext>
            </a:extLst>
          </p:cNvPr>
          <p:cNvGraphicFramePr>
            <a:graphicFrameLocks noGrp="1"/>
          </p:cNvGraphicFramePr>
          <p:nvPr/>
        </p:nvGraphicFramePr>
        <p:xfrm>
          <a:off x="649160" y="2223897"/>
          <a:ext cx="4873624" cy="35966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351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8971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74878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商品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价格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体积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solidFill>
                            <a:srgbClr val="FF0000"/>
                          </a:solidFill>
                          <a:latin typeface="PMingLiU"/>
                          <a:cs typeface="PMingLiU"/>
                        </a:rPr>
                        <a:t>啤酒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solidFill>
                            <a:srgbClr val="FF0000"/>
                          </a:solidFill>
                          <a:latin typeface="Times New Roman"/>
                          <a:cs typeface="Times New Roman"/>
                        </a:rPr>
                        <a:t>24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solidFill>
                            <a:srgbClr val="FF0000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solidFill>
                            <a:srgbClr val="FF0000"/>
                          </a:solidFill>
                          <a:latin typeface="PMingLiU"/>
                          <a:cs typeface="PMingLiU"/>
                        </a:rPr>
                        <a:t>汽水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solidFill>
                            <a:srgbClr val="FF0000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solidFill>
                            <a:srgbClr val="FF0000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饼干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9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面包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70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31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70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5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31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牛奶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9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pic>
        <p:nvPicPr>
          <p:cNvPr id="37" name="object 13">
            <a:extLst>
              <a:ext uri="{FF2B5EF4-FFF2-40B4-BE49-F238E27FC236}">
                <a16:creationId xmlns:a16="http://schemas.microsoft.com/office/drawing/2014/main" id="{6D0C708A-BCED-814B-B331-6FD6B523578E}"/>
              </a:ext>
            </a:extLst>
          </p:cNvPr>
          <p:cNvPicPr/>
          <p:nvPr/>
        </p:nvPicPr>
        <p:blipFill>
          <a:blip r:embed="rId5"/>
          <a:stretch>
            <a:fillRect/>
          </a:stretch>
        </p:blipFill>
        <p:spPr>
          <a:xfrm>
            <a:off x="715518" y="4205478"/>
            <a:ext cx="360425" cy="359663"/>
          </a:xfrm>
          <a:prstGeom prst="rect">
            <a:avLst/>
          </a:prstGeom>
        </p:spPr>
      </p:pic>
      <p:pic>
        <p:nvPicPr>
          <p:cNvPr id="38" name="object 14">
            <a:extLst>
              <a:ext uri="{FF2B5EF4-FFF2-40B4-BE49-F238E27FC236}">
                <a16:creationId xmlns:a16="http://schemas.microsoft.com/office/drawing/2014/main" id="{BB93D436-02B3-C248-962A-8A480C6A8B34}"/>
              </a:ext>
            </a:extLst>
          </p:cNvPr>
          <p:cNvPicPr/>
          <p:nvPr/>
        </p:nvPicPr>
        <p:blipFill>
          <a:blip r:embed="rId3"/>
          <a:stretch>
            <a:fillRect/>
          </a:stretch>
        </p:blipFill>
        <p:spPr>
          <a:xfrm>
            <a:off x="715518" y="4824984"/>
            <a:ext cx="360425" cy="359663"/>
          </a:xfrm>
          <a:prstGeom prst="rect">
            <a:avLst/>
          </a:prstGeom>
        </p:spPr>
      </p:pic>
      <p:pic>
        <p:nvPicPr>
          <p:cNvPr id="39" name="object 15">
            <a:extLst>
              <a:ext uri="{FF2B5EF4-FFF2-40B4-BE49-F238E27FC236}">
                <a16:creationId xmlns:a16="http://schemas.microsoft.com/office/drawing/2014/main" id="{163C2529-B0F8-8345-AB22-A3A8DB629072}"/>
              </a:ext>
            </a:extLst>
          </p:cNvPr>
          <p:cNvPicPr/>
          <p:nvPr/>
        </p:nvPicPr>
        <p:blipFill>
          <a:blip r:embed="rId2"/>
          <a:stretch>
            <a:fillRect/>
          </a:stretch>
        </p:blipFill>
        <p:spPr>
          <a:xfrm>
            <a:off x="715518" y="2966466"/>
            <a:ext cx="360425" cy="359663"/>
          </a:xfrm>
          <a:prstGeom prst="rect">
            <a:avLst/>
          </a:prstGeom>
        </p:spPr>
      </p:pic>
      <p:pic>
        <p:nvPicPr>
          <p:cNvPr id="40" name="object 16">
            <a:extLst>
              <a:ext uri="{FF2B5EF4-FFF2-40B4-BE49-F238E27FC236}">
                <a16:creationId xmlns:a16="http://schemas.microsoft.com/office/drawing/2014/main" id="{62435AFE-EEB2-0248-8507-B23EC7C3EDC3}"/>
              </a:ext>
            </a:extLst>
          </p:cNvPr>
          <p:cNvPicPr/>
          <p:nvPr/>
        </p:nvPicPr>
        <p:blipFill>
          <a:blip r:embed="rId4"/>
          <a:stretch>
            <a:fillRect/>
          </a:stretch>
        </p:blipFill>
        <p:spPr>
          <a:xfrm>
            <a:off x="715518" y="3585971"/>
            <a:ext cx="360425" cy="359663"/>
          </a:xfrm>
          <a:prstGeom prst="rect">
            <a:avLst/>
          </a:prstGeom>
        </p:spPr>
      </p:pic>
      <p:pic>
        <p:nvPicPr>
          <p:cNvPr id="41" name="object 17">
            <a:extLst>
              <a:ext uri="{FF2B5EF4-FFF2-40B4-BE49-F238E27FC236}">
                <a16:creationId xmlns:a16="http://schemas.microsoft.com/office/drawing/2014/main" id="{D1DBB123-37BA-7B40-B8EF-62DF25EFC6FF}"/>
              </a:ext>
            </a:extLst>
          </p:cNvPr>
          <p:cNvPicPr/>
          <p:nvPr/>
        </p:nvPicPr>
        <p:blipFill>
          <a:blip r:embed="rId6"/>
          <a:stretch>
            <a:fillRect/>
          </a:stretch>
        </p:blipFill>
        <p:spPr>
          <a:xfrm>
            <a:off x="715518" y="5361432"/>
            <a:ext cx="360425" cy="35966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30427752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2">
            <a:extLst>
              <a:ext uri="{FF2B5EF4-FFF2-40B4-BE49-F238E27FC236}">
                <a16:creationId xmlns:a16="http://schemas.microsoft.com/office/drawing/2014/main" id="{81C68705-985F-2746-B813-01BC4E337DD9}"/>
              </a:ext>
            </a:extLst>
          </p:cNvPr>
          <p:cNvSpPr txBox="1"/>
          <p:nvPr/>
        </p:nvSpPr>
        <p:spPr>
          <a:xfrm>
            <a:off x="747636" y="987568"/>
            <a:ext cx="10166985" cy="988060"/>
          </a:xfrm>
          <a:prstGeom prst="rect">
            <a:avLst/>
          </a:prstGeom>
        </p:spPr>
        <p:txBody>
          <a:bodyPr vert="horz" wrap="square" lIns="0" tIns="104139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819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15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超市赢家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  <a:p>
            <a:pPr marL="704215" lvl="1" indent="-347980">
              <a:lnSpc>
                <a:spcPct val="100000"/>
              </a:lnSpc>
              <a:spcBef>
                <a:spcPts val="615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704215" algn="l"/>
                <a:tab pos="704850" algn="l"/>
              </a:tabLst>
            </a:pPr>
            <a:r>
              <a:rPr sz="240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超市允许顾客使用一个体积大小为</a:t>
            </a:r>
            <a:r>
              <a:rPr sz="2400" b="1" dirty="0">
                <a:latin typeface="SimSun" panose="02010600030101010101" pitchFamily="2" charset="-122"/>
                <a:ea typeface="SimSun" panose="02010600030101010101" pitchFamily="2" charset="-122"/>
                <a:cs typeface="Times New Roman"/>
              </a:rPr>
              <a:t>13</a:t>
            </a:r>
            <a:r>
              <a:rPr sz="2400" spc="-5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的背包，选择一件或多件商品带走</a:t>
            </a:r>
            <a:endParaRPr sz="24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sp>
        <p:nvSpPr>
          <p:cNvPr id="4" name="object 3">
            <a:extLst>
              <a:ext uri="{FF2B5EF4-FFF2-40B4-BE49-F238E27FC236}">
                <a16:creationId xmlns:a16="http://schemas.microsoft.com/office/drawing/2014/main" id="{EA295F8C-EE9E-FF4E-8184-A46563A5B546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19504" y="174478"/>
            <a:ext cx="3954379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直观策</a:t>
            </a: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略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grpSp>
        <p:nvGrpSpPr>
          <p:cNvPr id="18" name="object 4">
            <a:extLst>
              <a:ext uri="{FF2B5EF4-FFF2-40B4-BE49-F238E27FC236}">
                <a16:creationId xmlns:a16="http://schemas.microsoft.com/office/drawing/2014/main" id="{60833B55-8172-9148-B563-9ECA072CDB55}"/>
              </a:ext>
            </a:extLst>
          </p:cNvPr>
          <p:cNvGrpSpPr/>
          <p:nvPr/>
        </p:nvGrpSpPr>
        <p:grpSpPr>
          <a:xfrm>
            <a:off x="5721603" y="4022852"/>
            <a:ext cx="6189980" cy="612775"/>
            <a:chOff x="5721603" y="4022852"/>
            <a:chExt cx="6189980" cy="612775"/>
          </a:xfrm>
        </p:grpSpPr>
        <p:sp>
          <p:nvSpPr>
            <p:cNvPr id="19" name="object 5">
              <a:extLst>
                <a:ext uri="{FF2B5EF4-FFF2-40B4-BE49-F238E27FC236}">
                  <a16:creationId xmlns:a16="http://schemas.microsoft.com/office/drawing/2014/main" id="{D62E2F1B-577B-A943-AA46-F400F146A5B7}"/>
                </a:ext>
              </a:extLst>
            </p:cNvPr>
            <p:cNvSpPr/>
            <p:nvPr/>
          </p:nvSpPr>
          <p:spPr>
            <a:xfrm>
              <a:off x="5727954" y="4029125"/>
              <a:ext cx="6177280" cy="600075"/>
            </a:xfrm>
            <a:custGeom>
              <a:avLst/>
              <a:gdLst/>
              <a:ahLst/>
              <a:cxnLst/>
              <a:rect l="l" t="t" r="r" b="b"/>
              <a:pathLst>
                <a:path w="6177280" h="600075">
                  <a:moveTo>
                    <a:pt x="930262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930262" y="599643"/>
                  </a:lnTo>
                  <a:lnTo>
                    <a:pt x="930262" y="0"/>
                  </a:lnTo>
                  <a:close/>
                </a:path>
                <a:path w="6177280" h="600075">
                  <a:moveTo>
                    <a:pt x="3499129" y="0"/>
                  </a:moveTo>
                  <a:lnTo>
                    <a:pt x="2455418" y="0"/>
                  </a:lnTo>
                  <a:lnTo>
                    <a:pt x="930275" y="0"/>
                  </a:lnTo>
                  <a:lnTo>
                    <a:pt x="930275" y="599643"/>
                  </a:lnTo>
                  <a:lnTo>
                    <a:pt x="2455418" y="599643"/>
                  </a:lnTo>
                  <a:lnTo>
                    <a:pt x="3499129" y="599643"/>
                  </a:lnTo>
                  <a:lnTo>
                    <a:pt x="3499129" y="0"/>
                  </a:lnTo>
                  <a:close/>
                </a:path>
                <a:path w="6177280" h="600075">
                  <a:moveTo>
                    <a:pt x="6177280" y="0"/>
                  </a:moveTo>
                  <a:lnTo>
                    <a:pt x="4648568" y="0"/>
                  </a:lnTo>
                  <a:lnTo>
                    <a:pt x="3499231" y="0"/>
                  </a:lnTo>
                  <a:lnTo>
                    <a:pt x="3499231" y="599643"/>
                  </a:lnTo>
                  <a:lnTo>
                    <a:pt x="4648454" y="599643"/>
                  </a:lnTo>
                  <a:lnTo>
                    <a:pt x="6177280" y="599643"/>
                  </a:lnTo>
                  <a:lnTo>
                    <a:pt x="617728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6">
              <a:extLst>
                <a:ext uri="{FF2B5EF4-FFF2-40B4-BE49-F238E27FC236}">
                  <a16:creationId xmlns:a16="http://schemas.microsoft.com/office/drawing/2014/main" id="{B8B3BF49-E66B-A146-8D0E-342C3BE7409C}"/>
                </a:ext>
              </a:extLst>
            </p:cNvPr>
            <p:cNvSpPr/>
            <p:nvPr/>
          </p:nvSpPr>
          <p:spPr>
            <a:xfrm>
              <a:off x="5721603" y="4029202"/>
              <a:ext cx="6189980" cy="600075"/>
            </a:xfrm>
            <a:custGeom>
              <a:avLst/>
              <a:gdLst/>
              <a:ahLst/>
              <a:cxnLst/>
              <a:rect l="l" t="t" r="r" b="b"/>
              <a:pathLst>
                <a:path w="6189980" h="600075">
                  <a:moveTo>
                    <a:pt x="0" y="0"/>
                  </a:moveTo>
                  <a:lnTo>
                    <a:pt x="6189980" y="0"/>
                  </a:lnTo>
                </a:path>
                <a:path w="6189980" h="600075">
                  <a:moveTo>
                    <a:pt x="0" y="599567"/>
                  </a:moveTo>
                  <a:lnTo>
                    <a:pt x="6189980" y="599567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21" name="object 7">
            <a:extLst>
              <a:ext uri="{FF2B5EF4-FFF2-40B4-BE49-F238E27FC236}">
                <a16:creationId xmlns:a16="http://schemas.microsoft.com/office/drawing/2014/main" id="{52A20D50-9B59-0646-85DE-1692F42B23F8}"/>
              </a:ext>
            </a:extLst>
          </p:cNvPr>
          <p:cNvGraphicFramePr>
            <a:graphicFrameLocks noGrp="1"/>
          </p:cNvGraphicFramePr>
          <p:nvPr/>
        </p:nvGraphicFramePr>
        <p:xfrm>
          <a:off x="5721603" y="2223897"/>
          <a:ext cx="6177915" cy="23977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302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52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43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493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2908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5994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201930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1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商品列表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20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总价格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20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总体积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说明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>
                          <a:latin typeface="PMingLiU"/>
                          <a:cs typeface="PMingLiU"/>
                        </a:rPr>
                        <a:t>方案</a:t>
                      </a:r>
                      <a:r>
                        <a:rPr sz="2200" b="1" spc="-50">
                          <a:latin typeface="Times New Roman"/>
                          <a:cs typeface="Times New Roman"/>
                        </a:rPr>
                        <a:t>1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34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15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spc="-15">
                          <a:latin typeface="PMingLiU"/>
                          <a:cs typeface="PMingLiU"/>
                        </a:rPr>
                        <a:t>错误方案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>
                          <a:latin typeface="PMingLiU"/>
                          <a:cs typeface="PMingLiU"/>
                        </a:rPr>
                        <a:t>方案</a:t>
                      </a:r>
                      <a:r>
                        <a:rPr sz="2200" b="1" spc="-50">
                          <a:latin typeface="Times New Roman"/>
                          <a:cs typeface="Times New Roman"/>
                        </a:rPr>
                        <a:t>2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13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spc="-15">
                          <a:latin typeface="PMingLiU"/>
                          <a:cs typeface="PMingLiU"/>
                        </a:rPr>
                        <a:t>可行方案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pic>
        <p:nvPicPr>
          <p:cNvPr id="22" name="object 8">
            <a:extLst>
              <a:ext uri="{FF2B5EF4-FFF2-40B4-BE49-F238E27FC236}">
                <a16:creationId xmlns:a16="http://schemas.microsoft.com/office/drawing/2014/main" id="{54337768-678E-AF42-8D3C-5C26BBDA4270}"/>
              </a:ext>
            </a:extLst>
          </p:cNvPr>
          <p:cNvPicPr/>
          <p:nvPr/>
        </p:nvPicPr>
        <p:blipFill>
          <a:blip r:embed="rId2"/>
          <a:stretch>
            <a:fillRect/>
          </a:stretch>
        </p:blipFill>
        <p:spPr>
          <a:xfrm>
            <a:off x="6680454" y="2887217"/>
            <a:ext cx="467105" cy="467105"/>
          </a:xfrm>
          <a:prstGeom prst="rect">
            <a:avLst/>
          </a:prstGeom>
        </p:spPr>
      </p:pic>
      <p:pic>
        <p:nvPicPr>
          <p:cNvPr id="23" name="object 9">
            <a:extLst>
              <a:ext uri="{FF2B5EF4-FFF2-40B4-BE49-F238E27FC236}">
                <a16:creationId xmlns:a16="http://schemas.microsoft.com/office/drawing/2014/main" id="{A1AFC2D2-44C8-1B4D-891A-C560B53E0D31}"/>
              </a:ext>
            </a:extLst>
          </p:cNvPr>
          <p:cNvPicPr/>
          <p:nvPr/>
        </p:nvPicPr>
        <p:blipFill>
          <a:blip r:embed="rId3"/>
          <a:stretch>
            <a:fillRect/>
          </a:stretch>
        </p:blipFill>
        <p:spPr>
          <a:xfrm>
            <a:off x="7200900" y="2886455"/>
            <a:ext cx="468629" cy="467868"/>
          </a:xfrm>
          <a:prstGeom prst="rect">
            <a:avLst/>
          </a:prstGeom>
        </p:spPr>
      </p:pic>
      <p:pic>
        <p:nvPicPr>
          <p:cNvPr id="24" name="object 10">
            <a:extLst>
              <a:ext uri="{FF2B5EF4-FFF2-40B4-BE49-F238E27FC236}">
                <a16:creationId xmlns:a16="http://schemas.microsoft.com/office/drawing/2014/main" id="{7B0AB4D4-50C1-9345-A823-5B7E69C44CF5}"/>
              </a:ext>
            </a:extLst>
          </p:cNvPr>
          <p:cNvPicPr/>
          <p:nvPr/>
        </p:nvPicPr>
        <p:blipFill>
          <a:blip r:embed="rId2"/>
          <a:stretch>
            <a:fillRect/>
          </a:stretch>
        </p:blipFill>
        <p:spPr>
          <a:xfrm>
            <a:off x="6680454" y="3528059"/>
            <a:ext cx="467868" cy="467868"/>
          </a:xfrm>
          <a:prstGeom prst="rect">
            <a:avLst/>
          </a:prstGeom>
        </p:spPr>
      </p:pic>
      <p:pic>
        <p:nvPicPr>
          <p:cNvPr id="25" name="object 11">
            <a:extLst>
              <a:ext uri="{FF2B5EF4-FFF2-40B4-BE49-F238E27FC236}">
                <a16:creationId xmlns:a16="http://schemas.microsoft.com/office/drawing/2014/main" id="{FFD8C962-388F-2C43-AA4C-0268839C89E2}"/>
              </a:ext>
            </a:extLst>
          </p:cNvPr>
          <p:cNvPicPr/>
          <p:nvPr/>
        </p:nvPicPr>
        <p:blipFill>
          <a:blip r:embed="rId4"/>
          <a:stretch>
            <a:fillRect/>
          </a:stretch>
        </p:blipFill>
        <p:spPr>
          <a:xfrm>
            <a:off x="7200900" y="3528059"/>
            <a:ext cx="468629" cy="467868"/>
          </a:xfrm>
          <a:prstGeom prst="rect">
            <a:avLst/>
          </a:prstGeom>
        </p:spPr>
      </p:pic>
      <p:graphicFrame>
        <p:nvGraphicFramePr>
          <p:cNvPr id="26" name="object 12">
            <a:extLst>
              <a:ext uri="{FF2B5EF4-FFF2-40B4-BE49-F238E27FC236}">
                <a16:creationId xmlns:a16="http://schemas.microsoft.com/office/drawing/2014/main" id="{78D707F2-4E1C-2D46-8F03-706893F61754}"/>
              </a:ext>
            </a:extLst>
          </p:cNvPr>
          <p:cNvGraphicFramePr>
            <a:graphicFrameLocks noGrp="1"/>
          </p:cNvGraphicFramePr>
          <p:nvPr/>
        </p:nvGraphicFramePr>
        <p:xfrm>
          <a:off x="649160" y="2223897"/>
          <a:ext cx="4873624" cy="35966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351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8971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74878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商品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价格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体积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啤酒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汽水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2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3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饼干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9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面包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70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31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70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5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31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牛奶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9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pic>
        <p:nvPicPr>
          <p:cNvPr id="27" name="object 13">
            <a:extLst>
              <a:ext uri="{FF2B5EF4-FFF2-40B4-BE49-F238E27FC236}">
                <a16:creationId xmlns:a16="http://schemas.microsoft.com/office/drawing/2014/main" id="{DBEAB841-05E1-A44F-96B2-27765FAF0BD6}"/>
              </a:ext>
            </a:extLst>
          </p:cNvPr>
          <p:cNvPicPr/>
          <p:nvPr/>
        </p:nvPicPr>
        <p:blipFill>
          <a:blip r:embed="rId5"/>
          <a:stretch>
            <a:fillRect/>
          </a:stretch>
        </p:blipFill>
        <p:spPr>
          <a:xfrm>
            <a:off x="715518" y="4205478"/>
            <a:ext cx="360425" cy="359663"/>
          </a:xfrm>
          <a:prstGeom prst="rect">
            <a:avLst/>
          </a:prstGeom>
        </p:spPr>
      </p:pic>
      <p:pic>
        <p:nvPicPr>
          <p:cNvPr id="28" name="object 14">
            <a:extLst>
              <a:ext uri="{FF2B5EF4-FFF2-40B4-BE49-F238E27FC236}">
                <a16:creationId xmlns:a16="http://schemas.microsoft.com/office/drawing/2014/main" id="{CCBDF632-7884-4244-ACED-34099BC111CE}"/>
              </a:ext>
            </a:extLst>
          </p:cNvPr>
          <p:cNvPicPr/>
          <p:nvPr/>
        </p:nvPicPr>
        <p:blipFill>
          <a:blip r:embed="rId3"/>
          <a:stretch>
            <a:fillRect/>
          </a:stretch>
        </p:blipFill>
        <p:spPr>
          <a:xfrm>
            <a:off x="715518" y="4824984"/>
            <a:ext cx="360425" cy="359663"/>
          </a:xfrm>
          <a:prstGeom prst="rect">
            <a:avLst/>
          </a:prstGeom>
        </p:spPr>
      </p:pic>
      <p:pic>
        <p:nvPicPr>
          <p:cNvPr id="29" name="object 15">
            <a:extLst>
              <a:ext uri="{FF2B5EF4-FFF2-40B4-BE49-F238E27FC236}">
                <a16:creationId xmlns:a16="http://schemas.microsoft.com/office/drawing/2014/main" id="{964D4C4C-9937-8A48-8A80-51228D20E91B}"/>
              </a:ext>
            </a:extLst>
          </p:cNvPr>
          <p:cNvPicPr/>
          <p:nvPr/>
        </p:nvPicPr>
        <p:blipFill>
          <a:blip r:embed="rId2"/>
          <a:stretch>
            <a:fillRect/>
          </a:stretch>
        </p:blipFill>
        <p:spPr>
          <a:xfrm>
            <a:off x="715518" y="2966466"/>
            <a:ext cx="360425" cy="359663"/>
          </a:xfrm>
          <a:prstGeom prst="rect">
            <a:avLst/>
          </a:prstGeom>
        </p:spPr>
      </p:pic>
      <p:pic>
        <p:nvPicPr>
          <p:cNvPr id="42" name="object 16">
            <a:extLst>
              <a:ext uri="{FF2B5EF4-FFF2-40B4-BE49-F238E27FC236}">
                <a16:creationId xmlns:a16="http://schemas.microsoft.com/office/drawing/2014/main" id="{DED17FF8-5343-F741-B9AE-D49668E3AF49}"/>
              </a:ext>
            </a:extLst>
          </p:cNvPr>
          <p:cNvPicPr/>
          <p:nvPr/>
        </p:nvPicPr>
        <p:blipFill>
          <a:blip r:embed="rId4"/>
          <a:stretch>
            <a:fillRect/>
          </a:stretch>
        </p:blipFill>
        <p:spPr>
          <a:xfrm>
            <a:off x="715518" y="3585971"/>
            <a:ext cx="360425" cy="359663"/>
          </a:xfrm>
          <a:prstGeom prst="rect">
            <a:avLst/>
          </a:prstGeom>
        </p:spPr>
      </p:pic>
      <p:pic>
        <p:nvPicPr>
          <p:cNvPr id="43" name="object 17">
            <a:extLst>
              <a:ext uri="{FF2B5EF4-FFF2-40B4-BE49-F238E27FC236}">
                <a16:creationId xmlns:a16="http://schemas.microsoft.com/office/drawing/2014/main" id="{E424DDED-9A49-BD4F-AA5C-E5AF96521DFA}"/>
              </a:ext>
            </a:extLst>
          </p:cNvPr>
          <p:cNvPicPr/>
          <p:nvPr/>
        </p:nvPicPr>
        <p:blipFill>
          <a:blip r:embed="rId6"/>
          <a:stretch>
            <a:fillRect/>
          </a:stretch>
        </p:blipFill>
        <p:spPr>
          <a:xfrm>
            <a:off x="715518" y="5361432"/>
            <a:ext cx="360425" cy="35966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91876283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2">
            <a:extLst>
              <a:ext uri="{FF2B5EF4-FFF2-40B4-BE49-F238E27FC236}">
                <a16:creationId xmlns:a16="http://schemas.microsoft.com/office/drawing/2014/main" id="{81C68705-985F-2746-B813-01BC4E337DD9}"/>
              </a:ext>
            </a:extLst>
          </p:cNvPr>
          <p:cNvSpPr txBox="1"/>
          <p:nvPr/>
        </p:nvSpPr>
        <p:spPr>
          <a:xfrm>
            <a:off x="747636" y="987568"/>
            <a:ext cx="10166985" cy="988060"/>
          </a:xfrm>
          <a:prstGeom prst="rect">
            <a:avLst/>
          </a:prstGeom>
        </p:spPr>
        <p:txBody>
          <a:bodyPr vert="horz" wrap="square" lIns="0" tIns="104139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819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15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超市赢家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  <a:p>
            <a:pPr marL="704215" lvl="1" indent="-347980">
              <a:lnSpc>
                <a:spcPct val="100000"/>
              </a:lnSpc>
              <a:spcBef>
                <a:spcPts val="615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704215" algn="l"/>
                <a:tab pos="704850" algn="l"/>
              </a:tabLst>
            </a:pPr>
            <a:r>
              <a:rPr sz="240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超市允许顾客使用一个体积大小为</a:t>
            </a:r>
            <a:r>
              <a:rPr sz="2400" b="1" dirty="0">
                <a:latin typeface="SimSun" panose="02010600030101010101" pitchFamily="2" charset="-122"/>
                <a:ea typeface="SimSun" panose="02010600030101010101" pitchFamily="2" charset="-122"/>
                <a:cs typeface="Times New Roman"/>
              </a:rPr>
              <a:t>13</a:t>
            </a:r>
            <a:r>
              <a:rPr sz="2400" spc="-5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的背包，选择一件或多件商品带走</a:t>
            </a:r>
            <a:endParaRPr sz="24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sp>
        <p:nvSpPr>
          <p:cNvPr id="4" name="object 3">
            <a:extLst>
              <a:ext uri="{FF2B5EF4-FFF2-40B4-BE49-F238E27FC236}">
                <a16:creationId xmlns:a16="http://schemas.microsoft.com/office/drawing/2014/main" id="{EA295F8C-EE9E-FF4E-8184-A46563A5B546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19504" y="174478"/>
            <a:ext cx="3954379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直观策</a:t>
            </a: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略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graphicFrame>
        <p:nvGraphicFramePr>
          <p:cNvPr id="30" name="object 4">
            <a:extLst>
              <a:ext uri="{FF2B5EF4-FFF2-40B4-BE49-F238E27FC236}">
                <a16:creationId xmlns:a16="http://schemas.microsoft.com/office/drawing/2014/main" id="{2FC423DD-067C-A440-8E67-9897CD483DF0}"/>
              </a:ext>
            </a:extLst>
          </p:cNvPr>
          <p:cNvGraphicFramePr>
            <a:graphicFrameLocks noGrp="1"/>
          </p:cNvGraphicFramePr>
          <p:nvPr/>
        </p:nvGraphicFramePr>
        <p:xfrm>
          <a:off x="5721603" y="2223897"/>
          <a:ext cx="6177915" cy="23977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302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52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43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493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2908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5994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201930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1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商品列表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20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总价格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20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总体积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说明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>
                          <a:latin typeface="PMingLiU"/>
                          <a:cs typeface="PMingLiU"/>
                        </a:rPr>
                        <a:t>方案</a:t>
                      </a:r>
                      <a:r>
                        <a:rPr sz="2200" b="1" spc="-50">
                          <a:latin typeface="Times New Roman"/>
                          <a:cs typeface="Times New Roman"/>
                        </a:rPr>
                        <a:t>1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34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15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spc="-15">
                          <a:latin typeface="PMingLiU"/>
                          <a:cs typeface="PMingLiU"/>
                        </a:rPr>
                        <a:t>错误方案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>
                          <a:latin typeface="PMingLiU"/>
                          <a:cs typeface="PMingLiU"/>
                        </a:rPr>
                        <a:t>方案</a:t>
                      </a:r>
                      <a:r>
                        <a:rPr sz="2200" b="1" spc="-50">
                          <a:latin typeface="Times New Roman"/>
                          <a:cs typeface="Times New Roman"/>
                        </a:rPr>
                        <a:t>2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13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spc="-15">
                          <a:latin typeface="PMingLiU"/>
                          <a:cs typeface="PMingLiU"/>
                        </a:rPr>
                        <a:t>可行方案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>
                          <a:latin typeface="PMingLiU"/>
                          <a:cs typeface="PMingLiU"/>
                        </a:rPr>
                        <a:t>方案</a:t>
                      </a:r>
                      <a:r>
                        <a:rPr sz="2200" b="1" spc="-50">
                          <a:latin typeface="Times New Roman"/>
                          <a:cs typeface="Times New Roman"/>
                        </a:rPr>
                        <a:t>3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28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13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pic>
        <p:nvPicPr>
          <p:cNvPr id="31" name="object 5">
            <a:extLst>
              <a:ext uri="{FF2B5EF4-FFF2-40B4-BE49-F238E27FC236}">
                <a16:creationId xmlns:a16="http://schemas.microsoft.com/office/drawing/2014/main" id="{CD54B0F0-70FB-4841-B4E5-8426069D16E3}"/>
              </a:ext>
            </a:extLst>
          </p:cNvPr>
          <p:cNvPicPr/>
          <p:nvPr/>
        </p:nvPicPr>
        <p:blipFill>
          <a:blip r:embed="rId2"/>
          <a:stretch>
            <a:fillRect/>
          </a:stretch>
        </p:blipFill>
        <p:spPr>
          <a:xfrm>
            <a:off x="6680454" y="2887217"/>
            <a:ext cx="467105" cy="467105"/>
          </a:xfrm>
          <a:prstGeom prst="rect">
            <a:avLst/>
          </a:prstGeom>
        </p:spPr>
      </p:pic>
      <p:pic>
        <p:nvPicPr>
          <p:cNvPr id="32" name="object 6">
            <a:extLst>
              <a:ext uri="{FF2B5EF4-FFF2-40B4-BE49-F238E27FC236}">
                <a16:creationId xmlns:a16="http://schemas.microsoft.com/office/drawing/2014/main" id="{47A35703-0F55-2A4F-9C1C-88C20967F580}"/>
              </a:ext>
            </a:extLst>
          </p:cNvPr>
          <p:cNvPicPr/>
          <p:nvPr/>
        </p:nvPicPr>
        <p:blipFill>
          <a:blip r:embed="rId3"/>
          <a:stretch>
            <a:fillRect/>
          </a:stretch>
        </p:blipFill>
        <p:spPr>
          <a:xfrm>
            <a:off x="7200900" y="2886455"/>
            <a:ext cx="468629" cy="467868"/>
          </a:xfrm>
          <a:prstGeom prst="rect">
            <a:avLst/>
          </a:prstGeom>
        </p:spPr>
      </p:pic>
      <p:pic>
        <p:nvPicPr>
          <p:cNvPr id="33" name="object 7">
            <a:extLst>
              <a:ext uri="{FF2B5EF4-FFF2-40B4-BE49-F238E27FC236}">
                <a16:creationId xmlns:a16="http://schemas.microsoft.com/office/drawing/2014/main" id="{68C34163-129A-9E43-B8F9-FA7614924E91}"/>
              </a:ext>
            </a:extLst>
          </p:cNvPr>
          <p:cNvPicPr/>
          <p:nvPr/>
        </p:nvPicPr>
        <p:blipFill>
          <a:blip r:embed="rId2"/>
          <a:stretch>
            <a:fillRect/>
          </a:stretch>
        </p:blipFill>
        <p:spPr>
          <a:xfrm>
            <a:off x="6680454" y="3528059"/>
            <a:ext cx="467868" cy="467868"/>
          </a:xfrm>
          <a:prstGeom prst="rect">
            <a:avLst/>
          </a:prstGeom>
        </p:spPr>
      </p:pic>
      <p:pic>
        <p:nvPicPr>
          <p:cNvPr id="34" name="object 8">
            <a:extLst>
              <a:ext uri="{FF2B5EF4-FFF2-40B4-BE49-F238E27FC236}">
                <a16:creationId xmlns:a16="http://schemas.microsoft.com/office/drawing/2014/main" id="{334C3BCD-77C4-2741-A4D5-E6569BAC521F}"/>
              </a:ext>
            </a:extLst>
          </p:cNvPr>
          <p:cNvPicPr/>
          <p:nvPr/>
        </p:nvPicPr>
        <p:blipFill>
          <a:blip r:embed="rId4"/>
          <a:stretch>
            <a:fillRect/>
          </a:stretch>
        </p:blipFill>
        <p:spPr>
          <a:xfrm>
            <a:off x="7200900" y="3528059"/>
            <a:ext cx="468629" cy="467868"/>
          </a:xfrm>
          <a:prstGeom prst="rect">
            <a:avLst/>
          </a:prstGeom>
        </p:spPr>
      </p:pic>
      <p:graphicFrame>
        <p:nvGraphicFramePr>
          <p:cNvPr id="35" name="object 9">
            <a:extLst>
              <a:ext uri="{FF2B5EF4-FFF2-40B4-BE49-F238E27FC236}">
                <a16:creationId xmlns:a16="http://schemas.microsoft.com/office/drawing/2014/main" id="{BB51B296-EF43-AA4F-B799-E813E974A754}"/>
              </a:ext>
            </a:extLst>
          </p:cNvPr>
          <p:cNvGraphicFramePr>
            <a:graphicFrameLocks noGrp="1"/>
          </p:cNvGraphicFramePr>
          <p:nvPr/>
        </p:nvGraphicFramePr>
        <p:xfrm>
          <a:off x="649160" y="2223897"/>
          <a:ext cx="4873624" cy="35966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351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8971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74878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商品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价格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体积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啤酒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汽水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2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3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solidFill>
                            <a:srgbClr val="FF0000"/>
                          </a:solidFill>
                          <a:latin typeface="PMingLiU"/>
                          <a:cs typeface="PMingLiU"/>
                        </a:rPr>
                        <a:t>饼干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solidFill>
                            <a:srgbClr val="FF0000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solidFill>
                            <a:srgbClr val="FF0000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solidFill>
                            <a:srgbClr val="FF0000"/>
                          </a:solidFill>
                          <a:latin typeface="PMingLiU"/>
                          <a:cs typeface="PMingLiU"/>
                        </a:rPr>
                        <a:t>面包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70"/>
                        </a:spcBef>
                      </a:pPr>
                      <a:r>
                        <a:rPr sz="2200" b="1" spc="-25">
                          <a:solidFill>
                            <a:srgbClr val="FF0000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31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70"/>
                        </a:spcBef>
                      </a:pPr>
                      <a:r>
                        <a:rPr sz="2200" b="1">
                          <a:solidFill>
                            <a:srgbClr val="FF0000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31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solidFill>
                            <a:srgbClr val="FF0000"/>
                          </a:solidFill>
                          <a:latin typeface="PMingLiU"/>
                          <a:cs typeface="PMingLiU"/>
                        </a:rPr>
                        <a:t>牛奶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solidFill>
                            <a:srgbClr val="FF0000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solidFill>
                            <a:srgbClr val="FF0000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pic>
        <p:nvPicPr>
          <p:cNvPr id="36" name="object 10">
            <a:extLst>
              <a:ext uri="{FF2B5EF4-FFF2-40B4-BE49-F238E27FC236}">
                <a16:creationId xmlns:a16="http://schemas.microsoft.com/office/drawing/2014/main" id="{B7179DA7-07B1-2847-890D-62ED8FF8E804}"/>
              </a:ext>
            </a:extLst>
          </p:cNvPr>
          <p:cNvPicPr/>
          <p:nvPr/>
        </p:nvPicPr>
        <p:blipFill>
          <a:blip r:embed="rId5"/>
          <a:stretch>
            <a:fillRect/>
          </a:stretch>
        </p:blipFill>
        <p:spPr>
          <a:xfrm>
            <a:off x="715518" y="4205478"/>
            <a:ext cx="360425" cy="359663"/>
          </a:xfrm>
          <a:prstGeom prst="rect">
            <a:avLst/>
          </a:prstGeom>
        </p:spPr>
      </p:pic>
      <p:pic>
        <p:nvPicPr>
          <p:cNvPr id="37" name="object 11">
            <a:extLst>
              <a:ext uri="{FF2B5EF4-FFF2-40B4-BE49-F238E27FC236}">
                <a16:creationId xmlns:a16="http://schemas.microsoft.com/office/drawing/2014/main" id="{0E1D361A-9C60-E047-8986-736F36BA631A}"/>
              </a:ext>
            </a:extLst>
          </p:cNvPr>
          <p:cNvPicPr/>
          <p:nvPr/>
        </p:nvPicPr>
        <p:blipFill>
          <a:blip r:embed="rId3"/>
          <a:stretch>
            <a:fillRect/>
          </a:stretch>
        </p:blipFill>
        <p:spPr>
          <a:xfrm>
            <a:off x="715518" y="4824984"/>
            <a:ext cx="360425" cy="359663"/>
          </a:xfrm>
          <a:prstGeom prst="rect">
            <a:avLst/>
          </a:prstGeom>
        </p:spPr>
      </p:pic>
      <p:pic>
        <p:nvPicPr>
          <p:cNvPr id="38" name="object 12">
            <a:extLst>
              <a:ext uri="{FF2B5EF4-FFF2-40B4-BE49-F238E27FC236}">
                <a16:creationId xmlns:a16="http://schemas.microsoft.com/office/drawing/2014/main" id="{0BF1D7F1-8586-154F-94C0-652EA7092619}"/>
              </a:ext>
            </a:extLst>
          </p:cNvPr>
          <p:cNvPicPr/>
          <p:nvPr/>
        </p:nvPicPr>
        <p:blipFill>
          <a:blip r:embed="rId2"/>
          <a:stretch>
            <a:fillRect/>
          </a:stretch>
        </p:blipFill>
        <p:spPr>
          <a:xfrm>
            <a:off x="715518" y="2966466"/>
            <a:ext cx="360425" cy="359663"/>
          </a:xfrm>
          <a:prstGeom prst="rect">
            <a:avLst/>
          </a:prstGeom>
        </p:spPr>
      </p:pic>
      <p:pic>
        <p:nvPicPr>
          <p:cNvPr id="39" name="object 13">
            <a:extLst>
              <a:ext uri="{FF2B5EF4-FFF2-40B4-BE49-F238E27FC236}">
                <a16:creationId xmlns:a16="http://schemas.microsoft.com/office/drawing/2014/main" id="{25B9C2BD-84C0-6147-88C6-346CCC4CA70C}"/>
              </a:ext>
            </a:extLst>
          </p:cNvPr>
          <p:cNvPicPr/>
          <p:nvPr/>
        </p:nvPicPr>
        <p:blipFill>
          <a:blip r:embed="rId4"/>
          <a:stretch>
            <a:fillRect/>
          </a:stretch>
        </p:blipFill>
        <p:spPr>
          <a:xfrm>
            <a:off x="715518" y="3585971"/>
            <a:ext cx="360425" cy="359663"/>
          </a:xfrm>
          <a:prstGeom prst="rect">
            <a:avLst/>
          </a:prstGeom>
        </p:spPr>
      </p:pic>
      <p:pic>
        <p:nvPicPr>
          <p:cNvPr id="40" name="object 14">
            <a:extLst>
              <a:ext uri="{FF2B5EF4-FFF2-40B4-BE49-F238E27FC236}">
                <a16:creationId xmlns:a16="http://schemas.microsoft.com/office/drawing/2014/main" id="{E1AE5404-BB5E-504B-9F9D-D514207735BC}"/>
              </a:ext>
            </a:extLst>
          </p:cNvPr>
          <p:cNvPicPr/>
          <p:nvPr/>
        </p:nvPicPr>
        <p:blipFill>
          <a:blip r:embed="rId6"/>
          <a:stretch>
            <a:fillRect/>
          </a:stretch>
        </p:blipFill>
        <p:spPr>
          <a:xfrm>
            <a:off x="715518" y="5361432"/>
            <a:ext cx="360425" cy="359664"/>
          </a:xfrm>
          <a:prstGeom prst="rect">
            <a:avLst/>
          </a:prstGeom>
        </p:spPr>
      </p:pic>
      <p:pic>
        <p:nvPicPr>
          <p:cNvPr id="41" name="object 15">
            <a:extLst>
              <a:ext uri="{FF2B5EF4-FFF2-40B4-BE49-F238E27FC236}">
                <a16:creationId xmlns:a16="http://schemas.microsoft.com/office/drawing/2014/main" id="{A27AB954-DA9A-FB48-8D25-F7603A94A0AE}"/>
              </a:ext>
            </a:extLst>
          </p:cNvPr>
          <p:cNvPicPr/>
          <p:nvPr/>
        </p:nvPicPr>
        <p:blipFill>
          <a:blip r:embed="rId5"/>
          <a:stretch>
            <a:fillRect/>
          </a:stretch>
        </p:blipFill>
        <p:spPr>
          <a:xfrm>
            <a:off x="6680454" y="4162805"/>
            <a:ext cx="467868" cy="467868"/>
          </a:xfrm>
          <a:prstGeom prst="rect">
            <a:avLst/>
          </a:prstGeom>
        </p:spPr>
      </p:pic>
      <p:pic>
        <p:nvPicPr>
          <p:cNvPr id="44" name="object 16">
            <a:extLst>
              <a:ext uri="{FF2B5EF4-FFF2-40B4-BE49-F238E27FC236}">
                <a16:creationId xmlns:a16="http://schemas.microsoft.com/office/drawing/2014/main" id="{26C2D455-CC77-0F43-BF86-8CBDE6AC72F3}"/>
              </a:ext>
            </a:extLst>
          </p:cNvPr>
          <p:cNvPicPr/>
          <p:nvPr/>
        </p:nvPicPr>
        <p:blipFill>
          <a:blip r:embed="rId3"/>
          <a:stretch>
            <a:fillRect/>
          </a:stretch>
        </p:blipFill>
        <p:spPr>
          <a:xfrm>
            <a:off x="7200900" y="4162805"/>
            <a:ext cx="468629" cy="467868"/>
          </a:xfrm>
          <a:prstGeom prst="rect">
            <a:avLst/>
          </a:prstGeom>
        </p:spPr>
      </p:pic>
      <p:pic>
        <p:nvPicPr>
          <p:cNvPr id="45" name="object 17">
            <a:extLst>
              <a:ext uri="{FF2B5EF4-FFF2-40B4-BE49-F238E27FC236}">
                <a16:creationId xmlns:a16="http://schemas.microsoft.com/office/drawing/2014/main" id="{F8D5428D-F8A9-D84E-B2D9-62111CA7EF15}"/>
              </a:ext>
            </a:extLst>
          </p:cNvPr>
          <p:cNvPicPr/>
          <p:nvPr/>
        </p:nvPicPr>
        <p:blipFill>
          <a:blip r:embed="rId6"/>
          <a:stretch>
            <a:fillRect/>
          </a:stretch>
        </p:blipFill>
        <p:spPr>
          <a:xfrm>
            <a:off x="7767828" y="4156709"/>
            <a:ext cx="468629" cy="46786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71272750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2">
            <a:extLst>
              <a:ext uri="{FF2B5EF4-FFF2-40B4-BE49-F238E27FC236}">
                <a16:creationId xmlns:a16="http://schemas.microsoft.com/office/drawing/2014/main" id="{81C68705-985F-2746-B813-01BC4E337DD9}"/>
              </a:ext>
            </a:extLst>
          </p:cNvPr>
          <p:cNvSpPr txBox="1"/>
          <p:nvPr/>
        </p:nvSpPr>
        <p:spPr>
          <a:xfrm>
            <a:off x="747636" y="987568"/>
            <a:ext cx="10166985" cy="988060"/>
          </a:xfrm>
          <a:prstGeom prst="rect">
            <a:avLst/>
          </a:prstGeom>
        </p:spPr>
        <p:txBody>
          <a:bodyPr vert="horz" wrap="square" lIns="0" tIns="104139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819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15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超市赢家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  <a:p>
            <a:pPr marL="704215" lvl="1" indent="-347980">
              <a:lnSpc>
                <a:spcPct val="100000"/>
              </a:lnSpc>
              <a:spcBef>
                <a:spcPts val="615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704215" algn="l"/>
                <a:tab pos="704850" algn="l"/>
              </a:tabLst>
            </a:pPr>
            <a:r>
              <a:rPr sz="240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超市允许顾客使用一个体积大小为</a:t>
            </a:r>
            <a:r>
              <a:rPr sz="2400" b="1" dirty="0">
                <a:latin typeface="SimSun" panose="02010600030101010101" pitchFamily="2" charset="-122"/>
                <a:ea typeface="SimSun" panose="02010600030101010101" pitchFamily="2" charset="-122"/>
                <a:cs typeface="Times New Roman"/>
              </a:rPr>
              <a:t>13</a:t>
            </a:r>
            <a:r>
              <a:rPr sz="2400" spc="-5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的背包，选择一件或多件商品带走</a:t>
            </a:r>
            <a:endParaRPr sz="24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sp>
        <p:nvSpPr>
          <p:cNvPr id="4" name="object 3">
            <a:extLst>
              <a:ext uri="{FF2B5EF4-FFF2-40B4-BE49-F238E27FC236}">
                <a16:creationId xmlns:a16="http://schemas.microsoft.com/office/drawing/2014/main" id="{EA295F8C-EE9E-FF4E-8184-A46563A5B546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19504" y="174478"/>
            <a:ext cx="3954379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直观策</a:t>
            </a: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略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grpSp>
        <p:nvGrpSpPr>
          <p:cNvPr id="54" name="object 4">
            <a:extLst>
              <a:ext uri="{FF2B5EF4-FFF2-40B4-BE49-F238E27FC236}">
                <a16:creationId xmlns:a16="http://schemas.microsoft.com/office/drawing/2014/main" id="{F77FA526-0A5B-754C-AA56-3823D1B89BE7}"/>
              </a:ext>
            </a:extLst>
          </p:cNvPr>
          <p:cNvGrpSpPr/>
          <p:nvPr/>
        </p:nvGrpSpPr>
        <p:grpSpPr>
          <a:xfrm>
            <a:off x="5727953" y="2230120"/>
            <a:ext cx="6177280" cy="2399030"/>
            <a:chOff x="5727953" y="2230120"/>
            <a:chExt cx="6177280" cy="2399030"/>
          </a:xfrm>
        </p:grpSpPr>
        <p:sp>
          <p:nvSpPr>
            <p:cNvPr id="55" name="object 5">
              <a:extLst>
                <a:ext uri="{FF2B5EF4-FFF2-40B4-BE49-F238E27FC236}">
                  <a16:creationId xmlns:a16="http://schemas.microsoft.com/office/drawing/2014/main" id="{B52166AB-65AD-9549-A0FD-FA3D27D76154}"/>
                </a:ext>
              </a:extLst>
            </p:cNvPr>
            <p:cNvSpPr/>
            <p:nvPr/>
          </p:nvSpPr>
          <p:spPr>
            <a:xfrm>
              <a:off x="5727953" y="2230120"/>
              <a:ext cx="6177280" cy="2399030"/>
            </a:xfrm>
            <a:custGeom>
              <a:avLst/>
              <a:gdLst/>
              <a:ahLst/>
              <a:cxnLst/>
              <a:rect l="l" t="t" r="r" b="b"/>
              <a:pathLst>
                <a:path w="6177280" h="2399029">
                  <a:moveTo>
                    <a:pt x="6177280" y="0"/>
                  </a:moveTo>
                  <a:lnTo>
                    <a:pt x="0" y="0"/>
                  </a:lnTo>
                  <a:lnTo>
                    <a:pt x="0" y="2398648"/>
                  </a:lnTo>
                  <a:lnTo>
                    <a:pt x="6177280" y="2398648"/>
                  </a:lnTo>
                  <a:lnTo>
                    <a:pt x="6177280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6">
              <a:extLst>
                <a:ext uri="{FF2B5EF4-FFF2-40B4-BE49-F238E27FC236}">
                  <a16:creationId xmlns:a16="http://schemas.microsoft.com/office/drawing/2014/main" id="{63252057-F7BD-2C44-B84D-BDA0D326EA83}"/>
                </a:ext>
              </a:extLst>
            </p:cNvPr>
            <p:cNvSpPr/>
            <p:nvPr/>
          </p:nvSpPr>
          <p:spPr>
            <a:xfrm>
              <a:off x="6658228" y="2829864"/>
              <a:ext cx="1525270" cy="600075"/>
            </a:xfrm>
            <a:custGeom>
              <a:avLst/>
              <a:gdLst/>
              <a:ahLst/>
              <a:cxnLst/>
              <a:rect l="l" t="t" r="r" b="b"/>
              <a:pathLst>
                <a:path w="1525270" h="600075">
                  <a:moveTo>
                    <a:pt x="1525143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1525143" y="599643"/>
                  </a:lnTo>
                  <a:lnTo>
                    <a:pt x="1525143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7">
              <a:extLst>
                <a:ext uri="{FF2B5EF4-FFF2-40B4-BE49-F238E27FC236}">
                  <a16:creationId xmlns:a16="http://schemas.microsoft.com/office/drawing/2014/main" id="{3777545A-CFD9-B04A-A06F-F9D43EE37D5B}"/>
                </a:ext>
              </a:extLst>
            </p:cNvPr>
            <p:cNvSpPr/>
            <p:nvPr/>
          </p:nvSpPr>
          <p:spPr>
            <a:xfrm>
              <a:off x="6658228" y="3429558"/>
              <a:ext cx="1525270" cy="600075"/>
            </a:xfrm>
            <a:custGeom>
              <a:avLst/>
              <a:gdLst/>
              <a:ahLst/>
              <a:cxnLst/>
              <a:rect l="l" t="t" r="r" b="b"/>
              <a:pathLst>
                <a:path w="1525270" h="600075">
                  <a:moveTo>
                    <a:pt x="1525143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1525143" y="599643"/>
                  </a:lnTo>
                  <a:lnTo>
                    <a:pt x="1525143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8">
              <a:extLst>
                <a:ext uri="{FF2B5EF4-FFF2-40B4-BE49-F238E27FC236}">
                  <a16:creationId xmlns:a16="http://schemas.microsoft.com/office/drawing/2014/main" id="{16DEBB86-A6EC-FE46-9EC4-0E672741CC8D}"/>
                </a:ext>
              </a:extLst>
            </p:cNvPr>
            <p:cNvSpPr/>
            <p:nvPr/>
          </p:nvSpPr>
          <p:spPr>
            <a:xfrm>
              <a:off x="6658228" y="4029125"/>
              <a:ext cx="1525270" cy="600075"/>
            </a:xfrm>
            <a:custGeom>
              <a:avLst/>
              <a:gdLst/>
              <a:ahLst/>
              <a:cxnLst/>
              <a:rect l="l" t="t" r="r" b="b"/>
              <a:pathLst>
                <a:path w="1525270" h="600075">
                  <a:moveTo>
                    <a:pt x="1525143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1525143" y="599643"/>
                  </a:lnTo>
                  <a:lnTo>
                    <a:pt x="1525143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9" name="object 9">
            <a:extLst>
              <a:ext uri="{FF2B5EF4-FFF2-40B4-BE49-F238E27FC236}">
                <a16:creationId xmlns:a16="http://schemas.microsoft.com/office/drawing/2014/main" id="{0288BA98-9780-8443-AAE6-FEA755081570}"/>
              </a:ext>
            </a:extLst>
          </p:cNvPr>
          <p:cNvGrpSpPr/>
          <p:nvPr/>
        </p:nvGrpSpPr>
        <p:grpSpPr>
          <a:xfrm>
            <a:off x="5622035" y="2887217"/>
            <a:ext cx="6395085" cy="1814830"/>
            <a:chOff x="5622035" y="2887217"/>
            <a:chExt cx="6395085" cy="1814830"/>
          </a:xfrm>
        </p:grpSpPr>
        <p:pic>
          <p:nvPicPr>
            <p:cNvPr id="60" name="object 10">
              <a:extLst>
                <a:ext uri="{FF2B5EF4-FFF2-40B4-BE49-F238E27FC236}">
                  <a16:creationId xmlns:a16="http://schemas.microsoft.com/office/drawing/2014/main" id="{2C549331-12C2-CD4F-A7F3-67E5530B0392}"/>
                </a:ext>
              </a:extLst>
            </p:cNvPr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6680453" y="2887217"/>
              <a:ext cx="467105" cy="467105"/>
            </a:xfrm>
            <a:prstGeom prst="rect">
              <a:avLst/>
            </a:prstGeom>
          </p:spPr>
        </p:pic>
        <p:pic>
          <p:nvPicPr>
            <p:cNvPr id="61" name="object 11">
              <a:extLst>
                <a:ext uri="{FF2B5EF4-FFF2-40B4-BE49-F238E27FC236}">
                  <a16:creationId xmlns:a16="http://schemas.microsoft.com/office/drawing/2014/main" id="{64751F1B-F6B1-C74C-939C-6CC7B75418EC}"/>
                </a:ext>
              </a:extLst>
            </p:cNvPr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6680453" y="3528059"/>
              <a:ext cx="467868" cy="467868"/>
            </a:xfrm>
            <a:prstGeom prst="rect">
              <a:avLst/>
            </a:prstGeom>
          </p:spPr>
        </p:pic>
        <p:pic>
          <p:nvPicPr>
            <p:cNvPr id="62" name="object 12">
              <a:extLst>
                <a:ext uri="{FF2B5EF4-FFF2-40B4-BE49-F238E27FC236}">
                  <a16:creationId xmlns:a16="http://schemas.microsoft.com/office/drawing/2014/main" id="{E6CC6975-1A6B-9746-8192-E9BD0D50640B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6680453" y="4162805"/>
              <a:ext cx="467868" cy="467868"/>
            </a:xfrm>
            <a:prstGeom prst="rect">
              <a:avLst/>
            </a:prstGeom>
          </p:spPr>
        </p:pic>
        <p:pic>
          <p:nvPicPr>
            <p:cNvPr id="63" name="object 13">
              <a:extLst>
                <a:ext uri="{FF2B5EF4-FFF2-40B4-BE49-F238E27FC236}">
                  <a16:creationId xmlns:a16="http://schemas.microsoft.com/office/drawing/2014/main" id="{5F978635-4B3D-7743-AEA8-F4DB8CC78BD8}"/>
                </a:ext>
              </a:extLst>
            </p:cNvPr>
            <p:cNvPicPr/>
            <p:nvPr/>
          </p:nvPicPr>
          <p:blipFill>
            <a:blip r:embed="rId4"/>
            <a:stretch>
              <a:fillRect/>
            </a:stretch>
          </p:blipFill>
          <p:spPr>
            <a:xfrm>
              <a:off x="7767827" y="4156709"/>
              <a:ext cx="468629" cy="467868"/>
            </a:xfrm>
            <a:prstGeom prst="rect">
              <a:avLst/>
            </a:prstGeom>
          </p:spPr>
        </p:pic>
        <p:sp>
          <p:nvSpPr>
            <p:cNvPr id="64" name="object 14">
              <a:extLst>
                <a:ext uri="{FF2B5EF4-FFF2-40B4-BE49-F238E27FC236}">
                  <a16:creationId xmlns:a16="http://schemas.microsoft.com/office/drawing/2014/main" id="{8A4B3A5C-1CF6-0745-A9A9-65E4DAA64837}"/>
                </a:ext>
              </a:extLst>
            </p:cNvPr>
            <p:cNvSpPr/>
            <p:nvPr/>
          </p:nvSpPr>
          <p:spPr>
            <a:xfrm>
              <a:off x="5641085" y="4003547"/>
              <a:ext cx="6356985" cy="679450"/>
            </a:xfrm>
            <a:custGeom>
              <a:avLst/>
              <a:gdLst/>
              <a:ahLst/>
              <a:cxnLst/>
              <a:rect l="l" t="t" r="r" b="b"/>
              <a:pathLst>
                <a:path w="6356984" h="679450">
                  <a:moveTo>
                    <a:pt x="0" y="113156"/>
                  </a:moveTo>
                  <a:lnTo>
                    <a:pt x="8893" y="69115"/>
                  </a:lnTo>
                  <a:lnTo>
                    <a:pt x="33147" y="33146"/>
                  </a:lnTo>
                  <a:lnTo>
                    <a:pt x="69115" y="8893"/>
                  </a:lnTo>
                  <a:lnTo>
                    <a:pt x="113156" y="0"/>
                  </a:lnTo>
                  <a:lnTo>
                    <a:pt x="6243446" y="0"/>
                  </a:lnTo>
                  <a:lnTo>
                    <a:pt x="6287488" y="8893"/>
                  </a:lnTo>
                  <a:lnTo>
                    <a:pt x="6323457" y="33146"/>
                  </a:lnTo>
                  <a:lnTo>
                    <a:pt x="6347710" y="69115"/>
                  </a:lnTo>
                  <a:lnTo>
                    <a:pt x="6356604" y="113156"/>
                  </a:lnTo>
                  <a:lnTo>
                    <a:pt x="6356604" y="565784"/>
                  </a:lnTo>
                  <a:lnTo>
                    <a:pt x="6347710" y="609826"/>
                  </a:lnTo>
                  <a:lnTo>
                    <a:pt x="6323457" y="645794"/>
                  </a:lnTo>
                  <a:lnTo>
                    <a:pt x="6287488" y="670048"/>
                  </a:lnTo>
                  <a:lnTo>
                    <a:pt x="6243446" y="678941"/>
                  </a:lnTo>
                  <a:lnTo>
                    <a:pt x="113156" y="678941"/>
                  </a:lnTo>
                  <a:lnTo>
                    <a:pt x="69115" y="670048"/>
                  </a:lnTo>
                  <a:lnTo>
                    <a:pt x="33147" y="645794"/>
                  </a:lnTo>
                  <a:lnTo>
                    <a:pt x="8893" y="609826"/>
                  </a:lnTo>
                  <a:lnTo>
                    <a:pt x="0" y="565784"/>
                  </a:lnTo>
                  <a:lnTo>
                    <a:pt x="0" y="113156"/>
                  </a:lnTo>
                  <a:close/>
                </a:path>
              </a:pathLst>
            </a:custGeom>
            <a:ln w="38100">
              <a:solidFill>
                <a:srgbClr val="FF0000"/>
              </a:solidFill>
              <a:prstDash val="lg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65" name="object 15">
            <a:extLst>
              <a:ext uri="{FF2B5EF4-FFF2-40B4-BE49-F238E27FC236}">
                <a16:creationId xmlns:a16="http://schemas.microsoft.com/office/drawing/2014/main" id="{4D382C27-4699-4144-972E-B26D81347DE7}"/>
              </a:ext>
            </a:extLst>
          </p:cNvPr>
          <p:cNvPicPr/>
          <p:nvPr/>
        </p:nvPicPr>
        <p:blipFill>
          <a:blip r:embed="rId5"/>
          <a:stretch>
            <a:fillRect/>
          </a:stretch>
        </p:blipFill>
        <p:spPr>
          <a:xfrm>
            <a:off x="7200900" y="2886455"/>
            <a:ext cx="468629" cy="467868"/>
          </a:xfrm>
          <a:prstGeom prst="rect">
            <a:avLst/>
          </a:prstGeom>
        </p:spPr>
      </p:pic>
      <p:pic>
        <p:nvPicPr>
          <p:cNvPr id="66" name="object 16">
            <a:extLst>
              <a:ext uri="{FF2B5EF4-FFF2-40B4-BE49-F238E27FC236}">
                <a16:creationId xmlns:a16="http://schemas.microsoft.com/office/drawing/2014/main" id="{86A7A9BA-8AB1-F141-808B-522EAA401BD4}"/>
              </a:ext>
            </a:extLst>
          </p:cNvPr>
          <p:cNvPicPr/>
          <p:nvPr/>
        </p:nvPicPr>
        <p:blipFill>
          <a:blip r:embed="rId6"/>
          <a:stretch>
            <a:fillRect/>
          </a:stretch>
        </p:blipFill>
        <p:spPr>
          <a:xfrm>
            <a:off x="7200900" y="3528059"/>
            <a:ext cx="468629" cy="467868"/>
          </a:xfrm>
          <a:prstGeom prst="rect">
            <a:avLst/>
          </a:prstGeom>
        </p:spPr>
      </p:pic>
      <p:pic>
        <p:nvPicPr>
          <p:cNvPr id="67" name="object 17">
            <a:extLst>
              <a:ext uri="{FF2B5EF4-FFF2-40B4-BE49-F238E27FC236}">
                <a16:creationId xmlns:a16="http://schemas.microsoft.com/office/drawing/2014/main" id="{2F41B471-6D46-6246-8E16-F50298306C86}"/>
              </a:ext>
            </a:extLst>
          </p:cNvPr>
          <p:cNvPicPr/>
          <p:nvPr/>
        </p:nvPicPr>
        <p:blipFill>
          <a:blip r:embed="rId5"/>
          <a:stretch>
            <a:fillRect/>
          </a:stretch>
        </p:blipFill>
        <p:spPr>
          <a:xfrm>
            <a:off x="7200900" y="4162805"/>
            <a:ext cx="468629" cy="467868"/>
          </a:xfrm>
          <a:prstGeom prst="rect">
            <a:avLst/>
          </a:prstGeom>
        </p:spPr>
      </p:pic>
      <p:graphicFrame>
        <p:nvGraphicFramePr>
          <p:cNvPr id="68" name="object 18">
            <a:extLst>
              <a:ext uri="{FF2B5EF4-FFF2-40B4-BE49-F238E27FC236}">
                <a16:creationId xmlns:a16="http://schemas.microsoft.com/office/drawing/2014/main" id="{A07FA520-6716-534F-85E1-A3AE65B58ECE}"/>
              </a:ext>
            </a:extLst>
          </p:cNvPr>
          <p:cNvGraphicFramePr>
            <a:graphicFrameLocks noGrp="1"/>
          </p:cNvGraphicFramePr>
          <p:nvPr/>
        </p:nvGraphicFramePr>
        <p:xfrm>
          <a:off x="5686883" y="2211197"/>
          <a:ext cx="6177915" cy="24307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302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52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43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493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2908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5994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201930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1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商品列表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20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总价格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20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总体积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说明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>
                          <a:latin typeface="PMingLiU"/>
                          <a:cs typeface="PMingLiU"/>
                        </a:rPr>
                        <a:t>方案</a:t>
                      </a:r>
                      <a:r>
                        <a:rPr sz="2200" b="1" spc="-50">
                          <a:latin typeface="Times New Roman"/>
                          <a:cs typeface="Times New Roman"/>
                        </a:rPr>
                        <a:t>1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34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15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spc="-15">
                          <a:latin typeface="PMingLiU"/>
                          <a:cs typeface="PMingLiU"/>
                        </a:rPr>
                        <a:t>错误方案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803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>
                          <a:latin typeface="PMingLiU"/>
                          <a:cs typeface="PMingLiU"/>
                        </a:rPr>
                        <a:t>方案</a:t>
                      </a:r>
                      <a:r>
                        <a:rPr sz="2200" b="1" spc="-50">
                          <a:latin typeface="Times New Roman"/>
                          <a:cs typeface="Times New Roman"/>
                        </a:rPr>
                        <a:t>2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13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spc="-15">
                          <a:latin typeface="PMingLiU"/>
                          <a:cs typeface="PMingLiU"/>
                        </a:rPr>
                        <a:t>可行方案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5151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70"/>
                        </a:spcBef>
                      </a:pPr>
                      <a:r>
                        <a:rPr sz="2200">
                          <a:latin typeface="PMingLiU"/>
                          <a:cs typeface="PMingLiU"/>
                        </a:rPr>
                        <a:t>方案</a:t>
                      </a:r>
                      <a:r>
                        <a:rPr sz="2200" b="1" spc="-50">
                          <a:latin typeface="Times New Roman"/>
                          <a:cs typeface="Times New Roman"/>
                        </a:rPr>
                        <a:t>3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3190" marB="0">
                    <a:lnL w="82141">
                      <a:solidFill>
                        <a:srgbClr val="FF0000"/>
                      </a:solidFill>
                      <a:prstDash val="sysDash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3810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38100">
                      <a:solidFill>
                        <a:srgbClr val="FF0000"/>
                      </a:solidFill>
                      <a:prstDash val="sysDash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20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28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4224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3810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120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13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4224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3810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970"/>
                        </a:spcBef>
                      </a:pPr>
                      <a:r>
                        <a:rPr sz="2200" spc="-15">
                          <a:latin typeface="PMingLiU"/>
                          <a:cs typeface="PMingLiU"/>
                        </a:rPr>
                        <a:t>最优方案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1231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3810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69" name="object 19">
            <a:extLst>
              <a:ext uri="{FF2B5EF4-FFF2-40B4-BE49-F238E27FC236}">
                <a16:creationId xmlns:a16="http://schemas.microsoft.com/office/drawing/2014/main" id="{3A1D1626-D739-0A43-BE69-320E171C8662}"/>
              </a:ext>
            </a:extLst>
          </p:cNvPr>
          <p:cNvGraphicFramePr>
            <a:graphicFrameLocks noGrp="1"/>
          </p:cNvGraphicFramePr>
          <p:nvPr/>
        </p:nvGraphicFramePr>
        <p:xfrm>
          <a:off x="649160" y="2223897"/>
          <a:ext cx="4873624" cy="35966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351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8971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74878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商品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价格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体积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啤酒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汽水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2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3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饼干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9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面包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70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31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70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5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31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牛奶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9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pic>
        <p:nvPicPr>
          <p:cNvPr id="70" name="object 20">
            <a:extLst>
              <a:ext uri="{FF2B5EF4-FFF2-40B4-BE49-F238E27FC236}">
                <a16:creationId xmlns:a16="http://schemas.microsoft.com/office/drawing/2014/main" id="{87D47757-303A-AF46-8CDF-977EBF62DC5C}"/>
              </a:ext>
            </a:extLst>
          </p:cNvPr>
          <p:cNvPicPr/>
          <p:nvPr/>
        </p:nvPicPr>
        <p:blipFill>
          <a:blip r:embed="rId3"/>
          <a:stretch>
            <a:fillRect/>
          </a:stretch>
        </p:blipFill>
        <p:spPr>
          <a:xfrm>
            <a:off x="715518" y="4205478"/>
            <a:ext cx="360425" cy="359663"/>
          </a:xfrm>
          <a:prstGeom prst="rect">
            <a:avLst/>
          </a:prstGeom>
        </p:spPr>
      </p:pic>
      <p:pic>
        <p:nvPicPr>
          <p:cNvPr id="71" name="object 21">
            <a:extLst>
              <a:ext uri="{FF2B5EF4-FFF2-40B4-BE49-F238E27FC236}">
                <a16:creationId xmlns:a16="http://schemas.microsoft.com/office/drawing/2014/main" id="{DC6BC51D-CDBA-F14A-BA09-04187AC00767}"/>
              </a:ext>
            </a:extLst>
          </p:cNvPr>
          <p:cNvPicPr/>
          <p:nvPr/>
        </p:nvPicPr>
        <p:blipFill>
          <a:blip r:embed="rId5"/>
          <a:stretch>
            <a:fillRect/>
          </a:stretch>
        </p:blipFill>
        <p:spPr>
          <a:xfrm>
            <a:off x="715518" y="4824984"/>
            <a:ext cx="360425" cy="359663"/>
          </a:xfrm>
          <a:prstGeom prst="rect">
            <a:avLst/>
          </a:prstGeom>
        </p:spPr>
      </p:pic>
      <p:pic>
        <p:nvPicPr>
          <p:cNvPr id="72" name="object 22">
            <a:extLst>
              <a:ext uri="{FF2B5EF4-FFF2-40B4-BE49-F238E27FC236}">
                <a16:creationId xmlns:a16="http://schemas.microsoft.com/office/drawing/2014/main" id="{4A8B1D44-9C65-A54F-A884-2638BEEC1863}"/>
              </a:ext>
            </a:extLst>
          </p:cNvPr>
          <p:cNvPicPr/>
          <p:nvPr/>
        </p:nvPicPr>
        <p:blipFill>
          <a:blip r:embed="rId2"/>
          <a:stretch>
            <a:fillRect/>
          </a:stretch>
        </p:blipFill>
        <p:spPr>
          <a:xfrm>
            <a:off x="715518" y="2966466"/>
            <a:ext cx="360425" cy="359663"/>
          </a:xfrm>
          <a:prstGeom prst="rect">
            <a:avLst/>
          </a:prstGeom>
        </p:spPr>
      </p:pic>
      <p:pic>
        <p:nvPicPr>
          <p:cNvPr id="73" name="object 23">
            <a:extLst>
              <a:ext uri="{FF2B5EF4-FFF2-40B4-BE49-F238E27FC236}">
                <a16:creationId xmlns:a16="http://schemas.microsoft.com/office/drawing/2014/main" id="{AA380CF3-7A9A-D046-893E-B12B22BB45CB}"/>
              </a:ext>
            </a:extLst>
          </p:cNvPr>
          <p:cNvPicPr/>
          <p:nvPr/>
        </p:nvPicPr>
        <p:blipFill>
          <a:blip r:embed="rId6"/>
          <a:stretch>
            <a:fillRect/>
          </a:stretch>
        </p:blipFill>
        <p:spPr>
          <a:xfrm>
            <a:off x="715518" y="3585971"/>
            <a:ext cx="360425" cy="359663"/>
          </a:xfrm>
          <a:prstGeom prst="rect">
            <a:avLst/>
          </a:prstGeom>
        </p:spPr>
      </p:pic>
      <p:pic>
        <p:nvPicPr>
          <p:cNvPr id="74" name="object 24">
            <a:extLst>
              <a:ext uri="{FF2B5EF4-FFF2-40B4-BE49-F238E27FC236}">
                <a16:creationId xmlns:a16="http://schemas.microsoft.com/office/drawing/2014/main" id="{86AAE10A-5A45-D04F-BB36-4FE04E6D74BE}"/>
              </a:ext>
            </a:extLst>
          </p:cNvPr>
          <p:cNvPicPr/>
          <p:nvPr/>
        </p:nvPicPr>
        <p:blipFill>
          <a:blip r:embed="rId4"/>
          <a:stretch>
            <a:fillRect/>
          </a:stretch>
        </p:blipFill>
        <p:spPr>
          <a:xfrm>
            <a:off x="715518" y="5361432"/>
            <a:ext cx="360425" cy="359664"/>
          </a:xfrm>
          <a:prstGeom prst="rect">
            <a:avLst/>
          </a:prstGeom>
        </p:spPr>
      </p:pic>
      <p:sp>
        <p:nvSpPr>
          <p:cNvPr id="75" name="object 25">
            <a:extLst>
              <a:ext uri="{FF2B5EF4-FFF2-40B4-BE49-F238E27FC236}">
                <a16:creationId xmlns:a16="http://schemas.microsoft.com/office/drawing/2014/main" id="{B0E2B017-4BAE-764D-A1D3-1724C1292F90}"/>
              </a:ext>
            </a:extLst>
          </p:cNvPr>
          <p:cNvSpPr txBox="1"/>
          <p:nvPr/>
        </p:nvSpPr>
        <p:spPr>
          <a:xfrm>
            <a:off x="5709992" y="5073722"/>
            <a:ext cx="6160770" cy="719455"/>
          </a:xfrm>
          <a:prstGeom prst="rect">
            <a:avLst/>
          </a:prstGeom>
          <a:ln w="38100">
            <a:solidFill>
              <a:srgbClr val="FF0000"/>
            </a:solidFill>
          </a:ln>
        </p:spPr>
        <p:txBody>
          <a:bodyPr vert="horz" wrap="square" lIns="0" tIns="101600" rIns="0" bIns="0" rtlCol="0">
            <a:spAutoFit/>
          </a:bodyPr>
          <a:lstStyle/>
          <a:p>
            <a:pPr marL="1270" algn="ctr">
              <a:lnSpc>
                <a:spcPct val="100000"/>
              </a:lnSpc>
              <a:spcBef>
                <a:spcPts val="800"/>
              </a:spcBef>
            </a:pPr>
            <a:r>
              <a:rPr sz="2800" spc="-5">
                <a:latin typeface="PMingLiU"/>
                <a:cs typeface="PMingLiU"/>
              </a:rPr>
              <a:t>问题：如何求解该问题？</a:t>
            </a:r>
            <a:endParaRPr sz="2800">
              <a:latin typeface="PMingLiU"/>
              <a:cs typeface="PMingLiU"/>
            </a:endParaRPr>
          </a:p>
        </p:txBody>
      </p:sp>
    </p:spTree>
    <p:extLst>
      <p:ext uri="{BB962C8B-B14F-4D97-AF65-F5344CB8AC3E}">
        <p14:creationId xmlns:p14="http://schemas.microsoft.com/office/powerpoint/2010/main" val="31143531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5" grpId="0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>
            <a:extLst>
              <a:ext uri="{FF2B5EF4-FFF2-40B4-BE49-F238E27FC236}">
                <a16:creationId xmlns:a16="http://schemas.microsoft.com/office/drawing/2014/main" id="{EE9CFE8D-05B3-EF4B-BCCF-49022C4314A1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19504" y="174478"/>
            <a:ext cx="3954379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直观策</a:t>
            </a: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略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sp>
        <p:nvSpPr>
          <p:cNvPr id="4" name="object 2">
            <a:extLst>
              <a:ext uri="{FF2B5EF4-FFF2-40B4-BE49-F238E27FC236}">
                <a16:creationId xmlns:a16="http://schemas.microsoft.com/office/drawing/2014/main" id="{BF8DC461-4866-E742-AFF9-C9FBCFAEF5F4}"/>
              </a:ext>
            </a:extLst>
          </p:cNvPr>
          <p:cNvSpPr txBox="1"/>
          <p:nvPr/>
        </p:nvSpPr>
        <p:spPr>
          <a:xfrm>
            <a:off x="731955" y="1002271"/>
            <a:ext cx="8490585" cy="988060"/>
          </a:xfrm>
          <a:prstGeom prst="rect">
            <a:avLst/>
          </a:prstGeom>
        </p:spPr>
        <p:txBody>
          <a:bodyPr vert="horz" wrap="square" lIns="0" tIns="104139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819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1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核心思想：将商品排序，依次挑选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  <a:p>
            <a:pPr marL="704215" lvl="1" indent="-347980">
              <a:lnSpc>
                <a:spcPct val="100000"/>
              </a:lnSpc>
              <a:spcBef>
                <a:spcPts val="615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704215" algn="l"/>
                <a:tab pos="704850" algn="l"/>
              </a:tabLst>
            </a:pPr>
            <a:r>
              <a:rPr sz="240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策略</a:t>
            </a:r>
            <a:r>
              <a:rPr sz="2400" b="1" dirty="0">
                <a:latin typeface="SimSun" panose="02010600030101010101" pitchFamily="2" charset="-122"/>
                <a:ea typeface="SimSun" panose="02010600030101010101" pitchFamily="2" charset="-122"/>
                <a:cs typeface="Times New Roman"/>
              </a:rPr>
              <a:t>1</a:t>
            </a:r>
            <a:r>
              <a:rPr sz="240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：按商品价格由高到低排序，优先挑选</a:t>
            </a:r>
            <a:r>
              <a:rPr sz="2400" dirty="0">
                <a:solidFill>
                  <a:srgbClr val="FF0000"/>
                </a:solidFill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价格高</a:t>
            </a:r>
            <a:r>
              <a:rPr sz="2400" spc="-2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的商品</a:t>
            </a:r>
            <a:endParaRPr sz="24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grpSp>
        <p:nvGrpSpPr>
          <p:cNvPr id="5" name="object 3">
            <a:extLst>
              <a:ext uri="{FF2B5EF4-FFF2-40B4-BE49-F238E27FC236}">
                <a16:creationId xmlns:a16="http://schemas.microsoft.com/office/drawing/2014/main" id="{A8610FF1-88BF-9147-8446-CD73FFD5EFAF}"/>
              </a:ext>
            </a:extLst>
          </p:cNvPr>
          <p:cNvGrpSpPr/>
          <p:nvPr/>
        </p:nvGrpSpPr>
        <p:grpSpPr>
          <a:xfrm>
            <a:off x="508000" y="2230170"/>
            <a:ext cx="5052695" cy="3598545"/>
            <a:chOff x="508000" y="2230170"/>
            <a:chExt cx="5052695" cy="3598545"/>
          </a:xfrm>
        </p:grpSpPr>
        <p:sp>
          <p:nvSpPr>
            <p:cNvPr id="6" name="object 4">
              <a:extLst>
                <a:ext uri="{FF2B5EF4-FFF2-40B4-BE49-F238E27FC236}">
                  <a16:creationId xmlns:a16="http://schemas.microsoft.com/office/drawing/2014/main" id="{2287C947-517D-A840-9DEB-64BAD6D7A843}"/>
                </a:ext>
              </a:extLst>
            </p:cNvPr>
            <p:cNvSpPr/>
            <p:nvPr/>
          </p:nvSpPr>
          <p:spPr>
            <a:xfrm>
              <a:off x="508000" y="2230208"/>
              <a:ext cx="5052695" cy="3597910"/>
            </a:xfrm>
            <a:custGeom>
              <a:avLst/>
              <a:gdLst/>
              <a:ahLst/>
              <a:cxnLst/>
              <a:rect l="l" t="t" r="r" b="b"/>
              <a:pathLst>
                <a:path w="5052695" h="3597910">
                  <a:moveTo>
                    <a:pt x="5052314" y="0"/>
                  </a:moveTo>
                  <a:lnTo>
                    <a:pt x="0" y="0"/>
                  </a:lnTo>
                  <a:lnTo>
                    <a:pt x="0" y="3597910"/>
                  </a:lnTo>
                  <a:lnTo>
                    <a:pt x="5052314" y="3597910"/>
                  </a:lnTo>
                  <a:lnTo>
                    <a:pt x="5052314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5">
              <a:extLst>
                <a:ext uri="{FF2B5EF4-FFF2-40B4-BE49-F238E27FC236}">
                  <a16:creationId xmlns:a16="http://schemas.microsoft.com/office/drawing/2014/main" id="{D6E7910C-EA48-BB47-A406-9C08A7E7D639}"/>
                </a:ext>
              </a:extLst>
            </p:cNvPr>
            <p:cNvSpPr/>
            <p:nvPr/>
          </p:nvSpPr>
          <p:spPr>
            <a:xfrm>
              <a:off x="2581910" y="2230170"/>
              <a:ext cx="1499235" cy="600075"/>
            </a:xfrm>
            <a:custGeom>
              <a:avLst/>
              <a:gdLst/>
              <a:ahLst/>
              <a:cxnLst/>
              <a:rect l="l" t="t" r="r" b="b"/>
              <a:pathLst>
                <a:path w="1499235" h="600075">
                  <a:moveTo>
                    <a:pt x="1498727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1498727" y="599643"/>
                  </a:lnTo>
                  <a:lnTo>
                    <a:pt x="1498727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6">
              <a:extLst>
                <a:ext uri="{FF2B5EF4-FFF2-40B4-BE49-F238E27FC236}">
                  <a16:creationId xmlns:a16="http://schemas.microsoft.com/office/drawing/2014/main" id="{0B32276B-1E03-E042-B4AC-51A6F5B5C1EE}"/>
                </a:ext>
              </a:extLst>
            </p:cNvPr>
            <p:cNvSpPr/>
            <p:nvPr/>
          </p:nvSpPr>
          <p:spPr>
            <a:xfrm>
              <a:off x="2581910" y="2829864"/>
              <a:ext cx="1499235" cy="600075"/>
            </a:xfrm>
            <a:custGeom>
              <a:avLst/>
              <a:gdLst/>
              <a:ahLst/>
              <a:cxnLst/>
              <a:rect l="l" t="t" r="r" b="b"/>
              <a:pathLst>
                <a:path w="1499235" h="600075">
                  <a:moveTo>
                    <a:pt x="1498727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1498727" y="599643"/>
                  </a:lnTo>
                  <a:lnTo>
                    <a:pt x="1498727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7">
              <a:extLst>
                <a:ext uri="{FF2B5EF4-FFF2-40B4-BE49-F238E27FC236}">
                  <a16:creationId xmlns:a16="http://schemas.microsoft.com/office/drawing/2014/main" id="{83F9BDB2-DFD2-BB4C-BFFA-9B2BAE7F4135}"/>
                </a:ext>
              </a:extLst>
            </p:cNvPr>
            <p:cNvSpPr/>
            <p:nvPr/>
          </p:nvSpPr>
          <p:spPr>
            <a:xfrm>
              <a:off x="2581910" y="3429558"/>
              <a:ext cx="1499235" cy="600075"/>
            </a:xfrm>
            <a:custGeom>
              <a:avLst/>
              <a:gdLst/>
              <a:ahLst/>
              <a:cxnLst/>
              <a:rect l="l" t="t" r="r" b="b"/>
              <a:pathLst>
                <a:path w="1499235" h="600075">
                  <a:moveTo>
                    <a:pt x="1498727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1498727" y="599643"/>
                  </a:lnTo>
                  <a:lnTo>
                    <a:pt x="1498727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8">
              <a:extLst>
                <a:ext uri="{FF2B5EF4-FFF2-40B4-BE49-F238E27FC236}">
                  <a16:creationId xmlns:a16="http://schemas.microsoft.com/office/drawing/2014/main" id="{5BB22B9F-9314-B54E-BE3C-1145A4855303}"/>
                </a:ext>
              </a:extLst>
            </p:cNvPr>
            <p:cNvSpPr/>
            <p:nvPr/>
          </p:nvSpPr>
          <p:spPr>
            <a:xfrm>
              <a:off x="2581910" y="4029125"/>
              <a:ext cx="1499235" cy="600075"/>
            </a:xfrm>
            <a:custGeom>
              <a:avLst/>
              <a:gdLst/>
              <a:ahLst/>
              <a:cxnLst/>
              <a:rect l="l" t="t" r="r" b="b"/>
              <a:pathLst>
                <a:path w="1499235" h="600075">
                  <a:moveTo>
                    <a:pt x="1498727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1498727" y="599643"/>
                  </a:lnTo>
                  <a:lnTo>
                    <a:pt x="1498727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9">
              <a:extLst>
                <a:ext uri="{FF2B5EF4-FFF2-40B4-BE49-F238E27FC236}">
                  <a16:creationId xmlns:a16="http://schemas.microsoft.com/office/drawing/2014/main" id="{FD201BAF-8E54-0D47-9B5A-E3DECA05CDC3}"/>
                </a:ext>
              </a:extLst>
            </p:cNvPr>
            <p:cNvSpPr/>
            <p:nvPr/>
          </p:nvSpPr>
          <p:spPr>
            <a:xfrm>
              <a:off x="2581910" y="4628819"/>
              <a:ext cx="1499235" cy="600075"/>
            </a:xfrm>
            <a:custGeom>
              <a:avLst/>
              <a:gdLst/>
              <a:ahLst/>
              <a:cxnLst/>
              <a:rect l="l" t="t" r="r" b="b"/>
              <a:pathLst>
                <a:path w="1499235" h="600075">
                  <a:moveTo>
                    <a:pt x="1498727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1498727" y="599643"/>
                  </a:lnTo>
                  <a:lnTo>
                    <a:pt x="1498727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0">
              <a:extLst>
                <a:ext uri="{FF2B5EF4-FFF2-40B4-BE49-F238E27FC236}">
                  <a16:creationId xmlns:a16="http://schemas.microsoft.com/office/drawing/2014/main" id="{CCD574F7-6C5A-CC43-B6B2-06C9E390A651}"/>
                </a:ext>
              </a:extLst>
            </p:cNvPr>
            <p:cNvSpPr/>
            <p:nvPr/>
          </p:nvSpPr>
          <p:spPr>
            <a:xfrm>
              <a:off x="2581910" y="5228475"/>
              <a:ext cx="1499235" cy="600075"/>
            </a:xfrm>
            <a:custGeom>
              <a:avLst/>
              <a:gdLst/>
              <a:ahLst/>
              <a:cxnLst/>
              <a:rect l="l" t="t" r="r" b="b"/>
              <a:pathLst>
                <a:path w="1499235" h="600075">
                  <a:moveTo>
                    <a:pt x="1498727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1498727" y="599643"/>
                  </a:lnTo>
                  <a:lnTo>
                    <a:pt x="1498727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3" name="object 11">
            <a:extLst>
              <a:ext uri="{FF2B5EF4-FFF2-40B4-BE49-F238E27FC236}">
                <a16:creationId xmlns:a16="http://schemas.microsoft.com/office/drawing/2014/main" id="{3E1238EE-F818-8E4C-B466-9AC879FF64C0}"/>
              </a:ext>
            </a:extLst>
          </p:cNvPr>
          <p:cNvGraphicFramePr>
            <a:graphicFrameLocks noGrp="1"/>
          </p:cNvGraphicFramePr>
          <p:nvPr/>
        </p:nvGraphicFramePr>
        <p:xfrm>
          <a:off x="501650" y="2223897"/>
          <a:ext cx="5052060" cy="35966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0739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98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95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商品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价格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体积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啤酒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面包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5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饼干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9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牛奶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70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9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31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70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31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汽水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2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dirty="0">
                          <a:latin typeface="Times New Roman"/>
                          <a:cs typeface="Times New Roman"/>
                        </a:rPr>
                        <a:t>3</a:t>
                      </a:r>
                      <a:endParaRPr sz="2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aphicFrame>
        <p:nvGraphicFramePr>
          <p:cNvPr id="14" name="object 13">
            <a:extLst>
              <a:ext uri="{FF2B5EF4-FFF2-40B4-BE49-F238E27FC236}">
                <a16:creationId xmlns:a16="http://schemas.microsoft.com/office/drawing/2014/main" id="{2401F929-D54D-F246-9EC4-A0C404B70332}"/>
              </a:ext>
            </a:extLst>
          </p:cNvPr>
          <p:cNvGraphicFramePr>
            <a:graphicFrameLocks noGrp="1"/>
          </p:cNvGraphicFramePr>
          <p:nvPr/>
        </p:nvGraphicFramePr>
        <p:xfrm>
          <a:off x="5721603" y="2223897"/>
          <a:ext cx="6177915" cy="11988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302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52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43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493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2908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5994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201930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1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商品列表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20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总体积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54305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20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总价格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484505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说明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pic>
        <p:nvPicPr>
          <p:cNvPr id="15" name="object 14">
            <a:extLst>
              <a:ext uri="{FF2B5EF4-FFF2-40B4-BE49-F238E27FC236}">
                <a16:creationId xmlns:a16="http://schemas.microsoft.com/office/drawing/2014/main" id="{D3A865E7-7C07-C047-BA13-D538F9B0EE1D}"/>
              </a:ext>
            </a:extLst>
          </p:cNvPr>
          <p:cNvPicPr/>
          <p:nvPr/>
        </p:nvPicPr>
        <p:blipFill>
          <a:blip r:embed="rId2"/>
          <a:stretch>
            <a:fillRect/>
          </a:stretch>
        </p:blipFill>
        <p:spPr>
          <a:xfrm>
            <a:off x="697230" y="4148328"/>
            <a:ext cx="360426" cy="359663"/>
          </a:xfrm>
          <a:prstGeom prst="rect">
            <a:avLst/>
          </a:prstGeom>
        </p:spPr>
      </p:pic>
      <p:pic>
        <p:nvPicPr>
          <p:cNvPr id="16" name="object 15">
            <a:extLst>
              <a:ext uri="{FF2B5EF4-FFF2-40B4-BE49-F238E27FC236}">
                <a16:creationId xmlns:a16="http://schemas.microsoft.com/office/drawing/2014/main" id="{A297E3EC-0419-3444-B8E9-741A7799DCFE}"/>
              </a:ext>
            </a:extLst>
          </p:cNvPr>
          <p:cNvPicPr/>
          <p:nvPr/>
        </p:nvPicPr>
        <p:blipFill>
          <a:blip r:embed="rId3"/>
          <a:stretch>
            <a:fillRect/>
          </a:stretch>
        </p:blipFill>
        <p:spPr>
          <a:xfrm>
            <a:off x="697230" y="3547871"/>
            <a:ext cx="360426" cy="360425"/>
          </a:xfrm>
          <a:prstGeom prst="rect">
            <a:avLst/>
          </a:prstGeom>
        </p:spPr>
      </p:pic>
      <p:pic>
        <p:nvPicPr>
          <p:cNvPr id="17" name="object 16">
            <a:extLst>
              <a:ext uri="{FF2B5EF4-FFF2-40B4-BE49-F238E27FC236}">
                <a16:creationId xmlns:a16="http://schemas.microsoft.com/office/drawing/2014/main" id="{00D9DE66-3D5D-0540-AA1F-7423D856BFDC}"/>
              </a:ext>
            </a:extLst>
          </p:cNvPr>
          <p:cNvPicPr/>
          <p:nvPr/>
        </p:nvPicPr>
        <p:blipFill>
          <a:blip r:embed="rId4"/>
          <a:stretch>
            <a:fillRect/>
          </a:stretch>
        </p:blipFill>
        <p:spPr>
          <a:xfrm>
            <a:off x="697230" y="2948177"/>
            <a:ext cx="360426" cy="359663"/>
          </a:xfrm>
          <a:prstGeom prst="rect">
            <a:avLst/>
          </a:prstGeom>
        </p:spPr>
      </p:pic>
      <p:pic>
        <p:nvPicPr>
          <p:cNvPr id="18" name="object 17">
            <a:extLst>
              <a:ext uri="{FF2B5EF4-FFF2-40B4-BE49-F238E27FC236}">
                <a16:creationId xmlns:a16="http://schemas.microsoft.com/office/drawing/2014/main" id="{17667230-478C-204E-AF44-03C30064BDBF}"/>
              </a:ext>
            </a:extLst>
          </p:cNvPr>
          <p:cNvPicPr/>
          <p:nvPr/>
        </p:nvPicPr>
        <p:blipFill>
          <a:blip r:embed="rId5"/>
          <a:stretch>
            <a:fillRect/>
          </a:stretch>
        </p:blipFill>
        <p:spPr>
          <a:xfrm>
            <a:off x="697230" y="5347715"/>
            <a:ext cx="360426" cy="360425"/>
          </a:xfrm>
          <a:prstGeom prst="rect">
            <a:avLst/>
          </a:prstGeom>
        </p:spPr>
      </p:pic>
      <p:pic>
        <p:nvPicPr>
          <p:cNvPr id="19" name="object 18">
            <a:extLst>
              <a:ext uri="{FF2B5EF4-FFF2-40B4-BE49-F238E27FC236}">
                <a16:creationId xmlns:a16="http://schemas.microsoft.com/office/drawing/2014/main" id="{7C3430E2-BA8A-BD4B-BF84-D7CC49D0B0C8}"/>
              </a:ext>
            </a:extLst>
          </p:cNvPr>
          <p:cNvPicPr/>
          <p:nvPr/>
        </p:nvPicPr>
        <p:blipFill>
          <a:blip r:embed="rId6"/>
          <a:stretch>
            <a:fillRect/>
          </a:stretch>
        </p:blipFill>
        <p:spPr>
          <a:xfrm>
            <a:off x="697230" y="4748021"/>
            <a:ext cx="360426" cy="359663"/>
          </a:xfrm>
          <a:prstGeom prst="rect">
            <a:avLst/>
          </a:prstGeom>
        </p:spPr>
      </p:pic>
      <p:pic>
        <p:nvPicPr>
          <p:cNvPr id="20" name="object 19">
            <a:extLst>
              <a:ext uri="{FF2B5EF4-FFF2-40B4-BE49-F238E27FC236}">
                <a16:creationId xmlns:a16="http://schemas.microsoft.com/office/drawing/2014/main" id="{42B45CC2-BACF-5443-B9B1-4C29D1B6D508}"/>
              </a:ext>
            </a:extLst>
          </p:cNvPr>
          <p:cNvPicPr/>
          <p:nvPr/>
        </p:nvPicPr>
        <p:blipFill>
          <a:blip r:embed="rId7"/>
          <a:stretch>
            <a:fillRect/>
          </a:stretch>
        </p:blipFill>
        <p:spPr>
          <a:xfrm>
            <a:off x="5727953" y="4760214"/>
            <a:ext cx="1301496" cy="1067562"/>
          </a:xfrm>
          <a:prstGeom prst="rect">
            <a:avLst/>
          </a:prstGeom>
        </p:spPr>
      </p:pic>
      <p:sp>
        <p:nvSpPr>
          <p:cNvPr id="21" name="object 20">
            <a:extLst>
              <a:ext uri="{FF2B5EF4-FFF2-40B4-BE49-F238E27FC236}">
                <a16:creationId xmlns:a16="http://schemas.microsoft.com/office/drawing/2014/main" id="{7585119E-B7D7-544E-A7A6-84319A021D36}"/>
              </a:ext>
            </a:extLst>
          </p:cNvPr>
          <p:cNvSpPr txBox="1"/>
          <p:nvPr/>
        </p:nvSpPr>
        <p:spPr>
          <a:xfrm>
            <a:off x="7583931" y="5101844"/>
            <a:ext cx="1397000" cy="5746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5">
                <a:latin typeface="PMingLiU"/>
                <a:cs typeface="PMingLiU"/>
              </a:rPr>
              <a:t>剩余体积：</a:t>
            </a:r>
            <a:r>
              <a:rPr sz="1800" b="1" spc="-25">
                <a:latin typeface="Times New Roman"/>
                <a:cs typeface="Times New Roman"/>
              </a:rPr>
              <a:t>13</a:t>
            </a:r>
            <a:endParaRPr sz="1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sz="1800" spc="-5">
                <a:latin typeface="PMingLiU"/>
                <a:cs typeface="PMingLiU"/>
              </a:rPr>
              <a:t>商品价值：</a:t>
            </a:r>
            <a:r>
              <a:rPr sz="1800" b="1" spc="-25">
                <a:latin typeface="Times New Roman"/>
                <a:cs typeface="Times New Roman"/>
              </a:rPr>
              <a:t>0</a:t>
            </a:r>
            <a:endParaRPr sz="1800">
              <a:latin typeface="Times New Roman"/>
              <a:cs typeface="Times New Roman"/>
            </a:endParaRPr>
          </a:p>
        </p:txBody>
      </p:sp>
      <p:sp>
        <p:nvSpPr>
          <p:cNvPr id="22" name="object 21">
            <a:extLst>
              <a:ext uri="{FF2B5EF4-FFF2-40B4-BE49-F238E27FC236}">
                <a16:creationId xmlns:a16="http://schemas.microsoft.com/office/drawing/2014/main" id="{74EF57D7-83CF-D94A-A9B8-BDB5CBA01F0A}"/>
              </a:ext>
            </a:extLst>
          </p:cNvPr>
          <p:cNvSpPr/>
          <p:nvPr/>
        </p:nvSpPr>
        <p:spPr>
          <a:xfrm>
            <a:off x="2606983" y="2263139"/>
            <a:ext cx="1437640" cy="3564890"/>
          </a:xfrm>
          <a:custGeom>
            <a:avLst/>
            <a:gdLst/>
            <a:ahLst/>
            <a:cxnLst/>
            <a:rect l="l" t="t" r="r" b="b"/>
            <a:pathLst>
              <a:path w="1437639" h="3564890">
                <a:moveTo>
                  <a:pt x="0" y="239522"/>
                </a:moveTo>
                <a:lnTo>
                  <a:pt x="4864" y="191235"/>
                </a:lnTo>
                <a:lnTo>
                  <a:pt x="18815" y="146268"/>
                </a:lnTo>
                <a:lnTo>
                  <a:pt x="40893" y="105581"/>
                </a:lnTo>
                <a:lnTo>
                  <a:pt x="70135" y="70135"/>
                </a:lnTo>
                <a:lnTo>
                  <a:pt x="105581" y="40893"/>
                </a:lnTo>
                <a:lnTo>
                  <a:pt x="146268" y="18815"/>
                </a:lnTo>
                <a:lnTo>
                  <a:pt x="191235" y="4864"/>
                </a:lnTo>
                <a:lnTo>
                  <a:pt x="239522" y="0"/>
                </a:lnTo>
                <a:lnTo>
                  <a:pt x="1197610" y="0"/>
                </a:lnTo>
                <a:lnTo>
                  <a:pt x="1245896" y="4864"/>
                </a:lnTo>
                <a:lnTo>
                  <a:pt x="1290863" y="18815"/>
                </a:lnTo>
                <a:lnTo>
                  <a:pt x="1331550" y="40893"/>
                </a:lnTo>
                <a:lnTo>
                  <a:pt x="1366996" y="70135"/>
                </a:lnTo>
                <a:lnTo>
                  <a:pt x="1396238" y="105581"/>
                </a:lnTo>
                <a:lnTo>
                  <a:pt x="1418316" y="146268"/>
                </a:lnTo>
                <a:lnTo>
                  <a:pt x="1432267" y="191235"/>
                </a:lnTo>
                <a:lnTo>
                  <a:pt x="1437132" y="239522"/>
                </a:lnTo>
                <a:lnTo>
                  <a:pt x="1437132" y="3325114"/>
                </a:lnTo>
                <a:lnTo>
                  <a:pt x="1432267" y="3373385"/>
                </a:lnTo>
                <a:lnTo>
                  <a:pt x="1418316" y="3418346"/>
                </a:lnTo>
                <a:lnTo>
                  <a:pt x="1396238" y="3459032"/>
                </a:lnTo>
                <a:lnTo>
                  <a:pt x="1366996" y="3494481"/>
                </a:lnTo>
                <a:lnTo>
                  <a:pt x="1331550" y="3523729"/>
                </a:lnTo>
                <a:lnTo>
                  <a:pt x="1290863" y="3545813"/>
                </a:lnTo>
                <a:lnTo>
                  <a:pt x="1245896" y="3559769"/>
                </a:lnTo>
                <a:lnTo>
                  <a:pt x="1197610" y="3564636"/>
                </a:lnTo>
                <a:lnTo>
                  <a:pt x="239522" y="3564636"/>
                </a:lnTo>
                <a:lnTo>
                  <a:pt x="191235" y="3559769"/>
                </a:lnTo>
                <a:lnTo>
                  <a:pt x="146268" y="3545813"/>
                </a:lnTo>
                <a:lnTo>
                  <a:pt x="105581" y="3523729"/>
                </a:lnTo>
                <a:lnTo>
                  <a:pt x="70135" y="3494481"/>
                </a:lnTo>
                <a:lnTo>
                  <a:pt x="40893" y="3459032"/>
                </a:lnTo>
                <a:lnTo>
                  <a:pt x="18815" y="3418346"/>
                </a:lnTo>
                <a:lnTo>
                  <a:pt x="4864" y="3373385"/>
                </a:lnTo>
                <a:lnTo>
                  <a:pt x="0" y="3325114"/>
                </a:lnTo>
                <a:lnTo>
                  <a:pt x="0" y="239522"/>
                </a:lnTo>
                <a:close/>
              </a:path>
            </a:pathLst>
          </a:custGeom>
          <a:ln w="3810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306254804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>
            <a:extLst>
              <a:ext uri="{FF2B5EF4-FFF2-40B4-BE49-F238E27FC236}">
                <a16:creationId xmlns:a16="http://schemas.microsoft.com/office/drawing/2014/main" id="{EE9CFE8D-05B3-EF4B-BCCF-49022C4314A1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19504" y="174478"/>
            <a:ext cx="3954379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直观策</a:t>
            </a: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略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sp>
        <p:nvSpPr>
          <p:cNvPr id="4" name="object 2">
            <a:extLst>
              <a:ext uri="{FF2B5EF4-FFF2-40B4-BE49-F238E27FC236}">
                <a16:creationId xmlns:a16="http://schemas.microsoft.com/office/drawing/2014/main" id="{BF8DC461-4866-E742-AFF9-C9FBCFAEF5F4}"/>
              </a:ext>
            </a:extLst>
          </p:cNvPr>
          <p:cNvSpPr txBox="1"/>
          <p:nvPr/>
        </p:nvSpPr>
        <p:spPr>
          <a:xfrm>
            <a:off x="731955" y="1002271"/>
            <a:ext cx="8490585" cy="988060"/>
          </a:xfrm>
          <a:prstGeom prst="rect">
            <a:avLst/>
          </a:prstGeom>
        </p:spPr>
        <p:txBody>
          <a:bodyPr vert="horz" wrap="square" lIns="0" tIns="104139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819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1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核心思想：将商品排序，依次挑选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  <a:p>
            <a:pPr marL="704215" lvl="1" indent="-347980">
              <a:lnSpc>
                <a:spcPct val="100000"/>
              </a:lnSpc>
              <a:spcBef>
                <a:spcPts val="615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704215" algn="l"/>
                <a:tab pos="704850" algn="l"/>
              </a:tabLst>
            </a:pPr>
            <a:r>
              <a:rPr sz="240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策略</a:t>
            </a:r>
            <a:r>
              <a:rPr sz="2400" b="1" dirty="0">
                <a:latin typeface="SimSun" panose="02010600030101010101" pitchFamily="2" charset="-122"/>
                <a:ea typeface="SimSun" panose="02010600030101010101" pitchFamily="2" charset="-122"/>
                <a:cs typeface="Times New Roman"/>
              </a:rPr>
              <a:t>1</a:t>
            </a:r>
            <a:r>
              <a:rPr sz="240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：按商品价格由高到低排序，优先挑选</a:t>
            </a:r>
            <a:r>
              <a:rPr sz="2400" dirty="0">
                <a:solidFill>
                  <a:srgbClr val="FF0000"/>
                </a:solidFill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价格高</a:t>
            </a:r>
            <a:r>
              <a:rPr sz="2400" spc="-2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的商品</a:t>
            </a:r>
            <a:endParaRPr sz="24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grpSp>
        <p:nvGrpSpPr>
          <p:cNvPr id="23" name="object 3">
            <a:extLst>
              <a:ext uri="{FF2B5EF4-FFF2-40B4-BE49-F238E27FC236}">
                <a16:creationId xmlns:a16="http://schemas.microsoft.com/office/drawing/2014/main" id="{2014F46D-35A7-DC4D-855F-9C63F61B4F0B}"/>
              </a:ext>
            </a:extLst>
          </p:cNvPr>
          <p:cNvGrpSpPr/>
          <p:nvPr/>
        </p:nvGrpSpPr>
        <p:grpSpPr>
          <a:xfrm>
            <a:off x="508000" y="2230208"/>
            <a:ext cx="5052695" cy="3597910"/>
            <a:chOff x="508000" y="2230208"/>
            <a:chExt cx="5052695" cy="3597910"/>
          </a:xfrm>
        </p:grpSpPr>
        <p:sp>
          <p:nvSpPr>
            <p:cNvPr id="24" name="object 4">
              <a:extLst>
                <a:ext uri="{FF2B5EF4-FFF2-40B4-BE49-F238E27FC236}">
                  <a16:creationId xmlns:a16="http://schemas.microsoft.com/office/drawing/2014/main" id="{83CF090B-D654-F745-B7BA-60E054069D52}"/>
                </a:ext>
              </a:extLst>
            </p:cNvPr>
            <p:cNvSpPr/>
            <p:nvPr/>
          </p:nvSpPr>
          <p:spPr>
            <a:xfrm>
              <a:off x="508000" y="2230208"/>
              <a:ext cx="5052695" cy="3597910"/>
            </a:xfrm>
            <a:custGeom>
              <a:avLst/>
              <a:gdLst/>
              <a:ahLst/>
              <a:cxnLst/>
              <a:rect l="l" t="t" r="r" b="b"/>
              <a:pathLst>
                <a:path w="5052695" h="3597910">
                  <a:moveTo>
                    <a:pt x="5052314" y="0"/>
                  </a:moveTo>
                  <a:lnTo>
                    <a:pt x="0" y="0"/>
                  </a:lnTo>
                  <a:lnTo>
                    <a:pt x="0" y="3597910"/>
                  </a:lnTo>
                  <a:lnTo>
                    <a:pt x="5052314" y="3597910"/>
                  </a:lnTo>
                  <a:lnTo>
                    <a:pt x="5052314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5">
              <a:extLst>
                <a:ext uri="{FF2B5EF4-FFF2-40B4-BE49-F238E27FC236}">
                  <a16:creationId xmlns:a16="http://schemas.microsoft.com/office/drawing/2014/main" id="{770D3D9E-DA0A-904E-A8B7-73DDED26423F}"/>
                </a:ext>
              </a:extLst>
            </p:cNvPr>
            <p:cNvSpPr/>
            <p:nvPr/>
          </p:nvSpPr>
          <p:spPr>
            <a:xfrm>
              <a:off x="508000" y="2829864"/>
              <a:ext cx="2073910" cy="600075"/>
            </a:xfrm>
            <a:custGeom>
              <a:avLst/>
              <a:gdLst/>
              <a:ahLst/>
              <a:cxnLst/>
              <a:rect l="l" t="t" r="r" b="b"/>
              <a:pathLst>
                <a:path w="2073910" h="600075">
                  <a:moveTo>
                    <a:pt x="2073910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2073910" y="599643"/>
                  </a:lnTo>
                  <a:lnTo>
                    <a:pt x="2073910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6">
              <a:extLst>
                <a:ext uri="{FF2B5EF4-FFF2-40B4-BE49-F238E27FC236}">
                  <a16:creationId xmlns:a16="http://schemas.microsoft.com/office/drawing/2014/main" id="{1BF9782B-2CE3-1249-9D7A-EED0B56BCCC4}"/>
                </a:ext>
              </a:extLst>
            </p:cNvPr>
            <p:cNvSpPr/>
            <p:nvPr/>
          </p:nvSpPr>
          <p:spPr>
            <a:xfrm>
              <a:off x="508000" y="3429558"/>
              <a:ext cx="2073910" cy="600075"/>
            </a:xfrm>
            <a:custGeom>
              <a:avLst/>
              <a:gdLst/>
              <a:ahLst/>
              <a:cxnLst/>
              <a:rect l="l" t="t" r="r" b="b"/>
              <a:pathLst>
                <a:path w="2073910" h="600075">
                  <a:moveTo>
                    <a:pt x="2073910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2073910" y="599643"/>
                  </a:lnTo>
                  <a:lnTo>
                    <a:pt x="2073910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7">
              <a:extLst>
                <a:ext uri="{FF2B5EF4-FFF2-40B4-BE49-F238E27FC236}">
                  <a16:creationId xmlns:a16="http://schemas.microsoft.com/office/drawing/2014/main" id="{6E7E6230-2409-1C40-BA82-49DF7A454803}"/>
                </a:ext>
              </a:extLst>
            </p:cNvPr>
            <p:cNvSpPr/>
            <p:nvPr/>
          </p:nvSpPr>
          <p:spPr>
            <a:xfrm>
              <a:off x="508000" y="4029125"/>
              <a:ext cx="2073910" cy="600075"/>
            </a:xfrm>
            <a:custGeom>
              <a:avLst/>
              <a:gdLst/>
              <a:ahLst/>
              <a:cxnLst/>
              <a:rect l="l" t="t" r="r" b="b"/>
              <a:pathLst>
                <a:path w="2073910" h="600075">
                  <a:moveTo>
                    <a:pt x="2073910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2073910" y="599643"/>
                  </a:lnTo>
                  <a:lnTo>
                    <a:pt x="2073910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8">
              <a:extLst>
                <a:ext uri="{FF2B5EF4-FFF2-40B4-BE49-F238E27FC236}">
                  <a16:creationId xmlns:a16="http://schemas.microsoft.com/office/drawing/2014/main" id="{56469B77-18DF-5C4A-B0FB-3A3028E0E050}"/>
                </a:ext>
              </a:extLst>
            </p:cNvPr>
            <p:cNvSpPr/>
            <p:nvPr/>
          </p:nvSpPr>
          <p:spPr>
            <a:xfrm>
              <a:off x="508000" y="4628819"/>
              <a:ext cx="2073910" cy="600075"/>
            </a:xfrm>
            <a:custGeom>
              <a:avLst/>
              <a:gdLst/>
              <a:ahLst/>
              <a:cxnLst/>
              <a:rect l="l" t="t" r="r" b="b"/>
              <a:pathLst>
                <a:path w="2073910" h="600075">
                  <a:moveTo>
                    <a:pt x="2073910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2073910" y="599643"/>
                  </a:lnTo>
                  <a:lnTo>
                    <a:pt x="2073910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9">
              <a:extLst>
                <a:ext uri="{FF2B5EF4-FFF2-40B4-BE49-F238E27FC236}">
                  <a16:creationId xmlns:a16="http://schemas.microsoft.com/office/drawing/2014/main" id="{64722ADE-AD19-2E4D-B3B8-B6052B73D890}"/>
                </a:ext>
              </a:extLst>
            </p:cNvPr>
            <p:cNvSpPr/>
            <p:nvPr/>
          </p:nvSpPr>
          <p:spPr>
            <a:xfrm>
              <a:off x="508000" y="5228475"/>
              <a:ext cx="2073910" cy="600075"/>
            </a:xfrm>
            <a:custGeom>
              <a:avLst/>
              <a:gdLst/>
              <a:ahLst/>
              <a:cxnLst/>
              <a:rect l="l" t="t" r="r" b="b"/>
              <a:pathLst>
                <a:path w="2073910" h="600075">
                  <a:moveTo>
                    <a:pt x="2073910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2073910" y="599643"/>
                  </a:lnTo>
                  <a:lnTo>
                    <a:pt x="2073910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30" name="object 11">
            <a:extLst>
              <a:ext uri="{FF2B5EF4-FFF2-40B4-BE49-F238E27FC236}">
                <a16:creationId xmlns:a16="http://schemas.microsoft.com/office/drawing/2014/main" id="{7EF1AD92-EF00-424E-8327-40ABA81AA91E}"/>
              </a:ext>
            </a:extLst>
          </p:cNvPr>
          <p:cNvGraphicFramePr>
            <a:graphicFrameLocks noGrp="1"/>
          </p:cNvGraphicFramePr>
          <p:nvPr/>
        </p:nvGraphicFramePr>
        <p:xfrm>
          <a:off x="5721603" y="2223897"/>
          <a:ext cx="6177915" cy="11988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302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52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43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493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2908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5994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201930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1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商品列表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20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总体积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20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总价格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484505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说明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marL="114935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>
                          <a:latin typeface="PMingLiU"/>
                          <a:cs typeface="PMingLiU"/>
                        </a:rPr>
                        <a:t>策略</a:t>
                      </a:r>
                      <a:r>
                        <a:rPr sz="2200" b="1" spc="-50">
                          <a:latin typeface="Times New Roman"/>
                          <a:cs typeface="Times New Roman"/>
                        </a:rPr>
                        <a:t>1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31" name="object 12">
            <a:extLst>
              <a:ext uri="{FF2B5EF4-FFF2-40B4-BE49-F238E27FC236}">
                <a16:creationId xmlns:a16="http://schemas.microsoft.com/office/drawing/2014/main" id="{416488AF-6AB1-F042-B08F-D89D9A507193}"/>
              </a:ext>
            </a:extLst>
          </p:cNvPr>
          <p:cNvGrpSpPr/>
          <p:nvPr/>
        </p:nvGrpSpPr>
        <p:grpSpPr>
          <a:xfrm>
            <a:off x="404622" y="2836164"/>
            <a:ext cx="5267325" cy="2872105"/>
            <a:chOff x="404622" y="2836164"/>
            <a:chExt cx="5267325" cy="2872105"/>
          </a:xfrm>
        </p:grpSpPr>
        <p:pic>
          <p:nvPicPr>
            <p:cNvPr id="32" name="object 13">
              <a:extLst>
                <a:ext uri="{FF2B5EF4-FFF2-40B4-BE49-F238E27FC236}">
                  <a16:creationId xmlns:a16="http://schemas.microsoft.com/office/drawing/2014/main" id="{3DEA34E8-92FC-EC49-9172-62C00ABCF7A6}"/>
                </a:ext>
              </a:extLst>
            </p:cNvPr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697230" y="4148328"/>
              <a:ext cx="360426" cy="359663"/>
            </a:xfrm>
            <a:prstGeom prst="rect">
              <a:avLst/>
            </a:prstGeom>
          </p:spPr>
        </p:pic>
        <p:pic>
          <p:nvPicPr>
            <p:cNvPr id="33" name="object 14">
              <a:extLst>
                <a:ext uri="{FF2B5EF4-FFF2-40B4-BE49-F238E27FC236}">
                  <a16:creationId xmlns:a16="http://schemas.microsoft.com/office/drawing/2014/main" id="{229DC992-F2C4-444F-932B-F93FDF04E63F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697230" y="3547872"/>
              <a:ext cx="360426" cy="360425"/>
            </a:xfrm>
            <a:prstGeom prst="rect">
              <a:avLst/>
            </a:prstGeom>
          </p:spPr>
        </p:pic>
        <p:pic>
          <p:nvPicPr>
            <p:cNvPr id="34" name="object 15">
              <a:extLst>
                <a:ext uri="{FF2B5EF4-FFF2-40B4-BE49-F238E27FC236}">
                  <a16:creationId xmlns:a16="http://schemas.microsoft.com/office/drawing/2014/main" id="{EF9A17BA-C12B-C340-A781-2055B8A524AE}"/>
                </a:ext>
              </a:extLst>
            </p:cNvPr>
            <p:cNvPicPr/>
            <p:nvPr/>
          </p:nvPicPr>
          <p:blipFill>
            <a:blip r:embed="rId4"/>
            <a:stretch>
              <a:fillRect/>
            </a:stretch>
          </p:blipFill>
          <p:spPr>
            <a:xfrm>
              <a:off x="697230" y="2948178"/>
              <a:ext cx="360426" cy="359663"/>
            </a:xfrm>
            <a:prstGeom prst="rect">
              <a:avLst/>
            </a:prstGeom>
          </p:spPr>
        </p:pic>
        <p:pic>
          <p:nvPicPr>
            <p:cNvPr id="35" name="object 16">
              <a:extLst>
                <a:ext uri="{FF2B5EF4-FFF2-40B4-BE49-F238E27FC236}">
                  <a16:creationId xmlns:a16="http://schemas.microsoft.com/office/drawing/2014/main" id="{E7036BED-4779-4445-A2E1-AADB7DC7D19C}"/>
                </a:ext>
              </a:extLst>
            </p:cNvPr>
            <p:cNvPicPr/>
            <p:nvPr/>
          </p:nvPicPr>
          <p:blipFill>
            <a:blip r:embed="rId5"/>
            <a:stretch>
              <a:fillRect/>
            </a:stretch>
          </p:blipFill>
          <p:spPr>
            <a:xfrm>
              <a:off x="697230" y="5347716"/>
              <a:ext cx="360426" cy="360425"/>
            </a:xfrm>
            <a:prstGeom prst="rect">
              <a:avLst/>
            </a:prstGeom>
          </p:spPr>
        </p:pic>
        <p:pic>
          <p:nvPicPr>
            <p:cNvPr id="36" name="object 17">
              <a:extLst>
                <a:ext uri="{FF2B5EF4-FFF2-40B4-BE49-F238E27FC236}">
                  <a16:creationId xmlns:a16="http://schemas.microsoft.com/office/drawing/2014/main" id="{05C754BC-14EE-644A-A6C3-FF1F6A0BAB45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697230" y="4748022"/>
              <a:ext cx="360426" cy="359663"/>
            </a:xfrm>
            <a:prstGeom prst="rect">
              <a:avLst/>
            </a:prstGeom>
          </p:spPr>
        </p:pic>
        <p:sp>
          <p:nvSpPr>
            <p:cNvPr id="37" name="object 18">
              <a:extLst>
                <a:ext uri="{FF2B5EF4-FFF2-40B4-BE49-F238E27FC236}">
                  <a16:creationId xmlns:a16="http://schemas.microsoft.com/office/drawing/2014/main" id="{00118EEE-3603-9E48-AC53-09F275B735E5}"/>
                </a:ext>
              </a:extLst>
            </p:cNvPr>
            <p:cNvSpPr/>
            <p:nvPr/>
          </p:nvSpPr>
          <p:spPr>
            <a:xfrm>
              <a:off x="423672" y="2855214"/>
              <a:ext cx="5229225" cy="588010"/>
            </a:xfrm>
            <a:custGeom>
              <a:avLst/>
              <a:gdLst/>
              <a:ahLst/>
              <a:cxnLst/>
              <a:rect l="l" t="t" r="r" b="b"/>
              <a:pathLst>
                <a:path w="5229225" h="588010">
                  <a:moveTo>
                    <a:pt x="0" y="97916"/>
                  </a:moveTo>
                  <a:lnTo>
                    <a:pt x="7695" y="59793"/>
                  </a:lnTo>
                  <a:lnTo>
                    <a:pt x="28679" y="28670"/>
                  </a:lnTo>
                  <a:lnTo>
                    <a:pt x="59803" y="7691"/>
                  </a:lnTo>
                  <a:lnTo>
                    <a:pt x="97917" y="0"/>
                  </a:lnTo>
                  <a:lnTo>
                    <a:pt x="5130927" y="0"/>
                  </a:lnTo>
                  <a:lnTo>
                    <a:pt x="5169050" y="7691"/>
                  </a:lnTo>
                  <a:lnTo>
                    <a:pt x="5200173" y="28670"/>
                  </a:lnTo>
                  <a:lnTo>
                    <a:pt x="5221152" y="59793"/>
                  </a:lnTo>
                  <a:lnTo>
                    <a:pt x="5228844" y="97916"/>
                  </a:lnTo>
                  <a:lnTo>
                    <a:pt x="5228844" y="489585"/>
                  </a:lnTo>
                  <a:lnTo>
                    <a:pt x="5221152" y="527708"/>
                  </a:lnTo>
                  <a:lnTo>
                    <a:pt x="5200173" y="558831"/>
                  </a:lnTo>
                  <a:lnTo>
                    <a:pt x="5169050" y="579810"/>
                  </a:lnTo>
                  <a:lnTo>
                    <a:pt x="5130927" y="587501"/>
                  </a:lnTo>
                  <a:lnTo>
                    <a:pt x="97917" y="587501"/>
                  </a:lnTo>
                  <a:lnTo>
                    <a:pt x="59803" y="579810"/>
                  </a:lnTo>
                  <a:lnTo>
                    <a:pt x="28679" y="558831"/>
                  </a:lnTo>
                  <a:lnTo>
                    <a:pt x="7695" y="527708"/>
                  </a:lnTo>
                  <a:lnTo>
                    <a:pt x="0" y="489585"/>
                  </a:lnTo>
                  <a:lnTo>
                    <a:pt x="0" y="97916"/>
                  </a:lnTo>
                  <a:close/>
                </a:path>
              </a:pathLst>
            </a:custGeom>
            <a:ln w="38100">
              <a:solidFill>
                <a:srgbClr val="FF0000"/>
              </a:solidFill>
              <a:prstDash val="lg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38" name="object 19">
            <a:extLst>
              <a:ext uri="{FF2B5EF4-FFF2-40B4-BE49-F238E27FC236}">
                <a16:creationId xmlns:a16="http://schemas.microsoft.com/office/drawing/2014/main" id="{9BC1B442-79FE-DB46-A326-11C2192A31E5}"/>
              </a:ext>
            </a:extLst>
          </p:cNvPr>
          <p:cNvGraphicFramePr>
            <a:graphicFrameLocks noGrp="1"/>
          </p:cNvGraphicFramePr>
          <p:nvPr/>
        </p:nvGraphicFramePr>
        <p:xfrm>
          <a:off x="469893" y="2223897"/>
          <a:ext cx="5052060" cy="3596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0739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98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95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6121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商品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0000"/>
                      </a:solidFill>
                      <a:prstDash val="sysDash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价格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0000"/>
                      </a:solidFill>
                      <a:prstDash val="sysDash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体积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0000"/>
                      </a:solidFill>
                      <a:prstDash val="sysDash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啤酒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85090" marB="0">
                    <a:lnL w="76213">
                      <a:solidFill>
                        <a:srgbClr val="FF0000"/>
                      </a:solidFill>
                      <a:prstDash val="sysDash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0000"/>
                      </a:solidFill>
                      <a:prstDash val="sysDash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98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0000"/>
                      </a:solidFill>
                      <a:prstDash val="sysDash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98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0000"/>
                      </a:solidFill>
                      <a:prstDash val="sysDash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861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65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面包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844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98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5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98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饼干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9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牛奶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70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9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31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70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31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汽水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2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3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pSp>
        <p:nvGrpSpPr>
          <p:cNvPr id="39" name="object 20">
            <a:extLst>
              <a:ext uri="{FF2B5EF4-FFF2-40B4-BE49-F238E27FC236}">
                <a16:creationId xmlns:a16="http://schemas.microsoft.com/office/drawing/2014/main" id="{821407BD-7CF5-1D41-BD96-CE1F6BA92127}"/>
              </a:ext>
            </a:extLst>
          </p:cNvPr>
          <p:cNvGrpSpPr/>
          <p:nvPr/>
        </p:nvGrpSpPr>
        <p:grpSpPr>
          <a:xfrm>
            <a:off x="5727953" y="4760214"/>
            <a:ext cx="1301750" cy="1068070"/>
            <a:chOff x="5727953" y="4760214"/>
            <a:chExt cx="1301750" cy="1068070"/>
          </a:xfrm>
        </p:grpSpPr>
        <p:pic>
          <p:nvPicPr>
            <p:cNvPr id="40" name="object 21">
              <a:extLst>
                <a:ext uri="{FF2B5EF4-FFF2-40B4-BE49-F238E27FC236}">
                  <a16:creationId xmlns:a16="http://schemas.microsoft.com/office/drawing/2014/main" id="{A2CCED0C-3859-424A-848D-4B7DA2241E6F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5727953" y="4760214"/>
              <a:ext cx="1301496" cy="1067562"/>
            </a:xfrm>
            <a:prstGeom prst="rect">
              <a:avLst/>
            </a:prstGeom>
          </p:spPr>
        </p:pic>
        <p:pic>
          <p:nvPicPr>
            <p:cNvPr id="41" name="object 22">
              <a:extLst>
                <a:ext uri="{FF2B5EF4-FFF2-40B4-BE49-F238E27FC236}">
                  <a16:creationId xmlns:a16="http://schemas.microsoft.com/office/drawing/2014/main" id="{705D073F-D7F7-A04E-BFB7-2199DB01C5B1}"/>
                </a:ext>
              </a:extLst>
            </p:cNvPr>
            <p:cNvPicPr/>
            <p:nvPr/>
          </p:nvPicPr>
          <p:blipFill>
            <a:blip r:embed="rId4"/>
            <a:stretch>
              <a:fillRect/>
            </a:stretch>
          </p:blipFill>
          <p:spPr>
            <a:xfrm>
              <a:off x="6198869" y="5092446"/>
              <a:ext cx="359664" cy="359664"/>
            </a:xfrm>
            <a:prstGeom prst="rect">
              <a:avLst/>
            </a:prstGeom>
          </p:spPr>
        </p:pic>
      </p:grpSp>
      <p:sp>
        <p:nvSpPr>
          <p:cNvPr id="42" name="object 23">
            <a:extLst>
              <a:ext uri="{FF2B5EF4-FFF2-40B4-BE49-F238E27FC236}">
                <a16:creationId xmlns:a16="http://schemas.microsoft.com/office/drawing/2014/main" id="{25E7BE5E-39DA-2043-B37E-DA2036211F64}"/>
              </a:ext>
            </a:extLst>
          </p:cNvPr>
          <p:cNvSpPr txBox="1"/>
          <p:nvPr/>
        </p:nvSpPr>
        <p:spPr>
          <a:xfrm>
            <a:off x="7583931" y="5101844"/>
            <a:ext cx="1397000" cy="5746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5">
                <a:latin typeface="PMingLiU"/>
                <a:cs typeface="PMingLiU"/>
              </a:rPr>
              <a:t>剩余体积：</a:t>
            </a:r>
            <a:r>
              <a:rPr sz="1800" b="1" spc="-25">
                <a:latin typeface="Times New Roman"/>
                <a:cs typeface="Times New Roman"/>
              </a:rPr>
              <a:t>3</a:t>
            </a:r>
            <a:endParaRPr sz="1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sz="1800" spc="-5">
                <a:latin typeface="PMingLiU"/>
                <a:cs typeface="PMingLiU"/>
              </a:rPr>
              <a:t>商品价值：</a:t>
            </a:r>
            <a:r>
              <a:rPr sz="1800" b="1" spc="-25">
                <a:latin typeface="Times New Roman"/>
                <a:cs typeface="Times New Roman"/>
              </a:rPr>
              <a:t>24</a:t>
            </a:r>
            <a:endParaRPr sz="1800">
              <a:latin typeface="Times New Roman"/>
              <a:cs typeface="Times New Roman"/>
            </a:endParaRPr>
          </a:p>
        </p:txBody>
      </p:sp>
      <p:pic>
        <p:nvPicPr>
          <p:cNvPr id="43" name="object 24">
            <a:extLst>
              <a:ext uri="{FF2B5EF4-FFF2-40B4-BE49-F238E27FC236}">
                <a16:creationId xmlns:a16="http://schemas.microsoft.com/office/drawing/2014/main" id="{39C1938F-BEAD-DB46-BF8F-61C7A439F2AB}"/>
              </a:ext>
            </a:extLst>
          </p:cNvPr>
          <p:cNvPicPr/>
          <p:nvPr/>
        </p:nvPicPr>
        <p:blipFill>
          <a:blip r:embed="rId4"/>
          <a:stretch>
            <a:fillRect/>
          </a:stretch>
        </p:blipFill>
        <p:spPr>
          <a:xfrm>
            <a:off x="6775704" y="2921507"/>
            <a:ext cx="468629" cy="46862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60436174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>
            <a:extLst>
              <a:ext uri="{FF2B5EF4-FFF2-40B4-BE49-F238E27FC236}">
                <a16:creationId xmlns:a16="http://schemas.microsoft.com/office/drawing/2014/main" id="{EE9CFE8D-05B3-EF4B-BCCF-49022C4314A1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19504" y="174478"/>
            <a:ext cx="3954379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直观策</a:t>
            </a: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略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sp>
        <p:nvSpPr>
          <p:cNvPr id="4" name="object 2">
            <a:extLst>
              <a:ext uri="{FF2B5EF4-FFF2-40B4-BE49-F238E27FC236}">
                <a16:creationId xmlns:a16="http://schemas.microsoft.com/office/drawing/2014/main" id="{BF8DC461-4866-E742-AFF9-C9FBCFAEF5F4}"/>
              </a:ext>
            </a:extLst>
          </p:cNvPr>
          <p:cNvSpPr txBox="1"/>
          <p:nvPr/>
        </p:nvSpPr>
        <p:spPr>
          <a:xfrm>
            <a:off x="731955" y="1002271"/>
            <a:ext cx="8490585" cy="988060"/>
          </a:xfrm>
          <a:prstGeom prst="rect">
            <a:avLst/>
          </a:prstGeom>
        </p:spPr>
        <p:txBody>
          <a:bodyPr vert="horz" wrap="square" lIns="0" tIns="104139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819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1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核心思想：将商品排序，依次挑选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  <a:p>
            <a:pPr marL="704215" lvl="1" indent="-347980">
              <a:lnSpc>
                <a:spcPct val="100000"/>
              </a:lnSpc>
              <a:spcBef>
                <a:spcPts val="615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704215" algn="l"/>
                <a:tab pos="704850" algn="l"/>
              </a:tabLst>
            </a:pPr>
            <a:r>
              <a:rPr sz="240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策略</a:t>
            </a:r>
            <a:r>
              <a:rPr sz="2400" b="1" dirty="0">
                <a:latin typeface="SimSun" panose="02010600030101010101" pitchFamily="2" charset="-122"/>
                <a:ea typeface="SimSun" panose="02010600030101010101" pitchFamily="2" charset="-122"/>
                <a:cs typeface="Times New Roman"/>
              </a:rPr>
              <a:t>1</a:t>
            </a:r>
            <a:r>
              <a:rPr sz="240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：按商品价格由高到低排序，优先挑选</a:t>
            </a:r>
            <a:r>
              <a:rPr sz="2400" dirty="0">
                <a:solidFill>
                  <a:srgbClr val="FF0000"/>
                </a:solidFill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价格高</a:t>
            </a:r>
            <a:r>
              <a:rPr sz="2400" spc="-2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的商品</a:t>
            </a:r>
            <a:endParaRPr sz="24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grpSp>
        <p:nvGrpSpPr>
          <p:cNvPr id="44" name="object 3">
            <a:extLst>
              <a:ext uri="{FF2B5EF4-FFF2-40B4-BE49-F238E27FC236}">
                <a16:creationId xmlns:a16="http://schemas.microsoft.com/office/drawing/2014/main" id="{E7F37FEC-84F2-AE48-8FED-C4B10F5D953E}"/>
              </a:ext>
            </a:extLst>
          </p:cNvPr>
          <p:cNvGrpSpPr/>
          <p:nvPr/>
        </p:nvGrpSpPr>
        <p:grpSpPr>
          <a:xfrm>
            <a:off x="508000" y="2230208"/>
            <a:ext cx="5052695" cy="3597910"/>
            <a:chOff x="508000" y="2230208"/>
            <a:chExt cx="5052695" cy="3597910"/>
          </a:xfrm>
        </p:grpSpPr>
        <p:sp>
          <p:nvSpPr>
            <p:cNvPr id="45" name="object 4">
              <a:extLst>
                <a:ext uri="{FF2B5EF4-FFF2-40B4-BE49-F238E27FC236}">
                  <a16:creationId xmlns:a16="http://schemas.microsoft.com/office/drawing/2014/main" id="{6310B344-B11A-1D45-A89C-1478D2B34D9D}"/>
                </a:ext>
              </a:extLst>
            </p:cNvPr>
            <p:cNvSpPr/>
            <p:nvPr/>
          </p:nvSpPr>
          <p:spPr>
            <a:xfrm>
              <a:off x="508000" y="2230208"/>
              <a:ext cx="5052695" cy="3597910"/>
            </a:xfrm>
            <a:custGeom>
              <a:avLst/>
              <a:gdLst/>
              <a:ahLst/>
              <a:cxnLst/>
              <a:rect l="l" t="t" r="r" b="b"/>
              <a:pathLst>
                <a:path w="5052695" h="3597910">
                  <a:moveTo>
                    <a:pt x="5052314" y="0"/>
                  </a:moveTo>
                  <a:lnTo>
                    <a:pt x="0" y="0"/>
                  </a:lnTo>
                  <a:lnTo>
                    <a:pt x="0" y="3597910"/>
                  </a:lnTo>
                  <a:lnTo>
                    <a:pt x="5052314" y="3597910"/>
                  </a:lnTo>
                  <a:lnTo>
                    <a:pt x="5052314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5">
              <a:extLst>
                <a:ext uri="{FF2B5EF4-FFF2-40B4-BE49-F238E27FC236}">
                  <a16:creationId xmlns:a16="http://schemas.microsoft.com/office/drawing/2014/main" id="{8B0CC0CF-EFF0-9746-9825-8DCDBCF87B10}"/>
                </a:ext>
              </a:extLst>
            </p:cNvPr>
            <p:cNvSpPr/>
            <p:nvPr/>
          </p:nvSpPr>
          <p:spPr>
            <a:xfrm>
              <a:off x="508000" y="2829864"/>
              <a:ext cx="2073910" cy="600075"/>
            </a:xfrm>
            <a:custGeom>
              <a:avLst/>
              <a:gdLst/>
              <a:ahLst/>
              <a:cxnLst/>
              <a:rect l="l" t="t" r="r" b="b"/>
              <a:pathLst>
                <a:path w="2073910" h="600075">
                  <a:moveTo>
                    <a:pt x="2073910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2073910" y="599643"/>
                  </a:lnTo>
                  <a:lnTo>
                    <a:pt x="2073910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6">
              <a:extLst>
                <a:ext uri="{FF2B5EF4-FFF2-40B4-BE49-F238E27FC236}">
                  <a16:creationId xmlns:a16="http://schemas.microsoft.com/office/drawing/2014/main" id="{0459E387-8328-2D4D-BCF5-1B8CFCCEA58B}"/>
                </a:ext>
              </a:extLst>
            </p:cNvPr>
            <p:cNvSpPr/>
            <p:nvPr/>
          </p:nvSpPr>
          <p:spPr>
            <a:xfrm>
              <a:off x="508000" y="3429558"/>
              <a:ext cx="5052695" cy="600075"/>
            </a:xfrm>
            <a:custGeom>
              <a:avLst/>
              <a:gdLst/>
              <a:ahLst/>
              <a:cxnLst/>
              <a:rect l="l" t="t" r="r" b="b"/>
              <a:pathLst>
                <a:path w="5052695" h="600075">
                  <a:moveTo>
                    <a:pt x="2073910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2073910" y="599643"/>
                  </a:lnTo>
                  <a:lnTo>
                    <a:pt x="2073910" y="0"/>
                  </a:lnTo>
                  <a:close/>
                </a:path>
                <a:path w="5052695" h="600075">
                  <a:moveTo>
                    <a:pt x="5052314" y="0"/>
                  </a:moveTo>
                  <a:lnTo>
                    <a:pt x="3572637" y="0"/>
                  </a:lnTo>
                  <a:lnTo>
                    <a:pt x="3572637" y="599643"/>
                  </a:lnTo>
                  <a:lnTo>
                    <a:pt x="5052314" y="599643"/>
                  </a:lnTo>
                  <a:lnTo>
                    <a:pt x="5052314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7">
              <a:extLst>
                <a:ext uri="{FF2B5EF4-FFF2-40B4-BE49-F238E27FC236}">
                  <a16:creationId xmlns:a16="http://schemas.microsoft.com/office/drawing/2014/main" id="{3F74CBC1-EEA9-7445-916A-C0762E64FB56}"/>
                </a:ext>
              </a:extLst>
            </p:cNvPr>
            <p:cNvSpPr/>
            <p:nvPr/>
          </p:nvSpPr>
          <p:spPr>
            <a:xfrm>
              <a:off x="508000" y="4029125"/>
              <a:ext cx="5052695" cy="600075"/>
            </a:xfrm>
            <a:custGeom>
              <a:avLst/>
              <a:gdLst/>
              <a:ahLst/>
              <a:cxnLst/>
              <a:rect l="l" t="t" r="r" b="b"/>
              <a:pathLst>
                <a:path w="5052695" h="600075">
                  <a:moveTo>
                    <a:pt x="2073910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2073910" y="599643"/>
                  </a:lnTo>
                  <a:lnTo>
                    <a:pt x="2073910" y="0"/>
                  </a:lnTo>
                  <a:close/>
                </a:path>
                <a:path w="5052695" h="600075">
                  <a:moveTo>
                    <a:pt x="5052314" y="0"/>
                  </a:moveTo>
                  <a:lnTo>
                    <a:pt x="3572637" y="0"/>
                  </a:lnTo>
                  <a:lnTo>
                    <a:pt x="3572637" y="599643"/>
                  </a:lnTo>
                  <a:lnTo>
                    <a:pt x="5052314" y="599643"/>
                  </a:lnTo>
                  <a:lnTo>
                    <a:pt x="5052314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8">
              <a:extLst>
                <a:ext uri="{FF2B5EF4-FFF2-40B4-BE49-F238E27FC236}">
                  <a16:creationId xmlns:a16="http://schemas.microsoft.com/office/drawing/2014/main" id="{585E823C-87F3-8547-BFCB-8DC9880E7BEE}"/>
                </a:ext>
              </a:extLst>
            </p:cNvPr>
            <p:cNvSpPr/>
            <p:nvPr/>
          </p:nvSpPr>
          <p:spPr>
            <a:xfrm>
              <a:off x="508000" y="4628819"/>
              <a:ext cx="5052695" cy="600075"/>
            </a:xfrm>
            <a:custGeom>
              <a:avLst/>
              <a:gdLst/>
              <a:ahLst/>
              <a:cxnLst/>
              <a:rect l="l" t="t" r="r" b="b"/>
              <a:pathLst>
                <a:path w="5052695" h="600075">
                  <a:moveTo>
                    <a:pt x="2073910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2073910" y="599643"/>
                  </a:lnTo>
                  <a:lnTo>
                    <a:pt x="2073910" y="0"/>
                  </a:lnTo>
                  <a:close/>
                </a:path>
                <a:path w="5052695" h="600075">
                  <a:moveTo>
                    <a:pt x="5052314" y="0"/>
                  </a:moveTo>
                  <a:lnTo>
                    <a:pt x="3572637" y="0"/>
                  </a:lnTo>
                  <a:lnTo>
                    <a:pt x="3572637" y="599643"/>
                  </a:lnTo>
                  <a:lnTo>
                    <a:pt x="5052314" y="599643"/>
                  </a:lnTo>
                  <a:lnTo>
                    <a:pt x="5052314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9">
              <a:extLst>
                <a:ext uri="{FF2B5EF4-FFF2-40B4-BE49-F238E27FC236}">
                  <a16:creationId xmlns:a16="http://schemas.microsoft.com/office/drawing/2014/main" id="{BF27C387-36E3-274C-9008-B0D19998094F}"/>
                </a:ext>
              </a:extLst>
            </p:cNvPr>
            <p:cNvSpPr/>
            <p:nvPr/>
          </p:nvSpPr>
          <p:spPr>
            <a:xfrm>
              <a:off x="508000" y="5228475"/>
              <a:ext cx="2073910" cy="600075"/>
            </a:xfrm>
            <a:custGeom>
              <a:avLst/>
              <a:gdLst/>
              <a:ahLst/>
              <a:cxnLst/>
              <a:rect l="l" t="t" r="r" b="b"/>
              <a:pathLst>
                <a:path w="2073910" h="600075">
                  <a:moveTo>
                    <a:pt x="2073910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2073910" y="599643"/>
                  </a:lnTo>
                  <a:lnTo>
                    <a:pt x="2073910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1" name="object 11">
            <a:extLst>
              <a:ext uri="{FF2B5EF4-FFF2-40B4-BE49-F238E27FC236}">
                <a16:creationId xmlns:a16="http://schemas.microsoft.com/office/drawing/2014/main" id="{8F24C3C3-AA68-2D44-993C-65824B2AC051}"/>
              </a:ext>
            </a:extLst>
          </p:cNvPr>
          <p:cNvGrpSpPr/>
          <p:nvPr/>
        </p:nvGrpSpPr>
        <p:grpSpPr>
          <a:xfrm>
            <a:off x="404622" y="2836164"/>
            <a:ext cx="6624955" cy="2992120"/>
            <a:chOff x="404622" y="2836164"/>
            <a:chExt cx="6624955" cy="2992120"/>
          </a:xfrm>
        </p:grpSpPr>
        <p:pic>
          <p:nvPicPr>
            <p:cNvPr id="52" name="object 12">
              <a:extLst>
                <a:ext uri="{FF2B5EF4-FFF2-40B4-BE49-F238E27FC236}">
                  <a16:creationId xmlns:a16="http://schemas.microsoft.com/office/drawing/2014/main" id="{A5263C01-CD2E-1248-A1E0-C4618194EAA9}"/>
                </a:ext>
              </a:extLst>
            </p:cNvPr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697230" y="4148328"/>
              <a:ext cx="360426" cy="359663"/>
            </a:xfrm>
            <a:prstGeom prst="rect">
              <a:avLst/>
            </a:prstGeom>
          </p:spPr>
        </p:pic>
        <p:pic>
          <p:nvPicPr>
            <p:cNvPr id="53" name="object 13">
              <a:extLst>
                <a:ext uri="{FF2B5EF4-FFF2-40B4-BE49-F238E27FC236}">
                  <a16:creationId xmlns:a16="http://schemas.microsoft.com/office/drawing/2014/main" id="{9A534743-07E4-0241-9A16-3760FFAD3D53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697230" y="3547872"/>
              <a:ext cx="360426" cy="360425"/>
            </a:xfrm>
            <a:prstGeom prst="rect">
              <a:avLst/>
            </a:prstGeom>
          </p:spPr>
        </p:pic>
        <p:pic>
          <p:nvPicPr>
            <p:cNvPr id="54" name="object 14">
              <a:extLst>
                <a:ext uri="{FF2B5EF4-FFF2-40B4-BE49-F238E27FC236}">
                  <a16:creationId xmlns:a16="http://schemas.microsoft.com/office/drawing/2014/main" id="{0AFD75A2-191C-3645-BBF5-82F83C06DAFE}"/>
                </a:ext>
              </a:extLst>
            </p:cNvPr>
            <p:cNvPicPr/>
            <p:nvPr/>
          </p:nvPicPr>
          <p:blipFill>
            <a:blip r:embed="rId4"/>
            <a:stretch>
              <a:fillRect/>
            </a:stretch>
          </p:blipFill>
          <p:spPr>
            <a:xfrm>
              <a:off x="697230" y="2948178"/>
              <a:ext cx="360426" cy="359663"/>
            </a:xfrm>
            <a:prstGeom prst="rect">
              <a:avLst/>
            </a:prstGeom>
          </p:spPr>
        </p:pic>
        <p:pic>
          <p:nvPicPr>
            <p:cNvPr id="55" name="object 15">
              <a:extLst>
                <a:ext uri="{FF2B5EF4-FFF2-40B4-BE49-F238E27FC236}">
                  <a16:creationId xmlns:a16="http://schemas.microsoft.com/office/drawing/2014/main" id="{556C8601-2FF1-0245-BEDF-F4C328202B04}"/>
                </a:ext>
              </a:extLst>
            </p:cNvPr>
            <p:cNvPicPr/>
            <p:nvPr/>
          </p:nvPicPr>
          <p:blipFill>
            <a:blip r:embed="rId5"/>
            <a:stretch>
              <a:fillRect/>
            </a:stretch>
          </p:blipFill>
          <p:spPr>
            <a:xfrm>
              <a:off x="697230" y="5347716"/>
              <a:ext cx="360426" cy="360425"/>
            </a:xfrm>
            <a:prstGeom prst="rect">
              <a:avLst/>
            </a:prstGeom>
          </p:spPr>
        </p:pic>
        <p:pic>
          <p:nvPicPr>
            <p:cNvPr id="56" name="object 16">
              <a:extLst>
                <a:ext uri="{FF2B5EF4-FFF2-40B4-BE49-F238E27FC236}">
                  <a16:creationId xmlns:a16="http://schemas.microsoft.com/office/drawing/2014/main" id="{BB246762-6013-0B4A-8C1C-9D2A65887C25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697230" y="4748022"/>
              <a:ext cx="360426" cy="359663"/>
            </a:xfrm>
            <a:prstGeom prst="rect">
              <a:avLst/>
            </a:prstGeom>
          </p:spPr>
        </p:pic>
        <p:pic>
          <p:nvPicPr>
            <p:cNvPr id="57" name="object 17">
              <a:extLst>
                <a:ext uri="{FF2B5EF4-FFF2-40B4-BE49-F238E27FC236}">
                  <a16:creationId xmlns:a16="http://schemas.microsoft.com/office/drawing/2014/main" id="{187B54CD-8C55-9547-A305-DB0DBF39D0A9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5194554" y="4016502"/>
              <a:ext cx="533400" cy="563118"/>
            </a:xfrm>
            <a:prstGeom prst="rect">
              <a:avLst/>
            </a:prstGeom>
          </p:spPr>
        </p:pic>
        <p:pic>
          <p:nvPicPr>
            <p:cNvPr id="58" name="object 18">
              <a:extLst>
                <a:ext uri="{FF2B5EF4-FFF2-40B4-BE49-F238E27FC236}">
                  <a16:creationId xmlns:a16="http://schemas.microsoft.com/office/drawing/2014/main" id="{57793C97-D5BB-0446-9A3C-B02B8F734F27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5194554" y="3423666"/>
              <a:ext cx="533400" cy="563118"/>
            </a:xfrm>
            <a:prstGeom prst="rect">
              <a:avLst/>
            </a:prstGeom>
          </p:spPr>
        </p:pic>
        <p:pic>
          <p:nvPicPr>
            <p:cNvPr id="59" name="object 19">
              <a:extLst>
                <a:ext uri="{FF2B5EF4-FFF2-40B4-BE49-F238E27FC236}">
                  <a16:creationId xmlns:a16="http://schemas.microsoft.com/office/drawing/2014/main" id="{136CC47C-F199-C54D-9ABC-DCE5510CB755}"/>
                </a:ext>
              </a:extLst>
            </p:cNvPr>
            <p:cNvPicPr/>
            <p:nvPr/>
          </p:nvPicPr>
          <p:blipFill>
            <a:blip r:embed="rId8"/>
            <a:stretch>
              <a:fillRect/>
            </a:stretch>
          </p:blipFill>
          <p:spPr>
            <a:xfrm>
              <a:off x="5727954" y="4760214"/>
              <a:ext cx="1301496" cy="1067562"/>
            </a:xfrm>
            <a:prstGeom prst="rect">
              <a:avLst/>
            </a:prstGeom>
          </p:spPr>
        </p:pic>
        <p:pic>
          <p:nvPicPr>
            <p:cNvPr id="60" name="object 20">
              <a:extLst>
                <a:ext uri="{FF2B5EF4-FFF2-40B4-BE49-F238E27FC236}">
                  <a16:creationId xmlns:a16="http://schemas.microsoft.com/office/drawing/2014/main" id="{1A5925F5-41D9-E141-8602-8C6E8A067B8D}"/>
                </a:ext>
              </a:extLst>
            </p:cNvPr>
            <p:cNvPicPr/>
            <p:nvPr/>
          </p:nvPicPr>
          <p:blipFill>
            <a:blip r:embed="rId4"/>
            <a:stretch>
              <a:fillRect/>
            </a:stretch>
          </p:blipFill>
          <p:spPr>
            <a:xfrm>
              <a:off x="6198869" y="5092446"/>
              <a:ext cx="359664" cy="359664"/>
            </a:xfrm>
            <a:prstGeom prst="rect">
              <a:avLst/>
            </a:prstGeom>
          </p:spPr>
        </p:pic>
        <p:pic>
          <p:nvPicPr>
            <p:cNvPr id="61" name="object 21">
              <a:extLst>
                <a:ext uri="{FF2B5EF4-FFF2-40B4-BE49-F238E27FC236}">
                  <a16:creationId xmlns:a16="http://schemas.microsoft.com/office/drawing/2014/main" id="{3EF6284F-E12D-2443-A41C-C7BD16E7DA1A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5194554" y="4709160"/>
              <a:ext cx="533400" cy="563117"/>
            </a:xfrm>
            <a:prstGeom prst="rect">
              <a:avLst/>
            </a:prstGeom>
          </p:spPr>
        </p:pic>
        <p:sp>
          <p:nvSpPr>
            <p:cNvPr id="62" name="object 22">
              <a:extLst>
                <a:ext uri="{FF2B5EF4-FFF2-40B4-BE49-F238E27FC236}">
                  <a16:creationId xmlns:a16="http://schemas.microsoft.com/office/drawing/2014/main" id="{1B7B92BE-0DF8-EC49-9D3B-D0DAA45B132B}"/>
                </a:ext>
              </a:extLst>
            </p:cNvPr>
            <p:cNvSpPr/>
            <p:nvPr/>
          </p:nvSpPr>
          <p:spPr>
            <a:xfrm>
              <a:off x="423672" y="2855214"/>
              <a:ext cx="5229225" cy="588010"/>
            </a:xfrm>
            <a:custGeom>
              <a:avLst/>
              <a:gdLst/>
              <a:ahLst/>
              <a:cxnLst/>
              <a:rect l="l" t="t" r="r" b="b"/>
              <a:pathLst>
                <a:path w="5229225" h="588010">
                  <a:moveTo>
                    <a:pt x="0" y="97916"/>
                  </a:moveTo>
                  <a:lnTo>
                    <a:pt x="7695" y="59793"/>
                  </a:lnTo>
                  <a:lnTo>
                    <a:pt x="28679" y="28670"/>
                  </a:lnTo>
                  <a:lnTo>
                    <a:pt x="59803" y="7691"/>
                  </a:lnTo>
                  <a:lnTo>
                    <a:pt x="97917" y="0"/>
                  </a:lnTo>
                  <a:lnTo>
                    <a:pt x="5130927" y="0"/>
                  </a:lnTo>
                  <a:lnTo>
                    <a:pt x="5169050" y="7691"/>
                  </a:lnTo>
                  <a:lnTo>
                    <a:pt x="5200173" y="28670"/>
                  </a:lnTo>
                  <a:lnTo>
                    <a:pt x="5221152" y="59793"/>
                  </a:lnTo>
                  <a:lnTo>
                    <a:pt x="5228844" y="97916"/>
                  </a:lnTo>
                  <a:lnTo>
                    <a:pt x="5228844" y="489585"/>
                  </a:lnTo>
                  <a:lnTo>
                    <a:pt x="5221152" y="527708"/>
                  </a:lnTo>
                  <a:lnTo>
                    <a:pt x="5200173" y="558831"/>
                  </a:lnTo>
                  <a:lnTo>
                    <a:pt x="5169050" y="579810"/>
                  </a:lnTo>
                  <a:lnTo>
                    <a:pt x="5130927" y="587501"/>
                  </a:lnTo>
                  <a:lnTo>
                    <a:pt x="97917" y="587501"/>
                  </a:lnTo>
                  <a:lnTo>
                    <a:pt x="59803" y="579810"/>
                  </a:lnTo>
                  <a:lnTo>
                    <a:pt x="28679" y="558831"/>
                  </a:lnTo>
                  <a:lnTo>
                    <a:pt x="7695" y="527708"/>
                  </a:lnTo>
                  <a:lnTo>
                    <a:pt x="0" y="489585"/>
                  </a:lnTo>
                  <a:lnTo>
                    <a:pt x="0" y="97916"/>
                  </a:lnTo>
                  <a:close/>
                </a:path>
              </a:pathLst>
            </a:custGeom>
            <a:ln w="38100">
              <a:solidFill>
                <a:srgbClr val="FF0000"/>
              </a:solidFill>
              <a:prstDash val="lg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63" name="object 23">
            <a:extLst>
              <a:ext uri="{FF2B5EF4-FFF2-40B4-BE49-F238E27FC236}">
                <a16:creationId xmlns:a16="http://schemas.microsoft.com/office/drawing/2014/main" id="{9669B3D9-903B-FF46-984F-A3543AAA8883}"/>
              </a:ext>
            </a:extLst>
          </p:cNvPr>
          <p:cNvGraphicFramePr>
            <a:graphicFrameLocks noGrp="1"/>
          </p:cNvGraphicFramePr>
          <p:nvPr/>
        </p:nvGraphicFramePr>
        <p:xfrm>
          <a:off x="469893" y="2223897"/>
          <a:ext cx="5052060" cy="3596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0739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98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95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6121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商品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0000"/>
                      </a:solidFill>
                      <a:prstDash val="sysDash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价格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0000"/>
                      </a:solidFill>
                      <a:prstDash val="sysDash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体积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0000"/>
                      </a:solidFill>
                      <a:prstDash val="sysDash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啤酒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85090" marB="0">
                    <a:lnL w="76213">
                      <a:solidFill>
                        <a:srgbClr val="FF0000"/>
                      </a:solidFill>
                      <a:prstDash val="sysDash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0000"/>
                      </a:solidFill>
                      <a:prstDash val="sysDash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98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0000"/>
                      </a:solidFill>
                      <a:prstDash val="sysDash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98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0000"/>
                      </a:solidFill>
                      <a:prstDash val="sysDash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861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65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面包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844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98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5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98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饼干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9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牛奶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70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9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31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70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31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汽水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2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3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aphicFrame>
        <p:nvGraphicFramePr>
          <p:cNvPr id="64" name="object 24">
            <a:extLst>
              <a:ext uri="{FF2B5EF4-FFF2-40B4-BE49-F238E27FC236}">
                <a16:creationId xmlns:a16="http://schemas.microsoft.com/office/drawing/2014/main" id="{7ADB0702-DD5A-D943-8C1E-F3D7526C1095}"/>
              </a:ext>
            </a:extLst>
          </p:cNvPr>
          <p:cNvGraphicFramePr>
            <a:graphicFrameLocks noGrp="1"/>
          </p:cNvGraphicFramePr>
          <p:nvPr/>
        </p:nvGraphicFramePr>
        <p:xfrm>
          <a:off x="5721603" y="2223897"/>
          <a:ext cx="6177915" cy="11988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302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52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43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493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2908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5994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201930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1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商品列表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20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总体积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20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总价格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484505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说明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marL="114935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>
                          <a:latin typeface="PMingLiU"/>
                          <a:cs typeface="PMingLiU"/>
                        </a:rPr>
                        <a:t>策略</a:t>
                      </a:r>
                      <a:r>
                        <a:rPr sz="2200" b="1" spc="-50">
                          <a:latin typeface="Times New Roman"/>
                          <a:cs typeface="Times New Roman"/>
                        </a:rPr>
                        <a:t>1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5" name="object 25">
            <a:extLst>
              <a:ext uri="{FF2B5EF4-FFF2-40B4-BE49-F238E27FC236}">
                <a16:creationId xmlns:a16="http://schemas.microsoft.com/office/drawing/2014/main" id="{22F865AF-C330-A846-86D7-4BC7789A1A5F}"/>
              </a:ext>
            </a:extLst>
          </p:cNvPr>
          <p:cNvSpPr txBox="1"/>
          <p:nvPr/>
        </p:nvSpPr>
        <p:spPr>
          <a:xfrm>
            <a:off x="7583931" y="5101844"/>
            <a:ext cx="1397000" cy="5746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5">
                <a:latin typeface="PMingLiU"/>
                <a:cs typeface="PMingLiU"/>
              </a:rPr>
              <a:t>剩余体积：</a:t>
            </a:r>
            <a:r>
              <a:rPr sz="1800" b="1" spc="-25">
                <a:latin typeface="Times New Roman"/>
                <a:cs typeface="Times New Roman"/>
              </a:rPr>
              <a:t>3</a:t>
            </a:r>
            <a:endParaRPr sz="1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sz="1800" spc="-5">
                <a:latin typeface="PMingLiU"/>
                <a:cs typeface="PMingLiU"/>
              </a:rPr>
              <a:t>商品价值：</a:t>
            </a:r>
            <a:r>
              <a:rPr sz="1800" b="1" spc="-25">
                <a:latin typeface="Times New Roman"/>
                <a:cs typeface="Times New Roman"/>
              </a:rPr>
              <a:t>24</a:t>
            </a:r>
            <a:endParaRPr sz="1800">
              <a:latin typeface="Times New Roman"/>
              <a:cs typeface="Times New Roman"/>
            </a:endParaRPr>
          </a:p>
        </p:txBody>
      </p:sp>
      <p:pic>
        <p:nvPicPr>
          <p:cNvPr id="66" name="object 26">
            <a:extLst>
              <a:ext uri="{FF2B5EF4-FFF2-40B4-BE49-F238E27FC236}">
                <a16:creationId xmlns:a16="http://schemas.microsoft.com/office/drawing/2014/main" id="{45F4E744-266A-5940-86FD-0334D9481B66}"/>
              </a:ext>
            </a:extLst>
          </p:cNvPr>
          <p:cNvPicPr/>
          <p:nvPr/>
        </p:nvPicPr>
        <p:blipFill>
          <a:blip r:embed="rId4"/>
          <a:stretch>
            <a:fillRect/>
          </a:stretch>
        </p:blipFill>
        <p:spPr>
          <a:xfrm>
            <a:off x="6775704" y="2921507"/>
            <a:ext cx="468629" cy="46862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11299094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>
            <a:extLst>
              <a:ext uri="{FF2B5EF4-FFF2-40B4-BE49-F238E27FC236}">
                <a16:creationId xmlns:a16="http://schemas.microsoft.com/office/drawing/2014/main" id="{EE9CFE8D-05B3-EF4B-BCCF-49022C4314A1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19504" y="174478"/>
            <a:ext cx="3954379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直观策</a:t>
            </a: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略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sp>
        <p:nvSpPr>
          <p:cNvPr id="4" name="object 2">
            <a:extLst>
              <a:ext uri="{FF2B5EF4-FFF2-40B4-BE49-F238E27FC236}">
                <a16:creationId xmlns:a16="http://schemas.microsoft.com/office/drawing/2014/main" id="{BF8DC461-4866-E742-AFF9-C9FBCFAEF5F4}"/>
              </a:ext>
            </a:extLst>
          </p:cNvPr>
          <p:cNvSpPr txBox="1"/>
          <p:nvPr/>
        </p:nvSpPr>
        <p:spPr>
          <a:xfrm>
            <a:off x="731955" y="1002271"/>
            <a:ext cx="8490585" cy="988060"/>
          </a:xfrm>
          <a:prstGeom prst="rect">
            <a:avLst/>
          </a:prstGeom>
        </p:spPr>
        <p:txBody>
          <a:bodyPr vert="horz" wrap="square" lIns="0" tIns="104139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819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1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核心思想：将商品排序，依次挑选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  <a:p>
            <a:pPr marL="704215" lvl="1" indent="-347980">
              <a:lnSpc>
                <a:spcPct val="100000"/>
              </a:lnSpc>
              <a:spcBef>
                <a:spcPts val="615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704215" algn="l"/>
                <a:tab pos="704850" algn="l"/>
              </a:tabLst>
            </a:pPr>
            <a:r>
              <a:rPr sz="240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策略</a:t>
            </a:r>
            <a:r>
              <a:rPr sz="2400" b="1" dirty="0">
                <a:latin typeface="SimSun" panose="02010600030101010101" pitchFamily="2" charset="-122"/>
                <a:ea typeface="SimSun" panose="02010600030101010101" pitchFamily="2" charset="-122"/>
                <a:cs typeface="Times New Roman"/>
              </a:rPr>
              <a:t>1</a:t>
            </a:r>
            <a:r>
              <a:rPr sz="240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：按商品价格由高到低排序，优先挑选</a:t>
            </a:r>
            <a:r>
              <a:rPr sz="2400" dirty="0">
                <a:solidFill>
                  <a:srgbClr val="FF0000"/>
                </a:solidFill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价格高</a:t>
            </a:r>
            <a:r>
              <a:rPr sz="2400" spc="-2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的商品</a:t>
            </a:r>
            <a:endParaRPr sz="24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grpSp>
        <p:nvGrpSpPr>
          <p:cNvPr id="27" name="object 3">
            <a:extLst>
              <a:ext uri="{FF2B5EF4-FFF2-40B4-BE49-F238E27FC236}">
                <a16:creationId xmlns:a16="http://schemas.microsoft.com/office/drawing/2014/main" id="{0D5E08C3-995B-914A-892B-B7AC768E8CD9}"/>
              </a:ext>
            </a:extLst>
          </p:cNvPr>
          <p:cNvGrpSpPr/>
          <p:nvPr/>
        </p:nvGrpSpPr>
        <p:grpSpPr>
          <a:xfrm>
            <a:off x="508000" y="2230208"/>
            <a:ext cx="5052695" cy="3597910"/>
            <a:chOff x="508000" y="2230208"/>
            <a:chExt cx="5052695" cy="3597910"/>
          </a:xfrm>
        </p:grpSpPr>
        <p:sp>
          <p:nvSpPr>
            <p:cNvPr id="28" name="object 4">
              <a:extLst>
                <a:ext uri="{FF2B5EF4-FFF2-40B4-BE49-F238E27FC236}">
                  <a16:creationId xmlns:a16="http://schemas.microsoft.com/office/drawing/2014/main" id="{A65FB83C-2628-2C42-B3DF-3BCA7F9F2DB3}"/>
                </a:ext>
              </a:extLst>
            </p:cNvPr>
            <p:cNvSpPr/>
            <p:nvPr/>
          </p:nvSpPr>
          <p:spPr>
            <a:xfrm>
              <a:off x="508000" y="2230208"/>
              <a:ext cx="5052695" cy="3597910"/>
            </a:xfrm>
            <a:custGeom>
              <a:avLst/>
              <a:gdLst/>
              <a:ahLst/>
              <a:cxnLst/>
              <a:rect l="l" t="t" r="r" b="b"/>
              <a:pathLst>
                <a:path w="5052695" h="3597910">
                  <a:moveTo>
                    <a:pt x="5052314" y="0"/>
                  </a:moveTo>
                  <a:lnTo>
                    <a:pt x="0" y="0"/>
                  </a:lnTo>
                  <a:lnTo>
                    <a:pt x="0" y="3597910"/>
                  </a:lnTo>
                  <a:lnTo>
                    <a:pt x="5052314" y="3597910"/>
                  </a:lnTo>
                  <a:lnTo>
                    <a:pt x="5052314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5">
              <a:extLst>
                <a:ext uri="{FF2B5EF4-FFF2-40B4-BE49-F238E27FC236}">
                  <a16:creationId xmlns:a16="http://schemas.microsoft.com/office/drawing/2014/main" id="{0CE3CEAE-6170-F64B-ABBC-775E28EFDE7B}"/>
                </a:ext>
              </a:extLst>
            </p:cNvPr>
            <p:cNvSpPr/>
            <p:nvPr/>
          </p:nvSpPr>
          <p:spPr>
            <a:xfrm>
              <a:off x="508000" y="2829864"/>
              <a:ext cx="2073910" cy="600075"/>
            </a:xfrm>
            <a:custGeom>
              <a:avLst/>
              <a:gdLst/>
              <a:ahLst/>
              <a:cxnLst/>
              <a:rect l="l" t="t" r="r" b="b"/>
              <a:pathLst>
                <a:path w="2073910" h="600075">
                  <a:moveTo>
                    <a:pt x="2073910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2073910" y="599643"/>
                  </a:lnTo>
                  <a:lnTo>
                    <a:pt x="2073910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6">
              <a:extLst>
                <a:ext uri="{FF2B5EF4-FFF2-40B4-BE49-F238E27FC236}">
                  <a16:creationId xmlns:a16="http://schemas.microsoft.com/office/drawing/2014/main" id="{EA9482AF-423C-7E45-8912-CF21844889E2}"/>
                </a:ext>
              </a:extLst>
            </p:cNvPr>
            <p:cNvSpPr/>
            <p:nvPr/>
          </p:nvSpPr>
          <p:spPr>
            <a:xfrm>
              <a:off x="508000" y="3429558"/>
              <a:ext cx="5052695" cy="600075"/>
            </a:xfrm>
            <a:custGeom>
              <a:avLst/>
              <a:gdLst/>
              <a:ahLst/>
              <a:cxnLst/>
              <a:rect l="l" t="t" r="r" b="b"/>
              <a:pathLst>
                <a:path w="5052695" h="600075">
                  <a:moveTo>
                    <a:pt x="2073910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2073910" y="599643"/>
                  </a:lnTo>
                  <a:lnTo>
                    <a:pt x="2073910" y="0"/>
                  </a:lnTo>
                  <a:close/>
                </a:path>
                <a:path w="5052695" h="600075">
                  <a:moveTo>
                    <a:pt x="5052314" y="0"/>
                  </a:moveTo>
                  <a:lnTo>
                    <a:pt x="3572637" y="0"/>
                  </a:lnTo>
                  <a:lnTo>
                    <a:pt x="3572637" y="599643"/>
                  </a:lnTo>
                  <a:lnTo>
                    <a:pt x="5052314" y="599643"/>
                  </a:lnTo>
                  <a:lnTo>
                    <a:pt x="5052314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7">
              <a:extLst>
                <a:ext uri="{FF2B5EF4-FFF2-40B4-BE49-F238E27FC236}">
                  <a16:creationId xmlns:a16="http://schemas.microsoft.com/office/drawing/2014/main" id="{A4B1073A-52D2-2A4D-A7DB-5E4545B31EC3}"/>
                </a:ext>
              </a:extLst>
            </p:cNvPr>
            <p:cNvSpPr/>
            <p:nvPr/>
          </p:nvSpPr>
          <p:spPr>
            <a:xfrm>
              <a:off x="508000" y="4029125"/>
              <a:ext cx="5052695" cy="600075"/>
            </a:xfrm>
            <a:custGeom>
              <a:avLst/>
              <a:gdLst/>
              <a:ahLst/>
              <a:cxnLst/>
              <a:rect l="l" t="t" r="r" b="b"/>
              <a:pathLst>
                <a:path w="5052695" h="600075">
                  <a:moveTo>
                    <a:pt x="2073910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2073910" y="599643"/>
                  </a:lnTo>
                  <a:lnTo>
                    <a:pt x="2073910" y="0"/>
                  </a:lnTo>
                  <a:close/>
                </a:path>
                <a:path w="5052695" h="600075">
                  <a:moveTo>
                    <a:pt x="5052314" y="0"/>
                  </a:moveTo>
                  <a:lnTo>
                    <a:pt x="3572637" y="0"/>
                  </a:lnTo>
                  <a:lnTo>
                    <a:pt x="3572637" y="599643"/>
                  </a:lnTo>
                  <a:lnTo>
                    <a:pt x="5052314" y="599643"/>
                  </a:lnTo>
                  <a:lnTo>
                    <a:pt x="5052314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8">
              <a:extLst>
                <a:ext uri="{FF2B5EF4-FFF2-40B4-BE49-F238E27FC236}">
                  <a16:creationId xmlns:a16="http://schemas.microsoft.com/office/drawing/2014/main" id="{A66D90CB-CA19-294D-A011-EDF518C8B4B8}"/>
                </a:ext>
              </a:extLst>
            </p:cNvPr>
            <p:cNvSpPr/>
            <p:nvPr/>
          </p:nvSpPr>
          <p:spPr>
            <a:xfrm>
              <a:off x="508000" y="4628819"/>
              <a:ext cx="5052695" cy="600075"/>
            </a:xfrm>
            <a:custGeom>
              <a:avLst/>
              <a:gdLst/>
              <a:ahLst/>
              <a:cxnLst/>
              <a:rect l="l" t="t" r="r" b="b"/>
              <a:pathLst>
                <a:path w="5052695" h="600075">
                  <a:moveTo>
                    <a:pt x="2073910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2073910" y="599643"/>
                  </a:lnTo>
                  <a:lnTo>
                    <a:pt x="2073910" y="0"/>
                  </a:lnTo>
                  <a:close/>
                </a:path>
                <a:path w="5052695" h="600075">
                  <a:moveTo>
                    <a:pt x="5052314" y="0"/>
                  </a:moveTo>
                  <a:lnTo>
                    <a:pt x="3572637" y="0"/>
                  </a:lnTo>
                  <a:lnTo>
                    <a:pt x="3572637" y="599643"/>
                  </a:lnTo>
                  <a:lnTo>
                    <a:pt x="5052314" y="599643"/>
                  </a:lnTo>
                  <a:lnTo>
                    <a:pt x="5052314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9">
              <a:extLst>
                <a:ext uri="{FF2B5EF4-FFF2-40B4-BE49-F238E27FC236}">
                  <a16:creationId xmlns:a16="http://schemas.microsoft.com/office/drawing/2014/main" id="{5963C8B7-83AB-6940-9180-A19BADACFEAC}"/>
                </a:ext>
              </a:extLst>
            </p:cNvPr>
            <p:cNvSpPr/>
            <p:nvPr/>
          </p:nvSpPr>
          <p:spPr>
            <a:xfrm>
              <a:off x="508000" y="5228475"/>
              <a:ext cx="2073910" cy="600075"/>
            </a:xfrm>
            <a:custGeom>
              <a:avLst/>
              <a:gdLst/>
              <a:ahLst/>
              <a:cxnLst/>
              <a:rect l="l" t="t" r="r" b="b"/>
              <a:pathLst>
                <a:path w="2073910" h="600075">
                  <a:moveTo>
                    <a:pt x="2073910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2073910" y="599643"/>
                  </a:lnTo>
                  <a:lnTo>
                    <a:pt x="2073910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4" name="object 11">
            <a:extLst>
              <a:ext uri="{FF2B5EF4-FFF2-40B4-BE49-F238E27FC236}">
                <a16:creationId xmlns:a16="http://schemas.microsoft.com/office/drawing/2014/main" id="{3EA1665B-0F6E-DC43-AF7A-7598D7B4E759}"/>
              </a:ext>
            </a:extLst>
          </p:cNvPr>
          <p:cNvGrpSpPr/>
          <p:nvPr/>
        </p:nvGrpSpPr>
        <p:grpSpPr>
          <a:xfrm>
            <a:off x="404622" y="2836164"/>
            <a:ext cx="6624955" cy="2992120"/>
            <a:chOff x="404622" y="2836164"/>
            <a:chExt cx="6624955" cy="2992120"/>
          </a:xfrm>
        </p:grpSpPr>
        <p:pic>
          <p:nvPicPr>
            <p:cNvPr id="35" name="object 12">
              <a:extLst>
                <a:ext uri="{FF2B5EF4-FFF2-40B4-BE49-F238E27FC236}">
                  <a16:creationId xmlns:a16="http://schemas.microsoft.com/office/drawing/2014/main" id="{F4A49D6C-F962-7E40-9F73-E292BE240175}"/>
                </a:ext>
              </a:extLst>
            </p:cNvPr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697230" y="4148328"/>
              <a:ext cx="360426" cy="359663"/>
            </a:xfrm>
            <a:prstGeom prst="rect">
              <a:avLst/>
            </a:prstGeom>
          </p:spPr>
        </p:pic>
        <p:pic>
          <p:nvPicPr>
            <p:cNvPr id="36" name="object 13">
              <a:extLst>
                <a:ext uri="{FF2B5EF4-FFF2-40B4-BE49-F238E27FC236}">
                  <a16:creationId xmlns:a16="http://schemas.microsoft.com/office/drawing/2014/main" id="{3D87AA2F-2B78-7149-AD16-E36E307150A4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697230" y="3547872"/>
              <a:ext cx="360426" cy="360425"/>
            </a:xfrm>
            <a:prstGeom prst="rect">
              <a:avLst/>
            </a:prstGeom>
          </p:spPr>
        </p:pic>
        <p:pic>
          <p:nvPicPr>
            <p:cNvPr id="37" name="object 14">
              <a:extLst>
                <a:ext uri="{FF2B5EF4-FFF2-40B4-BE49-F238E27FC236}">
                  <a16:creationId xmlns:a16="http://schemas.microsoft.com/office/drawing/2014/main" id="{8D6208D5-D0E0-D242-B79F-36D2BD8E8D9D}"/>
                </a:ext>
              </a:extLst>
            </p:cNvPr>
            <p:cNvPicPr/>
            <p:nvPr/>
          </p:nvPicPr>
          <p:blipFill>
            <a:blip r:embed="rId4"/>
            <a:stretch>
              <a:fillRect/>
            </a:stretch>
          </p:blipFill>
          <p:spPr>
            <a:xfrm>
              <a:off x="697230" y="2948178"/>
              <a:ext cx="360426" cy="359663"/>
            </a:xfrm>
            <a:prstGeom prst="rect">
              <a:avLst/>
            </a:prstGeom>
          </p:spPr>
        </p:pic>
        <p:pic>
          <p:nvPicPr>
            <p:cNvPr id="38" name="object 15">
              <a:extLst>
                <a:ext uri="{FF2B5EF4-FFF2-40B4-BE49-F238E27FC236}">
                  <a16:creationId xmlns:a16="http://schemas.microsoft.com/office/drawing/2014/main" id="{7B21A8F3-6855-2841-9BE2-3BCCE7872C3E}"/>
                </a:ext>
              </a:extLst>
            </p:cNvPr>
            <p:cNvPicPr/>
            <p:nvPr/>
          </p:nvPicPr>
          <p:blipFill>
            <a:blip r:embed="rId5"/>
            <a:stretch>
              <a:fillRect/>
            </a:stretch>
          </p:blipFill>
          <p:spPr>
            <a:xfrm>
              <a:off x="697230" y="5347716"/>
              <a:ext cx="360426" cy="360425"/>
            </a:xfrm>
            <a:prstGeom prst="rect">
              <a:avLst/>
            </a:prstGeom>
          </p:spPr>
        </p:pic>
        <p:pic>
          <p:nvPicPr>
            <p:cNvPr id="39" name="object 16">
              <a:extLst>
                <a:ext uri="{FF2B5EF4-FFF2-40B4-BE49-F238E27FC236}">
                  <a16:creationId xmlns:a16="http://schemas.microsoft.com/office/drawing/2014/main" id="{8245D0B4-9B44-B342-86E8-5797C148137E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697230" y="4748022"/>
              <a:ext cx="360426" cy="359663"/>
            </a:xfrm>
            <a:prstGeom prst="rect">
              <a:avLst/>
            </a:prstGeom>
          </p:spPr>
        </p:pic>
        <p:pic>
          <p:nvPicPr>
            <p:cNvPr id="40" name="object 17">
              <a:extLst>
                <a:ext uri="{FF2B5EF4-FFF2-40B4-BE49-F238E27FC236}">
                  <a16:creationId xmlns:a16="http://schemas.microsoft.com/office/drawing/2014/main" id="{0CE32559-7612-6D48-A27B-A68CB22FFF3B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5194554" y="4016502"/>
              <a:ext cx="533400" cy="563118"/>
            </a:xfrm>
            <a:prstGeom prst="rect">
              <a:avLst/>
            </a:prstGeom>
          </p:spPr>
        </p:pic>
        <p:pic>
          <p:nvPicPr>
            <p:cNvPr id="41" name="object 18">
              <a:extLst>
                <a:ext uri="{FF2B5EF4-FFF2-40B4-BE49-F238E27FC236}">
                  <a16:creationId xmlns:a16="http://schemas.microsoft.com/office/drawing/2014/main" id="{00860D6F-00AA-5F4F-B8BF-88E652F7AD92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5194554" y="3423666"/>
              <a:ext cx="533400" cy="563118"/>
            </a:xfrm>
            <a:prstGeom prst="rect">
              <a:avLst/>
            </a:prstGeom>
          </p:spPr>
        </p:pic>
        <p:pic>
          <p:nvPicPr>
            <p:cNvPr id="42" name="object 19">
              <a:extLst>
                <a:ext uri="{FF2B5EF4-FFF2-40B4-BE49-F238E27FC236}">
                  <a16:creationId xmlns:a16="http://schemas.microsoft.com/office/drawing/2014/main" id="{C6E0A8C5-8AE3-514E-AA19-DDB9A86DA469}"/>
                </a:ext>
              </a:extLst>
            </p:cNvPr>
            <p:cNvPicPr/>
            <p:nvPr/>
          </p:nvPicPr>
          <p:blipFill>
            <a:blip r:embed="rId8"/>
            <a:stretch>
              <a:fillRect/>
            </a:stretch>
          </p:blipFill>
          <p:spPr>
            <a:xfrm>
              <a:off x="5727954" y="4760214"/>
              <a:ext cx="1301496" cy="1067562"/>
            </a:xfrm>
            <a:prstGeom prst="rect">
              <a:avLst/>
            </a:prstGeom>
          </p:spPr>
        </p:pic>
        <p:pic>
          <p:nvPicPr>
            <p:cNvPr id="43" name="object 20">
              <a:extLst>
                <a:ext uri="{FF2B5EF4-FFF2-40B4-BE49-F238E27FC236}">
                  <a16:creationId xmlns:a16="http://schemas.microsoft.com/office/drawing/2014/main" id="{3A7524C2-228F-1E44-BB6D-F740A9AF657D}"/>
                </a:ext>
              </a:extLst>
            </p:cNvPr>
            <p:cNvPicPr/>
            <p:nvPr/>
          </p:nvPicPr>
          <p:blipFill>
            <a:blip r:embed="rId9"/>
            <a:stretch>
              <a:fillRect/>
            </a:stretch>
          </p:blipFill>
          <p:spPr>
            <a:xfrm>
              <a:off x="6198869" y="5091684"/>
              <a:ext cx="707898" cy="360426"/>
            </a:xfrm>
            <a:prstGeom prst="rect">
              <a:avLst/>
            </a:prstGeom>
          </p:spPr>
        </p:pic>
        <p:pic>
          <p:nvPicPr>
            <p:cNvPr id="67" name="object 21">
              <a:extLst>
                <a:ext uri="{FF2B5EF4-FFF2-40B4-BE49-F238E27FC236}">
                  <a16:creationId xmlns:a16="http://schemas.microsoft.com/office/drawing/2014/main" id="{BD1B27EF-AEEB-AF46-9ED9-815C8C8AFD96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5194554" y="4709160"/>
              <a:ext cx="533400" cy="563117"/>
            </a:xfrm>
            <a:prstGeom prst="rect">
              <a:avLst/>
            </a:prstGeom>
          </p:spPr>
        </p:pic>
        <p:sp>
          <p:nvSpPr>
            <p:cNvPr id="68" name="object 22">
              <a:extLst>
                <a:ext uri="{FF2B5EF4-FFF2-40B4-BE49-F238E27FC236}">
                  <a16:creationId xmlns:a16="http://schemas.microsoft.com/office/drawing/2014/main" id="{1626E0EE-71CF-D24C-AE28-4AE68BE344E1}"/>
                </a:ext>
              </a:extLst>
            </p:cNvPr>
            <p:cNvSpPr/>
            <p:nvPr/>
          </p:nvSpPr>
          <p:spPr>
            <a:xfrm>
              <a:off x="423672" y="2855214"/>
              <a:ext cx="5229225" cy="2914015"/>
            </a:xfrm>
            <a:custGeom>
              <a:avLst/>
              <a:gdLst/>
              <a:ahLst/>
              <a:cxnLst/>
              <a:rect l="l" t="t" r="r" b="b"/>
              <a:pathLst>
                <a:path w="5229225" h="2914015">
                  <a:moveTo>
                    <a:pt x="0" y="2510028"/>
                  </a:moveTo>
                  <a:lnTo>
                    <a:pt x="6346" y="2478601"/>
                  </a:lnTo>
                  <a:lnTo>
                    <a:pt x="23655" y="2452925"/>
                  </a:lnTo>
                  <a:lnTo>
                    <a:pt x="49329" y="2435607"/>
                  </a:lnTo>
                  <a:lnTo>
                    <a:pt x="80772" y="2429256"/>
                  </a:lnTo>
                  <a:lnTo>
                    <a:pt x="5148072" y="2429256"/>
                  </a:lnTo>
                  <a:lnTo>
                    <a:pt x="5179498" y="2435607"/>
                  </a:lnTo>
                  <a:lnTo>
                    <a:pt x="5205174" y="2452925"/>
                  </a:lnTo>
                  <a:lnTo>
                    <a:pt x="5222492" y="2478601"/>
                  </a:lnTo>
                  <a:lnTo>
                    <a:pt x="5228844" y="2510028"/>
                  </a:lnTo>
                  <a:lnTo>
                    <a:pt x="5228844" y="2833116"/>
                  </a:lnTo>
                  <a:lnTo>
                    <a:pt x="5222492" y="2864558"/>
                  </a:lnTo>
                  <a:lnTo>
                    <a:pt x="5205174" y="2890232"/>
                  </a:lnTo>
                  <a:lnTo>
                    <a:pt x="5179498" y="2907541"/>
                  </a:lnTo>
                  <a:lnTo>
                    <a:pt x="5148072" y="2913888"/>
                  </a:lnTo>
                  <a:lnTo>
                    <a:pt x="80772" y="2913888"/>
                  </a:lnTo>
                  <a:lnTo>
                    <a:pt x="49329" y="2907541"/>
                  </a:lnTo>
                  <a:lnTo>
                    <a:pt x="23655" y="2890232"/>
                  </a:lnTo>
                  <a:lnTo>
                    <a:pt x="6346" y="2864558"/>
                  </a:lnTo>
                  <a:lnTo>
                    <a:pt x="0" y="2833116"/>
                  </a:lnTo>
                  <a:lnTo>
                    <a:pt x="0" y="2510028"/>
                  </a:lnTo>
                  <a:close/>
                </a:path>
                <a:path w="5229225" h="2914015">
                  <a:moveTo>
                    <a:pt x="0" y="97916"/>
                  </a:moveTo>
                  <a:lnTo>
                    <a:pt x="7695" y="59793"/>
                  </a:lnTo>
                  <a:lnTo>
                    <a:pt x="28679" y="28670"/>
                  </a:lnTo>
                  <a:lnTo>
                    <a:pt x="59803" y="7691"/>
                  </a:lnTo>
                  <a:lnTo>
                    <a:pt x="97917" y="0"/>
                  </a:lnTo>
                  <a:lnTo>
                    <a:pt x="5130927" y="0"/>
                  </a:lnTo>
                  <a:lnTo>
                    <a:pt x="5169050" y="7691"/>
                  </a:lnTo>
                  <a:lnTo>
                    <a:pt x="5200173" y="28670"/>
                  </a:lnTo>
                  <a:lnTo>
                    <a:pt x="5221152" y="59793"/>
                  </a:lnTo>
                  <a:lnTo>
                    <a:pt x="5228844" y="97916"/>
                  </a:lnTo>
                  <a:lnTo>
                    <a:pt x="5228844" y="489585"/>
                  </a:lnTo>
                  <a:lnTo>
                    <a:pt x="5221152" y="527708"/>
                  </a:lnTo>
                  <a:lnTo>
                    <a:pt x="5200173" y="558831"/>
                  </a:lnTo>
                  <a:lnTo>
                    <a:pt x="5169050" y="579810"/>
                  </a:lnTo>
                  <a:lnTo>
                    <a:pt x="5130927" y="587501"/>
                  </a:lnTo>
                  <a:lnTo>
                    <a:pt x="97917" y="587501"/>
                  </a:lnTo>
                  <a:lnTo>
                    <a:pt x="59803" y="579810"/>
                  </a:lnTo>
                  <a:lnTo>
                    <a:pt x="28679" y="558831"/>
                  </a:lnTo>
                  <a:lnTo>
                    <a:pt x="7695" y="527708"/>
                  </a:lnTo>
                  <a:lnTo>
                    <a:pt x="0" y="489585"/>
                  </a:lnTo>
                  <a:lnTo>
                    <a:pt x="0" y="97916"/>
                  </a:lnTo>
                  <a:close/>
                </a:path>
              </a:pathLst>
            </a:custGeom>
            <a:ln w="38100">
              <a:solidFill>
                <a:srgbClr val="FF0000"/>
              </a:solidFill>
              <a:prstDash val="lg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69" name="object 23">
            <a:extLst>
              <a:ext uri="{FF2B5EF4-FFF2-40B4-BE49-F238E27FC236}">
                <a16:creationId xmlns:a16="http://schemas.microsoft.com/office/drawing/2014/main" id="{FB14C294-97E7-1449-AA0B-E6A349313147}"/>
              </a:ext>
            </a:extLst>
          </p:cNvPr>
          <p:cNvGraphicFramePr>
            <a:graphicFrameLocks noGrp="1"/>
          </p:cNvGraphicFramePr>
          <p:nvPr/>
        </p:nvGraphicFramePr>
        <p:xfrm>
          <a:off x="469893" y="2211197"/>
          <a:ext cx="5052060" cy="35598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0739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98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95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6121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商品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0000"/>
                      </a:solidFill>
                      <a:prstDash val="sysDash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价格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0000"/>
                      </a:solidFill>
                      <a:prstDash val="sysDash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体积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0000"/>
                      </a:solidFill>
                      <a:prstDash val="sysDash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啤酒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85090" marB="0">
                    <a:lnL w="76213">
                      <a:solidFill>
                        <a:srgbClr val="FF0000"/>
                      </a:solidFill>
                      <a:prstDash val="sysDash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0000"/>
                      </a:solidFill>
                      <a:prstDash val="sysDash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98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0000"/>
                      </a:solidFill>
                      <a:prstDash val="sysDash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9855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76200">
                      <a:solidFill>
                        <a:srgbClr val="FF0000"/>
                      </a:solidFill>
                      <a:prstDash val="sysDash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861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65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面包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84455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98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5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9855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5715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饼干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9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63373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牛奶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0000"/>
                      </a:solidFill>
                      <a:prstDash val="sysDash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70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9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31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0000"/>
                      </a:solidFill>
                      <a:prstDash val="sysDash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70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319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0000"/>
                      </a:solidFill>
                      <a:prstDash val="sysDash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289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汽水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6350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0000"/>
                      </a:solidFill>
                      <a:prstDash val="sysDash"/>
                    </a:lnT>
                    <a:lnB w="38100">
                      <a:solidFill>
                        <a:srgbClr val="FF0000"/>
                      </a:solidFill>
                      <a:prstDash val="sysDash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9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2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8826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0000"/>
                      </a:solidFill>
                      <a:prstDash val="sysDash"/>
                    </a:lnT>
                    <a:lnB w="3810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9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3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88265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38100">
                      <a:solidFill>
                        <a:srgbClr val="FF0000"/>
                      </a:solidFill>
                      <a:prstDash val="sysDash"/>
                    </a:lnT>
                    <a:lnB w="3810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aphicFrame>
        <p:nvGraphicFramePr>
          <p:cNvPr id="70" name="object 24">
            <a:extLst>
              <a:ext uri="{FF2B5EF4-FFF2-40B4-BE49-F238E27FC236}">
                <a16:creationId xmlns:a16="http://schemas.microsoft.com/office/drawing/2014/main" id="{58C23467-72ED-F047-AFA8-90F2FA1D4201}"/>
              </a:ext>
            </a:extLst>
          </p:cNvPr>
          <p:cNvGraphicFramePr>
            <a:graphicFrameLocks noGrp="1"/>
          </p:cNvGraphicFramePr>
          <p:nvPr/>
        </p:nvGraphicFramePr>
        <p:xfrm>
          <a:off x="5721603" y="2223897"/>
          <a:ext cx="6177915" cy="11988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302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52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43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493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2908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5994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201930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1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商品列表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20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总体积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20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总价格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484505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说明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marL="114935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>
                          <a:latin typeface="PMingLiU"/>
                          <a:cs typeface="PMingLiU"/>
                        </a:rPr>
                        <a:t>策略</a:t>
                      </a:r>
                      <a:r>
                        <a:rPr sz="2200" b="1" spc="-50">
                          <a:latin typeface="Times New Roman"/>
                          <a:cs typeface="Times New Roman"/>
                        </a:rPr>
                        <a:t>1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13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1" name="object 25">
            <a:extLst>
              <a:ext uri="{FF2B5EF4-FFF2-40B4-BE49-F238E27FC236}">
                <a16:creationId xmlns:a16="http://schemas.microsoft.com/office/drawing/2014/main" id="{D75FD24D-3E8D-404F-A3F9-957A65EAECA7}"/>
              </a:ext>
            </a:extLst>
          </p:cNvPr>
          <p:cNvSpPr txBox="1"/>
          <p:nvPr/>
        </p:nvSpPr>
        <p:spPr>
          <a:xfrm>
            <a:off x="7583931" y="5101844"/>
            <a:ext cx="1397000" cy="5746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5">
                <a:latin typeface="PMingLiU"/>
                <a:cs typeface="PMingLiU"/>
              </a:rPr>
              <a:t>剩余体积：</a:t>
            </a:r>
            <a:r>
              <a:rPr sz="1800" b="1" spc="-25">
                <a:latin typeface="Times New Roman"/>
                <a:cs typeface="Times New Roman"/>
              </a:rPr>
              <a:t>0</a:t>
            </a:r>
            <a:endParaRPr sz="1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sz="1800" spc="-5">
                <a:latin typeface="PMingLiU"/>
                <a:cs typeface="PMingLiU"/>
              </a:rPr>
              <a:t>商品价值：</a:t>
            </a:r>
            <a:r>
              <a:rPr sz="1800" b="1" spc="-25">
                <a:latin typeface="Times New Roman"/>
                <a:cs typeface="Times New Roman"/>
              </a:rPr>
              <a:t>26</a:t>
            </a:r>
            <a:endParaRPr sz="1800">
              <a:latin typeface="Times New Roman"/>
              <a:cs typeface="Times New Roman"/>
            </a:endParaRPr>
          </a:p>
        </p:txBody>
      </p:sp>
      <p:pic>
        <p:nvPicPr>
          <p:cNvPr id="72" name="object 26">
            <a:extLst>
              <a:ext uri="{FF2B5EF4-FFF2-40B4-BE49-F238E27FC236}">
                <a16:creationId xmlns:a16="http://schemas.microsoft.com/office/drawing/2014/main" id="{928989FE-43BE-2048-929E-05DD4C8F84B9}"/>
              </a:ext>
            </a:extLst>
          </p:cNvPr>
          <p:cNvPicPr/>
          <p:nvPr/>
        </p:nvPicPr>
        <p:blipFill>
          <a:blip r:embed="rId10"/>
          <a:stretch>
            <a:fillRect/>
          </a:stretch>
        </p:blipFill>
        <p:spPr>
          <a:xfrm>
            <a:off x="6775704" y="2921507"/>
            <a:ext cx="912876" cy="46862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86587216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>
            <a:extLst>
              <a:ext uri="{FF2B5EF4-FFF2-40B4-BE49-F238E27FC236}">
                <a16:creationId xmlns:a16="http://schemas.microsoft.com/office/drawing/2014/main" id="{EE9CFE8D-05B3-EF4B-BCCF-49022C4314A1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19504" y="174478"/>
            <a:ext cx="3954379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直观策</a:t>
            </a: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略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sp>
        <p:nvSpPr>
          <p:cNvPr id="4" name="object 2">
            <a:extLst>
              <a:ext uri="{FF2B5EF4-FFF2-40B4-BE49-F238E27FC236}">
                <a16:creationId xmlns:a16="http://schemas.microsoft.com/office/drawing/2014/main" id="{BF8DC461-4866-E742-AFF9-C9FBCFAEF5F4}"/>
              </a:ext>
            </a:extLst>
          </p:cNvPr>
          <p:cNvSpPr txBox="1"/>
          <p:nvPr/>
        </p:nvSpPr>
        <p:spPr>
          <a:xfrm>
            <a:off x="731955" y="1002271"/>
            <a:ext cx="8490585" cy="988060"/>
          </a:xfrm>
          <a:prstGeom prst="rect">
            <a:avLst/>
          </a:prstGeom>
        </p:spPr>
        <p:txBody>
          <a:bodyPr vert="horz" wrap="square" lIns="0" tIns="104139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819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1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核心思想：将商品排序，依次挑选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  <a:p>
            <a:pPr marL="704215" lvl="1" indent="-347980">
              <a:lnSpc>
                <a:spcPct val="100000"/>
              </a:lnSpc>
              <a:spcBef>
                <a:spcPts val="615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704215" algn="l"/>
                <a:tab pos="704850" algn="l"/>
              </a:tabLst>
            </a:pPr>
            <a:r>
              <a:rPr sz="240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策略</a:t>
            </a:r>
            <a:r>
              <a:rPr sz="2400" b="1" dirty="0">
                <a:latin typeface="SimSun" panose="02010600030101010101" pitchFamily="2" charset="-122"/>
                <a:ea typeface="SimSun" panose="02010600030101010101" pitchFamily="2" charset="-122"/>
                <a:cs typeface="Times New Roman"/>
              </a:rPr>
              <a:t>1</a:t>
            </a:r>
            <a:r>
              <a:rPr sz="240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：按商品价格由高到低排序，优先挑选</a:t>
            </a:r>
            <a:r>
              <a:rPr sz="2400" dirty="0">
                <a:solidFill>
                  <a:srgbClr val="FF0000"/>
                </a:solidFill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价格高</a:t>
            </a:r>
            <a:r>
              <a:rPr sz="2400" spc="-2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的商品</a:t>
            </a:r>
            <a:endParaRPr sz="24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graphicFrame>
        <p:nvGraphicFramePr>
          <p:cNvPr id="44" name="object 4">
            <a:extLst>
              <a:ext uri="{FF2B5EF4-FFF2-40B4-BE49-F238E27FC236}">
                <a16:creationId xmlns:a16="http://schemas.microsoft.com/office/drawing/2014/main" id="{ECDFDA86-4598-DB4F-9022-FAC0AEECE6C7}"/>
              </a:ext>
            </a:extLst>
          </p:cNvPr>
          <p:cNvGraphicFramePr>
            <a:graphicFrameLocks noGrp="1"/>
          </p:cNvGraphicFramePr>
          <p:nvPr/>
        </p:nvGraphicFramePr>
        <p:xfrm>
          <a:off x="5721603" y="2223897"/>
          <a:ext cx="6177915" cy="11988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302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52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43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493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2908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5994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201930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1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商品列表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20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总体积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20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总价格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说明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marL="114935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>
                          <a:latin typeface="PMingLiU"/>
                          <a:cs typeface="PMingLiU"/>
                        </a:rPr>
                        <a:t>策略</a:t>
                      </a:r>
                      <a:r>
                        <a:rPr sz="2200" b="1" spc="-50">
                          <a:latin typeface="Times New Roman"/>
                          <a:cs typeface="Times New Roman"/>
                        </a:rPr>
                        <a:t>1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13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spc="-15">
                          <a:latin typeface="PMingLiU"/>
                          <a:cs typeface="PMingLiU"/>
                        </a:rPr>
                        <a:t>非最优解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5" name="object 5">
            <a:extLst>
              <a:ext uri="{FF2B5EF4-FFF2-40B4-BE49-F238E27FC236}">
                <a16:creationId xmlns:a16="http://schemas.microsoft.com/office/drawing/2014/main" id="{1B2B5774-A26F-EB41-9B0F-FCC3080D8079}"/>
              </a:ext>
            </a:extLst>
          </p:cNvPr>
          <p:cNvSpPr/>
          <p:nvPr/>
        </p:nvSpPr>
        <p:spPr>
          <a:xfrm>
            <a:off x="423672" y="5284470"/>
            <a:ext cx="5229225" cy="485140"/>
          </a:xfrm>
          <a:custGeom>
            <a:avLst/>
            <a:gdLst/>
            <a:ahLst/>
            <a:cxnLst/>
            <a:rect l="l" t="t" r="r" b="b"/>
            <a:pathLst>
              <a:path w="5229225" h="485139">
                <a:moveTo>
                  <a:pt x="0" y="80771"/>
                </a:moveTo>
                <a:lnTo>
                  <a:pt x="6346" y="49345"/>
                </a:lnTo>
                <a:lnTo>
                  <a:pt x="23655" y="23669"/>
                </a:lnTo>
                <a:lnTo>
                  <a:pt x="49329" y="6351"/>
                </a:lnTo>
                <a:lnTo>
                  <a:pt x="80772" y="0"/>
                </a:lnTo>
                <a:lnTo>
                  <a:pt x="5148072" y="0"/>
                </a:lnTo>
                <a:lnTo>
                  <a:pt x="5179498" y="6351"/>
                </a:lnTo>
                <a:lnTo>
                  <a:pt x="5205174" y="23669"/>
                </a:lnTo>
                <a:lnTo>
                  <a:pt x="5222492" y="49345"/>
                </a:lnTo>
                <a:lnTo>
                  <a:pt x="5228844" y="80771"/>
                </a:lnTo>
                <a:lnTo>
                  <a:pt x="5228844" y="403859"/>
                </a:lnTo>
                <a:lnTo>
                  <a:pt x="5222492" y="435302"/>
                </a:lnTo>
                <a:lnTo>
                  <a:pt x="5205174" y="460976"/>
                </a:lnTo>
                <a:lnTo>
                  <a:pt x="5179498" y="478285"/>
                </a:lnTo>
                <a:lnTo>
                  <a:pt x="5148072" y="484631"/>
                </a:lnTo>
                <a:lnTo>
                  <a:pt x="80772" y="484631"/>
                </a:lnTo>
                <a:lnTo>
                  <a:pt x="49329" y="478285"/>
                </a:lnTo>
                <a:lnTo>
                  <a:pt x="23655" y="460976"/>
                </a:lnTo>
                <a:lnTo>
                  <a:pt x="6346" y="435302"/>
                </a:lnTo>
                <a:lnTo>
                  <a:pt x="0" y="403859"/>
                </a:lnTo>
                <a:lnTo>
                  <a:pt x="0" y="80771"/>
                </a:lnTo>
                <a:close/>
              </a:path>
            </a:pathLst>
          </a:custGeom>
          <a:ln w="3810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46" name="object 6">
            <a:extLst>
              <a:ext uri="{FF2B5EF4-FFF2-40B4-BE49-F238E27FC236}">
                <a16:creationId xmlns:a16="http://schemas.microsoft.com/office/drawing/2014/main" id="{F96D564E-3625-A844-B925-5DE8D6029A76}"/>
              </a:ext>
            </a:extLst>
          </p:cNvPr>
          <p:cNvGraphicFramePr>
            <a:graphicFrameLocks noGrp="1"/>
          </p:cNvGraphicFramePr>
          <p:nvPr/>
        </p:nvGraphicFramePr>
        <p:xfrm>
          <a:off x="469893" y="2211197"/>
          <a:ext cx="5052060" cy="35598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0739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98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95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6121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商品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0000"/>
                      </a:solidFill>
                      <a:prstDash val="sysDash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价格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0000"/>
                      </a:solidFill>
                      <a:prstDash val="sysDash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体积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0000"/>
                      </a:solidFill>
                      <a:prstDash val="sysDash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啤酒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85090" marB="0">
                    <a:lnL w="76213">
                      <a:solidFill>
                        <a:srgbClr val="FF0000"/>
                      </a:solidFill>
                      <a:prstDash val="sysDash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0000"/>
                      </a:solidFill>
                      <a:prstDash val="sysDash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98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0000"/>
                      </a:solidFill>
                      <a:prstDash val="sysDash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9855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76200">
                      <a:solidFill>
                        <a:srgbClr val="FF0000"/>
                      </a:solidFill>
                      <a:prstDash val="sysDash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861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65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面包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84455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98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5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9855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5715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饼干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9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63373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牛奶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0000"/>
                      </a:solidFill>
                      <a:prstDash val="sysDash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70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9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31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0000"/>
                      </a:solidFill>
                      <a:prstDash val="sysDash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70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319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0000"/>
                      </a:solidFill>
                      <a:prstDash val="sysDash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289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汽水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6350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0000"/>
                      </a:solidFill>
                      <a:prstDash val="sysDash"/>
                    </a:lnT>
                    <a:lnB w="3810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9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2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8826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0000"/>
                      </a:solidFill>
                      <a:prstDash val="sysDash"/>
                    </a:lnT>
                    <a:lnB w="3810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9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3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88265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38100">
                      <a:solidFill>
                        <a:srgbClr val="FF0000"/>
                      </a:solidFill>
                      <a:prstDash val="sysDash"/>
                    </a:lnT>
                    <a:lnB w="3810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47" name="object 7">
            <a:extLst>
              <a:ext uri="{FF2B5EF4-FFF2-40B4-BE49-F238E27FC236}">
                <a16:creationId xmlns:a16="http://schemas.microsoft.com/office/drawing/2014/main" id="{6460796E-91A9-F54D-97FF-93ACB722E4D9}"/>
              </a:ext>
            </a:extLst>
          </p:cNvPr>
          <p:cNvSpPr/>
          <p:nvPr/>
        </p:nvSpPr>
        <p:spPr>
          <a:xfrm>
            <a:off x="423672" y="2855214"/>
            <a:ext cx="5229225" cy="588010"/>
          </a:xfrm>
          <a:custGeom>
            <a:avLst/>
            <a:gdLst/>
            <a:ahLst/>
            <a:cxnLst/>
            <a:rect l="l" t="t" r="r" b="b"/>
            <a:pathLst>
              <a:path w="5229225" h="588010">
                <a:moveTo>
                  <a:pt x="0" y="97916"/>
                </a:moveTo>
                <a:lnTo>
                  <a:pt x="7695" y="59793"/>
                </a:lnTo>
                <a:lnTo>
                  <a:pt x="28679" y="28670"/>
                </a:lnTo>
                <a:lnTo>
                  <a:pt x="59803" y="7691"/>
                </a:lnTo>
                <a:lnTo>
                  <a:pt x="97917" y="0"/>
                </a:lnTo>
                <a:lnTo>
                  <a:pt x="5130927" y="0"/>
                </a:lnTo>
                <a:lnTo>
                  <a:pt x="5169050" y="7691"/>
                </a:lnTo>
                <a:lnTo>
                  <a:pt x="5200173" y="28670"/>
                </a:lnTo>
                <a:lnTo>
                  <a:pt x="5221152" y="59793"/>
                </a:lnTo>
                <a:lnTo>
                  <a:pt x="5228844" y="97916"/>
                </a:lnTo>
                <a:lnTo>
                  <a:pt x="5228844" y="489585"/>
                </a:lnTo>
                <a:lnTo>
                  <a:pt x="5221152" y="527708"/>
                </a:lnTo>
                <a:lnTo>
                  <a:pt x="5200173" y="558831"/>
                </a:lnTo>
                <a:lnTo>
                  <a:pt x="5169050" y="579810"/>
                </a:lnTo>
                <a:lnTo>
                  <a:pt x="5130927" y="587501"/>
                </a:lnTo>
                <a:lnTo>
                  <a:pt x="97917" y="587501"/>
                </a:lnTo>
                <a:lnTo>
                  <a:pt x="59803" y="579810"/>
                </a:lnTo>
                <a:lnTo>
                  <a:pt x="28679" y="558831"/>
                </a:lnTo>
                <a:lnTo>
                  <a:pt x="7695" y="527708"/>
                </a:lnTo>
                <a:lnTo>
                  <a:pt x="0" y="489585"/>
                </a:lnTo>
                <a:lnTo>
                  <a:pt x="0" y="97916"/>
                </a:lnTo>
                <a:close/>
              </a:path>
            </a:pathLst>
          </a:custGeom>
          <a:ln w="3810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8" name="object 8">
            <a:extLst>
              <a:ext uri="{FF2B5EF4-FFF2-40B4-BE49-F238E27FC236}">
                <a16:creationId xmlns:a16="http://schemas.microsoft.com/office/drawing/2014/main" id="{E73C0E7E-A340-304F-A6EA-2A84A06323D3}"/>
              </a:ext>
            </a:extLst>
          </p:cNvPr>
          <p:cNvPicPr/>
          <p:nvPr/>
        </p:nvPicPr>
        <p:blipFill>
          <a:blip r:embed="rId2"/>
          <a:stretch>
            <a:fillRect/>
          </a:stretch>
        </p:blipFill>
        <p:spPr>
          <a:xfrm>
            <a:off x="697230" y="4148328"/>
            <a:ext cx="360426" cy="359663"/>
          </a:xfrm>
          <a:prstGeom prst="rect">
            <a:avLst/>
          </a:prstGeom>
        </p:spPr>
      </p:pic>
      <p:pic>
        <p:nvPicPr>
          <p:cNvPr id="49" name="object 9">
            <a:extLst>
              <a:ext uri="{FF2B5EF4-FFF2-40B4-BE49-F238E27FC236}">
                <a16:creationId xmlns:a16="http://schemas.microsoft.com/office/drawing/2014/main" id="{F2D790B0-C68D-B74C-9675-E01F1970F14E}"/>
              </a:ext>
            </a:extLst>
          </p:cNvPr>
          <p:cNvPicPr/>
          <p:nvPr/>
        </p:nvPicPr>
        <p:blipFill>
          <a:blip r:embed="rId3"/>
          <a:stretch>
            <a:fillRect/>
          </a:stretch>
        </p:blipFill>
        <p:spPr>
          <a:xfrm>
            <a:off x="697230" y="3547871"/>
            <a:ext cx="360426" cy="360425"/>
          </a:xfrm>
          <a:prstGeom prst="rect">
            <a:avLst/>
          </a:prstGeom>
        </p:spPr>
      </p:pic>
      <p:pic>
        <p:nvPicPr>
          <p:cNvPr id="50" name="object 10">
            <a:extLst>
              <a:ext uri="{FF2B5EF4-FFF2-40B4-BE49-F238E27FC236}">
                <a16:creationId xmlns:a16="http://schemas.microsoft.com/office/drawing/2014/main" id="{665764E2-1D47-524A-AE28-D178A46E930D}"/>
              </a:ext>
            </a:extLst>
          </p:cNvPr>
          <p:cNvPicPr/>
          <p:nvPr/>
        </p:nvPicPr>
        <p:blipFill>
          <a:blip r:embed="rId4"/>
          <a:stretch>
            <a:fillRect/>
          </a:stretch>
        </p:blipFill>
        <p:spPr>
          <a:xfrm>
            <a:off x="697230" y="2948177"/>
            <a:ext cx="360426" cy="359663"/>
          </a:xfrm>
          <a:prstGeom prst="rect">
            <a:avLst/>
          </a:prstGeom>
        </p:spPr>
      </p:pic>
      <p:pic>
        <p:nvPicPr>
          <p:cNvPr id="51" name="object 11">
            <a:extLst>
              <a:ext uri="{FF2B5EF4-FFF2-40B4-BE49-F238E27FC236}">
                <a16:creationId xmlns:a16="http://schemas.microsoft.com/office/drawing/2014/main" id="{F8CED138-8454-F94F-AF13-212128B071B6}"/>
              </a:ext>
            </a:extLst>
          </p:cNvPr>
          <p:cNvPicPr/>
          <p:nvPr/>
        </p:nvPicPr>
        <p:blipFill>
          <a:blip r:embed="rId5"/>
          <a:stretch>
            <a:fillRect/>
          </a:stretch>
        </p:blipFill>
        <p:spPr>
          <a:xfrm>
            <a:off x="697230" y="5347715"/>
            <a:ext cx="360426" cy="360425"/>
          </a:xfrm>
          <a:prstGeom prst="rect">
            <a:avLst/>
          </a:prstGeom>
        </p:spPr>
      </p:pic>
      <p:pic>
        <p:nvPicPr>
          <p:cNvPr id="52" name="object 12">
            <a:extLst>
              <a:ext uri="{FF2B5EF4-FFF2-40B4-BE49-F238E27FC236}">
                <a16:creationId xmlns:a16="http://schemas.microsoft.com/office/drawing/2014/main" id="{CCA0514A-7A84-D244-A4F3-99EF3C12C244}"/>
              </a:ext>
            </a:extLst>
          </p:cNvPr>
          <p:cNvPicPr/>
          <p:nvPr/>
        </p:nvPicPr>
        <p:blipFill>
          <a:blip r:embed="rId6"/>
          <a:stretch>
            <a:fillRect/>
          </a:stretch>
        </p:blipFill>
        <p:spPr>
          <a:xfrm>
            <a:off x="697230" y="4748021"/>
            <a:ext cx="360426" cy="359663"/>
          </a:xfrm>
          <a:prstGeom prst="rect">
            <a:avLst/>
          </a:prstGeom>
        </p:spPr>
      </p:pic>
      <p:pic>
        <p:nvPicPr>
          <p:cNvPr id="53" name="object 13">
            <a:extLst>
              <a:ext uri="{FF2B5EF4-FFF2-40B4-BE49-F238E27FC236}">
                <a16:creationId xmlns:a16="http://schemas.microsoft.com/office/drawing/2014/main" id="{0E66C0F5-E003-CF4C-A2FE-E20ACA46E2BE}"/>
              </a:ext>
            </a:extLst>
          </p:cNvPr>
          <p:cNvPicPr/>
          <p:nvPr/>
        </p:nvPicPr>
        <p:blipFill>
          <a:blip r:embed="rId7"/>
          <a:stretch>
            <a:fillRect/>
          </a:stretch>
        </p:blipFill>
        <p:spPr>
          <a:xfrm>
            <a:off x="5727953" y="4760214"/>
            <a:ext cx="1301496" cy="1067562"/>
          </a:xfrm>
          <a:prstGeom prst="rect">
            <a:avLst/>
          </a:prstGeom>
        </p:spPr>
      </p:pic>
      <p:pic>
        <p:nvPicPr>
          <p:cNvPr id="54" name="object 14">
            <a:extLst>
              <a:ext uri="{FF2B5EF4-FFF2-40B4-BE49-F238E27FC236}">
                <a16:creationId xmlns:a16="http://schemas.microsoft.com/office/drawing/2014/main" id="{AF8E3B79-C8CD-814D-8A96-D14248A8DDD6}"/>
              </a:ext>
            </a:extLst>
          </p:cNvPr>
          <p:cNvPicPr/>
          <p:nvPr/>
        </p:nvPicPr>
        <p:blipFill>
          <a:blip r:embed="rId8"/>
          <a:stretch>
            <a:fillRect/>
          </a:stretch>
        </p:blipFill>
        <p:spPr>
          <a:xfrm>
            <a:off x="6775704" y="2921507"/>
            <a:ext cx="912876" cy="46862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15129471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>
            <a:extLst>
              <a:ext uri="{FF2B5EF4-FFF2-40B4-BE49-F238E27FC236}">
                <a16:creationId xmlns:a16="http://schemas.microsoft.com/office/drawing/2014/main" id="{EE9CFE8D-05B3-EF4B-BCCF-49022C4314A1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19504" y="174478"/>
            <a:ext cx="3954379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直观策</a:t>
            </a: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略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sp>
        <p:nvSpPr>
          <p:cNvPr id="4" name="object 2">
            <a:extLst>
              <a:ext uri="{FF2B5EF4-FFF2-40B4-BE49-F238E27FC236}">
                <a16:creationId xmlns:a16="http://schemas.microsoft.com/office/drawing/2014/main" id="{BF8DC461-4866-E742-AFF9-C9FBCFAEF5F4}"/>
              </a:ext>
            </a:extLst>
          </p:cNvPr>
          <p:cNvSpPr txBox="1"/>
          <p:nvPr/>
        </p:nvSpPr>
        <p:spPr>
          <a:xfrm>
            <a:off x="731955" y="1002271"/>
            <a:ext cx="8490585" cy="988060"/>
          </a:xfrm>
          <a:prstGeom prst="rect">
            <a:avLst/>
          </a:prstGeom>
        </p:spPr>
        <p:txBody>
          <a:bodyPr vert="horz" wrap="square" lIns="0" tIns="104139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819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1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核心思想：将商品排序，依次挑选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  <a:p>
            <a:pPr marL="704215" lvl="1" indent="-347980">
              <a:spcBef>
                <a:spcPts val="615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704215" algn="l"/>
                <a:tab pos="704850" algn="l"/>
              </a:tabLst>
            </a:pPr>
            <a:r>
              <a:rPr sz="240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策略</a:t>
            </a:r>
            <a:r>
              <a:rPr sz="2400" b="1" dirty="0">
                <a:latin typeface="SimSun" panose="02010600030101010101" pitchFamily="2" charset="-122"/>
                <a:ea typeface="SimSun" panose="02010600030101010101" pitchFamily="2" charset="-122"/>
                <a:cs typeface="Times New Roman"/>
              </a:rPr>
              <a:t>1</a:t>
            </a:r>
            <a:r>
              <a:rPr sz="240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：</a:t>
            </a:r>
            <a:r>
              <a:rPr lang="zh-CN" altLang="en-US" sz="240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按商品体积由小到大排序，优先挑选体积小的商品</a:t>
            </a:r>
            <a:endParaRPr sz="24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grpSp>
        <p:nvGrpSpPr>
          <p:cNvPr id="15" name="object 3">
            <a:extLst>
              <a:ext uri="{FF2B5EF4-FFF2-40B4-BE49-F238E27FC236}">
                <a16:creationId xmlns:a16="http://schemas.microsoft.com/office/drawing/2014/main" id="{16D3B0E7-49EF-D64B-84C6-685E08A6B80A}"/>
              </a:ext>
            </a:extLst>
          </p:cNvPr>
          <p:cNvGrpSpPr/>
          <p:nvPr/>
        </p:nvGrpSpPr>
        <p:grpSpPr>
          <a:xfrm>
            <a:off x="508000" y="2230170"/>
            <a:ext cx="5052695" cy="3598545"/>
            <a:chOff x="508000" y="2230170"/>
            <a:chExt cx="5052695" cy="3598545"/>
          </a:xfrm>
        </p:grpSpPr>
        <p:sp>
          <p:nvSpPr>
            <p:cNvPr id="16" name="object 4">
              <a:extLst>
                <a:ext uri="{FF2B5EF4-FFF2-40B4-BE49-F238E27FC236}">
                  <a16:creationId xmlns:a16="http://schemas.microsoft.com/office/drawing/2014/main" id="{53BC3EAE-66F7-DC4A-A8B9-589661A48679}"/>
                </a:ext>
              </a:extLst>
            </p:cNvPr>
            <p:cNvSpPr/>
            <p:nvPr/>
          </p:nvSpPr>
          <p:spPr>
            <a:xfrm>
              <a:off x="508000" y="2230208"/>
              <a:ext cx="5052695" cy="3597910"/>
            </a:xfrm>
            <a:custGeom>
              <a:avLst/>
              <a:gdLst/>
              <a:ahLst/>
              <a:cxnLst/>
              <a:rect l="l" t="t" r="r" b="b"/>
              <a:pathLst>
                <a:path w="5052695" h="3597910">
                  <a:moveTo>
                    <a:pt x="5052314" y="0"/>
                  </a:moveTo>
                  <a:lnTo>
                    <a:pt x="0" y="0"/>
                  </a:lnTo>
                  <a:lnTo>
                    <a:pt x="0" y="3597910"/>
                  </a:lnTo>
                  <a:lnTo>
                    <a:pt x="5052314" y="3597910"/>
                  </a:lnTo>
                  <a:lnTo>
                    <a:pt x="5052314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5">
              <a:extLst>
                <a:ext uri="{FF2B5EF4-FFF2-40B4-BE49-F238E27FC236}">
                  <a16:creationId xmlns:a16="http://schemas.microsoft.com/office/drawing/2014/main" id="{2D1ACA64-17C7-834F-80C2-B3C26F862F41}"/>
                </a:ext>
              </a:extLst>
            </p:cNvPr>
            <p:cNvSpPr/>
            <p:nvPr/>
          </p:nvSpPr>
          <p:spPr>
            <a:xfrm>
              <a:off x="4080636" y="2230170"/>
              <a:ext cx="1480185" cy="600075"/>
            </a:xfrm>
            <a:custGeom>
              <a:avLst/>
              <a:gdLst/>
              <a:ahLst/>
              <a:cxnLst/>
              <a:rect l="l" t="t" r="r" b="b"/>
              <a:pathLst>
                <a:path w="1480185" h="600075">
                  <a:moveTo>
                    <a:pt x="1479677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1479677" y="599643"/>
                  </a:lnTo>
                  <a:lnTo>
                    <a:pt x="1479677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6">
              <a:extLst>
                <a:ext uri="{FF2B5EF4-FFF2-40B4-BE49-F238E27FC236}">
                  <a16:creationId xmlns:a16="http://schemas.microsoft.com/office/drawing/2014/main" id="{25B8DA6B-7628-3041-9364-B788A854ED94}"/>
                </a:ext>
              </a:extLst>
            </p:cNvPr>
            <p:cNvSpPr/>
            <p:nvPr/>
          </p:nvSpPr>
          <p:spPr>
            <a:xfrm>
              <a:off x="4080636" y="2829864"/>
              <a:ext cx="1480185" cy="600075"/>
            </a:xfrm>
            <a:custGeom>
              <a:avLst/>
              <a:gdLst/>
              <a:ahLst/>
              <a:cxnLst/>
              <a:rect l="l" t="t" r="r" b="b"/>
              <a:pathLst>
                <a:path w="1480185" h="600075">
                  <a:moveTo>
                    <a:pt x="1479677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1479677" y="599643"/>
                  </a:lnTo>
                  <a:lnTo>
                    <a:pt x="1479677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7">
              <a:extLst>
                <a:ext uri="{FF2B5EF4-FFF2-40B4-BE49-F238E27FC236}">
                  <a16:creationId xmlns:a16="http://schemas.microsoft.com/office/drawing/2014/main" id="{267D1C40-2723-E944-B2D9-3557C1A3A1AA}"/>
                </a:ext>
              </a:extLst>
            </p:cNvPr>
            <p:cNvSpPr/>
            <p:nvPr/>
          </p:nvSpPr>
          <p:spPr>
            <a:xfrm>
              <a:off x="4080636" y="3429558"/>
              <a:ext cx="1480185" cy="600075"/>
            </a:xfrm>
            <a:custGeom>
              <a:avLst/>
              <a:gdLst/>
              <a:ahLst/>
              <a:cxnLst/>
              <a:rect l="l" t="t" r="r" b="b"/>
              <a:pathLst>
                <a:path w="1480185" h="600075">
                  <a:moveTo>
                    <a:pt x="1479677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1479677" y="599643"/>
                  </a:lnTo>
                  <a:lnTo>
                    <a:pt x="1479677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8">
              <a:extLst>
                <a:ext uri="{FF2B5EF4-FFF2-40B4-BE49-F238E27FC236}">
                  <a16:creationId xmlns:a16="http://schemas.microsoft.com/office/drawing/2014/main" id="{6B92133B-A51D-BC41-93F7-7AA640E7C28A}"/>
                </a:ext>
              </a:extLst>
            </p:cNvPr>
            <p:cNvSpPr/>
            <p:nvPr/>
          </p:nvSpPr>
          <p:spPr>
            <a:xfrm>
              <a:off x="4080636" y="4029125"/>
              <a:ext cx="1480185" cy="600075"/>
            </a:xfrm>
            <a:custGeom>
              <a:avLst/>
              <a:gdLst/>
              <a:ahLst/>
              <a:cxnLst/>
              <a:rect l="l" t="t" r="r" b="b"/>
              <a:pathLst>
                <a:path w="1480185" h="600075">
                  <a:moveTo>
                    <a:pt x="1479677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1479677" y="599643"/>
                  </a:lnTo>
                  <a:lnTo>
                    <a:pt x="1479677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9">
              <a:extLst>
                <a:ext uri="{FF2B5EF4-FFF2-40B4-BE49-F238E27FC236}">
                  <a16:creationId xmlns:a16="http://schemas.microsoft.com/office/drawing/2014/main" id="{7873647A-1E2A-A648-912A-0F52611D3A33}"/>
                </a:ext>
              </a:extLst>
            </p:cNvPr>
            <p:cNvSpPr/>
            <p:nvPr/>
          </p:nvSpPr>
          <p:spPr>
            <a:xfrm>
              <a:off x="4080636" y="4628819"/>
              <a:ext cx="1480185" cy="600075"/>
            </a:xfrm>
            <a:custGeom>
              <a:avLst/>
              <a:gdLst/>
              <a:ahLst/>
              <a:cxnLst/>
              <a:rect l="l" t="t" r="r" b="b"/>
              <a:pathLst>
                <a:path w="1480185" h="600075">
                  <a:moveTo>
                    <a:pt x="1479677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1479677" y="599643"/>
                  </a:lnTo>
                  <a:lnTo>
                    <a:pt x="1479677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10">
              <a:extLst>
                <a:ext uri="{FF2B5EF4-FFF2-40B4-BE49-F238E27FC236}">
                  <a16:creationId xmlns:a16="http://schemas.microsoft.com/office/drawing/2014/main" id="{07B0AE49-924C-CE49-8EE0-3465856F538E}"/>
                </a:ext>
              </a:extLst>
            </p:cNvPr>
            <p:cNvSpPr/>
            <p:nvPr/>
          </p:nvSpPr>
          <p:spPr>
            <a:xfrm>
              <a:off x="4080636" y="5228475"/>
              <a:ext cx="1480185" cy="600075"/>
            </a:xfrm>
            <a:custGeom>
              <a:avLst/>
              <a:gdLst/>
              <a:ahLst/>
              <a:cxnLst/>
              <a:rect l="l" t="t" r="r" b="b"/>
              <a:pathLst>
                <a:path w="1480185" h="600075">
                  <a:moveTo>
                    <a:pt x="1479677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1479677" y="599643"/>
                  </a:lnTo>
                  <a:lnTo>
                    <a:pt x="1479677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23" name="object 11">
            <a:extLst>
              <a:ext uri="{FF2B5EF4-FFF2-40B4-BE49-F238E27FC236}">
                <a16:creationId xmlns:a16="http://schemas.microsoft.com/office/drawing/2014/main" id="{A0DF7165-B5DE-DD4E-AD06-784163CE0EDF}"/>
              </a:ext>
            </a:extLst>
          </p:cNvPr>
          <p:cNvGraphicFramePr>
            <a:graphicFrameLocks noGrp="1"/>
          </p:cNvGraphicFramePr>
          <p:nvPr/>
        </p:nvGraphicFramePr>
        <p:xfrm>
          <a:off x="501650" y="2223897"/>
          <a:ext cx="5052060" cy="35966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0739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98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95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商品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价格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体积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汽水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2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3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饼干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9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牛奶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9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面包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70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31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70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5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31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啤酒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aphicFrame>
        <p:nvGraphicFramePr>
          <p:cNvPr id="24" name="object 13">
            <a:extLst>
              <a:ext uri="{FF2B5EF4-FFF2-40B4-BE49-F238E27FC236}">
                <a16:creationId xmlns:a16="http://schemas.microsoft.com/office/drawing/2014/main" id="{3CA599FE-9C53-2349-9B23-9C3982D33A23}"/>
              </a:ext>
            </a:extLst>
          </p:cNvPr>
          <p:cNvGraphicFramePr>
            <a:graphicFrameLocks noGrp="1"/>
          </p:cNvGraphicFramePr>
          <p:nvPr/>
        </p:nvGraphicFramePr>
        <p:xfrm>
          <a:off x="5721603" y="2223897"/>
          <a:ext cx="6177915" cy="17983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302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52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43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493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2908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5994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201930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1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商品列表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20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总体积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20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总价格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说明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>
                          <a:latin typeface="PMingLiU"/>
                          <a:cs typeface="PMingLiU"/>
                        </a:rPr>
                        <a:t>策略</a:t>
                      </a:r>
                      <a:r>
                        <a:rPr sz="2200" b="1" spc="-50">
                          <a:latin typeface="Times New Roman"/>
                          <a:cs typeface="Times New Roman"/>
                        </a:rPr>
                        <a:t>1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13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spc="-15">
                          <a:latin typeface="PMingLiU"/>
                          <a:cs typeface="PMingLiU"/>
                        </a:rPr>
                        <a:t>非最优解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>
                          <a:latin typeface="PMingLiU"/>
                          <a:cs typeface="PMingLiU"/>
                        </a:rPr>
                        <a:t>策略</a:t>
                      </a:r>
                      <a:r>
                        <a:rPr sz="2200" b="1" spc="-50">
                          <a:latin typeface="Times New Roman"/>
                          <a:cs typeface="Times New Roman"/>
                        </a:rPr>
                        <a:t>2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pic>
        <p:nvPicPr>
          <p:cNvPr id="25" name="object 14">
            <a:extLst>
              <a:ext uri="{FF2B5EF4-FFF2-40B4-BE49-F238E27FC236}">
                <a16:creationId xmlns:a16="http://schemas.microsoft.com/office/drawing/2014/main" id="{89F44258-5B16-E24E-ABB9-152D4946FA3D}"/>
              </a:ext>
            </a:extLst>
          </p:cNvPr>
          <p:cNvPicPr/>
          <p:nvPr/>
        </p:nvPicPr>
        <p:blipFill>
          <a:blip r:embed="rId2"/>
          <a:stretch>
            <a:fillRect/>
          </a:stretch>
        </p:blipFill>
        <p:spPr>
          <a:xfrm>
            <a:off x="697230" y="2948177"/>
            <a:ext cx="360426" cy="359663"/>
          </a:xfrm>
          <a:prstGeom prst="rect">
            <a:avLst/>
          </a:prstGeom>
        </p:spPr>
      </p:pic>
      <p:pic>
        <p:nvPicPr>
          <p:cNvPr id="26" name="object 15">
            <a:extLst>
              <a:ext uri="{FF2B5EF4-FFF2-40B4-BE49-F238E27FC236}">
                <a16:creationId xmlns:a16="http://schemas.microsoft.com/office/drawing/2014/main" id="{FFDCECEB-66CC-B546-A3A9-A13BAA6443EF}"/>
              </a:ext>
            </a:extLst>
          </p:cNvPr>
          <p:cNvPicPr/>
          <p:nvPr/>
        </p:nvPicPr>
        <p:blipFill>
          <a:blip r:embed="rId3"/>
          <a:stretch>
            <a:fillRect/>
          </a:stretch>
        </p:blipFill>
        <p:spPr>
          <a:xfrm>
            <a:off x="5727953" y="4760214"/>
            <a:ext cx="1301496" cy="1067562"/>
          </a:xfrm>
          <a:prstGeom prst="rect">
            <a:avLst/>
          </a:prstGeom>
        </p:spPr>
      </p:pic>
      <p:pic>
        <p:nvPicPr>
          <p:cNvPr id="27" name="object 16">
            <a:extLst>
              <a:ext uri="{FF2B5EF4-FFF2-40B4-BE49-F238E27FC236}">
                <a16:creationId xmlns:a16="http://schemas.microsoft.com/office/drawing/2014/main" id="{72F73A14-81F6-9844-8C65-094FB0E7A939}"/>
              </a:ext>
            </a:extLst>
          </p:cNvPr>
          <p:cNvPicPr/>
          <p:nvPr/>
        </p:nvPicPr>
        <p:blipFill>
          <a:blip r:embed="rId4"/>
          <a:stretch>
            <a:fillRect/>
          </a:stretch>
        </p:blipFill>
        <p:spPr>
          <a:xfrm>
            <a:off x="697230" y="5347715"/>
            <a:ext cx="360426" cy="360425"/>
          </a:xfrm>
          <a:prstGeom prst="rect">
            <a:avLst/>
          </a:prstGeom>
        </p:spPr>
      </p:pic>
      <p:pic>
        <p:nvPicPr>
          <p:cNvPr id="28" name="object 17">
            <a:extLst>
              <a:ext uri="{FF2B5EF4-FFF2-40B4-BE49-F238E27FC236}">
                <a16:creationId xmlns:a16="http://schemas.microsoft.com/office/drawing/2014/main" id="{E063CF7C-7153-3846-8520-56A851598821}"/>
              </a:ext>
            </a:extLst>
          </p:cNvPr>
          <p:cNvPicPr/>
          <p:nvPr/>
        </p:nvPicPr>
        <p:blipFill>
          <a:blip r:embed="rId5"/>
          <a:stretch>
            <a:fillRect/>
          </a:stretch>
        </p:blipFill>
        <p:spPr>
          <a:xfrm>
            <a:off x="697230" y="3547871"/>
            <a:ext cx="360426" cy="360425"/>
          </a:xfrm>
          <a:prstGeom prst="rect">
            <a:avLst/>
          </a:prstGeom>
        </p:spPr>
      </p:pic>
      <p:pic>
        <p:nvPicPr>
          <p:cNvPr id="29" name="object 18">
            <a:extLst>
              <a:ext uri="{FF2B5EF4-FFF2-40B4-BE49-F238E27FC236}">
                <a16:creationId xmlns:a16="http://schemas.microsoft.com/office/drawing/2014/main" id="{AA0D0AE4-5D9A-214B-A515-9D244D63AD9D}"/>
              </a:ext>
            </a:extLst>
          </p:cNvPr>
          <p:cNvPicPr/>
          <p:nvPr/>
        </p:nvPicPr>
        <p:blipFill>
          <a:blip r:embed="rId6"/>
          <a:stretch>
            <a:fillRect/>
          </a:stretch>
        </p:blipFill>
        <p:spPr>
          <a:xfrm>
            <a:off x="697230" y="4748021"/>
            <a:ext cx="360426" cy="359663"/>
          </a:xfrm>
          <a:prstGeom prst="rect">
            <a:avLst/>
          </a:prstGeom>
        </p:spPr>
      </p:pic>
      <p:pic>
        <p:nvPicPr>
          <p:cNvPr id="30" name="object 19">
            <a:extLst>
              <a:ext uri="{FF2B5EF4-FFF2-40B4-BE49-F238E27FC236}">
                <a16:creationId xmlns:a16="http://schemas.microsoft.com/office/drawing/2014/main" id="{4F81FEE7-36DB-0E4B-860A-58534B92D443}"/>
              </a:ext>
            </a:extLst>
          </p:cNvPr>
          <p:cNvPicPr/>
          <p:nvPr/>
        </p:nvPicPr>
        <p:blipFill>
          <a:blip r:embed="rId7"/>
          <a:stretch>
            <a:fillRect/>
          </a:stretch>
        </p:blipFill>
        <p:spPr>
          <a:xfrm>
            <a:off x="697230" y="4148328"/>
            <a:ext cx="360426" cy="359663"/>
          </a:xfrm>
          <a:prstGeom prst="rect">
            <a:avLst/>
          </a:prstGeom>
        </p:spPr>
      </p:pic>
      <p:pic>
        <p:nvPicPr>
          <p:cNvPr id="31" name="object 20">
            <a:extLst>
              <a:ext uri="{FF2B5EF4-FFF2-40B4-BE49-F238E27FC236}">
                <a16:creationId xmlns:a16="http://schemas.microsoft.com/office/drawing/2014/main" id="{A0215C85-1711-D040-A90D-F194DC5F0584}"/>
              </a:ext>
            </a:extLst>
          </p:cNvPr>
          <p:cNvPicPr/>
          <p:nvPr/>
        </p:nvPicPr>
        <p:blipFill>
          <a:blip r:embed="rId8"/>
          <a:stretch>
            <a:fillRect/>
          </a:stretch>
        </p:blipFill>
        <p:spPr>
          <a:xfrm>
            <a:off x="6775704" y="2921507"/>
            <a:ext cx="912876" cy="468629"/>
          </a:xfrm>
          <a:prstGeom prst="rect">
            <a:avLst/>
          </a:prstGeom>
        </p:spPr>
      </p:pic>
      <p:sp>
        <p:nvSpPr>
          <p:cNvPr id="32" name="object 21">
            <a:extLst>
              <a:ext uri="{FF2B5EF4-FFF2-40B4-BE49-F238E27FC236}">
                <a16:creationId xmlns:a16="http://schemas.microsoft.com/office/drawing/2014/main" id="{CE4C845C-C817-6A43-8B2F-4C929A1B074E}"/>
              </a:ext>
            </a:extLst>
          </p:cNvPr>
          <p:cNvSpPr txBox="1"/>
          <p:nvPr/>
        </p:nvSpPr>
        <p:spPr>
          <a:xfrm>
            <a:off x="7583931" y="5101844"/>
            <a:ext cx="1397000" cy="5746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5">
                <a:latin typeface="PMingLiU"/>
                <a:cs typeface="PMingLiU"/>
              </a:rPr>
              <a:t>剩余体积：</a:t>
            </a:r>
            <a:r>
              <a:rPr sz="1800" b="1" spc="-25">
                <a:latin typeface="Times New Roman"/>
                <a:cs typeface="Times New Roman"/>
              </a:rPr>
              <a:t>13</a:t>
            </a:r>
            <a:endParaRPr sz="1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sz="1800" spc="-5">
                <a:latin typeface="PMingLiU"/>
                <a:cs typeface="PMingLiU"/>
              </a:rPr>
              <a:t>商品价值：</a:t>
            </a:r>
            <a:r>
              <a:rPr sz="1800" b="1" spc="-25">
                <a:latin typeface="Times New Roman"/>
                <a:cs typeface="Times New Roman"/>
              </a:rPr>
              <a:t>0</a:t>
            </a:r>
            <a:endParaRPr sz="1800">
              <a:latin typeface="Times New Roman"/>
              <a:cs typeface="Times New Roman"/>
            </a:endParaRPr>
          </a:p>
        </p:txBody>
      </p:sp>
      <p:sp>
        <p:nvSpPr>
          <p:cNvPr id="33" name="object 22">
            <a:extLst>
              <a:ext uri="{FF2B5EF4-FFF2-40B4-BE49-F238E27FC236}">
                <a16:creationId xmlns:a16="http://schemas.microsoft.com/office/drawing/2014/main" id="{D6D44138-832D-D24A-A592-9A04D91C007C}"/>
              </a:ext>
            </a:extLst>
          </p:cNvPr>
          <p:cNvSpPr/>
          <p:nvPr/>
        </p:nvSpPr>
        <p:spPr>
          <a:xfrm>
            <a:off x="4123182" y="2263139"/>
            <a:ext cx="1437640" cy="3564890"/>
          </a:xfrm>
          <a:custGeom>
            <a:avLst/>
            <a:gdLst/>
            <a:ahLst/>
            <a:cxnLst/>
            <a:rect l="l" t="t" r="r" b="b"/>
            <a:pathLst>
              <a:path w="1437639" h="3564890">
                <a:moveTo>
                  <a:pt x="0" y="239522"/>
                </a:moveTo>
                <a:lnTo>
                  <a:pt x="4864" y="191235"/>
                </a:lnTo>
                <a:lnTo>
                  <a:pt x="18815" y="146268"/>
                </a:lnTo>
                <a:lnTo>
                  <a:pt x="40893" y="105581"/>
                </a:lnTo>
                <a:lnTo>
                  <a:pt x="70135" y="70135"/>
                </a:lnTo>
                <a:lnTo>
                  <a:pt x="105581" y="40893"/>
                </a:lnTo>
                <a:lnTo>
                  <a:pt x="146268" y="18815"/>
                </a:lnTo>
                <a:lnTo>
                  <a:pt x="191235" y="4864"/>
                </a:lnTo>
                <a:lnTo>
                  <a:pt x="239521" y="0"/>
                </a:lnTo>
                <a:lnTo>
                  <a:pt x="1197609" y="0"/>
                </a:lnTo>
                <a:lnTo>
                  <a:pt x="1245896" y="4864"/>
                </a:lnTo>
                <a:lnTo>
                  <a:pt x="1290863" y="18815"/>
                </a:lnTo>
                <a:lnTo>
                  <a:pt x="1331550" y="40893"/>
                </a:lnTo>
                <a:lnTo>
                  <a:pt x="1366996" y="70135"/>
                </a:lnTo>
                <a:lnTo>
                  <a:pt x="1396238" y="105581"/>
                </a:lnTo>
                <a:lnTo>
                  <a:pt x="1418316" y="146268"/>
                </a:lnTo>
                <a:lnTo>
                  <a:pt x="1432267" y="191235"/>
                </a:lnTo>
                <a:lnTo>
                  <a:pt x="1437131" y="239522"/>
                </a:lnTo>
                <a:lnTo>
                  <a:pt x="1437131" y="3325114"/>
                </a:lnTo>
                <a:lnTo>
                  <a:pt x="1432267" y="3373385"/>
                </a:lnTo>
                <a:lnTo>
                  <a:pt x="1418316" y="3418346"/>
                </a:lnTo>
                <a:lnTo>
                  <a:pt x="1396238" y="3459032"/>
                </a:lnTo>
                <a:lnTo>
                  <a:pt x="1366996" y="3494481"/>
                </a:lnTo>
                <a:lnTo>
                  <a:pt x="1331550" y="3523729"/>
                </a:lnTo>
                <a:lnTo>
                  <a:pt x="1290863" y="3545813"/>
                </a:lnTo>
                <a:lnTo>
                  <a:pt x="1245896" y="3559769"/>
                </a:lnTo>
                <a:lnTo>
                  <a:pt x="1197609" y="3564636"/>
                </a:lnTo>
                <a:lnTo>
                  <a:pt x="239521" y="3564636"/>
                </a:lnTo>
                <a:lnTo>
                  <a:pt x="191235" y="3559769"/>
                </a:lnTo>
                <a:lnTo>
                  <a:pt x="146268" y="3545813"/>
                </a:lnTo>
                <a:lnTo>
                  <a:pt x="105581" y="3523729"/>
                </a:lnTo>
                <a:lnTo>
                  <a:pt x="70135" y="3494481"/>
                </a:lnTo>
                <a:lnTo>
                  <a:pt x="40893" y="3459032"/>
                </a:lnTo>
                <a:lnTo>
                  <a:pt x="18815" y="3418346"/>
                </a:lnTo>
                <a:lnTo>
                  <a:pt x="4864" y="3373385"/>
                </a:lnTo>
                <a:lnTo>
                  <a:pt x="0" y="3325114"/>
                </a:lnTo>
                <a:lnTo>
                  <a:pt x="0" y="239522"/>
                </a:lnTo>
                <a:close/>
              </a:path>
            </a:pathLst>
          </a:custGeom>
          <a:ln w="3810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70018218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>
            <a:extLst>
              <a:ext uri="{FF2B5EF4-FFF2-40B4-BE49-F238E27FC236}">
                <a16:creationId xmlns:a16="http://schemas.microsoft.com/office/drawing/2014/main" id="{EE9CFE8D-05B3-EF4B-BCCF-49022C4314A1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19504" y="174478"/>
            <a:ext cx="3954379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直观策</a:t>
            </a: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略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sp>
        <p:nvSpPr>
          <p:cNvPr id="4" name="object 2">
            <a:extLst>
              <a:ext uri="{FF2B5EF4-FFF2-40B4-BE49-F238E27FC236}">
                <a16:creationId xmlns:a16="http://schemas.microsoft.com/office/drawing/2014/main" id="{BF8DC461-4866-E742-AFF9-C9FBCFAEF5F4}"/>
              </a:ext>
            </a:extLst>
          </p:cNvPr>
          <p:cNvSpPr txBox="1"/>
          <p:nvPr/>
        </p:nvSpPr>
        <p:spPr>
          <a:xfrm>
            <a:off x="731955" y="1002271"/>
            <a:ext cx="8490585" cy="988060"/>
          </a:xfrm>
          <a:prstGeom prst="rect">
            <a:avLst/>
          </a:prstGeom>
        </p:spPr>
        <p:txBody>
          <a:bodyPr vert="horz" wrap="square" lIns="0" tIns="104139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819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1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核心思想：将商品排序，依次挑选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  <a:p>
            <a:pPr marL="704215" lvl="1" indent="-347980">
              <a:spcBef>
                <a:spcPts val="615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704215" algn="l"/>
                <a:tab pos="704850" algn="l"/>
              </a:tabLst>
            </a:pPr>
            <a:r>
              <a:rPr sz="240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策略</a:t>
            </a:r>
            <a:r>
              <a:rPr sz="2400" b="1" dirty="0">
                <a:latin typeface="SimSun" panose="02010600030101010101" pitchFamily="2" charset="-122"/>
                <a:ea typeface="SimSun" panose="02010600030101010101" pitchFamily="2" charset="-122"/>
                <a:cs typeface="Times New Roman"/>
              </a:rPr>
              <a:t>1</a:t>
            </a:r>
            <a:r>
              <a:rPr sz="240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：</a:t>
            </a:r>
            <a:r>
              <a:rPr lang="zh-CN" altLang="en-US" sz="240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按商品体积由小到大排序，优先挑选体积小的商品</a:t>
            </a:r>
            <a:endParaRPr sz="24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grpSp>
        <p:nvGrpSpPr>
          <p:cNvPr id="34" name="object 3">
            <a:extLst>
              <a:ext uri="{FF2B5EF4-FFF2-40B4-BE49-F238E27FC236}">
                <a16:creationId xmlns:a16="http://schemas.microsoft.com/office/drawing/2014/main" id="{B011912E-CC44-0646-B2EF-A7AA6313F722}"/>
              </a:ext>
            </a:extLst>
          </p:cNvPr>
          <p:cNvGrpSpPr/>
          <p:nvPr/>
        </p:nvGrpSpPr>
        <p:grpSpPr>
          <a:xfrm>
            <a:off x="508000" y="2230208"/>
            <a:ext cx="5052695" cy="3597910"/>
            <a:chOff x="508000" y="2230208"/>
            <a:chExt cx="5052695" cy="3597910"/>
          </a:xfrm>
        </p:grpSpPr>
        <p:sp>
          <p:nvSpPr>
            <p:cNvPr id="35" name="object 4">
              <a:extLst>
                <a:ext uri="{FF2B5EF4-FFF2-40B4-BE49-F238E27FC236}">
                  <a16:creationId xmlns:a16="http://schemas.microsoft.com/office/drawing/2014/main" id="{4ABA334B-1C34-994B-912C-1D4D87FE0390}"/>
                </a:ext>
              </a:extLst>
            </p:cNvPr>
            <p:cNvSpPr/>
            <p:nvPr/>
          </p:nvSpPr>
          <p:spPr>
            <a:xfrm>
              <a:off x="508000" y="2230208"/>
              <a:ext cx="5052695" cy="3597910"/>
            </a:xfrm>
            <a:custGeom>
              <a:avLst/>
              <a:gdLst/>
              <a:ahLst/>
              <a:cxnLst/>
              <a:rect l="l" t="t" r="r" b="b"/>
              <a:pathLst>
                <a:path w="5052695" h="3597910">
                  <a:moveTo>
                    <a:pt x="5052314" y="0"/>
                  </a:moveTo>
                  <a:lnTo>
                    <a:pt x="0" y="0"/>
                  </a:lnTo>
                  <a:lnTo>
                    <a:pt x="0" y="3597910"/>
                  </a:lnTo>
                  <a:lnTo>
                    <a:pt x="5052314" y="3597910"/>
                  </a:lnTo>
                  <a:lnTo>
                    <a:pt x="5052314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5">
              <a:extLst>
                <a:ext uri="{FF2B5EF4-FFF2-40B4-BE49-F238E27FC236}">
                  <a16:creationId xmlns:a16="http://schemas.microsoft.com/office/drawing/2014/main" id="{5126FE72-270C-EC40-ADB1-CA59CF9862A3}"/>
                </a:ext>
              </a:extLst>
            </p:cNvPr>
            <p:cNvSpPr/>
            <p:nvPr/>
          </p:nvSpPr>
          <p:spPr>
            <a:xfrm>
              <a:off x="508000" y="2829864"/>
              <a:ext cx="2073910" cy="600075"/>
            </a:xfrm>
            <a:custGeom>
              <a:avLst/>
              <a:gdLst/>
              <a:ahLst/>
              <a:cxnLst/>
              <a:rect l="l" t="t" r="r" b="b"/>
              <a:pathLst>
                <a:path w="2073910" h="600075">
                  <a:moveTo>
                    <a:pt x="2073910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2073910" y="599643"/>
                  </a:lnTo>
                  <a:lnTo>
                    <a:pt x="2073910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6">
              <a:extLst>
                <a:ext uri="{FF2B5EF4-FFF2-40B4-BE49-F238E27FC236}">
                  <a16:creationId xmlns:a16="http://schemas.microsoft.com/office/drawing/2014/main" id="{00E18CA9-7F65-AC43-98DE-142FD9CF4AA2}"/>
                </a:ext>
              </a:extLst>
            </p:cNvPr>
            <p:cNvSpPr/>
            <p:nvPr/>
          </p:nvSpPr>
          <p:spPr>
            <a:xfrm>
              <a:off x="508000" y="3429558"/>
              <a:ext cx="2073910" cy="600075"/>
            </a:xfrm>
            <a:custGeom>
              <a:avLst/>
              <a:gdLst/>
              <a:ahLst/>
              <a:cxnLst/>
              <a:rect l="l" t="t" r="r" b="b"/>
              <a:pathLst>
                <a:path w="2073910" h="600075">
                  <a:moveTo>
                    <a:pt x="2073910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2073910" y="599643"/>
                  </a:lnTo>
                  <a:lnTo>
                    <a:pt x="2073910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7">
              <a:extLst>
                <a:ext uri="{FF2B5EF4-FFF2-40B4-BE49-F238E27FC236}">
                  <a16:creationId xmlns:a16="http://schemas.microsoft.com/office/drawing/2014/main" id="{E535EE4F-D6BB-4245-AF91-7DB48AC4592A}"/>
                </a:ext>
              </a:extLst>
            </p:cNvPr>
            <p:cNvSpPr/>
            <p:nvPr/>
          </p:nvSpPr>
          <p:spPr>
            <a:xfrm>
              <a:off x="508000" y="4029125"/>
              <a:ext cx="2073910" cy="600075"/>
            </a:xfrm>
            <a:custGeom>
              <a:avLst/>
              <a:gdLst/>
              <a:ahLst/>
              <a:cxnLst/>
              <a:rect l="l" t="t" r="r" b="b"/>
              <a:pathLst>
                <a:path w="2073910" h="600075">
                  <a:moveTo>
                    <a:pt x="2073910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2073910" y="599643"/>
                  </a:lnTo>
                  <a:lnTo>
                    <a:pt x="2073910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8">
              <a:extLst>
                <a:ext uri="{FF2B5EF4-FFF2-40B4-BE49-F238E27FC236}">
                  <a16:creationId xmlns:a16="http://schemas.microsoft.com/office/drawing/2014/main" id="{9937D240-29C7-D942-BD15-DDCD5A745A2A}"/>
                </a:ext>
              </a:extLst>
            </p:cNvPr>
            <p:cNvSpPr/>
            <p:nvPr/>
          </p:nvSpPr>
          <p:spPr>
            <a:xfrm>
              <a:off x="508000" y="4628819"/>
              <a:ext cx="2073910" cy="600075"/>
            </a:xfrm>
            <a:custGeom>
              <a:avLst/>
              <a:gdLst/>
              <a:ahLst/>
              <a:cxnLst/>
              <a:rect l="l" t="t" r="r" b="b"/>
              <a:pathLst>
                <a:path w="2073910" h="600075">
                  <a:moveTo>
                    <a:pt x="2073910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2073910" y="599643"/>
                  </a:lnTo>
                  <a:lnTo>
                    <a:pt x="2073910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9">
              <a:extLst>
                <a:ext uri="{FF2B5EF4-FFF2-40B4-BE49-F238E27FC236}">
                  <a16:creationId xmlns:a16="http://schemas.microsoft.com/office/drawing/2014/main" id="{AB41C38F-6675-A541-B275-B9AA8D18A5EE}"/>
                </a:ext>
              </a:extLst>
            </p:cNvPr>
            <p:cNvSpPr/>
            <p:nvPr/>
          </p:nvSpPr>
          <p:spPr>
            <a:xfrm>
              <a:off x="508000" y="5228475"/>
              <a:ext cx="2073910" cy="600075"/>
            </a:xfrm>
            <a:custGeom>
              <a:avLst/>
              <a:gdLst/>
              <a:ahLst/>
              <a:cxnLst/>
              <a:rect l="l" t="t" r="r" b="b"/>
              <a:pathLst>
                <a:path w="2073910" h="600075">
                  <a:moveTo>
                    <a:pt x="2073910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2073910" y="599643"/>
                  </a:lnTo>
                  <a:lnTo>
                    <a:pt x="2073910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41" name="object 11">
            <a:extLst>
              <a:ext uri="{FF2B5EF4-FFF2-40B4-BE49-F238E27FC236}">
                <a16:creationId xmlns:a16="http://schemas.microsoft.com/office/drawing/2014/main" id="{8D587A4C-AAFB-184E-A5FC-B09AF5F565FC}"/>
              </a:ext>
            </a:extLst>
          </p:cNvPr>
          <p:cNvGraphicFramePr>
            <a:graphicFrameLocks noGrp="1"/>
          </p:cNvGraphicFramePr>
          <p:nvPr/>
        </p:nvGraphicFramePr>
        <p:xfrm>
          <a:off x="5721603" y="2223897"/>
          <a:ext cx="6177915" cy="17983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302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52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43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493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2908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5994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201930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1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商品列表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20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总体积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20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总价格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说明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>
                          <a:latin typeface="PMingLiU"/>
                          <a:cs typeface="PMingLiU"/>
                        </a:rPr>
                        <a:t>策略</a:t>
                      </a:r>
                      <a:r>
                        <a:rPr sz="2200" b="1" spc="-50">
                          <a:latin typeface="Times New Roman"/>
                          <a:cs typeface="Times New Roman"/>
                        </a:rPr>
                        <a:t>1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13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spc="-15">
                          <a:latin typeface="PMingLiU"/>
                          <a:cs typeface="PMingLiU"/>
                        </a:rPr>
                        <a:t>非最优解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>
                          <a:latin typeface="PMingLiU"/>
                          <a:cs typeface="PMingLiU"/>
                        </a:rPr>
                        <a:t>策略</a:t>
                      </a:r>
                      <a:r>
                        <a:rPr sz="2200" b="1" spc="-50">
                          <a:latin typeface="Times New Roman"/>
                          <a:cs typeface="Times New Roman"/>
                        </a:rPr>
                        <a:t>2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3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2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42" name="object 12">
            <a:extLst>
              <a:ext uri="{FF2B5EF4-FFF2-40B4-BE49-F238E27FC236}">
                <a16:creationId xmlns:a16="http://schemas.microsoft.com/office/drawing/2014/main" id="{8D41A602-4276-974E-B1BB-9C1EA13161FE}"/>
              </a:ext>
            </a:extLst>
          </p:cNvPr>
          <p:cNvGrpSpPr/>
          <p:nvPr/>
        </p:nvGrpSpPr>
        <p:grpSpPr>
          <a:xfrm>
            <a:off x="404622" y="2836164"/>
            <a:ext cx="5257800" cy="2872105"/>
            <a:chOff x="404622" y="2836164"/>
            <a:chExt cx="5257800" cy="2872105"/>
          </a:xfrm>
        </p:grpSpPr>
        <p:pic>
          <p:nvPicPr>
            <p:cNvPr id="43" name="object 13">
              <a:extLst>
                <a:ext uri="{FF2B5EF4-FFF2-40B4-BE49-F238E27FC236}">
                  <a16:creationId xmlns:a16="http://schemas.microsoft.com/office/drawing/2014/main" id="{A2E517B0-1A5F-AE44-8BF2-CC2B940209E1}"/>
                </a:ext>
              </a:extLst>
            </p:cNvPr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697230" y="2948178"/>
              <a:ext cx="360426" cy="359663"/>
            </a:xfrm>
            <a:prstGeom prst="rect">
              <a:avLst/>
            </a:prstGeom>
          </p:spPr>
        </p:pic>
        <p:pic>
          <p:nvPicPr>
            <p:cNvPr id="44" name="object 14">
              <a:extLst>
                <a:ext uri="{FF2B5EF4-FFF2-40B4-BE49-F238E27FC236}">
                  <a16:creationId xmlns:a16="http://schemas.microsoft.com/office/drawing/2014/main" id="{51D0C6C5-F079-4146-AF88-570BB42E8386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697230" y="5347716"/>
              <a:ext cx="360426" cy="360425"/>
            </a:xfrm>
            <a:prstGeom prst="rect">
              <a:avLst/>
            </a:prstGeom>
          </p:spPr>
        </p:pic>
        <p:pic>
          <p:nvPicPr>
            <p:cNvPr id="45" name="object 15">
              <a:extLst>
                <a:ext uri="{FF2B5EF4-FFF2-40B4-BE49-F238E27FC236}">
                  <a16:creationId xmlns:a16="http://schemas.microsoft.com/office/drawing/2014/main" id="{9BD95A3A-83D4-3B4B-906E-83A738C54DB7}"/>
                </a:ext>
              </a:extLst>
            </p:cNvPr>
            <p:cNvPicPr/>
            <p:nvPr/>
          </p:nvPicPr>
          <p:blipFill>
            <a:blip r:embed="rId4"/>
            <a:stretch>
              <a:fillRect/>
            </a:stretch>
          </p:blipFill>
          <p:spPr>
            <a:xfrm>
              <a:off x="697230" y="3547872"/>
              <a:ext cx="360426" cy="360425"/>
            </a:xfrm>
            <a:prstGeom prst="rect">
              <a:avLst/>
            </a:prstGeom>
          </p:spPr>
        </p:pic>
        <p:pic>
          <p:nvPicPr>
            <p:cNvPr id="46" name="object 16">
              <a:extLst>
                <a:ext uri="{FF2B5EF4-FFF2-40B4-BE49-F238E27FC236}">
                  <a16:creationId xmlns:a16="http://schemas.microsoft.com/office/drawing/2014/main" id="{0ED84B3D-4E86-8D4B-8DE4-B74267A41D3D}"/>
                </a:ext>
              </a:extLst>
            </p:cNvPr>
            <p:cNvPicPr/>
            <p:nvPr/>
          </p:nvPicPr>
          <p:blipFill>
            <a:blip r:embed="rId5"/>
            <a:stretch>
              <a:fillRect/>
            </a:stretch>
          </p:blipFill>
          <p:spPr>
            <a:xfrm>
              <a:off x="697230" y="4748022"/>
              <a:ext cx="360426" cy="359663"/>
            </a:xfrm>
            <a:prstGeom prst="rect">
              <a:avLst/>
            </a:prstGeom>
          </p:spPr>
        </p:pic>
        <p:pic>
          <p:nvPicPr>
            <p:cNvPr id="47" name="object 17">
              <a:extLst>
                <a:ext uri="{FF2B5EF4-FFF2-40B4-BE49-F238E27FC236}">
                  <a16:creationId xmlns:a16="http://schemas.microsoft.com/office/drawing/2014/main" id="{8C70B27B-A9CB-EC46-AB58-314F45310F23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697230" y="4148328"/>
              <a:ext cx="360426" cy="359663"/>
            </a:xfrm>
            <a:prstGeom prst="rect">
              <a:avLst/>
            </a:prstGeom>
          </p:spPr>
        </p:pic>
        <p:sp>
          <p:nvSpPr>
            <p:cNvPr id="48" name="object 18">
              <a:extLst>
                <a:ext uri="{FF2B5EF4-FFF2-40B4-BE49-F238E27FC236}">
                  <a16:creationId xmlns:a16="http://schemas.microsoft.com/office/drawing/2014/main" id="{2BB509B6-8740-B845-AF81-21E32A396934}"/>
                </a:ext>
              </a:extLst>
            </p:cNvPr>
            <p:cNvSpPr/>
            <p:nvPr/>
          </p:nvSpPr>
          <p:spPr>
            <a:xfrm>
              <a:off x="423672" y="2855214"/>
              <a:ext cx="5219700" cy="588010"/>
            </a:xfrm>
            <a:custGeom>
              <a:avLst/>
              <a:gdLst/>
              <a:ahLst/>
              <a:cxnLst/>
              <a:rect l="l" t="t" r="r" b="b"/>
              <a:pathLst>
                <a:path w="5219700" h="588010">
                  <a:moveTo>
                    <a:pt x="0" y="97916"/>
                  </a:moveTo>
                  <a:lnTo>
                    <a:pt x="7695" y="59793"/>
                  </a:lnTo>
                  <a:lnTo>
                    <a:pt x="28679" y="28670"/>
                  </a:lnTo>
                  <a:lnTo>
                    <a:pt x="59803" y="7691"/>
                  </a:lnTo>
                  <a:lnTo>
                    <a:pt x="97917" y="0"/>
                  </a:lnTo>
                  <a:lnTo>
                    <a:pt x="5121783" y="0"/>
                  </a:lnTo>
                  <a:lnTo>
                    <a:pt x="5159906" y="7691"/>
                  </a:lnTo>
                  <a:lnTo>
                    <a:pt x="5191029" y="28670"/>
                  </a:lnTo>
                  <a:lnTo>
                    <a:pt x="5212008" y="59793"/>
                  </a:lnTo>
                  <a:lnTo>
                    <a:pt x="5219700" y="97916"/>
                  </a:lnTo>
                  <a:lnTo>
                    <a:pt x="5219700" y="489585"/>
                  </a:lnTo>
                  <a:lnTo>
                    <a:pt x="5212008" y="527708"/>
                  </a:lnTo>
                  <a:lnTo>
                    <a:pt x="5191029" y="558831"/>
                  </a:lnTo>
                  <a:lnTo>
                    <a:pt x="5159906" y="579810"/>
                  </a:lnTo>
                  <a:lnTo>
                    <a:pt x="5121783" y="587501"/>
                  </a:lnTo>
                  <a:lnTo>
                    <a:pt x="97917" y="587501"/>
                  </a:lnTo>
                  <a:lnTo>
                    <a:pt x="59803" y="579810"/>
                  </a:lnTo>
                  <a:lnTo>
                    <a:pt x="28679" y="558831"/>
                  </a:lnTo>
                  <a:lnTo>
                    <a:pt x="7695" y="527708"/>
                  </a:lnTo>
                  <a:lnTo>
                    <a:pt x="0" y="489585"/>
                  </a:lnTo>
                  <a:lnTo>
                    <a:pt x="0" y="97916"/>
                  </a:lnTo>
                  <a:close/>
                </a:path>
              </a:pathLst>
            </a:custGeom>
            <a:ln w="38100">
              <a:solidFill>
                <a:srgbClr val="FF0000"/>
              </a:solidFill>
              <a:prstDash val="lg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49" name="object 19">
            <a:extLst>
              <a:ext uri="{FF2B5EF4-FFF2-40B4-BE49-F238E27FC236}">
                <a16:creationId xmlns:a16="http://schemas.microsoft.com/office/drawing/2014/main" id="{26A212F5-D804-2F40-ADD8-C8AE635847E2}"/>
              </a:ext>
            </a:extLst>
          </p:cNvPr>
          <p:cNvGraphicFramePr>
            <a:graphicFrameLocks noGrp="1"/>
          </p:cNvGraphicFramePr>
          <p:nvPr/>
        </p:nvGraphicFramePr>
        <p:xfrm>
          <a:off x="469888" y="2223897"/>
          <a:ext cx="5052060" cy="3596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0739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98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95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6121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商品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0000"/>
                      </a:solidFill>
                      <a:prstDash val="sysDash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价格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0000"/>
                      </a:solidFill>
                      <a:prstDash val="sysDash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体积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0000"/>
                      </a:solidFill>
                      <a:prstDash val="sysDash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汽水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85090" marB="0">
                    <a:lnL w="76213">
                      <a:solidFill>
                        <a:srgbClr val="FF0000"/>
                      </a:solidFill>
                      <a:prstDash val="sysDash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0000"/>
                      </a:solidFill>
                      <a:prstDash val="sysDash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2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98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0000"/>
                      </a:solidFill>
                      <a:prstDash val="sysDash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3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98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76223">
                      <a:solidFill>
                        <a:srgbClr val="FF0000"/>
                      </a:solidFill>
                      <a:prstDash val="sysDash"/>
                    </a:lnR>
                    <a:lnT w="76200">
                      <a:solidFill>
                        <a:srgbClr val="FF0000"/>
                      </a:solidFill>
                      <a:prstDash val="sysDash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861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65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饼干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844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9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98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98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牛奶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9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面包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70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31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70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5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31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啤酒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pSp>
        <p:nvGrpSpPr>
          <p:cNvPr id="50" name="object 20">
            <a:extLst>
              <a:ext uri="{FF2B5EF4-FFF2-40B4-BE49-F238E27FC236}">
                <a16:creationId xmlns:a16="http://schemas.microsoft.com/office/drawing/2014/main" id="{95C816CA-2166-9B4D-AC04-A7E96AB8F705}"/>
              </a:ext>
            </a:extLst>
          </p:cNvPr>
          <p:cNvGrpSpPr/>
          <p:nvPr/>
        </p:nvGrpSpPr>
        <p:grpSpPr>
          <a:xfrm>
            <a:off x="5727953" y="4760214"/>
            <a:ext cx="1301750" cy="1068070"/>
            <a:chOff x="5727953" y="4760214"/>
            <a:chExt cx="1301750" cy="1068070"/>
          </a:xfrm>
        </p:grpSpPr>
        <p:pic>
          <p:nvPicPr>
            <p:cNvPr id="51" name="object 21">
              <a:extLst>
                <a:ext uri="{FF2B5EF4-FFF2-40B4-BE49-F238E27FC236}">
                  <a16:creationId xmlns:a16="http://schemas.microsoft.com/office/drawing/2014/main" id="{C701B0D9-9E61-214D-9464-FA6C6A029AB4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5727953" y="4760214"/>
              <a:ext cx="1301496" cy="1067562"/>
            </a:xfrm>
            <a:prstGeom prst="rect">
              <a:avLst/>
            </a:prstGeom>
          </p:spPr>
        </p:pic>
        <p:pic>
          <p:nvPicPr>
            <p:cNvPr id="52" name="object 22">
              <a:extLst>
                <a:ext uri="{FF2B5EF4-FFF2-40B4-BE49-F238E27FC236}">
                  <a16:creationId xmlns:a16="http://schemas.microsoft.com/office/drawing/2014/main" id="{C193E71C-93C1-5F4E-9576-8E8468817799}"/>
                </a:ext>
              </a:extLst>
            </p:cNvPr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6095999" y="5107686"/>
              <a:ext cx="359663" cy="360425"/>
            </a:xfrm>
            <a:prstGeom prst="rect">
              <a:avLst/>
            </a:prstGeom>
          </p:spPr>
        </p:pic>
      </p:grpSp>
      <p:sp>
        <p:nvSpPr>
          <p:cNvPr id="53" name="object 23">
            <a:extLst>
              <a:ext uri="{FF2B5EF4-FFF2-40B4-BE49-F238E27FC236}">
                <a16:creationId xmlns:a16="http://schemas.microsoft.com/office/drawing/2014/main" id="{91DC5E5E-6F45-504B-8423-BA608EFD424C}"/>
              </a:ext>
            </a:extLst>
          </p:cNvPr>
          <p:cNvSpPr txBox="1"/>
          <p:nvPr/>
        </p:nvSpPr>
        <p:spPr>
          <a:xfrm>
            <a:off x="7583931" y="5101844"/>
            <a:ext cx="1397000" cy="5746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5">
                <a:latin typeface="PMingLiU"/>
                <a:cs typeface="PMingLiU"/>
              </a:rPr>
              <a:t>剩余体积：</a:t>
            </a:r>
            <a:r>
              <a:rPr sz="1800" b="1" spc="-25">
                <a:latin typeface="Times New Roman"/>
                <a:cs typeface="Times New Roman"/>
              </a:rPr>
              <a:t>10</a:t>
            </a:r>
            <a:endParaRPr sz="1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sz="1800" spc="-5">
                <a:latin typeface="PMingLiU"/>
                <a:cs typeface="PMingLiU"/>
              </a:rPr>
              <a:t>商品价值：</a:t>
            </a:r>
            <a:r>
              <a:rPr sz="1800" b="1" spc="-25">
                <a:latin typeface="Times New Roman"/>
                <a:cs typeface="Times New Roman"/>
              </a:rPr>
              <a:t>2</a:t>
            </a:r>
            <a:endParaRPr sz="1800">
              <a:latin typeface="Times New Roman"/>
              <a:cs typeface="Times New Roman"/>
            </a:endParaRPr>
          </a:p>
        </p:txBody>
      </p:sp>
      <p:pic>
        <p:nvPicPr>
          <p:cNvPr id="54" name="object 24">
            <a:extLst>
              <a:ext uri="{FF2B5EF4-FFF2-40B4-BE49-F238E27FC236}">
                <a16:creationId xmlns:a16="http://schemas.microsoft.com/office/drawing/2014/main" id="{FA677E4A-B7D8-6645-A541-4A5F6872424C}"/>
              </a:ext>
            </a:extLst>
          </p:cNvPr>
          <p:cNvPicPr/>
          <p:nvPr/>
        </p:nvPicPr>
        <p:blipFill>
          <a:blip r:embed="rId8"/>
          <a:stretch>
            <a:fillRect/>
          </a:stretch>
        </p:blipFill>
        <p:spPr>
          <a:xfrm>
            <a:off x="6775704" y="2921507"/>
            <a:ext cx="912876" cy="468629"/>
          </a:xfrm>
          <a:prstGeom prst="rect">
            <a:avLst/>
          </a:prstGeom>
        </p:spPr>
      </p:pic>
      <p:pic>
        <p:nvPicPr>
          <p:cNvPr id="55" name="object 25">
            <a:extLst>
              <a:ext uri="{FF2B5EF4-FFF2-40B4-BE49-F238E27FC236}">
                <a16:creationId xmlns:a16="http://schemas.microsoft.com/office/drawing/2014/main" id="{43145371-4F51-EE40-B3B1-EE35251C89A1}"/>
              </a:ext>
            </a:extLst>
          </p:cNvPr>
          <p:cNvPicPr/>
          <p:nvPr/>
        </p:nvPicPr>
        <p:blipFill>
          <a:blip r:embed="rId2"/>
          <a:stretch>
            <a:fillRect/>
          </a:stretch>
        </p:blipFill>
        <p:spPr>
          <a:xfrm>
            <a:off x="6616445" y="3510534"/>
            <a:ext cx="467868" cy="46786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99762656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>
            <a:extLst>
              <a:ext uri="{FF2B5EF4-FFF2-40B4-BE49-F238E27FC236}">
                <a16:creationId xmlns:a16="http://schemas.microsoft.com/office/drawing/2014/main" id="{EE9CFE8D-05B3-EF4B-BCCF-49022C4314A1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19504" y="174478"/>
            <a:ext cx="3954379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直观策</a:t>
            </a: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略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sp>
        <p:nvSpPr>
          <p:cNvPr id="4" name="object 2">
            <a:extLst>
              <a:ext uri="{FF2B5EF4-FFF2-40B4-BE49-F238E27FC236}">
                <a16:creationId xmlns:a16="http://schemas.microsoft.com/office/drawing/2014/main" id="{BF8DC461-4866-E742-AFF9-C9FBCFAEF5F4}"/>
              </a:ext>
            </a:extLst>
          </p:cNvPr>
          <p:cNvSpPr txBox="1"/>
          <p:nvPr/>
        </p:nvSpPr>
        <p:spPr>
          <a:xfrm>
            <a:off x="731955" y="1002271"/>
            <a:ext cx="8490585" cy="988060"/>
          </a:xfrm>
          <a:prstGeom prst="rect">
            <a:avLst/>
          </a:prstGeom>
        </p:spPr>
        <p:txBody>
          <a:bodyPr vert="horz" wrap="square" lIns="0" tIns="104139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819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1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核心思想：将商品排序，依次挑选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  <a:p>
            <a:pPr marL="704215" lvl="1" indent="-347980">
              <a:spcBef>
                <a:spcPts val="615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704215" algn="l"/>
                <a:tab pos="704850" algn="l"/>
              </a:tabLst>
            </a:pPr>
            <a:r>
              <a:rPr sz="240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策略</a:t>
            </a:r>
            <a:r>
              <a:rPr sz="2400" b="1" dirty="0">
                <a:latin typeface="SimSun" panose="02010600030101010101" pitchFamily="2" charset="-122"/>
                <a:ea typeface="SimSun" panose="02010600030101010101" pitchFamily="2" charset="-122"/>
                <a:cs typeface="Times New Roman"/>
              </a:rPr>
              <a:t>1</a:t>
            </a:r>
            <a:r>
              <a:rPr sz="240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：</a:t>
            </a:r>
            <a:r>
              <a:rPr lang="zh-CN" altLang="en-US" sz="240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按商品体积由小到大排序，优先挑选体积小的商品</a:t>
            </a:r>
            <a:endParaRPr sz="24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grpSp>
        <p:nvGrpSpPr>
          <p:cNvPr id="5" name="object 3">
            <a:extLst>
              <a:ext uri="{FF2B5EF4-FFF2-40B4-BE49-F238E27FC236}">
                <a16:creationId xmlns:a16="http://schemas.microsoft.com/office/drawing/2014/main" id="{CFCDF907-915A-3C40-8980-748929F69990}"/>
              </a:ext>
            </a:extLst>
          </p:cNvPr>
          <p:cNvGrpSpPr/>
          <p:nvPr/>
        </p:nvGrpSpPr>
        <p:grpSpPr>
          <a:xfrm>
            <a:off x="508000" y="2230208"/>
            <a:ext cx="5052695" cy="3597910"/>
            <a:chOff x="508000" y="2230208"/>
            <a:chExt cx="5052695" cy="3597910"/>
          </a:xfrm>
        </p:grpSpPr>
        <p:sp>
          <p:nvSpPr>
            <p:cNvPr id="6" name="object 4">
              <a:extLst>
                <a:ext uri="{FF2B5EF4-FFF2-40B4-BE49-F238E27FC236}">
                  <a16:creationId xmlns:a16="http://schemas.microsoft.com/office/drawing/2014/main" id="{A3B2D525-E00A-144F-9460-89680D367886}"/>
                </a:ext>
              </a:extLst>
            </p:cNvPr>
            <p:cNvSpPr/>
            <p:nvPr/>
          </p:nvSpPr>
          <p:spPr>
            <a:xfrm>
              <a:off x="508000" y="2230208"/>
              <a:ext cx="5052695" cy="3597910"/>
            </a:xfrm>
            <a:custGeom>
              <a:avLst/>
              <a:gdLst/>
              <a:ahLst/>
              <a:cxnLst/>
              <a:rect l="l" t="t" r="r" b="b"/>
              <a:pathLst>
                <a:path w="5052695" h="3597910">
                  <a:moveTo>
                    <a:pt x="5052314" y="0"/>
                  </a:moveTo>
                  <a:lnTo>
                    <a:pt x="0" y="0"/>
                  </a:lnTo>
                  <a:lnTo>
                    <a:pt x="0" y="3597910"/>
                  </a:lnTo>
                  <a:lnTo>
                    <a:pt x="5052314" y="3597910"/>
                  </a:lnTo>
                  <a:lnTo>
                    <a:pt x="5052314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5">
              <a:extLst>
                <a:ext uri="{FF2B5EF4-FFF2-40B4-BE49-F238E27FC236}">
                  <a16:creationId xmlns:a16="http://schemas.microsoft.com/office/drawing/2014/main" id="{30A6C4A5-64D4-2A4D-B435-A5D0DB32023E}"/>
                </a:ext>
              </a:extLst>
            </p:cNvPr>
            <p:cNvSpPr/>
            <p:nvPr/>
          </p:nvSpPr>
          <p:spPr>
            <a:xfrm>
              <a:off x="508000" y="2829864"/>
              <a:ext cx="2073910" cy="600075"/>
            </a:xfrm>
            <a:custGeom>
              <a:avLst/>
              <a:gdLst/>
              <a:ahLst/>
              <a:cxnLst/>
              <a:rect l="l" t="t" r="r" b="b"/>
              <a:pathLst>
                <a:path w="2073910" h="600075">
                  <a:moveTo>
                    <a:pt x="2073910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2073910" y="599643"/>
                  </a:lnTo>
                  <a:lnTo>
                    <a:pt x="2073910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6">
              <a:extLst>
                <a:ext uri="{FF2B5EF4-FFF2-40B4-BE49-F238E27FC236}">
                  <a16:creationId xmlns:a16="http://schemas.microsoft.com/office/drawing/2014/main" id="{DBC4A176-A89E-8B42-A885-5D804E67C840}"/>
                </a:ext>
              </a:extLst>
            </p:cNvPr>
            <p:cNvSpPr/>
            <p:nvPr/>
          </p:nvSpPr>
          <p:spPr>
            <a:xfrm>
              <a:off x="508000" y="3429558"/>
              <a:ext cx="2073910" cy="600075"/>
            </a:xfrm>
            <a:custGeom>
              <a:avLst/>
              <a:gdLst/>
              <a:ahLst/>
              <a:cxnLst/>
              <a:rect l="l" t="t" r="r" b="b"/>
              <a:pathLst>
                <a:path w="2073910" h="600075">
                  <a:moveTo>
                    <a:pt x="2073910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2073910" y="599643"/>
                  </a:lnTo>
                  <a:lnTo>
                    <a:pt x="2073910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7">
              <a:extLst>
                <a:ext uri="{FF2B5EF4-FFF2-40B4-BE49-F238E27FC236}">
                  <a16:creationId xmlns:a16="http://schemas.microsoft.com/office/drawing/2014/main" id="{5E2B4321-0E25-5E4A-8D3C-E6CCF0704D2A}"/>
                </a:ext>
              </a:extLst>
            </p:cNvPr>
            <p:cNvSpPr/>
            <p:nvPr/>
          </p:nvSpPr>
          <p:spPr>
            <a:xfrm>
              <a:off x="508000" y="4029125"/>
              <a:ext cx="2073910" cy="600075"/>
            </a:xfrm>
            <a:custGeom>
              <a:avLst/>
              <a:gdLst/>
              <a:ahLst/>
              <a:cxnLst/>
              <a:rect l="l" t="t" r="r" b="b"/>
              <a:pathLst>
                <a:path w="2073910" h="600075">
                  <a:moveTo>
                    <a:pt x="2073910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2073910" y="599643"/>
                  </a:lnTo>
                  <a:lnTo>
                    <a:pt x="2073910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8">
              <a:extLst>
                <a:ext uri="{FF2B5EF4-FFF2-40B4-BE49-F238E27FC236}">
                  <a16:creationId xmlns:a16="http://schemas.microsoft.com/office/drawing/2014/main" id="{8C31C383-6C42-F746-9E8A-67F19BF99220}"/>
                </a:ext>
              </a:extLst>
            </p:cNvPr>
            <p:cNvSpPr/>
            <p:nvPr/>
          </p:nvSpPr>
          <p:spPr>
            <a:xfrm>
              <a:off x="508000" y="4628819"/>
              <a:ext cx="2073910" cy="600075"/>
            </a:xfrm>
            <a:custGeom>
              <a:avLst/>
              <a:gdLst/>
              <a:ahLst/>
              <a:cxnLst/>
              <a:rect l="l" t="t" r="r" b="b"/>
              <a:pathLst>
                <a:path w="2073910" h="600075">
                  <a:moveTo>
                    <a:pt x="2073910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2073910" y="599643"/>
                  </a:lnTo>
                  <a:lnTo>
                    <a:pt x="2073910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9">
              <a:extLst>
                <a:ext uri="{FF2B5EF4-FFF2-40B4-BE49-F238E27FC236}">
                  <a16:creationId xmlns:a16="http://schemas.microsoft.com/office/drawing/2014/main" id="{EEA42928-3A25-7749-A068-D160F03EC45A}"/>
                </a:ext>
              </a:extLst>
            </p:cNvPr>
            <p:cNvSpPr/>
            <p:nvPr/>
          </p:nvSpPr>
          <p:spPr>
            <a:xfrm>
              <a:off x="508000" y="5228475"/>
              <a:ext cx="2073910" cy="600075"/>
            </a:xfrm>
            <a:custGeom>
              <a:avLst/>
              <a:gdLst/>
              <a:ahLst/>
              <a:cxnLst/>
              <a:rect l="l" t="t" r="r" b="b"/>
              <a:pathLst>
                <a:path w="2073910" h="600075">
                  <a:moveTo>
                    <a:pt x="2073910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2073910" y="599643"/>
                  </a:lnTo>
                  <a:lnTo>
                    <a:pt x="2073910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2" name="object 11">
            <a:extLst>
              <a:ext uri="{FF2B5EF4-FFF2-40B4-BE49-F238E27FC236}">
                <a16:creationId xmlns:a16="http://schemas.microsoft.com/office/drawing/2014/main" id="{806CC92A-027A-3D42-93CC-049DC6D500D5}"/>
              </a:ext>
            </a:extLst>
          </p:cNvPr>
          <p:cNvGraphicFramePr>
            <a:graphicFrameLocks noGrp="1"/>
          </p:cNvGraphicFramePr>
          <p:nvPr/>
        </p:nvGraphicFramePr>
        <p:xfrm>
          <a:off x="5721603" y="2223897"/>
          <a:ext cx="6177915" cy="17983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302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52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43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493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2908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5994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201930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1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商品列表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20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总体积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20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总价格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说明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>
                          <a:latin typeface="PMingLiU"/>
                          <a:cs typeface="PMingLiU"/>
                        </a:rPr>
                        <a:t>策略</a:t>
                      </a:r>
                      <a:r>
                        <a:rPr sz="2200" b="1" spc="-50">
                          <a:latin typeface="Times New Roman"/>
                          <a:cs typeface="Times New Roman"/>
                        </a:rPr>
                        <a:t>1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13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spc="-15">
                          <a:latin typeface="PMingLiU"/>
                          <a:cs typeface="PMingLiU"/>
                        </a:rPr>
                        <a:t>非最优解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>
                          <a:latin typeface="PMingLiU"/>
                          <a:cs typeface="PMingLiU"/>
                        </a:rPr>
                        <a:t>策略</a:t>
                      </a:r>
                      <a:r>
                        <a:rPr sz="2200" b="1" spc="-50">
                          <a:latin typeface="Times New Roman"/>
                          <a:cs typeface="Times New Roman"/>
                        </a:rPr>
                        <a:t>2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7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7620"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13" name="object 12">
            <a:extLst>
              <a:ext uri="{FF2B5EF4-FFF2-40B4-BE49-F238E27FC236}">
                <a16:creationId xmlns:a16="http://schemas.microsoft.com/office/drawing/2014/main" id="{4B10E42E-148F-CB44-AC1F-137B9AF639E1}"/>
              </a:ext>
            </a:extLst>
          </p:cNvPr>
          <p:cNvGrpSpPr/>
          <p:nvPr/>
        </p:nvGrpSpPr>
        <p:grpSpPr>
          <a:xfrm>
            <a:off x="404622" y="2836164"/>
            <a:ext cx="5257800" cy="2872105"/>
            <a:chOff x="404622" y="2836164"/>
            <a:chExt cx="5257800" cy="2872105"/>
          </a:xfrm>
        </p:grpSpPr>
        <p:pic>
          <p:nvPicPr>
            <p:cNvPr id="14" name="object 13">
              <a:extLst>
                <a:ext uri="{FF2B5EF4-FFF2-40B4-BE49-F238E27FC236}">
                  <a16:creationId xmlns:a16="http://schemas.microsoft.com/office/drawing/2014/main" id="{9C5BCD53-F07A-0443-B294-AF811DED1764}"/>
                </a:ext>
              </a:extLst>
            </p:cNvPr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697230" y="2948178"/>
              <a:ext cx="360426" cy="359663"/>
            </a:xfrm>
            <a:prstGeom prst="rect">
              <a:avLst/>
            </a:prstGeom>
          </p:spPr>
        </p:pic>
        <p:pic>
          <p:nvPicPr>
            <p:cNvPr id="15" name="object 14">
              <a:extLst>
                <a:ext uri="{FF2B5EF4-FFF2-40B4-BE49-F238E27FC236}">
                  <a16:creationId xmlns:a16="http://schemas.microsoft.com/office/drawing/2014/main" id="{A3056307-4DD6-A140-9F02-0A82FEC041A2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697230" y="5347716"/>
              <a:ext cx="360426" cy="360425"/>
            </a:xfrm>
            <a:prstGeom prst="rect">
              <a:avLst/>
            </a:prstGeom>
          </p:spPr>
        </p:pic>
        <p:pic>
          <p:nvPicPr>
            <p:cNvPr id="16" name="object 15">
              <a:extLst>
                <a:ext uri="{FF2B5EF4-FFF2-40B4-BE49-F238E27FC236}">
                  <a16:creationId xmlns:a16="http://schemas.microsoft.com/office/drawing/2014/main" id="{4283DE96-A3A6-F447-BB1D-F47F7CEEB36F}"/>
                </a:ext>
              </a:extLst>
            </p:cNvPr>
            <p:cNvPicPr/>
            <p:nvPr/>
          </p:nvPicPr>
          <p:blipFill>
            <a:blip r:embed="rId4"/>
            <a:stretch>
              <a:fillRect/>
            </a:stretch>
          </p:blipFill>
          <p:spPr>
            <a:xfrm>
              <a:off x="697230" y="3547872"/>
              <a:ext cx="360426" cy="360425"/>
            </a:xfrm>
            <a:prstGeom prst="rect">
              <a:avLst/>
            </a:prstGeom>
          </p:spPr>
        </p:pic>
        <p:pic>
          <p:nvPicPr>
            <p:cNvPr id="17" name="object 16">
              <a:extLst>
                <a:ext uri="{FF2B5EF4-FFF2-40B4-BE49-F238E27FC236}">
                  <a16:creationId xmlns:a16="http://schemas.microsoft.com/office/drawing/2014/main" id="{9CA6C73B-991C-C04D-88D0-70A665C711CD}"/>
                </a:ext>
              </a:extLst>
            </p:cNvPr>
            <p:cNvPicPr/>
            <p:nvPr/>
          </p:nvPicPr>
          <p:blipFill>
            <a:blip r:embed="rId5"/>
            <a:stretch>
              <a:fillRect/>
            </a:stretch>
          </p:blipFill>
          <p:spPr>
            <a:xfrm>
              <a:off x="697230" y="4748022"/>
              <a:ext cx="360426" cy="359663"/>
            </a:xfrm>
            <a:prstGeom prst="rect">
              <a:avLst/>
            </a:prstGeom>
          </p:spPr>
        </p:pic>
        <p:pic>
          <p:nvPicPr>
            <p:cNvPr id="18" name="object 17">
              <a:extLst>
                <a:ext uri="{FF2B5EF4-FFF2-40B4-BE49-F238E27FC236}">
                  <a16:creationId xmlns:a16="http://schemas.microsoft.com/office/drawing/2014/main" id="{B16ADDFE-786F-6245-9360-D2CA54AA0543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697230" y="4148328"/>
              <a:ext cx="360426" cy="359663"/>
            </a:xfrm>
            <a:prstGeom prst="rect">
              <a:avLst/>
            </a:prstGeom>
          </p:spPr>
        </p:pic>
        <p:sp>
          <p:nvSpPr>
            <p:cNvPr id="19" name="object 18">
              <a:extLst>
                <a:ext uri="{FF2B5EF4-FFF2-40B4-BE49-F238E27FC236}">
                  <a16:creationId xmlns:a16="http://schemas.microsoft.com/office/drawing/2014/main" id="{989E6920-C844-8B47-AB98-9CD6CD7620A1}"/>
                </a:ext>
              </a:extLst>
            </p:cNvPr>
            <p:cNvSpPr/>
            <p:nvPr/>
          </p:nvSpPr>
          <p:spPr>
            <a:xfrm>
              <a:off x="423672" y="2855214"/>
              <a:ext cx="5219700" cy="1169035"/>
            </a:xfrm>
            <a:custGeom>
              <a:avLst/>
              <a:gdLst/>
              <a:ahLst/>
              <a:cxnLst/>
              <a:rect l="l" t="t" r="r" b="b"/>
              <a:pathLst>
                <a:path w="5219700" h="1169035">
                  <a:moveTo>
                    <a:pt x="0" y="97916"/>
                  </a:moveTo>
                  <a:lnTo>
                    <a:pt x="7695" y="59793"/>
                  </a:lnTo>
                  <a:lnTo>
                    <a:pt x="28679" y="28670"/>
                  </a:lnTo>
                  <a:lnTo>
                    <a:pt x="59803" y="7691"/>
                  </a:lnTo>
                  <a:lnTo>
                    <a:pt x="97917" y="0"/>
                  </a:lnTo>
                  <a:lnTo>
                    <a:pt x="5121783" y="0"/>
                  </a:lnTo>
                  <a:lnTo>
                    <a:pt x="5159906" y="7691"/>
                  </a:lnTo>
                  <a:lnTo>
                    <a:pt x="5191029" y="28670"/>
                  </a:lnTo>
                  <a:lnTo>
                    <a:pt x="5212008" y="59793"/>
                  </a:lnTo>
                  <a:lnTo>
                    <a:pt x="5219700" y="97916"/>
                  </a:lnTo>
                  <a:lnTo>
                    <a:pt x="5219700" y="489585"/>
                  </a:lnTo>
                  <a:lnTo>
                    <a:pt x="5212008" y="527708"/>
                  </a:lnTo>
                  <a:lnTo>
                    <a:pt x="5191029" y="558831"/>
                  </a:lnTo>
                  <a:lnTo>
                    <a:pt x="5159906" y="579810"/>
                  </a:lnTo>
                  <a:lnTo>
                    <a:pt x="5121783" y="587501"/>
                  </a:lnTo>
                  <a:lnTo>
                    <a:pt x="97917" y="587501"/>
                  </a:lnTo>
                  <a:lnTo>
                    <a:pt x="59803" y="579810"/>
                  </a:lnTo>
                  <a:lnTo>
                    <a:pt x="28679" y="558831"/>
                  </a:lnTo>
                  <a:lnTo>
                    <a:pt x="7695" y="527708"/>
                  </a:lnTo>
                  <a:lnTo>
                    <a:pt x="0" y="489585"/>
                  </a:lnTo>
                  <a:lnTo>
                    <a:pt x="0" y="97916"/>
                  </a:lnTo>
                  <a:close/>
                </a:path>
                <a:path w="5219700" h="1169035">
                  <a:moveTo>
                    <a:pt x="0" y="725043"/>
                  </a:moveTo>
                  <a:lnTo>
                    <a:pt x="6977" y="690491"/>
                  </a:lnTo>
                  <a:lnTo>
                    <a:pt x="26003" y="662273"/>
                  </a:lnTo>
                  <a:lnTo>
                    <a:pt x="54221" y="643247"/>
                  </a:lnTo>
                  <a:lnTo>
                    <a:pt x="88773" y="636270"/>
                  </a:lnTo>
                  <a:lnTo>
                    <a:pt x="5130927" y="636270"/>
                  </a:lnTo>
                  <a:lnTo>
                    <a:pt x="5165478" y="643247"/>
                  </a:lnTo>
                  <a:lnTo>
                    <a:pt x="5193696" y="662273"/>
                  </a:lnTo>
                  <a:lnTo>
                    <a:pt x="5212722" y="690491"/>
                  </a:lnTo>
                  <a:lnTo>
                    <a:pt x="5219700" y="725043"/>
                  </a:lnTo>
                  <a:lnTo>
                    <a:pt x="5219700" y="1080135"/>
                  </a:lnTo>
                  <a:lnTo>
                    <a:pt x="5212722" y="1114686"/>
                  </a:lnTo>
                  <a:lnTo>
                    <a:pt x="5193696" y="1142904"/>
                  </a:lnTo>
                  <a:lnTo>
                    <a:pt x="5165478" y="1161930"/>
                  </a:lnTo>
                  <a:lnTo>
                    <a:pt x="5130927" y="1168908"/>
                  </a:lnTo>
                  <a:lnTo>
                    <a:pt x="88773" y="1168908"/>
                  </a:lnTo>
                  <a:lnTo>
                    <a:pt x="54221" y="1161930"/>
                  </a:lnTo>
                  <a:lnTo>
                    <a:pt x="26003" y="1142904"/>
                  </a:lnTo>
                  <a:lnTo>
                    <a:pt x="6977" y="1114686"/>
                  </a:lnTo>
                  <a:lnTo>
                    <a:pt x="0" y="1080135"/>
                  </a:lnTo>
                  <a:lnTo>
                    <a:pt x="0" y="725043"/>
                  </a:lnTo>
                  <a:close/>
                </a:path>
              </a:pathLst>
            </a:custGeom>
            <a:ln w="38100">
              <a:solidFill>
                <a:srgbClr val="FF0000"/>
              </a:solidFill>
              <a:prstDash val="lg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20" name="object 19">
            <a:extLst>
              <a:ext uri="{FF2B5EF4-FFF2-40B4-BE49-F238E27FC236}">
                <a16:creationId xmlns:a16="http://schemas.microsoft.com/office/drawing/2014/main" id="{0DB1C653-3DA6-1E45-8128-6BBCBDC5123B}"/>
              </a:ext>
            </a:extLst>
          </p:cNvPr>
          <p:cNvGraphicFramePr>
            <a:graphicFrameLocks noGrp="1"/>
          </p:cNvGraphicFramePr>
          <p:nvPr/>
        </p:nvGraphicFramePr>
        <p:xfrm>
          <a:off x="469888" y="2223897"/>
          <a:ext cx="5052060" cy="35966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0739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98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95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6121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商品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0000"/>
                      </a:solidFill>
                      <a:prstDash val="sysDash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价格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0000"/>
                      </a:solidFill>
                      <a:prstDash val="sysDash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体积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0000"/>
                      </a:solidFill>
                      <a:prstDash val="sysDash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24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汽水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85090" marB="0">
                    <a:lnL w="76213">
                      <a:solidFill>
                        <a:srgbClr val="FF0000"/>
                      </a:solidFill>
                      <a:prstDash val="sysDash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0000"/>
                      </a:solidFill>
                      <a:prstDash val="sysDash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2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98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0000"/>
                      </a:solidFill>
                      <a:prstDash val="sysDash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3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98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76223">
                      <a:solidFill>
                        <a:srgbClr val="FF0000"/>
                      </a:solidFill>
                      <a:prstDash val="sysDash"/>
                    </a:lnR>
                    <a:lnT w="76200">
                      <a:solidFill>
                        <a:srgbClr val="FF0000"/>
                      </a:solidFill>
                      <a:prstDash val="sysDash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5689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75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饼干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60325" marB="0">
                    <a:lnL w="12700">
                      <a:solidFill>
                        <a:srgbClr val="FF0000"/>
                      </a:solidFill>
                      <a:prstDash val="sysDash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38100">
                      <a:solidFill>
                        <a:srgbClr val="FF0000"/>
                      </a:solidFill>
                      <a:prstDash val="sysDash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7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9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857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38100">
                      <a:solidFill>
                        <a:srgbClr val="FF0000"/>
                      </a:solidFill>
                      <a:prstDash val="sysDash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7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857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0000"/>
                      </a:solidFill>
                      <a:prstDash val="sysDash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38100">
                      <a:solidFill>
                        <a:srgbClr val="FF0000"/>
                      </a:solidFill>
                      <a:prstDash val="sysDash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0452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牛奶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1028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9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76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76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面包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70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31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70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5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31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啤酒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pSp>
        <p:nvGrpSpPr>
          <p:cNvPr id="21" name="object 20">
            <a:extLst>
              <a:ext uri="{FF2B5EF4-FFF2-40B4-BE49-F238E27FC236}">
                <a16:creationId xmlns:a16="http://schemas.microsoft.com/office/drawing/2014/main" id="{A2DD2EB8-9CB2-4C4B-A52E-D633B87AA8E9}"/>
              </a:ext>
            </a:extLst>
          </p:cNvPr>
          <p:cNvGrpSpPr/>
          <p:nvPr/>
        </p:nvGrpSpPr>
        <p:grpSpPr>
          <a:xfrm>
            <a:off x="5727953" y="4760214"/>
            <a:ext cx="1301750" cy="1068070"/>
            <a:chOff x="5727953" y="4760214"/>
            <a:chExt cx="1301750" cy="1068070"/>
          </a:xfrm>
        </p:grpSpPr>
        <p:pic>
          <p:nvPicPr>
            <p:cNvPr id="22" name="object 21">
              <a:extLst>
                <a:ext uri="{FF2B5EF4-FFF2-40B4-BE49-F238E27FC236}">
                  <a16:creationId xmlns:a16="http://schemas.microsoft.com/office/drawing/2014/main" id="{6005E5A3-F3DA-684C-B03D-7C7872E67907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5727953" y="4760214"/>
              <a:ext cx="1301496" cy="1067562"/>
            </a:xfrm>
            <a:prstGeom prst="rect">
              <a:avLst/>
            </a:prstGeom>
          </p:spPr>
        </p:pic>
        <p:pic>
          <p:nvPicPr>
            <p:cNvPr id="23" name="object 22">
              <a:extLst>
                <a:ext uri="{FF2B5EF4-FFF2-40B4-BE49-F238E27FC236}">
                  <a16:creationId xmlns:a16="http://schemas.microsoft.com/office/drawing/2014/main" id="{BB0E1F68-96A4-1144-89A9-26E880C793E0}"/>
                </a:ext>
              </a:extLst>
            </p:cNvPr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6095999" y="5107686"/>
              <a:ext cx="359663" cy="360425"/>
            </a:xfrm>
            <a:prstGeom prst="rect">
              <a:avLst/>
            </a:prstGeom>
          </p:spPr>
        </p:pic>
        <p:pic>
          <p:nvPicPr>
            <p:cNvPr id="24" name="object 23">
              <a:extLst>
                <a:ext uri="{FF2B5EF4-FFF2-40B4-BE49-F238E27FC236}">
                  <a16:creationId xmlns:a16="http://schemas.microsoft.com/office/drawing/2014/main" id="{9F0B6185-1870-9342-B1BC-B962AE0DFB1D}"/>
                </a:ext>
              </a:extLst>
            </p:cNvPr>
            <p:cNvPicPr/>
            <p:nvPr/>
          </p:nvPicPr>
          <p:blipFill>
            <a:blip r:embed="rId4"/>
            <a:stretch>
              <a:fillRect/>
            </a:stretch>
          </p:blipFill>
          <p:spPr>
            <a:xfrm>
              <a:off x="6300215" y="5107686"/>
              <a:ext cx="360426" cy="360425"/>
            </a:xfrm>
            <a:prstGeom prst="rect">
              <a:avLst/>
            </a:prstGeom>
          </p:spPr>
        </p:pic>
      </p:grpSp>
      <p:sp>
        <p:nvSpPr>
          <p:cNvPr id="25" name="object 24">
            <a:extLst>
              <a:ext uri="{FF2B5EF4-FFF2-40B4-BE49-F238E27FC236}">
                <a16:creationId xmlns:a16="http://schemas.microsoft.com/office/drawing/2014/main" id="{BCFC4E1C-29BD-2E42-8ECC-6C560A5F0E79}"/>
              </a:ext>
            </a:extLst>
          </p:cNvPr>
          <p:cNvSpPr txBox="1"/>
          <p:nvPr/>
        </p:nvSpPr>
        <p:spPr>
          <a:xfrm>
            <a:off x="7583931" y="5101844"/>
            <a:ext cx="1371600" cy="5746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5">
                <a:latin typeface="PMingLiU"/>
                <a:cs typeface="PMingLiU"/>
              </a:rPr>
              <a:t>剩余体积：</a:t>
            </a:r>
            <a:r>
              <a:rPr sz="1800" b="1" spc="-25">
                <a:latin typeface="Times New Roman"/>
                <a:cs typeface="Times New Roman"/>
              </a:rPr>
              <a:t>6</a:t>
            </a:r>
            <a:endParaRPr sz="1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sz="1800" spc="-10">
                <a:latin typeface="PMingLiU"/>
                <a:cs typeface="PMingLiU"/>
              </a:rPr>
              <a:t>商品价值：</a:t>
            </a:r>
            <a:r>
              <a:rPr sz="1800" b="1" spc="-50">
                <a:latin typeface="Times New Roman"/>
                <a:cs typeface="Times New Roman"/>
              </a:rPr>
              <a:t>11</a:t>
            </a:r>
            <a:endParaRPr sz="1800">
              <a:latin typeface="Times New Roman"/>
              <a:cs typeface="Times New Roman"/>
            </a:endParaRPr>
          </a:p>
        </p:txBody>
      </p:sp>
      <p:pic>
        <p:nvPicPr>
          <p:cNvPr id="26" name="object 25">
            <a:extLst>
              <a:ext uri="{FF2B5EF4-FFF2-40B4-BE49-F238E27FC236}">
                <a16:creationId xmlns:a16="http://schemas.microsoft.com/office/drawing/2014/main" id="{4DFBE352-B8BE-E948-AC6C-EA7E5E212117}"/>
              </a:ext>
            </a:extLst>
          </p:cNvPr>
          <p:cNvPicPr/>
          <p:nvPr/>
        </p:nvPicPr>
        <p:blipFill>
          <a:blip r:embed="rId8"/>
          <a:stretch>
            <a:fillRect/>
          </a:stretch>
        </p:blipFill>
        <p:spPr>
          <a:xfrm>
            <a:off x="6775704" y="2921507"/>
            <a:ext cx="912876" cy="468629"/>
          </a:xfrm>
          <a:prstGeom prst="rect">
            <a:avLst/>
          </a:prstGeom>
        </p:spPr>
      </p:pic>
      <p:pic>
        <p:nvPicPr>
          <p:cNvPr id="27" name="object 26">
            <a:extLst>
              <a:ext uri="{FF2B5EF4-FFF2-40B4-BE49-F238E27FC236}">
                <a16:creationId xmlns:a16="http://schemas.microsoft.com/office/drawing/2014/main" id="{0A821851-AA3B-0349-ADFA-79EC8C145230}"/>
              </a:ext>
            </a:extLst>
          </p:cNvPr>
          <p:cNvPicPr/>
          <p:nvPr/>
        </p:nvPicPr>
        <p:blipFill>
          <a:blip r:embed="rId9"/>
          <a:stretch>
            <a:fillRect/>
          </a:stretch>
        </p:blipFill>
        <p:spPr>
          <a:xfrm>
            <a:off x="6616445" y="3510534"/>
            <a:ext cx="912876" cy="46786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69335978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>
            <a:extLst>
              <a:ext uri="{FF2B5EF4-FFF2-40B4-BE49-F238E27FC236}">
                <a16:creationId xmlns:a16="http://schemas.microsoft.com/office/drawing/2014/main" id="{EE9CFE8D-05B3-EF4B-BCCF-49022C4314A1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19504" y="174478"/>
            <a:ext cx="3954379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直观策</a:t>
            </a: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略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sp>
        <p:nvSpPr>
          <p:cNvPr id="4" name="object 2">
            <a:extLst>
              <a:ext uri="{FF2B5EF4-FFF2-40B4-BE49-F238E27FC236}">
                <a16:creationId xmlns:a16="http://schemas.microsoft.com/office/drawing/2014/main" id="{BF8DC461-4866-E742-AFF9-C9FBCFAEF5F4}"/>
              </a:ext>
            </a:extLst>
          </p:cNvPr>
          <p:cNvSpPr txBox="1"/>
          <p:nvPr/>
        </p:nvSpPr>
        <p:spPr>
          <a:xfrm>
            <a:off x="731955" y="1002271"/>
            <a:ext cx="8490585" cy="988060"/>
          </a:xfrm>
          <a:prstGeom prst="rect">
            <a:avLst/>
          </a:prstGeom>
        </p:spPr>
        <p:txBody>
          <a:bodyPr vert="horz" wrap="square" lIns="0" tIns="104139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819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1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核心思想：将商品排序，依次挑选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  <a:p>
            <a:pPr marL="704215" lvl="1" indent="-347980">
              <a:spcBef>
                <a:spcPts val="615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704215" algn="l"/>
                <a:tab pos="704850" algn="l"/>
              </a:tabLst>
            </a:pPr>
            <a:r>
              <a:rPr sz="240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策略</a:t>
            </a:r>
            <a:r>
              <a:rPr sz="2400" b="1" dirty="0">
                <a:latin typeface="SimSun" panose="02010600030101010101" pitchFamily="2" charset="-122"/>
                <a:ea typeface="SimSun" panose="02010600030101010101" pitchFamily="2" charset="-122"/>
                <a:cs typeface="Times New Roman"/>
              </a:rPr>
              <a:t>1</a:t>
            </a:r>
            <a:r>
              <a:rPr sz="240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：</a:t>
            </a:r>
            <a:r>
              <a:rPr lang="zh-CN" altLang="en-US" sz="240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按商品体积由小到大排序，优先挑选体积小的商品</a:t>
            </a:r>
            <a:endParaRPr sz="24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grpSp>
        <p:nvGrpSpPr>
          <p:cNvPr id="5" name="object 3">
            <a:extLst>
              <a:ext uri="{FF2B5EF4-FFF2-40B4-BE49-F238E27FC236}">
                <a16:creationId xmlns:a16="http://schemas.microsoft.com/office/drawing/2014/main" id="{190F3E1C-5AF1-7244-8517-9B259EAB6E46}"/>
              </a:ext>
            </a:extLst>
          </p:cNvPr>
          <p:cNvGrpSpPr/>
          <p:nvPr/>
        </p:nvGrpSpPr>
        <p:grpSpPr>
          <a:xfrm>
            <a:off x="508000" y="2230208"/>
            <a:ext cx="5052695" cy="3597910"/>
            <a:chOff x="508000" y="2230208"/>
            <a:chExt cx="5052695" cy="3597910"/>
          </a:xfrm>
        </p:grpSpPr>
        <p:sp>
          <p:nvSpPr>
            <p:cNvPr id="6" name="object 4">
              <a:extLst>
                <a:ext uri="{FF2B5EF4-FFF2-40B4-BE49-F238E27FC236}">
                  <a16:creationId xmlns:a16="http://schemas.microsoft.com/office/drawing/2014/main" id="{CD878FEB-3B84-BA45-84C5-1B870CA72541}"/>
                </a:ext>
              </a:extLst>
            </p:cNvPr>
            <p:cNvSpPr/>
            <p:nvPr/>
          </p:nvSpPr>
          <p:spPr>
            <a:xfrm>
              <a:off x="508000" y="2230208"/>
              <a:ext cx="5052695" cy="3597910"/>
            </a:xfrm>
            <a:custGeom>
              <a:avLst/>
              <a:gdLst/>
              <a:ahLst/>
              <a:cxnLst/>
              <a:rect l="l" t="t" r="r" b="b"/>
              <a:pathLst>
                <a:path w="5052695" h="3597910">
                  <a:moveTo>
                    <a:pt x="5052314" y="0"/>
                  </a:moveTo>
                  <a:lnTo>
                    <a:pt x="0" y="0"/>
                  </a:lnTo>
                  <a:lnTo>
                    <a:pt x="0" y="3597910"/>
                  </a:lnTo>
                  <a:lnTo>
                    <a:pt x="5052314" y="3597910"/>
                  </a:lnTo>
                  <a:lnTo>
                    <a:pt x="5052314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5">
              <a:extLst>
                <a:ext uri="{FF2B5EF4-FFF2-40B4-BE49-F238E27FC236}">
                  <a16:creationId xmlns:a16="http://schemas.microsoft.com/office/drawing/2014/main" id="{CE6C12B7-D762-9745-A0B3-221F603DD067}"/>
                </a:ext>
              </a:extLst>
            </p:cNvPr>
            <p:cNvSpPr/>
            <p:nvPr/>
          </p:nvSpPr>
          <p:spPr>
            <a:xfrm>
              <a:off x="508000" y="2829864"/>
              <a:ext cx="2073910" cy="600075"/>
            </a:xfrm>
            <a:custGeom>
              <a:avLst/>
              <a:gdLst/>
              <a:ahLst/>
              <a:cxnLst/>
              <a:rect l="l" t="t" r="r" b="b"/>
              <a:pathLst>
                <a:path w="2073910" h="600075">
                  <a:moveTo>
                    <a:pt x="2073910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2073910" y="599643"/>
                  </a:lnTo>
                  <a:lnTo>
                    <a:pt x="2073910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6">
              <a:extLst>
                <a:ext uri="{FF2B5EF4-FFF2-40B4-BE49-F238E27FC236}">
                  <a16:creationId xmlns:a16="http://schemas.microsoft.com/office/drawing/2014/main" id="{1F8B7DBF-9A33-D24E-A5F0-5DD3840660A2}"/>
                </a:ext>
              </a:extLst>
            </p:cNvPr>
            <p:cNvSpPr/>
            <p:nvPr/>
          </p:nvSpPr>
          <p:spPr>
            <a:xfrm>
              <a:off x="508000" y="3429558"/>
              <a:ext cx="2073910" cy="600075"/>
            </a:xfrm>
            <a:custGeom>
              <a:avLst/>
              <a:gdLst/>
              <a:ahLst/>
              <a:cxnLst/>
              <a:rect l="l" t="t" r="r" b="b"/>
              <a:pathLst>
                <a:path w="2073910" h="600075">
                  <a:moveTo>
                    <a:pt x="2073910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2073910" y="599643"/>
                  </a:lnTo>
                  <a:lnTo>
                    <a:pt x="2073910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7">
              <a:extLst>
                <a:ext uri="{FF2B5EF4-FFF2-40B4-BE49-F238E27FC236}">
                  <a16:creationId xmlns:a16="http://schemas.microsoft.com/office/drawing/2014/main" id="{8E8AEC3F-7A1C-A448-8A7B-34254FE4C55E}"/>
                </a:ext>
              </a:extLst>
            </p:cNvPr>
            <p:cNvSpPr/>
            <p:nvPr/>
          </p:nvSpPr>
          <p:spPr>
            <a:xfrm>
              <a:off x="508000" y="4029125"/>
              <a:ext cx="2073910" cy="600075"/>
            </a:xfrm>
            <a:custGeom>
              <a:avLst/>
              <a:gdLst/>
              <a:ahLst/>
              <a:cxnLst/>
              <a:rect l="l" t="t" r="r" b="b"/>
              <a:pathLst>
                <a:path w="2073910" h="600075">
                  <a:moveTo>
                    <a:pt x="2073910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2073910" y="599643"/>
                  </a:lnTo>
                  <a:lnTo>
                    <a:pt x="2073910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8">
              <a:extLst>
                <a:ext uri="{FF2B5EF4-FFF2-40B4-BE49-F238E27FC236}">
                  <a16:creationId xmlns:a16="http://schemas.microsoft.com/office/drawing/2014/main" id="{166D32D9-FF41-6541-B4EE-86FE342F6457}"/>
                </a:ext>
              </a:extLst>
            </p:cNvPr>
            <p:cNvSpPr/>
            <p:nvPr/>
          </p:nvSpPr>
          <p:spPr>
            <a:xfrm>
              <a:off x="508000" y="4628819"/>
              <a:ext cx="2073910" cy="600075"/>
            </a:xfrm>
            <a:custGeom>
              <a:avLst/>
              <a:gdLst/>
              <a:ahLst/>
              <a:cxnLst/>
              <a:rect l="l" t="t" r="r" b="b"/>
              <a:pathLst>
                <a:path w="2073910" h="600075">
                  <a:moveTo>
                    <a:pt x="2073910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2073910" y="599643"/>
                  </a:lnTo>
                  <a:lnTo>
                    <a:pt x="2073910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9">
              <a:extLst>
                <a:ext uri="{FF2B5EF4-FFF2-40B4-BE49-F238E27FC236}">
                  <a16:creationId xmlns:a16="http://schemas.microsoft.com/office/drawing/2014/main" id="{D70174AE-E7B0-444F-A882-2EA317E80353}"/>
                </a:ext>
              </a:extLst>
            </p:cNvPr>
            <p:cNvSpPr/>
            <p:nvPr/>
          </p:nvSpPr>
          <p:spPr>
            <a:xfrm>
              <a:off x="508000" y="5228475"/>
              <a:ext cx="2073910" cy="600075"/>
            </a:xfrm>
            <a:custGeom>
              <a:avLst/>
              <a:gdLst/>
              <a:ahLst/>
              <a:cxnLst/>
              <a:rect l="l" t="t" r="r" b="b"/>
              <a:pathLst>
                <a:path w="2073910" h="600075">
                  <a:moveTo>
                    <a:pt x="2073910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2073910" y="599643"/>
                  </a:lnTo>
                  <a:lnTo>
                    <a:pt x="2073910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2" name="object 11">
            <a:extLst>
              <a:ext uri="{FF2B5EF4-FFF2-40B4-BE49-F238E27FC236}">
                <a16:creationId xmlns:a16="http://schemas.microsoft.com/office/drawing/2014/main" id="{652059F6-FBB8-E14B-9DA6-5A76AF3BB4C0}"/>
              </a:ext>
            </a:extLst>
          </p:cNvPr>
          <p:cNvGraphicFramePr>
            <a:graphicFrameLocks noGrp="1"/>
          </p:cNvGraphicFramePr>
          <p:nvPr/>
        </p:nvGraphicFramePr>
        <p:xfrm>
          <a:off x="5721603" y="2223897"/>
          <a:ext cx="6177915" cy="17983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302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52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43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493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2908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5994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201930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1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商品列表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20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总体积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20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总价格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说明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>
                          <a:latin typeface="PMingLiU"/>
                          <a:cs typeface="PMingLiU"/>
                        </a:rPr>
                        <a:t>策略</a:t>
                      </a:r>
                      <a:r>
                        <a:rPr sz="2200" b="1" spc="-50">
                          <a:latin typeface="Times New Roman"/>
                          <a:cs typeface="Times New Roman"/>
                        </a:rPr>
                        <a:t>1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13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spc="-15">
                          <a:latin typeface="PMingLiU"/>
                          <a:cs typeface="PMingLiU"/>
                        </a:rPr>
                        <a:t>非最优解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>
                          <a:latin typeface="PMingLiU"/>
                          <a:cs typeface="PMingLiU"/>
                        </a:rPr>
                        <a:t>策略</a:t>
                      </a:r>
                      <a:r>
                        <a:rPr sz="2200" b="1" spc="-50">
                          <a:latin typeface="Times New Roman"/>
                          <a:cs typeface="Times New Roman"/>
                        </a:rPr>
                        <a:t>2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6985"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20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13" name="object 12">
            <a:extLst>
              <a:ext uri="{FF2B5EF4-FFF2-40B4-BE49-F238E27FC236}">
                <a16:creationId xmlns:a16="http://schemas.microsoft.com/office/drawing/2014/main" id="{FE768700-EA25-8842-8BC9-0676292EAC99}"/>
              </a:ext>
            </a:extLst>
          </p:cNvPr>
          <p:cNvGrpSpPr/>
          <p:nvPr/>
        </p:nvGrpSpPr>
        <p:grpSpPr>
          <a:xfrm>
            <a:off x="404622" y="2836164"/>
            <a:ext cx="5257800" cy="2872105"/>
            <a:chOff x="404622" y="2836164"/>
            <a:chExt cx="5257800" cy="2872105"/>
          </a:xfrm>
        </p:grpSpPr>
        <p:pic>
          <p:nvPicPr>
            <p:cNvPr id="14" name="object 13">
              <a:extLst>
                <a:ext uri="{FF2B5EF4-FFF2-40B4-BE49-F238E27FC236}">
                  <a16:creationId xmlns:a16="http://schemas.microsoft.com/office/drawing/2014/main" id="{40B77C32-1F8A-6C4F-A261-D123FE10C61B}"/>
                </a:ext>
              </a:extLst>
            </p:cNvPr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697230" y="2948178"/>
              <a:ext cx="360426" cy="359663"/>
            </a:xfrm>
            <a:prstGeom prst="rect">
              <a:avLst/>
            </a:prstGeom>
          </p:spPr>
        </p:pic>
        <p:pic>
          <p:nvPicPr>
            <p:cNvPr id="15" name="object 14">
              <a:extLst>
                <a:ext uri="{FF2B5EF4-FFF2-40B4-BE49-F238E27FC236}">
                  <a16:creationId xmlns:a16="http://schemas.microsoft.com/office/drawing/2014/main" id="{64F60BC2-67F6-1946-9737-3954DC88CB17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697230" y="5347716"/>
              <a:ext cx="360426" cy="360425"/>
            </a:xfrm>
            <a:prstGeom prst="rect">
              <a:avLst/>
            </a:prstGeom>
          </p:spPr>
        </p:pic>
        <p:pic>
          <p:nvPicPr>
            <p:cNvPr id="16" name="object 15">
              <a:extLst>
                <a:ext uri="{FF2B5EF4-FFF2-40B4-BE49-F238E27FC236}">
                  <a16:creationId xmlns:a16="http://schemas.microsoft.com/office/drawing/2014/main" id="{F991893A-FEFC-C140-AAFB-191513522B32}"/>
                </a:ext>
              </a:extLst>
            </p:cNvPr>
            <p:cNvPicPr/>
            <p:nvPr/>
          </p:nvPicPr>
          <p:blipFill>
            <a:blip r:embed="rId4"/>
            <a:stretch>
              <a:fillRect/>
            </a:stretch>
          </p:blipFill>
          <p:spPr>
            <a:xfrm>
              <a:off x="697230" y="3547872"/>
              <a:ext cx="360426" cy="360425"/>
            </a:xfrm>
            <a:prstGeom prst="rect">
              <a:avLst/>
            </a:prstGeom>
          </p:spPr>
        </p:pic>
        <p:pic>
          <p:nvPicPr>
            <p:cNvPr id="17" name="object 16">
              <a:extLst>
                <a:ext uri="{FF2B5EF4-FFF2-40B4-BE49-F238E27FC236}">
                  <a16:creationId xmlns:a16="http://schemas.microsoft.com/office/drawing/2014/main" id="{5330FDD9-ABC6-BF4A-9696-256EBE7AD161}"/>
                </a:ext>
              </a:extLst>
            </p:cNvPr>
            <p:cNvPicPr/>
            <p:nvPr/>
          </p:nvPicPr>
          <p:blipFill>
            <a:blip r:embed="rId5"/>
            <a:stretch>
              <a:fillRect/>
            </a:stretch>
          </p:blipFill>
          <p:spPr>
            <a:xfrm>
              <a:off x="697230" y="4748022"/>
              <a:ext cx="360426" cy="359663"/>
            </a:xfrm>
            <a:prstGeom prst="rect">
              <a:avLst/>
            </a:prstGeom>
          </p:spPr>
        </p:pic>
        <p:pic>
          <p:nvPicPr>
            <p:cNvPr id="18" name="object 17">
              <a:extLst>
                <a:ext uri="{FF2B5EF4-FFF2-40B4-BE49-F238E27FC236}">
                  <a16:creationId xmlns:a16="http://schemas.microsoft.com/office/drawing/2014/main" id="{4318DE8E-C569-AE4F-A0E0-C9A5D3EABC93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697230" y="4148328"/>
              <a:ext cx="360426" cy="359663"/>
            </a:xfrm>
            <a:prstGeom prst="rect">
              <a:avLst/>
            </a:prstGeom>
          </p:spPr>
        </p:pic>
        <p:sp>
          <p:nvSpPr>
            <p:cNvPr id="19" name="object 18">
              <a:extLst>
                <a:ext uri="{FF2B5EF4-FFF2-40B4-BE49-F238E27FC236}">
                  <a16:creationId xmlns:a16="http://schemas.microsoft.com/office/drawing/2014/main" id="{A589BABD-041F-6540-97FF-118F2EFFB6D2}"/>
                </a:ext>
              </a:extLst>
            </p:cNvPr>
            <p:cNvSpPr/>
            <p:nvPr/>
          </p:nvSpPr>
          <p:spPr>
            <a:xfrm>
              <a:off x="423672" y="2855214"/>
              <a:ext cx="5219700" cy="1722120"/>
            </a:xfrm>
            <a:custGeom>
              <a:avLst/>
              <a:gdLst/>
              <a:ahLst/>
              <a:cxnLst/>
              <a:rect l="l" t="t" r="r" b="b"/>
              <a:pathLst>
                <a:path w="5219700" h="1722120">
                  <a:moveTo>
                    <a:pt x="0" y="97916"/>
                  </a:moveTo>
                  <a:lnTo>
                    <a:pt x="7695" y="59793"/>
                  </a:lnTo>
                  <a:lnTo>
                    <a:pt x="28679" y="28670"/>
                  </a:lnTo>
                  <a:lnTo>
                    <a:pt x="59803" y="7691"/>
                  </a:lnTo>
                  <a:lnTo>
                    <a:pt x="97917" y="0"/>
                  </a:lnTo>
                  <a:lnTo>
                    <a:pt x="5121783" y="0"/>
                  </a:lnTo>
                  <a:lnTo>
                    <a:pt x="5159906" y="7691"/>
                  </a:lnTo>
                  <a:lnTo>
                    <a:pt x="5191029" y="28670"/>
                  </a:lnTo>
                  <a:lnTo>
                    <a:pt x="5212008" y="59793"/>
                  </a:lnTo>
                  <a:lnTo>
                    <a:pt x="5219700" y="97916"/>
                  </a:lnTo>
                  <a:lnTo>
                    <a:pt x="5219700" y="489585"/>
                  </a:lnTo>
                  <a:lnTo>
                    <a:pt x="5212008" y="527708"/>
                  </a:lnTo>
                  <a:lnTo>
                    <a:pt x="5191029" y="558831"/>
                  </a:lnTo>
                  <a:lnTo>
                    <a:pt x="5159906" y="579810"/>
                  </a:lnTo>
                  <a:lnTo>
                    <a:pt x="5121783" y="587501"/>
                  </a:lnTo>
                  <a:lnTo>
                    <a:pt x="97917" y="587501"/>
                  </a:lnTo>
                  <a:lnTo>
                    <a:pt x="59803" y="579810"/>
                  </a:lnTo>
                  <a:lnTo>
                    <a:pt x="28679" y="558831"/>
                  </a:lnTo>
                  <a:lnTo>
                    <a:pt x="7695" y="527708"/>
                  </a:lnTo>
                  <a:lnTo>
                    <a:pt x="0" y="489585"/>
                  </a:lnTo>
                  <a:lnTo>
                    <a:pt x="0" y="97916"/>
                  </a:lnTo>
                  <a:close/>
                </a:path>
                <a:path w="5219700" h="1722120">
                  <a:moveTo>
                    <a:pt x="0" y="1318260"/>
                  </a:moveTo>
                  <a:lnTo>
                    <a:pt x="6346" y="1286833"/>
                  </a:lnTo>
                  <a:lnTo>
                    <a:pt x="23655" y="1261157"/>
                  </a:lnTo>
                  <a:lnTo>
                    <a:pt x="49329" y="1243839"/>
                  </a:lnTo>
                  <a:lnTo>
                    <a:pt x="80772" y="1237488"/>
                  </a:lnTo>
                  <a:lnTo>
                    <a:pt x="5138928" y="1237488"/>
                  </a:lnTo>
                  <a:lnTo>
                    <a:pt x="5170354" y="1243839"/>
                  </a:lnTo>
                  <a:lnTo>
                    <a:pt x="5196030" y="1261157"/>
                  </a:lnTo>
                  <a:lnTo>
                    <a:pt x="5213348" y="1286833"/>
                  </a:lnTo>
                  <a:lnTo>
                    <a:pt x="5219700" y="1318260"/>
                  </a:lnTo>
                  <a:lnTo>
                    <a:pt x="5219700" y="1641348"/>
                  </a:lnTo>
                  <a:lnTo>
                    <a:pt x="5213348" y="1672774"/>
                  </a:lnTo>
                  <a:lnTo>
                    <a:pt x="5196030" y="1698450"/>
                  </a:lnTo>
                  <a:lnTo>
                    <a:pt x="5170354" y="1715768"/>
                  </a:lnTo>
                  <a:lnTo>
                    <a:pt x="5138928" y="1722120"/>
                  </a:lnTo>
                  <a:lnTo>
                    <a:pt x="80772" y="1722120"/>
                  </a:lnTo>
                  <a:lnTo>
                    <a:pt x="49329" y="1715768"/>
                  </a:lnTo>
                  <a:lnTo>
                    <a:pt x="23655" y="1698450"/>
                  </a:lnTo>
                  <a:lnTo>
                    <a:pt x="6346" y="1672774"/>
                  </a:lnTo>
                  <a:lnTo>
                    <a:pt x="0" y="1641348"/>
                  </a:lnTo>
                  <a:lnTo>
                    <a:pt x="0" y="1318260"/>
                  </a:lnTo>
                  <a:close/>
                </a:path>
                <a:path w="5219700" h="1722120">
                  <a:moveTo>
                    <a:pt x="0" y="725043"/>
                  </a:moveTo>
                  <a:lnTo>
                    <a:pt x="6977" y="690491"/>
                  </a:lnTo>
                  <a:lnTo>
                    <a:pt x="26003" y="662273"/>
                  </a:lnTo>
                  <a:lnTo>
                    <a:pt x="54221" y="643247"/>
                  </a:lnTo>
                  <a:lnTo>
                    <a:pt x="88773" y="636270"/>
                  </a:lnTo>
                  <a:lnTo>
                    <a:pt x="5130927" y="636270"/>
                  </a:lnTo>
                  <a:lnTo>
                    <a:pt x="5165478" y="643247"/>
                  </a:lnTo>
                  <a:lnTo>
                    <a:pt x="5193696" y="662273"/>
                  </a:lnTo>
                  <a:lnTo>
                    <a:pt x="5212722" y="690491"/>
                  </a:lnTo>
                  <a:lnTo>
                    <a:pt x="5219700" y="725043"/>
                  </a:lnTo>
                  <a:lnTo>
                    <a:pt x="5219700" y="1080135"/>
                  </a:lnTo>
                  <a:lnTo>
                    <a:pt x="5212722" y="1114686"/>
                  </a:lnTo>
                  <a:lnTo>
                    <a:pt x="5193696" y="1142904"/>
                  </a:lnTo>
                  <a:lnTo>
                    <a:pt x="5165478" y="1161930"/>
                  </a:lnTo>
                  <a:lnTo>
                    <a:pt x="5130927" y="1168908"/>
                  </a:lnTo>
                  <a:lnTo>
                    <a:pt x="88773" y="1168908"/>
                  </a:lnTo>
                  <a:lnTo>
                    <a:pt x="54221" y="1161930"/>
                  </a:lnTo>
                  <a:lnTo>
                    <a:pt x="26003" y="1142904"/>
                  </a:lnTo>
                  <a:lnTo>
                    <a:pt x="6977" y="1114686"/>
                  </a:lnTo>
                  <a:lnTo>
                    <a:pt x="0" y="1080135"/>
                  </a:lnTo>
                  <a:lnTo>
                    <a:pt x="0" y="725043"/>
                  </a:lnTo>
                  <a:close/>
                </a:path>
              </a:pathLst>
            </a:custGeom>
            <a:ln w="38100">
              <a:solidFill>
                <a:srgbClr val="FF0000"/>
              </a:solidFill>
              <a:prstDash val="lg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20" name="object 19">
            <a:extLst>
              <a:ext uri="{FF2B5EF4-FFF2-40B4-BE49-F238E27FC236}">
                <a16:creationId xmlns:a16="http://schemas.microsoft.com/office/drawing/2014/main" id="{5AE33F5A-8D59-AF44-A5F1-ACCEB5EC06EF}"/>
              </a:ext>
            </a:extLst>
          </p:cNvPr>
          <p:cNvGraphicFramePr>
            <a:graphicFrameLocks noGrp="1"/>
          </p:cNvGraphicFramePr>
          <p:nvPr/>
        </p:nvGraphicFramePr>
        <p:xfrm>
          <a:off x="469888" y="2223897"/>
          <a:ext cx="5052060" cy="3596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0739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98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95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6121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商品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0000"/>
                      </a:solidFill>
                      <a:prstDash val="sysDash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价格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0000"/>
                      </a:solidFill>
                      <a:prstDash val="sysDash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体积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0000"/>
                      </a:solidFill>
                      <a:prstDash val="sysDash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24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汽水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85090" marB="0">
                    <a:lnL w="76213">
                      <a:solidFill>
                        <a:srgbClr val="FF0000"/>
                      </a:solidFill>
                      <a:prstDash val="sysDash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0000"/>
                      </a:solidFill>
                      <a:prstDash val="sysDash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2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98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0000"/>
                      </a:solidFill>
                      <a:prstDash val="sysDash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3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98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76223">
                      <a:solidFill>
                        <a:srgbClr val="FF0000"/>
                      </a:solidFill>
                      <a:prstDash val="sysDash"/>
                    </a:lnR>
                    <a:lnT w="76200">
                      <a:solidFill>
                        <a:srgbClr val="FF0000"/>
                      </a:solidFill>
                      <a:prstDash val="sysDash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911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75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饼干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60325" marB="0">
                    <a:lnL w="12700">
                      <a:solidFill>
                        <a:srgbClr val="FF0000"/>
                      </a:solidFill>
                      <a:prstDash val="sysDash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38100">
                      <a:solidFill>
                        <a:srgbClr val="FF0000"/>
                      </a:solidFill>
                      <a:prstDash val="sysDash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7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9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857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38100">
                      <a:solidFill>
                        <a:srgbClr val="FF0000"/>
                      </a:solidFill>
                      <a:prstDash val="sysDash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7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857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0000"/>
                      </a:solidFill>
                      <a:prstDash val="sysDash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38100">
                      <a:solidFill>
                        <a:srgbClr val="FF0000"/>
                      </a:solidFill>
                      <a:prstDash val="sysDash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3784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4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牛奶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68580" marB="0">
                    <a:lnL w="12700">
                      <a:solidFill>
                        <a:srgbClr val="FF0000"/>
                      </a:solidFill>
                      <a:prstDash val="sysDash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0000"/>
                      </a:solidFill>
                      <a:prstDash val="sysDash"/>
                    </a:lnT>
                    <a:lnB w="38100">
                      <a:solidFill>
                        <a:srgbClr val="FF0000"/>
                      </a:solidFill>
                      <a:prstDash val="sysDash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3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9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9334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0000"/>
                      </a:solidFill>
                      <a:prstDash val="sysDash"/>
                    </a:lnT>
                    <a:lnB w="3810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3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9334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0000"/>
                      </a:solidFill>
                      <a:prstDash val="sysDash"/>
                    </a:lnR>
                    <a:lnT w="38100">
                      <a:solidFill>
                        <a:srgbClr val="FF0000"/>
                      </a:solidFill>
                      <a:prstDash val="sysDash"/>
                    </a:lnT>
                    <a:lnB w="3810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6311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19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面包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129539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20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5494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20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5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5494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啤酒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pSp>
        <p:nvGrpSpPr>
          <p:cNvPr id="21" name="object 20">
            <a:extLst>
              <a:ext uri="{FF2B5EF4-FFF2-40B4-BE49-F238E27FC236}">
                <a16:creationId xmlns:a16="http://schemas.microsoft.com/office/drawing/2014/main" id="{75C833A4-3B09-C84B-8596-7638EB159849}"/>
              </a:ext>
            </a:extLst>
          </p:cNvPr>
          <p:cNvGrpSpPr/>
          <p:nvPr/>
        </p:nvGrpSpPr>
        <p:grpSpPr>
          <a:xfrm>
            <a:off x="5727953" y="4760214"/>
            <a:ext cx="1301750" cy="1068070"/>
            <a:chOff x="5727953" y="4760214"/>
            <a:chExt cx="1301750" cy="1068070"/>
          </a:xfrm>
        </p:grpSpPr>
        <p:pic>
          <p:nvPicPr>
            <p:cNvPr id="22" name="object 21">
              <a:extLst>
                <a:ext uri="{FF2B5EF4-FFF2-40B4-BE49-F238E27FC236}">
                  <a16:creationId xmlns:a16="http://schemas.microsoft.com/office/drawing/2014/main" id="{6D87F132-BE06-2643-B020-72760AC4370B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5727953" y="4760214"/>
              <a:ext cx="1301496" cy="1067562"/>
            </a:xfrm>
            <a:prstGeom prst="rect">
              <a:avLst/>
            </a:prstGeom>
          </p:spPr>
        </p:pic>
        <p:pic>
          <p:nvPicPr>
            <p:cNvPr id="23" name="object 22">
              <a:extLst>
                <a:ext uri="{FF2B5EF4-FFF2-40B4-BE49-F238E27FC236}">
                  <a16:creationId xmlns:a16="http://schemas.microsoft.com/office/drawing/2014/main" id="{09054FDE-3052-1948-8DAA-F368E51F8F86}"/>
                </a:ext>
              </a:extLst>
            </p:cNvPr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6095999" y="5107686"/>
              <a:ext cx="359663" cy="360425"/>
            </a:xfrm>
            <a:prstGeom prst="rect">
              <a:avLst/>
            </a:prstGeom>
          </p:spPr>
        </p:pic>
        <p:pic>
          <p:nvPicPr>
            <p:cNvPr id="24" name="object 23">
              <a:extLst>
                <a:ext uri="{FF2B5EF4-FFF2-40B4-BE49-F238E27FC236}">
                  <a16:creationId xmlns:a16="http://schemas.microsoft.com/office/drawing/2014/main" id="{23E7AA7C-EA02-244A-A707-2106D158AE88}"/>
                </a:ext>
              </a:extLst>
            </p:cNvPr>
            <p:cNvPicPr/>
            <p:nvPr/>
          </p:nvPicPr>
          <p:blipFill>
            <a:blip r:embed="rId4"/>
            <a:stretch>
              <a:fillRect/>
            </a:stretch>
          </p:blipFill>
          <p:spPr>
            <a:xfrm>
              <a:off x="6300215" y="5107686"/>
              <a:ext cx="360426" cy="360425"/>
            </a:xfrm>
            <a:prstGeom prst="rect">
              <a:avLst/>
            </a:prstGeom>
          </p:spPr>
        </p:pic>
        <p:pic>
          <p:nvPicPr>
            <p:cNvPr id="25" name="object 24">
              <a:extLst>
                <a:ext uri="{FF2B5EF4-FFF2-40B4-BE49-F238E27FC236}">
                  <a16:creationId xmlns:a16="http://schemas.microsoft.com/office/drawing/2014/main" id="{D02B69F3-9B26-DB48-8EBE-4C29F92D38FA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6624827" y="5091684"/>
              <a:ext cx="360425" cy="359664"/>
            </a:xfrm>
            <a:prstGeom prst="rect">
              <a:avLst/>
            </a:prstGeom>
          </p:spPr>
        </p:pic>
      </p:grpSp>
      <p:sp>
        <p:nvSpPr>
          <p:cNvPr id="26" name="object 25">
            <a:extLst>
              <a:ext uri="{FF2B5EF4-FFF2-40B4-BE49-F238E27FC236}">
                <a16:creationId xmlns:a16="http://schemas.microsoft.com/office/drawing/2014/main" id="{8DAFBA08-06F4-F042-994D-E57FBE36ADE2}"/>
              </a:ext>
            </a:extLst>
          </p:cNvPr>
          <p:cNvSpPr txBox="1"/>
          <p:nvPr/>
        </p:nvSpPr>
        <p:spPr>
          <a:xfrm>
            <a:off x="7583931" y="5101844"/>
            <a:ext cx="1397000" cy="5746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5">
                <a:latin typeface="PMingLiU"/>
                <a:cs typeface="PMingLiU"/>
              </a:rPr>
              <a:t>剩余体积：</a:t>
            </a:r>
            <a:r>
              <a:rPr sz="1800" b="1" spc="-25">
                <a:latin typeface="Times New Roman"/>
                <a:cs typeface="Times New Roman"/>
              </a:rPr>
              <a:t>2</a:t>
            </a:r>
            <a:endParaRPr sz="1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sz="1800" spc="-5">
                <a:latin typeface="PMingLiU"/>
                <a:cs typeface="PMingLiU"/>
              </a:rPr>
              <a:t>商品价值：</a:t>
            </a:r>
            <a:r>
              <a:rPr sz="1800" b="1" spc="-25">
                <a:latin typeface="Times New Roman"/>
                <a:cs typeface="Times New Roman"/>
              </a:rPr>
              <a:t>20</a:t>
            </a:r>
            <a:endParaRPr sz="1800">
              <a:latin typeface="Times New Roman"/>
              <a:cs typeface="Times New Roman"/>
            </a:endParaRPr>
          </a:p>
        </p:txBody>
      </p:sp>
      <p:pic>
        <p:nvPicPr>
          <p:cNvPr id="27" name="object 26">
            <a:extLst>
              <a:ext uri="{FF2B5EF4-FFF2-40B4-BE49-F238E27FC236}">
                <a16:creationId xmlns:a16="http://schemas.microsoft.com/office/drawing/2014/main" id="{1669BBE6-8CCC-CA45-A112-ED48EF71353C}"/>
              </a:ext>
            </a:extLst>
          </p:cNvPr>
          <p:cNvPicPr/>
          <p:nvPr/>
        </p:nvPicPr>
        <p:blipFill>
          <a:blip r:embed="rId8"/>
          <a:stretch>
            <a:fillRect/>
          </a:stretch>
        </p:blipFill>
        <p:spPr>
          <a:xfrm>
            <a:off x="6775704" y="2921507"/>
            <a:ext cx="912876" cy="468629"/>
          </a:xfrm>
          <a:prstGeom prst="rect">
            <a:avLst/>
          </a:prstGeom>
        </p:spPr>
      </p:pic>
      <p:pic>
        <p:nvPicPr>
          <p:cNvPr id="28" name="object 27">
            <a:extLst>
              <a:ext uri="{FF2B5EF4-FFF2-40B4-BE49-F238E27FC236}">
                <a16:creationId xmlns:a16="http://schemas.microsoft.com/office/drawing/2014/main" id="{0DBD7AC9-64C8-5D48-99A3-01EEB6E79EEB}"/>
              </a:ext>
            </a:extLst>
          </p:cNvPr>
          <p:cNvPicPr/>
          <p:nvPr/>
        </p:nvPicPr>
        <p:blipFill>
          <a:blip r:embed="rId9"/>
          <a:stretch>
            <a:fillRect/>
          </a:stretch>
        </p:blipFill>
        <p:spPr>
          <a:xfrm>
            <a:off x="6616445" y="3510534"/>
            <a:ext cx="912876" cy="467868"/>
          </a:xfrm>
          <a:prstGeom prst="rect">
            <a:avLst/>
          </a:prstGeom>
        </p:spPr>
      </p:pic>
      <p:pic>
        <p:nvPicPr>
          <p:cNvPr id="29" name="object 28">
            <a:extLst>
              <a:ext uri="{FF2B5EF4-FFF2-40B4-BE49-F238E27FC236}">
                <a16:creationId xmlns:a16="http://schemas.microsoft.com/office/drawing/2014/main" id="{1BCB4FE2-F1E9-4E4E-872D-CA625BD25CDC}"/>
              </a:ext>
            </a:extLst>
          </p:cNvPr>
          <p:cNvPicPr/>
          <p:nvPr/>
        </p:nvPicPr>
        <p:blipFill>
          <a:blip r:embed="rId4"/>
          <a:stretch>
            <a:fillRect/>
          </a:stretch>
        </p:blipFill>
        <p:spPr>
          <a:xfrm>
            <a:off x="7580376" y="3510534"/>
            <a:ext cx="468629" cy="46786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52318658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>
            <a:extLst>
              <a:ext uri="{FF2B5EF4-FFF2-40B4-BE49-F238E27FC236}">
                <a16:creationId xmlns:a16="http://schemas.microsoft.com/office/drawing/2014/main" id="{EE9CFE8D-05B3-EF4B-BCCF-49022C4314A1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19504" y="174478"/>
            <a:ext cx="3954379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直观策</a:t>
            </a: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略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sp>
        <p:nvSpPr>
          <p:cNvPr id="4" name="object 2">
            <a:extLst>
              <a:ext uri="{FF2B5EF4-FFF2-40B4-BE49-F238E27FC236}">
                <a16:creationId xmlns:a16="http://schemas.microsoft.com/office/drawing/2014/main" id="{BF8DC461-4866-E742-AFF9-C9FBCFAEF5F4}"/>
              </a:ext>
            </a:extLst>
          </p:cNvPr>
          <p:cNvSpPr txBox="1"/>
          <p:nvPr/>
        </p:nvSpPr>
        <p:spPr>
          <a:xfrm>
            <a:off x="731955" y="1002271"/>
            <a:ext cx="8490585" cy="988060"/>
          </a:xfrm>
          <a:prstGeom prst="rect">
            <a:avLst/>
          </a:prstGeom>
        </p:spPr>
        <p:txBody>
          <a:bodyPr vert="horz" wrap="square" lIns="0" tIns="104139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819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1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核心思想：将商品排序，依次挑选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  <a:p>
            <a:pPr marL="704215" lvl="1" indent="-347980">
              <a:spcBef>
                <a:spcPts val="615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704215" algn="l"/>
                <a:tab pos="704850" algn="l"/>
              </a:tabLst>
            </a:pPr>
            <a:r>
              <a:rPr sz="240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策略</a:t>
            </a:r>
            <a:r>
              <a:rPr sz="2400" b="1" dirty="0">
                <a:latin typeface="SimSun" panose="02010600030101010101" pitchFamily="2" charset="-122"/>
                <a:ea typeface="SimSun" panose="02010600030101010101" pitchFamily="2" charset="-122"/>
                <a:cs typeface="Times New Roman"/>
              </a:rPr>
              <a:t>1</a:t>
            </a:r>
            <a:r>
              <a:rPr sz="240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：</a:t>
            </a:r>
            <a:r>
              <a:rPr lang="zh-CN" altLang="en-US" sz="240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按商品体积由小到大排序，优先挑选体积小的商品</a:t>
            </a:r>
            <a:endParaRPr sz="24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grpSp>
        <p:nvGrpSpPr>
          <p:cNvPr id="30" name="object 3">
            <a:extLst>
              <a:ext uri="{FF2B5EF4-FFF2-40B4-BE49-F238E27FC236}">
                <a16:creationId xmlns:a16="http://schemas.microsoft.com/office/drawing/2014/main" id="{9D0D14D8-E3B5-2242-B8B0-374281483C59}"/>
              </a:ext>
            </a:extLst>
          </p:cNvPr>
          <p:cNvGrpSpPr/>
          <p:nvPr/>
        </p:nvGrpSpPr>
        <p:grpSpPr>
          <a:xfrm>
            <a:off x="508000" y="2230208"/>
            <a:ext cx="5052695" cy="3597910"/>
            <a:chOff x="508000" y="2230208"/>
            <a:chExt cx="5052695" cy="3597910"/>
          </a:xfrm>
        </p:grpSpPr>
        <p:sp>
          <p:nvSpPr>
            <p:cNvPr id="31" name="object 4">
              <a:extLst>
                <a:ext uri="{FF2B5EF4-FFF2-40B4-BE49-F238E27FC236}">
                  <a16:creationId xmlns:a16="http://schemas.microsoft.com/office/drawing/2014/main" id="{88F16842-633A-C444-8E2B-BEFE88738896}"/>
                </a:ext>
              </a:extLst>
            </p:cNvPr>
            <p:cNvSpPr/>
            <p:nvPr/>
          </p:nvSpPr>
          <p:spPr>
            <a:xfrm>
              <a:off x="508000" y="2230208"/>
              <a:ext cx="5052695" cy="3597910"/>
            </a:xfrm>
            <a:custGeom>
              <a:avLst/>
              <a:gdLst/>
              <a:ahLst/>
              <a:cxnLst/>
              <a:rect l="l" t="t" r="r" b="b"/>
              <a:pathLst>
                <a:path w="5052695" h="3597910">
                  <a:moveTo>
                    <a:pt x="5052314" y="0"/>
                  </a:moveTo>
                  <a:lnTo>
                    <a:pt x="0" y="0"/>
                  </a:lnTo>
                  <a:lnTo>
                    <a:pt x="0" y="3597910"/>
                  </a:lnTo>
                  <a:lnTo>
                    <a:pt x="5052314" y="3597910"/>
                  </a:lnTo>
                  <a:lnTo>
                    <a:pt x="5052314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5">
              <a:extLst>
                <a:ext uri="{FF2B5EF4-FFF2-40B4-BE49-F238E27FC236}">
                  <a16:creationId xmlns:a16="http://schemas.microsoft.com/office/drawing/2014/main" id="{C3EDD77E-02BF-ED41-872F-6B8B57905268}"/>
                </a:ext>
              </a:extLst>
            </p:cNvPr>
            <p:cNvSpPr/>
            <p:nvPr/>
          </p:nvSpPr>
          <p:spPr>
            <a:xfrm>
              <a:off x="508000" y="2829864"/>
              <a:ext cx="2073910" cy="600075"/>
            </a:xfrm>
            <a:custGeom>
              <a:avLst/>
              <a:gdLst/>
              <a:ahLst/>
              <a:cxnLst/>
              <a:rect l="l" t="t" r="r" b="b"/>
              <a:pathLst>
                <a:path w="2073910" h="600075">
                  <a:moveTo>
                    <a:pt x="2073910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2073910" y="599643"/>
                  </a:lnTo>
                  <a:lnTo>
                    <a:pt x="2073910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6">
              <a:extLst>
                <a:ext uri="{FF2B5EF4-FFF2-40B4-BE49-F238E27FC236}">
                  <a16:creationId xmlns:a16="http://schemas.microsoft.com/office/drawing/2014/main" id="{A2871BE3-1B88-CD42-9136-F5D1E79E1862}"/>
                </a:ext>
              </a:extLst>
            </p:cNvPr>
            <p:cNvSpPr/>
            <p:nvPr/>
          </p:nvSpPr>
          <p:spPr>
            <a:xfrm>
              <a:off x="508000" y="3429558"/>
              <a:ext cx="2073910" cy="600075"/>
            </a:xfrm>
            <a:custGeom>
              <a:avLst/>
              <a:gdLst/>
              <a:ahLst/>
              <a:cxnLst/>
              <a:rect l="l" t="t" r="r" b="b"/>
              <a:pathLst>
                <a:path w="2073910" h="600075">
                  <a:moveTo>
                    <a:pt x="2073910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2073910" y="599643"/>
                  </a:lnTo>
                  <a:lnTo>
                    <a:pt x="2073910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7">
              <a:extLst>
                <a:ext uri="{FF2B5EF4-FFF2-40B4-BE49-F238E27FC236}">
                  <a16:creationId xmlns:a16="http://schemas.microsoft.com/office/drawing/2014/main" id="{DA95EDB3-E430-C442-BF13-EF080CD421F7}"/>
                </a:ext>
              </a:extLst>
            </p:cNvPr>
            <p:cNvSpPr/>
            <p:nvPr/>
          </p:nvSpPr>
          <p:spPr>
            <a:xfrm>
              <a:off x="508000" y="4029125"/>
              <a:ext cx="2073910" cy="600075"/>
            </a:xfrm>
            <a:custGeom>
              <a:avLst/>
              <a:gdLst/>
              <a:ahLst/>
              <a:cxnLst/>
              <a:rect l="l" t="t" r="r" b="b"/>
              <a:pathLst>
                <a:path w="2073910" h="600075">
                  <a:moveTo>
                    <a:pt x="2073910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2073910" y="599643"/>
                  </a:lnTo>
                  <a:lnTo>
                    <a:pt x="2073910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8">
              <a:extLst>
                <a:ext uri="{FF2B5EF4-FFF2-40B4-BE49-F238E27FC236}">
                  <a16:creationId xmlns:a16="http://schemas.microsoft.com/office/drawing/2014/main" id="{A3C20E12-48A2-B748-BDB0-6D6AA27F677C}"/>
                </a:ext>
              </a:extLst>
            </p:cNvPr>
            <p:cNvSpPr/>
            <p:nvPr/>
          </p:nvSpPr>
          <p:spPr>
            <a:xfrm>
              <a:off x="508000" y="4628819"/>
              <a:ext cx="5052695" cy="600075"/>
            </a:xfrm>
            <a:custGeom>
              <a:avLst/>
              <a:gdLst/>
              <a:ahLst/>
              <a:cxnLst/>
              <a:rect l="l" t="t" r="r" b="b"/>
              <a:pathLst>
                <a:path w="5052695" h="600075">
                  <a:moveTo>
                    <a:pt x="2073910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2073910" y="599643"/>
                  </a:lnTo>
                  <a:lnTo>
                    <a:pt x="2073910" y="0"/>
                  </a:lnTo>
                  <a:close/>
                </a:path>
                <a:path w="5052695" h="600075">
                  <a:moveTo>
                    <a:pt x="5052314" y="0"/>
                  </a:moveTo>
                  <a:lnTo>
                    <a:pt x="3572637" y="0"/>
                  </a:lnTo>
                  <a:lnTo>
                    <a:pt x="3572637" y="599643"/>
                  </a:lnTo>
                  <a:lnTo>
                    <a:pt x="5052314" y="599643"/>
                  </a:lnTo>
                  <a:lnTo>
                    <a:pt x="5052314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9">
              <a:extLst>
                <a:ext uri="{FF2B5EF4-FFF2-40B4-BE49-F238E27FC236}">
                  <a16:creationId xmlns:a16="http://schemas.microsoft.com/office/drawing/2014/main" id="{3ED12CE0-FBEE-674B-B4BF-23C16E5A9F5B}"/>
                </a:ext>
              </a:extLst>
            </p:cNvPr>
            <p:cNvSpPr/>
            <p:nvPr/>
          </p:nvSpPr>
          <p:spPr>
            <a:xfrm>
              <a:off x="508000" y="5228475"/>
              <a:ext cx="5052695" cy="600075"/>
            </a:xfrm>
            <a:custGeom>
              <a:avLst/>
              <a:gdLst/>
              <a:ahLst/>
              <a:cxnLst/>
              <a:rect l="l" t="t" r="r" b="b"/>
              <a:pathLst>
                <a:path w="5052695" h="600075">
                  <a:moveTo>
                    <a:pt x="2073910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2073910" y="599643"/>
                  </a:lnTo>
                  <a:lnTo>
                    <a:pt x="2073910" y="0"/>
                  </a:lnTo>
                  <a:close/>
                </a:path>
                <a:path w="5052695" h="600075">
                  <a:moveTo>
                    <a:pt x="5052314" y="0"/>
                  </a:moveTo>
                  <a:lnTo>
                    <a:pt x="3572637" y="0"/>
                  </a:lnTo>
                  <a:lnTo>
                    <a:pt x="3572637" y="599643"/>
                  </a:lnTo>
                  <a:lnTo>
                    <a:pt x="5052314" y="599643"/>
                  </a:lnTo>
                  <a:lnTo>
                    <a:pt x="5052314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37" name="object 11">
            <a:extLst>
              <a:ext uri="{FF2B5EF4-FFF2-40B4-BE49-F238E27FC236}">
                <a16:creationId xmlns:a16="http://schemas.microsoft.com/office/drawing/2014/main" id="{FC55A4DD-5696-BB49-B521-02A16DA1AD3A}"/>
              </a:ext>
            </a:extLst>
          </p:cNvPr>
          <p:cNvGraphicFramePr>
            <a:graphicFrameLocks noGrp="1"/>
          </p:cNvGraphicFramePr>
          <p:nvPr/>
        </p:nvGraphicFramePr>
        <p:xfrm>
          <a:off x="5721603" y="2223897"/>
          <a:ext cx="6177915" cy="17983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302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52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43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493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2908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5994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201930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1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商品列表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20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总体积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20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总价格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说明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>
                          <a:latin typeface="PMingLiU"/>
                          <a:cs typeface="PMingLiU"/>
                        </a:rPr>
                        <a:t>策略</a:t>
                      </a:r>
                      <a:r>
                        <a:rPr sz="2200" b="1" spc="-50">
                          <a:latin typeface="Times New Roman"/>
                          <a:cs typeface="Times New Roman"/>
                        </a:rPr>
                        <a:t>1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13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spc="-15" dirty="0" err="1">
                          <a:latin typeface="PMingLiU"/>
                          <a:cs typeface="PMingLiU"/>
                        </a:rPr>
                        <a:t>非最优解</a:t>
                      </a:r>
                      <a:endParaRPr sz="2200" dirty="0">
                        <a:latin typeface="PMingLiU"/>
                        <a:cs typeface="PMingLiU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>
                          <a:latin typeface="PMingLiU"/>
                          <a:cs typeface="PMingLiU"/>
                        </a:rPr>
                        <a:t>策略</a:t>
                      </a:r>
                      <a:r>
                        <a:rPr sz="2200" b="1" spc="-50">
                          <a:latin typeface="Times New Roman"/>
                          <a:cs typeface="Times New Roman"/>
                        </a:rPr>
                        <a:t>2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6985"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20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38" name="object 12">
            <a:extLst>
              <a:ext uri="{FF2B5EF4-FFF2-40B4-BE49-F238E27FC236}">
                <a16:creationId xmlns:a16="http://schemas.microsoft.com/office/drawing/2014/main" id="{35542AD5-D282-AD41-B133-B2D2CBC6DFFD}"/>
              </a:ext>
            </a:extLst>
          </p:cNvPr>
          <p:cNvGrpSpPr/>
          <p:nvPr/>
        </p:nvGrpSpPr>
        <p:grpSpPr>
          <a:xfrm>
            <a:off x="404622" y="2836164"/>
            <a:ext cx="5257800" cy="2998470"/>
            <a:chOff x="404622" y="2836164"/>
            <a:chExt cx="5257800" cy="2998470"/>
          </a:xfrm>
        </p:grpSpPr>
        <p:pic>
          <p:nvPicPr>
            <p:cNvPr id="39" name="object 13">
              <a:extLst>
                <a:ext uri="{FF2B5EF4-FFF2-40B4-BE49-F238E27FC236}">
                  <a16:creationId xmlns:a16="http://schemas.microsoft.com/office/drawing/2014/main" id="{2B3F5CDB-7E8C-A041-B520-C45C727DC0AD}"/>
                </a:ext>
              </a:extLst>
            </p:cNvPr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697230" y="2948178"/>
              <a:ext cx="360426" cy="359663"/>
            </a:xfrm>
            <a:prstGeom prst="rect">
              <a:avLst/>
            </a:prstGeom>
          </p:spPr>
        </p:pic>
        <p:pic>
          <p:nvPicPr>
            <p:cNvPr id="40" name="object 14">
              <a:extLst>
                <a:ext uri="{FF2B5EF4-FFF2-40B4-BE49-F238E27FC236}">
                  <a16:creationId xmlns:a16="http://schemas.microsoft.com/office/drawing/2014/main" id="{082DE33A-6D8B-D34C-BFF0-85C64B094BB8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697230" y="5347716"/>
              <a:ext cx="360426" cy="360425"/>
            </a:xfrm>
            <a:prstGeom prst="rect">
              <a:avLst/>
            </a:prstGeom>
          </p:spPr>
        </p:pic>
        <p:pic>
          <p:nvPicPr>
            <p:cNvPr id="41" name="object 15">
              <a:extLst>
                <a:ext uri="{FF2B5EF4-FFF2-40B4-BE49-F238E27FC236}">
                  <a16:creationId xmlns:a16="http://schemas.microsoft.com/office/drawing/2014/main" id="{6AD8E7A6-F1F6-494D-8FFE-D69310B94D73}"/>
                </a:ext>
              </a:extLst>
            </p:cNvPr>
            <p:cNvPicPr/>
            <p:nvPr/>
          </p:nvPicPr>
          <p:blipFill>
            <a:blip r:embed="rId4"/>
            <a:stretch>
              <a:fillRect/>
            </a:stretch>
          </p:blipFill>
          <p:spPr>
            <a:xfrm>
              <a:off x="697230" y="3547872"/>
              <a:ext cx="360426" cy="360425"/>
            </a:xfrm>
            <a:prstGeom prst="rect">
              <a:avLst/>
            </a:prstGeom>
          </p:spPr>
        </p:pic>
        <p:pic>
          <p:nvPicPr>
            <p:cNvPr id="42" name="object 16">
              <a:extLst>
                <a:ext uri="{FF2B5EF4-FFF2-40B4-BE49-F238E27FC236}">
                  <a16:creationId xmlns:a16="http://schemas.microsoft.com/office/drawing/2014/main" id="{0500C076-0C2B-C145-AD73-7073204E41BE}"/>
                </a:ext>
              </a:extLst>
            </p:cNvPr>
            <p:cNvPicPr/>
            <p:nvPr/>
          </p:nvPicPr>
          <p:blipFill>
            <a:blip r:embed="rId5"/>
            <a:stretch>
              <a:fillRect/>
            </a:stretch>
          </p:blipFill>
          <p:spPr>
            <a:xfrm>
              <a:off x="697230" y="4748022"/>
              <a:ext cx="360426" cy="359663"/>
            </a:xfrm>
            <a:prstGeom prst="rect">
              <a:avLst/>
            </a:prstGeom>
          </p:spPr>
        </p:pic>
        <p:pic>
          <p:nvPicPr>
            <p:cNvPr id="43" name="object 17">
              <a:extLst>
                <a:ext uri="{FF2B5EF4-FFF2-40B4-BE49-F238E27FC236}">
                  <a16:creationId xmlns:a16="http://schemas.microsoft.com/office/drawing/2014/main" id="{310B96E6-199C-AF48-98EC-E4AA76D1EECB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697230" y="4148328"/>
              <a:ext cx="360426" cy="359663"/>
            </a:xfrm>
            <a:prstGeom prst="rect">
              <a:avLst/>
            </a:prstGeom>
          </p:spPr>
        </p:pic>
        <p:pic>
          <p:nvPicPr>
            <p:cNvPr id="44" name="object 18">
              <a:extLst>
                <a:ext uri="{FF2B5EF4-FFF2-40B4-BE49-F238E27FC236}">
                  <a16:creationId xmlns:a16="http://schemas.microsoft.com/office/drawing/2014/main" id="{2A31A0DB-4394-6B46-A6CD-1FF0271EEB2A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5129022" y="4674870"/>
              <a:ext cx="532638" cy="563118"/>
            </a:xfrm>
            <a:prstGeom prst="rect">
              <a:avLst/>
            </a:prstGeom>
          </p:spPr>
        </p:pic>
        <p:pic>
          <p:nvPicPr>
            <p:cNvPr id="45" name="object 19">
              <a:extLst>
                <a:ext uri="{FF2B5EF4-FFF2-40B4-BE49-F238E27FC236}">
                  <a16:creationId xmlns:a16="http://schemas.microsoft.com/office/drawing/2014/main" id="{9D4523A0-9C3D-4448-B0E3-8E799E670DE5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5129022" y="5271516"/>
              <a:ext cx="532638" cy="563118"/>
            </a:xfrm>
            <a:prstGeom prst="rect">
              <a:avLst/>
            </a:prstGeom>
          </p:spPr>
        </p:pic>
        <p:sp>
          <p:nvSpPr>
            <p:cNvPr id="46" name="object 20">
              <a:extLst>
                <a:ext uri="{FF2B5EF4-FFF2-40B4-BE49-F238E27FC236}">
                  <a16:creationId xmlns:a16="http://schemas.microsoft.com/office/drawing/2014/main" id="{0075484E-E8EE-6242-A3B6-30D90FDA465F}"/>
                </a:ext>
              </a:extLst>
            </p:cNvPr>
            <p:cNvSpPr/>
            <p:nvPr/>
          </p:nvSpPr>
          <p:spPr>
            <a:xfrm>
              <a:off x="423672" y="2855214"/>
              <a:ext cx="5219700" cy="1722120"/>
            </a:xfrm>
            <a:custGeom>
              <a:avLst/>
              <a:gdLst/>
              <a:ahLst/>
              <a:cxnLst/>
              <a:rect l="l" t="t" r="r" b="b"/>
              <a:pathLst>
                <a:path w="5219700" h="1722120">
                  <a:moveTo>
                    <a:pt x="0" y="97916"/>
                  </a:moveTo>
                  <a:lnTo>
                    <a:pt x="7695" y="59793"/>
                  </a:lnTo>
                  <a:lnTo>
                    <a:pt x="28679" y="28670"/>
                  </a:lnTo>
                  <a:lnTo>
                    <a:pt x="59803" y="7691"/>
                  </a:lnTo>
                  <a:lnTo>
                    <a:pt x="97917" y="0"/>
                  </a:lnTo>
                  <a:lnTo>
                    <a:pt x="5121783" y="0"/>
                  </a:lnTo>
                  <a:lnTo>
                    <a:pt x="5159906" y="7691"/>
                  </a:lnTo>
                  <a:lnTo>
                    <a:pt x="5191029" y="28670"/>
                  </a:lnTo>
                  <a:lnTo>
                    <a:pt x="5212008" y="59793"/>
                  </a:lnTo>
                  <a:lnTo>
                    <a:pt x="5219700" y="97916"/>
                  </a:lnTo>
                  <a:lnTo>
                    <a:pt x="5219700" y="489585"/>
                  </a:lnTo>
                  <a:lnTo>
                    <a:pt x="5212008" y="527708"/>
                  </a:lnTo>
                  <a:lnTo>
                    <a:pt x="5191029" y="558831"/>
                  </a:lnTo>
                  <a:lnTo>
                    <a:pt x="5159906" y="579810"/>
                  </a:lnTo>
                  <a:lnTo>
                    <a:pt x="5121783" y="587501"/>
                  </a:lnTo>
                  <a:lnTo>
                    <a:pt x="97917" y="587501"/>
                  </a:lnTo>
                  <a:lnTo>
                    <a:pt x="59803" y="579810"/>
                  </a:lnTo>
                  <a:lnTo>
                    <a:pt x="28679" y="558831"/>
                  </a:lnTo>
                  <a:lnTo>
                    <a:pt x="7695" y="527708"/>
                  </a:lnTo>
                  <a:lnTo>
                    <a:pt x="0" y="489585"/>
                  </a:lnTo>
                  <a:lnTo>
                    <a:pt x="0" y="97916"/>
                  </a:lnTo>
                  <a:close/>
                </a:path>
                <a:path w="5219700" h="1722120">
                  <a:moveTo>
                    <a:pt x="0" y="1318260"/>
                  </a:moveTo>
                  <a:lnTo>
                    <a:pt x="6346" y="1286833"/>
                  </a:lnTo>
                  <a:lnTo>
                    <a:pt x="23655" y="1261157"/>
                  </a:lnTo>
                  <a:lnTo>
                    <a:pt x="49329" y="1243839"/>
                  </a:lnTo>
                  <a:lnTo>
                    <a:pt x="80772" y="1237488"/>
                  </a:lnTo>
                  <a:lnTo>
                    <a:pt x="5138928" y="1237488"/>
                  </a:lnTo>
                  <a:lnTo>
                    <a:pt x="5170354" y="1243839"/>
                  </a:lnTo>
                  <a:lnTo>
                    <a:pt x="5196030" y="1261157"/>
                  </a:lnTo>
                  <a:lnTo>
                    <a:pt x="5213348" y="1286833"/>
                  </a:lnTo>
                  <a:lnTo>
                    <a:pt x="5219700" y="1318260"/>
                  </a:lnTo>
                  <a:lnTo>
                    <a:pt x="5219700" y="1641348"/>
                  </a:lnTo>
                  <a:lnTo>
                    <a:pt x="5213348" y="1672774"/>
                  </a:lnTo>
                  <a:lnTo>
                    <a:pt x="5196030" y="1698450"/>
                  </a:lnTo>
                  <a:lnTo>
                    <a:pt x="5170354" y="1715768"/>
                  </a:lnTo>
                  <a:lnTo>
                    <a:pt x="5138928" y="1722120"/>
                  </a:lnTo>
                  <a:lnTo>
                    <a:pt x="80772" y="1722120"/>
                  </a:lnTo>
                  <a:lnTo>
                    <a:pt x="49329" y="1715768"/>
                  </a:lnTo>
                  <a:lnTo>
                    <a:pt x="23655" y="1698450"/>
                  </a:lnTo>
                  <a:lnTo>
                    <a:pt x="6346" y="1672774"/>
                  </a:lnTo>
                  <a:lnTo>
                    <a:pt x="0" y="1641348"/>
                  </a:lnTo>
                  <a:lnTo>
                    <a:pt x="0" y="1318260"/>
                  </a:lnTo>
                  <a:close/>
                </a:path>
                <a:path w="5219700" h="1722120">
                  <a:moveTo>
                    <a:pt x="0" y="725043"/>
                  </a:moveTo>
                  <a:lnTo>
                    <a:pt x="6977" y="690491"/>
                  </a:lnTo>
                  <a:lnTo>
                    <a:pt x="26003" y="662273"/>
                  </a:lnTo>
                  <a:lnTo>
                    <a:pt x="54221" y="643247"/>
                  </a:lnTo>
                  <a:lnTo>
                    <a:pt x="88773" y="636270"/>
                  </a:lnTo>
                  <a:lnTo>
                    <a:pt x="5130927" y="636270"/>
                  </a:lnTo>
                  <a:lnTo>
                    <a:pt x="5165478" y="643247"/>
                  </a:lnTo>
                  <a:lnTo>
                    <a:pt x="5193696" y="662273"/>
                  </a:lnTo>
                  <a:lnTo>
                    <a:pt x="5212722" y="690491"/>
                  </a:lnTo>
                  <a:lnTo>
                    <a:pt x="5219700" y="725043"/>
                  </a:lnTo>
                  <a:lnTo>
                    <a:pt x="5219700" y="1080135"/>
                  </a:lnTo>
                  <a:lnTo>
                    <a:pt x="5212722" y="1114686"/>
                  </a:lnTo>
                  <a:lnTo>
                    <a:pt x="5193696" y="1142904"/>
                  </a:lnTo>
                  <a:lnTo>
                    <a:pt x="5165478" y="1161930"/>
                  </a:lnTo>
                  <a:lnTo>
                    <a:pt x="5130927" y="1168908"/>
                  </a:lnTo>
                  <a:lnTo>
                    <a:pt x="88773" y="1168908"/>
                  </a:lnTo>
                  <a:lnTo>
                    <a:pt x="54221" y="1161930"/>
                  </a:lnTo>
                  <a:lnTo>
                    <a:pt x="26003" y="1142904"/>
                  </a:lnTo>
                  <a:lnTo>
                    <a:pt x="6977" y="1114686"/>
                  </a:lnTo>
                  <a:lnTo>
                    <a:pt x="0" y="1080135"/>
                  </a:lnTo>
                  <a:lnTo>
                    <a:pt x="0" y="725043"/>
                  </a:lnTo>
                  <a:close/>
                </a:path>
              </a:pathLst>
            </a:custGeom>
            <a:ln w="38100">
              <a:solidFill>
                <a:srgbClr val="FF0000"/>
              </a:solidFill>
              <a:prstDash val="lg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47" name="object 21">
            <a:extLst>
              <a:ext uri="{FF2B5EF4-FFF2-40B4-BE49-F238E27FC236}">
                <a16:creationId xmlns:a16="http://schemas.microsoft.com/office/drawing/2014/main" id="{433156D3-D6F5-1042-B62A-8218EAA7C83F}"/>
              </a:ext>
            </a:extLst>
          </p:cNvPr>
          <p:cNvGraphicFramePr>
            <a:graphicFrameLocks noGrp="1"/>
          </p:cNvGraphicFramePr>
          <p:nvPr/>
        </p:nvGraphicFramePr>
        <p:xfrm>
          <a:off x="469888" y="2223897"/>
          <a:ext cx="5052060" cy="3596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0739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98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95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6121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商品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0000"/>
                      </a:solidFill>
                      <a:prstDash val="sysDash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价格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0000"/>
                      </a:solidFill>
                      <a:prstDash val="sysDash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体积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0000"/>
                      </a:solidFill>
                      <a:prstDash val="sysDash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24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汽水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85090" marB="0">
                    <a:lnL w="76213">
                      <a:solidFill>
                        <a:srgbClr val="FF0000"/>
                      </a:solidFill>
                      <a:prstDash val="sysDash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0000"/>
                      </a:solidFill>
                      <a:prstDash val="sysDash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2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98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0000"/>
                      </a:solidFill>
                      <a:prstDash val="sysDash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3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98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76223">
                      <a:solidFill>
                        <a:srgbClr val="FF0000"/>
                      </a:solidFill>
                      <a:prstDash val="sysDash"/>
                    </a:lnR>
                    <a:lnT w="76200">
                      <a:solidFill>
                        <a:srgbClr val="FF0000"/>
                      </a:solidFill>
                      <a:prstDash val="sysDash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911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75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饼干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60325" marB="0">
                    <a:lnL w="12700">
                      <a:solidFill>
                        <a:srgbClr val="FF0000"/>
                      </a:solidFill>
                      <a:prstDash val="sysDash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38100">
                      <a:solidFill>
                        <a:srgbClr val="FF0000"/>
                      </a:solidFill>
                      <a:prstDash val="sysDash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7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9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857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38100">
                      <a:solidFill>
                        <a:srgbClr val="FF0000"/>
                      </a:solidFill>
                      <a:prstDash val="sysDash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7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857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0000"/>
                      </a:solidFill>
                      <a:prstDash val="sysDash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38100">
                      <a:solidFill>
                        <a:srgbClr val="FF0000"/>
                      </a:solidFill>
                      <a:prstDash val="sysDash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3784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4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牛奶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68580" marB="0">
                    <a:lnL w="12700">
                      <a:solidFill>
                        <a:srgbClr val="FF0000"/>
                      </a:solidFill>
                      <a:prstDash val="sysDash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0000"/>
                      </a:solidFill>
                      <a:prstDash val="sysDash"/>
                    </a:lnT>
                    <a:lnB w="38100">
                      <a:solidFill>
                        <a:srgbClr val="FF0000"/>
                      </a:solidFill>
                      <a:prstDash val="sysDash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3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9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9334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0000"/>
                      </a:solidFill>
                      <a:prstDash val="sysDash"/>
                    </a:lnT>
                    <a:lnB w="3810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3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9334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0000"/>
                      </a:solidFill>
                      <a:prstDash val="sysDash"/>
                    </a:lnR>
                    <a:lnT w="38100">
                      <a:solidFill>
                        <a:srgbClr val="FF0000"/>
                      </a:solidFill>
                      <a:prstDash val="sysDash"/>
                    </a:lnT>
                    <a:lnB w="3810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6311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19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面包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129539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20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5494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20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5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5494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啤酒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pSp>
        <p:nvGrpSpPr>
          <p:cNvPr id="48" name="object 22">
            <a:extLst>
              <a:ext uri="{FF2B5EF4-FFF2-40B4-BE49-F238E27FC236}">
                <a16:creationId xmlns:a16="http://schemas.microsoft.com/office/drawing/2014/main" id="{F40DB8E1-92E9-C541-BA31-841BC13CC307}"/>
              </a:ext>
            </a:extLst>
          </p:cNvPr>
          <p:cNvGrpSpPr/>
          <p:nvPr/>
        </p:nvGrpSpPr>
        <p:grpSpPr>
          <a:xfrm>
            <a:off x="5727953" y="4760214"/>
            <a:ext cx="1301750" cy="1068070"/>
            <a:chOff x="5727953" y="4760214"/>
            <a:chExt cx="1301750" cy="1068070"/>
          </a:xfrm>
        </p:grpSpPr>
        <p:pic>
          <p:nvPicPr>
            <p:cNvPr id="49" name="object 23">
              <a:extLst>
                <a:ext uri="{FF2B5EF4-FFF2-40B4-BE49-F238E27FC236}">
                  <a16:creationId xmlns:a16="http://schemas.microsoft.com/office/drawing/2014/main" id="{0F73C978-9CEC-A747-8D16-3B0BCC49C69F}"/>
                </a:ext>
              </a:extLst>
            </p:cNvPr>
            <p:cNvPicPr/>
            <p:nvPr/>
          </p:nvPicPr>
          <p:blipFill>
            <a:blip r:embed="rId8"/>
            <a:stretch>
              <a:fillRect/>
            </a:stretch>
          </p:blipFill>
          <p:spPr>
            <a:xfrm>
              <a:off x="5727953" y="4760214"/>
              <a:ext cx="1301496" cy="1067562"/>
            </a:xfrm>
            <a:prstGeom prst="rect">
              <a:avLst/>
            </a:prstGeom>
          </p:spPr>
        </p:pic>
        <p:pic>
          <p:nvPicPr>
            <p:cNvPr id="50" name="object 24">
              <a:extLst>
                <a:ext uri="{FF2B5EF4-FFF2-40B4-BE49-F238E27FC236}">
                  <a16:creationId xmlns:a16="http://schemas.microsoft.com/office/drawing/2014/main" id="{2D824B43-E2A4-9E42-8EE6-681118DC8963}"/>
                </a:ext>
              </a:extLst>
            </p:cNvPr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6095999" y="5107686"/>
              <a:ext cx="359663" cy="360425"/>
            </a:xfrm>
            <a:prstGeom prst="rect">
              <a:avLst/>
            </a:prstGeom>
          </p:spPr>
        </p:pic>
        <p:pic>
          <p:nvPicPr>
            <p:cNvPr id="51" name="object 25">
              <a:extLst>
                <a:ext uri="{FF2B5EF4-FFF2-40B4-BE49-F238E27FC236}">
                  <a16:creationId xmlns:a16="http://schemas.microsoft.com/office/drawing/2014/main" id="{67BEE6CB-484F-D643-BB04-70510B79FE43}"/>
                </a:ext>
              </a:extLst>
            </p:cNvPr>
            <p:cNvPicPr/>
            <p:nvPr/>
          </p:nvPicPr>
          <p:blipFill>
            <a:blip r:embed="rId4"/>
            <a:stretch>
              <a:fillRect/>
            </a:stretch>
          </p:blipFill>
          <p:spPr>
            <a:xfrm>
              <a:off x="6300215" y="5107686"/>
              <a:ext cx="360426" cy="360425"/>
            </a:xfrm>
            <a:prstGeom prst="rect">
              <a:avLst/>
            </a:prstGeom>
          </p:spPr>
        </p:pic>
        <p:pic>
          <p:nvPicPr>
            <p:cNvPr id="52" name="object 26">
              <a:extLst>
                <a:ext uri="{FF2B5EF4-FFF2-40B4-BE49-F238E27FC236}">
                  <a16:creationId xmlns:a16="http://schemas.microsoft.com/office/drawing/2014/main" id="{111F31B0-C541-CD4F-8336-94CB5F790758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6624827" y="5091684"/>
              <a:ext cx="360425" cy="359664"/>
            </a:xfrm>
            <a:prstGeom prst="rect">
              <a:avLst/>
            </a:prstGeom>
          </p:spPr>
        </p:pic>
      </p:grpSp>
      <p:sp>
        <p:nvSpPr>
          <p:cNvPr id="53" name="object 27">
            <a:extLst>
              <a:ext uri="{FF2B5EF4-FFF2-40B4-BE49-F238E27FC236}">
                <a16:creationId xmlns:a16="http://schemas.microsoft.com/office/drawing/2014/main" id="{BAB1A8A7-D8C1-C44F-A906-B019A6CE2CEB}"/>
              </a:ext>
            </a:extLst>
          </p:cNvPr>
          <p:cNvSpPr txBox="1"/>
          <p:nvPr/>
        </p:nvSpPr>
        <p:spPr>
          <a:xfrm>
            <a:off x="7583931" y="5101844"/>
            <a:ext cx="1397000" cy="5746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5">
                <a:latin typeface="PMingLiU"/>
                <a:cs typeface="PMingLiU"/>
              </a:rPr>
              <a:t>剩余体积：</a:t>
            </a:r>
            <a:r>
              <a:rPr sz="1800" b="1" spc="-25">
                <a:latin typeface="Times New Roman"/>
                <a:cs typeface="Times New Roman"/>
              </a:rPr>
              <a:t>2</a:t>
            </a:r>
            <a:endParaRPr sz="1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sz="1800" spc="-5">
                <a:latin typeface="PMingLiU"/>
                <a:cs typeface="PMingLiU"/>
              </a:rPr>
              <a:t>商品价值：</a:t>
            </a:r>
            <a:r>
              <a:rPr sz="1800" b="1" spc="-25">
                <a:latin typeface="Times New Roman"/>
                <a:cs typeface="Times New Roman"/>
              </a:rPr>
              <a:t>20</a:t>
            </a:r>
            <a:endParaRPr sz="1800">
              <a:latin typeface="Times New Roman"/>
              <a:cs typeface="Times New Roman"/>
            </a:endParaRPr>
          </a:p>
        </p:txBody>
      </p:sp>
      <p:pic>
        <p:nvPicPr>
          <p:cNvPr id="54" name="object 28">
            <a:extLst>
              <a:ext uri="{FF2B5EF4-FFF2-40B4-BE49-F238E27FC236}">
                <a16:creationId xmlns:a16="http://schemas.microsoft.com/office/drawing/2014/main" id="{6FAA55E2-08C5-E947-8053-3ADAE83F2384}"/>
              </a:ext>
            </a:extLst>
          </p:cNvPr>
          <p:cNvPicPr/>
          <p:nvPr/>
        </p:nvPicPr>
        <p:blipFill>
          <a:blip r:embed="rId9"/>
          <a:stretch>
            <a:fillRect/>
          </a:stretch>
        </p:blipFill>
        <p:spPr>
          <a:xfrm>
            <a:off x="6775704" y="2921507"/>
            <a:ext cx="912876" cy="468629"/>
          </a:xfrm>
          <a:prstGeom prst="rect">
            <a:avLst/>
          </a:prstGeom>
        </p:spPr>
      </p:pic>
      <p:pic>
        <p:nvPicPr>
          <p:cNvPr id="55" name="object 29">
            <a:extLst>
              <a:ext uri="{FF2B5EF4-FFF2-40B4-BE49-F238E27FC236}">
                <a16:creationId xmlns:a16="http://schemas.microsoft.com/office/drawing/2014/main" id="{52F29D68-C328-D546-B0C7-AFCD6C554A68}"/>
              </a:ext>
            </a:extLst>
          </p:cNvPr>
          <p:cNvPicPr/>
          <p:nvPr/>
        </p:nvPicPr>
        <p:blipFill>
          <a:blip r:embed="rId10"/>
          <a:stretch>
            <a:fillRect/>
          </a:stretch>
        </p:blipFill>
        <p:spPr>
          <a:xfrm>
            <a:off x="6616445" y="3510534"/>
            <a:ext cx="912876" cy="467868"/>
          </a:xfrm>
          <a:prstGeom prst="rect">
            <a:avLst/>
          </a:prstGeom>
        </p:spPr>
      </p:pic>
      <p:pic>
        <p:nvPicPr>
          <p:cNvPr id="56" name="object 30">
            <a:extLst>
              <a:ext uri="{FF2B5EF4-FFF2-40B4-BE49-F238E27FC236}">
                <a16:creationId xmlns:a16="http://schemas.microsoft.com/office/drawing/2014/main" id="{C07948DC-10D1-314F-870C-D53C3E1DAACF}"/>
              </a:ext>
            </a:extLst>
          </p:cNvPr>
          <p:cNvPicPr/>
          <p:nvPr/>
        </p:nvPicPr>
        <p:blipFill>
          <a:blip r:embed="rId4"/>
          <a:stretch>
            <a:fillRect/>
          </a:stretch>
        </p:blipFill>
        <p:spPr>
          <a:xfrm>
            <a:off x="7580376" y="3510534"/>
            <a:ext cx="468629" cy="46786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88204868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>
            <a:extLst>
              <a:ext uri="{FF2B5EF4-FFF2-40B4-BE49-F238E27FC236}">
                <a16:creationId xmlns:a16="http://schemas.microsoft.com/office/drawing/2014/main" id="{EE9CFE8D-05B3-EF4B-BCCF-49022C4314A1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19504" y="174478"/>
            <a:ext cx="3954379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直观策</a:t>
            </a: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略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sp>
        <p:nvSpPr>
          <p:cNvPr id="4" name="object 2">
            <a:extLst>
              <a:ext uri="{FF2B5EF4-FFF2-40B4-BE49-F238E27FC236}">
                <a16:creationId xmlns:a16="http://schemas.microsoft.com/office/drawing/2014/main" id="{BF8DC461-4866-E742-AFF9-C9FBCFAEF5F4}"/>
              </a:ext>
            </a:extLst>
          </p:cNvPr>
          <p:cNvSpPr txBox="1"/>
          <p:nvPr/>
        </p:nvSpPr>
        <p:spPr>
          <a:xfrm>
            <a:off x="731955" y="1002271"/>
            <a:ext cx="8490585" cy="988060"/>
          </a:xfrm>
          <a:prstGeom prst="rect">
            <a:avLst/>
          </a:prstGeom>
        </p:spPr>
        <p:txBody>
          <a:bodyPr vert="horz" wrap="square" lIns="0" tIns="104139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819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1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核心思想：将商品排序，依次挑选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  <a:p>
            <a:pPr marL="704215" lvl="1" indent="-347980">
              <a:spcBef>
                <a:spcPts val="615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704215" algn="l"/>
                <a:tab pos="704850" algn="l"/>
              </a:tabLst>
            </a:pPr>
            <a:r>
              <a:rPr sz="240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策略</a:t>
            </a:r>
            <a:r>
              <a:rPr sz="2400" b="1" dirty="0">
                <a:latin typeface="SimSun" panose="02010600030101010101" pitchFamily="2" charset="-122"/>
                <a:ea typeface="SimSun" panose="02010600030101010101" pitchFamily="2" charset="-122"/>
                <a:cs typeface="Times New Roman"/>
              </a:rPr>
              <a:t>1</a:t>
            </a:r>
            <a:r>
              <a:rPr sz="240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：</a:t>
            </a:r>
            <a:r>
              <a:rPr lang="zh-CN" altLang="en-US" sz="240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按商品体积由小到大排序，优先挑选体积小的商品</a:t>
            </a:r>
            <a:endParaRPr sz="24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grpSp>
        <p:nvGrpSpPr>
          <p:cNvPr id="57" name="object 3">
            <a:extLst>
              <a:ext uri="{FF2B5EF4-FFF2-40B4-BE49-F238E27FC236}">
                <a16:creationId xmlns:a16="http://schemas.microsoft.com/office/drawing/2014/main" id="{5A6F09EB-2B54-5C4E-8F67-BEE6F1089BF7}"/>
              </a:ext>
            </a:extLst>
          </p:cNvPr>
          <p:cNvGrpSpPr/>
          <p:nvPr/>
        </p:nvGrpSpPr>
        <p:grpSpPr>
          <a:xfrm>
            <a:off x="508000" y="2230208"/>
            <a:ext cx="5052695" cy="3597910"/>
            <a:chOff x="508000" y="2230208"/>
            <a:chExt cx="5052695" cy="3597910"/>
          </a:xfrm>
        </p:grpSpPr>
        <p:sp>
          <p:nvSpPr>
            <p:cNvPr id="58" name="object 4">
              <a:extLst>
                <a:ext uri="{FF2B5EF4-FFF2-40B4-BE49-F238E27FC236}">
                  <a16:creationId xmlns:a16="http://schemas.microsoft.com/office/drawing/2014/main" id="{C54B40FF-F82D-EA47-8316-5A7BCEC963E9}"/>
                </a:ext>
              </a:extLst>
            </p:cNvPr>
            <p:cNvSpPr/>
            <p:nvPr/>
          </p:nvSpPr>
          <p:spPr>
            <a:xfrm>
              <a:off x="508000" y="2230208"/>
              <a:ext cx="5052695" cy="3597910"/>
            </a:xfrm>
            <a:custGeom>
              <a:avLst/>
              <a:gdLst/>
              <a:ahLst/>
              <a:cxnLst/>
              <a:rect l="l" t="t" r="r" b="b"/>
              <a:pathLst>
                <a:path w="5052695" h="3597910">
                  <a:moveTo>
                    <a:pt x="5052314" y="0"/>
                  </a:moveTo>
                  <a:lnTo>
                    <a:pt x="0" y="0"/>
                  </a:lnTo>
                  <a:lnTo>
                    <a:pt x="0" y="3597910"/>
                  </a:lnTo>
                  <a:lnTo>
                    <a:pt x="5052314" y="3597910"/>
                  </a:lnTo>
                  <a:lnTo>
                    <a:pt x="5052314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">
              <a:extLst>
                <a:ext uri="{FF2B5EF4-FFF2-40B4-BE49-F238E27FC236}">
                  <a16:creationId xmlns:a16="http://schemas.microsoft.com/office/drawing/2014/main" id="{1F6B8CEE-587D-7945-949F-FAFCC5D52333}"/>
                </a:ext>
              </a:extLst>
            </p:cNvPr>
            <p:cNvSpPr/>
            <p:nvPr/>
          </p:nvSpPr>
          <p:spPr>
            <a:xfrm>
              <a:off x="508000" y="2829864"/>
              <a:ext cx="2073910" cy="600075"/>
            </a:xfrm>
            <a:custGeom>
              <a:avLst/>
              <a:gdLst/>
              <a:ahLst/>
              <a:cxnLst/>
              <a:rect l="l" t="t" r="r" b="b"/>
              <a:pathLst>
                <a:path w="2073910" h="600075">
                  <a:moveTo>
                    <a:pt x="2073910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2073910" y="599643"/>
                  </a:lnTo>
                  <a:lnTo>
                    <a:pt x="2073910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">
              <a:extLst>
                <a:ext uri="{FF2B5EF4-FFF2-40B4-BE49-F238E27FC236}">
                  <a16:creationId xmlns:a16="http://schemas.microsoft.com/office/drawing/2014/main" id="{D21CDA91-4303-2240-8EB1-5CBE7B66A1A3}"/>
                </a:ext>
              </a:extLst>
            </p:cNvPr>
            <p:cNvSpPr/>
            <p:nvPr/>
          </p:nvSpPr>
          <p:spPr>
            <a:xfrm>
              <a:off x="508000" y="3429558"/>
              <a:ext cx="2073910" cy="600075"/>
            </a:xfrm>
            <a:custGeom>
              <a:avLst/>
              <a:gdLst/>
              <a:ahLst/>
              <a:cxnLst/>
              <a:rect l="l" t="t" r="r" b="b"/>
              <a:pathLst>
                <a:path w="2073910" h="600075">
                  <a:moveTo>
                    <a:pt x="2073910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2073910" y="599643"/>
                  </a:lnTo>
                  <a:lnTo>
                    <a:pt x="2073910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7">
              <a:extLst>
                <a:ext uri="{FF2B5EF4-FFF2-40B4-BE49-F238E27FC236}">
                  <a16:creationId xmlns:a16="http://schemas.microsoft.com/office/drawing/2014/main" id="{40D2ACA4-6529-0348-944D-E53EACD3AF12}"/>
                </a:ext>
              </a:extLst>
            </p:cNvPr>
            <p:cNvSpPr/>
            <p:nvPr/>
          </p:nvSpPr>
          <p:spPr>
            <a:xfrm>
              <a:off x="508000" y="4029125"/>
              <a:ext cx="2073910" cy="600075"/>
            </a:xfrm>
            <a:custGeom>
              <a:avLst/>
              <a:gdLst/>
              <a:ahLst/>
              <a:cxnLst/>
              <a:rect l="l" t="t" r="r" b="b"/>
              <a:pathLst>
                <a:path w="2073910" h="600075">
                  <a:moveTo>
                    <a:pt x="2073910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2073910" y="599643"/>
                  </a:lnTo>
                  <a:lnTo>
                    <a:pt x="2073910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8">
              <a:extLst>
                <a:ext uri="{FF2B5EF4-FFF2-40B4-BE49-F238E27FC236}">
                  <a16:creationId xmlns:a16="http://schemas.microsoft.com/office/drawing/2014/main" id="{11FE048E-C787-7043-A47C-6AAE128E68F3}"/>
                </a:ext>
              </a:extLst>
            </p:cNvPr>
            <p:cNvSpPr/>
            <p:nvPr/>
          </p:nvSpPr>
          <p:spPr>
            <a:xfrm>
              <a:off x="508000" y="4628819"/>
              <a:ext cx="2073910" cy="600075"/>
            </a:xfrm>
            <a:custGeom>
              <a:avLst/>
              <a:gdLst/>
              <a:ahLst/>
              <a:cxnLst/>
              <a:rect l="l" t="t" r="r" b="b"/>
              <a:pathLst>
                <a:path w="2073910" h="600075">
                  <a:moveTo>
                    <a:pt x="2073910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2073910" y="599643"/>
                  </a:lnTo>
                  <a:lnTo>
                    <a:pt x="2073910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9">
              <a:extLst>
                <a:ext uri="{FF2B5EF4-FFF2-40B4-BE49-F238E27FC236}">
                  <a16:creationId xmlns:a16="http://schemas.microsoft.com/office/drawing/2014/main" id="{CBF897AF-4F03-4042-8273-D35AE396C3CB}"/>
                </a:ext>
              </a:extLst>
            </p:cNvPr>
            <p:cNvSpPr/>
            <p:nvPr/>
          </p:nvSpPr>
          <p:spPr>
            <a:xfrm>
              <a:off x="508000" y="5228475"/>
              <a:ext cx="2073910" cy="600075"/>
            </a:xfrm>
            <a:custGeom>
              <a:avLst/>
              <a:gdLst/>
              <a:ahLst/>
              <a:cxnLst/>
              <a:rect l="l" t="t" r="r" b="b"/>
              <a:pathLst>
                <a:path w="2073910" h="600075">
                  <a:moveTo>
                    <a:pt x="2073910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2073910" y="599643"/>
                  </a:lnTo>
                  <a:lnTo>
                    <a:pt x="2073910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64" name="object 11">
            <a:extLst>
              <a:ext uri="{FF2B5EF4-FFF2-40B4-BE49-F238E27FC236}">
                <a16:creationId xmlns:a16="http://schemas.microsoft.com/office/drawing/2014/main" id="{A17443B5-AD24-C341-9325-949BBC1C6495}"/>
              </a:ext>
            </a:extLst>
          </p:cNvPr>
          <p:cNvGraphicFramePr>
            <a:graphicFrameLocks noGrp="1"/>
          </p:cNvGraphicFramePr>
          <p:nvPr/>
        </p:nvGraphicFramePr>
        <p:xfrm>
          <a:off x="5721603" y="2223897"/>
          <a:ext cx="6177915" cy="17983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302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52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43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493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2908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5994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201930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1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商品列表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20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总体积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20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总价格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说明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>
                          <a:latin typeface="PMingLiU"/>
                          <a:cs typeface="PMingLiU"/>
                        </a:rPr>
                        <a:t>策略</a:t>
                      </a:r>
                      <a:r>
                        <a:rPr sz="2200" b="1" spc="-50">
                          <a:latin typeface="Times New Roman"/>
                          <a:cs typeface="Times New Roman"/>
                        </a:rPr>
                        <a:t>1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13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spc="-15">
                          <a:latin typeface="PMingLiU"/>
                          <a:cs typeface="PMingLiU"/>
                        </a:rPr>
                        <a:t>非最优解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>
                          <a:latin typeface="PMingLiU"/>
                          <a:cs typeface="PMingLiU"/>
                        </a:rPr>
                        <a:t>策略</a:t>
                      </a:r>
                      <a:r>
                        <a:rPr sz="2200" b="1" spc="-50">
                          <a:latin typeface="Times New Roman"/>
                          <a:cs typeface="Times New Roman"/>
                        </a:rPr>
                        <a:t>2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6985"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20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spc="-15">
                          <a:latin typeface="PMingLiU"/>
                          <a:cs typeface="PMingLiU"/>
                        </a:rPr>
                        <a:t>非最优解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65" name="object 12">
            <a:extLst>
              <a:ext uri="{FF2B5EF4-FFF2-40B4-BE49-F238E27FC236}">
                <a16:creationId xmlns:a16="http://schemas.microsoft.com/office/drawing/2014/main" id="{F57AD7C1-AD02-B643-9C6C-00F578B9322D}"/>
              </a:ext>
            </a:extLst>
          </p:cNvPr>
          <p:cNvGrpSpPr/>
          <p:nvPr/>
        </p:nvGrpSpPr>
        <p:grpSpPr>
          <a:xfrm>
            <a:off x="404622" y="2836164"/>
            <a:ext cx="5257800" cy="2872105"/>
            <a:chOff x="404622" y="2836164"/>
            <a:chExt cx="5257800" cy="2872105"/>
          </a:xfrm>
        </p:grpSpPr>
        <p:pic>
          <p:nvPicPr>
            <p:cNvPr id="66" name="object 13">
              <a:extLst>
                <a:ext uri="{FF2B5EF4-FFF2-40B4-BE49-F238E27FC236}">
                  <a16:creationId xmlns:a16="http://schemas.microsoft.com/office/drawing/2014/main" id="{40167BC5-B59A-CC42-AC1C-C99753E2F43C}"/>
                </a:ext>
              </a:extLst>
            </p:cNvPr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697230" y="2948178"/>
              <a:ext cx="360426" cy="359663"/>
            </a:xfrm>
            <a:prstGeom prst="rect">
              <a:avLst/>
            </a:prstGeom>
          </p:spPr>
        </p:pic>
        <p:pic>
          <p:nvPicPr>
            <p:cNvPr id="67" name="object 14">
              <a:extLst>
                <a:ext uri="{FF2B5EF4-FFF2-40B4-BE49-F238E27FC236}">
                  <a16:creationId xmlns:a16="http://schemas.microsoft.com/office/drawing/2014/main" id="{905D064C-8A4E-AF43-A763-1702A202AF52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697230" y="5347716"/>
              <a:ext cx="360426" cy="360425"/>
            </a:xfrm>
            <a:prstGeom prst="rect">
              <a:avLst/>
            </a:prstGeom>
          </p:spPr>
        </p:pic>
        <p:pic>
          <p:nvPicPr>
            <p:cNvPr id="68" name="object 15">
              <a:extLst>
                <a:ext uri="{FF2B5EF4-FFF2-40B4-BE49-F238E27FC236}">
                  <a16:creationId xmlns:a16="http://schemas.microsoft.com/office/drawing/2014/main" id="{E484CF63-D623-C944-A6DF-C9E89F00EFAE}"/>
                </a:ext>
              </a:extLst>
            </p:cNvPr>
            <p:cNvPicPr/>
            <p:nvPr/>
          </p:nvPicPr>
          <p:blipFill>
            <a:blip r:embed="rId4"/>
            <a:stretch>
              <a:fillRect/>
            </a:stretch>
          </p:blipFill>
          <p:spPr>
            <a:xfrm>
              <a:off x="697230" y="3547872"/>
              <a:ext cx="360426" cy="360425"/>
            </a:xfrm>
            <a:prstGeom prst="rect">
              <a:avLst/>
            </a:prstGeom>
          </p:spPr>
        </p:pic>
        <p:pic>
          <p:nvPicPr>
            <p:cNvPr id="69" name="object 16">
              <a:extLst>
                <a:ext uri="{FF2B5EF4-FFF2-40B4-BE49-F238E27FC236}">
                  <a16:creationId xmlns:a16="http://schemas.microsoft.com/office/drawing/2014/main" id="{9AFD1D45-0CDB-4B4F-80A5-D2FAC628715C}"/>
                </a:ext>
              </a:extLst>
            </p:cNvPr>
            <p:cNvPicPr/>
            <p:nvPr/>
          </p:nvPicPr>
          <p:blipFill>
            <a:blip r:embed="rId5"/>
            <a:stretch>
              <a:fillRect/>
            </a:stretch>
          </p:blipFill>
          <p:spPr>
            <a:xfrm>
              <a:off x="697230" y="4748022"/>
              <a:ext cx="360426" cy="359663"/>
            </a:xfrm>
            <a:prstGeom prst="rect">
              <a:avLst/>
            </a:prstGeom>
          </p:spPr>
        </p:pic>
        <p:pic>
          <p:nvPicPr>
            <p:cNvPr id="70" name="object 17">
              <a:extLst>
                <a:ext uri="{FF2B5EF4-FFF2-40B4-BE49-F238E27FC236}">
                  <a16:creationId xmlns:a16="http://schemas.microsoft.com/office/drawing/2014/main" id="{92E0701A-3F41-774D-BE7D-56DDC51E503E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697230" y="4148328"/>
              <a:ext cx="360426" cy="359663"/>
            </a:xfrm>
            <a:prstGeom prst="rect">
              <a:avLst/>
            </a:prstGeom>
          </p:spPr>
        </p:pic>
        <p:sp>
          <p:nvSpPr>
            <p:cNvPr id="71" name="object 18">
              <a:extLst>
                <a:ext uri="{FF2B5EF4-FFF2-40B4-BE49-F238E27FC236}">
                  <a16:creationId xmlns:a16="http://schemas.microsoft.com/office/drawing/2014/main" id="{5F04B166-9B1A-9845-9F87-9A68A84C3C86}"/>
                </a:ext>
              </a:extLst>
            </p:cNvPr>
            <p:cNvSpPr/>
            <p:nvPr/>
          </p:nvSpPr>
          <p:spPr>
            <a:xfrm>
              <a:off x="423672" y="2855214"/>
              <a:ext cx="5219700" cy="1722120"/>
            </a:xfrm>
            <a:custGeom>
              <a:avLst/>
              <a:gdLst/>
              <a:ahLst/>
              <a:cxnLst/>
              <a:rect l="l" t="t" r="r" b="b"/>
              <a:pathLst>
                <a:path w="5219700" h="1722120">
                  <a:moveTo>
                    <a:pt x="0" y="97916"/>
                  </a:moveTo>
                  <a:lnTo>
                    <a:pt x="7695" y="59793"/>
                  </a:lnTo>
                  <a:lnTo>
                    <a:pt x="28679" y="28670"/>
                  </a:lnTo>
                  <a:lnTo>
                    <a:pt x="59803" y="7691"/>
                  </a:lnTo>
                  <a:lnTo>
                    <a:pt x="97917" y="0"/>
                  </a:lnTo>
                  <a:lnTo>
                    <a:pt x="5121783" y="0"/>
                  </a:lnTo>
                  <a:lnTo>
                    <a:pt x="5159906" y="7691"/>
                  </a:lnTo>
                  <a:lnTo>
                    <a:pt x="5191029" y="28670"/>
                  </a:lnTo>
                  <a:lnTo>
                    <a:pt x="5212008" y="59793"/>
                  </a:lnTo>
                  <a:lnTo>
                    <a:pt x="5219700" y="97916"/>
                  </a:lnTo>
                  <a:lnTo>
                    <a:pt x="5219700" y="489585"/>
                  </a:lnTo>
                  <a:lnTo>
                    <a:pt x="5212008" y="527708"/>
                  </a:lnTo>
                  <a:lnTo>
                    <a:pt x="5191029" y="558831"/>
                  </a:lnTo>
                  <a:lnTo>
                    <a:pt x="5159906" y="579810"/>
                  </a:lnTo>
                  <a:lnTo>
                    <a:pt x="5121783" y="587501"/>
                  </a:lnTo>
                  <a:lnTo>
                    <a:pt x="97917" y="587501"/>
                  </a:lnTo>
                  <a:lnTo>
                    <a:pt x="59803" y="579810"/>
                  </a:lnTo>
                  <a:lnTo>
                    <a:pt x="28679" y="558831"/>
                  </a:lnTo>
                  <a:lnTo>
                    <a:pt x="7695" y="527708"/>
                  </a:lnTo>
                  <a:lnTo>
                    <a:pt x="0" y="489585"/>
                  </a:lnTo>
                  <a:lnTo>
                    <a:pt x="0" y="97916"/>
                  </a:lnTo>
                  <a:close/>
                </a:path>
                <a:path w="5219700" h="1722120">
                  <a:moveTo>
                    <a:pt x="0" y="1318260"/>
                  </a:moveTo>
                  <a:lnTo>
                    <a:pt x="6346" y="1286833"/>
                  </a:lnTo>
                  <a:lnTo>
                    <a:pt x="23655" y="1261157"/>
                  </a:lnTo>
                  <a:lnTo>
                    <a:pt x="49329" y="1243839"/>
                  </a:lnTo>
                  <a:lnTo>
                    <a:pt x="80772" y="1237488"/>
                  </a:lnTo>
                  <a:lnTo>
                    <a:pt x="5138928" y="1237488"/>
                  </a:lnTo>
                  <a:lnTo>
                    <a:pt x="5170354" y="1243839"/>
                  </a:lnTo>
                  <a:lnTo>
                    <a:pt x="5196030" y="1261157"/>
                  </a:lnTo>
                  <a:lnTo>
                    <a:pt x="5213348" y="1286833"/>
                  </a:lnTo>
                  <a:lnTo>
                    <a:pt x="5219700" y="1318260"/>
                  </a:lnTo>
                  <a:lnTo>
                    <a:pt x="5219700" y="1641348"/>
                  </a:lnTo>
                  <a:lnTo>
                    <a:pt x="5213348" y="1672774"/>
                  </a:lnTo>
                  <a:lnTo>
                    <a:pt x="5196030" y="1698450"/>
                  </a:lnTo>
                  <a:lnTo>
                    <a:pt x="5170354" y="1715768"/>
                  </a:lnTo>
                  <a:lnTo>
                    <a:pt x="5138928" y="1722120"/>
                  </a:lnTo>
                  <a:lnTo>
                    <a:pt x="80772" y="1722120"/>
                  </a:lnTo>
                  <a:lnTo>
                    <a:pt x="49329" y="1715768"/>
                  </a:lnTo>
                  <a:lnTo>
                    <a:pt x="23655" y="1698450"/>
                  </a:lnTo>
                  <a:lnTo>
                    <a:pt x="6346" y="1672774"/>
                  </a:lnTo>
                  <a:lnTo>
                    <a:pt x="0" y="1641348"/>
                  </a:lnTo>
                  <a:lnTo>
                    <a:pt x="0" y="1318260"/>
                  </a:lnTo>
                  <a:close/>
                </a:path>
                <a:path w="5219700" h="1722120">
                  <a:moveTo>
                    <a:pt x="0" y="725043"/>
                  </a:moveTo>
                  <a:lnTo>
                    <a:pt x="6977" y="690491"/>
                  </a:lnTo>
                  <a:lnTo>
                    <a:pt x="26003" y="662273"/>
                  </a:lnTo>
                  <a:lnTo>
                    <a:pt x="54221" y="643247"/>
                  </a:lnTo>
                  <a:lnTo>
                    <a:pt x="88773" y="636270"/>
                  </a:lnTo>
                  <a:lnTo>
                    <a:pt x="5130927" y="636270"/>
                  </a:lnTo>
                  <a:lnTo>
                    <a:pt x="5165478" y="643247"/>
                  </a:lnTo>
                  <a:lnTo>
                    <a:pt x="5193696" y="662273"/>
                  </a:lnTo>
                  <a:lnTo>
                    <a:pt x="5212722" y="690491"/>
                  </a:lnTo>
                  <a:lnTo>
                    <a:pt x="5219700" y="725043"/>
                  </a:lnTo>
                  <a:lnTo>
                    <a:pt x="5219700" y="1080135"/>
                  </a:lnTo>
                  <a:lnTo>
                    <a:pt x="5212722" y="1114686"/>
                  </a:lnTo>
                  <a:lnTo>
                    <a:pt x="5193696" y="1142904"/>
                  </a:lnTo>
                  <a:lnTo>
                    <a:pt x="5165478" y="1161930"/>
                  </a:lnTo>
                  <a:lnTo>
                    <a:pt x="5130927" y="1168908"/>
                  </a:lnTo>
                  <a:lnTo>
                    <a:pt x="88773" y="1168908"/>
                  </a:lnTo>
                  <a:lnTo>
                    <a:pt x="54221" y="1161930"/>
                  </a:lnTo>
                  <a:lnTo>
                    <a:pt x="26003" y="1142904"/>
                  </a:lnTo>
                  <a:lnTo>
                    <a:pt x="6977" y="1114686"/>
                  </a:lnTo>
                  <a:lnTo>
                    <a:pt x="0" y="1080135"/>
                  </a:lnTo>
                  <a:lnTo>
                    <a:pt x="0" y="725043"/>
                  </a:lnTo>
                  <a:close/>
                </a:path>
              </a:pathLst>
            </a:custGeom>
            <a:ln w="38100">
              <a:solidFill>
                <a:srgbClr val="FF0000"/>
              </a:solidFill>
              <a:prstDash val="lg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72" name="object 19">
            <a:extLst>
              <a:ext uri="{FF2B5EF4-FFF2-40B4-BE49-F238E27FC236}">
                <a16:creationId xmlns:a16="http://schemas.microsoft.com/office/drawing/2014/main" id="{3D274578-D82C-DA4B-8D5C-37A52F82DE79}"/>
              </a:ext>
            </a:extLst>
          </p:cNvPr>
          <p:cNvGraphicFramePr>
            <a:graphicFrameLocks noGrp="1"/>
          </p:cNvGraphicFramePr>
          <p:nvPr/>
        </p:nvGraphicFramePr>
        <p:xfrm>
          <a:off x="469888" y="2223897"/>
          <a:ext cx="5052060" cy="3596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0739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98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95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6121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商品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0000"/>
                      </a:solidFill>
                      <a:prstDash val="sysDash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价格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0000"/>
                      </a:solidFill>
                      <a:prstDash val="sysDash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体积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0000"/>
                      </a:solidFill>
                      <a:prstDash val="sysDash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24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汽水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85090" marB="0">
                    <a:lnL w="76213">
                      <a:solidFill>
                        <a:srgbClr val="FF0000"/>
                      </a:solidFill>
                      <a:prstDash val="sysDash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0000"/>
                      </a:solidFill>
                      <a:prstDash val="sysDash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2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98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0000"/>
                      </a:solidFill>
                      <a:prstDash val="sysDash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3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98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76223">
                      <a:solidFill>
                        <a:srgbClr val="FF0000"/>
                      </a:solidFill>
                      <a:prstDash val="sysDash"/>
                    </a:lnR>
                    <a:lnT w="76200">
                      <a:solidFill>
                        <a:srgbClr val="FF0000"/>
                      </a:solidFill>
                      <a:prstDash val="sysDash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911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75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饼干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60325" marB="0">
                    <a:lnL w="12700">
                      <a:solidFill>
                        <a:srgbClr val="FF0000"/>
                      </a:solidFill>
                      <a:prstDash val="sysDash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38100">
                      <a:solidFill>
                        <a:srgbClr val="FF0000"/>
                      </a:solidFill>
                      <a:prstDash val="sysDash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7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9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857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38100">
                      <a:solidFill>
                        <a:srgbClr val="FF0000"/>
                      </a:solidFill>
                      <a:prstDash val="sysDash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7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857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0000"/>
                      </a:solidFill>
                      <a:prstDash val="sysDash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38100">
                      <a:solidFill>
                        <a:srgbClr val="FF0000"/>
                      </a:solidFill>
                      <a:prstDash val="sysDash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3784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4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牛奶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68580" marB="0">
                    <a:lnL w="12700">
                      <a:solidFill>
                        <a:srgbClr val="FF0000"/>
                      </a:solidFill>
                      <a:prstDash val="sysDash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0000"/>
                      </a:solidFill>
                      <a:prstDash val="sysDash"/>
                    </a:lnT>
                    <a:lnB w="38100">
                      <a:solidFill>
                        <a:srgbClr val="FF0000"/>
                      </a:solidFill>
                      <a:prstDash val="sysDash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3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9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9334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0000"/>
                      </a:solidFill>
                      <a:prstDash val="sysDash"/>
                    </a:lnT>
                    <a:lnB w="3810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3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9334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0000"/>
                      </a:solidFill>
                      <a:prstDash val="sysDash"/>
                    </a:lnR>
                    <a:lnT w="38100">
                      <a:solidFill>
                        <a:srgbClr val="FF0000"/>
                      </a:solidFill>
                      <a:prstDash val="sysDash"/>
                    </a:lnT>
                    <a:lnB w="3810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6311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19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面包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129539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20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5494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20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5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5494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啤酒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pic>
        <p:nvPicPr>
          <p:cNvPr id="73" name="object 20">
            <a:extLst>
              <a:ext uri="{FF2B5EF4-FFF2-40B4-BE49-F238E27FC236}">
                <a16:creationId xmlns:a16="http://schemas.microsoft.com/office/drawing/2014/main" id="{7F1EABD7-59CB-7E47-917C-766670C7F39A}"/>
              </a:ext>
            </a:extLst>
          </p:cNvPr>
          <p:cNvPicPr/>
          <p:nvPr/>
        </p:nvPicPr>
        <p:blipFill>
          <a:blip r:embed="rId7"/>
          <a:stretch>
            <a:fillRect/>
          </a:stretch>
        </p:blipFill>
        <p:spPr>
          <a:xfrm>
            <a:off x="5727953" y="4760214"/>
            <a:ext cx="1301496" cy="1067562"/>
          </a:xfrm>
          <a:prstGeom prst="rect">
            <a:avLst/>
          </a:prstGeom>
        </p:spPr>
      </p:pic>
      <p:pic>
        <p:nvPicPr>
          <p:cNvPr id="74" name="object 21">
            <a:extLst>
              <a:ext uri="{FF2B5EF4-FFF2-40B4-BE49-F238E27FC236}">
                <a16:creationId xmlns:a16="http://schemas.microsoft.com/office/drawing/2014/main" id="{39CB49CF-36E0-1B4E-ADE0-978A411016C4}"/>
              </a:ext>
            </a:extLst>
          </p:cNvPr>
          <p:cNvPicPr/>
          <p:nvPr/>
        </p:nvPicPr>
        <p:blipFill>
          <a:blip r:embed="rId4"/>
          <a:stretch>
            <a:fillRect/>
          </a:stretch>
        </p:blipFill>
        <p:spPr>
          <a:xfrm>
            <a:off x="7580376" y="3510534"/>
            <a:ext cx="468629" cy="467868"/>
          </a:xfrm>
          <a:prstGeom prst="rect">
            <a:avLst/>
          </a:prstGeom>
        </p:spPr>
      </p:pic>
      <p:pic>
        <p:nvPicPr>
          <p:cNvPr id="75" name="object 22">
            <a:extLst>
              <a:ext uri="{FF2B5EF4-FFF2-40B4-BE49-F238E27FC236}">
                <a16:creationId xmlns:a16="http://schemas.microsoft.com/office/drawing/2014/main" id="{62D7DD6B-0D57-0B4F-B9FE-23897A136DE7}"/>
              </a:ext>
            </a:extLst>
          </p:cNvPr>
          <p:cNvPicPr/>
          <p:nvPr/>
        </p:nvPicPr>
        <p:blipFill>
          <a:blip r:embed="rId8"/>
          <a:stretch>
            <a:fillRect/>
          </a:stretch>
        </p:blipFill>
        <p:spPr>
          <a:xfrm>
            <a:off x="6616445" y="3510534"/>
            <a:ext cx="912876" cy="467868"/>
          </a:xfrm>
          <a:prstGeom prst="rect">
            <a:avLst/>
          </a:prstGeom>
        </p:spPr>
      </p:pic>
      <p:pic>
        <p:nvPicPr>
          <p:cNvPr id="76" name="object 23">
            <a:extLst>
              <a:ext uri="{FF2B5EF4-FFF2-40B4-BE49-F238E27FC236}">
                <a16:creationId xmlns:a16="http://schemas.microsoft.com/office/drawing/2014/main" id="{D551A677-567F-2B49-AE11-58663B8A12D2}"/>
              </a:ext>
            </a:extLst>
          </p:cNvPr>
          <p:cNvPicPr/>
          <p:nvPr/>
        </p:nvPicPr>
        <p:blipFill>
          <a:blip r:embed="rId9"/>
          <a:stretch>
            <a:fillRect/>
          </a:stretch>
        </p:blipFill>
        <p:spPr>
          <a:xfrm>
            <a:off x="6775704" y="2921507"/>
            <a:ext cx="912876" cy="46862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03455158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>
            <a:extLst>
              <a:ext uri="{FF2B5EF4-FFF2-40B4-BE49-F238E27FC236}">
                <a16:creationId xmlns:a16="http://schemas.microsoft.com/office/drawing/2014/main" id="{EE9CFE8D-05B3-EF4B-BCCF-49022C4314A1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19504" y="174478"/>
            <a:ext cx="3954379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直观策</a:t>
            </a: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略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sp>
        <p:nvSpPr>
          <p:cNvPr id="4" name="object 2">
            <a:extLst>
              <a:ext uri="{FF2B5EF4-FFF2-40B4-BE49-F238E27FC236}">
                <a16:creationId xmlns:a16="http://schemas.microsoft.com/office/drawing/2014/main" id="{BF8DC461-4866-E742-AFF9-C9FBCFAEF5F4}"/>
              </a:ext>
            </a:extLst>
          </p:cNvPr>
          <p:cNvSpPr txBox="1"/>
          <p:nvPr/>
        </p:nvSpPr>
        <p:spPr>
          <a:xfrm>
            <a:off x="731955" y="1002271"/>
            <a:ext cx="10952045" cy="982319"/>
          </a:xfrm>
          <a:prstGeom prst="rect">
            <a:avLst/>
          </a:prstGeom>
        </p:spPr>
        <p:txBody>
          <a:bodyPr vert="horz" wrap="square" lIns="0" tIns="104139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819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1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核心思想：将商品排序，依次挑选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  <a:p>
            <a:pPr marL="704215" lvl="1" indent="-347980">
              <a:spcBef>
                <a:spcPts val="615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704215" algn="l"/>
                <a:tab pos="704850" algn="l"/>
              </a:tabLst>
            </a:pPr>
            <a:r>
              <a:rPr sz="240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策略</a:t>
            </a:r>
            <a:r>
              <a:rPr lang="en-US" altLang="zh-CN" sz="2400" b="1" dirty="0">
                <a:latin typeface="SimSun" panose="02010600030101010101" pitchFamily="2" charset="-122"/>
                <a:ea typeface="SimSun" panose="02010600030101010101" pitchFamily="2" charset="-122"/>
                <a:cs typeface="Times New Roman"/>
              </a:rPr>
              <a:t>3</a:t>
            </a:r>
            <a:r>
              <a:rPr sz="240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：</a:t>
            </a:r>
            <a:r>
              <a:rPr lang="zh-CN" altLang="en-US" sz="240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按商品价值与体积的比由高到低排序，优先挑选比值高的商品</a:t>
            </a:r>
            <a:endParaRPr sz="24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graphicFrame>
        <p:nvGraphicFramePr>
          <p:cNvPr id="24" name="object 4">
            <a:extLst>
              <a:ext uri="{FF2B5EF4-FFF2-40B4-BE49-F238E27FC236}">
                <a16:creationId xmlns:a16="http://schemas.microsoft.com/office/drawing/2014/main" id="{A6739B6E-7A7D-624A-879B-ED42435CFCC8}"/>
              </a:ext>
            </a:extLst>
          </p:cNvPr>
          <p:cNvGraphicFramePr>
            <a:graphicFrameLocks noGrp="1"/>
          </p:cNvGraphicFramePr>
          <p:nvPr/>
        </p:nvGraphicFramePr>
        <p:xfrm>
          <a:off x="5721603" y="2223897"/>
          <a:ext cx="6177915" cy="23977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302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52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43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493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2908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5994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201930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1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商品列表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20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总体积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20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总价格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说明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>
                          <a:latin typeface="PMingLiU"/>
                          <a:cs typeface="PMingLiU"/>
                        </a:rPr>
                        <a:t>策略</a:t>
                      </a:r>
                      <a:r>
                        <a:rPr sz="2200" b="1" spc="-50">
                          <a:latin typeface="Times New Roman"/>
                          <a:cs typeface="Times New Roman"/>
                        </a:rPr>
                        <a:t>1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13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spc="-15">
                          <a:latin typeface="PMingLiU"/>
                          <a:cs typeface="PMingLiU"/>
                        </a:rPr>
                        <a:t>非最优解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>
                          <a:latin typeface="PMingLiU"/>
                          <a:cs typeface="PMingLiU"/>
                        </a:rPr>
                        <a:t>策略</a:t>
                      </a:r>
                      <a:r>
                        <a:rPr sz="2200" b="1" spc="-50">
                          <a:latin typeface="Times New Roman"/>
                          <a:cs typeface="Times New Roman"/>
                        </a:rPr>
                        <a:t>2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6985"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20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spc="-15">
                          <a:latin typeface="PMingLiU"/>
                          <a:cs typeface="PMingLiU"/>
                        </a:rPr>
                        <a:t>非最优解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>
                          <a:latin typeface="PMingLiU"/>
                          <a:cs typeface="PMingLiU"/>
                        </a:rPr>
                        <a:t>策略</a:t>
                      </a:r>
                      <a:r>
                        <a:rPr sz="2200" b="1" spc="-50">
                          <a:latin typeface="Times New Roman"/>
                          <a:cs typeface="Times New Roman"/>
                        </a:rPr>
                        <a:t>3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25" name="object 5">
            <a:extLst>
              <a:ext uri="{FF2B5EF4-FFF2-40B4-BE49-F238E27FC236}">
                <a16:creationId xmlns:a16="http://schemas.microsoft.com/office/drawing/2014/main" id="{3393C9FF-A766-E24E-8E0C-74709D11DAEF}"/>
              </a:ext>
            </a:extLst>
          </p:cNvPr>
          <p:cNvGrpSpPr/>
          <p:nvPr/>
        </p:nvGrpSpPr>
        <p:grpSpPr>
          <a:xfrm>
            <a:off x="508000" y="2230170"/>
            <a:ext cx="5052695" cy="3598545"/>
            <a:chOff x="508000" y="2230170"/>
            <a:chExt cx="5052695" cy="3598545"/>
          </a:xfrm>
        </p:grpSpPr>
        <p:sp>
          <p:nvSpPr>
            <p:cNvPr id="26" name="object 6">
              <a:extLst>
                <a:ext uri="{FF2B5EF4-FFF2-40B4-BE49-F238E27FC236}">
                  <a16:creationId xmlns:a16="http://schemas.microsoft.com/office/drawing/2014/main" id="{814FEF45-4670-0B47-B5CC-D0E3D2DF5B7D}"/>
                </a:ext>
              </a:extLst>
            </p:cNvPr>
            <p:cNvSpPr/>
            <p:nvPr/>
          </p:nvSpPr>
          <p:spPr>
            <a:xfrm>
              <a:off x="508000" y="2230208"/>
              <a:ext cx="5052695" cy="3597910"/>
            </a:xfrm>
            <a:custGeom>
              <a:avLst/>
              <a:gdLst/>
              <a:ahLst/>
              <a:cxnLst/>
              <a:rect l="l" t="t" r="r" b="b"/>
              <a:pathLst>
                <a:path w="5052695" h="3597910">
                  <a:moveTo>
                    <a:pt x="5052314" y="0"/>
                  </a:moveTo>
                  <a:lnTo>
                    <a:pt x="0" y="0"/>
                  </a:lnTo>
                  <a:lnTo>
                    <a:pt x="0" y="3597910"/>
                  </a:lnTo>
                  <a:lnTo>
                    <a:pt x="5052314" y="3597910"/>
                  </a:lnTo>
                  <a:lnTo>
                    <a:pt x="5052314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7">
              <a:extLst>
                <a:ext uri="{FF2B5EF4-FFF2-40B4-BE49-F238E27FC236}">
                  <a16:creationId xmlns:a16="http://schemas.microsoft.com/office/drawing/2014/main" id="{BB029626-4E1B-A947-A82B-6996315F2F8E}"/>
                </a:ext>
              </a:extLst>
            </p:cNvPr>
            <p:cNvSpPr/>
            <p:nvPr/>
          </p:nvSpPr>
          <p:spPr>
            <a:xfrm>
              <a:off x="4008628" y="2230170"/>
              <a:ext cx="1551940" cy="600075"/>
            </a:xfrm>
            <a:custGeom>
              <a:avLst/>
              <a:gdLst/>
              <a:ahLst/>
              <a:cxnLst/>
              <a:rect l="l" t="t" r="r" b="b"/>
              <a:pathLst>
                <a:path w="1551939" h="600075">
                  <a:moveTo>
                    <a:pt x="1551686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1551686" y="599643"/>
                  </a:lnTo>
                  <a:lnTo>
                    <a:pt x="1551686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8">
              <a:extLst>
                <a:ext uri="{FF2B5EF4-FFF2-40B4-BE49-F238E27FC236}">
                  <a16:creationId xmlns:a16="http://schemas.microsoft.com/office/drawing/2014/main" id="{7C051DE7-5613-4C46-885E-AC1FDCA7913A}"/>
                </a:ext>
              </a:extLst>
            </p:cNvPr>
            <p:cNvSpPr/>
            <p:nvPr/>
          </p:nvSpPr>
          <p:spPr>
            <a:xfrm>
              <a:off x="4008628" y="2829864"/>
              <a:ext cx="1551940" cy="600075"/>
            </a:xfrm>
            <a:custGeom>
              <a:avLst/>
              <a:gdLst/>
              <a:ahLst/>
              <a:cxnLst/>
              <a:rect l="l" t="t" r="r" b="b"/>
              <a:pathLst>
                <a:path w="1551939" h="600075">
                  <a:moveTo>
                    <a:pt x="1551686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1551686" y="599643"/>
                  </a:lnTo>
                  <a:lnTo>
                    <a:pt x="1551686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9">
              <a:extLst>
                <a:ext uri="{FF2B5EF4-FFF2-40B4-BE49-F238E27FC236}">
                  <a16:creationId xmlns:a16="http://schemas.microsoft.com/office/drawing/2014/main" id="{415B6FB7-4C80-9741-8EF1-C669C727956A}"/>
                </a:ext>
              </a:extLst>
            </p:cNvPr>
            <p:cNvSpPr/>
            <p:nvPr/>
          </p:nvSpPr>
          <p:spPr>
            <a:xfrm>
              <a:off x="4008628" y="3429558"/>
              <a:ext cx="1551940" cy="600075"/>
            </a:xfrm>
            <a:custGeom>
              <a:avLst/>
              <a:gdLst/>
              <a:ahLst/>
              <a:cxnLst/>
              <a:rect l="l" t="t" r="r" b="b"/>
              <a:pathLst>
                <a:path w="1551939" h="600075">
                  <a:moveTo>
                    <a:pt x="1551686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1551686" y="599643"/>
                  </a:lnTo>
                  <a:lnTo>
                    <a:pt x="1551686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10">
              <a:extLst>
                <a:ext uri="{FF2B5EF4-FFF2-40B4-BE49-F238E27FC236}">
                  <a16:creationId xmlns:a16="http://schemas.microsoft.com/office/drawing/2014/main" id="{443A8BD5-12CC-794D-999A-38A888C8538B}"/>
                </a:ext>
              </a:extLst>
            </p:cNvPr>
            <p:cNvSpPr/>
            <p:nvPr/>
          </p:nvSpPr>
          <p:spPr>
            <a:xfrm>
              <a:off x="4008628" y="4029125"/>
              <a:ext cx="1551940" cy="600075"/>
            </a:xfrm>
            <a:custGeom>
              <a:avLst/>
              <a:gdLst/>
              <a:ahLst/>
              <a:cxnLst/>
              <a:rect l="l" t="t" r="r" b="b"/>
              <a:pathLst>
                <a:path w="1551939" h="600075">
                  <a:moveTo>
                    <a:pt x="1551686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1551686" y="599643"/>
                  </a:lnTo>
                  <a:lnTo>
                    <a:pt x="1551686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11">
              <a:extLst>
                <a:ext uri="{FF2B5EF4-FFF2-40B4-BE49-F238E27FC236}">
                  <a16:creationId xmlns:a16="http://schemas.microsoft.com/office/drawing/2014/main" id="{4B5DB2DA-52D3-904F-A0A7-E1EDF3E1051D}"/>
                </a:ext>
              </a:extLst>
            </p:cNvPr>
            <p:cNvSpPr/>
            <p:nvPr/>
          </p:nvSpPr>
          <p:spPr>
            <a:xfrm>
              <a:off x="4008628" y="4628819"/>
              <a:ext cx="1551940" cy="600075"/>
            </a:xfrm>
            <a:custGeom>
              <a:avLst/>
              <a:gdLst/>
              <a:ahLst/>
              <a:cxnLst/>
              <a:rect l="l" t="t" r="r" b="b"/>
              <a:pathLst>
                <a:path w="1551939" h="600075">
                  <a:moveTo>
                    <a:pt x="1551686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1551686" y="599643"/>
                  </a:lnTo>
                  <a:lnTo>
                    <a:pt x="1551686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12">
              <a:extLst>
                <a:ext uri="{FF2B5EF4-FFF2-40B4-BE49-F238E27FC236}">
                  <a16:creationId xmlns:a16="http://schemas.microsoft.com/office/drawing/2014/main" id="{1A02B769-34C0-4D46-8665-8FD557B32EAC}"/>
                </a:ext>
              </a:extLst>
            </p:cNvPr>
            <p:cNvSpPr/>
            <p:nvPr/>
          </p:nvSpPr>
          <p:spPr>
            <a:xfrm>
              <a:off x="4008628" y="5228475"/>
              <a:ext cx="1551940" cy="600075"/>
            </a:xfrm>
            <a:custGeom>
              <a:avLst/>
              <a:gdLst/>
              <a:ahLst/>
              <a:cxnLst/>
              <a:rect l="l" t="t" r="r" b="b"/>
              <a:pathLst>
                <a:path w="1551939" h="600075">
                  <a:moveTo>
                    <a:pt x="1551686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1551686" y="599643"/>
                  </a:lnTo>
                  <a:lnTo>
                    <a:pt x="1551686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33" name="object 13">
            <a:extLst>
              <a:ext uri="{FF2B5EF4-FFF2-40B4-BE49-F238E27FC236}">
                <a16:creationId xmlns:a16="http://schemas.microsoft.com/office/drawing/2014/main" id="{22179483-CCD7-8748-BBCB-CE82A2A33B75}"/>
              </a:ext>
            </a:extLst>
          </p:cNvPr>
          <p:cNvGraphicFramePr>
            <a:graphicFrameLocks noGrp="1"/>
          </p:cNvGraphicFramePr>
          <p:nvPr/>
        </p:nvGraphicFramePr>
        <p:xfrm>
          <a:off x="501650" y="2223897"/>
          <a:ext cx="5053328" cy="35966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370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3885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5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519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599440">
                <a:tc>
                  <a:txBody>
                    <a:bodyPr/>
                    <a:lstStyle/>
                    <a:p>
                      <a:pPr marR="429895" algn="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商品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价格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体积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比值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marR="430530" algn="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啤酒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2.4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marR="430530" algn="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饼干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9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0">
                          <a:latin typeface="Times New Roman"/>
                          <a:cs typeface="Times New Roman"/>
                        </a:rPr>
                        <a:t>2.25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marR="430530" algn="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牛奶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9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0">
                          <a:latin typeface="Times New Roman"/>
                          <a:cs typeface="Times New Roman"/>
                        </a:rPr>
                        <a:t>2.25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marR="430530" algn="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面包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70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31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70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5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31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70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2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31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marR="430530" algn="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汽水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2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3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0">
                          <a:latin typeface="Times New Roman"/>
                          <a:cs typeface="Times New Roman"/>
                        </a:rPr>
                        <a:t>0.67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pic>
        <p:nvPicPr>
          <p:cNvPr id="34" name="object 14">
            <a:extLst>
              <a:ext uri="{FF2B5EF4-FFF2-40B4-BE49-F238E27FC236}">
                <a16:creationId xmlns:a16="http://schemas.microsoft.com/office/drawing/2014/main" id="{EDE551BF-A6EC-D342-983F-C5291489A29D}"/>
              </a:ext>
            </a:extLst>
          </p:cNvPr>
          <p:cNvPicPr/>
          <p:nvPr/>
        </p:nvPicPr>
        <p:blipFill>
          <a:blip r:embed="rId2"/>
          <a:stretch>
            <a:fillRect/>
          </a:stretch>
        </p:blipFill>
        <p:spPr>
          <a:xfrm>
            <a:off x="5727953" y="4760214"/>
            <a:ext cx="1301496" cy="1067562"/>
          </a:xfrm>
          <a:prstGeom prst="rect">
            <a:avLst/>
          </a:prstGeom>
        </p:spPr>
      </p:pic>
      <p:pic>
        <p:nvPicPr>
          <p:cNvPr id="35" name="object 15">
            <a:extLst>
              <a:ext uri="{FF2B5EF4-FFF2-40B4-BE49-F238E27FC236}">
                <a16:creationId xmlns:a16="http://schemas.microsoft.com/office/drawing/2014/main" id="{95C581C0-319D-5448-98DF-272593CBF4EB}"/>
              </a:ext>
            </a:extLst>
          </p:cNvPr>
          <p:cNvPicPr/>
          <p:nvPr/>
        </p:nvPicPr>
        <p:blipFill>
          <a:blip r:embed="rId3"/>
          <a:stretch>
            <a:fillRect/>
          </a:stretch>
        </p:blipFill>
        <p:spPr>
          <a:xfrm>
            <a:off x="7580376" y="3510534"/>
            <a:ext cx="468629" cy="467868"/>
          </a:xfrm>
          <a:prstGeom prst="rect">
            <a:avLst/>
          </a:prstGeom>
        </p:spPr>
      </p:pic>
      <p:pic>
        <p:nvPicPr>
          <p:cNvPr id="36" name="object 16">
            <a:extLst>
              <a:ext uri="{FF2B5EF4-FFF2-40B4-BE49-F238E27FC236}">
                <a16:creationId xmlns:a16="http://schemas.microsoft.com/office/drawing/2014/main" id="{55801732-941A-014A-B870-FCC467E52159}"/>
              </a:ext>
            </a:extLst>
          </p:cNvPr>
          <p:cNvPicPr/>
          <p:nvPr/>
        </p:nvPicPr>
        <p:blipFill>
          <a:blip r:embed="rId4"/>
          <a:stretch>
            <a:fillRect/>
          </a:stretch>
        </p:blipFill>
        <p:spPr>
          <a:xfrm>
            <a:off x="6616445" y="3510534"/>
            <a:ext cx="912876" cy="467868"/>
          </a:xfrm>
          <a:prstGeom prst="rect">
            <a:avLst/>
          </a:prstGeom>
        </p:spPr>
      </p:pic>
      <p:pic>
        <p:nvPicPr>
          <p:cNvPr id="37" name="object 17">
            <a:extLst>
              <a:ext uri="{FF2B5EF4-FFF2-40B4-BE49-F238E27FC236}">
                <a16:creationId xmlns:a16="http://schemas.microsoft.com/office/drawing/2014/main" id="{2D7F1F85-BCE7-A44F-A8C3-EC9194C1F049}"/>
              </a:ext>
            </a:extLst>
          </p:cNvPr>
          <p:cNvPicPr/>
          <p:nvPr/>
        </p:nvPicPr>
        <p:blipFill>
          <a:blip r:embed="rId5"/>
          <a:stretch>
            <a:fillRect/>
          </a:stretch>
        </p:blipFill>
        <p:spPr>
          <a:xfrm>
            <a:off x="6775704" y="2921507"/>
            <a:ext cx="912876" cy="468629"/>
          </a:xfrm>
          <a:prstGeom prst="rect">
            <a:avLst/>
          </a:prstGeom>
        </p:spPr>
      </p:pic>
      <p:sp>
        <p:nvSpPr>
          <p:cNvPr id="38" name="object 18">
            <a:extLst>
              <a:ext uri="{FF2B5EF4-FFF2-40B4-BE49-F238E27FC236}">
                <a16:creationId xmlns:a16="http://schemas.microsoft.com/office/drawing/2014/main" id="{83A92683-F7DC-5D49-A052-669C39F048E1}"/>
              </a:ext>
            </a:extLst>
          </p:cNvPr>
          <p:cNvSpPr txBox="1"/>
          <p:nvPr/>
        </p:nvSpPr>
        <p:spPr>
          <a:xfrm>
            <a:off x="7583931" y="5101844"/>
            <a:ext cx="1397000" cy="5746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5">
                <a:latin typeface="PMingLiU"/>
                <a:cs typeface="PMingLiU"/>
              </a:rPr>
              <a:t>剩余体积：</a:t>
            </a:r>
            <a:r>
              <a:rPr sz="1800" b="1" spc="-25">
                <a:latin typeface="Times New Roman"/>
                <a:cs typeface="Times New Roman"/>
              </a:rPr>
              <a:t>13</a:t>
            </a:r>
            <a:endParaRPr sz="1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sz="1800" spc="-5">
                <a:latin typeface="PMingLiU"/>
                <a:cs typeface="PMingLiU"/>
              </a:rPr>
              <a:t>商品价值：</a:t>
            </a:r>
            <a:r>
              <a:rPr sz="1800" b="1" spc="-25">
                <a:latin typeface="Times New Roman"/>
                <a:cs typeface="Times New Roman"/>
              </a:rPr>
              <a:t>0</a:t>
            </a:r>
            <a:endParaRPr sz="1800">
              <a:latin typeface="Times New Roman"/>
              <a:cs typeface="Times New Roman"/>
            </a:endParaRPr>
          </a:p>
        </p:txBody>
      </p:sp>
      <p:sp>
        <p:nvSpPr>
          <p:cNvPr id="39" name="object 19">
            <a:extLst>
              <a:ext uri="{FF2B5EF4-FFF2-40B4-BE49-F238E27FC236}">
                <a16:creationId xmlns:a16="http://schemas.microsoft.com/office/drawing/2014/main" id="{474C7968-7126-5E41-9541-9EE5D08AA95F}"/>
              </a:ext>
            </a:extLst>
          </p:cNvPr>
          <p:cNvSpPr/>
          <p:nvPr/>
        </p:nvSpPr>
        <p:spPr>
          <a:xfrm>
            <a:off x="4068317" y="2246376"/>
            <a:ext cx="1437640" cy="3565525"/>
          </a:xfrm>
          <a:custGeom>
            <a:avLst/>
            <a:gdLst/>
            <a:ahLst/>
            <a:cxnLst/>
            <a:rect l="l" t="t" r="r" b="b"/>
            <a:pathLst>
              <a:path w="1437639" h="3565525">
                <a:moveTo>
                  <a:pt x="0" y="239522"/>
                </a:moveTo>
                <a:lnTo>
                  <a:pt x="4864" y="191235"/>
                </a:lnTo>
                <a:lnTo>
                  <a:pt x="18815" y="146268"/>
                </a:lnTo>
                <a:lnTo>
                  <a:pt x="40893" y="105581"/>
                </a:lnTo>
                <a:lnTo>
                  <a:pt x="70135" y="70135"/>
                </a:lnTo>
                <a:lnTo>
                  <a:pt x="105581" y="40893"/>
                </a:lnTo>
                <a:lnTo>
                  <a:pt x="146268" y="18815"/>
                </a:lnTo>
                <a:lnTo>
                  <a:pt x="191235" y="4864"/>
                </a:lnTo>
                <a:lnTo>
                  <a:pt x="239522" y="0"/>
                </a:lnTo>
                <a:lnTo>
                  <a:pt x="1197610" y="0"/>
                </a:lnTo>
                <a:lnTo>
                  <a:pt x="1245896" y="4864"/>
                </a:lnTo>
                <a:lnTo>
                  <a:pt x="1290863" y="18815"/>
                </a:lnTo>
                <a:lnTo>
                  <a:pt x="1331550" y="40893"/>
                </a:lnTo>
                <a:lnTo>
                  <a:pt x="1366996" y="70135"/>
                </a:lnTo>
                <a:lnTo>
                  <a:pt x="1396238" y="105581"/>
                </a:lnTo>
                <a:lnTo>
                  <a:pt x="1418316" y="146268"/>
                </a:lnTo>
                <a:lnTo>
                  <a:pt x="1432267" y="191235"/>
                </a:lnTo>
                <a:lnTo>
                  <a:pt x="1437132" y="239522"/>
                </a:lnTo>
                <a:lnTo>
                  <a:pt x="1437132" y="3325876"/>
                </a:lnTo>
                <a:lnTo>
                  <a:pt x="1432267" y="3374147"/>
                </a:lnTo>
                <a:lnTo>
                  <a:pt x="1418316" y="3419108"/>
                </a:lnTo>
                <a:lnTo>
                  <a:pt x="1396238" y="3459794"/>
                </a:lnTo>
                <a:lnTo>
                  <a:pt x="1366996" y="3495243"/>
                </a:lnTo>
                <a:lnTo>
                  <a:pt x="1331550" y="3524491"/>
                </a:lnTo>
                <a:lnTo>
                  <a:pt x="1290863" y="3546575"/>
                </a:lnTo>
                <a:lnTo>
                  <a:pt x="1245896" y="3560531"/>
                </a:lnTo>
                <a:lnTo>
                  <a:pt x="1197610" y="3565398"/>
                </a:lnTo>
                <a:lnTo>
                  <a:pt x="239522" y="3565398"/>
                </a:lnTo>
                <a:lnTo>
                  <a:pt x="191235" y="3560531"/>
                </a:lnTo>
                <a:lnTo>
                  <a:pt x="146268" y="3546575"/>
                </a:lnTo>
                <a:lnTo>
                  <a:pt x="105581" y="3524491"/>
                </a:lnTo>
                <a:lnTo>
                  <a:pt x="70135" y="3495243"/>
                </a:lnTo>
                <a:lnTo>
                  <a:pt x="40893" y="3459794"/>
                </a:lnTo>
                <a:lnTo>
                  <a:pt x="18815" y="3419108"/>
                </a:lnTo>
                <a:lnTo>
                  <a:pt x="4864" y="3374147"/>
                </a:lnTo>
                <a:lnTo>
                  <a:pt x="0" y="3325876"/>
                </a:lnTo>
                <a:lnTo>
                  <a:pt x="0" y="239522"/>
                </a:lnTo>
                <a:close/>
              </a:path>
            </a:pathLst>
          </a:custGeom>
          <a:ln w="3810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0" name="object 20">
            <a:extLst>
              <a:ext uri="{FF2B5EF4-FFF2-40B4-BE49-F238E27FC236}">
                <a16:creationId xmlns:a16="http://schemas.microsoft.com/office/drawing/2014/main" id="{18F33275-793B-BE4D-9B67-3A20640EB104}"/>
              </a:ext>
            </a:extLst>
          </p:cNvPr>
          <p:cNvPicPr/>
          <p:nvPr/>
        </p:nvPicPr>
        <p:blipFill>
          <a:blip r:embed="rId3"/>
          <a:stretch>
            <a:fillRect/>
          </a:stretch>
        </p:blipFill>
        <p:spPr>
          <a:xfrm>
            <a:off x="575309" y="3543300"/>
            <a:ext cx="359664" cy="360425"/>
          </a:xfrm>
          <a:prstGeom prst="rect">
            <a:avLst/>
          </a:prstGeom>
        </p:spPr>
      </p:pic>
      <p:pic>
        <p:nvPicPr>
          <p:cNvPr id="41" name="object 21">
            <a:extLst>
              <a:ext uri="{FF2B5EF4-FFF2-40B4-BE49-F238E27FC236}">
                <a16:creationId xmlns:a16="http://schemas.microsoft.com/office/drawing/2014/main" id="{189ACDB5-D42F-F64E-8C9D-CA46A1964CF4}"/>
              </a:ext>
            </a:extLst>
          </p:cNvPr>
          <p:cNvPicPr/>
          <p:nvPr/>
        </p:nvPicPr>
        <p:blipFill>
          <a:blip r:embed="rId6"/>
          <a:stretch>
            <a:fillRect/>
          </a:stretch>
        </p:blipFill>
        <p:spPr>
          <a:xfrm>
            <a:off x="575309" y="4734305"/>
            <a:ext cx="359664" cy="359663"/>
          </a:xfrm>
          <a:prstGeom prst="rect">
            <a:avLst/>
          </a:prstGeom>
        </p:spPr>
      </p:pic>
      <p:pic>
        <p:nvPicPr>
          <p:cNvPr id="42" name="object 22">
            <a:extLst>
              <a:ext uri="{FF2B5EF4-FFF2-40B4-BE49-F238E27FC236}">
                <a16:creationId xmlns:a16="http://schemas.microsoft.com/office/drawing/2014/main" id="{D138C9DC-CDAA-AD47-B95C-6CDF715FDC19}"/>
              </a:ext>
            </a:extLst>
          </p:cNvPr>
          <p:cNvPicPr/>
          <p:nvPr/>
        </p:nvPicPr>
        <p:blipFill>
          <a:blip r:embed="rId7"/>
          <a:stretch>
            <a:fillRect/>
          </a:stretch>
        </p:blipFill>
        <p:spPr>
          <a:xfrm>
            <a:off x="575309" y="2948177"/>
            <a:ext cx="359664" cy="359663"/>
          </a:xfrm>
          <a:prstGeom prst="rect">
            <a:avLst/>
          </a:prstGeom>
        </p:spPr>
      </p:pic>
      <p:pic>
        <p:nvPicPr>
          <p:cNvPr id="43" name="object 23">
            <a:extLst>
              <a:ext uri="{FF2B5EF4-FFF2-40B4-BE49-F238E27FC236}">
                <a16:creationId xmlns:a16="http://schemas.microsoft.com/office/drawing/2014/main" id="{CC8F5716-A20C-EB4E-957A-064C382D69A0}"/>
              </a:ext>
            </a:extLst>
          </p:cNvPr>
          <p:cNvPicPr/>
          <p:nvPr/>
        </p:nvPicPr>
        <p:blipFill>
          <a:blip r:embed="rId8"/>
          <a:stretch>
            <a:fillRect/>
          </a:stretch>
        </p:blipFill>
        <p:spPr>
          <a:xfrm>
            <a:off x="575309" y="5329428"/>
            <a:ext cx="359664" cy="360425"/>
          </a:xfrm>
          <a:prstGeom prst="rect">
            <a:avLst/>
          </a:prstGeom>
        </p:spPr>
      </p:pic>
      <p:pic>
        <p:nvPicPr>
          <p:cNvPr id="44" name="object 24">
            <a:extLst>
              <a:ext uri="{FF2B5EF4-FFF2-40B4-BE49-F238E27FC236}">
                <a16:creationId xmlns:a16="http://schemas.microsoft.com/office/drawing/2014/main" id="{7A711F51-1793-AD4D-B430-0A98C1BBCE12}"/>
              </a:ext>
            </a:extLst>
          </p:cNvPr>
          <p:cNvPicPr/>
          <p:nvPr/>
        </p:nvPicPr>
        <p:blipFill>
          <a:blip r:embed="rId9"/>
          <a:stretch>
            <a:fillRect/>
          </a:stretch>
        </p:blipFill>
        <p:spPr>
          <a:xfrm>
            <a:off x="575309" y="4138421"/>
            <a:ext cx="359664" cy="36042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99723439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>
            <a:extLst>
              <a:ext uri="{FF2B5EF4-FFF2-40B4-BE49-F238E27FC236}">
                <a16:creationId xmlns:a16="http://schemas.microsoft.com/office/drawing/2014/main" id="{EE9CFE8D-05B3-EF4B-BCCF-49022C4314A1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19504" y="174478"/>
            <a:ext cx="3954379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直观策</a:t>
            </a: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略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sp>
        <p:nvSpPr>
          <p:cNvPr id="4" name="object 2">
            <a:extLst>
              <a:ext uri="{FF2B5EF4-FFF2-40B4-BE49-F238E27FC236}">
                <a16:creationId xmlns:a16="http://schemas.microsoft.com/office/drawing/2014/main" id="{BF8DC461-4866-E742-AFF9-C9FBCFAEF5F4}"/>
              </a:ext>
            </a:extLst>
          </p:cNvPr>
          <p:cNvSpPr txBox="1"/>
          <p:nvPr/>
        </p:nvSpPr>
        <p:spPr>
          <a:xfrm>
            <a:off x="731955" y="1002271"/>
            <a:ext cx="10952045" cy="982319"/>
          </a:xfrm>
          <a:prstGeom prst="rect">
            <a:avLst/>
          </a:prstGeom>
        </p:spPr>
        <p:txBody>
          <a:bodyPr vert="horz" wrap="square" lIns="0" tIns="104139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819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1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核心思想：将商品排序，依次挑选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  <a:p>
            <a:pPr marL="704215" lvl="1" indent="-347980">
              <a:spcBef>
                <a:spcPts val="615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704215" algn="l"/>
                <a:tab pos="704850" algn="l"/>
              </a:tabLst>
            </a:pPr>
            <a:r>
              <a:rPr sz="240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策略</a:t>
            </a:r>
            <a:r>
              <a:rPr lang="en-US" altLang="zh-CN" sz="2400" b="1" dirty="0">
                <a:latin typeface="SimSun" panose="02010600030101010101" pitchFamily="2" charset="-122"/>
                <a:ea typeface="SimSun" panose="02010600030101010101" pitchFamily="2" charset="-122"/>
                <a:cs typeface="Times New Roman"/>
              </a:rPr>
              <a:t>3</a:t>
            </a:r>
            <a:r>
              <a:rPr sz="240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：</a:t>
            </a:r>
            <a:r>
              <a:rPr lang="zh-CN" altLang="en-US" sz="240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按商品价值与体积的比由高到低排序，优先挑选比值高的商品</a:t>
            </a:r>
            <a:endParaRPr sz="24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graphicFrame>
        <p:nvGraphicFramePr>
          <p:cNvPr id="45" name="object 4">
            <a:extLst>
              <a:ext uri="{FF2B5EF4-FFF2-40B4-BE49-F238E27FC236}">
                <a16:creationId xmlns:a16="http://schemas.microsoft.com/office/drawing/2014/main" id="{C7C4B9CF-E6D3-B343-B830-3AAC8BD1B01B}"/>
              </a:ext>
            </a:extLst>
          </p:cNvPr>
          <p:cNvGraphicFramePr>
            <a:graphicFrameLocks noGrp="1"/>
          </p:cNvGraphicFramePr>
          <p:nvPr/>
        </p:nvGraphicFramePr>
        <p:xfrm>
          <a:off x="5721603" y="2223897"/>
          <a:ext cx="6177915" cy="23977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302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52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43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493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2908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5994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201930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1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商品列表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20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总体积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20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总价格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说明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>
                          <a:latin typeface="PMingLiU"/>
                          <a:cs typeface="PMingLiU"/>
                        </a:rPr>
                        <a:t>策略</a:t>
                      </a:r>
                      <a:r>
                        <a:rPr sz="2200" b="1" spc="-50">
                          <a:latin typeface="Times New Roman"/>
                          <a:cs typeface="Times New Roman"/>
                        </a:rPr>
                        <a:t>1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13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spc="-15">
                          <a:latin typeface="PMingLiU"/>
                          <a:cs typeface="PMingLiU"/>
                        </a:rPr>
                        <a:t>非最优解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>
                          <a:latin typeface="PMingLiU"/>
                          <a:cs typeface="PMingLiU"/>
                        </a:rPr>
                        <a:t>策略</a:t>
                      </a:r>
                      <a:r>
                        <a:rPr sz="2200" b="1" spc="-50">
                          <a:latin typeface="Times New Roman"/>
                          <a:cs typeface="Times New Roman"/>
                        </a:rPr>
                        <a:t>2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6985"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20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spc="-15">
                          <a:latin typeface="PMingLiU"/>
                          <a:cs typeface="PMingLiU"/>
                        </a:rPr>
                        <a:t>非最优解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>
                          <a:latin typeface="PMingLiU"/>
                          <a:cs typeface="PMingLiU"/>
                        </a:rPr>
                        <a:t>策略</a:t>
                      </a:r>
                      <a:r>
                        <a:rPr sz="2200" b="1" spc="-50">
                          <a:latin typeface="Times New Roman"/>
                          <a:cs typeface="Times New Roman"/>
                        </a:rPr>
                        <a:t>3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46" name="object 5">
            <a:extLst>
              <a:ext uri="{FF2B5EF4-FFF2-40B4-BE49-F238E27FC236}">
                <a16:creationId xmlns:a16="http://schemas.microsoft.com/office/drawing/2014/main" id="{C42355AB-C4C1-3F41-AFE7-283EEF12019D}"/>
              </a:ext>
            </a:extLst>
          </p:cNvPr>
          <p:cNvGraphicFramePr>
            <a:graphicFrameLocks noGrp="1"/>
          </p:cNvGraphicFramePr>
          <p:nvPr/>
        </p:nvGraphicFramePr>
        <p:xfrm>
          <a:off x="388512" y="2223897"/>
          <a:ext cx="5085078" cy="3596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706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382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488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5130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612140">
                <a:tc>
                  <a:txBody>
                    <a:bodyPr/>
                    <a:lstStyle/>
                    <a:p>
                      <a:pPr marR="429895" algn="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商品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0000"/>
                      </a:solidFill>
                      <a:prstDash val="sysDash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价格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0000"/>
                      </a:solidFill>
                      <a:prstDash val="sysDash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体积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0000"/>
                      </a:solidFill>
                      <a:prstDash val="sysDash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比值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0000"/>
                      </a:solidFill>
                      <a:prstDash val="sysDash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marR="430530" algn="r">
                        <a:lnSpc>
                          <a:spcPct val="100000"/>
                        </a:lnSpc>
                        <a:spcBef>
                          <a:spcPts val="6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啤酒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85090" marB="0">
                    <a:lnL w="128321">
                      <a:solidFill>
                        <a:srgbClr val="FF0000"/>
                      </a:solidFill>
                      <a:prstDash val="sysDash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0000"/>
                      </a:solidFill>
                      <a:prstDash val="sysDash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98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0000"/>
                      </a:solidFill>
                      <a:prstDash val="sysDash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98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0000"/>
                      </a:solidFill>
                      <a:prstDash val="sysDash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2.4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98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76223">
                      <a:solidFill>
                        <a:srgbClr val="FF0000"/>
                      </a:solidFill>
                      <a:prstDash val="sysDash"/>
                    </a:lnR>
                    <a:lnT w="76200">
                      <a:solidFill>
                        <a:srgbClr val="FF0000"/>
                      </a:solidFill>
                      <a:prstDash val="sysDash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86105">
                <a:tc>
                  <a:txBody>
                    <a:bodyPr/>
                    <a:lstStyle/>
                    <a:p>
                      <a:pPr marR="430530" algn="r">
                        <a:lnSpc>
                          <a:spcPct val="100000"/>
                        </a:lnSpc>
                        <a:spcBef>
                          <a:spcPts val="665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饼干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844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9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98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98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65"/>
                        </a:spcBef>
                      </a:pPr>
                      <a:r>
                        <a:rPr sz="2200" b="1" spc="-20">
                          <a:latin typeface="Times New Roman"/>
                          <a:cs typeface="Times New Roman"/>
                        </a:rPr>
                        <a:t>2.25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98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marR="430530" algn="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牛奶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9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0">
                          <a:latin typeface="Times New Roman"/>
                          <a:cs typeface="Times New Roman"/>
                        </a:rPr>
                        <a:t>2.25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marR="430530" algn="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面包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70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31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70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5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31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70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2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31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marR="430530" algn="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汽水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2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3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0">
                          <a:latin typeface="Times New Roman"/>
                          <a:cs typeface="Times New Roman"/>
                        </a:rPr>
                        <a:t>0.67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pSp>
        <p:nvGrpSpPr>
          <p:cNvPr id="47" name="object 6">
            <a:extLst>
              <a:ext uri="{FF2B5EF4-FFF2-40B4-BE49-F238E27FC236}">
                <a16:creationId xmlns:a16="http://schemas.microsoft.com/office/drawing/2014/main" id="{9C1C49DC-EB0A-844C-A6B9-DA382A411E74}"/>
              </a:ext>
            </a:extLst>
          </p:cNvPr>
          <p:cNvGrpSpPr/>
          <p:nvPr/>
        </p:nvGrpSpPr>
        <p:grpSpPr>
          <a:xfrm>
            <a:off x="5727953" y="4760214"/>
            <a:ext cx="1301750" cy="1068070"/>
            <a:chOff x="5727953" y="4760214"/>
            <a:chExt cx="1301750" cy="1068070"/>
          </a:xfrm>
        </p:grpSpPr>
        <p:pic>
          <p:nvPicPr>
            <p:cNvPr id="48" name="object 7">
              <a:extLst>
                <a:ext uri="{FF2B5EF4-FFF2-40B4-BE49-F238E27FC236}">
                  <a16:creationId xmlns:a16="http://schemas.microsoft.com/office/drawing/2014/main" id="{FFB34EEC-43AA-C64A-A948-D966D8FC4B56}"/>
                </a:ext>
              </a:extLst>
            </p:cNvPr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5727953" y="4760214"/>
              <a:ext cx="1301496" cy="1067562"/>
            </a:xfrm>
            <a:prstGeom prst="rect">
              <a:avLst/>
            </a:prstGeom>
          </p:spPr>
        </p:pic>
        <p:pic>
          <p:nvPicPr>
            <p:cNvPr id="49" name="object 8">
              <a:extLst>
                <a:ext uri="{FF2B5EF4-FFF2-40B4-BE49-F238E27FC236}">
                  <a16:creationId xmlns:a16="http://schemas.microsoft.com/office/drawing/2014/main" id="{BEA94167-3BEF-E74D-AF38-D2931A01CCC2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6166103" y="5080254"/>
              <a:ext cx="359664" cy="360425"/>
            </a:xfrm>
            <a:prstGeom prst="rect">
              <a:avLst/>
            </a:prstGeom>
          </p:spPr>
        </p:pic>
      </p:grpSp>
      <p:sp>
        <p:nvSpPr>
          <p:cNvPr id="50" name="object 9">
            <a:extLst>
              <a:ext uri="{FF2B5EF4-FFF2-40B4-BE49-F238E27FC236}">
                <a16:creationId xmlns:a16="http://schemas.microsoft.com/office/drawing/2014/main" id="{3731E71D-09AF-DE4B-B155-1AFF6EA4D9F1}"/>
              </a:ext>
            </a:extLst>
          </p:cNvPr>
          <p:cNvSpPr txBox="1"/>
          <p:nvPr/>
        </p:nvSpPr>
        <p:spPr>
          <a:xfrm>
            <a:off x="7583931" y="5101844"/>
            <a:ext cx="1397000" cy="5746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5">
                <a:latin typeface="PMingLiU"/>
                <a:cs typeface="PMingLiU"/>
              </a:rPr>
              <a:t>剩余体积：</a:t>
            </a:r>
            <a:r>
              <a:rPr sz="1800" b="1" spc="-25">
                <a:latin typeface="Times New Roman"/>
                <a:cs typeface="Times New Roman"/>
              </a:rPr>
              <a:t>3</a:t>
            </a:r>
            <a:endParaRPr sz="1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sz="1800" spc="-5">
                <a:latin typeface="PMingLiU"/>
                <a:cs typeface="PMingLiU"/>
              </a:rPr>
              <a:t>商品价值：</a:t>
            </a:r>
            <a:r>
              <a:rPr sz="1800" b="1" spc="-25">
                <a:latin typeface="Times New Roman"/>
                <a:cs typeface="Times New Roman"/>
              </a:rPr>
              <a:t>24</a:t>
            </a:r>
            <a:endParaRPr sz="1800">
              <a:latin typeface="Times New Roman"/>
              <a:cs typeface="Times New Roman"/>
            </a:endParaRPr>
          </a:p>
        </p:txBody>
      </p:sp>
      <p:sp>
        <p:nvSpPr>
          <p:cNvPr id="51" name="object 10">
            <a:extLst>
              <a:ext uri="{FF2B5EF4-FFF2-40B4-BE49-F238E27FC236}">
                <a16:creationId xmlns:a16="http://schemas.microsoft.com/office/drawing/2014/main" id="{6B3A34EF-30FF-3348-AB96-641446E48E89}"/>
              </a:ext>
            </a:extLst>
          </p:cNvPr>
          <p:cNvSpPr/>
          <p:nvPr/>
        </p:nvSpPr>
        <p:spPr>
          <a:xfrm>
            <a:off x="408431" y="2855214"/>
            <a:ext cx="5234940" cy="588010"/>
          </a:xfrm>
          <a:custGeom>
            <a:avLst/>
            <a:gdLst/>
            <a:ahLst/>
            <a:cxnLst/>
            <a:rect l="l" t="t" r="r" b="b"/>
            <a:pathLst>
              <a:path w="5234940" h="588010">
                <a:moveTo>
                  <a:pt x="0" y="97916"/>
                </a:moveTo>
                <a:lnTo>
                  <a:pt x="7695" y="59793"/>
                </a:lnTo>
                <a:lnTo>
                  <a:pt x="28679" y="28670"/>
                </a:lnTo>
                <a:lnTo>
                  <a:pt x="59803" y="7691"/>
                </a:lnTo>
                <a:lnTo>
                  <a:pt x="97917" y="0"/>
                </a:lnTo>
                <a:lnTo>
                  <a:pt x="5137023" y="0"/>
                </a:lnTo>
                <a:lnTo>
                  <a:pt x="5175146" y="7691"/>
                </a:lnTo>
                <a:lnTo>
                  <a:pt x="5206269" y="28670"/>
                </a:lnTo>
                <a:lnTo>
                  <a:pt x="5227248" y="59793"/>
                </a:lnTo>
                <a:lnTo>
                  <a:pt x="5234940" y="97916"/>
                </a:lnTo>
                <a:lnTo>
                  <a:pt x="5234940" y="489585"/>
                </a:lnTo>
                <a:lnTo>
                  <a:pt x="5227248" y="527708"/>
                </a:lnTo>
                <a:lnTo>
                  <a:pt x="5206269" y="558831"/>
                </a:lnTo>
                <a:lnTo>
                  <a:pt x="5175146" y="579810"/>
                </a:lnTo>
                <a:lnTo>
                  <a:pt x="5137023" y="587501"/>
                </a:lnTo>
                <a:lnTo>
                  <a:pt x="97917" y="587501"/>
                </a:lnTo>
                <a:lnTo>
                  <a:pt x="59803" y="579810"/>
                </a:lnTo>
                <a:lnTo>
                  <a:pt x="28679" y="558831"/>
                </a:lnTo>
                <a:lnTo>
                  <a:pt x="7695" y="527708"/>
                </a:lnTo>
                <a:lnTo>
                  <a:pt x="0" y="489585"/>
                </a:lnTo>
                <a:lnTo>
                  <a:pt x="0" y="97916"/>
                </a:lnTo>
                <a:close/>
              </a:path>
            </a:pathLst>
          </a:custGeom>
          <a:ln w="3810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2" name="object 11">
            <a:extLst>
              <a:ext uri="{FF2B5EF4-FFF2-40B4-BE49-F238E27FC236}">
                <a16:creationId xmlns:a16="http://schemas.microsoft.com/office/drawing/2014/main" id="{E2D863EF-32BF-BB4A-A605-73A95CE0C0D2}"/>
              </a:ext>
            </a:extLst>
          </p:cNvPr>
          <p:cNvPicPr/>
          <p:nvPr/>
        </p:nvPicPr>
        <p:blipFill>
          <a:blip r:embed="rId4"/>
          <a:stretch>
            <a:fillRect/>
          </a:stretch>
        </p:blipFill>
        <p:spPr>
          <a:xfrm>
            <a:off x="7580376" y="3510534"/>
            <a:ext cx="468629" cy="467868"/>
          </a:xfrm>
          <a:prstGeom prst="rect">
            <a:avLst/>
          </a:prstGeom>
        </p:spPr>
      </p:pic>
      <p:pic>
        <p:nvPicPr>
          <p:cNvPr id="53" name="object 12">
            <a:extLst>
              <a:ext uri="{FF2B5EF4-FFF2-40B4-BE49-F238E27FC236}">
                <a16:creationId xmlns:a16="http://schemas.microsoft.com/office/drawing/2014/main" id="{5F25A2AA-ED61-9046-9866-C875EC984392}"/>
              </a:ext>
            </a:extLst>
          </p:cNvPr>
          <p:cNvPicPr/>
          <p:nvPr/>
        </p:nvPicPr>
        <p:blipFill>
          <a:blip r:embed="rId5"/>
          <a:stretch>
            <a:fillRect/>
          </a:stretch>
        </p:blipFill>
        <p:spPr>
          <a:xfrm>
            <a:off x="6616445" y="3510534"/>
            <a:ext cx="912876" cy="467868"/>
          </a:xfrm>
          <a:prstGeom prst="rect">
            <a:avLst/>
          </a:prstGeom>
        </p:spPr>
      </p:pic>
      <p:pic>
        <p:nvPicPr>
          <p:cNvPr id="54" name="object 13">
            <a:extLst>
              <a:ext uri="{FF2B5EF4-FFF2-40B4-BE49-F238E27FC236}">
                <a16:creationId xmlns:a16="http://schemas.microsoft.com/office/drawing/2014/main" id="{D2993265-4EA3-604D-9E91-6677C9B17DF0}"/>
              </a:ext>
            </a:extLst>
          </p:cNvPr>
          <p:cNvPicPr/>
          <p:nvPr/>
        </p:nvPicPr>
        <p:blipFill>
          <a:blip r:embed="rId6"/>
          <a:stretch>
            <a:fillRect/>
          </a:stretch>
        </p:blipFill>
        <p:spPr>
          <a:xfrm>
            <a:off x="6775704" y="2921507"/>
            <a:ext cx="912876" cy="468629"/>
          </a:xfrm>
          <a:prstGeom prst="rect">
            <a:avLst/>
          </a:prstGeom>
        </p:spPr>
      </p:pic>
      <p:pic>
        <p:nvPicPr>
          <p:cNvPr id="55" name="object 14">
            <a:extLst>
              <a:ext uri="{FF2B5EF4-FFF2-40B4-BE49-F238E27FC236}">
                <a16:creationId xmlns:a16="http://schemas.microsoft.com/office/drawing/2014/main" id="{BE4A31C4-745F-CB42-8B40-F54A9EE05556}"/>
              </a:ext>
            </a:extLst>
          </p:cNvPr>
          <p:cNvPicPr/>
          <p:nvPr/>
        </p:nvPicPr>
        <p:blipFill>
          <a:blip r:embed="rId3"/>
          <a:stretch>
            <a:fillRect/>
          </a:stretch>
        </p:blipFill>
        <p:spPr>
          <a:xfrm>
            <a:off x="6775704" y="4142232"/>
            <a:ext cx="468629" cy="467868"/>
          </a:xfrm>
          <a:prstGeom prst="rect">
            <a:avLst/>
          </a:prstGeom>
        </p:spPr>
      </p:pic>
      <p:pic>
        <p:nvPicPr>
          <p:cNvPr id="56" name="object 15">
            <a:extLst>
              <a:ext uri="{FF2B5EF4-FFF2-40B4-BE49-F238E27FC236}">
                <a16:creationId xmlns:a16="http://schemas.microsoft.com/office/drawing/2014/main" id="{A85E891C-F98D-CF4F-8457-5DF2A29A969E}"/>
              </a:ext>
            </a:extLst>
          </p:cNvPr>
          <p:cNvPicPr/>
          <p:nvPr/>
        </p:nvPicPr>
        <p:blipFill>
          <a:blip r:embed="rId4"/>
          <a:stretch>
            <a:fillRect/>
          </a:stretch>
        </p:blipFill>
        <p:spPr>
          <a:xfrm>
            <a:off x="575309" y="3543300"/>
            <a:ext cx="359664" cy="360425"/>
          </a:xfrm>
          <a:prstGeom prst="rect">
            <a:avLst/>
          </a:prstGeom>
        </p:spPr>
      </p:pic>
      <p:pic>
        <p:nvPicPr>
          <p:cNvPr id="57" name="object 16">
            <a:extLst>
              <a:ext uri="{FF2B5EF4-FFF2-40B4-BE49-F238E27FC236}">
                <a16:creationId xmlns:a16="http://schemas.microsoft.com/office/drawing/2014/main" id="{DD2AE6BF-E171-C446-AEC7-7AE29C2F86BA}"/>
              </a:ext>
            </a:extLst>
          </p:cNvPr>
          <p:cNvPicPr/>
          <p:nvPr/>
        </p:nvPicPr>
        <p:blipFill>
          <a:blip r:embed="rId7"/>
          <a:stretch>
            <a:fillRect/>
          </a:stretch>
        </p:blipFill>
        <p:spPr>
          <a:xfrm>
            <a:off x="575309" y="4734305"/>
            <a:ext cx="359664" cy="359663"/>
          </a:xfrm>
          <a:prstGeom prst="rect">
            <a:avLst/>
          </a:prstGeom>
        </p:spPr>
      </p:pic>
      <p:pic>
        <p:nvPicPr>
          <p:cNvPr id="58" name="object 17">
            <a:extLst>
              <a:ext uri="{FF2B5EF4-FFF2-40B4-BE49-F238E27FC236}">
                <a16:creationId xmlns:a16="http://schemas.microsoft.com/office/drawing/2014/main" id="{05E1D086-512C-894F-9491-605E206D6E4B}"/>
              </a:ext>
            </a:extLst>
          </p:cNvPr>
          <p:cNvPicPr/>
          <p:nvPr/>
        </p:nvPicPr>
        <p:blipFill>
          <a:blip r:embed="rId3"/>
          <a:stretch>
            <a:fillRect/>
          </a:stretch>
        </p:blipFill>
        <p:spPr>
          <a:xfrm>
            <a:off x="575309" y="2948177"/>
            <a:ext cx="359664" cy="359663"/>
          </a:xfrm>
          <a:prstGeom prst="rect">
            <a:avLst/>
          </a:prstGeom>
        </p:spPr>
      </p:pic>
      <p:pic>
        <p:nvPicPr>
          <p:cNvPr id="59" name="object 18">
            <a:extLst>
              <a:ext uri="{FF2B5EF4-FFF2-40B4-BE49-F238E27FC236}">
                <a16:creationId xmlns:a16="http://schemas.microsoft.com/office/drawing/2014/main" id="{3169BE48-7233-A042-ACBE-2D736AB35C63}"/>
              </a:ext>
            </a:extLst>
          </p:cNvPr>
          <p:cNvPicPr/>
          <p:nvPr/>
        </p:nvPicPr>
        <p:blipFill>
          <a:blip r:embed="rId8"/>
          <a:stretch>
            <a:fillRect/>
          </a:stretch>
        </p:blipFill>
        <p:spPr>
          <a:xfrm>
            <a:off x="575309" y="5329428"/>
            <a:ext cx="359664" cy="360425"/>
          </a:xfrm>
          <a:prstGeom prst="rect">
            <a:avLst/>
          </a:prstGeom>
        </p:spPr>
      </p:pic>
      <p:pic>
        <p:nvPicPr>
          <p:cNvPr id="60" name="object 19">
            <a:extLst>
              <a:ext uri="{FF2B5EF4-FFF2-40B4-BE49-F238E27FC236}">
                <a16:creationId xmlns:a16="http://schemas.microsoft.com/office/drawing/2014/main" id="{752CDF01-36C6-3444-B6E9-E17A155F6690}"/>
              </a:ext>
            </a:extLst>
          </p:cNvPr>
          <p:cNvPicPr/>
          <p:nvPr/>
        </p:nvPicPr>
        <p:blipFill>
          <a:blip r:embed="rId9"/>
          <a:stretch>
            <a:fillRect/>
          </a:stretch>
        </p:blipFill>
        <p:spPr>
          <a:xfrm>
            <a:off x="575309" y="4138421"/>
            <a:ext cx="359664" cy="36042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55129620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>
            <a:extLst>
              <a:ext uri="{FF2B5EF4-FFF2-40B4-BE49-F238E27FC236}">
                <a16:creationId xmlns:a16="http://schemas.microsoft.com/office/drawing/2014/main" id="{EE9CFE8D-05B3-EF4B-BCCF-49022C4314A1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19504" y="174478"/>
            <a:ext cx="3954379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直观策</a:t>
            </a: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略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sp>
        <p:nvSpPr>
          <p:cNvPr id="4" name="object 2">
            <a:extLst>
              <a:ext uri="{FF2B5EF4-FFF2-40B4-BE49-F238E27FC236}">
                <a16:creationId xmlns:a16="http://schemas.microsoft.com/office/drawing/2014/main" id="{BF8DC461-4866-E742-AFF9-C9FBCFAEF5F4}"/>
              </a:ext>
            </a:extLst>
          </p:cNvPr>
          <p:cNvSpPr txBox="1"/>
          <p:nvPr/>
        </p:nvSpPr>
        <p:spPr>
          <a:xfrm>
            <a:off x="731955" y="1002271"/>
            <a:ext cx="10952045" cy="982319"/>
          </a:xfrm>
          <a:prstGeom prst="rect">
            <a:avLst/>
          </a:prstGeom>
        </p:spPr>
        <p:txBody>
          <a:bodyPr vert="horz" wrap="square" lIns="0" tIns="104139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819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1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核心思想：将商品排序，依次挑选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  <a:p>
            <a:pPr marL="704215" lvl="1" indent="-347980">
              <a:spcBef>
                <a:spcPts val="615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704215" algn="l"/>
                <a:tab pos="704850" algn="l"/>
              </a:tabLst>
            </a:pPr>
            <a:r>
              <a:rPr sz="240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策略</a:t>
            </a:r>
            <a:r>
              <a:rPr lang="en-US" altLang="zh-CN" sz="2400" b="1" dirty="0">
                <a:latin typeface="SimSun" panose="02010600030101010101" pitchFamily="2" charset="-122"/>
                <a:ea typeface="SimSun" panose="02010600030101010101" pitchFamily="2" charset="-122"/>
                <a:cs typeface="Times New Roman"/>
              </a:rPr>
              <a:t>3</a:t>
            </a:r>
            <a:r>
              <a:rPr sz="240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：</a:t>
            </a:r>
            <a:r>
              <a:rPr lang="zh-CN" altLang="en-US" sz="240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按商品价值与体积的比由高到低排序，优先挑选比值高的商品</a:t>
            </a:r>
            <a:endParaRPr sz="24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graphicFrame>
        <p:nvGraphicFramePr>
          <p:cNvPr id="20" name="object 4">
            <a:extLst>
              <a:ext uri="{FF2B5EF4-FFF2-40B4-BE49-F238E27FC236}">
                <a16:creationId xmlns:a16="http://schemas.microsoft.com/office/drawing/2014/main" id="{17604A3D-0B8C-4B4E-829A-9B8663B87FF8}"/>
              </a:ext>
            </a:extLst>
          </p:cNvPr>
          <p:cNvGraphicFramePr>
            <a:graphicFrameLocks noGrp="1"/>
          </p:cNvGraphicFramePr>
          <p:nvPr/>
        </p:nvGraphicFramePr>
        <p:xfrm>
          <a:off x="5721603" y="2223897"/>
          <a:ext cx="6177915" cy="23977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302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52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43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493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2908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5994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201930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1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商品列表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20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总体积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20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总价格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说明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>
                          <a:latin typeface="PMingLiU"/>
                          <a:cs typeface="PMingLiU"/>
                        </a:rPr>
                        <a:t>策略</a:t>
                      </a:r>
                      <a:r>
                        <a:rPr sz="2200" b="1" spc="-50">
                          <a:latin typeface="Times New Roman"/>
                          <a:cs typeface="Times New Roman"/>
                        </a:rPr>
                        <a:t>1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13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spc="-15">
                          <a:latin typeface="PMingLiU"/>
                          <a:cs typeface="PMingLiU"/>
                        </a:rPr>
                        <a:t>非最优解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>
                          <a:latin typeface="PMingLiU"/>
                          <a:cs typeface="PMingLiU"/>
                        </a:rPr>
                        <a:t>策略</a:t>
                      </a:r>
                      <a:r>
                        <a:rPr sz="2200" b="1" spc="-50">
                          <a:latin typeface="Times New Roman"/>
                          <a:cs typeface="Times New Roman"/>
                        </a:rPr>
                        <a:t>2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6985"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20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spc="-15">
                          <a:latin typeface="PMingLiU"/>
                          <a:cs typeface="PMingLiU"/>
                        </a:rPr>
                        <a:t>非最优解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>
                          <a:latin typeface="PMingLiU"/>
                          <a:cs typeface="PMingLiU"/>
                        </a:rPr>
                        <a:t>策略</a:t>
                      </a:r>
                      <a:r>
                        <a:rPr sz="2200" b="1" spc="-50">
                          <a:latin typeface="Times New Roman"/>
                          <a:cs typeface="Times New Roman"/>
                        </a:rPr>
                        <a:t>3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21" name="object 5">
            <a:extLst>
              <a:ext uri="{FF2B5EF4-FFF2-40B4-BE49-F238E27FC236}">
                <a16:creationId xmlns:a16="http://schemas.microsoft.com/office/drawing/2014/main" id="{60E2975C-7D6B-C84D-B6F4-A762AB689D98}"/>
              </a:ext>
            </a:extLst>
          </p:cNvPr>
          <p:cNvGrpSpPr/>
          <p:nvPr/>
        </p:nvGrpSpPr>
        <p:grpSpPr>
          <a:xfrm>
            <a:off x="508000" y="2230208"/>
            <a:ext cx="5052695" cy="3597910"/>
            <a:chOff x="508000" y="2230208"/>
            <a:chExt cx="5052695" cy="3597910"/>
          </a:xfrm>
        </p:grpSpPr>
        <p:sp>
          <p:nvSpPr>
            <p:cNvPr id="22" name="object 6">
              <a:extLst>
                <a:ext uri="{FF2B5EF4-FFF2-40B4-BE49-F238E27FC236}">
                  <a16:creationId xmlns:a16="http://schemas.microsoft.com/office/drawing/2014/main" id="{BC5A2E10-36EE-194F-8CC8-931046798E4C}"/>
                </a:ext>
              </a:extLst>
            </p:cNvPr>
            <p:cNvSpPr/>
            <p:nvPr/>
          </p:nvSpPr>
          <p:spPr>
            <a:xfrm>
              <a:off x="508000" y="2230208"/>
              <a:ext cx="5052695" cy="3597910"/>
            </a:xfrm>
            <a:custGeom>
              <a:avLst/>
              <a:gdLst/>
              <a:ahLst/>
              <a:cxnLst/>
              <a:rect l="l" t="t" r="r" b="b"/>
              <a:pathLst>
                <a:path w="5052695" h="3597910">
                  <a:moveTo>
                    <a:pt x="5052314" y="0"/>
                  </a:moveTo>
                  <a:lnTo>
                    <a:pt x="0" y="0"/>
                  </a:lnTo>
                  <a:lnTo>
                    <a:pt x="0" y="3597910"/>
                  </a:lnTo>
                  <a:lnTo>
                    <a:pt x="5052314" y="3597910"/>
                  </a:lnTo>
                  <a:lnTo>
                    <a:pt x="5052314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7">
              <a:extLst>
                <a:ext uri="{FF2B5EF4-FFF2-40B4-BE49-F238E27FC236}">
                  <a16:creationId xmlns:a16="http://schemas.microsoft.com/office/drawing/2014/main" id="{9243194C-1328-224F-AB7A-C8C1DE16570A}"/>
                </a:ext>
              </a:extLst>
            </p:cNvPr>
            <p:cNvSpPr/>
            <p:nvPr/>
          </p:nvSpPr>
          <p:spPr>
            <a:xfrm>
              <a:off x="2983357" y="3429558"/>
              <a:ext cx="2577465" cy="600075"/>
            </a:xfrm>
            <a:custGeom>
              <a:avLst/>
              <a:gdLst/>
              <a:ahLst/>
              <a:cxnLst/>
              <a:rect l="l" t="t" r="r" b="b"/>
              <a:pathLst>
                <a:path w="2577465" h="600075">
                  <a:moveTo>
                    <a:pt x="1025232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1025232" y="599643"/>
                  </a:lnTo>
                  <a:lnTo>
                    <a:pt x="1025232" y="0"/>
                  </a:lnTo>
                  <a:close/>
                </a:path>
                <a:path w="2577465" h="600075">
                  <a:moveTo>
                    <a:pt x="2576957" y="0"/>
                  </a:moveTo>
                  <a:lnTo>
                    <a:pt x="1025271" y="0"/>
                  </a:lnTo>
                  <a:lnTo>
                    <a:pt x="1025271" y="599643"/>
                  </a:lnTo>
                  <a:lnTo>
                    <a:pt x="2576957" y="599643"/>
                  </a:lnTo>
                  <a:lnTo>
                    <a:pt x="2576957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8">
              <a:extLst>
                <a:ext uri="{FF2B5EF4-FFF2-40B4-BE49-F238E27FC236}">
                  <a16:creationId xmlns:a16="http://schemas.microsoft.com/office/drawing/2014/main" id="{90B16AF0-C27F-0243-ABB3-B53DC02073CF}"/>
                </a:ext>
              </a:extLst>
            </p:cNvPr>
            <p:cNvSpPr/>
            <p:nvPr/>
          </p:nvSpPr>
          <p:spPr>
            <a:xfrm>
              <a:off x="2983357" y="4029125"/>
              <a:ext cx="2577465" cy="600075"/>
            </a:xfrm>
            <a:custGeom>
              <a:avLst/>
              <a:gdLst/>
              <a:ahLst/>
              <a:cxnLst/>
              <a:rect l="l" t="t" r="r" b="b"/>
              <a:pathLst>
                <a:path w="2577465" h="600075">
                  <a:moveTo>
                    <a:pt x="1025232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1025232" y="599643"/>
                  </a:lnTo>
                  <a:lnTo>
                    <a:pt x="1025232" y="0"/>
                  </a:lnTo>
                  <a:close/>
                </a:path>
                <a:path w="2577465" h="600075">
                  <a:moveTo>
                    <a:pt x="2576957" y="0"/>
                  </a:moveTo>
                  <a:lnTo>
                    <a:pt x="1025271" y="0"/>
                  </a:lnTo>
                  <a:lnTo>
                    <a:pt x="1025271" y="599643"/>
                  </a:lnTo>
                  <a:lnTo>
                    <a:pt x="2576957" y="599643"/>
                  </a:lnTo>
                  <a:lnTo>
                    <a:pt x="2576957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9">
              <a:extLst>
                <a:ext uri="{FF2B5EF4-FFF2-40B4-BE49-F238E27FC236}">
                  <a16:creationId xmlns:a16="http://schemas.microsoft.com/office/drawing/2014/main" id="{F5AAC664-EBDA-9549-B5F8-18BBA755E54C}"/>
                </a:ext>
              </a:extLst>
            </p:cNvPr>
            <p:cNvSpPr/>
            <p:nvPr/>
          </p:nvSpPr>
          <p:spPr>
            <a:xfrm>
              <a:off x="2983357" y="4628819"/>
              <a:ext cx="2577465" cy="600075"/>
            </a:xfrm>
            <a:custGeom>
              <a:avLst/>
              <a:gdLst/>
              <a:ahLst/>
              <a:cxnLst/>
              <a:rect l="l" t="t" r="r" b="b"/>
              <a:pathLst>
                <a:path w="2577465" h="600075">
                  <a:moveTo>
                    <a:pt x="1025232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1025232" y="599643"/>
                  </a:lnTo>
                  <a:lnTo>
                    <a:pt x="1025232" y="0"/>
                  </a:lnTo>
                  <a:close/>
                </a:path>
                <a:path w="2577465" h="600075">
                  <a:moveTo>
                    <a:pt x="2576957" y="0"/>
                  </a:moveTo>
                  <a:lnTo>
                    <a:pt x="1025271" y="0"/>
                  </a:lnTo>
                  <a:lnTo>
                    <a:pt x="1025271" y="599643"/>
                  </a:lnTo>
                  <a:lnTo>
                    <a:pt x="2576957" y="599643"/>
                  </a:lnTo>
                  <a:lnTo>
                    <a:pt x="2576957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" name="object 10">
            <a:extLst>
              <a:ext uri="{FF2B5EF4-FFF2-40B4-BE49-F238E27FC236}">
                <a16:creationId xmlns:a16="http://schemas.microsoft.com/office/drawing/2014/main" id="{DE50E814-646E-6D49-A493-1BF9FED807FD}"/>
              </a:ext>
            </a:extLst>
          </p:cNvPr>
          <p:cNvGrpSpPr/>
          <p:nvPr/>
        </p:nvGrpSpPr>
        <p:grpSpPr>
          <a:xfrm>
            <a:off x="5727953" y="4760214"/>
            <a:ext cx="1301750" cy="1068070"/>
            <a:chOff x="5727953" y="4760214"/>
            <a:chExt cx="1301750" cy="1068070"/>
          </a:xfrm>
        </p:grpSpPr>
        <p:pic>
          <p:nvPicPr>
            <p:cNvPr id="27" name="object 11">
              <a:extLst>
                <a:ext uri="{FF2B5EF4-FFF2-40B4-BE49-F238E27FC236}">
                  <a16:creationId xmlns:a16="http://schemas.microsoft.com/office/drawing/2014/main" id="{41C7B363-F5E5-084F-9AC6-46D2EE965474}"/>
                </a:ext>
              </a:extLst>
            </p:cNvPr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5727953" y="4760214"/>
              <a:ext cx="1301496" cy="1067562"/>
            </a:xfrm>
            <a:prstGeom prst="rect">
              <a:avLst/>
            </a:prstGeom>
          </p:spPr>
        </p:pic>
        <p:pic>
          <p:nvPicPr>
            <p:cNvPr id="28" name="object 12">
              <a:extLst>
                <a:ext uri="{FF2B5EF4-FFF2-40B4-BE49-F238E27FC236}">
                  <a16:creationId xmlns:a16="http://schemas.microsoft.com/office/drawing/2014/main" id="{4D7626F3-376E-A74E-8876-C952A0C80E20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6166103" y="5080254"/>
              <a:ext cx="359664" cy="360425"/>
            </a:xfrm>
            <a:prstGeom prst="rect">
              <a:avLst/>
            </a:prstGeom>
          </p:spPr>
        </p:pic>
      </p:grpSp>
      <p:grpSp>
        <p:nvGrpSpPr>
          <p:cNvPr id="29" name="object 13">
            <a:extLst>
              <a:ext uri="{FF2B5EF4-FFF2-40B4-BE49-F238E27FC236}">
                <a16:creationId xmlns:a16="http://schemas.microsoft.com/office/drawing/2014/main" id="{D7A96220-1A1B-9243-BA46-BC9A642CF963}"/>
              </a:ext>
            </a:extLst>
          </p:cNvPr>
          <p:cNvGrpSpPr/>
          <p:nvPr/>
        </p:nvGrpSpPr>
        <p:grpSpPr>
          <a:xfrm>
            <a:off x="389381" y="2836164"/>
            <a:ext cx="5273040" cy="2436495"/>
            <a:chOff x="389381" y="2836164"/>
            <a:chExt cx="5273040" cy="2436495"/>
          </a:xfrm>
        </p:grpSpPr>
        <p:pic>
          <p:nvPicPr>
            <p:cNvPr id="30" name="object 14">
              <a:extLst>
                <a:ext uri="{FF2B5EF4-FFF2-40B4-BE49-F238E27FC236}">
                  <a16:creationId xmlns:a16="http://schemas.microsoft.com/office/drawing/2014/main" id="{9C28A228-AE14-5840-8A36-AE8EC960B9D8}"/>
                </a:ext>
              </a:extLst>
            </p:cNvPr>
            <p:cNvPicPr/>
            <p:nvPr/>
          </p:nvPicPr>
          <p:blipFill>
            <a:blip r:embed="rId4"/>
            <a:stretch>
              <a:fillRect/>
            </a:stretch>
          </p:blipFill>
          <p:spPr>
            <a:xfrm>
              <a:off x="3547109" y="4016502"/>
              <a:ext cx="533400" cy="563118"/>
            </a:xfrm>
            <a:prstGeom prst="rect">
              <a:avLst/>
            </a:prstGeom>
          </p:spPr>
        </p:pic>
        <p:pic>
          <p:nvPicPr>
            <p:cNvPr id="31" name="object 15">
              <a:extLst>
                <a:ext uri="{FF2B5EF4-FFF2-40B4-BE49-F238E27FC236}">
                  <a16:creationId xmlns:a16="http://schemas.microsoft.com/office/drawing/2014/main" id="{7800D5AA-8EAA-1F4D-B5B4-047B14EBADD5}"/>
                </a:ext>
              </a:extLst>
            </p:cNvPr>
            <p:cNvPicPr/>
            <p:nvPr/>
          </p:nvPicPr>
          <p:blipFill>
            <a:blip r:embed="rId4"/>
            <a:stretch>
              <a:fillRect/>
            </a:stretch>
          </p:blipFill>
          <p:spPr>
            <a:xfrm>
              <a:off x="3547109" y="3423666"/>
              <a:ext cx="533400" cy="563118"/>
            </a:xfrm>
            <a:prstGeom prst="rect">
              <a:avLst/>
            </a:prstGeom>
          </p:spPr>
        </p:pic>
        <p:pic>
          <p:nvPicPr>
            <p:cNvPr id="32" name="object 16">
              <a:extLst>
                <a:ext uri="{FF2B5EF4-FFF2-40B4-BE49-F238E27FC236}">
                  <a16:creationId xmlns:a16="http://schemas.microsoft.com/office/drawing/2014/main" id="{CF309D91-3579-2D47-B37A-11B2CD320C44}"/>
                </a:ext>
              </a:extLst>
            </p:cNvPr>
            <p:cNvPicPr/>
            <p:nvPr/>
          </p:nvPicPr>
          <p:blipFill>
            <a:blip r:embed="rId4"/>
            <a:stretch>
              <a:fillRect/>
            </a:stretch>
          </p:blipFill>
          <p:spPr>
            <a:xfrm>
              <a:off x="3547109" y="4709160"/>
              <a:ext cx="533400" cy="563117"/>
            </a:xfrm>
            <a:prstGeom prst="rect">
              <a:avLst/>
            </a:prstGeom>
          </p:spPr>
        </p:pic>
        <p:sp>
          <p:nvSpPr>
            <p:cNvPr id="33" name="object 17">
              <a:extLst>
                <a:ext uri="{FF2B5EF4-FFF2-40B4-BE49-F238E27FC236}">
                  <a16:creationId xmlns:a16="http://schemas.microsoft.com/office/drawing/2014/main" id="{8DDB5E82-0406-8C4C-B85E-2CB5D86C3012}"/>
                </a:ext>
              </a:extLst>
            </p:cNvPr>
            <p:cNvSpPr/>
            <p:nvPr/>
          </p:nvSpPr>
          <p:spPr>
            <a:xfrm>
              <a:off x="408431" y="2855214"/>
              <a:ext cx="5234940" cy="588010"/>
            </a:xfrm>
            <a:custGeom>
              <a:avLst/>
              <a:gdLst/>
              <a:ahLst/>
              <a:cxnLst/>
              <a:rect l="l" t="t" r="r" b="b"/>
              <a:pathLst>
                <a:path w="5234940" h="588010">
                  <a:moveTo>
                    <a:pt x="0" y="97916"/>
                  </a:moveTo>
                  <a:lnTo>
                    <a:pt x="7695" y="59793"/>
                  </a:lnTo>
                  <a:lnTo>
                    <a:pt x="28679" y="28670"/>
                  </a:lnTo>
                  <a:lnTo>
                    <a:pt x="59803" y="7691"/>
                  </a:lnTo>
                  <a:lnTo>
                    <a:pt x="97917" y="0"/>
                  </a:lnTo>
                  <a:lnTo>
                    <a:pt x="5137023" y="0"/>
                  </a:lnTo>
                  <a:lnTo>
                    <a:pt x="5175146" y="7691"/>
                  </a:lnTo>
                  <a:lnTo>
                    <a:pt x="5206269" y="28670"/>
                  </a:lnTo>
                  <a:lnTo>
                    <a:pt x="5227248" y="59793"/>
                  </a:lnTo>
                  <a:lnTo>
                    <a:pt x="5234940" y="97916"/>
                  </a:lnTo>
                  <a:lnTo>
                    <a:pt x="5234940" y="489585"/>
                  </a:lnTo>
                  <a:lnTo>
                    <a:pt x="5227248" y="527708"/>
                  </a:lnTo>
                  <a:lnTo>
                    <a:pt x="5206269" y="558831"/>
                  </a:lnTo>
                  <a:lnTo>
                    <a:pt x="5175146" y="579810"/>
                  </a:lnTo>
                  <a:lnTo>
                    <a:pt x="5137023" y="587501"/>
                  </a:lnTo>
                  <a:lnTo>
                    <a:pt x="97917" y="587501"/>
                  </a:lnTo>
                  <a:lnTo>
                    <a:pt x="59803" y="579810"/>
                  </a:lnTo>
                  <a:lnTo>
                    <a:pt x="28679" y="558831"/>
                  </a:lnTo>
                  <a:lnTo>
                    <a:pt x="7695" y="527708"/>
                  </a:lnTo>
                  <a:lnTo>
                    <a:pt x="0" y="489585"/>
                  </a:lnTo>
                  <a:lnTo>
                    <a:pt x="0" y="97916"/>
                  </a:lnTo>
                  <a:close/>
                </a:path>
              </a:pathLst>
            </a:custGeom>
            <a:ln w="38100">
              <a:solidFill>
                <a:srgbClr val="FF0000"/>
              </a:solidFill>
              <a:prstDash val="lg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34" name="object 18">
            <a:extLst>
              <a:ext uri="{FF2B5EF4-FFF2-40B4-BE49-F238E27FC236}">
                <a16:creationId xmlns:a16="http://schemas.microsoft.com/office/drawing/2014/main" id="{4F829F44-1D2E-8A4D-AA27-4CD1DF412548}"/>
              </a:ext>
            </a:extLst>
          </p:cNvPr>
          <p:cNvGraphicFramePr>
            <a:graphicFrameLocks noGrp="1"/>
          </p:cNvGraphicFramePr>
          <p:nvPr/>
        </p:nvGraphicFramePr>
        <p:xfrm>
          <a:off x="388512" y="2223897"/>
          <a:ext cx="5085078" cy="3596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706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382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488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5130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612140">
                <a:tc>
                  <a:txBody>
                    <a:bodyPr/>
                    <a:lstStyle/>
                    <a:p>
                      <a:pPr marR="429895" algn="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商品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0000"/>
                      </a:solidFill>
                      <a:prstDash val="sysDash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价格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0000"/>
                      </a:solidFill>
                      <a:prstDash val="sysDash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体积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0000"/>
                      </a:solidFill>
                      <a:prstDash val="sysDash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比值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0000"/>
                      </a:solidFill>
                      <a:prstDash val="sysDash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marR="430530" algn="r">
                        <a:lnSpc>
                          <a:spcPct val="100000"/>
                        </a:lnSpc>
                        <a:spcBef>
                          <a:spcPts val="6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啤酒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85090" marB="0">
                    <a:lnL w="128321">
                      <a:solidFill>
                        <a:srgbClr val="FF0000"/>
                      </a:solidFill>
                      <a:prstDash val="sysDash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0000"/>
                      </a:solidFill>
                      <a:prstDash val="sysDash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98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0000"/>
                      </a:solidFill>
                      <a:prstDash val="sysDash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98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0000"/>
                      </a:solidFill>
                      <a:prstDash val="sysDash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2.4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98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76223">
                      <a:solidFill>
                        <a:srgbClr val="FF0000"/>
                      </a:solidFill>
                      <a:prstDash val="sysDash"/>
                    </a:lnR>
                    <a:lnT w="76200">
                      <a:solidFill>
                        <a:srgbClr val="FF0000"/>
                      </a:solidFill>
                      <a:prstDash val="sysDash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86105">
                <a:tc>
                  <a:txBody>
                    <a:bodyPr/>
                    <a:lstStyle/>
                    <a:p>
                      <a:pPr marR="430530" algn="r">
                        <a:lnSpc>
                          <a:spcPct val="100000"/>
                        </a:lnSpc>
                        <a:spcBef>
                          <a:spcPts val="665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饼干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844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9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98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98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65"/>
                        </a:spcBef>
                      </a:pPr>
                      <a:r>
                        <a:rPr sz="2200" b="1" spc="-20">
                          <a:latin typeface="Times New Roman"/>
                          <a:cs typeface="Times New Roman"/>
                        </a:rPr>
                        <a:t>2.25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98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marR="430530" algn="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牛奶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9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0">
                          <a:latin typeface="Times New Roman"/>
                          <a:cs typeface="Times New Roman"/>
                        </a:rPr>
                        <a:t>2.25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marR="430530" algn="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面包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70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31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70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5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31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70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2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31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marR="430530" algn="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汽水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2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3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0">
                          <a:latin typeface="Times New Roman"/>
                          <a:cs typeface="Times New Roman"/>
                        </a:rPr>
                        <a:t>0.67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35" name="object 19">
            <a:extLst>
              <a:ext uri="{FF2B5EF4-FFF2-40B4-BE49-F238E27FC236}">
                <a16:creationId xmlns:a16="http://schemas.microsoft.com/office/drawing/2014/main" id="{95475037-8A58-174B-B949-03EE7A7264D7}"/>
              </a:ext>
            </a:extLst>
          </p:cNvPr>
          <p:cNvSpPr txBox="1"/>
          <p:nvPr/>
        </p:nvSpPr>
        <p:spPr>
          <a:xfrm>
            <a:off x="7583931" y="5101844"/>
            <a:ext cx="1397000" cy="5746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5">
                <a:latin typeface="PMingLiU"/>
                <a:cs typeface="PMingLiU"/>
              </a:rPr>
              <a:t>剩余体积：</a:t>
            </a:r>
            <a:r>
              <a:rPr sz="1800" b="1" spc="-25">
                <a:latin typeface="Times New Roman"/>
                <a:cs typeface="Times New Roman"/>
              </a:rPr>
              <a:t>3</a:t>
            </a:r>
            <a:endParaRPr sz="1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sz="1800" spc="-5">
                <a:latin typeface="PMingLiU"/>
                <a:cs typeface="PMingLiU"/>
              </a:rPr>
              <a:t>商品价值：</a:t>
            </a:r>
            <a:r>
              <a:rPr sz="1800" b="1" spc="-25">
                <a:latin typeface="Times New Roman"/>
                <a:cs typeface="Times New Roman"/>
              </a:rPr>
              <a:t>24</a:t>
            </a:r>
            <a:endParaRPr sz="1800">
              <a:latin typeface="Times New Roman"/>
              <a:cs typeface="Times New Roman"/>
            </a:endParaRPr>
          </a:p>
        </p:txBody>
      </p:sp>
      <p:pic>
        <p:nvPicPr>
          <p:cNvPr id="36" name="object 20">
            <a:extLst>
              <a:ext uri="{FF2B5EF4-FFF2-40B4-BE49-F238E27FC236}">
                <a16:creationId xmlns:a16="http://schemas.microsoft.com/office/drawing/2014/main" id="{9BC81734-A1FB-F745-A8A0-650D2D0A0E27}"/>
              </a:ext>
            </a:extLst>
          </p:cNvPr>
          <p:cNvPicPr/>
          <p:nvPr/>
        </p:nvPicPr>
        <p:blipFill>
          <a:blip r:embed="rId5"/>
          <a:stretch>
            <a:fillRect/>
          </a:stretch>
        </p:blipFill>
        <p:spPr>
          <a:xfrm>
            <a:off x="7580376" y="3510534"/>
            <a:ext cx="468629" cy="467868"/>
          </a:xfrm>
          <a:prstGeom prst="rect">
            <a:avLst/>
          </a:prstGeom>
        </p:spPr>
      </p:pic>
      <p:pic>
        <p:nvPicPr>
          <p:cNvPr id="37" name="object 21">
            <a:extLst>
              <a:ext uri="{FF2B5EF4-FFF2-40B4-BE49-F238E27FC236}">
                <a16:creationId xmlns:a16="http://schemas.microsoft.com/office/drawing/2014/main" id="{C219E4EF-5A86-314F-B55B-AB91EE7F94F7}"/>
              </a:ext>
            </a:extLst>
          </p:cNvPr>
          <p:cNvPicPr/>
          <p:nvPr/>
        </p:nvPicPr>
        <p:blipFill>
          <a:blip r:embed="rId6"/>
          <a:stretch>
            <a:fillRect/>
          </a:stretch>
        </p:blipFill>
        <p:spPr>
          <a:xfrm>
            <a:off x="6616445" y="3510534"/>
            <a:ext cx="912876" cy="467868"/>
          </a:xfrm>
          <a:prstGeom prst="rect">
            <a:avLst/>
          </a:prstGeom>
        </p:spPr>
      </p:pic>
      <p:pic>
        <p:nvPicPr>
          <p:cNvPr id="38" name="object 22">
            <a:extLst>
              <a:ext uri="{FF2B5EF4-FFF2-40B4-BE49-F238E27FC236}">
                <a16:creationId xmlns:a16="http://schemas.microsoft.com/office/drawing/2014/main" id="{5D4B43BC-8257-774C-8CEC-27649ECEA5FC}"/>
              </a:ext>
            </a:extLst>
          </p:cNvPr>
          <p:cNvPicPr/>
          <p:nvPr/>
        </p:nvPicPr>
        <p:blipFill>
          <a:blip r:embed="rId7"/>
          <a:stretch>
            <a:fillRect/>
          </a:stretch>
        </p:blipFill>
        <p:spPr>
          <a:xfrm>
            <a:off x="6775704" y="2921507"/>
            <a:ext cx="912876" cy="468629"/>
          </a:xfrm>
          <a:prstGeom prst="rect">
            <a:avLst/>
          </a:prstGeom>
        </p:spPr>
      </p:pic>
      <p:pic>
        <p:nvPicPr>
          <p:cNvPr id="39" name="object 23">
            <a:extLst>
              <a:ext uri="{FF2B5EF4-FFF2-40B4-BE49-F238E27FC236}">
                <a16:creationId xmlns:a16="http://schemas.microsoft.com/office/drawing/2014/main" id="{70041AE4-80AA-A04E-8996-DD2C36F70C63}"/>
              </a:ext>
            </a:extLst>
          </p:cNvPr>
          <p:cNvPicPr/>
          <p:nvPr/>
        </p:nvPicPr>
        <p:blipFill>
          <a:blip r:embed="rId3"/>
          <a:stretch>
            <a:fillRect/>
          </a:stretch>
        </p:blipFill>
        <p:spPr>
          <a:xfrm>
            <a:off x="6775704" y="4142232"/>
            <a:ext cx="468629" cy="467868"/>
          </a:xfrm>
          <a:prstGeom prst="rect">
            <a:avLst/>
          </a:prstGeom>
        </p:spPr>
      </p:pic>
      <p:pic>
        <p:nvPicPr>
          <p:cNvPr id="40" name="object 24">
            <a:extLst>
              <a:ext uri="{FF2B5EF4-FFF2-40B4-BE49-F238E27FC236}">
                <a16:creationId xmlns:a16="http://schemas.microsoft.com/office/drawing/2014/main" id="{EBA1F3C4-3765-D240-8D0F-4762E4EC6B16}"/>
              </a:ext>
            </a:extLst>
          </p:cNvPr>
          <p:cNvPicPr/>
          <p:nvPr/>
        </p:nvPicPr>
        <p:blipFill>
          <a:blip r:embed="rId5"/>
          <a:stretch>
            <a:fillRect/>
          </a:stretch>
        </p:blipFill>
        <p:spPr>
          <a:xfrm>
            <a:off x="575309" y="3543300"/>
            <a:ext cx="359664" cy="360425"/>
          </a:xfrm>
          <a:prstGeom prst="rect">
            <a:avLst/>
          </a:prstGeom>
        </p:spPr>
      </p:pic>
      <p:pic>
        <p:nvPicPr>
          <p:cNvPr id="41" name="object 25">
            <a:extLst>
              <a:ext uri="{FF2B5EF4-FFF2-40B4-BE49-F238E27FC236}">
                <a16:creationId xmlns:a16="http://schemas.microsoft.com/office/drawing/2014/main" id="{57B65E4A-2214-3942-B91D-C93AC487DD0E}"/>
              </a:ext>
            </a:extLst>
          </p:cNvPr>
          <p:cNvPicPr/>
          <p:nvPr/>
        </p:nvPicPr>
        <p:blipFill>
          <a:blip r:embed="rId8"/>
          <a:stretch>
            <a:fillRect/>
          </a:stretch>
        </p:blipFill>
        <p:spPr>
          <a:xfrm>
            <a:off x="575309" y="4734305"/>
            <a:ext cx="359664" cy="359663"/>
          </a:xfrm>
          <a:prstGeom prst="rect">
            <a:avLst/>
          </a:prstGeom>
        </p:spPr>
      </p:pic>
      <p:pic>
        <p:nvPicPr>
          <p:cNvPr id="42" name="object 26">
            <a:extLst>
              <a:ext uri="{FF2B5EF4-FFF2-40B4-BE49-F238E27FC236}">
                <a16:creationId xmlns:a16="http://schemas.microsoft.com/office/drawing/2014/main" id="{0998C69C-5766-2948-BE3D-15CC77450886}"/>
              </a:ext>
            </a:extLst>
          </p:cNvPr>
          <p:cNvPicPr/>
          <p:nvPr/>
        </p:nvPicPr>
        <p:blipFill>
          <a:blip r:embed="rId3"/>
          <a:stretch>
            <a:fillRect/>
          </a:stretch>
        </p:blipFill>
        <p:spPr>
          <a:xfrm>
            <a:off x="575309" y="2948177"/>
            <a:ext cx="359664" cy="359663"/>
          </a:xfrm>
          <a:prstGeom prst="rect">
            <a:avLst/>
          </a:prstGeom>
        </p:spPr>
      </p:pic>
      <p:pic>
        <p:nvPicPr>
          <p:cNvPr id="43" name="object 27">
            <a:extLst>
              <a:ext uri="{FF2B5EF4-FFF2-40B4-BE49-F238E27FC236}">
                <a16:creationId xmlns:a16="http://schemas.microsoft.com/office/drawing/2014/main" id="{1609F897-D312-5947-AB4F-F1D54DAD86AB}"/>
              </a:ext>
            </a:extLst>
          </p:cNvPr>
          <p:cNvPicPr/>
          <p:nvPr/>
        </p:nvPicPr>
        <p:blipFill>
          <a:blip r:embed="rId9"/>
          <a:stretch>
            <a:fillRect/>
          </a:stretch>
        </p:blipFill>
        <p:spPr>
          <a:xfrm>
            <a:off x="575309" y="5329428"/>
            <a:ext cx="359664" cy="360425"/>
          </a:xfrm>
          <a:prstGeom prst="rect">
            <a:avLst/>
          </a:prstGeom>
        </p:spPr>
      </p:pic>
      <p:pic>
        <p:nvPicPr>
          <p:cNvPr id="44" name="object 28">
            <a:extLst>
              <a:ext uri="{FF2B5EF4-FFF2-40B4-BE49-F238E27FC236}">
                <a16:creationId xmlns:a16="http://schemas.microsoft.com/office/drawing/2014/main" id="{F7015DEC-4064-D94F-8F8F-A33566FD7FEA}"/>
              </a:ext>
            </a:extLst>
          </p:cNvPr>
          <p:cNvPicPr/>
          <p:nvPr/>
        </p:nvPicPr>
        <p:blipFill>
          <a:blip r:embed="rId10"/>
          <a:stretch>
            <a:fillRect/>
          </a:stretch>
        </p:blipFill>
        <p:spPr>
          <a:xfrm>
            <a:off x="575309" y="4138421"/>
            <a:ext cx="359664" cy="36042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88456494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>
            <a:extLst>
              <a:ext uri="{FF2B5EF4-FFF2-40B4-BE49-F238E27FC236}">
                <a16:creationId xmlns:a16="http://schemas.microsoft.com/office/drawing/2014/main" id="{EE9CFE8D-05B3-EF4B-BCCF-49022C4314A1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19504" y="174478"/>
            <a:ext cx="3954379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直观策</a:t>
            </a: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略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sp>
        <p:nvSpPr>
          <p:cNvPr id="4" name="object 2">
            <a:extLst>
              <a:ext uri="{FF2B5EF4-FFF2-40B4-BE49-F238E27FC236}">
                <a16:creationId xmlns:a16="http://schemas.microsoft.com/office/drawing/2014/main" id="{BF8DC461-4866-E742-AFF9-C9FBCFAEF5F4}"/>
              </a:ext>
            </a:extLst>
          </p:cNvPr>
          <p:cNvSpPr txBox="1"/>
          <p:nvPr/>
        </p:nvSpPr>
        <p:spPr>
          <a:xfrm>
            <a:off x="731955" y="1002271"/>
            <a:ext cx="10952045" cy="982319"/>
          </a:xfrm>
          <a:prstGeom prst="rect">
            <a:avLst/>
          </a:prstGeom>
        </p:spPr>
        <p:txBody>
          <a:bodyPr vert="horz" wrap="square" lIns="0" tIns="104139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819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1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核心思想：将商品排序，依次挑选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  <a:p>
            <a:pPr marL="704215" lvl="1" indent="-347980">
              <a:spcBef>
                <a:spcPts val="615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704215" algn="l"/>
                <a:tab pos="704850" algn="l"/>
              </a:tabLst>
            </a:pPr>
            <a:r>
              <a:rPr sz="240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策略</a:t>
            </a:r>
            <a:r>
              <a:rPr lang="en-US" altLang="zh-CN" sz="2400" b="1" dirty="0">
                <a:latin typeface="SimSun" panose="02010600030101010101" pitchFamily="2" charset="-122"/>
                <a:ea typeface="SimSun" panose="02010600030101010101" pitchFamily="2" charset="-122"/>
                <a:cs typeface="Times New Roman"/>
              </a:rPr>
              <a:t>3</a:t>
            </a:r>
            <a:r>
              <a:rPr sz="240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：</a:t>
            </a:r>
            <a:r>
              <a:rPr lang="zh-CN" altLang="en-US" sz="240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按商品价值与体积的比由高到低排序，优先挑选比值高的商品</a:t>
            </a:r>
            <a:endParaRPr sz="24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graphicFrame>
        <p:nvGraphicFramePr>
          <p:cNvPr id="45" name="object 4">
            <a:extLst>
              <a:ext uri="{FF2B5EF4-FFF2-40B4-BE49-F238E27FC236}">
                <a16:creationId xmlns:a16="http://schemas.microsoft.com/office/drawing/2014/main" id="{BF8FEC10-1C7A-924D-AB03-0F94D16F8B80}"/>
              </a:ext>
            </a:extLst>
          </p:cNvPr>
          <p:cNvGraphicFramePr>
            <a:graphicFrameLocks noGrp="1"/>
          </p:cNvGraphicFramePr>
          <p:nvPr/>
        </p:nvGraphicFramePr>
        <p:xfrm>
          <a:off x="5721603" y="2223897"/>
          <a:ext cx="6177915" cy="23977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302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52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43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493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2908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5994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201930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1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商品列表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20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总体积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20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总价格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说明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>
                          <a:latin typeface="PMingLiU"/>
                          <a:cs typeface="PMingLiU"/>
                        </a:rPr>
                        <a:t>策略</a:t>
                      </a:r>
                      <a:r>
                        <a:rPr sz="2200" b="1" spc="-50">
                          <a:latin typeface="Times New Roman"/>
                          <a:cs typeface="Times New Roman"/>
                        </a:rPr>
                        <a:t>1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13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spc="-15">
                          <a:latin typeface="PMingLiU"/>
                          <a:cs typeface="PMingLiU"/>
                        </a:rPr>
                        <a:t>非最优解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>
                          <a:latin typeface="PMingLiU"/>
                          <a:cs typeface="PMingLiU"/>
                        </a:rPr>
                        <a:t>策略</a:t>
                      </a:r>
                      <a:r>
                        <a:rPr sz="2200" b="1" spc="-50">
                          <a:latin typeface="Times New Roman"/>
                          <a:cs typeface="Times New Roman"/>
                        </a:rPr>
                        <a:t>2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6985"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20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spc="-15">
                          <a:latin typeface="PMingLiU"/>
                          <a:cs typeface="PMingLiU"/>
                        </a:rPr>
                        <a:t>非最优解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>
                          <a:latin typeface="PMingLiU"/>
                          <a:cs typeface="PMingLiU"/>
                        </a:rPr>
                        <a:t>策略</a:t>
                      </a:r>
                      <a:r>
                        <a:rPr sz="2200" b="1" spc="-50">
                          <a:latin typeface="Times New Roman"/>
                          <a:cs typeface="Times New Roman"/>
                        </a:rPr>
                        <a:t>3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13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46" name="object 5">
            <a:extLst>
              <a:ext uri="{FF2B5EF4-FFF2-40B4-BE49-F238E27FC236}">
                <a16:creationId xmlns:a16="http://schemas.microsoft.com/office/drawing/2014/main" id="{C031A8A1-DA69-5D44-8190-14E6645E49B6}"/>
              </a:ext>
            </a:extLst>
          </p:cNvPr>
          <p:cNvGrpSpPr/>
          <p:nvPr/>
        </p:nvGrpSpPr>
        <p:grpSpPr>
          <a:xfrm>
            <a:off x="508000" y="2230208"/>
            <a:ext cx="5052695" cy="3597910"/>
            <a:chOff x="508000" y="2230208"/>
            <a:chExt cx="5052695" cy="3597910"/>
          </a:xfrm>
        </p:grpSpPr>
        <p:sp>
          <p:nvSpPr>
            <p:cNvPr id="47" name="object 6">
              <a:extLst>
                <a:ext uri="{FF2B5EF4-FFF2-40B4-BE49-F238E27FC236}">
                  <a16:creationId xmlns:a16="http://schemas.microsoft.com/office/drawing/2014/main" id="{7608F7B1-2904-5A4C-8B92-67CD17855DEB}"/>
                </a:ext>
              </a:extLst>
            </p:cNvPr>
            <p:cNvSpPr/>
            <p:nvPr/>
          </p:nvSpPr>
          <p:spPr>
            <a:xfrm>
              <a:off x="508000" y="2230208"/>
              <a:ext cx="5052695" cy="3597910"/>
            </a:xfrm>
            <a:custGeom>
              <a:avLst/>
              <a:gdLst/>
              <a:ahLst/>
              <a:cxnLst/>
              <a:rect l="l" t="t" r="r" b="b"/>
              <a:pathLst>
                <a:path w="5052695" h="3597910">
                  <a:moveTo>
                    <a:pt x="5052314" y="0"/>
                  </a:moveTo>
                  <a:lnTo>
                    <a:pt x="0" y="0"/>
                  </a:lnTo>
                  <a:lnTo>
                    <a:pt x="0" y="3597910"/>
                  </a:lnTo>
                  <a:lnTo>
                    <a:pt x="5052314" y="3597910"/>
                  </a:lnTo>
                  <a:lnTo>
                    <a:pt x="5052314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7">
              <a:extLst>
                <a:ext uri="{FF2B5EF4-FFF2-40B4-BE49-F238E27FC236}">
                  <a16:creationId xmlns:a16="http://schemas.microsoft.com/office/drawing/2014/main" id="{9C699761-07F7-2942-97B7-D839A9AEBD96}"/>
                </a:ext>
              </a:extLst>
            </p:cNvPr>
            <p:cNvSpPr/>
            <p:nvPr/>
          </p:nvSpPr>
          <p:spPr>
            <a:xfrm>
              <a:off x="2983357" y="3429558"/>
              <a:ext cx="2577465" cy="600075"/>
            </a:xfrm>
            <a:custGeom>
              <a:avLst/>
              <a:gdLst/>
              <a:ahLst/>
              <a:cxnLst/>
              <a:rect l="l" t="t" r="r" b="b"/>
              <a:pathLst>
                <a:path w="2577465" h="600075">
                  <a:moveTo>
                    <a:pt x="1025232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1025232" y="599643"/>
                  </a:lnTo>
                  <a:lnTo>
                    <a:pt x="1025232" y="0"/>
                  </a:lnTo>
                  <a:close/>
                </a:path>
                <a:path w="2577465" h="600075">
                  <a:moveTo>
                    <a:pt x="2576957" y="0"/>
                  </a:moveTo>
                  <a:lnTo>
                    <a:pt x="1025271" y="0"/>
                  </a:lnTo>
                  <a:lnTo>
                    <a:pt x="1025271" y="599643"/>
                  </a:lnTo>
                  <a:lnTo>
                    <a:pt x="2576957" y="599643"/>
                  </a:lnTo>
                  <a:lnTo>
                    <a:pt x="2576957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8">
              <a:extLst>
                <a:ext uri="{FF2B5EF4-FFF2-40B4-BE49-F238E27FC236}">
                  <a16:creationId xmlns:a16="http://schemas.microsoft.com/office/drawing/2014/main" id="{E91CDF72-EA14-0548-8215-E12E3CB4778B}"/>
                </a:ext>
              </a:extLst>
            </p:cNvPr>
            <p:cNvSpPr/>
            <p:nvPr/>
          </p:nvSpPr>
          <p:spPr>
            <a:xfrm>
              <a:off x="2983357" y="4029125"/>
              <a:ext cx="2577465" cy="600075"/>
            </a:xfrm>
            <a:custGeom>
              <a:avLst/>
              <a:gdLst/>
              <a:ahLst/>
              <a:cxnLst/>
              <a:rect l="l" t="t" r="r" b="b"/>
              <a:pathLst>
                <a:path w="2577465" h="600075">
                  <a:moveTo>
                    <a:pt x="1025232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1025232" y="599643"/>
                  </a:lnTo>
                  <a:lnTo>
                    <a:pt x="1025232" y="0"/>
                  </a:lnTo>
                  <a:close/>
                </a:path>
                <a:path w="2577465" h="600075">
                  <a:moveTo>
                    <a:pt x="2576957" y="0"/>
                  </a:moveTo>
                  <a:lnTo>
                    <a:pt x="1025271" y="0"/>
                  </a:lnTo>
                  <a:lnTo>
                    <a:pt x="1025271" y="599643"/>
                  </a:lnTo>
                  <a:lnTo>
                    <a:pt x="2576957" y="599643"/>
                  </a:lnTo>
                  <a:lnTo>
                    <a:pt x="2576957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9">
              <a:extLst>
                <a:ext uri="{FF2B5EF4-FFF2-40B4-BE49-F238E27FC236}">
                  <a16:creationId xmlns:a16="http://schemas.microsoft.com/office/drawing/2014/main" id="{66894925-EE42-DC46-9954-900F27FE7B54}"/>
                </a:ext>
              </a:extLst>
            </p:cNvPr>
            <p:cNvSpPr/>
            <p:nvPr/>
          </p:nvSpPr>
          <p:spPr>
            <a:xfrm>
              <a:off x="2983357" y="4628819"/>
              <a:ext cx="2577465" cy="600075"/>
            </a:xfrm>
            <a:custGeom>
              <a:avLst/>
              <a:gdLst/>
              <a:ahLst/>
              <a:cxnLst/>
              <a:rect l="l" t="t" r="r" b="b"/>
              <a:pathLst>
                <a:path w="2577465" h="600075">
                  <a:moveTo>
                    <a:pt x="1025232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1025232" y="599643"/>
                  </a:lnTo>
                  <a:lnTo>
                    <a:pt x="1025232" y="0"/>
                  </a:lnTo>
                  <a:close/>
                </a:path>
                <a:path w="2577465" h="600075">
                  <a:moveTo>
                    <a:pt x="2576957" y="0"/>
                  </a:moveTo>
                  <a:lnTo>
                    <a:pt x="1025271" y="0"/>
                  </a:lnTo>
                  <a:lnTo>
                    <a:pt x="1025271" y="599643"/>
                  </a:lnTo>
                  <a:lnTo>
                    <a:pt x="2576957" y="599643"/>
                  </a:lnTo>
                  <a:lnTo>
                    <a:pt x="2576957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1" name="object 10">
            <a:extLst>
              <a:ext uri="{FF2B5EF4-FFF2-40B4-BE49-F238E27FC236}">
                <a16:creationId xmlns:a16="http://schemas.microsoft.com/office/drawing/2014/main" id="{9D0234E5-1329-A14A-83C1-C6CC9F71075A}"/>
              </a:ext>
            </a:extLst>
          </p:cNvPr>
          <p:cNvGrpSpPr/>
          <p:nvPr/>
        </p:nvGrpSpPr>
        <p:grpSpPr>
          <a:xfrm>
            <a:off x="5727953" y="4760214"/>
            <a:ext cx="1301750" cy="1068070"/>
            <a:chOff x="5727953" y="4760214"/>
            <a:chExt cx="1301750" cy="1068070"/>
          </a:xfrm>
        </p:grpSpPr>
        <p:pic>
          <p:nvPicPr>
            <p:cNvPr id="52" name="object 11">
              <a:extLst>
                <a:ext uri="{FF2B5EF4-FFF2-40B4-BE49-F238E27FC236}">
                  <a16:creationId xmlns:a16="http://schemas.microsoft.com/office/drawing/2014/main" id="{1741164A-96EA-2F4B-93BD-2131AA2958C0}"/>
                </a:ext>
              </a:extLst>
            </p:cNvPr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5727953" y="4760214"/>
              <a:ext cx="1301496" cy="1067562"/>
            </a:xfrm>
            <a:prstGeom prst="rect">
              <a:avLst/>
            </a:prstGeom>
          </p:spPr>
        </p:pic>
        <p:pic>
          <p:nvPicPr>
            <p:cNvPr id="53" name="object 12">
              <a:extLst>
                <a:ext uri="{FF2B5EF4-FFF2-40B4-BE49-F238E27FC236}">
                  <a16:creationId xmlns:a16="http://schemas.microsoft.com/office/drawing/2014/main" id="{38C583EA-4D42-FA4E-8FBF-D5CD10A3D7C1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6166103" y="5080254"/>
              <a:ext cx="359664" cy="360425"/>
            </a:xfrm>
            <a:prstGeom prst="rect">
              <a:avLst/>
            </a:prstGeom>
          </p:spPr>
        </p:pic>
        <p:pic>
          <p:nvPicPr>
            <p:cNvPr id="54" name="object 13">
              <a:extLst>
                <a:ext uri="{FF2B5EF4-FFF2-40B4-BE49-F238E27FC236}">
                  <a16:creationId xmlns:a16="http://schemas.microsoft.com/office/drawing/2014/main" id="{E6F0C3B0-61E8-C74D-98DD-B13B424C5276}"/>
                </a:ext>
              </a:extLst>
            </p:cNvPr>
            <p:cNvPicPr/>
            <p:nvPr/>
          </p:nvPicPr>
          <p:blipFill>
            <a:blip r:embed="rId4"/>
            <a:stretch>
              <a:fillRect/>
            </a:stretch>
          </p:blipFill>
          <p:spPr>
            <a:xfrm>
              <a:off x="6454139" y="5096256"/>
              <a:ext cx="360426" cy="359663"/>
            </a:xfrm>
            <a:prstGeom prst="rect">
              <a:avLst/>
            </a:prstGeom>
          </p:spPr>
        </p:pic>
      </p:grpSp>
      <p:grpSp>
        <p:nvGrpSpPr>
          <p:cNvPr id="55" name="object 14">
            <a:extLst>
              <a:ext uri="{FF2B5EF4-FFF2-40B4-BE49-F238E27FC236}">
                <a16:creationId xmlns:a16="http://schemas.microsoft.com/office/drawing/2014/main" id="{617D8307-4607-E945-8140-BB1D229846BA}"/>
              </a:ext>
            </a:extLst>
          </p:cNvPr>
          <p:cNvGrpSpPr/>
          <p:nvPr/>
        </p:nvGrpSpPr>
        <p:grpSpPr>
          <a:xfrm>
            <a:off x="389381" y="2836164"/>
            <a:ext cx="5273040" cy="2992755"/>
            <a:chOff x="389381" y="2836164"/>
            <a:chExt cx="5273040" cy="2992755"/>
          </a:xfrm>
        </p:grpSpPr>
        <p:sp>
          <p:nvSpPr>
            <p:cNvPr id="56" name="object 15">
              <a:extLst>
                <a:ext uri="{FF2B5EF4-FFF2-40B4-BE49-F238E27FC236}">
                  <a16:creationId xmlns:a16="http://schemas.microsoft.com/office/drawing/2014/main" id="{93C1EC4C-35AD-854A-8DD9-19E38EBB27A5}"/>
                </a:ext>
              </a:extLst>
            </p:cNvPr>
            <p:cNvSpPr/>
            <p:nvPr/>
          </p:nvSpPr>
          <p:spPr>
            <a:xfrm>
              <a:off x="408431" y="2855214"/>
              <a:ext cx="5234940" cy="588010"/>
            </a:xfrm>
            <a:custGeom>
              <a:avLst/>
              <a:gdLst/>
              <a:ahLst/>
              <a:cxnLst/>
              <a:rect l="l" t="t" r="r" b="b"/>
              <a:pathLst>
                <a:path w="5234940" h="588010">
                  <a:moveTo>
                    <a:pt x="0" y="97916"/>
                  </a:moveTo>
                  <a:lnTo>
                    <a:pt x="7695" y="59793"/>
                  </a:lnTo>
                  <a:lnTo>
                    <a:pt x="28679" y="28670"/>
                  </a:lnTo>
                  <a:lnTo>
                    <a:pt x="59803" y="7691"/>
                  </a:lnTo>
                  <a:lnTo>
                    <a:pt x="97917" y="0"/>
                  </a:lnTo>
                  <a:lnTo>
                    <a:pt x="5137023" y="0"/>
                  </a:lnTo>
                  <a:lnTo>
                    <a:pt x="5175146" y="7691"/>
                  </a:lnTo>
                  <a:lnTo>
                    <a:pt x="5206269" y="28670"/>
                  </a:lnTo>
                  <a:lnTo>
                    <a:pt x="5227248" y="59793"/>
                  </a:lnTo>
                  <a:lnTo>
                    <a:pt x="5234940" y="97916"/>
                  </a:lnTo>
                  <a:lnTo>
                    <a:pt x="5234940" y="489585"/>
                  </a:lnTo>
                  <a:lnTo>
                    <a:pt x="5227248" y="527708"/>
                  </a:lnTo>
                  <a:lnTo>
                    <a:pt x="5206269" y="558831"/>
                  </a:lnTo>
                  <a:lnTo>
                    <a:pt x="5175146" y="579810"/>
                  </a:lnTo>
                  <a:lnTo>
                    <a:pt x="5137023" y="587501"/>
                  </a:lnTo>
                  <a:lnTo>
                    <a:pt x="97917" y="587501"/>
                  </a:lnTo>
                  <a:lnTo>
                    <a:pt x="59803" y="579810"/>
                  </a:lnTo>
                  <a:lnTo>
                    <a:pt x="28679" y="558831"/>
                  </a:lnTo>
                  <a:lnTo>
                    <a:pt x="7695" y="527708"/>
                  </a:lnTo>
                  <a:lnTo>
                    <a:pt x="0" y="489585"/>
                  </a:lnTo>
                  <a:lnTo>
                    <a:pt x="0" y="97916"/>
                  </a:lnTo>
                  <a:close/>
                </a:path>
              </a:pathLst>
            </a:custGeom>
            <a:ln w="38100">
              <a:solidFill>
                <a:srgbClr val="FF0000"/>
              </a:solidFill>
              <a:prstDash val="lg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7" name="object 16">
              <a:extLst>
                <a:ext uri="{FF2B5EF4-FFF2-40B4-BE49-F238E27FC236}">
                  <a16:creationId xmlns:a16="http://schemas.microsoft.com/office/drawing/2014/main" id="{51668431-9CD6-074E-B918-0E8C2034CBAF}"/>
                </a:ext>
              </a:extLst>
            </p:cNvPr>
            <p:cNvPicPr/>
            <p:nvPr/>
          </p:nvPicPr>
          <p:blipFill>
            <a:blip r:embed="rId5"/>
            <a:stretch>
              <a:fillRect/>
            </a:stretch>
          </p:blipFill>
          <p:spPr>
            <a:xfrm>
              <a:off x="3547109" y="4709160"/>
              <a:ext cx="533400" cy="563117"/>
            </a:xfrm>
            <a:prstGeom prst="rect">
              <a:avLst/>
            </a:prstGeom>
          </p:spPr>
        </p:pic>
        <p:sp>
          <p:nvSpPr>
            <p:cNvPr id="58" name="object 17">
              <a:extLst>
                <a:ext uri="{FF2B5EF4-FFF2-40B4-BE49-F238E27FC236}">
                  <a16:creationId xmlns:a16="http://schemas.microsoft.com/office/drawing/2014/main" id="{ACB1C9F9-CBC1-1F40-919C-67C7FE9CF09D}"/>
                </a:ext>
              </a:extLst>
            </p:cNvPr>
            <p:cNvSpPr/>
            <p:nvPr/>
          </p:nvSpPr>
          <p:spPr>
            <a:xfrm>
              <a:off x="408431" y="5262372"/>
              <a:ext cx="5234940" cy="547370"/>
            </a:xfrm>
            <a:custGeom>
              <a:avLst/>
              <a:gdLst/>
              <a:ahLst/>
              <a:cxnLst/>
              <a:rect l="l" t="t" r="r" b="b"/>
              <a:pathLst>
                <a:path w="5234940" h="547370">
                  <a:moveTo>
                    <a:pt x="0" y="91185"/>
                  </a:moveTo>
                  <a:lnTo>
                    <a:pt x="7166" y="55667"/>
                  </a:lnTo>
                  <a:lnTo>
                    <a:pt x="26709" y="26685"/>
                  </a:lnTo>
                  <a:lnTo>
                    <a:pt x="55694" y="7157"/>
                  </a:lnTo>
                  <a:lnTo>
                    <a:pt x="91186" y="0"/>
                  </a:lnTo>
                  <a:lnTo>
                    <a:pt x="5143754" y="0"/>
                  </a:lnTo>
                  <a:lnTo>
                    <a:pt x="5179272" y="7157"/>
                  </a:lnTo>
                  <a:lnTo>
                    <a:pt x="5208254" y="26685"/>
                  </a:lnTo>
                  <a:lnTo>
                    <a:pt x="5227782" y="55667"/>
                  </a:lnTo>
                  <a:lnTo>
                    <a:pt x="5234940" y="91185"/>
                  </a:lnTo>
                  <a:lnTo>
                    <a:pt x="5234940" y="455929"/>
                  </a:lnTo>
                  <a:lnTo>
                    <a:pt x="5227782" y="491421"/>
                  </a:lnTo>
                  <a:lnTo>
                    <a:pt x="5208254" y="520406"/>
                  </a:lnTo>
                  <a:lnTo>
                    <a:pt x="5179272" y="539949"/>
                  </a:lnTo>
                  <a:lnTo>
                    <a:pt x="5143754" y="547115"/>
                  </a:lnTo>
                  <a:lnTo>
                    <a:pt x="91186" y="547115"/>
                  </a:lnTo>
                  <a:lnTo>
                    <a:pt x="55694" y="539949"/>
                  </a:lnTo>
                  <a:lnTo>
                    <a:pt x="26709" y="520406"/>
                  </a:lnTo>
                  <a:lnTo>
                    <a:pt x="7166" y="491421"/>
                  </a:lnTo>
                  <a:lnTo>
                    <a:pt x="0" y="455929"/>
                  </a:lnTo>
                  <a:lnTo>
                    <a:pt x="0" y="91185"/>
                  </a:lnTo>
                  <a:close/>
                </a:path>
              </a:pathLst>
            </a:custGeom>
            <a:ln w="38100">
              <a:solidFill>
                <a:srgbClr val="FF0000"/>
              </a:solidFill>
              <a:prstDash val="lg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9" name="object 18">
            <a:extLst>
              <a:ext uri="{FF2B5EF4-FFF2-40B4-BE49-F238E27FC236}">
                <a16:creationId xmlns:a16="http://schemas.microsoft.com/office/drawing/2014/main" id="{9785C14A-8EC6-DC4D-8546-86958445A4BA}"/>
              </a:ext>
            </a:extLst>
          </p:cNvPr>
          <p:cNvGrpSpPr/>
          <p:nvPr/>
        </p:nvGrpSpPr>
        <p:grpSpPr>
          <a:xfrm>
            <a:off x="3547109" y="3423665"/>
            <a:ext cx="533400" cy="1156335"/>
            <a:chOff x="3547109" y="3423665"/>
            <a:chExt cx="533400" cy="1156335"/>
          </a:xfrm>
        </p:grpSpPr>
        <p:pic>
          <p:nvPicPr>
            <p:cNvPr id="60" name="object 19">
              <a:extLst>
                <a:ext uri="{FF2B5EF4-FFF2-40B4-BE49-F238E27FC236}">
                  <a16:creationId xmlns:a16="http://schemas.microsoft.com/office/drawing/2014/main" id="{4312D5B1-C06D-0B4A-A70B-E225F816BC51}"/>
                </a:ext>
              </a:extLst>
            </p:cNvPr>
            <p:cNvPicPr/>
            <p:nvPr/>
          </p:nvPicPr>
          <p:blipFill>
            <a:blip r:embed="rId5"/>
            <a:stretch>
              <a:fillRect/>
            </a:stretch>
          </p:blipFill>
          <p:spPr>
            <a:xfrm>
              <a:off x="3547109" y="4016501"/>
              <a:ext cx="533400" cy="563118"/>
            </a:xfrm>
            <a:prstGeom prst="rect">
              <a:avLst/>
            </a:prstGeom>
          </p:spPr>
        </p:pic>
        <p:pic>
          <p:nvPicPr>
            <p:cNvPr id="61" name="object 20">
              <a:extLst>
                <a:ext uri="{FF2B5EF4-FFF2-40B4-BE49-F238E27FC236}">
                  <a16:creationId xmlns:a16="http://schemas.microsoft.com/office/drawing/2014/main" id="{AF2E34F0-71CC-7845-9E7D-B31C75551065}"/>
                </a:ext>
              </a:extLst>
            </p:cNvPr>
            <p:cNvPicPr/>
            <p:nvPr/>
          </p:nvPicPr>
          <p:blipFill>
            <a:blip r:embed="rId5"/>
            <a:stretch>
              <a:fillRect/>
            </a:stretch>
          </p:blipFill>
          <p:spPr>
            <a:xfrm>
              <a:off x="3547109" y="3423665"/>
              <a:ext cx="533400" cy="563118"/>
            </a:xfrm>
            <a:prstGeom prst="rect">
              <a:avLst/>
            </a:prstGeom>
          </p:spPr>
        </p:pic>
      </p:grpSp>
      <p:graphicFrame>
        <p:nvGraphicFramePr>
          <p:cNvPr id="62" name="object 21">
            <a:extLst>
              <a:ext uri="{FF2B5EF4-FFF2-40B4-BE49-F238E27FC236}">
                <a16:creationId xmlns:a16="http://schemas.microsoft.com/office/drawing/2014/main" id="{2CD6E564-C879-244C-B6C5-85AA63D6CD58}"/>
              </a:ext>
            </a:extLst>
          </p:cNvPr>
          <p:cNvGraphicFramePr>
            <a:graphicFrameLocks noGrp="1"/>
          </p:cNvGraphicFramePr>
          <p:nvPr/>
        </p:nvGraphicFramePr>
        <p:xfrm>
          <a:off x="388512" y="2204401"/>
          <a:ext cx="5085078" cy="35801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706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382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488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5130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612140">
                <a:tc>
                  <a:txBody>
                    <a:bodyPr/>
                    <a:lstStyle/>
                    <a:p>
                      <a:pPr marR="429895" algn="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商品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0000"/>
                      </a:solidFill>
                      <a:prstDash val="sysDash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价格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0000"/>
                      </a:solidFill>
                      <a:prstDash val="sysDash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体积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0000"/>
                      </a:solidFill>
                      <a:prstDash val="sysDash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比值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0000"/>
                      </a:solidFill>
                      <a:prstDash val="sysDash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marR="430530" algn="r">
                        <a:lnSpc>
                          <a:spcPct val="100000"/>
                        </a:lnSpc>
                        <a:spcBef>
                          <a:spcPts val="6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啤酒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85090" marB="0">
                    <a:lnL w="128321">
                      <a:solidFill>
                        <a:srgbClr val="FF0000"/>
                      </a:solidFill>
                      <a:prstDash val="sysDash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0000"/>
                      </a:solidFill>
                      <a:prstDash val="sysDash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98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0000"/>
                      </a:solidFill>
                      <a:prstDash val="sysDash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98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0000"/>
                      </a:solidFill>
                      <a:prstDash val="sysDash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2.4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98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76223">
                      <a:solidFill>
                        <a:srgbClr val="FF0000"/>
                      </a:solidFill>
                      <a:prstDash val="sysDash"/>
                    </a:lnR>
                    <a:lnT w="76200">
                      <a:solidFill>
                        <a:srgbClr val="FF0000"/>
                      </a:solidFill>
                      <a:prstDash val="sysDash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86105">
                <a:tc>
                  <a:txBody>
                    <a:bodyPr/>
                    <a:lstStyle/>
                    <a:p>
                      <a:pPr marR="430530" algn="r">
                        <a:lnSpc>
                          <a:spcPct val="100000"/>
                        </a:lnSpc>
                        <a:spcBef>
                          <a:spcPts val="665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饼干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844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9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98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98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65"/>
                        </a:spcBef>
                      </a:pPr>
                      <a:r>
                        <a:rPr sz="2200" b="1" spc="-20">
                          <a:latin typeface="Times New Roman"/>
                          <a:cs typeface="Times New Roman"/>
                        </a:rPr>
                        <a:t>2.25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98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marR="430530" algn="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牛奶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9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0">
                          <a:latin typeface="Times New Roman"/>
                          <a:cs typeface="Times New Roman"/>
                        </a:rPr>
                        <a:t>2.25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622935">
                <a:tc>
                  <a:txBody>
                    <a:bodyPr/>
                    <a:lstStyle/>
                    <a:p>
                      <a:pPr marR="430530" algn="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面包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70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31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70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5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31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70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2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31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60070">
                <a:tc>
                  <a:txBody>
                    <a:bodyPr/>
                    <a:lstStyle/>
                    <a:p>
                      <a:pPr marR="430530" algn="r">
                        <a:lnSpc>
                          <a:spcPct val="100000"/>
                        </a:lnSpc>
                        <a:spcBef>
                          <a:spcPts val="585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汽水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74295" marB="0">
                    <a:lnL w="122119">
                      <a:solidFill>
                        <a:srgbClr val="FF0000"/>
                      </a:solidFill>
                      <a:prstDash val="sysDash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8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2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996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8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3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996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85"/>
                        </a:spcBef>
                      </a:pPr>
                      <a:r>
                        <a:rPr sz="2200" b="1" spc="-20">
                          <a:latin typeface="Times New Roman"/>
                          <a:cs typeface="Times New Roman"/>
                        </a:rPr>
                        <a:t>0.67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996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0000"/>
                      </a:solidFill>
                      <a:prstDash val="sysDash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63" name="object 22">
            <a:extLst>
              <a:ext uri="{FF2B5EF4-FFF2-40B4-BE49-F238E27FC236}">
                <a16:creationId xmlns:a16="http://schemas.microsoft.com/office/drawing/2014/main" id="{A46ABA0E-C288-724D-9BEE-D47C5E96243A}"/>
              </a:ext>
            </a:extLst>
          </p:cNvPr>
          <p:cNvSpPr txBox="1"/>
          <p:nvPr/>
        </p:nvSpPr>
        <p:spPr>
          <a:xfrm>
            <a:off x="7583931" y="5101844"/>
            <a:ext cx="1397000" cy="5746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5">
                <a:latin typeface="PMingLiU"/>
                <a:cs typeface="PMingLiU"/>
              </a:rPr>
              <a:t>剩余体积：</a:t>
            </a:r>
            <a:r>
              <a:rPr sz="1800" b="1" spc="-25">
                <a:latin typeface="Times New Roman"/>
                <a:cs typeface="Times New Roman"/>
              </a:rPr>
              <a:t>0</a:t>
            </a:r>
            <a:endParaRPr sz="1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sz="1800" spc="-5">
                <a:latin typeface="PMingLiU"/>
                <a:cs typeface="PMingLiU"/>
              </a:rPr>
              <a:t>商品价值：</a:t>
            </a:r>
            <a:r>
              <a:rPr sz="1800" b="1" spc="-25">
                <a:latin typeface="Times New Roman"/>
                <a:cs typeface="Times New Roman"/>
              </a:rPr>
              <a:t>26</a:t>
            </a:r>
            <a:endParaRPr sz="1800">
              <a:latin typeface="Times New Roman"/>
              <a:cs typeface="Times New Roman"/>
            </a:endParaRPr>
          </a:p>
        </p:txBody>
      </p:sp>
      <p:pic>
        <p:nvPicPr>
          <p:cNvPr id="64" name="object 23">
            <a:extLst>
              <a:ext uri="{FF2B5EF4-FFF2-40B4-BE49-F238E27FC236}">
                <a16:creationId xmlns:a16="http://schemas.microsoft.com/office/drawing/2014/main" id="{C367B1EB-F000-E143-8A3D-FF38B049D570}"/>
              </a:ext>
            </a:extLst>
          </p:cNvPr>
          <p:cNvPicPr/>
          <p:nvPr/>
        </p:nvPicPr>
        <p:blipFill>
          <a:blip r:embed="rId6"/>
          <a:stretch>
            <a:fillRect/>
          </a:stretch>
        </p:blipFill>
        <p:spPr>
          <a:xfrm>
            <a:off x="7580376" y="3510534"/>
            <a:ext cx="468629" cy="467868"/>
          </a:xfrm>
          <a:prstGeom prst="rect">
            <a:avLst/>
          </a:prstGeom>
        </p:spPr>
      </p:pic>
      <p:pic>
        <p:nvPicPr>
          <p:cNvPr id="65" name="object 24">
            <a:extLst>
              <a:ext uri="{FF2B5EF4-FFF2-40B4-BE49-F238E27FC236}">
                <a16:creationId xmlns:a16="http://schemas.microsoft.com/office/drawing/2014/main" id="{467A685A-6042-E148-A4FE-E8C08A2A34C1}"/>
              </a:ext>
            </a:extLst>
          </p:cNvPr>
          <p:cNvPicPr/>
          <p:nvPr/>
        </p:nvPicPr>
        <p:blipFill>
          <a:blip r:embed="rId7"/>
          <a:stretch>
            <a:fillRect/>
          </a:stretch>
        </p:blipFill>
        <p:spPr>
          <a:xfrm>
            <a:off x="6616445" y="3510534"/>
            <a:ext cx="912876" cy="467868"/>
          </a:xfrm>
          <a:prstGeom prst="rect">
            <a:avLst/>
          </a:prstGeom>
        </p:spPr>
      </p:pic>
      <p:pic>
        <p:nvPicPr>
          <p:cNvPr id="66" name="object 25">
            <a:extLst>
              <a:ext uri="{FF2B5EF4-FFF2-40B4-BE49-F238E27FC236}">
                <a16:creationId xmlns:a16="http://schemas.microsoft.com/office/drawing/2014/main" id="{E58E9717-7791-C543-930A-748564C012EB}"/>
              </a:ext>
            </a:extLst>
          </p:cNvPr>
          <p:cNvPicPr/>
          <p:nvPr/>
        </p:nvPicPr>
        <p:blipFill>
          <a:blip r:embed="rId8"/>
          <a:stretch>
            <a:fillRect/>
          </a:stretch>
        </p:blipFill>
        <p:spPr>
          <a:xfrm>
            <a:off x="6775704" y="2921507"/>
            <a:ext cx="912876" cy="468629"/>
          </a:xfrm>
          <a:prstGeom prst="rect">
            <a:avLst/>
          </a:prstGeom>
        </p:spPr>
      </p:pic>
      <p:pic>
        <p:nvPicPr>
          <p:cNvPr id="67" name="object 26">
            <a:extLst>
              <a:ext uri="{FF2B5EF4-FFF2-40B4-BE49-F238E27FC236}">
                <a16:creationId xmlns:a16="http://schemas.microsoft.com/office/drawing/2014/main" id="{8BBA8FB8-FE04-EE45-8CD6-C7627C483B71}"/>
              </a:ext>
            </a:extLst>
          </p:cNvPr>
          <p:cNvPicPr/>
          <p:nvPr/>
        </p:nvPicPr>
        <p:blipFill>
          <a:blip r:embed="rId8"/>
          <a:stretch>
            <a:fillRect/>
          </a:stretch>
        </p:blipFill>
        <p:spPr>
          <a:xfrm>
            <a:off x="6775704" y="4142232"/>
            <a:ext cx="912876" cy="467868"/>
          </a:xfrm>
          <a:prstGeom prst="rect">
            <a:avLst/>
          </a:prstGeom>
        </p:spPr>
      </p:pic>
      <p:pic>
        <p:nvPicPr>
          <p:cNvPr id="68" name="object 27">
            <a:extLst>
              <a:ext uri="{FF2B5EF4-FFF2-40B4-BE49-F238E27FC236}">
                <a16:creationId xmlns:a16="http://schemas.microsoft.com/office/drawing/2014/main" id="{386A0C82-B15C-714F-AF09-CCFF0E2F0294}"/>
              </a:ext>
            </a:extLst>
          </p:cNvPr>
          <p:cNvPicPr/>
          <p:nvPr/>
        </p:nvPicPr>
        <p:blipFill>
          <a:blip r:embed="rId6"/>
          <a:stretch>
            <a:fillRect/>
          </a:stretch>
        </p:blipFill>
        <p:spPr>
          <a:xfrm>
            <a:off x="575309" y="3543300"/>
            <a:ext cx="359664" cy="360425"/>
          </a:xfrm>
          <a:prstGeom prst="rect">
            <a:avLst/>
          </a:prstGeom>
        </p:spPr>
      </p:pic>
      <p:pic>
        <p:nvPicPr>
          <p:cNvPr id="69" name="object 28">
            <a:extLst>
              <a:ext uri="{FF2B5EF4-FFF2-40B4-BE49-F238E27FC236}">
                <a16:creationId xmlns:a16="http://schemas.microsoft.com/office/drawing/2014/main" id="{676189F2-94BF-8B45-8417-A81EA2C09CFC}"/>
              </a:ext>
            </a:extLst>
          </p:cNvPr>
          <p:cNvPicPr/>
          <p:nvPr/>
        </p:nvPicPr>
        <p:blipFill>
          <a:blip r:embed="rId9"/>
          <a:stretch>
            <a:fillRect/>
          </a:stretch>
        </p:blipFill>
        <p:spPr>
          <a:xfrm>
            <a:off x="575309" y="4734305"/>
            <a:ext cx="359664" cy="359663"/>
          </a:xfrm>
          <a:prstGeom prst="rect">
            <a:avLst/>
          </a:prstGeom>
        </p:spPr>
      </p:pic>
      <p:pic>
        <p:nvPicPr>
          <p:cNvPr id="70" name="object 29">
            <a:extLst>
              <a:ext uri="{FF2B5EF4-FFF2-40B4-BE49-F238E27FC236}">
                <a16:creationId xmlns:a16="http://schemas.microsoft.com/office/drawing/2014/main" id="{366B601E-7602-E843-B69F-36293C4B9AFB}"/>
              </a:ext>
            </a:extLst>
          </p:cNvPr>
          <p:cNvPicPr/>
          <p:nvPr/>
        </p:nvPicPr>
        <p:blipFill>
          <a:blip r:embed="rId3"/>
          <a:stretch>
            <a:fillRect/>
          </a:stretch>
        </p:blipFill>
        <p:spPr>
          <a:xfrm>
            <a:off x="575309" y="2948177"/>
            <a:ext cx="359664" cy="359663"/>
          </a:xfrm>
          <a:prstGeom prst="rect">
            <a:avLst/>
          </a:prstGeom>
        </p:spPr>
      </p:pic>
      <p:pic>
        <p:nvPicPr>
          <p:cNvPr id="71" name="object 30">
            <a:extLst>
              <a:ext uri="{FF2B5EF4-FFF2-40B4-BE49-F238E27FC236}">
                <a16:creationId xmlns:a16="http://schemas.microsoft.com/office/drawing/2014/main" id="{53CC706C-BCC8-F54C-B5DF-60CC9A4FE877}"/>
              </a:ext>
            </a:extLst>
          </p:cNvPr>
          <p:cNvPicPr/>
          <p:nvPr/>
        </p:nvPicPr>
        <p:blipFill>
          <a:blip r:embed="rId4"/>
          <a:stretch>
            <a:fillRect/>
          </a:stretch>
        </p:blipFill>
        <p:spPr>
          <a:xfrm>
            <a:off x="575309" y="5329428"/>
            <a:ext cx="359664" cy="360425"/>
          </a:xfrm>
          <a:prstGeom prst="rect">
            <a:avLst/>
          </a:prstGeom>
        </p:spPr>
      </p:pic>
      <p:pic>
        <p:nvPicPr>
          <p:cNvPr id="72" name="object 31">
            <a:extLst>
              <a:ext uri="{FF2B5EF4-FFF2-40B4-BE49-F238E27FC236}">
                <a16:creationId xmlns:a16="http://schemas.microsoft.com/office/drawing/2014/main" id="{A9D5F993-6EA6-C143-A0F8-5DE678597295}"/>
              </a:ext>
            </a:extLst>
          </p:cNvPr>
          <p:cNvPicPr/>
          <p:nvPr/>
        </p:nvPicPr>
        <p:blipFill>
          <a:blip r:embed="rId10"/>
          <a:stretch>
            <a:fillRect/>
          </a:stretch>
        </p:blipFill>
        <p:spPr>
          <a:xfrm>
            <a:off x="575309" y="4138421"/>
            <a:ext cx="359664" cy="36042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2955856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>
            <a:extLst>
              <a:ext uri="{FF2B5EF4-FFF2-40B4-BE49-F238E27FC236}">
                <a16:creationId xmlns:a16="http://schemas.microsoft.com/office/drawing/2014/main" id="{EE9CFE8D-05B3-EF4B-BCCF-49022C4314A1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19504" y="174478"/>
            <a:ext cx="3954379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直观策</a:t>
            </a: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略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sp>
        <p:nvSpPr>
          <p:cNvPr id="4" name="object 2">
            <a:extLst>
              <a:ext uri="{FF2B5EF4-FFF2-40B4-BE49-F238E27FC236}">
                <a16:creationId xmlns:a16="http://schemas.microsoft.com/office/drawing/2014/main" id="{BF8DC461-4866-E742-AFF9-C9FBCFAEF5F4}"/>
              </a:ext>
            </a:extLst>
          </p:cNvPr>
          <p:cNvSpPr txBox="1"/>
          <p:nvPr/>
        </p:nvSpPr>
        <p:spPr>
          <a:xfrm>
            <a:off x="731955" y="1002271"/>
            <a:ext cx="10952045" cy="982319"/>
          </a:xfrm>
          <a:prstGeom prst="rect">
            <a:avLst/>
          </a:prstGeom>
        </p:spPr>
        <p:txBody>
          <a:bodyPr vert="horz" wrap="square" lIns="0" tIns="104139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819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1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核心思想：将商品排序，依次挑选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  <a:p>
            <a:pPr marL="704215" lvl="1" indent="-347980">
              <a:spcBef>
                <a:spcPts val="615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704215" algn="l"/>
                <a:tab pos="704850" algn="l"/>
              </a:tabLst>
            </a:pPr>
            <a:r>
              <a:rPr sz="240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策略</a:t>
            </a:r>
            <a:r>
              <a:rPr lang="en-US" altLang="zh-CN" sz="2400" b="1" dirty="0">
                <a:latin typeface="SimSun" panose="02010600030101010101" pitchFamily="2" charset="-122"/>
                <a:ea typeface="SimSun" panose="02010600030101010101" pitchFamily="2" charset="-122"/>
                <a:cs typeface="Times New Roman"/>
              </a:rPr>
              <a:t>3</a:t>
            </a:r>
            <a:r>
              <a:rPr sz="240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：</a:t>
            </a:r>
            <a:r>
              <a:rPr lang="zh-CN" altLang="en-US" sz="240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按商品价值与体积的比由高到低排序，优先挑选比值高的商品</a:t>
            </a:r>
            <a:endParaRPr sz="24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graphicFrame>
        <p:nvGraphicFramePr>
          <p:cNvPr id="32" name="object 4">
            <a:extLst>
              <a:ext uri="{FF2B5EF4-FFF2-40B4-BE49-F238E27FC236}">
                <a16:creationId xmlns:a16="http://schemas.microsoft.com/office/drawing/2014/main" id="{B9DFDA18-81F1-9B48-9787-540967A8FCB2}"/>
              </a:ext>
            </a:extLst>
          </p:cNvPr>
          <p:cNvGraphicFramePr>
            <a:graphicFrameLocks noGrp="1"/>
          </p:cNvGraphicFramePr>
          <p:nvPr/>
        </p:nvGraphicFramePr>
        <p:xfrm>
          <a:off x="5721603" y="2223897"/>
          <a:ext cx="6177915" cy="23977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302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52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43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493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2908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5994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201930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1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商品列表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20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总体积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20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总价格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说明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>
                          <a:latin typeface="PMingLiU"/>
                          <a:cs typeface="PMingLiU"/>
                        </a:rPr>
                        <a:t>策略</a:t>
                      </a:r>
                      <a:r>
                        <a:rPr sz="2200" b="1" spc="-50">
                          <a:latin typeface="Times New Roman"/>
                          <a:cs typeface="Times New Roman"/>
                        </a:rPr>
                        <a:t>1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13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spc="-15">
                          <a:latin typeface="PMingLiU"/>
                          <a:cs typeface="PMingLiU"/>
                        </a:rPr>
                        <a:t>非最优解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>
                          <a:latin typeface="PMingLiU"/>
                          <a:cs typeface="PMingLiU"/>
                        </a:rPr>
                        <a:t>策略</a:t>
                      </a:r>
                      <a:r>
                        <a:rPr sz="2200" b="1" spc="-50">
                          <a:latin typeface="Times New Roman"/>
                          <a:cs typeface="Times New Roman"/>
                        </a:rPr>
                        <a:t>2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6985"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20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spc="-15">
                          <a:latin typeface="PMingLiU"/>
                          <a:cs typeface="PMingLiU"/>
                        </a:rPr>
                        <a:t>非最优解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>
                          <a:latin typeface="PMingLiU"/>
                          <a:cs typeface="PMingLiU"/>
                        </a:rPr>
                        <a:t>策略</a:t>
                      </a:r>
                      <a:r>
                        <a:rPr sz="2200" b="1" spc="-50">
                          <a:latin typeface="Times New Roman"/>
                          <a:cs typeface="Times New Roman"/>
                        </a:rPr>
                        <a:t>3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13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spc="-15">
                          <a:latin typeface="PMingLiU"/>
                          <a:cs typeface="PMingLiU"/>
                        </a:rPr>
                        <a:t>非最优解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33" name="object 5">
            <a:extLst>
              <a:ext uri="{FF2B5EF4-FFF2-40B4-BE49-F238E27FC236}">
                <a16:creationId xmlns:a16="http://schemas.microsoft.com/office/drawing/2014/main" id="{63FD0CF0-23DB-D84C-A732-261D1FBE851D}"/>
              </a:ext>
            </a:extLst>
          </p:cNvPr>
          <p:cNvGrpSpPr/>
          <p:nvPr/>
        </p:nvGrpSpPr>
        <p:grpSpPr>
          <a:xfrm>
            <a:off x="508000" y="2230208"/>
            <a:ext cx="5052695" cy="3597910"/>
            <a:chOff x="508000" y="2230208"/>
            <a:chExt cx="5052695" cy="3597910"/>
          </a:xfrm>
        </p:grpSpPr>
        <p:sp>
          <p:nvSpPr>
            <p:cNvPr id="34" name="object 6">
              <a:extLst>
                <a:ext uri="{FF2B5EF4-FFF2-40B4-BE49-F238E27FC236}">
                  <a16:creationId xmlns:a16="http://schemas.microsoft.com/office/drawing/2014/main" id="{8C494CC7-336D-244F-B7F1-0BCB1227E06D}"/>
                </a:ext>
              </a:extLst>
            </p:cNvPr>
            <p:cNvSpPr/>
            <p:nvPr/>
          </p:nvSpPr>
          <p:spPr>
            <a:xfrm>
              <a:off x="508000" y="2230208"/>
              <a:ext cx="5052695" cy="3597910"/>
            </a:xfrm>
            <a:custGeom>
              <a:avLst/>
              <a:gdLst/>
              <a:ahLst/>
              <a:cxnLst/>
              <a:rect l="l" t="t" r="r" b="b"/>
              <a:pathLst>
                <a:path w="5052695" h="3597910">
                  <a:moveTo>
                    <a:pt x="5052314" y="0"/>
                  </a:moveTo>
                  <a:lnTo>
                    <a:pt x="0" y="0"/>
                  </a:lnTo>
                  <a:lnTo>
                    <a:pt x="0" y="3597910"/>
                  </a:lnTo>
                  <a:lnTo>
                    <a:pt x="5052314" y="3597910"/>
                  </a:lnTo>
                  <a:lnTo>
                    <a:pt x="5052314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7">
              <a:extLst>
                <a:ext uri="{FF2B5EF4-FFF2-40B4-BE49-F238E27FC236}">
                  <a16:creationId xmlns:a16="http://schemas.microsoft.com/office/drawing/2014/main" id="{04204483-560D-BA49-A1C1-8632F2E11B5D}"/>
                </a:ext>
              </a:extLst>
            </p:cNvPr>
            <p:cNvSpPr/>
            <p:nvPr/>
          </p:nvSpPr>
          <p:spPr>
            <a:xfrm>
              <a:off x="508000" y="2829864"/>
              <a:ext cx="1437005" cy="600075"/>
            </a:xfrm>
            <a:custGeom>
              <a:avLst/>
              <a:gdLst/>
              <a:ahLst/>
              <a:cxnLst/>
              <a:rect l="l" t="t" r="r" b="b"/>
              <a:pathLst>
                <a:path w="1437005" h="600075">
                  <a:moveTo>
                    <a:pt x="1436877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1436877" y="599643"/>
                  </a:lnTo>
                  <a:lnTo>
                    <a:pt x="1436877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8">
              <a:extLst>
                <a:ext uri="{FF2B5EF4-FFF2-40B4-BE49-F238E27FC236}">
                  <a16:creationId xmlns:a16="http://schemas.microsoft.com/office/drawing/2014/main" id="{7CEFB80E-FD0B-7A4B-82A3-35F6443C5772}"/>
                </a:ext>
              </a:extLst>
            </p:cNvPr>
            <p:cNvSpPr/>
            <p:nvPr/>
          </p:nvSpPr>
          <p:spPr>
            <a:xfrm>
              <a:off x="508000" y="3429558"/>
              <a:ext cx="1437005" cy="600075"/>
            </a:xfrm>
            <a:custGeom>
              <a:avLst/>
              <a:gdLst/>
              <a:ahLst/>
              <a:cxnLst/>
              <a:rect l="l" t="t" r="r" b="b"/>
              <a:pathLst>
                <a:path w="1437005" h="600075">
                  <a:moveTo>
                    <a:pt x="1436877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1436877" y="599643"/>
                  </a:lnTo>
                  <a:lnTo>
                    <a:pt x="1436877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9">
              <a:extLst>
                <a:ext uri="{FF2B5EF4-FFF2-40B4-BE49-F238E27FC236}">
                  <a16:creationId xmlns:a16="http://schemas.microsoft.com/office/drawing/2014/main" id="{75B23F02-61C8-BA46-8B50-A9C17A266C80}"/>
                </a:ext>
              </a:extLst>
            </p:cNvPr>
            <p:cNvSpPr/>
            <p:nvPr/>
          </p:nvSpPr>
          <p:spPr>
            <a:xfrm>
              <a:off x="508000" y="4029125"/>
              <a:ext cx="1437005" cy="600075"/>
            </a:xfrm>
            <a:custGeom>
              <a:avLst/>
              <a:gdLst/>
              <a:ahLst/>
              <a:cxnLst/>
              <a:rect l="l" t="t" r="r" b="b"/>
              <a:pathLst>
                <a:path w="1437005" h="600075">
                  <a:moveTo>
                    <a:pt x="1436877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1436877" y="599643"/>
                  </a:lnTo>
                  <a:lnTo>
                    <a:pt x="1436877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10">
              <a:extLst>
                <a:ext uri="{FF2B5EF4-FFF2-40B4-BE49-F238E27FC236}">
                  <a16:creationId xmlns:a16="http://schemas.microsoft.com/office/drawing/2014/main" id="{C97F240E-4742-C449-8227-67022E14D1CC}"/>
                </a:ext>
              </a:extLst>
            </p:cNvPr>
            <p:cNvSpPr/>
            <p:nvPr/>
          </p:nvSpPr>
          <p:spPr>
            <a:xfrm>
              <a:off x="508000" y="4628819"/>
              <a:ext cx="1437005" cy="600075"/>
            </a:xfrm>
            <a:custGeom>
              <a:avLst/>
              <a:gdLst/>
              <a:ahLst/>
              <a:cxnLst/>
              <a:rect l="l" t="t" r="r" b="b"/>
              <a:pathLst>
                <a:path w="1437005" h="600075">
                  <a:moveTo>
                    <a:pt x="1436877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1436877" y="599643"/>
                  </a:lnTo>
                  <a:lnTo>
                    <a:pt x="1436877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11">
              <a:extLst>
                <a:ext uri="{FF2B5EF4-FFF2-40B4-BE49-F238E27FC236}">
                  <a16:creationId xmlns:a16="http://schemas.microsoft.com/office/drawing/2014/main" id="{FA176BC9-A538-C04E-8CFC-6916F976DFE7}"/>
                </a:ext>
              </a:extLst>
            </p:cNvPr>
            <p:cNvSpPr/>
            <p:nvPr/>
          </p:nvSpPr>
          <p:spPr>
            <a:xfrm>
              <a:off x="508000" y="5228475"/>
              <a:ext cx="1437005" cy="600075"/>
            </a:xfrm>
            <a:custGeom>
              <a:avLst/>
              <a:gdLst/>
              <a:ahLst/>
              <a:cxnLst/>
              <a:rect l="l" t="t" r="r" b="b"/>
              <a:pathLst>
                <a:path w="1437005" h="600075">
                  <a:moveTo>
                    <a:pt x="1436877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1436877" y="599643"/>
                  </a:lnTo>
                  <a:lnTo>
                    <a:pt x="1436877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0" name="object 12">
            <a:extLst>
              <a:ext uri="{FF2B5EF4-FFF2-40B4-BE49-F238E27FC236}">
                <a16:creationId xmlns:a16="http://schemas.microsoft.com/office/drawing/2014/main" id="{D9472E91-C95C-4646-A048-3CCD46A7DFA4}"/>
              </a:ext>
            </a:extLst>
          </p:cNvPr>
          <p:cNvGrpSpPr/>
          <p:nvPr/>
        </p:nvGrpSpPr>
        <p:grpSpPr>
          <a:xfrm>
            <a:off x="389381" y="2836164"/>
            <a:ext cx="5273040" cy="2992755"/>
            <a:chOff x="389381" y="2836164"/>
            <a:chExt cx="5273040" cy="2992755"/>
          </a:xfrm>
        </p:grpSpPr>
        <p:pic>
          <p:nvPicPr>
            <p:cNvPr id="41" name="object 13">
              <a:extLst>
                <a:ext uri="{FF2B5EF4-FFF2-40B4-BE49-F238E27FC236}">
                  <a16:creationId xmlns:a16="http://schemas.microsoft.com/office/drawing/2014/main" id="{73B9BB7C-1558-6C45-A34B-27B49C52CE12}"/>
                </a:ext>
              </a:extLst>
            </p:cNvPr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575310" y="3543300"/>
              <a:ext cx="359664" cy="360425"/>
            </a:xfrm>
            <a:prstGeom prst="rect">
              <a:avLst/>
            </a:prstGeom>
          </p:spPr>
        </p:pic>
        <p:pic>
          <p:nvPicPr>
            <p:cNvPr id="42" name="object 14">
              <a:extLst>
                <a:ext uri="{FF2B5EF4-FFF2-40B4-BE49-F238E27FC236}">
                  <a16:creationId xmlns:a16="http://schemas.microsoft.com/office/drawing/2014/main" id="{4214AF15-62F7-DF46-9C76-AC4C4F178681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575310" y="4734306"/>
              <a:ext cx="359664" cy="359663"/>
            </a:xfrm>
            <a:prstGeom prst="rect">
              <a:avLst/>
            </a:prstGeom>
          </p:spPr>
        </p:pic>
        <p:pic>
          <p:nvPicPr>
            <p:cNvPr id="43" name="object 15">
              <a:extLst>
                <a:ext uri="{FF2B5EF4-FFF2-40B4-BE49-F238E27FC236}">
                  <a16:creationId xmlns:a16="http://schemas.microsoft.com/office/drawing/2014/main" id="{D7C4106B-766D-A145-8BB4-849E56558FF8}"/>
                </a:ext>
              </a:extLst>
            </p:cNvPr>
            <p:cNvPicPr/>
            <p:nvPr/>
          </p:nvPicPr>
          <p:blipFill>
            <a:blip r:embed="rId4"/>
            <a:stretch>
              <a:fillRect/>
            </a:stretch>
          </p:blipFill>
          <p:spPr>
            <a:xfrm>
              <a:off x="575310" y="2948178"/>
              <a:ext cx="359664" cy="359663"/>
            </a:xfrm>
            <a:prstGeom prst="rect">
              <a:avLst/>
            </a:prstGeom>
          </p:spPr>
        </p:pic>
        <p:pic>
          <p:nvPicPr>
            <p:cNvPr id="44" name="object 16">
              <a:extLst>
                <a:ext uri="{FF2B5EF4-FFF2-40B4-BE49-F238E27FC236}">
                  <a16:creationId xmlns:a16="http://schemas.microsoft.com/office/drawing/2014/main" id="{ACB4785F-9A81-0147-815F-F087F4D7D020}"/>
                </a:ext>
              </a:extLst>
            </p:cNvPr>
            <p:cNvPicPr/>
            <p:nvPr/>
          </p:nvPicPr>
          <p:blipFill>
            <a:blip r:embed="rId5"/>
            <a:stretch>
              <a:fillRect/>
            </a:stretch>
          </p:blipFill>
          <p:spPr>
            <a:xfrm>
              <a:off x="575310" y="5329428"/>
              <a:ext cx="359664" cy="360425"/>
            </a:xfrm>
            <a:prstGeom prst="rect">
              <a:avLst/>
            </a:prstGeom>
          </p:spPr>
        </p:pic>
        <p:pic>
          <p:nvPicPr>
            <p:cNvPr id="73" name="object 17">
              <a:extLst>
                <a:ext uri="{FF2B5EF4-FFF2-40B4-BE49-F238E27FC236}">
                  <a16:creationId xmlns:a16="http://schemas.microsoft.com/office/drawing/2014/main" id="{71339275-1DCF-9547-BFF4-1A6F156AF087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575310" y="4138422"/>
              <a:ext cx="359664" cy="360425"/>
            </a:xfrm>
            <a:prstGeom prst="rect">
              <a:avLst/>
            </a:prstGeom>
          </p:spPr>
        </p:pic>
        <p:sp>
          <p:nvSpPr>
            <p:cNvPr id="74" name="object 18">
              <a:extLst>
                <a:ext uri="{FF2B5EF4-FFF2-40B4-BE49-F238E27FC236}">
                  <a16:creationId xmlns:a16="http://schemas.microsoft.com/office/drawing/2014/main" id="{37FB4CA3-432C-664C-A610-251E31CA2C79}"/>
                </a:ext>
              </a:extLst>
            </p:cNvPr>
            <p:cNvSpPr/>
            <p:nvPr/>
          </p:nvSpPr>
          <p:spPr>
            <a:xfrm>
              <a:off x="408431" y="2855214"/>
              <a:ext cx="5234940" cy="2954655"/>
            </a:xfrm>
            <a:custGeom>
              <a:avLst/>
              <a:gdLst/>
              <a:ahLst/>
              <a:cxnLst/>
              <a:rect l="l" t="t" r="r" b="b"/>
              <a:pathLst>
                <a:path w="5234940" h="2954654">
                  <a:moveTo>
                    <a:pt x="0" y="97916"/>
                  </a:moveTo>
                  <a:lnTo>
                    <a:pt x="7695" y="59793"/>
                  </a:lnTo>
                  <a:lnTo>
                    <a:pt x="28679" y="28670"/>
                  </a:lnTo>
                  <a:lnTo>
                    <a:pt x="59803" y="7691"/>
                  </a:lnTo>
                  <a:lnTo>
                    <a:pt x="97917" y="0"/>
                  </a:lnTo>
                  <a:lnTo>
                    <a:pt x="5137023" y="0"/>
                  </a:lnTo>
                  <a:lnTo>
                    <a:pt x="5175146" y="7691"/>
                  </a:lnTo>
                  <a:lnTo>
                    <a:pt x="5206269" y="28670"/>
                  </a:lnTo>
                  <a:lnTo>
                    <a:pt x="5227248" y="59793"/>
                  </a:lnTo>
                  <a:lnTo>
                    <a:pt x="5234940" y="97916"/>
                  </a:lnTo>
                  <a:lnTo>
                    <a:pt x="5234940" y="489585"/>
                  </a:lnTo>
                  <a:lnTo>
                    <a:pt x="5227248" y="527708"/>
                  </a:lnTo>
                  <a:lnTo>
                    <a:pt x="5206269" y="558831"/>
                  </a:lnTo>
                  <a:lnTo>
                    <a:pt x="5175146" y="579810"/>
                  </a:lnTo>
                  <a:lnTo>
                    <a:pt x="5137023" y="587501"/>
                  </a:lnTo>
                  <a:lnTo>
                    <a:pt x="97917" y="587501"/>
                  </a:lnTo>
                  <a:lnTo>
                    <a:pt x="59803" y="579810"/>
                  </a:lnTo>
                  <a:lnTo>
                    <a:pt x="28679" y="558831"/>
                  </a:lnTo>
                  <a:lnTo>
                    <a:pt x="7695" y="527708"/>
                  </a:lnTo>
                  <a:lnTo>
                    <a:pt x="0" y="489585"/>
                  </a:lnTo>
                  <a:lnTo>
                    <a:pt x="0" y="97916"/>
                  </a:lnTo>
                  <a:close/>
                </a:path>
                <a:path w="5234940" h="2954654">
                  <a:moveTo>
                    <a:pt x="0" y="2498344"/>
                  </a:moveTo>
                  <a:lnTo>
                    <a:pt x="7166" y="2462825"/>
                  </a:lnTo>
                  <a:lnTo>
                    <a:pt x="26709" y="2433843"/>
                  </a:lnTo>
                  <a:lnTo>
                    <a:pt x="55694" y="2414315"/>
                  </a:lnTo>
                  <a:lnTo>
                    <a:pt x="91186" y="2407158"/>
                  </a:lnTo>
                  <a:lnTo>
                    <a:pt x="5143754" y="2407158"/>
                  </a:lnTo>
                  <a:lnTo>
                    <a:pt x="5179272" y="2414315"/>
                  </a:lnTo>
                  <a:lnTo>
                    <a:pt x="5208254" y="2433843"/>
                  </a:lnTo>
                  <a:lnTo>
                    <a:pt x="5227782" y="2462825"/>
                  </a:lnTo>
                  <a:lnTo>
                    <a:pt x="5234940" y="2498344"/>
                  </a:lnTo>
                  <a:lnTo>
                    <a:pt x="5234940" y="2863088"/>
                  </a:lnTo>
                  <a:lnTo>
                    <a:pt x="5227782" y="2898579"/>
                  </a:lnTo>
                  <a:lnTo>
                    <a:pt x="5208254" y="2927564"/>
                  </a:lnTo>
                  <a:lnTo>
                    <a:pt x="5179272" y="2947107"/>
                  </a:lnTo>
                  <a:lnTo>
                    <a:pt x="5143754" y="2954274"/>
                  </a:lnTo>
                  <a:lnTo>
                    <a:pt x="91186" y="2954274"/>
                  </a:lnTo>
                  <a:lnTo>
                    <a:pt x="55694" y="2947107"/>
                  </a:lnTo>
                  <a:lnTo>
                    <a:pt x="26709" y="2927564"/>
                  </a:lnTo>
                  <a:lnTo>
                    <a:pt x="7166" y="2898579"/>
                  </a:lnTo>
                  <a:lnTo>
                    <a:pt x="0" y="2863088"/>
                  </a:lnTo>
                  <a:lnTo>
                    <a:pt x="0" y="2498344"/>
                  </a:lnTo>
                  <a:close/>
                </a:path>
              </a:pathLst>
            </a:custGeom>
            <a:ln w="38100">
              <a:solidFill>
                <a:srgbClr val="FF0000"/>
              </a:solidFill>
              <a:prstDash val="lg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75" name="object 19">
            <a:extLst>
              <a:ext uri="{FF2B5EF4-FFF2-40B4-BE49-F238E27FC236}">
                <a16:creationId xmlns:a16="http://schemas.microsoft.com/office/drawing/2014/main" id="{C3E340BD-8323-5F49-8F7C-C8149F59BED4}"/>
              </a:ext>
            </a:extLst>
          </p:cNvPr>
          <p:cNvGraphicFramePr>
            <a:graphicFrameLocks noGrp="1"/>
          </p:cNvGraphicFramePr>
          <p:nvPr/>
        </p:nvGraphicFramePr>
        <p:xfrm>
          <a:off x="388512" y="2204401"/>
          <a:ext cx="5085078" cy="35801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706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382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488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5130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612140">
                <a:tc>
                  <a:txBody>
                    <a:bodyPr/>
                    <a:lstStyle/>
                    <a:p>
                      <a:pPr marR="429895" algn="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商品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0000"/>
                      </a:solidFill>
                      <a:prstDash val="sysDash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价格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0000"/>
                      </a:solidFill>
                      <a:prstDash val="sysDash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体积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0000"/>
                      </a:solidFill>
                      <a:prstDash val="sysDash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比值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0000"/>
                      </a:solidFill>
                      <a:prstDash val="sysDash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marR="430530" algn="r">
                        <a:lnSpc>
                          <a:spcPct val="100000"/>
                        </a:lnSpc>
                        <a:spcBef>
                          <a:spcPts val="6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啤酒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85090" marB="0">
                    <a:lnL w="128321">
                      <a:solidFill>
                        <a:srgbClr val="FF0000"/>
                      </a:solidFill>
                      <a:prstDash val="sysDash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0000"/>
                      </a:solidFill>
                      <a:prstDash val="sysDash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98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0000"/>
                      </a:solidFill>
                      <a:prstDash val="sysDash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98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0000"/>
                      </a:solidFill>
                      <a:prstDash val="sysDash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2.4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98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76223">
                      <a:solidFill>
                        <a:srgbClr val="FF0000"/>
                      </a:solidFill>
                      <a:prstDash val="sysDash"/>
                    </a:lnR>
                    <a:lnT w="76200">
                      <a:solidFill>
                        <a:srgbClr val="FF0000"/>
                      </a:solidFill>
                      <a:prstDash val="sysDash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86105">
                <a:tc>
                  <a:txBody>
                    <a:bodyPr/>
                    <a:lstStyle/>
                    <a:p>
                      <a:pPr marR="430530" algn="r">
                        <a:lnSpc>
                          <a:spcPct val="100000"/>
                        </a:lnSpc>
                        <a:spcBef>
                          <a:spcPts val="665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饼干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844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9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98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98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65"/>
                        </a:spcBef>
                      </a:pPr>
                      <a:r>
                        <a:rPr sz="2200" b="1" spc="-20">
                          <a:latin typeface="Times New Roman"/>
                          <a:cs typeface="Times New Roman"/>
                        </a:rPr>
                        <a:t>2.25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98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marR="430530" algn="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牛奶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9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0">
                          <a:latin typeface="Times New Roman"/>
                          <a:cs typeface="Times New Roman"/>
                        </a:rPr>
                        <a:t>2.25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622935">
                <a:tc>
                  <a:txBody>
                    <a:bodyPr/>
                    <a:lstStyle/>
                    <a:p>
                      <a:pPr marR="430530" algn="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面包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70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31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70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5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31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70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2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31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60070">
                <a:tc>
                  <a:txBody>
                    <a:bodyPr/>
                    <a:lstStyle/>
                    <a:p>
                      <a:pPr marR="430530" algn="r">
                        <a:lnSpc>
                          <a:spcPct val="100000"/>
                        </a:lnSpc>
                        <a:spcBef>
                          <a:spcPts val="585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汽水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74295" marB="0">
                    <a:lnL w="122119">
                      <a:solidFill>
                        <a:srgbClr val="FF0000"/>
                      </a:solidFill>
                      <a:prstDash val="sysDash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8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2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996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8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3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996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85"/>
                        </a:spcBef>
                      </a:pPr>
                      <a:r>
                        <a:rPr sz="2200" b="1" spc="-20">
                          <a:latin typeface="Times New Roman"/>
                          <a:cs typeface="Times New Roman"/>
                        </a:rPr>
                        <a:t>0.67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996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0000"/>
                      </a:solidFill>
                      <a:prstDash val="sysDash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pic>
        <p:nvPicPr>
          <p:cNvPr id="76" name="object 20">
            <a:extLst>
              <a:ext uri="{FF2B5EF4-FFF2-40B4-BE49-F238E27FC236}">
                <a16:creationId xmlns:a16="http://schemas.microsoft.com/office/drawing/2014/main" id="{4A9B060F-E512-C349-917E-8E829E71DF5A}"/>
              </a:ext>
            </a:extLst>
          </p:cNvPr>
          <p:cNvPicPr/>
          <p:nvPr/>
        </p:nvPicPr>
        <p:blipFill>
          <a:blip r:embed="rId2"/>
          <a:stretch>
            <a:fillRect/>
          </a:stretch>
        </p:blipFill>
        <p:spPr>
          <a:xfrm>
            <a:off x="7580376" y="3510534"/>
            <a:ext cx="468629" cy="467868"/>
          </a:xfrm>
          <a:prstGeom prst="rect">
            <a:avLst/>
          </a:prstGeom>
        </p:spPr>
      </p:pic>
      <p:pic>
        <p:nvPicPr>
          <p:cNvPr id="77" name="object 21">
            <a:extLst>
              <a:ext uri="{FF2B5EF4-FFF2-40B4-BE49-F238E27FC236}">
                <a16:creationId xmlns:a16="http://schemas.microsoft.com/office/drawing/2014/main" id="{C84A0A5A-CD40-E047-9DA6-697F2D4080DF}"/>
              </a:ext>
            </a:extLst>
          </p:cNvPr>
          <p:cNvPicPr/>
          <p:nvPr/>
        </p:nvPicPr>
        <p:blipFill>
          <a:blip r:embed="rId7"/>
          <a:stretch>
            <a:fillRect/>
          </a:stretch>
        </p:blipFill>
        <p:spPr>
          <a:xfrm>
            <a:off x="6616445" y="3510534"/>
            <a:ext cx="912876" cy="467868"/>
          </a:xfrm>
          <a:prstGeom prst="rect">
            <a:avLst/>
          </a:prstGeom>
        </p:spPr>
      </p:pic>
      <p:pic>
        <p:nvPicPr>
          <p:cNvPr id="78" name="object 22">
            <a:extLst>
              <a:ext uri="{FF2B5EF4-FFF2-40B4-BE49-F238E27FC236}">
                <a16:creationId xmlns:a16="http://schemas.microsoft.com/office/drawing/2014/main" id="{4C0219D0-C435-0941-ADFB-FABC3A7A9F50}"/>
              </a:ext>
            </a:extLst>
          </p:cNvPr>
          <p:cNvPicPr/>
          <p:nvPr/>
        </p:nvPicPr>
        <p:blipFill>
          <a:blip r:embed="rId8"/>
          <a:stretch>
            <a:fillRect/>
          </a:stretch>
        </p:blipFill>
        <p:spPr>
          <a:xfrm>
            <a:off x="6775704" y="2921507"/>
            <a:ext cx="912876" cy="468629"/>
          </a:xfrm>
          <a:prstGeom prst="rect">
            <a:avLst/>
          </a:prstGeom>
        </p:spPr>
      </p:pic>
      <p:pic>
        <p:nvPicPr>
          <p:cNvPr id="79" name="object 23">
            <a:extLst>
              <a:ext uri="{FF2B5EF4-FFF2-40B4-BE49-F238E27FC236}">
                <a16:creationId xmlns:a16="http://schemas.microsoft.com/office/drawing/2014/main" id="{7C6EFB27-158D-D847-82CE-88C8E8C6279F}"/>
              </a:ext>
            </a:extLst>
          </p:cNvPr>
          <p:cNvPicPr/>
          <p:nvPr/>
        </p:nvPicPr>
        <p:blipFill>
          <a:blip r:embed="rId8"/>
          <a:stretch>
            <a:fillRect/>
          </a:stretch>
        </p:blipFill>
        <p:spPr>
          <a:xfrm>
            <a:off x="6775704" y="4142232"/>
            <a:ext cx="912876" cy="467868"/>
          </a:xfrm>
          <a:prstGeom prst="rect">
            <a:avLst/>
          </a:prstGeom>
        </p:spPr>
      </p:pic>
      <p:sp>
        <p:nvSpPr>
          <p:cNvPr id="80" name="object 24">
            <a:extLst>
              <a:ext uri="{FF2B5EF4-FFF2-40B4-BE49-F238E27FC236}">
                <a16:creationId xmlns:a16="http://schemas.microsoft.com/office/drawing/2014/main" id="{D07ECB89-7FDD-A848-8FDD-472A79556232}"/>
              </a:ext>
            </a:extLst>
          </p:cNvPr>
          <p:cNvSpPr txBox="1"/>
          <p:nvPr/>
        </p:nvSpPr>
        <p:spPr>
          <a:xfrm>
            <a:off x="5737140" y="4860964"/>
            <a:ext cx="6162378" cy="534121"/>
          </a:xfrm>
          <a:prstGeom prst="rect">
            <a:avLst/>
          </a:prstGeom>
          <a:ln w="38100">
            <a:solidFill>
              <a:srgbClr val="FF0000"/>
            </a:solidFill>
          </a:ln>
        </p:spPr>
        <p:txBody>
          <a:bodyPr vert="horz" wrap="square" lIns="0" tIns="102235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805"/>
              </a:spcBef>
            </a:pPr>
            <a:r>
              <a:rPr sz="280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问题：如何</a:t>
            </a:r>
            <a:r>
              <a:rPr sz="2800">
                <a:solidFill>
                  <a:srgbClr val="FF0000"/>
                </a:solidFill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保证</a:t>
            </a:r>
            <a:r>
              <a:rPr sz="2800" spc="-1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获得最优解？</a:t>
            </a:r>
            <a:endParaRPr sz="280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</p:spTree>
    <p:extLst>
      <p:ext uri="{BB962C8B-B14F-4D97-AF65-F5344CB8AC3E}">
        <p14:creationId xmlns:p14="http://schemas.microsoft.com/office/powerpoint/2010/main" val="8713842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0" grpId="0" animBg="1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标题 11"/>
          <p:cNvSpPr>
            <a:spLocks noGrp="1"/>
          </p:cNvSpPr>
          <p:nvPr>
            <p:ph type="title"/>
          </p:nvPr>
        </p:nvSpPr>
        <p:spPr>
          <a:xfrm>
            <a:off x="2719705" y="3857271"/>
            <a:ext cx="7350125" cy="652780"/>
          </a:xfrm>
        </p:spPr>
        <p:txBody>
          <a:bodyPr>
            <a:normAutofit/>
          </a:bodyPr>
          <a:lstStyle/>
          <a:p>
            <a:pPr algn="ctr"/>
            <a:r>
              <a:rPr lang="zh-CN" altLang="en-US" dirty="0"/>
              <a:t>算法设计与分析</a:t>
            </a:r>
            <a:endParaRPr lang="zh-CN" altLang="en-US" dirty="0">
              <a:solidFill>
                <a:srgbClr val="005D96"/>
              </a:solidFill>
            </a:endParaRPr>
          </a:p>
        </p:txBody>
      </p:sp>
      <p:grpSp>
        <p:nvGrpSpPr>
          <p:cNvPr id="37" name="组合 36"/>
          <p:cNvGrpSpPr/>
          <p:nvPr/>
        </p:nvGrpSpPr>
        <p:grpSpPr>
          <a:xfrm>
            <a:off x="2704260" y="5219564"/>
            <a:ext cx="6783480" cy="99986"/>
            <a:chOff x="628656" y="974915"/>
            <a:chExt cx="11038056" cy="24702"/>
          </a:xfrm>
        </p:grpSpPr>
        <p:cxnSp>
          <p:nvCxnSpPr>
            <p:cNvPr id="40" name="直接连接符 39"/>
            <p:cNvCxnSpPr/>
            <p:nvPr/>
          </p:nvCxnSpPr>
          <p:spPr>
            <a:xfrm>
              <a:off x="628656" y="975360"/>
              <a:ext cx="8627657" cy="0"/>
            </a:xfrm>
            <a:prstGeom prst="line">
              <a:avLst/>
            </a:prstGeom>
            <a:ln w="19050">
              <a:solidFill>
                <a:srgbClr val="005D96"/>
              </a:solidFill>
            </a:ln>
          </p:spPr>
          <p:style>
            <a:lnRef idx="3">
              <a:schemeClr val="accent1"/>
            </a:lnRef>
            <a:fillRef idx="0">
              <a:schemeClr val="accent1"/>
            </a:fillRef>
            <a:effectRef idx="2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接连接符 46"/>
            <p:cNvCxnSpPr/>
            <p:nvPr/>
          </p:nvCxnSpPr>
          <p:spPr>
            <a:xfrm flipH="1">
              <a:off x="9233073" y="974915"/>
              <a:ext cx="23240" cy="24702"/>
            </a:xfrm>
            <a:prstGeom prst="line">
              <a:avLst/>
            </a:prstGeom>
            <a:ln w="19050" cap="rnd">
              <a:solidFill>
                <a:srgbClr val="005D9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直接连接符 50"/>
            <p:cNvCxnSpPr/>
            <p:nvPr/>
          </p:nvCxnSpPr>
          <p:spPr>
            <a:xfrm flipV="1">
              <a:off x="9233070" y="975360"/>
              <a:ext cx="189380" cy="24257"/>
            </a:xfrm>
            <a:prstGeom prst="line">
              <a:avLst/>
            </a:prstGeom>
            <a:ln w="19050" cap="rnd">
              <a:solidFill>
                <a:srgbClr val="005D96"/>
              </a:solidFill>
              <a:miter lim="800000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接连接符 51"/>
            <p:cNvCxnSpPr/>
            <p:nvPr/>
          </p:nvCxnSpPr>
          <p:spPr>
            <a:xfrm>
              <a:off x="9422450" y="975360"/>
              <a:ext cx="2244262" cy="0"/>
            </a:xfrm>
            <a:prstGeom prst="line">
              <a:avLst/>
            </a:prstGeom>
            <a:ln w="19050">
              <a:solidFill>
                <a:srgbClr val="005D9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95" name="直接连接符 94"/>
          <p:cNvCxnSpPr/>
          <p:nvPr/>
        </p:nvCxnSpPr>
        <p:spPr>
          <a:xfrm flipV="1">
            <a:off x="2784475" y="5848350"/>
            <a:ext cx="0" cy="265430"/>
          </a:xfrm>
          <a:prstGeom prst="line">
            <a:avLst/>
          </a:prstGeom>
          <a:ln w="28575" cap="rnd">
            <a:solidFill>
              <a:srgbClr val="005D9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直接连接符 95"/>
          <p:cNvCxnSpPr/>
          <p:nvPr/>
        </p:nvCxnSpPr>
        <p:spPr>
          <a:xfrm flipV="1">
            <a:off x="2861310" y="5895340"/>
            <a:ext cx="0" cy="170180"/>
          </a:xfrm>
          <a:prstGeom prst="line">
            <a:avLst/>
          </a:prstGeom>
          <a:ln w="28575" cap="rnd">
            <a:solidFill>
              <a:srgbClr val="005D96">
                <a:alpha val="60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7" name="直接连接符 96"/>
          <p:cNvCxnSpPr/>
          <p:nvPr/>
        </p:nvCxnSpPr>
        <p:spPr>
          <a:xfrm rot="16200000">
            <a:off x="2880995" y="5981065"/>
            <a:ext cx="113665" cy="0"/>
          </a:xfrm>
          <a:prstGeom prst="line">
            <a:avLst/>
          </a:prstGeom>
          <a:ln w="28575" cap="rnd">
            <a:solidFill>
              <a:srgbClr val="005D96">
                <a:alpha val="30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5" name="组合 34"/>
          <p:cNvGrpSpPr/>
          <p:nvPr/>
        </p:nvGrpSpPr>
        <p:grpSpPr>
          <a:xfrm>
            <a:off x="3161491" y="5800840"/>
            <a:ext cx="5933868" cy="367111"/>
            <a:chOff x="3517041" y="5800840"/>
            <a:chExt cx="5082917" cy="367111"/>
          </a:xfrm>
        </p:grpSpPr>
        <p:sp>
          <p:nvSpPr>
            <p:cNvPr id="36" name="文本框 35"/>
            <p:cNvSpPr txBox="1"/>
            <p:nvPr/>
          </p:nvSpPr>
          <p:spPr>
            <a:xfrm>
              <a:off x="3826448" y="5856877"/>
              <a:ext cx="2349253" cy="283476"/>
            </a:xfrm>
            <a:prstGeom prst="rect">
              <a:avLst/>
            </a:prstGeom>
            <a:noFill/>
          </p:spPr>
          <p:txBody>
            <a:bodyPr wrap="square" lIns="0" tIns="0" rIns="0" bIns="0" rtlCol="0" anchor="b">
              <a:spAutoFit/>
            </a:bodyPr>
            <a:lstStyle/>
            <a:p>
              <a:pPr lvl="0" algn="r">
                <a:lnSpc>
                  <a:spcPct val="110000"/>
                </a:lnSpc>
                <a:defRPr/>
              </a:pPr>
              <a:r>
                <a:rPr lang="zh-CN" altLang="en-US" dirty="0">
                  <a:solidFill>
                    <a:srgbClr val="005D96"/>
                  </a:solidFill>
                  <a:latin typeface="方正大标宋简体" panose="02010601030101010101" pitchFamily="2" charset="-122"/>
                  <a:ea typeface="方正大标宋简体" panose="02010601030101010101" pitchFamily="2" charset="-122"/>
                </a:rPr>
                <a:t>开课专业班级：软件</a:t>
              </a:r>
              <a:r>
                <a:rPr lang="en-US" altLang="zh-CN" dirty="0">
                  <a:solidFill>
                    <a:srgbClr val="005D96"/>
                  </a:solidFill>
                  <a:latin typeface="方正大标宋简体" panose="02010601030101010101" pitchFamily="2" charset="-122"/>
                  <a:ea typeface="方正大标宋简体" panose="02010601030101010101" pitchFamily="2" charset="-122"/>
                </a:rPr>
                <a:t>211-3</a:t>
              </a:r>
              <a:r>
                <a:rPr kumimoji="0" lang="zh-CN" altLang="en-US" b="0" i="0" u="none" strike="noStrike" kern="1200" cap="none" spc="0" normalizeH="0" baseline="0" noProof="0" dirty="0">
                  <a:ln>
                    <a:noFill/>
                  </a:ln>
                  <a:solidFill>
                    <a:srgbClr val="005D96"/>
                  </a:solidFill>
                  <a:effectLst/>
                  <a:uLnTx/>
                  <a:uFillTx/>
                  <a:latin typeface="方正大标宋简体" panose="02010601030101010101" pitchFamily="2" charset="-122"/>
                  <a:ea typeface="方正大标宋简体" panose="02010601030101010101" pitchFamily="2" charset="-122"/>
                </a:rPr>
                <a:t> </a:t>
              </a:r>
            </a:p>
          </p:txBody>
        </p:sp>
        <p:sp>
          <p:nvSpPr>
            <p:cNvPr id="38" name="文本框 37"/>
            <p:cNvSpPr txBox="1"/>
            <p:nvPr/>
          </p:nvSpPr>
          <p:spPr>
            <a:xfrm>
              <a:off x="6830089" y="5810965"/>
              <a:ext cx="1769869" cy="314894"/>
            </a:xfrm>
            <a:prstGeom prst="rect">
              <a:avLst/>
            </a:prstGeom>
            <a:noFill/>
          </p:spPr>
          <p:txBody>
            <a:bodyPr wrap="square" lIns="0" tIns="0" rIns="0" bIns="0" rtlCol="0" anchor="b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lang="zh-CN" altLang="en-US" dirty="0">
                  <a:solidFill>
                    <a:srgbClr val="005D96"/>
                  </a:solidFill>
                  <a:latin typeface="方正大标宋简体" panose="02010601030101010101" pitchFamily="2" charset="-122"/>
                  <a:ea typeface="方正大标宋简体" panose="02010601030101010101" pitchFamily="2" charset="-122"/>
                </a:rPr>
                <a:t>开课教师：</a:t>
              </a:r>
              <a:r>
                <a:rPr lang="zh-CN" altLang="en-US" sz="2000" dirty="0">
                  <a:solidFill>
                    <a:srgbClr val="005D96"/>
                  </a:solidFill>
                  <a:latin typeface="方正大标宋简体" panose="02010601030101010101" pitchFamily="2" charset="-122"/>
                  <a:ea typeface="方正大标宋简体" panose="02010601030101010101" pitchFamily="2" charset="-122"/>
                </a:rPr>
                <a:t>赵浩然</a:t>
              </a:r>
            </a:p>
          </p:txBody>
        </p:sp>
        <p:sp>
          <p:nvSpPr>
            <p:cNvPr id="39" name="graduate_57239"/>
            <p:cNvSpPr>
              <a:spLocks noChangeAspect="1"/>
            </p:cNvSpPr>
            <p:nvPr/>
          </p:nvSpPr>
          <p:spPr bwMode="auto">
            <a:xfrm>
              <a:off x="3517041" y="5800840"/>
              <a:ext cx="247420" cy="360000"/>
            </a:xfrm>
            <a:custGeom>
              <a:avLst/>
              <a:gdLst>
                <a:gd name="connsiteX0" fmla="*/ 142468 w 412043"/>
                <a:gd name="connsiteY0" fmla="*/ 396851 h 599527"/>
                <a:gd name="connsiteX1" fmla="*/ 153964 w 412043"/>
                <a:gd name="connsiteY1" fmla="*/ 405753 h 599527"/>
                <a:gd name="connsiteX2" fmla="*/ 144814 w 412043"/>
                <a:gd name="connsiteY2" fmla="*/ 585910 h 599527"/>
                <a:gd name="connsiteX3" fmla="*/ 135898 w 412043"/>
                <a:gd name="connsiteY3" fmla="*/ 595046 h 599527"/>
                <a:gd name="connsiteX4" fmla="*/ 15768 w 412043"/>
                <a:gd name="connsiteY4" fmla="*/ 599498 h 599527"/>
                <a:gd name="connsiteX5" fmla="*/ 6383 w 412043"/>
                <a:gd name="connsiteY5" fmla="*/ 590127 h 599527"/>
                <a:gd name="connsiteX6" fmla="*/ 142468 w 412043"/>
                <a:gd name="connsiteY6" fmla="*/ 396851 h 599527"/>
                <a:gd name="connsiteX7" fmla="*/ 275305 w 412043"/>
                <a:gd name="connsiteY7" fmla="*/ 271238 h 599527"/>
                <a:gd name="connsiteX8" fmla="*/ 222034 w 412043"/>
                <a:gd name="connsiteY8" fmla="*/ 284828 h 599527"/>
                <a:gd name="connsiteX9" fmla="*/ 158437 w 412043"/>
                <a:gd name="connsiteY9" fmla="*/ 287640 h 599527"/>
                <a:gd name="connsiteX10" fmla="*/ 99299 w 412043"/>
                <a:gd name="connsiteY10" fmla="*/ 277096 h 599527"/>
                <a:gd name="connsiteX11" fmla="*/ 205137 w 412043"/>
                <a:gd name="connsiteY11" fmla="*/ 392382 h 599527"/>
                <a:gd name="connsiteX12" fmla="*/ 312148 w 412043"/>
                <a:gd name="connsiteY12" fmla="*/ 309432 h 599527"/>
                <a:gd name="connsiteX13" fmla="*/ 305108 w 412043"/>
                <a:gd name="connsiteY13" fmla="*/ 310604 h 599527"/>
                <a:gd name="connsiteX14" fmla="*/ 275305 w 412043"/>
                <a:gd name="connsiteY14" fmla="*/ 271238 h 599527"/>
                <a:gd name="connsiteX15" fmla="*/ 93667 w 412043"/>
                <a:gd name="connsiteY15" fmla="*/ 210314 h 599527"/>
                <a:gd name="connsiteX16" fmla="*/ 93667 w 412043"/>
                <a:gd name="connsiteY16" fmla="*/ 212892 h 599527"/>
                <a:gd name="connsiteX17" fmla="*/ 100003 w 412043"/>
                <a:gd name="connsiteY17" fmla="*/ 213595 h 599527"/>
                <a:gd name="connsiteX18" fmla="*/ 93667 w 412043"/>
                <a:gd name="connsiteY18" fmla="*/ 210314 h 599527"/>
                <a:gd name="connsiteX19" fmla="*/ 80202 w 412043"/>
                <a:gd name="connsiteY19" fmla="*/ 186355 h 599527"/>
                <a:gd name="connsiteX20" fmla="*/ 89443 w 412043"/>
                <a:gd name="connsiteY20" fmla="*/ 186413 h 599527"/>
                <a:gd name="connsiteX21" fmla="*/ 269203 w 412043"/>
                <a:gd name="connsiteY21" fmla="*/ 193209 h 599527"/>
                <a:gd name="connsiteX22" fmla="*/ 279059 w 412043"/>
                <a:gd name="connsiteY22" fmla="*/ 193209 h 599527"/>
                <a:gd name="connsiteX23" fmla="*/ 284222 w 412043"/>
                <a:gd name="connsiteY23" fmla="*/ 197661 h 599527"/>
                <a:gd name="connsiteX24" fmla="*/ 288681 w 412043"/>
                <a:gd name="connsiteY24" fmla="*/ 255304 h 599527"/>
                <a:gd name="connsiteX25" fmla="*/ 312383 w 412043"/>
                <a:gd name="connsiteY25" fmla="*/ 289280 h 599527"/>
                <a:gd name="connsiteX26" fmla="*/ 314965 w 412043"/>
                <a:gd name="connsiteY26" fmla="*/ 201175 h 599527"/>
                <a:gd name="connsiteX27" fmla="*/ 330688 w 412043"/>
                <a:gd name="connsiteY27" fmla="*/ 199067 h 599527"/>
                <a:gd name="connsiteX28" fmla="*/ 260051 w 412043"/>
                <a:gd name="connsiteY28" fmla="*/ 401287 h 599527"/>
                <a:gd name="connsiteX29" fmla="*/ 263102 w 412043"/>
                <a:gd name="connsiteY29" fmla="*/ 401990 h 599527"/>
                <a:gd name="connsiteX30" fmla="*/ 401325 w 412043"/>
                <a:gd name="connsiteY30" fmla="*/ 590150 h 599527"/>
                <a:gd name="connsiteX31" fmla="*/ 389591 w 412043"/>
                <a:gd name="connsiteY31" fmla="*/ 599289 h 599527"/>
                <a:gd name="connsiteX32" fmla="*/ 262867 w 412043"/>
                <a:gd name="connsiteY32" fmla="*/ 595071 h 599527"/>
                <a:gd name="connsiteX33" fmla="*/ 253480 w 412043"/>
                <a:gd name="connsiteY33" fmla="*/ 585698 h 599527"/>
                <a:gd name="connsiteX34" fmla="*/ 247144 w 412043"/>
                <a:gd name="connsiteY34" fmla="*/ 414643 h 599527"/>
                <a:gd name="connsiteX35" fmla="*/ 248786 w 412043"/>
                <a:gd name="connsiteY35" fmla="*/ 410660 h 599527"/>
                <a:gd name="connsiteX36" fmla="*/ 251603 w 412043"/>
                <a:gd name="connsiteY36" fmla="*/ 404802 h 599527"/>
                <a:gd name="connsiteX37" fmla="*/ 205137 w 412043"/>
                <a:gd name="connsiteY37" fmla="*/ 410894 h 599527"/>
                <a:gd name="connsiteX38" fmla="*/ 75362 w 412043"/>
                <a:gd name="connsiteY38" fmla="*/ 194380 h 599527"/>
                <a:gd name="connsiteX39" fmla="*/ 80202 w 412043"/>
                <a:gd name="connsiteY39" fmla="*/ 186355 h 599527"/>
                <a:gd name="connsiteX40" fmla="*/ 204675 w 412043"/>
                <a:gd name="connsiteY40" fmla="*/ 1071 h 599527"/>
                <a:gd name="connsiteX41" fmla="*/ 297143 w 412043"/>
                <a:gd name="connsiteY41" fmla="*/ 36212 h 599527"/>
                <a:gd name="connsiteX42" fmla="*/ 407917 w 412043"/>
                <a:gd name="connsiteY42" fmla="*/ 88689 h 599527"/>
                <a:gd name="connsiteX43" fmla="*/ 405335 w 412043"/>
                <a:gd name="connsiteY43" fmla="*/ 105790 h 599527"/>
                <a:gd name="connsiteX44" fmla="*/ 367785 w 412043"/>
                <a:gd name="connsiteY44" fmla="*/ 126172 h 599527"/>
                <a:gd name="connsiteX45" fmla="*/ 313102 w 412043"/>
                <a:gd name="connsiteY45" fmla="*/ 136948 h 599527"/>
                <a:gd name="connsiteX46" fmla="*/ 200216 w 412043"/>
                <a:gd name="connsiteY46" fmla="*/ 93608 h 599527"/>
                <a:gd name="connsiteX47" fmla="*/ 282123 w 412043"/>
                <a:gd name="connsiteY47" fmla="*/ 147256 h 599527"/>
                <a:gd name="connsiteX48" fmla="*/ 285643 w 412043"/>
                <a:gd name="connsiteY48" fmla="*/ 153347 h 599527"/>
                <a:gd name="connsiteX49" fmla="*/ 285174 w 412043"/>
                <a:gd name="connsiteY49" fmla="*/ 165530 h 599527"/>
                <a:gd name="connsiteX50" fmla="*/ 172757 w 412043"/>
                <a:gd name="connsiteY50" fmla="*/ 198328 h 599527"/>
                <a:gd name="connsiteX51" fmla="*/ 8474 w 412043"/>
                <a:gd name="connsiteY51" fmla="*/ 110242 h 599527"/>
                <a:gd name="connsiteX52" fmla="*/ 3310 w 412043"/>
                <a:gd name="connsiteY52" fmla="*/ 97122 h 599527"/>
                <a:gd name="connsiteX53" fmla="*/ 113146 w 412043"/>
                <a:gd name="connsiteY53" fmla="*/ 45114 h 599527"/>
                <a:gd name="connsiteX54" fmla="*/ 204675 w 412043"/>
                <a:gd name="connsiteY54" fmla="*/ 1071 h 599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412043" h="599527">
                  <a:moveTo>
                    <a:pt x="142468" y="396851"/>
                  </a:moveTo>
                  <a:cubicBezTo>
                    <a:pt x="148333" y="395679"/>
                    <a:pt x="153730" y="399662"/>
                    <a:pt x="153964" y="405753"/>
                  </a:cubicBezTo>
                  <a:cubicBezTo>
                    <a:pt x="156545" y="464556"/>
                    <a:pt x="165461" y="529215"/>
                    <a:pt x="144814" y="585910"/>
                  </a:cubicBezTo>
                  <a:cubicBezTo>
                    <a:pt x="145048" y="590595"/>
                    <a:pt x="142233" y="595515"/>
                    <a:pt x="135898" y="595046"/>
                  </a:cubicBezTo>
                  <a:cubicBezTo>
                    <a:pt x="95776" y="591532"/>
                    <a:pt x="55889" y="595046"/>
                    <a:pt x="15768" y="599498"/>
                  </a:cubicBezTo>
                  <a:cubicBezTo>
                    <a:pt x="10606" y="599966"/>
                    <a:pt x="6383" y="594812"/>
                    <a:pt x="6383" y="590127"/>
                  </a:cubicBezTo>
                  <a:cubicBezTo>
                    <a:pt x="5913" y="512348"/>
                    <a:pt x="62224" y="414655"/>
                    <a:pt x="142468" y="396851"/>
                  </a:cubicBezTo>
                  <a:close/>
                  <a:moveTo>
                    <a:pt x="275305" y="271238"/>
                  </a:moveTo>
                  <a:cubicBezTo>
                    <a:pt x="260285" y="280845"/>
                    <a:pt x="239165" y="282251"/>
                    <a:pt x="222034" y="284828"/>
                  </a:cubicBezTo>
                  <a:cubicBezTo>
                    <a:pt x="201148" y="287875"/>
                    <a:pt x="179557" y="289280"/>
                    <a:pt x="158437" y="287640"/>
                  </a:cubicBezTo>
                  <a:cubicBezTo>
                    <a:pt x="143887" y="286469"/>
                    <a:pt x="116899" y="285531"/>
                    <a:pt x="99299" y="277096"/>
                  </a:cubicBezTo>
                  <a:cubicBezTo>
                    <a:pt x="110329" y="336145"/>
                    <a:pt x="139663" y="391679"/>
                    <a:pt x="205137" y="392382"/>
                  </a:cubicBezTo>
                  <a:cubicBezTo>
                    <a:pt x="262163" y="392851"/>
                    <a:pt x="296895" y="356062"/>
                    <a:pt x="312148" y="309432"/>
                  </a:cubicBezTo>
                  <a:cubicBezTo>
                    <a:pt x="310036" y="310135"/>
                    <a:pt x="307690" y="310604"/>
                    <a:pt x="305108" y="310604"/>
                  </a:cubicBezTo>
                  <a:cubicBezTo>
                    <a:pt x="287977" y="310604"/>
                    <a:pt x="279294" y="293030"/>
                    <a:pt x="275305" y="271238"/>
                  </a:cubicBezTo>
                  <a:close/>
                  <a:moveTo>
                    <a:pt x="93667" y="210314"/>
                  </a:moveTo>
                  <a:cubicBezTo>
                    <a:pt x="93667" y="211251"/>
                    <a:pt x="93667" y="212189"/>
                    <a:pt x="93667" y="212892"/>
                  </a:cubicBezTo>
                  <a:cubicBezTo>
                    <a:pt x="95779" y="213126"/>
                    <a:pt x="97891" y="213360"/>
                    <a:pt x="100003" y="213595"/>
                  </a:cubicBezTo>
                  <a:cubicBezTo>
                    <a:pt x="97891" y="212423"/>
                    <a:pt x="95779" y="211486"/>
                    <a:pt x="93667" y="210314"/>
                  </a:cubicBezTo>
                  <a:close/>
                  <a:moveTo>
                    <a:pt x="80202" y="186355"/>
                  </a:moveTo>
                  <a:cubicBezTo>
                    <a:pt x="82872" y="184714"/>
                    <a:pt x="86275" y="184422"/>
                    <a:pt x="89443" y="186413"/>
                  </a:cubicBezTo>
                  <a:cubicBezTo>
                    <a:pt x="144356" y="220156"/>
                    <a:pt x="213820" y="232340"/>
                    <a:pt x="269203" y="193209"/>
                  </a:cubicBezTo>
                  <a:cubicBezTo>
                    <a:pt x="272958" y="190397"/>
                    <a:pt x="276713" y="191100"/>
                    <a:pt x="279059" y="193209"/>
                  </a:cubicBezTo>
                  <a:cubicBezTo>
                    <a:pt x="281641" y="192271"/>
                    <a:pt x="284692" y="194380"/>
                    <a:pt x="284222" y="197661"/>
                  </a:cubicBezTo>
                  <a:cubicBezTo>
                    <a:pt x="281876" y="216172"/>
                    <a:pt x="285630" y="237261"/>
                    <a:pt x="288681" y="255304"/>
                  </a:cubicBezTo>
                  <a:cubicBezTo>
                    <a:pt x="289620" y="261162"/>
                    <a:pt x="304404" y="314587"/>
                    <a:pt x="312383" y="289280"/>
                  </a:cubicBezTo>
                  <a:cubicBezTo>
                    <a:pt x="321301" y="261162"/>
                    <a:pt x="315434" y="229997"/>
                    <a:pt x="314965" y="201175"/>
                  </a:cubicBezTo>
                  <a:cubicBezTo>
                    <a:pt x="314730" y="192037"/>
                    <a:pt x="328341" y="190397"/>
                    <a:pt x="330688" y="199067"/>
                  </a:cubicBezTo>
                  <a:cubicBezTo>
                    <a:pt x="349227" y="270300"/>
                    <a:pt x="328576" y="369887"/>
                    <a:pt x="260051" y="401287"/>
                  </a:cubicBezTo>
                  <a:cubicBezTo>
                    <a:pt x="261224" y="401287"/>
                    <a:pt x="262163" y="401521"/>
                    <a:pt x="263102" y="401990"/>
                  </a:cubicBezTo>
                  <a:cubicBezTo>
                    <a:pt x="332330" y="431983"/>
                    <a:pt x="406018" y="510481"/>
                    <a:pt x="401325" y="590150"/>
                  </a:cubicBezTo>
                  <a:cubicBezTo>
                    <a:pt x="401090" y="596711"/>
                    <a:pt x="395693" y="600226"/>
                    <a:pt x="389591" y="599289"/>
                  </a:cubicBezTo>
                  <a:cubicBezTo>
                    <a:pt x="347584" y="591790"/>
                    <a:pt x="305108" y="600460"/>
                    <a:pt x="262867" y="595071"/>
                  </a:cubicBezTo>
                  <a:cubicBezTo>
                    <a:pt x="257704" y="594368"/>
                    <a:pt x="253480" y="591322"/>
                    <a:pt x="253480" y="585698"/>
                  </a:cubicBezTo>
                  <a:cubicBezTo>
                    <a:pt x="252776" y="529226"/>
                    <a:pt x="239634" y="471115"/>
                    <a:pt x="247144" y="414643"/>
                  </a:cubicBezTo>
                  <a:cubicBezTo>
                    <a:pt x="247378" y="413003"/>
                    <a:pt x="248082" y="411831"/>
                    <a:pt x="248786" y="410660"/>
                  </a:cubicBezTo>
                  <a:cubicBezTo>
                    <a:pt x="249021" y="408551"/>
                    <a:pt x="249960" y="406442"/>
                    <a:pt x="251603" y="404802"/>
                  </a:cubicBezTo>
                  <a:cubicBezTo>
                    <a:pt x="237757" y="409722"/>
                    <a:pt x="222268" y="411831"/>
                    <a:pt x="205137" y="410894"/>
                  </a:cubicBezTo>
                  <a:cubicBezTo>
                    <a:pt x="96248" y="404802"/>
                    <a:pt x="70903" y="284360"/>
                    <a:pt x="75362" y="194380"/>
                  </a:cubicBezTo>
                  <a:cubicBezTo>
                    <a:pt x="75597" y="190983"/>
                    <a:pt x="77533" y="187995"/>
                    <a:pt x="80202" y="186355"/>
                  </a:cubicBezTo>
                  <a:close/>
                  <a:moveTo>
                    <a:pt x="204675" y="1071"/>
                  </a:moveTo>
                  <a:cubicBezTo>
                    <a:pt x="234481" y="-6191"/>
                    <a:pt x="272031" y="25435"/>
                    <a:pt x="297143" y="36212"/>
                  </a:cubicBezTo>
                  <a:cubicBezTo>
                    <a:pt x="334459" y="52142"/>
                    <a:pt x="374121" y="65730"/>
                    <a:pt x="407917" y="88689"/>
                  </a:cubicBezTo>
                  <a:cubicBezTo>
                    <a:pt x="415192" y="93843"/>
                    <a:pt x="411907" y="104150"/>
                    <a:pt x="405335" y="105790"/>
                  </a:cubicBezTo>
                  <a:cubicBezTo>
                    <a:pt x="398295" y="117035"/>
                    <a:pt x="379519" y="122189"/>
                    <a:pt x="367785" y="126172"/>
                  </a:cubicBezTo>
                  <a:cubicBezTo>
                    <a:pt x="351122" y="132029"/>
                    <a:pt x="331173" y="139291"/>
                    <a:pt x="313102" y="136948"/>
                  </a:cubicBezTo>
                  <a:cubicBezTo>
                    <a:pt x="271562" y="131092"/>
                    <a:pt x="243164" y="83769"/>
                    <a:pt x="200216" y="93608"/>
                  </a:cubicBezTo>
                  <a:cubicBezTo>
                    <a:pt x="211481" y="122658"/>
                    <a:pt x="255368" y="139760"/>
                    <a:pt x="282123" y="147256"/>
                  </a:cubicBezTo>
                  <a:cubicBezTo>
                    <a:pt x="285174" y="148193"/>
                    <a:pt x="286113" y="150770"/>
                    <a:pt x="285643" y="153347"/>
                  </a:cubicBezTo>
                  <a:cubicBezTo>
                    <a:pt x="288459" y="156627"/>
                    <a:pt x="289398" y="161547"/>
                    <a:pt x="285174" y="165530"/>
                  </a:cubicBezTo>
                  <a:cubicBezTo>
                    <a:pt x="254899" y="193408"/>
                    <a:pt x="213358" y="214961"/>
                    <a:pt x="172757" y="198328"/>
                  </a:cubicBezTo>
                  <a:cubicBezTo>
                    <a:pt x="115493" y="174666"/>
                    <a:pt x="65738" y="134840"/>
                    <a:pt x="8474" y="110242"/>
                  </a:cubicBezTo>
                  <a:cubicBezTo>
                    <a:pt x="728" y="112584"/>
                    <a:pt x="-3261" y="101339"/>
                    <a:pt x="3310" y="97122"/>
                  </a:cubicBezTo>
                  <a:cubicBezTo>
                    <a:pt x="37341" y="75569"/>
                    <a:pt x="76769" y="61982"/>
                    <a:pt x="113146" y="45114"/>
                  </a:cubicBezTo>
                  <a:cubicBezTo>
                    <a:pt x="142482" y="31526"/>
                    <a:pt x="173226" y="8568"/>
                    <a:pt x="204675" y="1071"/>
                  </a:cubicBezTo>
                  <a:close/>
                </a:path>
              </a:pathLst>
            </a:custGeom>
            <a:solidFill>
              <a:srgbClr val="005D96"/>
            </a:solidFill>
            <a:ln>
              <a:noFill/>
            </a:ln>
          </p:spPr>
          <p:txBody>
            <a:bodyPr/>
            <a:lstStyle/>
            <a:p>
              <a:endParaRPr lang="zh-CN" altLang="en-US" dirty="0">
                <a:solidFill>
                  <a:schemeClr val="accent4"/>
                </a:solidFill>
              </a:endParaRPr>
            </a:p>
          </p:txBody>
        </p:sp>
        <p:sp>
          <p:nvSpPr>
            <p:cNvPr id="45" name="professor_53644"/>
            <p:cNvSpPr>
              <a:spLocks noChangeAspect="1"/>
            </p:cNvSpPr>
            <p:nvPr/>
          </p:nvSpPr>
          <p:spPr bwMode="auto">
            <a:xfrm>
              <a:off x="6601606" y="5807951"/>
              <a:ext cx="254137" cy="360000"/>
            </a:xfrm>
            <a:custGeom>
              <a:avLst/>
              <a:gdLst>
                <a:gd name="connsiteX0" fmla="*/ 274879 w 424808"/>
                <a:gd name="connsiteY0" fmla="*/ 445205 h 601764"/>
                <a:gd name="connsiteX1" fmla="*/ 274879 w 424808"/>
                <a:gd name="connsiteY1" fmla="*/ 470531 h 601764"/>
                <a:gd name="connsiteX2" fmla="*/ 332512 w 424808"/>
                <a:gd name="connsiteY2" fmla="*/ 470531 h 601764"/>
                <a:gd name="connsiteX3" fmla="*/ 332512 w 424808"/>
                <a:gd name="connsiteY3" fmla="*/ 445205 h 601764"/>
                <a:gd name="connsiteX4" fmla="*/ 107051 w 424808"/>
                <a:gd name="connsiteY4" fmla="*/ 280818 h 601764"/>
                <a:gd name="connsiteX5" fmla="*/ 183588 w 424808"/>
                <a:gd name="connsiteY5" fmla="*/ 420340 h 601764"/>
                <a:gd name="connsiteX6" fmla="*/ 191426 w 424808"/>
                <a:gd name="connsiteY6" fmla="*/ 393633 h 601764"/>
                <a:gd name="connsiteX7" fmla="*/ 179899 w 424808"/>
                <a:gd name="connsiteY7" fmla="*/ 369228 h 601764"/>
                <a:gd name="connsiteX8" fmla="*/ 212174 w 424808"/>
                <a:gd name="connsiteY8" fmla="*/ 336074 h 601764"/>
                <a:gd name="connsiteX9" fmla="*/ 244910 w 424808"/>
                <a:gd name="connsiteY9" fmla="*/ 369228 h 601764"/>
                <a:gd name="connsiteX10" fmla="*/ 233383 w 424808"/>
                <a:gd name="connsiteY10" fmla="*/ 393633 h 601764"/>
                <a:gd name="connsiteX11" fmla="*/ 240760 w 424808"/>
                <a:gd name="connsiteY11" fmla="*/ 420340 h 601764"/>
                <a:gd name="connsiteX12" fmla="*/ 317758 w 424808"/>
                <a:gd name="connsiteY12" fmla="*/ 280818 h 601764"/>
                <a:gd name="connsiteX13" fmla="*/ 424726 w 424808"/>
                <a:gd name="connsiteY13" fmla="*/ 513815 h 601764"/>
                <a:gd name="connsiteX14" fmla="*/ 388763 w 424808"/>
                <a:gd name="connsiteY14" fmla="*/ 559861 h 601764"/>
                <a:gd name="connsiteX15" fmla="*/ 347267 w 424808"/>
                <a:gd name="connsiteY15" fmla="*/ 561703 h 601764"/>
                <a:gd name="connsiteX16" fmla="*/ 213557 w 424808"/>
                <a:gd name="connsiteY16" fmla="*/ 601764 h 601764"/>
                <a:gd name="connsiteX17" fmla="*/ 78003 w 424808"/>
                <a:gd name="connsiteY17" fmla="*/ 561703 h 601764"/>
                <a:gd name="connsiteX18" fmla="*/ 36507 w 424808"/>
                <a:gd name="connsiteY18" fmla="*/ 559861 h 601764"/>
                <a:gd name="connsiteX19" fmla="*/ 83 w 424808"/>
                <a:gd name="connsiteY19" fmla="*/ 513815 h 601764"/>
                <a:gd name="connsiteX20" fmla="*/ 107051 w 424808"/>
                <a:gd name="connsiteY20" fmla="*/ 280818 h 601764"/>
                <a:gd name="connsiteX21" fmla="*/ 184977 w 424808"/>
                <a:gd name="connsiteY21" fmla="*/ 152406 h 601764"/>
                <a:gd name="connsiteX22" fmla="*/ 153631 w 424808"/>
                <a:gd name="connsiteY22" fmla="*/ 166680 h 601764"/>
                <a:gd name="connsiteX23" fmla="*/ 153631 w 424808"/>
                <a:gd name="connsiteY23" fmla="*/ 167601 h 601764"/>
                <a:gd name="connsiteX24" fmla="*/ 170226 w 424808"/>
                <a:gd name="connsiteY24" fmla="*/ 184637 h 601764"/>
                <a:gd name="connsiteX25" fmla="*/ 178062 w 424808"/>
                <a:gd name="connsiteY25" fmla="*/ 184637 h 601764"/>
                <a:gd name="connsiteX26" fmla="*/ 195118 w 424808"/>
                <a:gd name="connsiteY26" fmla="*/ 167601 h 601764"/>
                <a:gd name="connsiteX27" fmla="*/ 184977 w 424808"/>
                <a:gd name="connsiteY27" fmla="*/ 152406 h 601764"/>
                <a:gd name="connsiteX28" fmla="*/ 247208 w 424808"/>
                <a:gd name="connsiteY28" fmla="*/ 150564 h 601764"/>
                <a:gd name="connsiteX29" fmla="*/ 230152 w 424808"/>
                <a:gd name="connsiteY29" fmla="*/ 167601 h 601764"/>
                <a:gd name="connsiteX30" fmla="*/ 247208 w 424808"/>
                <a:gd name="connsiteY30" fmla="*/ 184637 h 601764"/>
                <a:gd name="connsiteX31" fmla="*/ 254583 w 424808"/>
                <a:gd name="connsiteY31" fmla="*/ 184637 h 601764"/>
                <a:gd name="connsiteX32" fmla="*/ 271639 w 424808"/>
                <a:gd name="connsiteY32" fmla="*/ 167601 h 601764"/>
                <a:gd name="connsiteX33" fmla="*/ 254583 w 424808"/>
                <a:gd name="connsiteY33" fmla="*/ 150564 h 601764"/>
                <a:gd name="connsiteX34" fmla="*/ 236144 w 424808"/>
                <a:gd name="connsiteY34" fmla="*/ 107283 h 601764"/>
                <a:gd name="connsiteX35" fmla="*/ 196040 w 424808"/>
                <a:gd name="connsiteY35" fmla="*/ 145039 h 601764"/>
                <a:gd name="connsiteX36" fmla="*/ 201572 w 424808"/>
                <a:gd name="connsiteY36" fmla="*/ 150564 h 601764"/>
                <a:gd name="connsiteX37" fmla="*/ 223237 w 424808"/>
                <a:gd name="connsiteY37" fmla="*/ 150564 h 601764"/>
                <a:gd name="connsiteX38" fmla="*/ 247208 w 424808"/>
                <a:gd name="connsiteY38" fmla="*/ 138593 h 601764"/>
                <a:gd name="connsiteX39" fmla="*/ 254583 w 424808"/>
                <a:gd name="connsiteY39" fmla="*/ 138593 h 601764"/>
                <a:gd name="connsiteX40" fmla="*/ 284085 w 424808"/>
                <a:gd name="connsiteY40" fmla="*/ 167601 h 601764"/>
                <a:gd name="connsiteX41" fmla="*/ 254583 w 424808"/>
                <a:gd name="connsiteY41" fmla="*/ 197069 h 601764"/>
                <a:gd name="connsiteX42" fmla="*/ 247208 w 424808"/>
                <a:gd name="connsiteY42" fmla="*/ 197069 h 601764"/>
                <a:gd name="connsiteX43" fmla="*/ 217706 w 424808"/>
                <a:gd name="connsiteY43" fmla="*/ 167601 h 601764"/>
                <a:gd name="connsiteX44" fmla="*/ 218167 w 424808"/>
                <a:gd name="connsiteY44" fmla="*/ 162996 h 601764"/>
                <a:gd name="connsiteX45" fmla="*/ 206642 w 424808"/>
                <a:gd name="connsiteY45" fmla="*/ 162996 h 601764"/>
                <a:gd name="connsiteX46" fmla="*/ 207103 w 424808"/>
                <a:gd name="connsiteY46" fmla="*/ 167601 h 601764"/>
                <a:gd name="connsiteX47" fmla="*/ 178062 w 424808"/>
                <a:gd name="connsiteY47" fmla="*/ 197069 h 601764"/>
                <a:gd name="connsiteX48" fmla="*/ 170226 w 424808"/>
                <a:gd name="connsiteY48" fmla="*/ 197069 h 601764"/>
                <a:gd name="connsiteX49" fmla="*/ 141185 w 424808"/>
                <a:gd name="connsiteY49" fmla="*/ 170363 h 601764"/>
                <a:gd name="connsiteX50" fmla="*/ 119519 w 424808"/>
                <a:gd name="connsiteY50" fmla="*/ 173586 h 601764"/>
                <a:gd name="connsiteX51" fmla="*/ 212635 w 424808"/>
                <a:gd name="connsiteY51" fmla="*/ 280869 h 601764"/>
                <a:gd name="connsiteX52" fmla="*/ 307594 w 424808"/>
                <a:gd name="connsiteY52" fmla="*/ 155629 h 601764"/>
                <a:gd name="connsiteX53" fmla="*/ 236144 w 424808"/>
                <a:gd name="connsiteY53" fmla="*/ 107283 h 601764"/>
                <a:gd name="connsiteX54" fmla="*/ 212635 w 424808"/>
                <a:gd name="connsiteY54" fmla="*/ 0 h 601764"/>
                <a:gd name="connsiteX55" fmla="*/ 340323 w 424808"/>
                <a:gd name="connsiteY55" fmla="*/ 127082 h 601764"/>
                <a:gd name="connsiteX56" fmla="*/ 365215 w 424808"/>
                <a:gd name="connsiteY56" fmla="*/ 175889 h 601764"/>
                <a:gd name="connsiteX57" fmla="*/ 326955 w 424808"/>
                <a:gd name="connsiteY57" fmla="*/ 224695 h 601764"/>
                <a:gd name="connsiteX58" fmla="*/ 212635 w 424808"/>
                <a:gd name="connsiteY58" fmla="*/ 317244 h 601764"/>
                <a:gd name="connsiteX59" fmla="*/ 98315 w 424808"/>
                <a:gd name="connsiteY59" fmla="*/ 224695 h 601764"/>
                <a:gd name="connsiteX60" fmla="*/ 59594 w 424808"/>
                <a:gd name="connsiteY60" fmla="*/ 175889 h 601764"/>
                <a:gd name="connsiteX61" fmla="*/ 84947 w 424808"/>
                <a:gd name="connsiteY61" fmla="*/ 127082 h 601764"/>
                <a:gd name="connsiteX62" fmla="*/ 212635 w 424808"/>
                <a:gd name="connsiteY62" fmla="*/ 0 h 601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424808" h="601764">
                  <a:moveTo>
                    <a:pt x="274879" y="445205"/>
                  </a:moveTo>
                  <a:lnTo>
                    <a:pt x="274879" y="470531"/>
                  </a:lnTo>
                  <a:lnTo>
                    <a:pt x="332512" y="470531"/>
                  </a:lnTo>
                  <a:lnTo>
                    <a:pt x="332512" y="445205"/>
                  </a:lnTo>
                  <a:close/>
                  <a:moveTo>
                    <a:pt x="107051" y="280818"/>
                  </a:moveTo>
                  <a:lnTo>
                    <a:pt x="183588" y="420340"/>
                  </a:lnTo>
                  <a:lnTo>
                    <a:pt x="191426" y="393633"/>
                  </a:lnTo>
                  <a:cubicBezTo>
                    <a:pt x="184510" y="387647"/>
                    <a:pt x="179899" y="378898"/>
                    <a:pt x="179899" y="369228"/>
                  </a:cubicBezTo>
                  <a:cubicBezTo>
                    <a:pt x="179899" y="350809"/>
                    <a:pt x="193731" y="336074"/>
                    <a:pt x="212174" y="336074"/>
                  </a:cubicBezTo>
                  <a:cubicBezTo>
                    <a:pt x="230156" y="336074"/>
                    <a:pt x="244910" y="350809"/>
                    <a:pt x="244910" y="369228"/>
                  </a:cubicBezTo>
                  <a:cubicBezTo>
                    <a:pt x="244910" y="378898"/>
                    <a:pt x="240299" y="387647"/>
                    <a:pt x="233383" y="393633"/>
                  </a:cubicBezTo>
                  <a:lnTo>
                    <a:pt x="240760" y="420340"/>
                  </a:lnTo>
                  <a:lnTo>
                    <a:pt x="317758" y="280818"/>
                  </a:lnTo>
                  <a:cubicBezTo>
                    <a:pt x="367092" y="310288"/>
                    <a:pt x="417810" y="377977"/>
                    <a:pt x="424726" y="513815"/>
                  </a:cubicBezTo>
                  <a:cubicBezTo>
                    <a:pt x="426109" y="537759"/>
                    <a:pt x="409972" y="558480"/>
                    <a:pt x="388763" y="559861"/>
                  </a:cubicBezTo>
                  <a:cubicBezTo>
                    <a:pt x="387840" y="559861"/>
                    <a:pt x="347267" y="561703"/>
                    <a:pt x="347267" y="561703"/>
                  </a:cubicBezTo>
                  <a:cubicBezTo>
                    <a:pt x="322830" y="588410"/>
                    <a:pt x="274879" y="601764"/>
                    <a:pt x="213557" y="601764"/>
                  </a:cubicBezTo>
                  <a:cubicBezTo>
                    <a:pt x="155463" y="601764"/>
                    <a:pt x="103362" y="590713"/>
                    <a:pt x="78003" y="561703"/>
                  </a:cubicBezTo>
                  <a:cubicBezTo>
                    <a:pt x="78003" y="561703"/>
                    <a:pt x="36969" y="559861"/>
                    <a:pt x="36507" y="559861"/>
                  </a:cubicBezTo>
                  <a:cubicBezTo>
                    <a:pt x="14837" y="558480"/>
                    <a:pt x="-1300" y="537759"/>
                    <a:pt x="83" y="513815"/>
                  </a:cubicBezTo>
                  <a:cubicBezTo>
                    <a:pt x="6999" y="377056"/>
                    <a:pt x="57717" y="309827"/>
                    <a:pt x="107051" y="280818"/>
                  </a:cubicBezTo>
                  <a:close/>
                  <a:moveTo>
                    <a:pt x="184977" y="152406"/>
                  </a:moveTo>
                  <a:cubicBezTo>
                    <a:pt x="175758" y="157931"/>
                    <a:pt x="165155" y="162996"/>
                    <a:pt x="153631" y="166680"/>
                  </a:cubicBezTo>
                  <a:cubicBezTo>
                    <a:pt x="153631" y="167140"/>
                    <a:pt x="153631" y="167601"/>
                    <a:pt x="153631" y="167601"/>
                  </a:cubicBezTo>
                  <a:cubicBezTo>
                    <a:pt x="153631" y="176809"/>
                    <a:pt x="161007" y="184637"/>
                    <a:pt x="170226" y="184637"/>
                  </a:cubicBezTo>
                  <a:lnTo>
                    <a:pt x="178062" y="184637"/>
                  </a:lnTo>
                  <a:cubicBezTo>
                    <a:pt x="187282" y="184637"/>
                    <a:pt x="195118" y="176809"/>
                    <a:pt x="195118" y="167601"/>
                  </a:cubicBezTo>
                  <a:cubicBezTo>
                    <a:pt x="195118" y="160694"/>
                    <a:pt x="190969" y="155169"/>
                    <a:pt x="184977" y="152406"/>
                  </a:cubicBezTo>
                  <a:close/>
                  <a:moveTo>
                    <a:pt x="247208" y="150564"/>
                  </a:moveTo>
                  <a:cubicBezTo>
                    <a:pt x="237527" y="150564"/>
                    <a:pt x="230152" y="158392"/>
                    <a:pt x="230152" y="167601"/>
                  </a:cubicBezTo>
                  <a:cubicBezTo>
                    <a:pt x="230152" y="176809"/>
                    <a:pt x="237527" y="184637"/>
                    <a:pt x="247208" y="184637"/>
                  </a:cubicBezTo>
                  <a:lnTo>
                    <a:pt x="254583" y="184637"/>
                  </a:lnTo>
                  <a:cubicBezTo>
                    <a:pt x="263802" y="184637"/>
                    <a:pt x="271639" y="176809"/>
                    <a:pt x="271639" y="167601"/>
                  </a:cubicBezTo>
                  <a:cubicBezTo>
                    <a:pt x="271639" y="158392"/>
                    <a:pt x="263802" y="150564"/>
                    <a:pt x="254583" y="150564"/>
                  </a:cubicBezTo>
                  <a:close/>
                  <a:moveTo>
                    <a:pt x="236144" y="107283"/>
                  </a:moveTo>
                  <a:cubicBezTo>
                    <a:pt x="232457" y="111887"/>
                    <a:pt x="218628" y="129384"/>
                    <a:pt x="196040" y="145039"/>
                  </a:cubicBezTo>
                  <a:cubicBezTo>
                    <a:pt x="198345" y="146420"/>
                    <a:pt x="200189" y="148723"/>
                    <a:pt x="201572" y="150564"/>
                  </a:cubicBezTo>
                  <a:lnTo>
                    <a:pt x="223237" y="150564"/>
                  </a:lnTo>
                  <a:cubicBezTo>
                    <a:pt x="228769" y="143197"/>
                    <a:pt x="237066" y="138593"/>
                    <a:pt x="247208" y="138593"/>
                  </a:cubicBezTo>
                  <a:lnTo>
                    <a:pt x="254583" y="138593"/>
                  </a:lnTo>
                  <a:cubicBezTo>
                    <a:pt x="270717" y="138593"/>
                    <a:pt x="284085" y="151485"/>
                    <a:pt x="284085" y="167601"/>
                  </a:cubicBezTo>
                  <a:cubicBezTo>
                    <a:pt x="284085" y="183716"/>
                    <a:pt x="270717" y="197069"/>
                    <a:pt x="254583" y="197069"/>
                  </a:cubicBezTo>
                  <a:lnTo>
                    <a:pt x="247208" y="197069"/>
                  </a:lnTo>
                  <a:cubicBezTo>
                    <a:pt x="231074" y="197069"/>
                    <a:pt x="217706" y="183716"/>
                    <a:pt x="217706" y="167601"/>
                  </a:cubicBezTo>
                  <a:cubicBezTo>
                    <a:pt x="217706" y="166219"/>
                    <a:pt x="218167" y="164378"/>
                    <a:pt x="218167" y="162996"/>
                  </a:cubicBezTo>
                  <a:lnTo>
                    <a:pt x="206642" y="162996"/>
                  </a:lnTo>
                  <a:cubicBezTo>
                    <a:pt x="207103" y="164378"/>
                    <a:pt x="207103" y="166219"/>
                    <a:pt x="207103" y="167601"/>
                  </a:cubicBezTo>
                  <a:cubicBezTo>
                    <a:pt x="207103" y="183716"/>
                    <a:pt x="194196" y="197069"/>
                    <a:pt x="178062" y="197069"/>
                  </a:cubicBezTo>
                  <a:lnTo>
                    <a:pt x="170226" y="197069"/>
                  </a:lnTo>
                  <a:cubicBezTo>
                    <a:pt x="155014" y="197069"/>
                    <a:pt x="142568" y="185097"/>
                    <a:pt x="141185" y="170363"/>
                  </a:cubicBezTo>
                  <a:cubicBezTo>
                    <a:pt x="134270" y="171745"/>
                    <a:pt x="126895" y="173126"/>
                    <a:pt x="119519" y="173586"/>
                  </a:cubicBezTo>
                  <a:cubicBezTo>
                    <a:pt x="129200" y="235746"/>
                    <a:pt x="163311" y="280869"/>
                    <a:pt x="212635" y="280869"/>
                  </a:cubicBezTo>
                  <a:cubicBezTo>
                    <a:pt x="264724" y="280869"/>
                    <a:pt x="302985" y="228839"/>
                    <a:pt x="307594" y="155629"/>
                  </a:cubicBezTo>
                  <a:cubicBezTo>
                    <a:pt x="260576" y="144579"/>
                    <a:pt x="242598" y="119715"/>
                    <a:pt x="236144" y="107283"/>
                  </a:cubicBezTo>
                  <a:close/>
                  <a:moveTo>
                    <a:pt x="212635" y="0"/>
                  </a:moveTo>
                  <a:cubicBezTo>
                    <a:pt x="313126" y="0"/>
                    <a:pt x="333870" y="55713"/>
                    <a:pt x="340323" y="127082"/>
                  </a:cubicBezTo>
                  <a:cubicBezTo>
                    <a:pt x="359684" y="130305"/>
                    <a:pt x="370286" y="145499"/>
                    <a:pt x="365215" y="175889"/>
                  </a:cubicBezTo>
                  <a:cubicBezTo>
                    <a:pt x="361067" y="201213"/>
                    <a:pt x="349081" y="222854"/>
                    <a:pt x="326955" y="224695"/>
                  </a:cubicBezTo>
                  <a:cubicBezTo>
                    <a:pt x="305290" y="281790"/>
                    <a:pt x="262420" y="317244"/>
                    <a:pt x="212635" y="317244"/>
                  </a:cubicBezTo>
                  <a:cubicBezTo>
                    <a:pt x="160546" y="317244"/>
                    <a:pt x="119980" y="280409"/>
                    <a:pt x="98315" y="224695"/>
                  </a:cubicBezTo>
                  <a:cubicBezTo>
                    <a:pt x="76188" y="222854"/>
                    <a:pt x="64203" y="201213"/>
                    <a:pt x="59594" y="175889"/>
                  </a:cubicBezTo>
                  <a:cubicBezTo>
                    <a:pt x="54523" y="145499"/>
                    <a:pt x="65586" y="130305"/>
                    <a:pt x="84947" y="127082"/>
                  </a:cubicBezTo>
                  <a:cubicBezTo>
                    <a:pt x="91400" y="55713"/>
                    <a:pt x="111222" y="0"/>
                    <a:pt x="212635" y="0"/>
                  </a:cubicBezTo>
                  <a:close/>
                </a:path>
              </a:pathLst>
            </a:custGeom>
            <a:solidFill>
              <a:srgbClr val="005D96"/>
            </a:solidFill>
            <a:ln>
              <a:noFill/>
            </a:ln>
          </p:spPr>
          <p:txBody>
            <a:bodyPr/>
            <a:lstStyle/>
            <a:p>
              <a:endParaRPr lang="zh-CN" altLang="en-US" dirty="0">
                <a:solidFill>
                  <a:schemeClr val="accent4"/>
                </a:solidFill>
              </a:endParaRPr>
            </a:p>
          </p:txBody>
        </p:sp>
      </p:grpSp>
      <p:sp>
        <p:nvSpPr>
          <p:cNvPr id="3" name="文本框 2"/>
          <p:cNvSpPr txBox="1"/>
          <p:nvPr/>
        </p:nvSpPr>
        <p:spPr>
          <a:xfrm>
            <a:off x="-114300" y="4502150"/>
            <a:ext cx="309880" cy="36830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zh-CN" altLang="en-US"/>
          </a:p>
        </p:txBody>
      </p:sp>
      <p:sp>
        <p:nvSpPr>
          <p:cNvPr id="4" name="文本占位符 3">
            <a:extLst>
              <a:ext uri="{FF2B5EF4-FFF2-40B4-BE49-F238E27FC236}">
                <a16:creationId xmlns:a16="http://schemas.microsoft.com/office/drawing/2014/main" id="{4ADE574F-A14B-EE44-B58F-28595D784A72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4908922" y="4734940"/>
            <a:ext cx="5881922" cy="337185"/>
          </a:xfrm>
        </p:spPr>
        <p:txBody>
          <a:bodyPr/>
          <a:lstStyle/>
          <a:p>
            <a:r>
              <a:rPr lang="en-US" altLang="zh-CN" b="1" dirty="0">
                <a:solidFill>
                  <a:schemeClr val="tx1"/>
                </a:solidFill>
              </a:rPr>
              <a:t>----</a:t>
            </a:r>
            <a:r>
              <a:rPr lang="zh-CN" altLang="en-US" b="1" dirty="0">
                <a:solidFill>
                  <a:schemeClr val="tx1"/>
                </a:solidFill>
              </a:rPr>
              <a:t> 课程编号：</a:t>
            </a:r>
            <a:r>
              <a:rPr lang="en-US" altLang="zh-CN" b="1" dirty="0">
                <a:solidFill>
                  <a:schemeClr val="tx1"/>
                </a:solidFill>
              </a:rPr>
              <a:t>BK10504150-01</a:t>
            </a:r>
            <a:endParaRPr lang="zh-CN" altLang="en-US" b="1" dirty="0">
              <a:solidFill>
                <a:schemeClr val="tx1"/>
              </a:solidFill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590979674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2">
            <a:extLst>
              <a:ext uri="{FF2B5EF4-FFF2-40B4-BE49-F238E27FC236}">
                <a16:creationId xmlns:a16="http://schemas.microsoft.com/office/drawing/2014/main" id="{81C68705-985F-2746-B813-01BC4E337DD9}"/>
              </a:ext>
            </a:extLst>
          </p:cNvPr>
          <p:cNvSpPr txBox="1"/>
          <p:nvPr/>
        </p:nvSpPr>
        <p:spPr>
          <a:xfrm>
            <a:off x="747636" y="987568"/>
            <a:ext cx="10166985" cy="988060"/>
          </a:xfrm>
          <a:prstGeom prst="rect">
            <a:avLst/>
          </a:prstGeom>
        </p:spPr>
        <p:txBody>
          <a:bodyPr vert="horz" wrap="square" lIns="0" tIns="104139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819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15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超市赢家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  <a:p>
            <a:pPr marL="704215" lvl="1" indent="-347980">
              <a:lnSpc>
                <a:spcPct val="100000"/>
              </a:lnSpc>
              <a:spcBef>
                <a:spcPts val="615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704215" algn="l"/>
                <a:tab pos="704850" algn="l"/>
              </a:tabLst>
            </a:pPr>
            <a:r>
              <a:rPr sz="240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超市允许顾客使用一个体积大小为</a:t>
            </a:r>
            <a:r>
              <a:rPr sz="2400" b="1" dirty="0">
                <a:latin typeface="SimSun" panose="02010600030101010101" pitchFamily="2" charset="-122"/>
                <a:ea typeface="SimSun" panose="02010600030101010101" pitchFamily="2" charset="-122"/>
                <a:cs typeface="Times New Roman"/>
              </a:rPr>
              <a:t>13</a:t>
            </a:r>
            <a:r>
              <a:rPr sz="2400" spc="-5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的背包，选择一件或多件商品带走</a:t>
            </a:r>
            <a:endParaRPr sz="24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sp>
        <p:nvSpPr>
          <p:cNvPr id="4" name="object 3">
            <a:extLst>
              <a:ext uri="{FF2B5EF4-FFF2-40B4-BE49-F238E27FC236}">
                <a16:creationId xmlns:a16="http://schemas.microsoft.com/office/drawing/2014/main" id="{EA295F8C-EE9E-FF4E-8184-A46563A5B546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19504" y="174478"/>
            <a:ext cx="3954379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直观策</a:t>
            </a: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略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grpSp>
        <p:nvGrpSpPr>
          <p:cNvPr id="54" name="object 4">
            <a:extLst>
              <a:ext uri="{FF2B5EF4-FFF2-40B4-BE49-F238E27FC236}">
                <a16:creationId xmlns:a16="http://schemas.microsoft.com/office/drawing/2014/main" id="{F77FA526-0A5B-754C-AA56-3823D1B89BE7}"/>
              </a:ext>
            </a:extLst>
          </p:cNvPr>
          <p:cNvGrpSpPr/>
          <p:nvPr/>
        </p:nvGrpSpPr>
        <p:grpSpPr>
          <a:xfrm>
            <a:off x="5727953" y="2230120"/>
            <a:ext cx="6177280" cy="2399030"/>
            <a:chOff x="5727953" y="2230120"/>
            <a:chExt cx="6177280" cy="2399030"/>
          </a:xfrm>
        </p:grpSpPr>
        <p:sp>
          <p:nvSpPr>
            <p:cNvPr id="55" name="object 5">
              <a:extLst>
                <a:ext uri="{FF2B5EF4-FFF2-40B4-BE49-F238E27FC236}">
                  <a16:creationId xmlns:a16="http://schemas.microsoft.com/office/drawing/2014/main" id="{B52166AB-65AD-9549-A0FD-FA3D27D76154}"/>
                </a:ext>
              </a:extLst>
            </p:cNvPr>
            <p:cNvSpPr/>
            <p:nvPr/>
          </p:nvSpPr>
          <p:spPr>
            <a:xfrm>
              <a:off x="5727953" y="2230120"/>
              <a:ext cx="6177280" cy="2399030"/>
            </a:xfrm>
            <a:custGeom>
              <a:avLst/>
              <a:gdLst/>
              <a:ahLst/>
              <a:cxnLst/>
              <a:rect l="l" t="t" r="r" b="b"/>
              <a:pathLst>
                <a:path w="6177280" h="2399029">
                  <a:moveTo>
                    <a:pt x="6177280" y="0"/>
                  </a:moveTo>
                  <a:lnTo>
                    <a:pt x="0" y="0"/>
                  </a:lnTo>
                  <a:lnTo>
                    <a:pt x="0" y="2398648"/>
                  </a:lnTo>
                  <a:lnTo>
                    <a:pt x="6177280" y="2398648"/>
                  </a:lnTo>
                  <a:lnTo>
                    <a:pt x="6177280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6">
              <a:extLst>
                <a:ext uri="{FF2B5EF4-FFF2-40B4-BE49-F238E27FC236}">
                  <a16:creationId xmlns:a16="http://schemas.microsoft.com/office/drawing/2014/main" id="{63252057-F7BD-2C44-B84D-BDA0D326EA83}"/>
                </a:ext>
              </a:extLst>
            </p:cNvPr>
            <p:cNvSpPr/>
            <p:nvPr/>
          </p:nvSpPr>
          <p:spPr>
            <a:xfrm>
              <a:off x="6658228" y="2829864"/>
              <a:ext cx="1525270" cy="600075"/>
            </a:xfrm>
            <a:custGeom>
              <a:avLst/>
              <a:gdLst/>
              <a:ahLst/>
              <a:cxnLst/>
              <a:rect l="l" t="t" r="r" b="b"/>
              <a:pathLst>
                <a:path w="1525270" h="600075">
                  <a:moveTo>
                    <a:pt x="1525143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1525143" y="599643"/>
                  </a:lnTo>
                  <a:lnTo>
                    <a:pt x="1525143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7">
              <a:extLst>
                <a:ext uri="{FF2B5EF4-FFF2-40B4-BE49-F238E27FC236}">
                  <a16:creationId xmlns:a16="http://schemas.microsoft.com/office/drawing/2014/main" id="{3777545A-CFD9-B04A-A06F-F9D43EE37D5B}"/>
                </a:ext>
              </a:extLst>
            </p:cNvPr>
            <p:cNvSpPr/>
            <p:nvPr/>
          </p:nvSpPr>
          <p:spPr>
            <a:xfrm>
              <a:off x="6658228" y="3429558"/>
              <a:ext cx="1525270" cy="600075"/>
            </a:xfrm>
            <a:custGeom>
              <a:avLst/>
              <a:gdLst/>
              <a:ahLst/>
              <a:cxnLst/>
              <a:rect l="l" t="t" r="r" b="b"/>
              <a:pathLst>
                <a:path w="1525270" h="600075">
                  <a:moveTo>
                    <a:pt x="1525143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1525143" y="599643"/>
                  </a:lnTo>
                  <a:lnTo>
                    <a:pt x="1525143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8">
              <a:extLst>
                <a:ext uri="{FF2B5EF4-FFF2-40B4-BE49-F238E27FC236}">
                  <a16:creationId xmlns:a16="http://schemas.microsoft.com/office/drawing/2014/main" id="{16DEBB86-A6EC-FE46-9EC4-0E672741CC8D}"/>
                </a:ext>
              </a:extLst>
            </p:cNvPr>
            <p:cNvSpPr/>
            <p:nvPr/>
          </p:nvSpPr>
          <p:spPr>
            <a:xfrm>
              <a:off x="6658228" y="4029125"/>
              <a:ext cx="1525270" cy="600075"/>
            </a:xfrm>
            <a:custGeom>
              <a:avLst/>
              <a:gdLst/>
              <a:ahLst/>
              <a:cxnLst/>
              <a:rect l="l" t="t" r="r" b="b"/>
              <a:pathLst>
                <a:path w="1525270" h="600075">
                  <a:moveTo>
                    <a:pt x="1525143" y="0"/>
                  </a:moveTo>
                  <a:lnTo>
                    <a:pt x="0" y="0"/>
                  </a:lnTo>
                  <a:lnTo>
                    <a:pt x="0" y="599643"/>
                  </a:lnTo>
                  <a:lnTo>
                    <a:pt x="1525143" y="599643"/>
                  </a:lnTo>
                  <a:lnTo>
                    <a:pt x="1525143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9" name="object 9">
            <a:extLst>
              <a:ext uri="{FF2B5EF4-FFF2-40B4-BE49-F238E27FC236}">
                <a16:creationId xmlns:a16="http://schemas.microsoft.com/office/drawing/2014/main" id="{0288BA98-9780-8443-AAE6-FEA755081570}"/>
              </a:ext>
            </a:extLst>
          </p:cNvPr>
          <p:cNvGrpSpPr/>
          <p:nvPr/>
        </p:nvGrpSpPr>
        <p:grpSpPr>
          <a:xfrm>
            <a:off x="5622035" y="2887217"/>
            <a:ext cx="6395085" cy="1814830"/>
            <a:chOff x="5622035" y="2887217"/>
            <a:chExt cx="6395085" cy="1814830"/>
          </a:xfrm>
        </p:grpSpPr>
        <p:pic>
          <p:nvPicPr>
            <p:cNvPr id="60" name="object 10">
              <a:extLst>
                <a:ext uri="{FF2B5EF4-FFF2-40B4-BE49-F238E27FC236}">
                  <a16:creationId xmlns:a16="http://schemas.microsoft.com/office/drawing/2014/main" id="{2C549331-12C2-CD4F-A7F3-67E5530B0392}"/>
                </a:ext>
              </a:extLst>
            </p:cNvPr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6680453" y="2887217"/>
              <a:ext cx="467105" cy="467105"/>
            </a:xfrm>
            <a:prstGeom prst="rect">
              <a:avLst/>
            </a:prstGeom>
          </p:spPr>
        </p:pic>
        <p:pic>
          <p:nvPicPr>
            <p:cNvPr id="61" name="object 11">
              <a:extLst>
                <a:ext uri="{FF2B5EF4-FFF2-40B4-BE49-F238E27FC236}">
                  <a16:creationId xmlns:a16="http://schemas.microsoft.com/office/drawing/2014/main" id="{64751F1B-F6B1-C74C-939C-6CC7B75418EC}"/>
                </a:ext>
              </a:extLst>
            </p:cNvPr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6680453" y="3528059"/>
              <a:ext cx="467868" cy="467868"/>
            </a:xfrm>
            <a:prstGeom prst="rect">
              <a:avLst/>
            </a:prstGeom>
          </p:spPr>
        </p:pic>
        <p:pic>
          <p:nvPicPr>
            <p:cNvPr id="62" name="object 12">
              <a:extLst>
                <a:ext uri="{FF2B5EF4-FFF2-40B4-BE49-F238E27FC236}">
                  <a16:creationId xmlns:a16="http://schemas.microsoft.com/office/drawing/2014/main" id="{E6CC6975-1A6B-9746-8192-E9BD0D50640B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6680453" y="4162805"/>
              <a:ext cx="467868" cy="467868"/>
            </a:xfrm>
            <a:prstGeom prst="rect">
              <a:avLst/>
            </a:prstGeom>
          </p:spPr>
        </p:pic>
        <p:pic>
          <p:nvPicPr>
            <p:cNvPr id="63" name="object 13">
              <a:extLst>
                <a:ext uri="{FF2B5EF4-FFF2-40B4-BE49-F238E27FC236}">
                  <a16:creationId xmlns:a16="http://schemas.microsoft.com/office/drawing/2014/main" id="{5F978635-4B3D-7743-AEA8-F4DB8CC78BD8}"/>
                </a:ext>
              </a:extLst>
            </p:cNvPr>
            <p:cNvPicPr/>
            <p:nvPr/>
          </p:nvPicPr>
          <p:blipFill>
            <a:blip r:embed="rId4"/>
            <a:stretch>
              <a:fillRect/>
            </a:stretch>
          </p:blipFill>
          <p:spPr>
            <a:xfrm>
              <a:off x="7767827" y="4156709"/>
              <a:ext cx="468629" cy="467868"/>
            </a:xfrm>
            <a:prstGeom prst="rect">
              <a:avLst/>
            </a:prstGeom>
          </p:spPr>
        </p:pic>
        <p:sp>
          <p:nvSpPr>
            <p:cNvPr id="64" name="object 14">
              <a:extLst>
                <a:ext uri="{FF2B5EF4-FFF2-40B4-BE49-F238E27FC236}">
                  <a16:creationId xmlns:a16="http://schemas.microsoft.com/office/drawing/2014/main" id="{8A4B3A5C-1CF6-0745-A9A9-65E4DAA64837}"/>
                </a:ext>
              </a:extLst>
            </p:cNvPr>
            <p:cNvSpPr/>
            <p:nvPr/>
          </p:nvSpPr>
          <p:spPr>
            <a:xfrm>
              <a:off x="5641085" y="4003547"/>
              <a:ext cx="6356985" cy="679450"/>
            </a:xfrm>
            <a:custGeom>
              <a:avLst/>
              <a:gdLst/>
              <a:ahLst/>
              <a:cxnLst/>
              <a:rect l="l" t="t" r="r" b="b"/>
              <a:pathLst>
                <a:path w="6356984" h="679450">
                  <a:moveTo>
                    <a:pt x="0" y="113156"/>
                  </a:moveTo>
                  <a:lnTo>
                    <a:pt x="8893" y="69115"/>
                  </a:lnTo>
                  <a:lnTo>
                    <a:pt x="33147" y="33146"/>
                  </a:lnTo>
                  <a:lnTo>
                    <a:pt x="69115" y="8893"/>
                  </a:lnTo>
                  <a:lnTo>
                    <a:pt x="113156" y="0"/>
                  </a:lnTo>
                  <a:lnTo>
                    <a:pt x="6243446" y="0"/>
                  </a:lnTo>
                  <a:lnTo>
                    <a:pt x="6287488" y="8893"/>
                  </a:lnTo>
                  <a:lnTo>
                    <a:pt x="6323457" y="33146"/>
                  </a:lnTo>
                  <a:lnTo>
                    <a:pt x="6347710" y="69115"/>
                  </a:lnTo>
                  <a:lnTo>
                    <a:pt x="6356604" y="113156"/>
                  </a:lnTo>
                  <a:lnTo>
                    <a:pt x="6356604" y="565784"/>
                  </a:lnTo>
                  <a:lnTo>
                    <a:pt x="6347710" y="609826"/>
                  </a:lnTo>
                  <a:lnTo>
                    <a:pt x="6323457" y="645794"/>
                  </a:lnTo>
                  <a:lnTo>
                    <a:pt x="6287488" y="670048"/>
                  </a:lnTo>
                  <a:lnTo>
                    <a:pt x="6243446" y="678941"/>
                  </a:lnTo>
                  <a:lnTo>
                    <a:pt x="113156" y="678941"/>
                  </a:lnTo>
                  <a:lnTo>
                    <a:pt x="69115" y="670048"/>
                  </a:lnTo>
                  <a:lnTo>
                    <a:pt x="33147" y="645794"/>
                  </a:lnTo>
                  <a:lnTo>
                    <a:pt x="8893" y="609826"/>
                  </a:lnTo>
                  <a:lnTo>
                    <a:pt x="0" y="565784"/>
                  </a:lnTo>
                  <a:lnTo>
                    <a:pt x="0" y="113156"/>
                  </a:lnTo>
                  <a:close/>
                </a:path>
              </a:pathLst>
            </a:custGeom>
            <a:ln w="38100">
              <a:solidFill>
                <a:srgbClr val="FF0000"/>
              </a:solidFill>
              <a:prstDash val="lg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65" name="object 15">
            <a:extLst>
              <a:ext uri="{FF2B5EF4-FFF2-40B4-BE49-F238E27FC236}">
                <a16:creationId xmlns:a16="http://schemas.microsoft.com/office/drawing/2014/main" id="{4D382C27-4699-4144-972E-B26D81347DE7}"/>
              </a:ext>
            </a:extLst>
          </p:cNvPr>
          <p:cNvPicPr/>
          <p:nvPr/>
        </p:nvPicPr>
        <p:blipFill>
          <a:blip r:embed="rId5"/>
          <a:stretch>
            <a:fillRect/>
          </a:stretch>
        </p:blipFill>
        <p:spPr>
          <a:xfrm>
            <a:off x="7200900" y="2886455"/>
            <a:ext cx="468629" cy="467868"/>
          </a:xfrm>
          <a:prstGeom prst="rect">
            <a:avLst/>
          </a:prstGeom>
        </p:spPr>
      </p:pic>
      <p:pic>
        <p:nvPicPr>
          <p:cNvPr id="66" name="object 16">
            <a:extLst>
              <a:ext uri="{FF2B5EF4-FFF2-40B4-BE49-F238E27FC236}">
                <a16:creationId xmlns:a16="http://schemas.microsoft.com/office/drawing/2014/main" id="{86A7A9BA-8AB1-F141-808B-522EAA401BD4}"/>
              </a:ext>
            </a:extLst>
          </p:cNvPr>
          <p:cNvPicPr/>
          <p:nvPr/>
        </p:nvPicPr>
        <p:blipFill>
          <a:blip r:embed="rId6"/>
          <a:stretch>
            <a:fillRect/>
          </a:stretch>
        </p:blipFill>
        <p:spPr>
          <a:xfrm>
            <a:off x="7200900" y="3528059"/>
            <a:ext cx="468629" cy="467868"/>
          </a:xfrm>
          <a:prstGeom prst="rect">
            <a:avLst/>
          </a:prstGeom>
        </p:spPr>
      </p:pic>
      <p:pic>
        <p:nvPicPr>
          <p:cNvPr id="67" name="object 17">
            <a:extLst>
              <a:ext uri="{FF2B5EF4-FFF2-40B4-BE49-F238E27FC236}">
                <a16:creationId xmlns:a16="http://schemas.microsoft.com/office/drawing/2014/main" id="{2F41B471-6D46-6246-8E16-F50298306C86}"/>
              </a:ext>
            </a:extLst>
          </p:cNvPr>
          <p:cNvPicPr/>
          <p:nvPr/>
        </p:nvPicPr>
        <p:blipFill>
          <a:blip r:embed="rId5"/>
          <a:stretch>
            <a:fillRect/>
          </a:stretch>
        </p:blipFill>
        <p:spPr>
          <a:xfrm>
            <a:off x="7200900" y="4162805"/>
            <a:ext cx="468629" cy="467868"/>
          </a:xfrm>
          <a:prstGeom prst="rect">
            <a:avLst/>
          </a:prstGeom>
        </p:spPr>
      </p:pic>
      <p:graphicFrame>
        <p:nvGraphicFramePr>
          <p:cNvPr id="68" name="object 18">
            <a:extLst>
              <a:ext uri="{FF2B5EF4-FFF2-40B4-BE49-F238E27FC236}">
                <a16:creationId xmlns:a16="http://schemas.microsoft.com/office/drawing/2014/main" id="{A07FA520-6716-534F-85E1-A3AE65B58ECE}"/>
              </a:ext>
            </a:extLst>
          </p:cNvPr>
          <p:cNvGraphicFramePr>
            <a:graphicFrameLocks noGrp="1"/>
          </p:cNvGraphicFramePr>
          <p:nvPr/>
        </p:nvGraphicFramePr>
        <p:xfrm>
          <a:off x="5686883" y="2211197"/>
          <a:ext cx="6177915" cy="24307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302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52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439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493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2908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5994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201930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1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商品列表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20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总价格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20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总体积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说明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>
                          <a:latin typeface="PMingLiU"/>
                          <a:cs typeface="PMingLiU"/>
                        </a:rPr>
                        <a:t>方案</a:t>
                      </a:r>
                      <a:r>
                        <a:rPr sz="2200" b="1" spc="-50">
                          <a:latin typeface="Times New Roman"/>
                          <a:cs typeface="Times New Roman"/>
                        </a:rPr>
                        <a:t>1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34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15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spc="-15">
                          <a:latin typeface="PMingLiU"/>
                          <a:cs typeface="PMingLiU"/>
                        </a:rPr>
                        <a:t>错误方案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803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>
                          <a:latin typeface="PMingLiU"/>
                          <a:cs typeface="PMingLiU"/>
                        </a:rPr>
                        <a:t>方案</a:t>
                      </a:r>
                      <a:r>
                        <a:rPr sz="2200" b="1" spc="-50">
                          <a:latin typeface="Times New Roman"/>
                          <a:cs typeface="Times New Roman"/>
                        </a:rPr>
                        <a:t>2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13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2200" spc="-15">
                          <a:latin typeface="PMingLiU"/>
                          <a:cs typeface="PMingLiU"/>
                        </a:rPr>
                        <a:t>可行方案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5151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70"/>
                        </a:spcBef>
                      </a:pPr>
                      <a:r>
                        <a:rPr sz="2200">
                          <a:latin typeface="PMingLiU"/>
                          <a:cs typeface="PMingLiU"/>
                        </a:rPr>
                        <a:t>方案</a:t>
                      </a:r>
                      <a:r>
                        <a:rPr sz="2200" b="1" spc="-50">
                          <a:latin typeface="Times New Roman"/>
                          <a:cs typeface="Times New Roman"/>
                        </a:rPr>
                        <a:t>3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3190" marB="0">
                    <a:lnL w="82141">
                      <a:solidFill>
                        <a:srgbClr val="FF0000"/>
                      </a:solidFill>
                      <a:prstDash val="sysDash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3810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38100">
                      <a:solidFill>
                        <a:srgbClr val="FF0000"/>
                      </a:solidFill>
                      <a:prstDash val="sysDash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20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28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4224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3810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120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13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4224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3810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970"/>
                        </a:spcBef>
                      </a:pPr>
                      <a:r>
                        <a:rPr sz="2200" spc="-15">
                          <a:latin typeface="PMingLiU"/>
                          <a:cs typeface="PMingLiU"/>
                        </a:rPr>
                        <a:t>最优方案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1231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3810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69" name="object 19">
            <a:extLst>
              <a:ext uri="{FF2B5EF4-FFF2-40B4-BE49-F238E27FC236}">
                <a16:creationId xmlns:a16="http://schemas.microsoft.com/office/drawing/2014/main" id="{3A1D1626-D739-0A43-BE69-320E171C8662}"/>
              </a:ext>
            </a:extLst>
          </p:cNvPr>
          <p:cNvGraphicFramePr>
            <a:graphicFrameLocks noGrp="1"/>
          </p:cNvGraphicFramePr>
          <p:nvPr/>
        </p:nvGraphicFramePr>
        <p:xfrm>
          <a:off x="649160" y="2223897"/>
          <a:ext cx="4873624" cy="35966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351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8971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74878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商品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价格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sz="2200" b="1" spc="-25">
                          <a:solidFill>
                            <a:srgbClr val="FFFFFF"/>
                          </a:solidFill>
                          <a:latin typeface="Microsoft JhengHei"/>
                          <a:cs typeface="Microsoft JhengHei"/>
                        </a:rPr>
                        <a:t>体积</a:t>
                      </a:r>
                      <a:endParaRPr sz="2200">
                        <a:latin typeface="Microsoft JhengHei"/>
                        <a:cs typeface="Microsoft JhengHei"/>
                      </a:endParaRPr>
                    </a:p>
                  </a:txBody>
                  <a:tcPr marL="0" marR="0" marT="971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啤酒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汽水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2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3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饼干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9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面包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70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31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70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5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31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994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牛奶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77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9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2200" b="1">
                          <a:latin typeface="Times New Roman"/>
                          <a:cs typeface="Times New Roman"/>
                        </a:rPr>
                        <a:t>4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pic>
        <p:nvPicPr>
          <p:cNvPr id="70" name="object 20">
            <a:extLst>
              <a:ext uri="{FF2B5EF4-FFF2-40B4-BE49-F238E27FC236}">
                <a16:creationId xmlns:a16="http://schemas.microsoft.com/office/drawing/2014/main" id="{87D47757-303A-AF46-8CDF-977EBF62DC5C}"/>
              </a:ext>
            </a:extLst>
          </p:cNvPr>
          <p:cNvPicPr/>
          <p:nvPr/>
        </p:nvPicPr>
        <p:blipFill>
          <a:blip r:embed="rId3"/>
          <a:stretch>
            <a:fillRect/>
          </a:stretch>
        </p:blipFill>
        <p:spPr>
          <a:xfrm>
            <a:off x="715518" y="4205478"/>
            <a:ext cx="360425" cy="359663"/>
          </a:xfrm>
          <a:prstGeom prst="rect">
            <a:avLst/>
          </a:prstGeom>
        </p:spPr>
      </p:pic>
      <p:pic>
        <p:nvPicPr>
          <p:cNvPr id="71" name="object 21">
            <a:extLst>
              <a:ext uri="{FF2B5EF4-FFF2-40B4-BE49-F238E27FC236}">
                <a16:creationId xmlns:a16="http://schemas.microsoft.com/office/drawing/2014/main" id="{DC6BC51D-CDBA-F14A-BA09-04187AC00767}"/>
              </a:ext>
            </a:extLst>
          </p:cNvPr>
          <p:cNvPicPr/>
          <p:nvPr/>
        </p:nvPicPr>
        <p:blipFill>
          <a:blip r:embed="rId5"/>
          <a:stretch>
            <a:fillRect/>
          </a:stretch>
        </p:blipFill>
        <p:spPr>
          <a:xfrm>
            <a:off x="715518" y="4824984"/>
            <a:ext cx="360425" cy="359663"/>
          </a:xfrm>
          <a:prstGeom prst="rect">
            <a:avLst/>
          </a:prstGeom>
        </p:spPr>
      </p:pic>
      <p:pic>
        <p:nvPicPr>
          <p:cNvPr id="72" name="object 22">
            <a:extLst>
              <a:ext uri="{FF2B5EF4-FFF2-40B4-BE49-F238E27FC236}">
                <a16:creationId xmlns:a16="http://schemas.microsoft.com/office/drawing/2014/main" id="{4A8B1D44-9C65-A54F-A884-2638BEEC1863}"/>
              </a:ext>
            </a:extLst>
          </p:cNvPr>
          <p:cNvPicPr/>
          <p:nvPr/>
        </p:nvPicPr>
        <p:blipFill>
          <a:blip r:embed="rId2"/>
          <a:stretch>
            <a:fillRect/>
          </a:stretch>
        </p:blipFill>
        <p:spPr>
          <a:xfrm>
            <a:off x="715518" y="2966466"/>
            <a:ext cx="360425" cy="359663"/>
          </a:xfrm>
          <a:prstGeom prst="rect">
            <a:avLst/>
          </a:prstGeom>
        </p:spPr>
      </p:pic>
      <p:pic>
        <p:nvPicPr>
          <p:cNvPr id="73" name="object 23">
            <a:extLst>
              <a:ext uri="{FF2B5EF4-FFF2-40B4-BE49-F238E27FC236}">
                <a16:creationId xmlns:a16="http://schemas.microsoft.com/office/drawing/2014/main" id="{AA380CF3-7A9A-D046-893E-B12B22BB45CB}"/>
              </a:ext>
            </a:extLst>
          </p:cNvPr>
          <p:cNvPicPr/>
          <p:nvPr/>
        </p:nvPicPr>
        <p:blipFill>
          <a:blip r:embed="rId6"/>
          <a:stretch>
            <a:fillRect/>
          </a:stretch>
        </p:blipFill>
        <p:spPr>
          <a:xfrm>
            <a:off x="715518" y="3585971"/>
            <a:ext cx="360425" cy="359663"/>
          </a:xfrm>
          <a:prstGeom prst="rect">
            <a:avLst/>
          </a:prstGeom>
        </p:spPr>
      </p:pic>
      <p:pic>
        <p:nvPicPr>
          <p:cNvPr id="74" name="object 24">
            <a:extLst>
              <a:ext uri="{FF2B5EF4-FFF2-40B4-BE49-F238E27FC236}">
                <a16:creationId xmlns:a16="http://schemas.microsoft.com/office/drawing/2014/main" id="{86AAE10A-5A45-D04F-BB36-4FE04E6D74BE}"/>
              </a:ext>
            </a:extLst>
          </p:cNvPr>
          <p:cNvPicPr/>
          <p:nvPr/>
        </p:nvPicPr>
        <p:blipFill>
          <a:blip r:embed="rId4"/>
          <a:stretch>
            <a:fillRect/>
          </a:stretch>
        </p:blipFill>
        <p:spPr>
          <a:xfrm>
            <a:off x="715518" y="5361432"/>
            <a:ext cx="360425" cy="359664"/>
          </a:xfrm>
          <a:prstGeom prst="rect">
            <a:avLst/>
          </a:prstGeom>
        </p:spPr>
      </p:pic>
      <p:sp>
        <p:nvSpPr>
          <p:cNvPr id="75" name="object 25">
            <a:extLst>
              <a:ext uri="{FF2B5EF4-FFF2-40B4-BE49-F238E27FC236}">
                <a16:creationId xmlns:a16="http://schemas.microsoft.com/office/drawing/2014/main" id="{B0E2B017-4BAE-764D-A1D3-1724C1292F90}"/>
              </a:ext>
            </a:extLst>
          </p:cNvPr>
          <p:cNvSpPr txBox="1"/>
          <p:nvPr/>
        </p:nvSpPr>
        <p:spPr>
          <a:xfrm>
            <a:off x="5709992" y="5073722"/>
            <a:ext cx="6160770" cy="719455"/>
          </a:xfrm>
          <a:prstGeom prst="rect">
            <a:avLst/>
          </a:prstGeom>
          <a:ln w="38100">
            <a:solidFill>
              <a:srgbClr val="FF0000"/>
            </a:solidFill>
          </a:ln>
        </p:spPr>
        <p:txBody>
          <a:bodyPr vert="horz" wrap="square" lIns="0" tIns="101600" rIns="0" bIns="0" rtlCol="0">
            <a:spAutoFit/>
          </a:bodyPr>
          <a:lstStyle/>
          <a:p>
            <a:pPr marL="1270" algn="ctr">
              <a:lnSpc>
                <a:spcPct val="100000"/>
              </a:lnSpc>
              <a:spcBef>
                <a:spcPts val="800"/>
              </a:spcBef>
            </a:pPr>
            <a:r>
              <a:rPr sz="2800" spc="-5">
                <a:latin typeface="PMingLiU"/>
                <a:cs typeface="PMingLiU"/>
              </a:rPr>
              <a:t>问题：如何求解该问题？</a:t>
            </a:r>
            <a:endParaRPr sz="2800">
              <a:latin typeface="PMingLiU"/>
              <a:cs typeface="PMingLiU"/>
            </a:endParaRPr>
          </a:p>
        </p:txBody>
      </p:sp>
    </p:spTree>
    <p:extLst>
      <p:ext uri="{BB962C8B-B14F-4D97-AF65-F5344CB8AC3E}">
        <p14:creationId xmlns:p14="http://schemas.microsoft.com/office/powerpoint/2010/main" val="8074586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5" grpId="0" animBg="1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3">
            <a:extLst>
              <a:ext uri="{FF2B5EF4-FFF2-40B4-BE49-F238E27FC236}">
                <a16:creationId xmlns:a16="http://schemas.microsoft.com/office/drawing/2014/main" id="{751451E1-25F7-294C-91A0-7FE054B79435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54626" y="219672"/>
            <a:ext cx="8183663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蛮力枚</a:t>
            </a: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举</a:t>
            </a:r>
            <a:r>
              <a:rPr lang="en-US" altLang="zh-CN" spc="-50" dirty="0">
                <a:latin typeface="SimSun" panose="02010600030101010101" pitchFamily="2" charset="-122"/>
                <a:ea typeface="SimSun" panose="02010600030101010101" pitchFamily="2" charset="-122"/>
              </a:rPr>
              <a:t>-</a:t>
            </a:r>
            <a:r>
              <a:rPr lang="zh-CN" altLang="en-US" sz="3600" spc="-50" dirty="0">
                <a:latin typeface="SimSun" panose="02010600030101010101" pitchFamily="2" charset="-122"/>
                <a:ea typeface="SimSun" panose="02010600030101010101" pitchFamily="2" charset="-122"/>
              </a:rPr>
              <a:t>枚举所有商品组合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graphicFrame>
        <p:nvGraphicFramePr>
          <p:cNvPr id="5" name="object 4">
            <a:extLst>
              <a:ext uri="{FF2B5EF4-FFF2-40B4-BE49-F238E27FC236}">
                <a16:creationId xmlns:a16="http://schemas.microsoft.com/office/drawing/2014/main" id="{E88F9E76-8B7C-3947-AF7F-A2DA44F1F20D}"/>
              </a:ext>
            </a:extLst>
          </p:cNvPr>
          <p:cNvGraphicFramePr>
            <a:graphicFrameLocks noGrp="1"/>
          </p:cNvGraphicFramePr>
          <p:nvPr/>
        </p:nvGraphicFramePr>
        <p:xfrm>
          <a:off x="8494903" y="4819650"/>
          <a:ext cx="3653789" cy="19945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255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1696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112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97510">
                <a:tc>
                  <a:txBody>
                    <a:bodyPr/>
                    <a:lstStyle/>
                    <a:p>
                      <a:pPr marR="388620" algn="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700" spc="-25">
                          <a:solidFill>
                            <a:srgbClr val="FFFFFF"/>
                          </a:solidFill>
                          <a:latin typeface="PMingLiU"/>
                          <a:cs typeface="PMingLiU"/>
                        </a:rPr>
                        <a:t>商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PMingLiU"/>
                          <a:cs typeface="PMingLiU"/>
                        </a:rPr>
                        <a:t>品</a:t>
                      </a:r>
                      <a:endParaRPr sz="1700">
                        <a:latin typeface="PMingLiU"/>
                        <a:cs typeface="PMingLiU"/>
                      </a:endParaRPr>
                    </a:p>
                  </a:txBody>
                  <a:tcPr marL="0" marR="0" marT="4254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700" spc="-25">
                          <a:solidFill>
                            <a:srgbClr val="FFFFFF"/>
                          </a:solidFill>
                          <a:latin typeface="PMingLiU"/>
                          <a:cs typeface="PMingLiU"/>
                        </a:rPr>
                        <a:t>价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PMingLiU"/>
                          <a:cs typeface="PMingLiU"/>
                        </a:rPr>
                        <a:t>格</a:t>
                      </a:r>
                      <a:endParaRPr sz="1700">
                        <a:latin typeface="PMingLiU"/>
                        <a:cs typeface="PMingLiU"/>
                      </a:endParaRPr>
                    </a:p>
                  </a:txBody>
                  <a:tcPr marL="0" marR="0" marT="4254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700" spc="-25">
                          <a:solidFill>
                            <a:srgbClr val="FFFFFF"/>
                          </a:solidFill>
                          <a:latin typeface="PMingLiU"/>
                          <a:cs typeface="PMingLiU"/>
                        </a:rPr>
                        <a:t>体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PMingLiU"/>
                          <a:cs typeface="PMingLiU"/>
                        </a:rPr>
                        <a:t>积</a:t>
                      </a:r>
                      <a:endParaRPr sz="1700">
                        <a:latin typeface="PMingLiU"/>
                        <a:cs typeface="PMingLiU"/>
                      </a:endParaRPr>
                    </a:p>
                  </a:txBody>
                  <a:tcPr marL="0" marR="0" marT="4254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405">
                <a:tc>
                  <a:txBody>
                    <a:bodyPr/>
                    <a:lstStyle/>
                    <a:p>
                      <a:pPr marR="388620" algn="r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1700" spc="-25">
                          <a:latin typeface="PMingLiU"/>
                          <a:cs typeface="PMingLiU"/>
                        </a:rPr>
                        <a:t>啤</a:t>
                      </a:r>
                      <a:r>
                        <a:rPr sz="1700" spc="-50">
                          <a:latin typeface="PMingLiU"/>
                          <a:cs typeface="PMingLiU"/>
                        </a:rPr>
                        <a:t>酒</a:t>
                      </a:r>
                      <a:endParaRPr sz="1700">
                        <a:latin typeface="PMingLiU"/>
                        <a:cs typeface="PMingLiU"/>
                      </a:endParaRPr>
                    </a:p>
                  </a:txBody>
                  <a:tcPr marL="0" marR="0" marT="381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9405">
                <a:tc>
                  <a:txBody>
                    <a:bodyPr/>
                    <a:lstStyle/>
                    <a:p>
                      <a:pPr marR="388620" algn="r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1700" spc="-25">
                          <a:latin typeface="PMingLiU"/>
                          <a:cs typeface="PMingLiU"/>
                        </a:rPr>
                        <a:t>汽</a:t>
                      </a:r>
                      <a:r>
                        <a:rPr sz="1700" spc="-50">
                          <a:latin typeface="PMingLiU"/>
                          <a:cs typeface="PMingLiU"/>
                        </a:rPr>
                        <a:t>水</a:t>
                      </a:r>
                      <a:endParaRPr sz="1700">
                        <a:latin typeface="PMingLiU"/>
                        <a:cs typeface="PMingLiU"/>
                      </a:endParaRPr>
                    </a:p>
                  </a:txBody>
                  <a:tcPr marL="0" marR="0" marT="381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2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3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19405">
                <a:tc>
                  <a:txBody>
                    <a:bodyPr/>
                    <a:lstStyle/>
                    <a:p>
                      <a:pPr marR="388620" algn="r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1700" spc="-30">
                          <a:latin typeface="PMingLiU"/>
                          <a:cs typeface="PMingLiU"/>
                        </a:rPr>
                        <a:t>饼干</a:t>
                      </a:r>
                      <a:endParaRPr sz="1700">
                        <a:latin typeface="PMingLiU"/>
                        <a:cs typeface="PMingLiU"/>
                      </a:endParaRPr>
                    </a:p>
                  </a:txBody>
                  <a:tcPr marL="0" marR="0" marT="381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9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4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19405">
                <a:tc>
                  <a:txBody>
                    <a:bodyPr/>
                    <a:lstStyle/>
                    <a:p>
                      <a:pPr marR="388620" algn="r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1700" spc="-25">
                          <a:latin typeface="PMingLiU"/>
                          <a:cs typeface="PMingLiU"/>
                        </a:rPr>
                        <a:t>面</a:t>
                      </a:r>
                      <a:r>
                        <a:rPr sz="1700" spc="-50">
                          <a:latin typeface="PMingLiU"/>
                          <a:cs typeface="PMingLiU"/>
                        </a:rPr>
                        <a:t>包</a:t>
                      </a:r>
                      <a:endParaRPr sz="1700">
                        <a:latin typeface="PMingLiU"/>
                        <a:cs typeface="PMingLiU"/>
                      </a:endParaRPr>
                    </a:p>
                  </a:txBody>
                  <a:tcPr marL="0" marR="0" marT="381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5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19405">
                <a:tc>
                  <a:txBody>
                    <a:bodyPr/>
                    <a:lstStyle/>
                    <a:p>
                      <a:pPr marR="388620" algn="r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1700" spc="-25">
                          <a:latin typeface="PMingLiU"/>
                          <a:cs typeface="PMingLiU"/>
                        </a:rPr>
                        <a:t>牛</a:t>
                      </a:r>
                      <a:r>
                        <a:rPr sz="1700" spc="-50">
                          <a:latin typeface="PMingLiU"/>
                          <a:cs typeface="PMingLiU"/>
                        </a:rPr>
                        <a:t>奶</a:t>
                      </a:r>
                      <a:endParaRPr sz="1700">
                        <a:latin typeface="PMingLiU"/>
                        <a:cs typeface="PMingLiU"/>
                      </a:endParaRPr>
                    </a:p>
                  </a:txBody>
                  <a:tcPr marL="0" marR="0" marT="381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9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4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pic>
        <p:nvPicPr>
          <p:cNvPr id="6" name="object 5">
            <a:extLst>
              <a:ext uri="{FF2B5EF4-FFF2-40B4-BE49-F238E27FC236}">
                <a16:creationId xmlns:a16="http://schemas.microsoft.com/office/drawing/2014/main" id="{4116E576-0435-8847-A916-5C3C5C9D9084}"/>
              </a:ext>
            </a:extLst>
          </p:cNvPr>
          <p:cNvPicPr/>
          <p:nvPr/>
        </p:nvPicPr>
        <p:blipFill>
          <a:blip r:embed="rId2"/>
          <a:stretch>
            <a:fillRect/>
          </a:stretch>
        </p:blipFill>
        <p:spPr>
          <a:xfrm>
            <a:off x="8602218" y="5904738"/>
            <a:ext cx="231648" cy="259842"/>
          </a:xfrm>
          <a:prstGeom prst="rect">
            <a:avLst/>
          </a:prstGeom>
        </p:spPr>
      </p:pic>
      <p:pic>
        <p:nvPicPr>
          <p:cNvPr id="7" name="object 6">
            <a:extLst>
              <a:ext uri="{FF2B5EF4-FFF2-40B4-BE49-F238E27FC236}">
                <a16:creationId xmlns:a16="http://schemas.microsoft.com/office/drawing/2014/main" id="{381D3764-BA3F-314B-BB87-008037F07F30}"/>
              </a:ext>
            </a:extLst>
          </p:cNvPr>
          <p:cNvPicPr/>
          <p:nvPr/>
        </p:nvPicPr>
        <p:blipFill>
          <a:blip r:embed="rId3"/>
          <a:stretch>
            <a:fillRect/>
          </a:stretch>
        </p:blipFill>
        <p:spPr>
          <a:xfrm>
            <a:off x="8611361" y="6230873"/>
            <a:ext cx="232409" cy="260603"/>
          </a:xfrm>
          <a:prstGeom prst="rect">
            <a:avLst/>
          </a:prstGeom>
        </p:spPr>
      </p:pic>
      <p:pic>
        <p:nvPicPr>
          <p:cNvPr id="8" name="object 7">
            <a:extLst>
              <a:ext uri="{FF2B5EF4-FFF2-40B4-BE49-F238E27FC236}">
                <a16:creationId xmlns:a16="http://schemas.microsoft.com/office/drawing/2014/main" id="{16A63A80-723F-6D42-9E5E-C7A0DEA1FDFE}"/>
              </a:ext>
            </a:extLst>
          </p:cNvPr>
          <p:cNvPicPr/>
          <p:nvPr/>
        </p:nvPicPr>
        <p:blipFill>
          <a:blip r:embed="rId4"/>
          <a:stretch>
            <a:fillRect/>
          </a:stretch>
        </p:blipFill>
        <p:spPr>
          <a:xfrm>
            <a:off x="8602218" y="5231891"/>
            <a:ext cx="231648" cy="259841"/>
          </a:xfrm>
          <a:prstGeom prst="rect">
            <a:avLst/>
          </a:prstGeom>
        </p:spPr>
      </p:pic>
      <p:pic>
        <p:nvPicPr>
          <p:cNvPr id="9" name="object 8">
            <a:extLst>
              <a:ext uri="{FF2B5EF4-FFF2-40B4-BE49-F238E27FC236}">
                <a16:creationId xmlns:a16="http://schemas.microsoft.com/office/drawing/2014/main" id="{E18692E7-A627-B145-900B-9DB55F0DE3D6}"/>
              </a:ext>
            </a:extLst>
          </p:cNvPr>
          <p:cNvPicPr/>
          <p:nvPr/>
        </p:nvPicPr>
        <p:blipFill>
          <a:blip r:embed="rId5"/>
          <a:stretch>
            <a:fillRect/>
          </a:stretch>
        </p:blipFill>
        <p:spPr>
          <a:xfrm>
            <a:off x="8602218" y="5567934"/>
            <a:ext cx="231648" cy="259842"/>
          </a:xfrm>
          <a:prstGeom prst="rect">
            <a:avLst/>
          </a:prstGeom>
        </p:spPr>
      </p:pic>
      <p:pic>
        <p:nvPicPr>
          <p:cNvPr id="10" name="object 9">
            <a:extLst>
              <a:ext uri="{FF2B5EF4-FFF2-40B4-BE49-F238E27FC236}">
                <a16:creationId xmlns:a16="http://schemas.microsoft.com/office/drawing/2014/main" id="{BA2B5642-B4BE-5F4F-9E9F-FE85E8D1ABEE}"/>
              </a:ext>
            </a:extLst>
          </p:cNvPr>
          <p:cNvPicPr/>
          <p:nvPr/>
        </p:nvPicPr>
        <p:blipFill>
          <a:blip r:embed="rId6"/>
          <a:stretch>
            <a:fillRect/>
          </a:stretch>
        </p:blipFill>
        <p:spPr>
          <a:xfrm>
            <a:off x="8611361" y="6539483"/>
            <a:ext cx="232409" cy="259842"/>
          </a:xfrm>
          <a:prstGeom prst="rect">
            <a:avLst/>
          </a:prstGeom>
        </p:spPr>
      </p:pic>
      <p:pic>
        <p:nvPicPr>
          <p:cNvPr id="11" name="object 10">
            <a:extLst>
              <a:ext uri="{FF2B5EF4-FFF2-40B4-BE49-F238E27FC236}">
                <a16:creationId xmlns:a16="http://schemas.microsoft.com/office/drawing/2014/main" id="{AD278B28-F4AD-524B-946C-1632F986D8E7}"/>
              </a:ext>
            </a:extLst>
          </p:cNvPr>
          <p:cNvPicPr/>
          <p:nvPr/>
        </p:nvPicPr>
        <p:blipFill>
          <a:blip r:embed="rId7"/>
          <a:stretch>
            <a:fillRect/>
          </a:stretch>
        </p:blipFill>
        <p:spPr>
          <a:xfrm>
            <a:off x="7459980" y="5135879"/>
            <a:ext cx="889253" cy="729234"/>
          </a:xfrm>
          <a:prstGeom prst="rect">
            <a:avLst/>
          </a:prstGeom>
        </p:spPr>
      </p:pic>
      <p:sp>
        <p:nvSpPr>
          <p:cNvPr id="12" name="object 11">
            <a:extLst>
              <a:ext uri="{FF2B5EF4-FFF2-40B4-BE49-F238E27FC236}">
                <a16:creationId xmlns:a16="http://schemas.microsoft.com/office/drawing/2014/main" id="{D70B4F24-9997-DD41-855A-3086E6C916A6}"/>
              </a:ext>
            </a:extLst>
          </p:cNvPr>
          <p:cNvSpPr txBox="1"/>
          <p:nvPr/>
        </p:nvSpPr>
        <p:spPr>
          <a:xfrm>
            <a:off x="7314438" y="5992876"/>
            <a:ext cx="11684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>
                <a:latin typeface="PMingLiU"/>
                <a:cs typeface="PMingLiU"/>
              </a:rPr>
              <a:t>背包体积</a:t>
            </a:r>
            <a:r>
              <a:rPr sz="1800" b="1" spc="-25">
                <a:latin typeface="Times New Roman"/>
                <a:cs typeface="Times New Roman"/>
              </a:rPr>
              <a:t>13</a:t>
            </a:r>
            <a:endParaRPr sz="1800">
              <a:latin typeface="Times New Roman"/>
              <a:cs typeface="Times New Roman"/>
            </a:endParaRPr>
          </a:p>
        </p:txBody>
      </p:sp>
    </p:spTree>
    <p:extLst>
      <p:ext uri="{BB962C8B-B14F-4D97-AF65-F5344CB8AC3E}">
        <p14:creationId xmlns:p14="http://schemas.microsoft.com/office/powerpoint/2010/main" val="2300596721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3">
            <a:extLst>
              <a:ext uri="{FF2B5EF4-FFF2-40B4-BE49-F238E27FC236}">
                <a16:creationId xmlns:a16="http://schemas.microsoft.com/office/drawing/2014/main" id="{751451E1-25F7-294C-91A0-7FE054B79435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54626" y="219672"/>
            <a:ext cx="8183663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蛮力枚</a:t>
            </a: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举</a:t>
            </a:r>
            <a:r>
              <a:rPr lang="en-US" altLang="zh-CN" spc="-50" dirty="0">
                <a:latin typeface="SimSun" panose="02010600030101010101" pitchFamily="2" charset="-122"/>
                <a:ea typeface="SimSun" panose="02010600030101010101" pitchFamily="2" charset="-122"/>
              </a:rPr>
              <a:t>-</a:t>
            </a:r>
            <a:r>
              <a:rPr lang="zh-CN" altLang="en-US" sz="3600" spc="-50" dirty="0">
                <a:latin typeface="SimSun" panose="02010600030101010101" pitchFamily="2" charset="-122"/>
                <a:ea typeface="SimSun" panose="02010600030101010101" pitchFamily="2" charset="-122"/>
              </a:rPr>
              <a:t>枚举所有商品组合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graphicFrame>
        <p:nvGraphicFramePr>
          <p:cNvPr id="5" name="object 4">
            <a:extLst>
              <a:ext uri="{FF2B5EF4-FFF2-40B4-BE49-F238E27FC236}">
                <a16:creationId xmlns:a16="http://schemas.microsoft.com/office/drawing/2014/main" id="{E88F9E76-8B7C-3947-AF7F-A2DA44F1F20D}"/>
              </a:ext>
            </a:extLst>
          </p:cNvPr>
          <p:cNvGraphicFramePr>
            <a:graphicFrameLocks noGrp="1"/>
          </p:cNvGraphicFramePr>
          <p:nvPr/>
        </p:nvGraphicFramePr>
        <p:xfrm>
          <a:off x="8494903" y="4819650"/>
          <a:ext cx="3653789" cy="19945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255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1696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112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97510">
                <a:tc>
                  <a:txBody>
                    <a:bodyPr/>
                    <a:lstStyle/>
                    <a:p>
                      <a:pPr marR="388620" algn="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700" spc="-25">
                          <a:solidFill>
                            <a:srgbClr val="FFFFFF"/>
                          </a:solidFill>
                          <a:latin typeface="PMingLiU"/>
                          <a:cs typeface="PMingLiU"/>
                        </a:rPr>
                        <a:t>商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PMingLiU"/>
                          <a:cs typeface="PMingLiU"/>
                        </a:rPr>
                        <a:t>品</a:t>
                      </a:r>
                      <a:endParaRPr sz="1700">
                        <a:latin typeface="PMingLiU"/>
                        <a:cs typeface="PMingLiU"/>
                      </a:endParaRPr>
                    </a:p>
                  </a:txBody>
                  <a:tcPr marL="0" marR="0" marT="4254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700" spc="-25">
                          <a:solidFill>
                            <a:srgbClr val="FFFFFF"/>
                          </a:solidFill>
                          <a:latin typeface="PMingLiU"/>
                          <a:cs typeface="PMingLiU"/>
                        </a:rPr>
                        <a:t>价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PMingLiU"/>
                          <a:cs typeface="PMingLiU"/>
                        </a:rPr>
                        <a:t>格</a:t>
                      </a:r>
                      <a:endParaRPr sz="1700">
                        <a:latin typeface="PMingLiU"/>
                        <a:cs typeface="PMingLiU"/>
                      </a:endParaRPr>
                    </a:p>
                  </a:txBody>
                  <a:tcPr marL="0" marR="0" marT="4254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700" spc="-25">
                          <a:solidFill>
                            <a:srgbClr val="FFFFFF"/>
                          </a:solidFill>
                          <a:latin typeface="PMingLiU"/>
                          <a:cs typeface="PMingLiU"/>
                        </a:rPr>
                        <a:t>体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PMingLiU"/>
                          <a:cs typeface="PMingLiU"/>
                        </a:rPr>
                        <a:t>积</a:t>
                      </a:r>
                      <a:endParaRPr sz="1700">
                        <a:latin typeface="PMingLiU"/>
                        <a:cs typeface="PMingLiU"/>
                      </a:endParaRPr>
                    </a:p>
                  </a:txBody>
                  <a:tcPr marL="0" marR="0" marT="4254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405">
                <a:tc>
                  <a:txBody>
                    <a:bodyPr/>
                    <a:lstStyle/>
                    <a:p>
                      <a:pPr marR="388620" algn="r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1700" spc="-25">
                          <a:latin typeface="PMingLiU"/>
                          <a:cs typeface="PMingLiU"/>
                        </a:rPr>
                        <a:t>啤</a:t>
                      </a:r>
                      <a:r>
                        <a:rPr sz="1700" spc="-50">
                          <a:latin typeface="PMingLiU"/>
                          <a:cs typeface="PMingLiU"/>
                        </a:rPr>
                        <a:t>酒</a:t>
                      </a:r>
                      <a:endParaRPr sz="1700">
                        <a:latin typeface="PMingLiU"/>
                        <a:cs typeface="PMingLiU"/>
                      </a:endParaRPr>
                    </a:p>
                  </a:txBody>
                  <a:tcPr marL="0" marR="0" marT="381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9405">
                <a:tc>
                  <a:txBody>
                    <a:bodyPr/>
                    <a:lstStyle/>
                    <a:p>
                      <a:pPr marR="388620" algn="r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1700" spc="-25">
                          <a:latin typeface="PMingLiU"/>
                          <a:cs typeface="PMingLiU"/>
                        </a:rPr>
                        <a:t>汽</a:t>
                      </a:r>
                      <a:r>
                        <a:rPr sz="1700" spc="-50">
                          <a:latin typeface="PMingLiU"/>
                          <a:cs typeface="PMingLiU"/>
                        </a:rPr>
                        <a:t>水</a:t>
                      </a:r>
                      <a:endParaRPr sz="1700">
                        <a:latin typeface="PMingLiU"/>
                        <a:cs typeface="PMingLiU"/>
                      </a:endParaRPr>
                    </a:p>
                  </a:txBody>
                  <a:tcPr marL="0" marR="0" marT="381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2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3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19405">
                <a:tc>
                  <a:txBody>
                    <a:bodyPr/>
                    <a:lstStyle/>
                    <a:p>
                      <a:pPr marR="388620" algn="r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1700" spc="-30">
                          <a:latin typeface="PMingLiU"/>
                          <a:cs typeface="PMingLiU"/>
                        </a:rPr>
                        <a:t>饼干</a:t>
                      </a:r>
                      <a:endParaRPr sz="1700">
                        <a:latin typeface="PMingLiU"/>
                        <a:cs typeface="PMingLiU"/>
                      </a:endParaRPr>
                    </a:p>
                  </a:txBody>
                  <a:tcPr marL="0" marR="0" marT="381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9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4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19405">
                <a:tc>
                  <a:txBody>
                    <a:bodyPr/>
                    <a:lstStyle/>
                    <a:p>
                      <a:pPr marR="388620" algn="r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1700" spc="-25">
                          <a:latin typeface="PMingLiU"/>
                          <a:cs typeface="PMingLiU"/>
                        </a:rPr>
                        <a:t>面</a:t>
                      </a:r>
                      <a:r>
                        <a:rPr sz="1700" spc="-50">
                          <a:latin typeface="PMingLiU"/>
                          <a:cs typeface="PMingLiU"/>
                        </a:rPr>
                        <a:t>包</a:t>
                      </a:r>
                      <a:endParaRPr sz="1700">
                        <a:latin typeface="PMingLiU"/>
                        <a:cs typeface="PMingLiU"/>
                      </a:endParaRPr>
                    </a:p>
                  </a:txBody>
                  <a:tcPr marL="0" marR="0" marT="381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5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19405">
                <a:tc>
                  <a:txBody>
                    <a:bodyPr/>
                    <a:lstStyle/>
                    <a:p>
                      <a:pPr marR="388620" algn="r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1700" spc="-25">
                          <a:latin typeface="PMingLiU"/>
                          <a:cs typeface="PMingLiU"/>
                        </a:rPr>
                        <a:t>牛</a:t>
                      </a:r>
                      <a:r>
                        <a:rPr sz="1700" spc="-50">
                          <a:latin typeface="PMingLiU"/>
                          <a:cs typeface="PMingLiU"/>
                        </a:rPr>
                        <a:t>奶</a:t>
                      </a:r>
                      <a:endParaRPr sz="1700">
                        <a:latin typeface="PMingLiU"/>
                        <a:cs typeface="PMingLiU"/>
                      </a:endParaRPr>
                    </a:p>
                  </a:txBody>
                  <a:tcPr marL="0" marR="0" marT="381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9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4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pic>
        <p:nvPicPr>
          <p:cNvPr id="6" name="object 5">
            <a:extLst>
              <a:ext uri="{FF2B5EF4-FFF2-40B4-BE49-F238E27FC236}">
                <a16:creationId xmlns:a16="http://schemas.microsoft.com/office/drawing/2014/main" id="{4116E576-0435-8847-A916-5C3C5C9D9084}"/>
              </a:ext>
            </a:extLst>
          </p:cNvPr>
          <p:cNvPicPr/>
          <p:nvPr/>
        </p:nvPicPr>
        <p:blipFill>
          <a:blip r:embed="rId2"/>
          <a:stretch>
            <a:fillRect/>
          </a:stretch>
        </p:blipFill>
        <p:spPr>
          <a:xfrm>
            <a:off x="8602218" y="5904738"/>
            <a:ext cx="231648" cy="259842"/>
          </a:xfrm>
          <a:prstGeom prst="rect">
            <a:avLst/>
          </a:prstGeom>
        </p:spPr>
      </p:pic>
      <p:pic>
        <p:nvPicPr>
          <p:cNvPr id="7" name="object 6">
            <a:extLst>
              <a:ext uri="{FF2B5EF4-FFF2-40B4-BE49-F238E27FC236}">
                <a16:creationId xmlns:a16="http://schemas.microsoft.com/office/drawing/2014/main" id="{381D3764-BA3F-314B-BB87-008037F07F30}"/>
              </a:ext>
            </a:extLst>
          </p:cNvPr>
          <p:cNvPicPr/>
          <p:nvPr/>
        </p:nvPicPr>
        <p:blipFill>
          <a:blip r:embed="rId3"/>
          <a:stretch>
            <a:fillRect/>
          </a:stretch>
        </p:blipFill>
        <p:spPr>
          <a:xfrm>
            <a:off x="8611361" y="6230873"/>
            <a:ext cx="232409" cy="260603"/>
          </a:xfrm>
          <a:prstGeom prst="rect">
            <a:avLst/>
          </a:prstGeom>
        </p:spPr>
      </p:pic>
      <p:pic>
        <p:nvPicPr>
          <p:cNvPr id="8" name="object 7">
            <a:extLst>
              <a:ext uri="{FF2B5EF4-FFF2-40B4-BE49-F238E27FC236}">
                <a16:creationId xmlns:a16="http://schemas.microsoft.com/office/drawing/2014/main" id="{16A63A80-723F-6D42-9E5E-C7A0DEA1FDFE}"/>
              </a:ext>
            </a:extLst>
          </p:cNvPr>
          <p:cNvPicPr/>
          <p:nvPr/>
        </p:nvPicPr>
        <p:blipFill>
          <a:blip r:embed="rId4"/>
          <a:stretch>
            <a:fillRect/>
          </a:stretch>
        </p:blipFill>
        <p:spPr>
          <a:xfrm>
            <a:off x="8602218" y="5231891"/>
            <a:ext cx="231648" cy="259841"/>
          </a:xfrm>
          <a:prstGeom prst="rect">
            <a:avLst/>
          </a:prstGeom>
        </p:spPr>
      </p:pic>
      <p:pic>
        <p:nvPicPr>
          <p:cNvPr id="9" name="object 8">
            <a:extLst>
              <a:ext uri="{FF2B5EF4-FFF2-40B4-BE49-F238E27FC236}">
                <a16:creationId xmlns:a16="http://schemas.microsoft.com/office/drawing/2014/main" id="{E18692E7-A627-B145-900B-9DB55F0DE3D6}"/>
              </a:ext>
            </a:extLst>
          </p:cNvPr>
          <p:cNvPicPr/>
          <p:nvPr/>
        </p:nvPicPr>
        <p:blipFill>
          <a:blip r:embed="rId5"/>
          <a:stretch>
            <a:fillRect/>
          </a:stretch>
        </p:blipFill>
        <p:spPr>
          <a:xfrm>
            <a:off x="8602218" y="5567934"/>
            <a:ext cx="231648" cy="259842"/>
          </a:xfrm>
          <a:prstGeom prst="rect">
            <a:avLst/>
          </a:prstGeom>
        </p:spPr>
      </p:pic>
      <p:pic>
        <p:nvPicPr>
          <p:cNvPr id="10" name="object 9">
            <a:extLst>
              <a:ext uri="{FF2B5EF4-FFF2-40B4-BE49-F238E27FC236}">
                <a16:creationId xmlns:a16="http://schemas.microsoft.com/office/drawing/2014/main" id="{BA2B5642-B4BE-5F4F-9E9F-FE85E8D1ABEE}"/>
              </a:ext>
            </a:extLst>
          </p:cNvPr>
          <p:cNvPicPr/>
          <p:nvPr/>
        </p:nvPicPr>
        <p:blipFill>
          <a:blip r:embed="rId6"/>
          <a:stretch>
            <a:fillRect/>
          </a:stretch>
        </p:blipFill>
        <p:spPr>
          <a:xfrm>
            <a:off x="8611361" y="6539483"/>
            <a:ext cx="232409" cy="259842"/>
          </a:xfrm>
          <a:prstGeom prst="rect">
            <a:avLst/>
          </a:prstGeom>
        </p:spPr>
      </p:pic>
      <p:pic>
        <p:nvPicPr>
          <p:cNvPr id="11" name="object 10">
            <a:extLst>
              <a:ext uri="{FF2B5EF4-FFF2-40B4-BE49-F238E27FC236}">
                <a16:creationId xmlns:a16="http://schemas.microsoft.com/office/drawing/2014/main" id="{AD278B28-F4AD-524B-946C-1632F986D8E7}"/>
              </a:ext>
            </a:extLst>
          </p:cNvPr>
          <p:cNvPicPr/>
          <p:nvPr/>
        </p:nvPicPr>
        <p:blipFill>
          <a:blip r:embed="rId7"/>
          <a:stretch>
            <a:fillRect/>
          </a:stretch>
        </p:blipFill>
        <p:spPr>
          <a:xfrm>
            <a:off x="7459980" y="5135879"/>
            <a:ext cx="889253" cy="729234"/>
          </a:xfrm>
          <a:prstGeom prst="rect">
            <a:avLst/>
          </a:prstGeom>
        </p:spPr>
      </p:pic>
      <p:sp>
        <p:nvSpPr>
          <p:cNvPr id="12" name="object 11">
            <a:extLst>
              <a:ext uri="{FF2B5EF4-FFF2-40B4-BE49-F238E27FC236}">
                <a16:creationId xmlns:a16="http://schemas.microsoft.com/office/drawing/2014/main" id="{D70B4F24-9997-DD41-855A-3086E6C916A6}"/>
              </a:ext>
            </a:extLst>
          </p:cNvPr>
          <p:cNvSpPr txBox="1"/>
          <p:nvPr/>
        </p:nvSpPr>
        <p:spPr>
          <a:xfrm>
            <a:off x="7314438" y="5992876"/>
            <a:ext cx="11684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>
                <a:latin typeface="PMingLiU"/>
                <a:cs typeface="PMingLiU"/>
              </a:rPr>
              <a:t>背包体积</a:t>
            </a:r>
            <a:r>
              <a:rPr sz="1800" b="1" spc="-25">
                <a:latin typeface="Times New Roman"/>
                <a:cs typeface="Times New Roman"/>
              </a:rPr>
              <a:t>13</a:t>
            </a:r>
            <a:endParaRPr sz="1800">
              <a:latin typeface="Times New Roman"/>
              <a:cs typeface="Times New Roman"/>
            </a:endParaRPr>
          </a:p>
        </p:txBody>
      </p:sp>
      <p:grpSp>
        <p:nvGrpSpPr>
          <p:cNvPr id="13" name="object 10">
            <a:extLst>
              <a:ext uri="{FF2B5EF4-FFF2-40B4-BE49-F238E27FC236}">
                <a16:creationId xmlns:a16="http://schemas.microsoft.com/office/drawing/2014/main" id="{6AB7440C-BFD6-B94E-A291-776ECDFF9D17}"/>
              </a:ext>
            </a:extLst>
          </p:cNvPr>
          <p:cNvGrpSpPr/>
          <p:nvPr/>
        </p:nvGrpSpPr>
        <p:grpSpPr>
          <a:xfrm>
            <a:off x="1686305" y="1748789"/>
            <a:ext cx="649605" cy="532765"/>
            <a:chOff x="1686305" y="1748789"/>
            <a:chExt cx="649605" cy="532765"/>
          </a:xfrm>
        </p:grpSpPr>
        <p:pic>
          <p:nvPicPr>
            <p:cNvPr id="14" name="object 11">
              <a:extLst>
                <a:ext uri="{FF2B5EF4-FFF2-40B4-BE49-F238E27FC236}">
                  <a16:creationId xmlns:a16="http://schemas.microsoft.com/office/drawing/2014/main" id="{06A89EC0-FFD6-4F44-BCA8-3E3EBFCCE680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1686305" y="1748789"/>
              <a:ext cx="649224" cy="532638"/>
            </a:xfrm>
            <a:prstGeom prst="rect">
              <a:avLst/>
            </a:prstGeom>
          </p:spPr>
        </p:pic>
        <p:pic>
          <p:nvPicPr>
            <p:cNvPr id="15" name="object 12">
              <a:extLst>
                <a:ext uri="{FF2B5EF4-FFF2-40B4-BE49-F238E27FC236}">
                  <a16:creationId xmlns:a16="http://schemas.microsoft.com/office/drawing/2014/main" id="{A998AAC1-0613-B345-8767-D0793B4C9A87}"/>
                </a:ext>
              </a:extLst>
            </p:cNvPr>
            <p:cNvPicPr/>
            <p:nvPr/>
          </p:nvPicPr>
          <p:blipFill>
            <a:blip r:embed="rId5"/>
            <a:stretch>
              <a:fillRect/>
            </a:stretch>
          </p:blipFill>
          <p:spPr>
            <a:xfrm>
              <a:off x="1897379" y="1845563"/>
              <a:ext cx="245363" cy="244601"/>
            </a:xfrm>
            <a:prstGeom prst="rect">
              <a:avLst/>
            </a:prstGeom>
          </p:spPr>
        </p:pic>
      </p:grpSp>
      <p:grpSp>
        <p:nvGrpSpPr>
          <p:cNvPr id="16" name="object 13">
            <a:extLst>
              <a:ext uri="{FF2B5EF4-FFF2-40B4-BE49-F238E27FC236}">
                <a16:creationId xmlns:a16="http://schemas.microsoft.com/office/drawing/2014/main" id="{C1A5A935-B09C-F543-B6A9-0CAB89E28E40}"/>
              </a:ext>
            </a:extLst>
          </p:cNvPr>
          <p:cNvGrpSpPr/>
          <p:nvPr/>
        </p:nvGrpSpPr>
        <p:grpSpPr>
          <a:xfrm>
            <a:off x="3519678" y="1748789"/>
            <a:ext cx="650240" cy="532765"/>
            <a:chOff x="3519678" y="1748789"/>
            <a:chExt cx="650240" cy="532765"/>
          </a:xfrm>
        </p:grpSpPr>
        <p:pic>
          <p:nvPicPr>
            <p:cNvPr id="17" name="object 14">
              <a:extLst>
                <a:ext uri="{FF2B5EF4-FFF2-40B4-BE49-F238E27FC236}">
                  <a16:creationId xmlns:a16="http://schemas.microsoft.com/office/drawing/2014/main" id="{9E2F87D6-283E-864F-8952-DE1FE6BA3B42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3519678" y="1748789"/>
              <a:ext cx="649986" cy="532638"/>
            </a:xfrm>
            <a:prstGeom prst="rect">
              <a:avLst/>
            </a:prstGeom>
          </p:spPr>
        </p:pic>
        <p:pic>
          <p:nvPicPr>
            <p:cNvPr id="18" name="object 15">
              <a:extLst>
                <a:ext uri="{FF2B5EF4-FFF2-40B4-BE49-F238E27FC236}">
                  <a16:creationId xmlns:a16="http://schemas.microsoft.com/office/drawing/2014/main" id="{E1DF2120-5E03-AC44-A531-4D25C9E75414}"/>
                </a:ext>
              </a:extLst>
            </p:cNvPr>
            <p:cNvPicPr/>
            <p:nvPr/>
          </p:nvPicPr>
          <p:blipFill>
            <a:blip r:embed="rId8"/>
            <a:stretch>
              <a:fillRect/>
            </a:stretch>
          </p:blipFill>
          <p:spPr>
            <a:xfrm>
              <a:off x="3772662" y="1869185"/>
              <a:ext cx="245363" cy="244601"/>
            </a:xfrm>
            <a:prstGeom prst="rect">
              <a:avLst/>
            </a:prstGeom>
          </p:spPr>
        </p:pic>
      </p:grpSp>
      <p:grpSp>
        <p:nvGrpSpPr>
          <p:cNvPr id="19" name="object 16">
            <a:extLst>
              <a:ext uri="{FF2B5EF4-FFF2-40B4-BE49-F238E27FC236}">
                <a16:creationId xmlns:a16="http://schemas.microsoft.com/office/drawing/2014/main" id="{3827BD0E-51A9-8849-B286-666404658DC3}"/>
              </a:ext>
            </a:extLst>
          </p:cNvPr>
          <p:cNvGrpSpPr/>
          <p:nvPr/>
        </p:nvGrpSpPr>
        <p:grpSpPr>
          <a:xfrm>
            <a:off x="5362955" y="1748789"/>
            <a:ext cx="650240" cy="532765"/>
            <a:chOff x="5362955" y="1748789"/>
            <a:chExt cx="650240" cy="532765"/>
          </a:xfrm>
        </p:grpSpPr>
        <p:pic>
          <p:nvPicPr>
            <p:cNvPr id="20" name="object 17">
              <a:extLst>
                <a:ext uri="{FF2B5EF4-FFF2-40B4-BE49-F238E27FC236}">
                  <a16:creationId xmlns:a16="http://schemas.microsoft.com/office/drawing/2014/main" id="{59D4064E-D1EC-814A-B2AF-11F3954C05B9}"/>
                </a:ext>
              </a:extLst>
            </p:cNvPr>
            <p:cNvPicPr/>
            <p:nvPr/>
          </p:nvPicPr>
          <p:blipFill>
            <a:blip r:embed="rId9"/>
            <a:stretch>
              <a:fillRect/>
            </a:stretch>
          </p:blipFill>
          <p:spPr>
            <a:xfrm>
              <a:off x="5362955" y="1748789"/>
              <a:ext cx="649986" cy="532638"/>
            </a:xfrm>
            <a:prstGeom prst="rect">
              <a:avLst/>
            </a:prstGeom>
          </p:spPr>
        </p:pic>
        <p:pic>
          <p:nvPicPr>
            <p:cNvPr id="21" name="object 18">
              <a:extLst>
                <a:ext uri="{FF2B5EF4-FFF2-40B4-BE49-F238E27FC236}">
                  <a16:creationId xmlns:a16="http://schemas.microsoft.com/office/drawing/2014/main" id="{85D80BB3-A071-F446-A8EF-BCD67218FE89}"/>
                </a:ext>
              </a:extLst>
            </p:cNvPr>
            <p:cNvPicPr/>
            <p:nvPr/>
          </p:nvPicPr>
          <p:blipFill>
            <a:blip r:embed="rId10"/>
            <a:stretch>
              <a:fillRect/>
            </a:stretch>
          </p:blipFill>
          <p:spPr>
            <a:xfrm>
              <a:off x="5626607" y="1868423"/>
              <a:ext cx="245363" cy="244601"/>
            </a:xfrm>
            <a:prstGeom prst="rect">
              <a:avLst/>
            </a:prstGeom>
          </p:spPr>
        </p:pic>
      </p:grpSp>
      <p:grpSp>
        <p:nvGrpSpPr>
          <p:cNvPr id="22" name="object 19">
            <a:extLst>
              <a:ext uri="{FF2B5EF4-FFF2-40B4-BE49-F238E27FC236}">
                <a16:creationId xmlns:a16="http://schemas.microsoft.com/office/drawing/2014/main" id="{08E84D0C-5F90-CF49-877A-858DA07A3DE3}"/>
              </a:ext>
            </a:extLst>
          </p:cNvPr>
          <p:cNvGrpSpPr/>
          <p:nvPr/>
        </p:nvGrpSpPr>
        <p:grpSpPr>
          <a:xfrm>
            <a:off x="51053" y="1748789"/>
            <a:ext cx="650875" cy="534670"/>
            <a:chOff x="51053" y="1748789"/>
            <a:chExt cx="650875" cy="534670"/>
          </a:xfrm>
        </p:grpSpPr>
        <p:pic>
          <p:nvPicPr>
            <p:cNvPr id="23" name="object 20">
              <a:extLst>
                <a:ext uri="{FF2B5EF4-FFF2-40B4-BE49-F238E27FC236}">
                  <a16:creationId xmlns:a16="http://schemas.microsoft.com/office/drawing/2014/main" id="{0C90001D-8739-D249-9B9D-B0472B67E487}"/>
                </a:ext>
              </a:extLst>
            </p:cNvPr>
            <p:cNvPicPr/>
            <p:nvPr/>
          </p:nvPicPr>
          <p:blipFill>
            <a:blip r:embed="rId9"/>
            <a:stretch>
              <a:fillRect/>
            </a:stretch>
          </p:blipFill>
          <p:spPr>
            <a:xfrm>
              <a:off x="51053" y="1748789"/>
              <a:ext cx="650748" cy="534162"/>
            </a:xfrm>
            <a:prstGeom prst="rect">
              <a:avLst/>
            </a:prstGeom>
          </p:spPr>
        </p:pic>
        <p:pic>
          <p:nvPicPr>
            <p:cNvPr id="24" name="object 21">
              <a:extLst>
                <a:ext uri="{FF2B5EF4-FFF2-40B4-BE49-F238E27FC236}">
                  <a16:creationId xmlns:a16="http://schemas.microsoft.com/office/drawing/2014/main" id="{B2871818-13B8-D94D-B4AE-1E86F9E31A6B}"/>
                </a:ext>
              </a:extLst>
            </p:cNvPr>
            <p:cNvPicPr/>
            <p:nvPr/>
          </p:nvPicPr>
          <p:blipFill>
            <a:blip r:embed="rId11"/>
            <a:stretch>
              <a:fillRect/>
            </a:stretch>
          </p:blipFill>
          <p:spPr>
            <a:xfrm>
              <a:off x="307085" y="1835657"/>
              <a:ext cx="246126" cy="246125"/>
            </a:xfrm>
            <a:prstGeom prst="rect">
              <a:avLst/>
            </a:prstGeom>
          </p:spPr>
        </p:pic>
      </p:grpSp>
      <p:grpSp>
        <p:nvGrpSpPr>
          <p:cNvPr id="25" name="object 22">
            <a:extLst>
              <a:ext uri="{FF2B5EF4-FFF2-40B4-BE49-F238E27FC236}">
                <a16:creationId xmlns:a16="http://schemas.microsoft.com/office/drawing/2014/main" id="{BEEBF079-6806-6149-9EB1-43324AF94E37}"/>
              </a:ext>
            </a:extLst>
          </p:cNvPr>
          <p:cNvGrpSpPr/>
          <p:nvPr/>
        </p:nvGrpSpPr>
        <p:grpSpPr>
          <a:xfrm>
            <a:off x="16001" y="1337361"/>
            <a:ext cx="1556385" cy="358140"/>
            <a:chOff x="16001" y="1337361"/>
            <a:chExt cx="1556385" cy="358140"/>
          </a:xfrm>
        </p:grpSpPr>
        <p:pic>
          <p:nvPicPr>
            <p:cNvPr id="26" name="object 23">
              <a:extLst>
                <a:ext uri="{FF2B5EF4-FFF2-40B4-BE49-F238E27FC236}">
                  <a16:creationId xmlns:a16="http://schemas.microsoft.com/office/drawing/2014/main" id="{86A3F53C-B3A3-DE47-BAF8-50E5F2FEEF49}"/>
                </a:ext>
              </a:extLst>
            </p:cNvPr>
            <p:cNvPicPr/>
            <p:nvPr/>
          </p:nvPicPr>
          <p:blipFill>
            <a:blip r:embed="rId12"/>
            <a:stretch>
              <a:fillRect/>
            </a:stretch>
          </p:blipFill>
          <p:spPr>
            <a:xfrm>
              <a:off x="140527" y="1337361"/>
              <a:ext cx="147951" cy="332891"/>
            </a:xfrm>
            <a:prstGeom prst="rect">
              <a:avLst/>
            </a:prstGeom>
          </p:spPr>
        </p:pic>
        <p:pic>
          <p:nvPicPr>
            <p:cNvPr id="27" name="object 24">
              <a:extLst>
                <a:ext uri="{FF2B5EF4-FFF2-40B4-BE49-F238E27FC236}">
                  <a16:creationId xmlns:a16="http://schemas.microsoft.com/office/drawing/2014/main" id="{1FC12E50-79C0-654C-BE7B-24B700101F46}"/>
                </a:ext>
              </a:extLst>
            </p:cNvPr>
            <p:cNvPicPr/>
            <p:nvPr/>
          </p:nvPicPr>
          <p:blipFill>
            <a:blip r:embed="rId13"/>
            <a:stretch>
              <a:fillRect/>
            </a:stretch>
          </p:blipFill>
          <p:spPr>
            <a:xfrm>
              <a:off x="1167033" y="1407825"/>
              <a:ext cx="268162" cy="268162"/>
            </a:xfrm>
            <a:prstGeom prst="rect">
              <a:avLst/>
            </a:prstGeom>
          </p:spPr>
        </p:pic>
        <p:pic>
          <p:nvPicPr>
            <p:cNvPr id="28" name="object 25">
              <a:extLst>
                <a:ext uri="{FF2B5EF4-FFF2-40B4-BE49-F238E27FC236}">
                  <a16:creationId xmlns:a16="http://schemas.microsoft.com/office/drawing/2014/main" id="{EED82795-DC6A-0C41-9D41-7539191AC1DB}"/>
                </a:ext>
              </a:extLst>
            </p:cNvPr>
            <p:cNvPicPr/>
            <p:nvPr/>
          </p:nvPicPr>
          <p:blipFill>
            <a:blip r:embed="rId14"/>
            <a:stretch>
              <a:fillRect/>
            </a:stretch>
          </p:blipFill>
          <p:spPr>
            <a:xfrm>
              <a:off x="386333" y="1417072"/>
              <a:ext cx="342138" cy="249668"/>
            </a:xfrm>
            <a:prstGeom prst="rect">
              <a:avLst/>
            </a:prstGeom>
          </p:spPr>
        </p:pic>
        <p:pic>
          <p:nvPicPr>
            <p:cNvPr id="29" name="object 26">
              <a:extLst>
                <a:ext uri="{FF2B5EF4-FFF2-40B4-BE49-F238E27FC236}">
                  <a16:creationId xmlns:a16="http://schemas.microsoft.com/office/drawing/2014/main" id="{F25F4F48-83AA-154C-B12A-50390A5570D9}"/>
                </a:ext>
              </a:extLst>
            </p:cNvPr>
            <p:cNvPicPr/>
            <p:nvPr/>
          </p:nvPicPr>
          <p:blipFill>
            <a:blip r:embed="rId15"/>
            <a:stretch>
              <a:fillRect/>
            </a:stretch>
          </p:blipFill>
          <p:spPr>
            <a:xfrm>
              <a:off x="762813" y="1337361"/>
              <a:ext cx="332891" cy="332891"/>
            </a:xfrm>
            <a:prstGeom prst="rect">
              <a:avLst/>
            </a:prstGeom>
          </p:spPr>
        </p:pic>
        <p:sp>
          <p:nvSpPr>
            <p:cNvPr id="30" name="object 27">
              <a:extLst>
                <a:ext uri="{FF2B5EF4-FFF2-40B4-BE49-F238E27FC236}">
                  <a16:creationId xmlns:a16="http://schemas.microsoft.com/office/drawing/2014/main" id="{0525FDFC-2469-D346-A173-F47197A1EE74}"/>
                </a:ext>
              </a:extLst>
            </p:cNvPr>
            <p:cNvSpPr/>
            <p:nvPr/>
          </p:nvSpPr>
          <p:spPr>
            <a:xfrm>
              <a:off x="35051" y="1673352"/>
              <a:ext cx="1518285" cy="3175"/>
            </a:xfrm>
            <a:custGeom>
              <a:avLst/>
              <a:gdLst/>
              <a:ahLst/>
              <a:cxnLst/>
              <a:rect l="l" t="t" r="r" b="b"/>
              <a:pathLst>
                <a:path w="1518285" h="3175">
                  <a:moveTo>
                    <a:pt x="0" y="0"/>
                  </a:moveTo>
                  <a:lnTo>
                    <a:pt x="1518285" y="3048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1" name="object 28">
            <a:extLst>
              <a:ext uri="{FF2B5EF4-FFF2-40B4-BE49-F238E27FC236}">
                <a16:creationId xmlns:a16="http://schemas.microsoft.com/office/drawing/2014/main" id="{673920BE-1627-DB43-9904-C45DF3BEEE32}"/>
              </a:ext>
            </a:extLst>
          </p:cNvPr>
          <p:cNvGrpSpPr/>
          <p:nvPr/>
        </p:nvGrpSpPr>
        <p:grpSpPr>
          <a:xfrm>
            <a:off x="1645920" y="1332738"/>
            <a:ext cx="1734185" cy="363220"/>
            <a:chOff x="1645920" y="1332738"/>
            <a:chExt cx="1734185" cy="363220"/>
          </a:xfrm>
        </p:grpSpPr>
        <p:pic>
          <p:nvPicPr>
            <p:cNvPr id="32" name="object 29">
              <a:extLst>
                <a:ext uri="{FF2B5EF4-FFF2-40B4-BE49-F238E27FC236}">
                  <a16:creationId xmlns:a16="http://schemas.microsoft.com/office/drawing/2014/main" id="{72EBE969-E8EE-5343-BF06-9E79F27E6514}"/>
                </a:ext>
              </a:extLst>
            </p:cNvPr>
            <p:cNvPicPr/>
            <p:nvPr/>
          </p:nvPicPr>
          <p:blipFill>
            <a:blip r:embed="rId16"/>
            <a:stretch>
              <a:fillRect/>
            </a:stretch>
          </p:blipFill>
          <p:spPr>
            <a:xfrm>
              <a:off x="1808534" y="1332738"/>
              <a:ext cx="286656" cy="342138"/>
            </a:xfrm>
            <a:prstGeom prst="rect">
              <a:avLst/>
            </a:prstGeom>
          </p:spPr>
        </p:pic>
        <p:pic>
          <p:nvPicPr>
            <p:cNvPr id="33" name="object 30">
              <a:extLst>
                <a:ext uri="{FF2B5EF4-FFF2-40B4-BE49-F238E27FC236}">
                  <a16:creationId xmlns:a16="http://schemas.microsoft.com/office/drawing/2014/main" id="{C5098B82-4A42-1C4A-BC46-A021D479165F}"/>
                </a:ext>
              </a:extLst>
            </p:cNvPr>
            <p:cNvPicPr/>
            <p:nvPr/>
          </p:nvPicPr>
          <p:blipFill>
            <a:blip r:embed="rId13"/>
            <a:stretch>
              <a:fillRect/>
            </a:stretch>
          </p:blipFill>
          <p:spPr>
            <a:xfrm>
              <a:off x="2962306" y="1407825"/>
              <a:ext cx="268162" cy="268162"/>
            </a:xfrm>
            <a:prstGeom prst="rect">
              <a:avLst/>
            </a:prstGeom>
          </p:spPr>
        </p:pic>
        <p:pic>
          <p:nvPicPr>
            <p:cNvPr id="34" name="object 31">
              <a:extLst>
                <a:ext uri="{FF2B5EF4-FFF2-40B4-BE49-F238E27FC236}">
                  <a16:creationId xmlns:a16="http://schemas.microsoft.com/office/drawing/2014/main" id="{862F1D4A-D6DA-CF4E-A611-10700D5426F8}"/>
                </a:ext>
              </a:extLst>
            </p:cNvPr>
            <p:cNvPicPr/>
            <p:nvPr/>
          </p:nvPicPr>
          <p:blipFill>
            <a:blip r:embed="rId14"/>
            <a:stretch>
              <a:fillRect/>
            </a:stretch>
          </p:blipFill>
          <p:spPr>
            <a:xfrm>
              <a:off x="2181606" y="1417072"/>
              <a:ext cx="342138" cy="249668"/>
            </a:xfrm>
            <a:prstGeom prst="rect">
              <a:avLst/>
            </a:prstGeom>
          </p:spPr>
        </p:pic>
        <p:pic>
          <p:nvPicPr>
            <p:cNvPr id="35" name="object 32">
              <a:extLst>
                <a:ext uri="{FF2B5EF4-FFF2-40B4-BE49-F238E27FC236}">
                  <a16:creationId xmlns:a16="http://schemas.microsoft.com/office/drawing/2014/main" id="{C3B1A35F-6FE3-1A47-9B76-8F53C280268E}"/>
                </a:ext>
              </a:extLst>
            </p:cNvPr>
            <p:cNvPicPr/>
            <p:nvPr/>
          </p:nvPicPr>
          <p:blipFill>
            <a:blip r:embed="rId15"/>
            <a:stretch>
              <a:fillRect/>
            </a:stretch>
          </p:blipFill>
          <p:spPr>
            <a:xfrm>
              <a:off x="2558085" y="1337361"/>
              <a:ext cx="332891" cy="332891"/>
            </a:xfrm>
            <a:prstGeom prst="rect">
              <a:avLst/>
            </a:prstGeom>
          </p:spPr>
        </p:pic>
        <p:sp>
          <p:nvSpPr>
            <p:cNvPr id="36" name="object 33">
              <a:extLst>
                <a:ext uri="{FF2B5EF4-FFF2-40B4-BE49-F238E27FC236}">
                  <a16:creationId xmlns:a16="http://schemas.microsoft.com/office/drawing/2014/main" id="{5A047F72-630A-B944-961A-9C67B8E1FEE7}"/>
                </a:ext>
              </a:extLst>
            </p:cNvPr>
            <p:cNvSpPr/>
            <p:nvPr/>
          </p:nvSpPr>
          <p:spPr>
            <a:xfrm>
              <a:off x="1645920" y="1676400"/>
              <a:ext cx="1734185" cy="0"/>
            </a:xfrm>
            <a:custGeom>
              <a:avLst/>
              <a:gdLst/>
              <a:ahLst/>
              <a:cxnLst/>
              <a:rect l="l" t="t" r="r" b="b"/>
              <a:pathLst>
                <a:path w="1734185">
                  <a:moveTo>
                    <a:pt x="0" y="0"/>
                  </a:moveTo>
                  <a:lnTo>
                    <a:pt x="1734184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7" name="object 34">
            <a:extLst>
              <a:ext uri="{FF2B5EF4-FFF2-40B4-BE49-F238E27FC236}">
                <a16:creationId xmlns:a16="http://schemas.microsoft.com/office/drawing/2014/main" id="{E3909D66-30FC-D84B-8120-BB8292203AEC}"/>
              </a:ext>
            </a:extLst>
          </p:cNvPr>
          <p:cNvGrpSpPr/>
          <p:nvPr/>
        </p:nvGrpSpPr>
        <p:grpSpPr>
          <a:xfrm>
            <a:off x="5084064" y="1332738"/>
            <a:ext cx="1710689" cy="371475"/>
            <a:chOff x="5084064" y="1332738"/>
            <a:chExt cx="1710689" cy="371475"/>
          </a:xfrm>
        </p:grpSpPr>
        <p:pic>
          <p:nvPicPr>
            <p:cNvPr id="38" name="object 35">
              <a:extLst>
                <a:ext uri="{FF2B5EF4-FFF2-40B4-BE49-F238E27FC236}">
                  <a16:creationId xmlns:a16="http://schemas.microsoft.com/office/drawing/2014/main" id="{54245D2D-C091-E649-B8F8-5410CA1714CD}"/>
                </a:ext>
              </a:extLst>
            </p:cNvPr>
            <p:cNvPicPr/>
            <p:nvPr/>
          </p:nvPicPr>
          <p:blipFill>
            <a:blip r:embed="rId17"/>
            <a:stretch>
              <a:fillRect/>
            </a:stretch>
          </p:blipFill>
          <p:spPr>
            <a:xfrm>
              <a:off x="5171694" y="1332738"/>
              <a:ext cx="665988" cy="342138"/>
            </a:xfrm>
            <a:prstGeom prst="rect">
              <a:avLst/>
            </a:prstGeom>
          </p:spPr>
        </p:pic>
        <p:pic>
          <p:nvPicPr>
            <p:cNvPr id="39" name="object 36">
              <a:extLst>
                <a:ext uri="{FF2B5EF4-FFF2-40B4-BE49-F238E27FC236}">
                  <a16:creationId xmlns:a16="http://schemas.microsoft.com/office/drawing/2014/main" id="{30168919-A908-8949-B097-24D6B528C113}"/>
                </a:ext>
              </a:extLst>
            </p:cNvPr>
            <p:cNvPicPr/>
            <p:nvPr/>
          </p:nvPicPr>
          <p:blipFill>
            <a:blip r:embed="rId14"/>
            <a:stretch>
              <a:fillRect/>
            </a:stretch>
          </p:blipFill>
          <p:spPr>
            <a:xfrm>
              <a:off x="5839206" y="1426875"/>
              <a:ext cx="342138" cy="249112"/>
            </a:xfrm>
            <a:prstGeom prst="rect">
              <a:avLst/>
            </a:prstGeom>
          </p:spPr>
        </p:pic>
        <p:pic>
          <p:nvPicPr>
            <p:cNvPr id="40" name="object 37">
              <a:extLst>
                <a:ext uri="{FF2B5EF4-FFF2-40B4-BE49-F238E27FC236}">
                  <a16:creationId xmlns:a16="http://schemas.microsoft.com/office/drawing/2014/main" id="{2E8200BE-9CAC-B641-88E5-B9D616FA3179}"/>
                </a:ext>
              </a:extLst>
            </p:cNvPr>
            <p:cNvPicPr/>
            <p:nvPr/>
          </p:nvPicPr>
          <p:blipFill>
            <a:blip r:embed="rId15"/>
            <a:stretch>
              <a:fillRect/>
            </a:stretch>
          </p:blipFill>
          <p:spPr>
            <a:xfrm>
              <a:off x="6215675" y="1337361"/>
              <a:ext cx="332149" cy="332891"/>
            </a:xfrm>
            <a:prstGeom prst="rect">
              <a:avLst/>
            </a:prstGeom>
          </p:spPr>
        </p:pic>
        <p:sp>
          <p:nvSpPr>
            <p:cNvPr id="41" name="object 38">
              <a:extLst>
                <a:ext uri="{FF2B5EF4-FFF2-40B4-BE49-F238E27FC236}">
                  <a16:creationId xmlns:a16="http://schemas.microsoft.com/office/drawing/2014/main" id="{88EC281F-A908-E44F-AC1C-A2CB351D9F71}"/>
                </a:ext>
              </a:extLst>
            </p:cNvPr>
            <p:cNvSpPr/>
            <p:nvPr/>
          </p:nvSpPr>
          <p:spPr>
            <a:xfrm>
              <a:off x="5084064" y="1684782"/>
              <a:ext cx="1710689" cy="0"/>
            </a:xfrm>
            <a:custGeom>
              <a:avLst/>
              <a:gdLst/>
              <a:ahLst/>
              <a:cxnLst/>
              <a:rect l="l" t="t" r="r" b="b"/>
              <a:pathLst>
                <a:path w="1710689">
                  <a:moveTo>
                    <a:pt x="0" y="0"/>
                  </a:moveTo>
                  <a:lnTo>
                    <a:pt x="1710689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2" name="object 39">
            <a:extLst>
              <a:ext uri="{FF2B5EF4-FFF2-40B4-BE49-F238E27FC236}">
                <a16:creationId xmlns:a16="http://schemas.microsoft.com/office/drawing/2014/main" id="{39931B8F-35D9-8A46-A9BB-7D8323225C7A}"/>
              </a:ext>
            </a:extLst>
          </p:cNvPr>
          <p:cNvGrpSpPr/>
          <p:nvPr/>
        </p:nvGrpSpPr>
        <p:grpSpPr>
          <a:xfrm>
            <a:off x="3454146" y="1332738"/>
            <a:ext cx="1556385" cy="353695"/>
            <a:chOff x="3454146" y="1332738"/>
            <a:chExt cx="1556385" cy="353695"/>
          </a:xfrm>
        </p:grpSpPr>
        <p:pic>
          <p:nvPicPr>
            <p:cNvPr id="43" name="object 40">
              <a:extLst>
                <a:ext uri="{FF2B5EF4-FFF2-40B4-BE49-F238E27FC236}">
                  <a16:creationId xmlns:a16="http://schemas.microsoft.com/office/drawing/2014/main" id="{A7D356EB-DE75-2E41-BF76-16DB172C6FBA}"/>
                </a:ext>
              </a:extLst>
            </p:cNvPr>
            <p:cNvPicPr/>
            <p:nvPr/>
          </p:nvPicPr>
          <p:blipFill>
            <a:blip r:embed="rId16"/>
            <a:stretch>
              <a:fillRect/>
            </a:stretch>
          </p:blipFill>
          <p:spPr>
            <a:xfrm>
              <a:off x="3641145" y="1332738"/>
              <a:ext cx="286656" cy="342138"/>
            </a:xfrm>
            <a:prstGeom prst="rect">
              <a:avLst/>
            </a:prstGeom>
          </p:spPr>
        </p:pic>
        <p:pic>
          <p:nvPicPr>
            <p:cNvPr id="44" name="object 41">
              <a:extLst>
                <a:ext uri="{FF2B5EF4-FFF2-40B4-BE49-F238E27FC236}">
                  <a16:creationId xmlns:a16="http://schemas.microsoft.com/office/drawing/2014/main" id="{354E4DF1-E06C-6741-9053-41989F976087}"/>
                </a:ext>
              </a:extLst>
            </p:cNvPr>
            <p:cNvPicPr/>
            <p:nvPr/>
          </p:nvPicPr>
          <p:blipFill>
            <a:blip r:embed="rId18"/>
            <a:stretch>
              <a:fillRect/>
            </a:stretch>
          </p:blipFill>
          <p:spPr>
            <a:xfrm>
              <a:off x="3890010" y="1332738"/>
              <a:ext cx="342138" cy="342138"/>
            </a:xfrm>
            <a:prstGeom prst="rect">
              <a:avLst/>
            </a:prstGeom>
          </p:spPr>
        </p:pic>
        <p:pic>
          <p:nvPicPr>
            <p:cNvPr id="45" name="object 42">
              <a:extLst>
                <a:ext uri="{FF2B5EF4-FFF2-40B4-BE49-F238E27FC236}">
                  <a16:creationId xmlns:a16="http://schemas.microsoft.com/office/drawing/2014/main" id="{8A6745CE-E180-B640-BB32-6A87601312F7}"/>
                </a:ext>
              </a:extLst>
            </p:cNvPr>
            <p:cNvPicPr/>
            <p:nvPr/>
          </p:nvPicPr>
          <p:blipFill>
            <a:blip r:embed="rId19"/>
            <a:stretch>
              <a:fillRect/>
            </a:stretch>
          </p:blipFill>
          <p:spPr>
            <a:xfrm>
              <a:off x="4224528" y="1332738"/>
              <a:ext cx="341375" cy="342138"/>
            </a:xfrm>
            <a:prstGeom prst="rect">
              <a:avLst/>
            </a:prstGeom>
          </p:spPr>
        </p:pic>
        <p:pic>
          <p:nvPicPr>
            <p:cNvPr id="46" name="object 43">
              <a:extLst>
                <a:ext uri="{FF2B5EF4-FFF2-40B4-BE49-F238E27FC236}">
                  <a16:creationId xmlns:a16="http://schemas.microsoft.com/office/drawing/2014/main" id="{B3618E1A-5D26-6944-96A9-A5D36AC6CD4F}"/>
                </a:ext>
              </a:extLst>
            </p:cNvPr>
            <p:cNvPicPr/>
            <p:nvPr/>
          </p:nvPicPr>
          <p:blipFill>
            <a:blip r:embed="rId13"/>
            <a:stretch>
              <a:fillRect/>
            </a:stretch>
          </p:blipFill>
          <p:spPr>
            <a:xfrm>
              <a:off x="4632610" y="1398599"/>
              <a:ext cx="268162" cy="267564"/>
            </a:xfrm>
            <a:prstGeom prst="rect">
              <a:avLst/>
            </a:prstGeom>
          </p:spPr>
        </p:pic>
        <p:sp>
          <p:nvSpPr>
            <p:cNvPr id="47" name="object 44">
              <a:extLst>
                <a:ext uri="{FF2B5EF4-FFF2-40B4-BE49-F238E27FC236}">
                  <a16:creationId xmlns:a16="http://schemas.microsoft.com/office/drawing/2014/main" id="{3D6E04A1-89F3-B344-9CED-92947F0E95BE}"/>
                </a:ext>
              </a:extLst>
            </p:cNvPr>
            <p:cNvSpPr/>
            <p:nvPr/>
          </p:nvSpPr>
          <p:spPr>
            <a:xfrm>
              <a:off x="3473196" y="1664208"/>
              <a:ext cx="1518285" cy="3175"/>
            </a:xfrm>
            <a:custGeom>
              <a:avLst/>
              <a:gdLst/>
              <a:ahLst/>
              <a:cxnLst/>
              <a:rect l="l" t="t" r="r" b="b"/>
              <a:pathLst>
                <a:path w="1518285" h="3175">
                  <a:moveTo>
                    <a:pt x="0" y="0"/>
                  </a:moveTo>
                  <a:lnTo>
                    <a:pt x="1518284" y="3047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8" name="object 45">
            <a:extLst>
              <a:ext uri="{FF2B5EF4-FFF2-40B4-BE49-F238E27FC236}">
                <a16:creationId xmlns:a16="http://schemas.microsoft.com/office/drawing/2014/main" id="{2E5F9C5C-11B5-6D44-9E9F-965289DE70F8}"/>
              </a:ext>
            </a:extLst>
          </p:cNvPr>
          <p:cNvGrpSpPr/>
          <p:nvPr/>
        </p:nvGrpSpPr>
        <p:grpSpPr>
          <a:xfrm>
            <a:off x="7015733" y="1748789"/>
            <a:ext cx="650240" cy="532765"/>
            <a:chOff x="7015733" y="1748789"/>
            <a:chExt cx="650240" cy="532765"/>
          </a:xfrm>
        </p:grpSpPr>
        <p:pic>
          <p:nvPicPr>
            <p:cNvPr id="49" name="object 46">
              <a:extLst>
                <a:ext uri="{FF2B5EF4-FFF2-40B4-BE49-F238E27FC236}">
                  <a16:creationId xmlns:a16="http://schemas.microsoft.com/office/drawing/2014/main" id="{4B58FEC4-C8BA-B84D-85E6-45F38F829640}"/>
                </a:ext>
              </a:extLst>
            </p:cNvPr>
            <p:cNvPicPr/>
            <p:nvPr/>
          </p:nvPicPr>
          <p:blipFill>
            <a:blip r:embed="rId9"/>
            <a:stretch>
              <a:fillRect/>
            </a:stretch>
          </p:blipFill>
          <p:spPr>
            <a:xfrm>
              <a:off x="7015733" y="1748789"/>
              <a:ext cx="649985" cy="532638"/>
            </a:xfrm>
            <a:prstGeom prst="rect">
              <a:avLst/>
            </a:prstGeom>
          </p:spPr>
        </p:pic>
        <p:pic>
          <p:nvPicPr>
            <p:cNvPr id="50" name="object 47">
              <a:extLst>
                <a:ext uri="{FF2B5EF4-FFF2-40B4-BE49-F238E27FC236}">
                  <a16:creationId xmlns:a16="http://schemas.microsoft.com/office/drawing/2014/main" id="{F9EABEA6-6E90-9C48-BC0A-A7EF4C9071D7}"/>
                </a:ext>
              </a:extLst>
            </p:cNvPr>
            <p:cNvPicPr/>
            <p:nvPr/>
          </p:nvPicPr>
          <p:blipFill>
            <a:blip r:embed="rId19"/>
            <a:stretch>
              <a:fillRect/>
            </a:stretch>
          </p:blipFill>
          <p:spPr>
            <a:xfrm>
              <a:off x="7278623" y="1859279"/>
              <a:ext cx="244601" cy="244601"/>
            </a:xfrm>
            <a:prstGeom prst="rect">
              <a:avLst/>
            </a:prstGeom>
          </p:spPr>
        </p:pic>
      </p:grpSp>
      <p:grpSp>
        <p:nvGrpSpPr>
          <p:cNvPr id="51" name="object 48">
            <a:extLst>
              <a:ext uri="{FF2B5EF4-FFF2-40B4-BE49-F238E27FC236}">
                <a16:creationId xmlns:a16="http://schemas.microsoft.com/office/drawing/2014/main" id="{D719D998-2F85-544E-950E-5F9A936D2BDA}"/>
              </a:ext>
            </a:extLst>
          </p:cNvPr>
          <p:cNvGrpSpPr/>
          <p:nvPr/>
        </p:nvGrpSpPr>
        <p:grpSpPr>
          <a:xfrm>
            <a:off x="6886956" y="1332738"/>
            <a:ext cx="1710689" cy="391795"/>
            <a:chOff x="6886956" y="1332738"/>
            <a:chExt cx="1710689" cy="391795"/>
          </a:xfrm>
        </p:grpSpPr>
        <p:pic>
          <p:nvPicPr>
            <p:cNvPr id="52" name="object 49">
              <a:extLst>
                <a:ext uri="{FF2B5EF4-FFF2-40B4-BE49-F238E27FC236}">
                  <a16:creationId xmlns:a16="http://schemas.microsoft.com/office/drawing/2014/main" id="{5A080279-A045-FD46-8AE4-2AA6BE15F138}"/>
                </a:ext>
              </a:extLst>
            </p:cNvPr>
            <p:cNvPicPr/>
            <p:nvPr/>
          </p:nvPicPr>
          <p:blipFill>
            <a:blip r:embed="rId17"/>
            <a:stretch>
              <a:fillRect/>
            </a:stretch>
          </p:blipFill>
          <p:spPr>
            <a:xfrm>
              <a:off x="6975348" y="1332738"/>
              <a:ext cx="665988" cy="342138"/>
            </a:xfrm>
            <a:prstGeom prst="rect">
              <a:avLst/>
            </a:prstGeom>
          </p:spPr>
        </p:pic>
        <p:pic>
          <p:nvPicPr>
            <p:cNvPr id="53" name="object 50">
              <a:extLst>
                <a:ext uri="{FF2B5EF4-FFF2-40B4-BE49-F238E27FC236}">
                  <a16:creationId xmlns:a16="http://schemas.microsoft.com/office/drawing/2014/main" id="{6028A4C7-2386-3B40-91EB-50482F0FE65B}"/>
                </a:ext>
              </a:extLst>
            </p:cNvPr>
            <p:cNvPicPr/>
            <p:nvPr/>
          </p:nvPicPr>
          <p:blipFill>
            <a:blip r:embed="rId14"/>
            <a:stretch>
              <a:fillRect/>
            </a:stretch>
          </p:blipFill>
          <p:spPr>
            <a:xfrm>
              <a:off x="7642098" y="1426875"/>
              <a:ext cx="342138" cy="249112"/>
            </a:xfrm>
            <a:prstGeom prst="rect">
              <a:avLst/>
            </a:prstGeom>
          </p:spPr>
        </p:pic>
        <p:sp>
          <p:nvSpPr>
            <p:cNvPr id="54" name="object 51">
              <a:extLst>
                <a:ext uri="{FF2B5EF4-FFF2-40B4-BE49-F238E27FC236}">
                  <a16:creationId xmlns:a16="http://schemas.microsoft.com/office/drawing/2014/main" id="{B8C7DD40-1946-CA4A-9880-806635CB4197}"/>
                </a:ext>
              </a:extLst>
            </p:cNvPr>
            <p:cNvSpPr/>
            <p:nvPr/>
          </p:nvSpPr>
          <p:spPr>
            <a:xfrm>
              <a:off x="6886956" y="1684782"/>
              <a:ext cx="1710689" cy="0"/>
            </a:xfrm>
            <a:custGeom>
              <a:avLst/>
              <a:gdLst/>
              <a:ahLst/>
              <a:cxnLst/>
              <a:rect l="l" t="t" r="r" b="b"/>
              <a:pathLst>
                <a:path w="1710689">
                  <a:moveTo>
                    <a:pt x="0" y="0"/>
                  </a:moveTo>
                  <a:lnTo>
                    <a:pt x="1710690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5" name="object 52">
              <a:extLst>
                <a:ext uri="{FF2B5EF4-FFF2-40B4-BE49-F238E27FC236}">
                  <a16:creationId xmlns:a16="http://schemas.microsoft.com/office/drawing/2014/main" id="{AAA2DEBC-16FC-0641-971B-B370C16691F6}"/>
                </a:ext>
              </a:extLst>
            </p:cNvPr>
            <p:cNvPicPr/>
            <p:nvPr/>
          </p:nvPicPr>
          <p:blipFill>
            <a:blip r:embed="rId10"/>
            <a:stretch>
              <a:fillRect/>
            </a:stretch>
          </p:blipFill>
          <p:spPr>
            <a:xfrm>
              <a:off x="8098536" y="1383030"/>
              <a:ext cx="342138" cy="341375"/>
            </a:xfrm>
            <a:prstGeom prst="rect">
              <a:avLst/>
            </a:prstGeom>
          </p:spPr>
        </p:pic>
      </p:grpSp>
      <p:sp>
        <p:nvSpPr>
          <p:cNvPr id="56" name="object 53">
            <a:extLst>
              <a:ext uri="{FF2B5EF4-FFF2-40B4-BE49-F238E27FC236}">
                <a16:creationId xmlns:a16="http://schemas.microsoft.com/office/drawing/2014/main" id="{4E1AF1F3-083E-F74A-941A-E0263A1902E7}"/>
              </a:ext>
            </a:extLst>
          </p:cNvPr>
          <p:cNvSpPr/>
          <p:nvPr/>
        </p:nvSpPr>
        <p:spPr>
          <a:xfrm>
            <a:off x="11019281" y="1533905"/>
            <a:ext cx="257810" cy="891540"/>
          </a:xfrm>
          <a:custGeom>
            <a:avLst/>
            <a:gdLst/>
            <a:ahLst/>
            <a:cxnLst/>
            <a:rect l="l" t="t" r="r" b="b"/>
            <a:pathLst>
              <a:path w="257809" h="891539">
                <a:moveTo>
                  <a:pt x="0" y="0"/>
                </a:moveTo>
                <a:lnTo>
                  <a:pt x="50125" y="1692"/>
                </a:lnTo>
                <a:lnTo>
                  <a:pt x="91058" y="6302"/>
                </a:lnTo>
                <a:lnTo>
                  <a:pt x="118657" y="13126"/>
                </a:lnTo>
                <a:lnTo>
                  <a:pt x="128777" y="21463"/>
                </a:lnTo>
                <a:lnTo>
                  <a:pt x="128777" y="424307"/>
                </a:lnTo>
                <a:lnTo>
                  <a:pt x="138898" y="432643"/>
                </a:lnTo>
                <a:lnTo>
                  <a:pt x="166497" y="439467"/>
                </a:lnTo>
                <a:lnTo>
                  <a:pt x="207430" y="444077"/>
                </a:lnTo>
                <a:lnTo>
                  <a:pt x="257556" y="445770"/>
                </a:lnTo>
                <a:lnTo>
                  <a:pt x="207430" y="447462"/>
                </a:lnTo>
                <a:lnTo>
                  <a:pt x="166497" y="452072"/>
                </a:lnTo>
                <a:lnTo>
                  <a:pt x="138898" y="458896"/>
                </a:lnTo>
                <a:lnTo>
                  <a:pt x="128777" y="467233"/>
                </a:lnTo>
                <a:lnTo>
                  <a:pt x="128777" y="870077"/>
                </a:lnTo>
                <a:lnTo>
                  <a:pt x="118657" y="878413"/>
                </a:lnTo>
                <a:lnTo>
                  <a:pt x="91058" y="885237"/>
                </a:lnTo>
                <a:lnTo>
                  <a:pt x="50125" y="889847"/>
                </a:lnTo>
                <a:lnTo>
                  <a:pt x="0" y="891540"/>
                </a:lnTo>
              </a:path>
            </a:pathLst>
          </a:custGeom>
          <a:ln w="285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4">
            <a:extLst>
              <a:ext uri="{FF2B5EF4-FFF2-40B4-BE49-F238E27FC236}">
                <a16:creationId xmlns:a16="http://schemas.microsoft.com/office/drawing/2014/main" id="{0AD2E991-7EA7-3746-AED9-4C35DE667DA9}"/>
              </a:ext>
            </a:extLst>
          </p:cNvPr>
          <p:cNvSpPr txBox="1"/>
          <p:nvPr/>
        </p:nvSpPr>
        <p:spPr>
          <a:xfrm>
            <a:off x="11606783" y="1916937"/>
            <a:ext cx="158750" cy="2927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750" spc="-50">
                <a:latin typeface="Cambria Math"/>
                <a:cs typeface="Cambria Math"/>
              </a:rPr>
              <a:t>𝟓</a:t>
            </a:r>
            <a:endParaRPr sz="1750">
              <a:latin typeface="Cambria Math"/>
              <a:cs typeface="Cambria Math"/>
            </a:endParaRPr>
          </a:p>
        </p:txBody>
      </p:sp>
      <p:sp>
        <p:nvSpPr>
          <p:cNvPr id="58" name="object 55">
            <a:extLst>
              <a:ext uri="{FF2B5EF4-FFF2-40B4-BE49-F238E27FC236}">
                <a16:creationId xmlns:a16="http://schemas.microsoft.com/office/drawing/2014/main" id="{BAE382E9-2A28-9442-9FE4-E5A303DCCFD2}"/>
              </a:ext>
            </a:extLst>
          </p:cNvPr>
          <p:cNvSpPr txBox="1"/>
          <p:nvPr/>
        </p:nvSpPr>
        <p:spPr>
          <a:xfrm>
            <a:off x="11390121" y="1634235"/>
            <a:ext cx="40068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sz="3600" spc="-37" baseline="-23148">
                <a:latin typeface="Cambria Math"/>
                <a:cs typeface="Cambria Math"/>
              </a:rPr>
              <a:t>𝑪</a:t>
            </a:r>
            <a:r>
              <a:rPr sz="1750" spc="-25">
                <a:latin typeface="Cambria Math"/>
                <a:cs typeface="Cambria Math"/>
              </a:rPr>
              <a:t>𝟏</a:t>
            </a:r>
            <a:endParaRPr sz="1750">
              <a:latin typeface="Cambria Math"/>
              <a:cs typeface="Cambria Math"/>
            </a:endParaRPr>
          </a:p>
        </p:txBody>
      </p:sp>
    </p:spTree>
    <p:extLst>
      <p:ext uri="{BB962C8B-B14F-4D97-AF65-F5344CB8AC3E}">
        <p14:creationId xmlns:p14="http://schemas.microsoft.com/office/powerpoint/2010/main" val="3710263141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3">
            <a:extLst>
              <a:ext uri="{FF2B5EF4-FFF2-40B4-BE49-F238E27FC236}">
                <a16:creationId xmlns:a16="http://schemas.microsoft.com/office/drawing/2014/main" id="{751451E1-25F7-294C-91A0-7FE054B79435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54626" y="219672"/>
            <a:ext cx="8183663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蛮力枚</a:t>
            </a: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举</a:t>
            </a:r>
            <a:r>
              <a:rPr lang="en-US" altLang="zh-CN" spc="-50" dirty="0">
                <a:latin typeface="SimSun" panose="02010600030101010101" pitchFamily="2" charset="-122"/>
                <a:ea typeface="SimSun" panose="02010600030101010101" pitchFamily="2" charset="-122"/>
              </a:rPr>
              <a:t>-</a:t>
            </a:r>
            <a:r>
              <a:rPr lang="zh-CN" altLang="en-US" sz="3600" spc="-50" dirty="0">
                <a:latin typeface="SimSun" panose="02010600030101010101" pitchFamily="2" charset="-122"/>
                <a:ea typeface="SimSun" panose="02010600030101010101" pitchFamily="2" charset="-122"/>
              </a:rPr>
              <a:t>枚举所有商品组合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graphicFrame>
        <p:nvGraphicFramePr>
          <p:cNvPr id="5" name="object 4">
            <a:extLst>
              <a:ext uri="{FF2B5EF4-FFF2-40B4-BE49-F238E27FC236}">
                <a16:creationId xmlns:a16="http://schemas.microsoft.com/office/drawing/2014/main" id="{E88F9E76-8B7C-3947-AF7F-A2DA44F1F20D}"/>
              </a:ext>
            </a:extLst>
          </p:cNvPr>
          <p:cNvGraphicFramePr>
            <a:graphicFrameLocks noGrp="1"/>
          </p:cNvGraphicFramePr>
          <p:nvPr/>
        </p:nvGraphicFramePr>
        <p:xfrm>
          <a:off x="8494903" y="4819650"/>
          <a:ext cx="3653789" cy="19945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255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1696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112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97510">
                <a:tc>
                  <a:txBody>
                    <a:bodyPr/>
                    <a:lstStyle/>
                    <a:p>
                      <a:pPr marR="388620" algn="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700" spc="-25">
                          <a:solidFill>
                            <a:srgbClr val="FFFFFF"/>
                          </a:solidFill>
                          <a:latin typeface="PMingLiU"/>
                          <a:cs typeface="PMingLiU"/>
                        </a:rPr>
                        <a:t>商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PMingLiU"/>
                          <a:cs typeface="PMingLiU"/>
                        </a:rPr>
                        <a:t>品</a:t>
                      </a:r>
                      <a:endParaRPr sz="1700">
                        <a:latin typeface="PMingLiU"/>
                        <a:cs typeface="PMingLiU"/>
                      </a:endParaRPr>
                    </a:p>
                  </a:txBody>
                  <a:tcPr marL="0" marR="0" marT="4254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700" spc="-25">
                          <a:solidFill>
                            <a:srgbClr val="FFFFFF"/>
                          </a:solidFill>
                          <a:latin typeface="PMingLiU"/>
                          <a:cs typeface="PMingLiU"/>
                        </a:rPr>
                        <a:t>价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PMingLiU"/>
                          <a:cs typeface="PMingLiU"/>
                        </a:rPr>
                        <a:t>格</a:t>
                      </a:r>
                      <a:endParaRPr sz="1700">
                        <a:latin typeface="PMingLiU"/>
                        <a:cs typeface="PMingLiU"/>
                      </a:endParaRPr>
                    </a:p>
                  </a:txBody>
                  <a:tcPr marL="0" marR="0" marT="4254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700" spc="-25">
                          <a:solidFill>
                            <a:srgbClr val="FFFFFF"/>
                          </a:solidFill>
                          <a:latin typeface="PMingLiU"/>
                          <a:cs typeface="PMingLiU"/>
                        </a:rPr>
                        <a:t>体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PMingLiU"/>
                          <a:cs typeface="PMingLiU"/>
                        </a:rPr>
                        <a:t>积</a:t>
                      </a:r>
                      <a:endParaRPr sz="1700">
                        <a:latin typeface="PMingLiU"/>
                        <a:cs typeface="PMingLiU"/>
                      </a:endParaRPr>
                    </a:p>
                  </a:txBody>
                  <a:tcPr marL="0" marR="0" marT="4254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405">
                <a:tc>
                  <a:txBody>
                    <a:bodyPr/>
                    <a:lstStyle/>
                    <a:p>
                      <a:pPr marR="388620" algn="r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1700" spc="-25">
                          <a:latin typeface="PMingLiU"/>
                          <a:cs typeface="PMingLiU"/>
                        </a:rPr>
                        <a:t>啤</a:t>
                      </a:r>
                      <a:r>
                        <a:rPr sz="1700" spc="-50">
                          <a:latin typeface="PMingLiU"/>
                          <a:cs typeface="PMingLiU"/>
                        </a:rPr>
                        <a:t>酒</a:t>
                      </a:r>
                      <a:endParaRPr sz="1700">
                        <a:latin typeface="PMingLiU"/>
                        <a:cs typeface="PMingLiU"/>
                      </a:endParaRPr>
                    </a:p>
                  </a:txBody>
                  <a:tcPr marL="0" marR="0" marT="381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9405">
                <a:tc>
                  <a:txBody>
                    <a:bodyPr/>
                    <a:lstStyle/>
                    <a:p>
                      <a:pPr marR="388620" algn="r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1700" spc="-25">
                          <a:latin typeface="PMingLiU"/>
                          <a:cs typeface="PMingLiU"/>
                        </a:rPr>
                        <a:t>汽</a:t>
                      </a:r>
                      <a:r>
                        <a:rPr sz="1700" spc="-50">
                          <a:latin typeface="PMingLiU"/>
                          <a:cs typeface="PMingLiU"/>
                        </a:rPr>
                        <a:t>水</a:t>
                      </a:r>
                      <a:endParaRPr sz="1700">
                        <a:latin typeface="PMingLiU"/>
                        <a:cs typeface="PMingLiU"/>
                      </a:endParaRPr>
                    </a:p>
                  </a:txBody>
                  <a:tcPr marL="0" marR="0" marT="381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2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3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19405">
                <a:tc>
                  <a:txBody>
                    <a:bodyPr/>
                    <a:lstStyle/>
                    <a:p>
                      <a:pPr marR="388620" algn="r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1700" spc="-30">
                          <a:latin typeface="PMingLiU"/>
                          <a:cs typeface="PMingLiU"/>
                        </a:rPr>
                        <a:t>饼干</a:t>
                      </a:r>
                      <a:endParaRPr sz="1700">
                        <a:latin typeface="PMingLiU"/>
                        <a:cs typeface="PMingLiU"/>
                      </a:endParaRPr>
                    </a:p>
                  </a:txBody>
                  <a:tcPr marL="0" marR="0" marT="381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9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4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19405">
                <a:tc>
                  <a:txBody>
                    <a:bodyPr/>
                    <a:lstStyle/>
                    <a:p>
                      <a:pPr marR="388620" algn="r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1700" spc="-25">
                          <a:latin typeface="PMingLiU"/>
                          <a:cs typeface="PMingLiU"/>
                        </a:rPr>
                        <a:t>面</a:t>
                      </a:r>
                      <a:r>
                        <a:rPr sz="1700" spc="-50">
                          <a:latin typeface="PMingLiU"/>
                          <a:cs typeface="PMingLiU"/>
                        </a:rPr>
                        <a:t>包</a:t>
                      </a:r>
                      <a:endParaRPr sz="1700">
                        <a:latin typeface="PMingLiU"/>
                        <a:cs typeface="PMingLiU"/>
                      </a:endParaRPr>
                    </a:p>
                  </a:txBody>
                  <a:tcPr marL="0" marR="0" marT="381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5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19405">
                <a:tc>
                  <a:txBody>
                    <a:bodyPr/>
                    <a:lstStyle/>
                    <a:p>
                      <a:pPr marR="388620" algn="r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1700" spc="-25">
                          <a:latin typeface="PMingLiU"/>
                          <a:cs typeface="PMingLiU"/>
                        </a:rPr>
                        <a:t>牛</a:t>
                      </a:r>
                      <a:r>
                        <a:rPr sz="1700" spc="-50">
                          <a:latin typeface="PMingLiU"/>
                          <a:cs typeface="PMingLiU"/>
                        </a:rPr>
                        <a:t>奶</a:t>
                      </a:r>
                      <a:endParaRPr sz="1700">
                        <a:latin typeface="PMingLiU"/>
                        <a:cs typeface="PMingLiU"/>
                      </a:endParaRPr>
                    </a:p>
                  </a:txBody>
                  <a:tcPr marL="0" marR="0" marT="381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9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4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pic>
        <p:nvPicPr>
          <p:cNvPr id="6" name="object 5">
            <a:extLst>
              <a:ext uri="{FF2B5EF4-FFF2-40B4-BE49-F238E27FC236}">
                <a16:creationId xmlns:a16="http://schemas.microsoft.com/office/drawing/2014/main" id="{4116E576-0435-8847-A916-5C3C5C9D9084}"/>
              </a:ext>
            </a:extLst>
          </p:cNvPr>
          <p:cNvPicPr/>
          <p:nvPr/>
        </p:nvPicPr>
        <p:blipFill>
          <a:blip r:embed="rId2"/>
          <a:stretch>
            <a:fillRect/>
          </a:stretch>
        </p:blipFill>
        <p:spPr>
          <a:xfrm>
            <a:off x="8602218" y="5904738"/>
            <a:ext cx="231648" cy="259842"/>
          </a:xfrm>
          <a:prstGeom prst="rect">
            <a:avLst/>
          </a:prstGeom>
        </p:spPr>
      </p:pic>
      <p:pic>
        <p:nvPicPr>
          <p:cNvPr id="7" name="object 6">
            <a:extLst>
              <a:ext uri="{FF2B5EF4-FFF2-40B4-BE49-F238E27FC236}">
                <a16:creationId xmlns:a16="http://schemas.microsoft.com/office/drawing/2014/main" id="{381D3764-BA3F-314B-BB87-008037F07F30}"/>
              </a:ext>
            </a:extLst>
          </p:cNvPr>
          <p:cNvPicPr/>
          <p:nvPr/>
        </p:nvPicPr>
        <p:blipFill>
          <a:blip r:embed="rId3"/>
          <a:stretch>
            <a:fillRect/>
          </a:stretch>
        </p:blipFill>
        <p:spPr>
          <a:xfrm>
            <a:off x="8611361" y="6230873"/>
            <a:ext cx="232409" cy="260603"/>
          </a:xfrm>
          <a:prstGeom prst="rect">
            <a:avLst/>
          </a:prstGeom>
        </p:spPr>
      </p:pic>
      <p:pic>
        <p:nvPicPr>
          <p:cNvPr id="8" name="object 7">
            <a:extLst>
              <a:ext uri="{FF2B5EF4-FFF2-40B4-BE49-F238E27FC236}">
                <a16:creationId xmlns:a16="http://schemas.microsoft.com/office/drawing/2014/main" id="{16A63A80-723F-6D42-9E5E-C7A0DEA1FDFE}"/>
              </a:ext>
            </a:extLst>
          </p:cNvPr>
          <p:cNvPicPr/>
          <p:nvPr/>
        </p:nvPicPr>
        <p:blipFill>
          <a:blip r:embed="rId4"/>
          <a:stretch>
            <a:fillRect/>
          </a:stretch>
        </p:blipFill>
        <p:spPr>
          <a:xfrm>
            <a:off x="8602218" y="5231891"/>
            <a:ext cx="231648" cy="259841"/>
          </a:xfrm>
          <a:prstGeom prst="rect">
            <a:avLst/>
          </a:prstGeom>
        </p:spPr>
      </p:pic>
      <p:pic>
        <p:nvPicPr>
          <p:cNvPr id="9" name="object 8">
            <a:extLst>
              <a:ext uri="{FF2B5EF4-FFF2-40B4-BE49-F238E27FC236}">
                <a16:creationId xmlns:a16="http://schemas.microsoft.com/office/drawing/2014/main" id="{E18692E7-A627-B145-900B-9DB55F0DE3D6}"/>
              </a:ext>
            </a:extLst>
          </p:cNvPr>
          <p:cNvPicPr/>
          <p:nvPr/>
        </p:nvPicPr>
        <p:blipFill>
          <a:blip r:embed="rId5"/>
          <a:stretch>
            <a:fillRect/>
          </a:stretch>
        </p:blipFill>
        <p:spPr>
          <a:xfrm>
            <a:off x="8602218" y="5567934"/>
            <a:ext cx="231648" cy="259842"/>
          </a:xfrm>
          <a:prstGeom prst="rect">
            <a:avLst/>
          </a:prstGeom>
        </p:spPr>
      </p:pic>
      <p:pic>
        <p:nvPicPr>
          <p:cNvPr id="10" name="object 9">
            <a:extLst>
              <a:ext uri="{FF2B5EF4-FFF2-40B4-BE49-F238E27FC236}">
                <a16:creationId xmlns:a16="http://schemas.microsoft.com/office/drawing/2014/main" id="{BA2B5642-B4BE-5F4F-9E9F-FE85E8D1ABEE}"/>
              </a:ext>
            </a:extLst>
          </p:cNvPr>
          <p:cNvPicPr/>
          <p:nvPr/>
        </p:nvPicPr>
        <p:blipFill>
          <a:blip r:embed="rId6"/>
          <a:stretch>
            <a:fillRect/>
          </a:stretch>
        </p:blipFill>
        <p:spPr>
          <a:xfrm>
            <a:off x="8611361" y="6539483"/>
            <a:ext cx="232409" cy="259842"/>
          </a:xfrm>
          <a:prstGeom prst="rect">
            <a:avLst/>
          </a:prstGeom>
        </p:spPr>
      </p:pic>
      <p:pic>
        <p:nvPicPr>
          <p:cNvPr id="11" name="object 10">
            <a:extLst>
              <a:ext uri="{FF2B5EF4-FFF2-40B4-BE49-F238E27FC236}">
                <a16:creationId xmlns:a16="http://schemas.microsoft.com/office/drawing/2014/main" id="{AD278B28-F4AD-524B-946C-1632F986D8E7}"/>
              </a:ext>
            </a:extLst>
          </p:cNvPr>
          <p:cNvPicPr/>
          <p:nvPr/>
        </p:nvPicPr>
        <p:blipFill>
          <a:blip r:embed="rId7"/>
          <a:stretch>
            <a:fillRect/>
          </a:stretch>
        </p:blipFill>
        <p:spPr>
          <a:xfrm>
            <a:off x="7459980" y="5135879"/>
            <a:ext cx="889253" cy="729234"/>
          </a:xfrm>
          <a:prstGeom prst="rect">
            <a:avLst/>
          </a:prstGeom>
        </p:spPr>
      </p:pic>
      <p:sp>
        <p:nvSpPr>
          <p:cNvPr id="12" name="object 11">
            <a:extLst>
              <a:ext uri="{FF2B5EF4-FFF2-40B4-BE49-F238E27FC236}">
                <a16:creationId xmlns:a16="http://schemas.microsoft.com/office/drawing/2014/main" id="{D70B4F24-9997-DD41-855A-3086E6C916A6}"/>
              </a:ext>
            </a:extLst>
          </p:cNvPr>
          <p:cNvSpPr txBox="1"/>
          <p:nvPr/>
        </p:nvSpPr>
        <p:spPr>
          <a:xfrm>
            <a:off x="7314438" y="5992876"/>
            <a:ext cx="11684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>
                <a:latin typeface="PMingLiU"/>
                <a:cs typeface="PMingLiU"/>
              </a:rPr>
              <a:t>背包体积</a:t>
            </a:r>
            <a:r>
              <a:rPr sz="1800" b="1" spc="-25">
                <a:latin typeface="Times New Roman"/>
                <a:cs typeface="Times New Roman"/>
              </a:rPr>
              <a:t>13</a:t>
            </a:r>
            <a:endParaRPr sz="1800">
              <a:latin typeface="Times New Roman"/>
              <a:cs typeface="Times New Roman"/>
            </a:endParaRPr>
          </a:p>
        </p:txBody>
      </p:sp>
      <p:grpSp>
        <p:nvGrpSpPr>
          <p:cNvPr id="13" name="object 10">
            <a:extLst>
              <a:ext uri="{FF2B5EF4-FFF2-40B4-BE49-F238E27FC236}">
                <a16:creationId xmlns:a16="http://schemas.microsoft.com/office/drawing/2014/main" id="{3DD15660-61E7-F146-8FB8-AFC125CD96F0}"/>
              </a:ext>
            </a:extLst>
          </p:cNvPr>
          <p:cNvGrpSpPr/>
          <p:nvPr/>
        </p:nvGrpSpPr>
        <p:grpSpPr>
          <a:xfrm>
            <a:off x="1686305" y="1748789"/>
            <a:ext cx="649605" cy="532765"/>
            <a:chOff x="1686305" y="1748789"/>
            <a:chExt cx="649605" cy="532765"/>
          </a:xfrm>
        </p:grpSpPr>
        <p:pic>
          <p:nvPicPr>
            <p:cNvPr id="14" name="object 11">
              <a:extLst>
                <a:ext uri="{FF2B5EF4-FFF2-40B4-BE49-F238E27FC236}">
                  <a16:creationId xmlns:a16="http://schemas.microsoft.com/office/drawing/2014/main" id="{5EACA8E5-15CC-9945-92DE-D2D23C910384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1686305" y="1748789"/>
              <a:ext cx="649224" cy="532638"/>
            </a:xfrm>
            <a:prstGeom prst="rect">
              <a:avLst/>
            </a:prstGeom>
          </p:spPr>
        </p:pic>
        <p:pic>
          <p:nvPicPr>
            <p:cNvPr id="15" name="object 12">
              <a:extLst>
                <a:ext uri="{FF2B5EF4-FFF2-40B4-BE49-F238E27FC236}">
                  <a16:creationId xmlns:a16="http://schemas.microsoft.com/office/drawing/2014/main" id="{24B78EA3-7E62-E44F-9268-F7175E313660}"/>
                </a:ext>
              </a:extLst>
            </p:cNvPr>
            <p:cNvPicPr/>
            <p:nvPr/>
          </p:nvPicPr>
          <p:blipFill>
            <a:blip r:embed="rId5"/>
            <a:stretch>
              <a:fillRect/>
            </a:stretch>
          </p:blipFill>
          <p:spPr>
            <a:xfrm>
              <a:off x="1897379" y="1845563"/>
              <a:ext cx="245363" cy="244601"/>
            </a:xfrm>
            <a:prstGeom prst="rect">
              <a:avLst/>
            </a:prstGeom>
          </p:spPr>
        </p:pic>
      </p:grpSp>
      <p:grpSp>
        <p:nvGrpSpPr>
          <p:cNvPr id="16" name="object 13">
            <a:extLst>
              <a:ext uri="{FF2B5EF4-FFF2-40B4-BE49-F238E27FC236}">
                <a16:creationId xmlns:a16="http://schemas.microsoft.com/office/drawing/2014/main" id="{3AF1EA24-4AED-1745-ACB4-F07AA8D3DF13}"/>
              </a:ext>
            </a:extLst>
          </p:cNvPr>
          <p:cNvGrpSpPr/>
          <p:nvPr/>
        </p:nvGrpSpPr>
        <p:grpSpPr>
          <a:xfrm>
            <a:off x="3519678" y="1748789"/>
            <a:ext cx="650240" cy="532765"/>
            <a:chOff x="3519678" y="1748789"/>
            <a:chExt cx="650240" cy="532765"/>
          </a:xfrm>
        </p:grpSpPr>
        <p:pic>
          <p:nvPicPr>
            <p:cNvPr id="17" name="object 14">
              <a:extLst>
                <a:ext uri="{FF2B5EF4-FFF2-40B4-BE49-F238E27FC236}">
                  <a16:creationId xmlns:a16="http://schemas.microsoft.com/office/drawing/2014/main" id="{0C9AFEF1-3230-3149-83E2-EBCE1648EBFA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3519678" y="1748789"/>
              <a:ext cx="649986" cy="532638"/>
            </a:xfrm>
            <a:prstGeom prst="rect">
              <a:avLst/>
            </a:prstGeom>
          </p:spPr>
        </p:pic>
        <p:pic>
          <p:nvPicPr>
            <p:cNvPr id="18" name="object 15">
              <a:extLst>
                <a:ext uri="{FF2B5EF4-FFF2-40B4-BE49-F238E27FC236}">
                  <a16:creationId xmlns:a16="http://schemas.microsoft.com/office/drawing/2014/main" id="{7A1E46E6-9F5A-5E41-B383-D9F526714EC7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3772662" y="1869185"/>
              <a:ext cx="245363" cy="244601"/>
            </a:xfrm>
            <a:prstGeom prst="rect">
              <a:avLst/>
            </a:prstGeom>
          </p:spPr>
        </p:pic>
      </p:grpSp>
      <p:grpSp>
        <p:nvGrpSpPr>
          <p:cNvPr id="19" name="object 16">
            <a:extLst>
              <a:ext uri="{FF2B5EF4-FFF2-40B4-BE49-F238E27FC236}">
                <a16:creationId xmlns:a16="http://schemas.microsoft.com/office/drawing/2014/main" id="{B7E8E16F-ED3F-5948-94B7-C35C6ADD186A}"/>
              </a:ext>
            </a:extLst>
          </p:cNvPr>
          <p:cNvGrpSpPr/>
          <p:nvPr/>
        </p:nvGrpSpPr>
        <p:grpSpPr>
          <a:xfrm>
            <a:off x="5362955" y="1748789"/>
            <a:ext cx="650240" cy="532765"/>
            <a:chOff x="5362955" y="1748789"/>
            <a:chExt cx="650240" cy="532765"/>
          </a:xfrm>
        </p:grpSpPr>
        <p:pic>
          <p:nvPicPr>
            <p:cNvPr id="20" name="object 17">
              <a:extLst>
                <a:ext uri="{FF2B5EF4-FFF2-40B4-BE49-F238E27FC236}">
                  <a16:creationId xmlns:a16="http://schemas.microsoft.com/office/drawing/2014/main" id="{A5BC8B65-8FEF-E441-B108-48792E6C386A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5362955" y="1748789"/>
              <a:ext cx="649986" cy="532638"/>
            </a:xfrm>
            <a:prstGeom prst="rect">
              <a:avLst/>
            </a:prstGeom>
          </p:spPr>
        </p:pic>
        <p:pic>
          <p:nvPicPr>
            <p:cNvPr id="21" name="object 18">
              <a:extLst>
                <a:ext uri="{FF2B5EF4-FFF2-40B4-BE49-F238E27FC236}">
                  <a16:creationId xmlns:a16="http://schemas.microsoft.com/office/drawing/2014/main" id="{0232A592-CFB4-CB43-A66A-6B9BB646C2B0}"/>
                </a:ext>
              </a:extLst>
            </p:cNvPr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5626607" y="1868423"/>
              <a:ext cx="245363" cy="244601"/>
            </a:xfrm>
            <a:prstGeom prst="rect">
              <a:avLst/>
            </a:prstGeom>
          </p:spPr>
        </p:pic>
      </p:grpSp>
      <p:grpSp>
        <p:nvGrpSpPr>
          <p:cNvPr id="22" name="object 19">
            <a:extLst>
              <a:ext uri="{FF2B5EF4-FFF2-40B4-BE49-F238E27FC236}">
                <a16:creationId xmlns:a16="http://schemas.microsoft.com/office/drawing/2014/main" id="{BE94B214-288B-DA43-A607-0147E34CD3FB}"/>
              </a:ext>
            </a:extLst>
          </p:cNvPr>
          <p:cNvGrpSpPr/>
          <p:nvPr/>
        </p:nvGrpSpPr>
        <p:grpSpPr>
          <a:xfrm>
            <a:off x="1173480" y="2995422"/>
            <a:ext cx="651510" cy="534670"/>
            <a:chOff x="1173480" y="2995422"/>
            <a:chExt cx="651510" cy="534670"/>
          </a:xfrm>
        </p:grpSpPr>
        <p:pic>
          <p:nvPicPr>
            <p:cNvPr id="23" name="object 20">
              <a:extLst>
                <a:ext uri="{FF2B5EF4-FFF2-40B4-BE49-F238E27FC236}">
                  <a16:creationId xmlns:a16="http://schemas.microsoft.com/office/drawing/2014/main" id="{2813B928-287E-D346-94FC-0D4B8351FD1A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1173480" y="2995422"/>
              <a:ext cx="650748" cy="534162"/>
            </a:xfrm>
            <a:prstGeom prst="rect">
              <a:avLst/>
            </a:prstGeom>
          </p:spPr>
        </p:pic>
        <p:pic>
          <p:nvPicPr>
            <p:cNvPr id="24" name="object 21">
              <a:extLst>
                <a:ext uri="{FF2B5EF4-FFF2-40B4-BE49-F238E27FC236}">
                  <a16:creationId xmlns:a16="http://schemas.microsoft.com/office/drawing/2014/main" id="{60392064-74C5-5D49-93F5-6733FBF01B3B}"/>
                </a:ext>
              </a:extLst>
            </p:cNvPr>
            <p:cNvPicPr/>
            <p:nvPr/>
          </p:nvPicPr>
          <p:blipFill>
            <a:blip r:embed="rId4"/>
            <a:stretch>
              <a:fillRect/>
            </a:stretch>
          </p:blipFill>
          <p:spPr>
            <a:xfrm>
              <a:off x="1391412" y="3082290"/>
              <a:ext cx="246125" cy="246125"/>
            </a:xfrm>
            <a:prstGeom prst="rect">
              <a:avLst/>
            </a:prstGeom>
          </p:spPr>
        </p:pic>
        <p:pic>
          <p:nvPicPr>
            <p:cNvPr id="25" name="object 22">
              <a:extLst>
                <a:ext uri="{FF2B5EF4-FFF2-40B4-BE49-F238E27FC236}">
                  <a16:creationId xmlns:a16="http://schemas.microsoft.com/office/drawing/2014/main" id="{B07FB28F-206D-314C-8A95-06DCA129409D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1569720" y="3121914"/>
              <a:ext cx="255269" cy="255270"/>
            </a:xfrm>
            <a:prstGeom prst="rect">
              <a:avLst/>
            </a:prstGeom>
          </p:spPr>
        </p:pic>
      </p:grpSp>
      <p:grpSp>
        <p:nvGrpSpPr>
          <p:cNvPr id="26" name="object 23">
            <a:extLst>
              <a:ext uri="{FF2B5EF4-FFF2-40B4-BE49-F238E27FC236}">
                <a16:creationId xmlns:a16="http://schemas.microsoft.com/office/drawing/2014/main" id="{D08ED1BA-A4CC-A64E-A646-5C8568A51D79}"/>
              </a:ext>
            </a:extLst>
          </p:cNvPr>
          <p:cNvGrpSpPr/>
          <p:nvPr/>
        </p:nvGrpSpPr>
        <p:grpSpPr>
          <a:xfrm>
            <a:off x="2210561" y="2995422"/>
            <a:ext cx="691515" cy="534670"/>
            <a:chOff x="2210561" y="2995422"/>
            <a:chExt cx="691515" cy="534670"/>
          </a:xfrm>
        </p:grpSpPr>
        <p:pic>
          <p:nvPicPr>
            <p:cNvPr id="27" name="object 24">
              <a:extLst>
                <a:ext uri="{FF2B5EF4-FFF2-40B4-BE49-F238E27FC236}">
                  <a16:creationId xmlns:a16="http://schemas.microsoft.com/office/drawing/2014/main" id="{DBC5E109-C951-9942-84A0-41B6ECDDCE36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2210561" y="2995422"/>
              <a:ext cx="650748" cy="534162"/>
            </a:xfrm>
            <a:prstGeom prst="rect">
              <a:avLst/>
            </a:prstGeom>
          </p:spPr>
        </p:pic>
        <p:pic>
          <p:nvPicPr>
            <p:cNvPr id="28" name="object 25">
              <a:extLst>
                <a:ext uri="{FF2B5EF4-FFF2-40B4-BE49-F238E27FC236}">
                  <a16:creationId xmlns:a16="http://schemas.microsoft.com/office/drawing/2014/main" id="{00AA1282-9675-4E4F-88B6-90A876EC6A6F}"/>
                </a:ext>
              </a:extLst>
            </p:cNvPr>
            <p:cNvPicPr/>
            <p:nvPr/>
          </p:nvPicPr>
          <p:blipFill>
            <a:blip r:embed="rId4"/>
            <a:stretch>
              <a:fillRect/>
            </a:stretch>
          </p:blipFill>
          <p:spPr>
            <a:xfrm>
              <a:off x="2428493" y="3082290"/>
              <a:ext cx="246125" cy="246125"/>
            </a:xfrm>
            <a:prstGeom prst="rect">
              <a:avLst/>
            </a:prstGeom>
          </p:spPr>
        </p:pic>
        <p:pic>
          <p:nvPicPr>
            <p:cNvPr id="29" name="object 26">
              <a:extLst>
                <a:ext uri="{FF2B5EF4-FFF2-40B4-BE49-F238E27FC236}">
                  <a16:creationId xmlns:a16="http://schemas.microsoft.com/office/drawing/2014/main" id="{8F69F6F9-852A-0C47-952C-BC2E574E9B43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2656331" y="3071622"/>
              <a:ext cx="245363" cy="244601"/>
            </a:xfrm>
            <a:prstGeom prst="rect">
              <a:avLst/>
            </a:prstGeom>
          </p:spPr>
        </p:pic>
      </p:grpSp>
      <p:grpSp>
        <p:nvGrpSpPr>
          <p:cNvPr id="30" name="object 27">
            <a:extLst>
              <a:ext uri="{FF2B5EF4-FFF2-40B4-BE49-F238E27FC236}">
                <a16:creationId xmlns:a16="http://schemas.microsoft.com/office/drawing/2014/main" id="{0CF1500A-B818-4F4C-AD4F-E0D785560D74}"/>
              </a:ext>
            </a:extLst>
          </p:cNvPr>
          <p:cNvGrpSpPr/>
          <p:nvPr/>
        </p:nvGrpSpPr>
        <p:grpSpPr>
          <a:xfrm>
            <a:off x="3343655" y="2995422"/>
            <a:ext cx="650875" cy="534670"/>
            <a:chOff x="3343655" y="2995422"/>
            <a:chExt cx="650875" cy="534670"/>
          </a:xfrm>
        </p:grpSpPr>
        <p:pic>
          <p:nvPicPr>
            <p:cNvPr id="31" name="object 28">
              <a:extLst>
                <a:ext uri="{FF2B5EF4-FFF2-40B4-BE49-F238E27FC236}">
                  <a16:creationId xmlns:a16="http://schemas.microsoft.com/office/drawing/2014/main" id="{F057F252-6FF9-F640-9B69-A4C77A233262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3343655" y="2995422"/>
              <a:ext cx="650748" cy="534162"/>
            </a:xfrm>
            <a:prstGeom prst="rect">
              <a:avLst/>
            </a:prstGeom>
          </p:spPr>
        </p:pic>
        <p:pic>
          <p:nvPicPr>
            <p:cNvPr id="32" name="object 29">
              <a:extLst>
                <a:ext uri="{FF2B5EF4-FFF2-40B4-BE49-F238E27FC236}">
                  <a16:creationId xmlns:a16="http://schemas.microsoft.com/office/drawing/2014/main" id="{0B8F4B36-8AA1-D746-A28A-B2445B77BAA0}"/>
                </a:ext>
              </a:extLst>
            </p:cNvPr>
            <p:cNvPicPr/>
            <p:nvPr/>
          </p:nvPicPr>
          <p:blipFill>
            <a:blip r:embed="rId4"/>
            <a:stretch>
              <a:fillRect/>
            </a:stretch>
          </p:blipFill>
          <p:spPr>
            <a:xfrm>
              <a:off x="3533393" y="3082290"/>
              <a:ext cx="245363" cy="246125"/>
            </a:xfrm>
            <a:prstGeom prst="rect">
              <a:avLst/>
            </a:prstGeom>
          </p:spPr>
        </p:pic>
        <p:pic>
          <p:nvPicPr>
            <p:cNvPr id="33" name="object 30">
              <a:extLst>
                <a:ext uri="{FF2B5EF4-FFF2-40B4-BE49-F238E27FC236}">
                  <a16:creationId xmlns:a16="http://schemas.microsoft.com/office/drawing/2014/main" id="{1FCFE904-83F1-C24B-9E4B-379E41B67392}"/>
                </a:ext>
              </a:extLst>
            </p:cNvPr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3717797" y="3110484"/>
              <a:ext cx="245363" cy="244601"/>
            </a:xfrm>
            <a:prstGeom prst="rect">
              <a:avLst/>
            </a:prstGeom>
          </p:spPr>
        </p:pic>
      </p:grpSp>
      <p:grpSp>
        <p:nvGrpSpPr>
          <p:cNvPr id="34" name="object 31">
            <a:extLst>
              <a:ext uri="{FF2B5EF4-FFF2-40B4-BE49-F238E27FC236}">
                <a16:creationId xmlns:a16="http://schemas.microsoft.com/office/drawing/2014/main" id="{20851753-1C5D-7942-9524-77CFEFCD29B0}"/>
              </a:ext>
            </a:extLst>
          </p:cNvPr>
          <p:cNvGrpSpPr/>
          <p:nvPr/>
        </p:nvGrpSpPr>
        <p:grpSpPr>
          <a:xfrm>
            <a:off x="4436364" y="2995422"/>
            <a:ext cx="650875" cy="534670"/>
            <a:chOff x="4436364" y="2995422"/>
            <a:chExt cx="650875" cy="534670"/>
          </a:xfrm>
        </p:grpSpPr>
        <p:pic>
          <p:nvPicPr>
            <p:cNvPr id="35" name="object 32">
              <a:extLst>
                <a:ext uri="{FF2B5EF4-FFF2-40B4-BE49-F238E27FC236}">
                  <a16:creationId xmlns:a16="http://schemas.microsoft.com/office/drawing/2014/main" id="{2F640D91-5DB5-AF4F-8B0E-EB2DE2F4D247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4436364" y="2995422"/>
              <a:ext cx="650748" cy="534162"/>
            </a:xfrm>
            <a:prstGeom prst="rect">
              <a:avLst/>
            </a:prstGeom>
          </p:spPr>
        </p:pic>
        <p:pic>
          <p:nvPicPr>
            <p:cNvPr id="36" name="object 33">
              <a:extLst>
                <a:ext uri="{FF2B5EF4-FFF2-40B4-BE49-F238E27FC236}">
                  <a16:creationId xmlns:a16="http://schemas.microsoft.com/office/drawing/2014/main" id="{79F55D52-C4AE-EE4A-81CE-B257F032431A}"/>
                </a:ext>
              </a:extLst>
            </p:cNvPr>
            <p:cNvPicPr/>
            <p:nvPr/>
          </p:nvPicPr>
          <p:blipFill>
            <a:blip r:embed="rId5"/>
            <a:stretch>
              <a:fillRect/>
            </a:stretch>
          </p:blipFill>
          <p:spPr>
            <a:xfrm>
              <a:off x="4837938" y="3092196"/>
              <a:ext cx="244601" cy="245363"/>
            </a:xfrm>
            <a:prstGeom prst="rect">
              <a:avLst/>
            </a:prstGeom>
          </p:spPr>
        </p:pic>
        <p:pic>
          <p:nvPicPr>
            <p:cNvPr id="37" name="object 34">
              <a:extLst>
                <a:ext uri="{FF2B5EF4-FFF2-40B4-BE49-F238E27FC236}">
                  <a16:creationId xmlns:a16="http://schemas.microsoft.com/office/drawing/2014/main" id="{B87ED6BB-1AB2-DC41-88D8-7F106A8B7459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4639056" y="3111246"/>
              <a:ext cx="245363" cy="245363"/>
            </a:xfrm>
            <a:prstGeom prst="rect">
              <a:avLst/>
            </a:prstGeom>
          </p:spPr>
        </p:pic>
      </p:grpSp>
      <p:grpSp>
        <p:nvGrpSpPr>
          <p:cNvPr id="38" name="object 35">
            <a:extLst>
              <a:ext uri="{FF2B5EF4-FFF2-40B4-BE49-F238E27FC236}">
                <a16:creationId xmlns:a16="http://schemas.microsoft.com/office/drawing/2014/main" id="{FD480B27-BE2E-E34A-B275-B49320253D6F}"/>
              </a:ext>
            </a:extLst>
          </p:cNvPr>
          <p:cNvGrpSpPr/>
          <p:nvPr/>
        </p:nvGrpSpPr>
        <p:grpSpPr>
          <a:xfrm>
            <a:off x="5529071" y="2995422"/>
            <a:ext cx="650875" cy="534670"/>
            <a:chOff x="5529071" y="2995422"/>
            <a:chExt cx="650875" cy="534670"/>
          </a:xfrm>
        </p:grpSpPr>
        <p:pic>
          <p:nvPicPr>
            <p:cNvPr id="39" name="object 36">
              <a:extLst>
                <a:ext uri="{FF2B5EF4-FFF2-40B4-BE49-F238E27FC236}">
                  <a16:creationId xmlns:a16="http://schemas.microsoft.com/office/drawing/2014/main" id="{F1D05970-34BC-2342-B2FC-A8F839CAAF23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5529071" y="2995422"/>
              <a:ext cx="650748" cy="534162"/>
            </a:xfrm>
            <a:prstGeom prst="rect">
              <a:avLst/>
            </a:prstGeom>
          </p:spPr>
        </p:pic>
        <p:pic>
          <p:nvPicPr>
            <p:cNvPr id="40" name="object 37">
              <a:extLst>
                <a:ext uri="{FF2B5EF4-FFF2-40B4-BE49-F238E27FC236}">
                  <a16:creationId xmlns:a16="http://schemas.microsoft.com/office/drawing/2014/main" id="{D36CF549-B612-684C-9EEF-AB3BB5DD0A0E}"/>
                </a:ext>
              </a:extLst>
            </p:cNvPr>
            <p:cNvPicPr/>
            <p:nvPr/>
          </p:nvPicPr>
          <p:blipFill>
            <a:blip r:embed="rId5"/>
            <a:stretch>
              <a:fillRect/>
            </a:stretch>
          </p:blipFill>
          <p:spPr>
            <a:xfrm>
              <a:off x="5930645" y="3092196"/>
              <a:ext cx="244601" cy="245363"/>
            </a:xfrm>
            <a:prstGeom prst="rect">
              <a:avLst/>
            </a:prstGeom>
          </p:spPr>
        </p:pic>
        <p:pic>
          <p:nvPicPr>
            <p:cNvPr id="41" name="object 38">
              <a:extLst>
                <a:ext uri="{FF2B5EF4-FFF2-40B4-BE49-F238E27FC236}">
                  <a16:creationId xmlns:a16="http://schemas.microsoft.com/office/drawing/2014/main" id="{CDE057FF-D8D0-6343-901B-93777CA0BF45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5748527" y="3110484"/>
              <a:ext cx="244601" cy="244601"/>
            </a:xfrm>
            <a:prstGeom prst="rect">
              <a:avLst/>
            </a:prstGeom>
          </p:spPr>
        </p:pic>
      </p:grpSp>
      <p:grpSp>
        <p:nvGrpSpPr>
          <p:cNvPr id="42" name="object 39">
            <a:extLst>
              <a:ext uri="{FF2B5EF4-FFF2-40B4-BE49-F238E27FC236}">
                <a16:creationId xmlns:a16="http://schemas.microsoft.com/office/drawing/2014/main" id="{DA76E742-23EB-E94B-964A-76A6ED9EE04E}"/>
              </a:ext>
            </a:extLst>
          </p:cNvPr>
          <p:cNvGrpSpPr/>
          <p:nvPr/>
        </p:nvGrpSpPr>
        <p:grpSpPr>
          <a:xfrm>
            <a:off x="6694931" y="2995422"/>
            <a:ext cx="650875" cy="534670"/>
            <a:chOff x="6694931" y="2995422"/>
            <a:chExt cx="650875" cy="534670"/>
          </a:xfrm>
        </p:grpSpPr>
        <p:pic>
          <p:nvPicPr>
            <p:cNvPr id="43" name="object 40">
              <a:extLst>
                <a:ext uri="{FF2B5EF4-FFF2-40B4-BE49-F238E27FC236}">
                  <a16:creationId xmlns:a16="http://schemas.microsoft.com/office/drawing/2014/main" id="{F153282F-4C5D-2745-A098-B50D77B21A79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6694931" y="2995422"/>
              <a:ext cx="650748" cy="534162"/>
            </a:xfrm>
            <a:prstGeom prst="rect">
              <a:avLst/>
            </a:prstGeom>
          </p:spPr>
        </p:pic>
        <p:pic>
          <p:nvPicPr>
            <p:cNvPr id="44" name="object 41">
              <a:extLst>
                <a:ext uri="{FF2B5EF4-FFF2-40B4-BE49-F238E27FC236}">
                  <a16:creationId xmlns:a16="http://schemas.microsoft.com/office/drawing/2014/main" id="{DA358850-D947-4E4E-AB11-3C316DFE879E}"/>
                </a:ext>
              </a:extLst>
            </p:cNvPr>
            <p:cNvPicPr/>
            <p:nvPr/>
          </p:nvPicPr>
          <p:blipFill>
            <a:blip r:embed="rId5"/>
            <a:stretch>
              <a:fillRect/>
            </a:stretch>
          </p:blipFill>
          <p:spPr>
            <a:xfrm>
              <a:off x="7096505" y="3092196"/>
              <a:ext cx="244601" cy="245363"/>
            </a:xfrm>
            <a:prstGeom prst="rect">
              <a:avLst/>
            </a:prstGeom>
          </p:spPr>
        </p:pic>
        <p:pic>
          <p:nvPicPr>
            <p:cNvPr id="45" name="object 42">
              <a:extLst>
                <a:ext uri="{FF2B5EF4-FFF2-40B4-BE49-F238E27FC236}">
                  <a16:creationId xmlns:a16="http://schemas.microsoft.com/office/drawing/2014/main" id="{E05564F0-C980-9343-93A0-B400D9D5E705}"/>
                </a:ext>
              </a:extLst>
            </p:cNvPr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6905243" y="3111246"/>
              <a:ext cx="244601" cy="245363"/>
            </a:xfrm>
            <a:prstGeom prst="rect">
              <a:avLst/>
            </a:prstGeom>
          </p:spPr>
        </p:pic>
      </p:grpSp>
      <p:grpSp>
        <p:nvGrpSpPr>
          <p:cNvPr id="46" name="object 43">
            <a:extLst>
              <a:ext uri="{FF2B5EF4-FFF2-40B4-BE49-F238E27FC236}">
                <a16:creationId xmlns:a16="http://schemas.microsoft.com/office/drawing/2014/main" id="{1E4E10DA-235D-E342-9EE5-5D12475F2C50}"/>
              </a:ext>
            </a:extLst>
          </p:cNvPr>
          <p:cNvGrpSpPr/>
          <p:nvPr/>
        </p:nvGrpSpPr>
        <p:grpSpPr>
          <a:xfrm>
            <a:off x="7744206" y="2995422"/>
            <a:ext cx="650875" cy="534670"/>
            <a:chOff x="7744206" y="2995422"/>
            <a:chExt cx="650875" cy="534670"/>
          </a:xfrm>
        </p:grpSpPr>
        <p:pic>
          <p:nvPicPr>
            <p:cNvPr id="47" name="object 44">
              <a:extLst>
                <a:ext uri="{FF2B5EF4-FFF2-40B4-BE49-F238E27FC236}">
                  <a16:creationId xmlns:a16="http://schemas.microsoft.com/office/drawing/2014/main" id="{39F9C27D-28EE-7A49-B09B-86DA82030DBC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7744206" y="2995422"/>
              <a:ext cx="650748" cy="534162"/>
            </a:xfrm>
            <a:prstGeom prst="rect">
              <a:avLst/>
            </a:prstGeom>
          </p:spPr>
        </p:pic>
        <p:pic>
          <p:nvPicPr>
            <p:cNvPr id="48" name="object 45">
              <a:extLst>
                <a:ext uri="{FF2B5EF4-FFF2-40B4-BE49-F238E27FC236}">
                  <a16:creationId xmlns:a16="http://schemas.microsoft.com/office/drawing/2014/main" id="{6D31679C-06C1-7944-AB21-6FFFB0A7A74E}"/>
                </a:ext>
              </a:extLst>
            </p:cNvPr>
            <p:cNvPicPr/>
            <p:nvPr/>
          </p:nvPicPr>
          <p:blipFill>
            <a:blip r:embed="rId8"/>
            <a:stretch>
              <a:fillRect/>
            </a:stretch>
          </p:blipFill>
          <p:spPr>
            <a:xfrm>
              <a:off x="7962900" y="3091434"/>
              <a:ext cx="244601" cy="245363"/>
            </a:xfrm>
            <a:prstGeom prst="rect">
              <a:avLst/>
            </a:prstGeom>
          </p:spPr>
        </p:pic>
        <p:pic>
          <p:nvPicPr>
            <p:cNvPr id="49" name="object 46">
              <a:extLst>
                <a:ext uri="{FF2B5EF4-FFF2-40B4-BE49-F238E27FC236}">
                  <a16:creationId xmlns:a16="http://schemas.microsoft.com/office/drawing/2014/main" id="{1CD4438A-67C4-1146-8C46-38AAC4D0B330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8135112" y="3113532"/>
              <a:ext cx="245364" cy="245363"/>
            </a:xfrm>
            <a:prstGeom prst="rect">
              <a:avLst/>
            </a:prstGeom>
          </p:spPr>
        </p:pic>
      </p:grpSp>
      <p:grpSp>
        <p:nvGrpSpPr>
          <p:cNvPr id="50" name="object 47">
            <a:extLst>
              <a:ext uri="{FF2B5EF4-FFF2-40B4-BE49-F238E27FC236}">
                <a16:creationId xmlns:a16="http://schemas.microsoft.com/office/drawing/2014/main" id="{11040AAA-6C46-F045-BDA8-A62F31B91F24}"/>
              </a:ext>
            </a:extLst>
          </p:cNvPr>
          <p:cNvGrpSpPr/>
          <p:nvPr/>
        </p:nvGrpSpPr>
        <p:grpSpPr>
          <a:xfrm>
            <a:off x="8807957" y="2995422"/>
            <a:ext cx="650875" cy="534670"/>
            <a:chOff x="8807957" y="2995422"/>
            <a:chExt cx="650875" cy="534670"/>
          </a:xfrm>
        </p:grpSpPr>
        <p:pic>
          <p:nvPicPr>
            <p:cNvPr id="51" name="object 48">
              <a:extLst>
                <a:ext uri="{FF2B5EF4-FFF2-40B4-BE49-F238E27FC236}">
                  <a16:creationId xmlns:a16="http://schemas.microsoft.com/office/drawing/2014/main" id="{0BBA5912-53ED-384E-9E90-C6531A57BEC4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8807957" y="2995422"/>
              <a:ext cx="650748" cy="534162"/>
            </a:xfrm>
            <a:prstGeom prst="rect">
              <a:avLst/>
            </a:prstGeom>
          </p:spPr>
        </p:pic>
        <p:pic>
          <p:nvPicPr>
            <p:cNvPr id="52" name="object 49">
              <a:extLst>
                <a:ext uri="{FF2B5EF4-FFF2-40B4-BE49-F238E27FC236}">
                  <a16:creationId xmlns:a16="http://schemas.microsoft.com/office/drawing/2014/main" id="{F3CCF9FE-2BDB-0C47-B459-5B53E7E962C8}"/>
                </a:ext>
              </a:extLst>
            </p:cNvPr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8996171" y="3111246"/>
              <a:ext cx="244601" cy="245363"/>
            </a:xfrm>
            <a:prstGeom prst="rect">
              <a:avLst/>
            </a:prstGeom>
          </p:spPr>
        </p:pic>
        <p:pic>
          <p:nvPicPr>
            <p:cNvPr id="53" name="object 50">
              <a:extLst>
                <a:ext uri="{FF2B5EF4-FFF2-40B4-BE49-F238E27FC236}">
                  <a16:creationId xmlns:a16="http://schemas.microsoft.com/office/drawing/2014/main" id="{5AB92FAB-6755-CB45-9BD6-2DCE23A99C2E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9178289" y="3086100"/>
              <a:ext cx="245364" cy="244601"/>
            </a:xfrm>
            <a:prstGeom prst="rect">
              <a:avLst/>
            </a:prstGeom>
          </p:spPr>
        </p:pic>
      </p:grpSp>
      <p:grpSp>
        <p:nvGrpSpPr>
          <p:cNvPr id="54" name="object 51">
            <a:extLst>
              <a:ext uri="{FF2B5EF4-FFF2-40B4-BE49-F238E27FC236}">
                <a16:creationId xmlns:a16="http://schemas.microsoft.com/office/drawing/2014/main" id="{3B9CB0D4-520B-5F49-B8E0-33B74422A16E}"/>
              </a:ext>
            </a:extLst>
          </p:cNvPr>
          <p:cNvGrpSpPr/>
          <p:nvPr/>
        </p:nvGrpSpPr>
        <p:grpSpPr>
          <a:xfrm>
            <a:off x="9900666" y="2995422"/>
            <a:ext cx="651510" cy="534670"/>
            <a:chOff x="9900666" y="2995422"/>
            <a:chExt cx="651510" cy="534670"/>
          </a:xfrm>
        </p:grpSpPr>
        <p:pic>
          <p:nvPicPr>
            <p:cNvPr id="55" name="object 52">
              <a:extLst>
                <a:ext uri="{FF2B5EF4-FFF2-40B4-BE49-F238E27FC236}">
                  <a16:creationId xmlns:a16="http://schemas.microsoft.com/office/drawing/2014/main" id="{9F298512-782B-9948-99D8-481DA6464D3E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9900666" y="2995422"/>
              <a:ext cx="651509" cy="534162"/>
            </a:xfrm>
            <a:prstGeom prst="rect">
              <a:avLst/>
            </a:prstGeom>
          </p:spPr>
        </p:pic>
        <p:pic>
          <p:nvPicPr>
            <p:cNvPr id="56" name="object 53">
              <a:extLst>
                <a:ext uri="{FF2B5EF4-FFF2-40B4-BE49-F238E27FC236}">
                  <a16:creationId xmlns:a16="http://schemas.microsoft.com/office/drawing/2014/main" id="{90F1D39F-3C70-344C-9195-84C2EA1728DA}"/>
                </a:ext>
              </a:extLst>
            </p:cNvPr>
            <p:cNvPicPr/>
            <p:nvPr/>
          </p:nvPicPr>
          <p:blipFill>
            <a:blip r:embed="rId8"/>
            <a:stretch>
              <a:fillRect/>
            </a:stretch>
          </p:blipFill>
          <p:spPr>
            <a:xfrm>
              <a:off x="10122408" y="3091434"/>
              <a:ext cx="244601" cy="245363"/>
            </a:xfrm>
            <a:prstGeom prst="rect">
              <a:avLst/>
            </a:prstGeom>
          </p:spPr>
        </p:pic>
        <p:pic>
          <p:nvPicPr>
            <p:cNvPr id="57" name="object 54">
              <a:extLst>
                <a:ext uri="{FF2B5EF4-FFF2-40B4-BE49-F238E27FC236}">
                  <a16:creationId xmlns:a16="http://schemas.microsoft.com/office/drawing/2014/main" id="{367FADA2-F455-AD4F-9646-0BD28934A814}"/>
                </a:ext>
              </a:extLst>
            </p:cNvPr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10274046" y="3111246"/>
              <a:ext cx="244601" cy="245363"/>
            </a:xfrm>
            <a:prstGeom prst="rect">
              <a:avLst/>
            </a:prstGeom>
          </p:spPr>
        </p:pic>
      </p:grpSp>
      <p:grpSp>
        <p:nvGrpSpPr>
          <p:cNvPr id="58" name="object 55">
            <a:extLst>
              <a:ext uri="{FF2B5EF4-FFF2-40B4-BE49-F238E27FC236}">
                <a16:creationId xmlns:a16="http://schemas.microsoft.com/office/drawing/2014/main" id="{688890EA-00B7-2344-91EF-BBBF0E670822}"/>
              </a:ext>
            </a:extLst>
          </p:cNvPr>
          <p:cNvGrpSpPr/>
          <p:nvPr/>
        </p:nvGrpSpPr>
        <p:grpSpPr>
          <a:xfrm>
            <a:off x="51053" y="1748789"/>
            <a:ext cx="650875" cy="534670"/>
            <a:chOff x="51053" y="1748789"/>
            <a:chExt cx="650875" cy="534670"/>
          </a:xfrm>
        </p:grpSpPr>
        <p:pic>
          <p:nvPicPr>
            <p:cNvPr id="59" name="object 56">
              <a:extLst>
                <a:ext uri="{FF2B5EF4-FFF2-40B4-BE49-F238E27FC236}">
                  <a16:creationId xmlns:a16="http://schemas.microsoft.com/office/drawing/2014/main" id="{E0C0748A-0877-AF44-A325-5018818A6004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51053" y="1748789"/>
              <a:ext cx="650748" cy="534162"/>
            </a:xfrm>
            <a:prstGeom prst="rect">
              <a:avLst/>
            </a:prstGeom>
          </p:spPr>
        </p:pic>
        <p:pic>
          <p:nvPicPr>
            <p:cNvPr id="60" name="object 57">
              <a:extLst>
                <a:ext uri="{FF2B5EF4-FFF2-40B4-BE49-F238E27FC236}">
                  <a16:creationId xmlns:a16="http://schemas.microsoft.com/office/drawing/2014/main" id="{097828A1-4844-CF41-9533-CBA9F6921ABF}"/>
                </a:ext>
              </a:extLst>
            </p:cNvPr>
            <p:cNvPicPr/>
            <p:nvPr/>
          </p:nvPicPr>
          <p:blipFill>
            <a:blip r:embed="rId4"/>
            <a:stretch>
              <a:fillRect/>
            </a:stretch>
          </p:blipFill>
          <p:spPr>
            <a:xfrm>
              <a:off x="307085" y="1835657"/>
              <a:ext cx="246126" cy="246125"/>
            </a:xfrm>
            <a:prstGeom prst="rect">
              <a:avLst/>
            </a:prstGeom>
          </p:spPr>
        </p:pic>
      </p:grpSp>
      <p:grpSp>
        <p:nvGrpSpPr>
          <p:cNvPr id="61" name="object 58">
            <a:extLst>
              <a:ext uri="{FF2B5EF4-FFF2-40B4-BE49-F238E27FC236}">
                <a16:creationId xmlns:a16="http://schemas.microsoft.com/office/drawing/2014/main" id="{23289E09-4286-524B-A4C4-C6406E2C0A9A}"/>
              </a:ext>
            </a:extLst>
          </p:cNvPr>
          <p:cNvGrpSpPr/>
          <p:nvPr/>
        </p:nvGrpSpPr>
        <p:grpSpPr>
          <a:xfrm>
            <a:off x="16001" y="1335431"/>
            <a:ext cx="1556385" cy="360045"/>
            <a:chOff x="16001" y="1335431"/>
            <a:chExt cx="1556385" cy="360045"/>
          </a:xfrm>
        </p:grpSpPr>
        <p:pic>
          <p:nvPicPr>
            <p:cNvPr id="62" name="object 59">
              <a:extLst>
                <a:ext uri="{FF2B5EF4-FFF2-40B4-BE49-F238E27FC236}">
                  <a16:creationId xmlns:a16="http://schemas.microsoft.com/office/drawing/2014/main" id="{E7DA5017-43FE-6E42-BC05-9FF886137B50}"/>
                </a:ext>
              </a:extLst>
            </p:cNvPr>
            <p:cNvPicPr/>
            <p:nvPr/>
          </p:nvPicPr>
          <p:blipFill>
            <a:blip r:embed="rId9"/>
            <a:stretch>
              <a:fillRect/>
            </a:stretch>
          </p:blipFill>
          <p:spPr>
            <a:xfrm>
              <a:off x="142473" y="1335431"/>
              <a:ext cx="144058" cy="336750"/>
            </a:xfrm>
            <a:prstGeom prst="rect">
              <a:avLst/>
            </a:prstGeom>
          </p:spPr>
        </p:pic>
        <p:pic>
          <p:nvPicPr>
            <p:cNvPr id="63" name="object 60">
              <a:extLst>
                <a:ext uri="{FF2B5EF4-FFF2-40B4-BE49-F238E27FC236}">
                  <a16:creationId xmlns:a16="http://schemas.microsoft.com/office/drawing/2014/main" id="{7E6CCBE8-0112-BA44-B1EB-9A46D85CB8B6}"/>
                </a:ext>
              </a:extLst>
            </p:cNvPr>
            <p:cNvPicPr/>
            <p:nvPr/>
          </p:nvPicPr>
          <p:blipFill>
            <a:blip r:embed="rId10"/>
            <a:stretch>
              <a:fillRect/>
            </a:stretch>
          </p:blipFill>
          <p:spPr>
            <a:xfrm>
              <a:off x="1169061" y="1411247"/>
              <a:ext cx="264106" cy="261318"/>
            </a:xfrm>
            <a:prstGeom prst="rect">
              <a:avLst/>
            </a:prstGeom>
          </p:spPr>
        </p:pic>
        <p:pic>
          <p:nvPicPr>
            <p:cNvPr id="64" name="object 61">
              <a:extLst>
                <a:ext uri="{FF2B5EF4-FFF2-40B4-BE49-F238E27FC236}">
                  <a16:creationId xmlns:a16="http://schemas.microsoft.com/office/drawing/2014/main" id="{CFED8374-070C-7646-A49C-7C4649E43409}"/>
                </a:ext>
              </a:extLst>
            </p:cNvPr>
            <p:cNvPicPr/>
            <p:nvPr/>
          </p:nvPicPr>
          <p:blipFill>
            <a:blip r:embed="rId11"/>
            <a:stretch>
              <a:fillRect/>
            </a:stretch>
          </p:blipFill>
          <p:spPr>
            <a:xfrm>
              <a:off x="386333" y="1419329"/>
              <a:ext cx="342138" cy="245153"/>
            </a:xfrm>
            <a:prstGeom prst="rect">
              <a:avLst/>
            </a:prstGeom>
          </p:spPr>
        </p:pic>
        <p:pic>
          <p:nvPicPr>
            <p:cNvPr id="65" name="object 62">
              <a:extLst>
                <a:ext uri="{FF2B5EF4-FFF2-40B4-BE49-F238E27FC236}">
                  <a16:creationId xmlns:a16="http://schemas.microsoft.com/office/drawing/2014/main" id="{28741183-DEB3-0349-83BF-F9856CA4E30B}"/>
                </a:ext>
              </a:extLst>
            </p:cNvPr>
            <p:cNvPicPr/>
            <p:nvPr/>
          </p:nvPicPr>
          <p:blipFill>
            <a:blip r:embed="rId12"/>
            <a:stretch>
              <a:fillRect/>
            </a:stretch>
          </p:blipFill>
          <p:spPr>
            <a:xfrm>
              <a:off x="762520" y="1336625"/>
              <a:ext cx="333476" cy="334362"/>
            </a:xfrm>
            <a:prstGeom prst="rect">
              <a:avLst/>
            </a:prstGeom>
          </p:spPr>
        </p:pic>
        <p:sp>
          <p:nvSpPr>
            <p:cNvPr id="66" name="object 63">
              <a:extLst>
                <a:ext uri="{FF2B5EF4-FFF2-40B4-BE49-F238E27FC236}">
                  <a16:creationId xmlns:a16="http://schemas.microsoft.com/office/drawing/2014/main" id="{7020B3F9-F6B8-094D-8E64-727EA10F03DF}"/>
                </a:ext>
              </a:extLst>
            </p:cNvPr>
            <p:cNvSpPr/>
            <p:nvPr/>
          </p:nvSpPr>
          <p:spPr>
            <a:xfrm>
              <a:off x="35051" y="1673351"/>
              <a:ext cx="1518285" cy="3175"/>
            </a:xfrm>
            <a:custGeom>
              <a:avLst/>
              <a:gdLst/>
              <a:ahLst/>
              <a:cxnLst/>
              <a:rect l="l" t="t" r="r" b="b"/>
              <a:pathLst>
                <a:path w="1518285" h="3175">
                  <a:moveTo>
                    <a:pt x="0" y="0"/>
                  </a:moveTo>
                  <a:lnTo>
                    <a:pt x="1518285" y="3048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7" name="object 64">
            <a:extLst>
              <a:ext uri="{FF2B5EF4-FFF2-40B4-BE49-F238E27FC236}">
                <a16:creationId xmlns:a16="http://schemas.microsoft.com/office/drawing/2014/main" id="{27EC509A-95B3-4448-978E-72E80AE7865E}"/>
              </a:ext>
            </a:extLst>
          </p:cNvPr>
          <p:cNvGrpSpPr/>
          <p:nvPr/>
        </p:nvGrpSpPr>
        <p:grpSpPr>
          <a:xfrm>
            <a:off x="1645920" y="1332738"/>
            <a:ext cx="1734185" cy="363220"/>
            <a:chOff x="1645920" y="1332738"/>
            <a:chExt cx="1734185" cy="363220"/>
          </a:xfrm>
        </p:grpSpPr>
        <p:pic>
          <p:nvPicPr>
            <p:cNvPr id="68" name="object 65">
              <a:extLst>
                <a:ext uri="{FF2B5EF4-FFF2-40B4-BE49-F238E27FC236}">
                  <a16:creationId xmlns:a16="http://schemas.microsoft.com/office/drawing/2014/main" id="{CD53D1AC-CADB-554F-BC02-922C582D54CB}"/>
                </a:ext>
              </a:extLst>
            </p:cNvPr>
            <p:cNvPicPr/>
            <p:nvPr/>
          </p:nvPicPr>
          <p:blipFill>
            <a:blip r:embed="rId13"/>
            <a:stretch>
              <a:fillRect/>
            </a:stretch>
          </p:blipFill>
          <p:spPr>
            <a:xfrm>
              <a:off x="1807804" y="1332738"/>
              <a:ext cx="288116" cy="342138"/>
            </a:xfrm>
            <a:prstGeom prst="rect">
              <a:avLst/>
            </a:prstGeom>
          </p:spPr>
        </p:pic>
        <p:pic>
          <p:nvPicPr>
            <p:cNvPr id="69" name="object 66">
              <a:extLst>
                <a:ext uri="{FF2B5EF4-FFF2-40B4-BE49-F238E27FC236}">
                  <a16:creationId xmlns:a16="http://schemas.microsoft.com/office/drawing/2014/main" id="{4A65845C-25C8-1E4F-AF67-1E6C7AA7F54F}"/>
                </a:ext>
              </a:extLst>
            </p:cNvPr>
            <p:cNvPicPr/>
            <p:nvPr/>
          </p:nvPicPr>
          <p:blipFill>
            <a:blip r:embed="rId10"/>
            <a:stretch>
              <a:fillRect/>
            </a:stretch>
          </p:blipFill>
          <p:spPr>
            <a:xfrm>
              <a:off x="2964333" y="1411248"/>
              <a:ext cx="264106" cy="261318"/>
            </a:xfrm>
            <a:prstGeom prst="rect">
              <a:avLst/>
            </a:prstGeom>
          </p:spPr>
        </p:pic>
        <p:pic>
          <p:nvPicPr>
            <p:cNvPr id="70" name="object 67">
              <a:extLst>
                <a:ext uri="{FF2B5EF4-FFF2-40B4-BE49-F238E27FC236}">
                  <a16:creationId xmlns:a16="http://schemas.microsoft.com/office/drawing/2014/main" id="{1BDDB2BD-177D-7E41-BDAD-7D7A4429AF31}"/>
                </a:ext>
              </a:extLst>
            </p:cNvPr>
            <p:cNvPicPr/>
            <p:nvPr/>
          </p:nvPicPr>
          <p:blipFill>
            <a:blip r:embed="rId11"/>
            <a:stretch>
              <a:fillRect/>
            </a:stretch>
          </p:blipFill>
          <p:spPr>
            <a:xfrm>
              <a:off x="2181606" y="1419330"/>
              <a:ext cx="342138" cy="245153"/>
            </a:xfrm>
            <a:prstGeom prst="rect">
              <a:avLst/>
            </a:prstGeom>
          </p:spPr>
        </p:pic>
        <p:pic>
          <p:nvPicPr>
            <p:cNvPr id="71" name="object 68">
              <a:extLst>
                <a:ext uri="{FF2B5EF4-FFF2-40B4-BE49-F238E27FC236}">
                  <a16:creationId xmlns:a16="http://schemas.microsoft.com/office/drawing/2014/main" id="{17B1DEF4-D3B1-EF4A-821E-16C1CC180DBC}"/>
                </a:ext>
              </a:extLst>
            </p:cNvPr>
            <p:cNvPicPr/>
            <p:nvPr/>
          </p:nvPicPr>
          <p:blipFill>
            <a:blip r:embed="rId12"/>
            <a:stretch>
              <a:fillRect/>
            </a:stretch>
          </p:blipFill>
          <p:spPr>
            <a:xfrm>
              <a:off x="2557792" y="1336625"/>
              <a:ext cx="333476" cy="334362"/>
            </a:xfrm>
            <a:prstGeom prst="rect">
              <a:avLst/>
            </a:prstGeom>
          </p:spPr>
        </p:pic>
        <p:sp>
          <p:nvSpPr>
            <p:cNvPr id="72" name="object 69">
              <a:extLst>
                <a:ext uri="{FF2B5EF4-FFF2-40B4-BE49-F238E27FC236}">
                  <a16:creationId xmlns:a16="http://schemas.microsoft.com/office/drawing/2014/main" id="{8CC936B2-369C-364C-A256-ABDE019527BF}"/>
                </a:ext>
              </a:extLst>
            </p:cNvPr>
            <p:cNvSpPr/>
            <p:nvPr/>
          </p:nvSpPr>
          <p:spPr>
            <a:xfrm>
              <a:off x="1645920" y="1676400"/>
              <a:ext cx="1734185" cy="0"/>
            </a:xfrm>
            <a:custGeom>
              <a:avLst/>
              <a:gdLst/>
              <a:ahLst/>
              <a:cxnLst/>
              <a:rect l="l" t="t" r="r" b="b"/>
              <a:pathLst>
                <a:path w="1734185">
                  <a:moveTo>
                    <a:pt x="0" y="0"/>
                  </a:moveTo>
                  <a:lnTo>
                    <a:pt x="1734184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3" name="object 70">
            <a:extLst>
              <a:ext uri="{FF2B5EF4-FFF2-40B4-BE49-F238E27FC236}">
                <a16:creationId xmlns:a16="http://schemas.microsoft.com/office/drawing/2014/main" id="{F5767F5C-3097-914B-88A4-E70742ABC2BB}"/>
              </a:ext>
            </a:extLst>
          </p:cNvPr>
          <p:cNvGrpSpPr/>
          <p:nvPr/>
        </p:nvGrpSpPr>
        <p:grpSpPr>
          <a:xfrm>
            <a:off x="5084064" y="1332738"/>
            <a:ext cx="1710689" cy="371475"/>
            <a:chOff x="5084064" y="1332738"/>
            <a:chExt cx="1710689" cy="371475"/>
          </a:xfrm>
        </p:grpSpPr>
        <p:pic>
          <p:nvPicPr>
            <p:cNvPr id="74" name="object 71">
              <a:extLst>
                <a:ext uri="{FF2B5EF4-FFF2-40B4-BE49-F238E27FC236}">
                  <a16:creationId xmlns:a16="http://schemas.microsoft.com/office/drawing/2014/main" id="{B822A99D-B537-A142-9083-AB5F2C87E47A}"/>
                </a:ext>
              </a:extLst>
            </p:cNvPr>
            <p:cNvPicPr/>
            <p:nvPr/>
          </p:nvPicPr>
          <p:blipFill>
            <a:blip r:embed="rId14"/>
            <a:stretch>
              <a:fillRect/>
            </a:stretch>
          </p:blipFill>
          <p:spPr>
            <a:xfrm>
              <a:off x="5171694" y="1332738"/>
              <a:ext cx="665988" cy="342138"/>
            </a:xfrm>
            <a:prstGeom prst="rect">
              <a:avLst/>
            </a:prstGeom>
          </p:spPr>
        </p:pic>
        <p:pic>
          <p:nvPicPr>
            <p:cNvPr id="75" name="object 72">
              <a:extLst>
                <a:ext uri="{FF2B5EF4-FFF2-40B4-BE49-F238E27FC236}">
                  <a16:creationId xmlns:a16="http://schemas.microsoft.com/office/drawing/2014/main" id="{7BF4FABB-8237-AC48-835A-657ECB4CBA6B}"/>
                </a:ext>
              </a:extLst>
            </p:cNvPr>
            <p:cNvPicPr/>
            <p:nvPr/>
          </p:nvPicPr>
          <p:blipFill>
            <a:blip r:embed="rId11"/>
            <a:stretch>
              <a:fillRect/>
            </a:stretch>
          </p:blipFill>
          <p:spPr>
            <a:xfrm>
              <a:off x="5839206" y="1429128"/>
              <a:ext cx="342138" cy="244608"/>
            </a:xfrm>
            <a:prstGeom prst="rect">
              <a:avLst/>
            </a:prstGeom>
          </p:spPr>
        </p:pic>
        <p:pic>
          <p:nvPicPr>
            <p:cNvPr id="76" name="object 73">
              <a:extLst>
                <a:ext uri="{FF2B5EF4-FFF2-40B4-BE49-F238E27FC236}">
                  <a16:creationId xmlns:a16="http://schemas.microsoft.com/office/drawing/2014/main" id="{B9ECE8EF-9DF6-1B4B-B4D0-DB78C4D6FE60}"/>
                </a:ext>
              </a:extLst>
            </p:cNvPr>
            <p:cNvPicPr/>
            <p:nvPr/>
          </p:nvPicPr>
          <p:blipFill>
            <a:blip r:embed="rId12"/>
            <a:stretch>
              <a:fillRect/>
            </a:stretch>
          </p:blipFill>
          <p:spPr>
            <a:xfrm>
              <a:off x="6215383" y="1336625"/>
              <a:ext cx="332733" cy="334362"/>
            </a:xfrm>
            <a:prstGeom prst="rect">
              <a:avLst/>
            </a:prstGeom>
          </p:spPr>
        </p:pic>
        <p:sp>
          <p:nvSpPr>
            <p:cNvPr id="77" name="object 74">
              <a:extLst>
                <a:ext uri="{FF2B5EF4-FFF2-40B4-BE49-F238E27FC236}">
                  <a16:creationId xmlns:a16="http://schemas.microsoft.com/office/drawing/2014/main" id="{9CC4C026-F765-0142-98AA-20F110528034}"/>
                </a:ext>
              </a:extLst>
            </p:cNvPr>
            <p:cNvSpPr/>
            <p:nvPr/>
          </p:nvSpPr>
          <p:spPr>
            <a:xfrm>
              <a:off x="5084064" y="1684782"/>
              <a:ext cx="1710689" cy="0"/>
            </a:xfrm>
            <a:custGeom>
              <a:avLst/>
              <a:gdLst/>
              <a:ahLst/>
              <a:cxnLst/>
              <a:rect l="l" t="t" r="r" b="b"/>
              <a:pathLst>
                <a:path w="1710689">
                  <a:moveTo>
                    <a:pt x="0" y="0"/>
                  </a:moveTo>
                  <a:lnTo>
                    <a:pt x="1710689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8" name="object 75">
            <a:extLst>
              <a:ext uri="{FF2B5EF4-FFF2-40B4-BE49-F238E27FC236}">
                <a16:creationId xmlns:a16="http://schemas.microsoft.com/office/drawing/2014/main" id="{3E1E085B-97F2-9D4A-BD76-6341F39C40E7}"/>
              </a:ext>
            </a:extLst>
          </p:cNvPr>
          <p:cNvGrpSpPr/>
          <p:nvPr/>
        </p:nvGrpSpPr>
        <p:grpSpPr>
          <a:xfrm>
            <a:off x="3454146" y="1332738"/>
            <a:ext cx="1556385" cy="353695"/>
            <a:chOff x="3454146" y="1332738"/>
            <a:chExt cx="1556385" cy="353695"/>
          </a:xfrm>
        </p:grpSpPr>
        <p:pic>
          <p:nvPicPr>
            <p:cNvPr id="79" name="object 76">
              <a:extLst>
                <a:ext uri="{FF2B5EF4-FFF2-40B4-BE49-F238E27FC236}">
                  <a16:creationId xmlns:a16="http://schemas.microsoft.com/office/drawing/2014/main" id="{E328E52E-C85B-F645-8AC7-84CA8D4A1B04}"/>
                </a:ext>
              </a:extLst>
            </p:cNvPr>
            <p:cNvPicPr/>
            <p:nvPr/>
          </p:nvPicPr>
          <p:blipFill>
            <a:blip r:embed="rId13"/>
            <a:stretch>
              <a:fillRect/>
            </a:stretch>
          </p:blipFill>
          <p:spPr>
            <a:xfrm>
              <a:off x="3640415" y="1332738"/>
              <a:ext cx="288116" cy="342138"/>
            </a:xfrm>
            <a:prstGeom prst="rect">
              <a:avLst/>
            </a:prstGeom>
          </p:spPr>
        </p:pic>
        <p:pic>
          <p:nvPicPr>
            <p:cNvPr id="80" name="object 77">
              <a:extLst>
                <a:ext uri="{FF2B5EF4-FFF2-40B4-BE49-F238E27FC236}">
                  <a16:creationId xmlns:a16="http://schemas.microsoft.com/office/drawing/2014/main" id="{12272AD2-2C6C-4944-B376-9DCF418EC5CC}"/>
                </a:ext>
              </a:extLst>
            </p:cNvPr>
            <p:cNvPicPr/>
            <p:nvPr/>
          </p:nvPicPr>
          <p:blipFill>
            <a:blip r:embed="rId5"/>
            <a:stretch>
              <a:fillRect/>
            </a:stretch>
          </p:blipFill>
          <p:spPr>
            <a:xfrm>
              <a:off x="3890010" y="1332738"/>
              <a:ext cx="342138" cy="342138"/>
            </a:xfrm>
            <a:prstGeom prst="rect">
              <a:avLst/>
            </a:prstGeom>
          </p:spPr>
        </p:pic>
        <p:pic>
          <p:nvPicPr>
            <p:cNvPr id="81" name="object 78">
              <a:extLst>
                <a:ext uri="{FF2B5EF4-FFF2-40B4-BE49-F238E27FC236}">
                  <a16:creationId xmlns:a16="http://schemas.microsoft.com/office/drawing/2014/main" id="{F84F260E-70C6-A248-928B-59C666C18556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4224528" y="1332738"/>
              <a:ext cx="341375" cy="342138"/>
            </a:xfrm>
            <a:prstGeom prst="rect">
              <a:avLst/>
            </a:prstGeom>
          </p:spPr>
        </p:pic>
        <p:pic>
          <p:nvPicPr>
            <p:cNvPr id="82" name="object 79">
              <a:extLst>
                <a:ext uri="{FF2B5EF4-FFF2-40B4-BE49-F238E27FC236}">
                  <a16:creationId xmlns:a16="http://schemas.microsoft.com/office/drawing/2014/main" id="{5C6864FF-E8F5-7143-87D6-A3CBF8DC0700}"/>
                </a:ext>
              </a:extLst>
            </p:cNvPr>
            <p:cNvPicPr/>
            <p:nvPr/>
          </p:nvPicPr>
          <p:blipFill>
            <a:blip r:embed="rId10"/>
            <a:stretch>
              <a:fillRect/>
            </a:stretch>
          </p:blipFill>
          <p:spPr>
            <a:xfrm>
              <a:off x="4634637" y="1402014"/>
              <a:ext cx="264106" cy="260735"/>
            </a:xfrm>
            <a:prstGeom prst="rect">
              <a:avLst/>
            </a:prstGeom>
          </p:spPr>
        </p:pic>
        <p:sp>
          <p:nvSpPr>
            <p:cNvPr id="83" name="object 80">
              <a:extLst>
                <a:ext uri="{FF2B5EF4-FFF2-40B4-BE49-F238E27FC236}">
                  <a16:creationId xmlns:a16="http://schemas.microsoft.com/office/drawing/2014/main" id="{C96DC762-E25E-124F-95FC-62BF17691A51}"/>
                </a:ext>
              </a:extLst>
            </p:cNvPr>
            <p:cNvSpPr/>
            <p:nvPr/>
          </p:nvSpPr>
          <p:spPr>
            <a:xfrm>
              <a:off x="3473196" y="1664208"/>
              <a:ext cx="1518285" cy="3175"/>
            </a:xfrm>
            <a:custGeom>
              <a:avLst/>
              <a:gdLst/>
              <a:ahLst/>
              <a:cxnLst/>
              <a:rect l="l" t="t" r="r" b="b"/>
              <a:pathLst>
                <a:path w="1518285" h="3175">
                  <a:moveTo>
                    <a:pt x="0" y="0"/>
                  </a:moveTo>
                  <a:lnTo>
                    <a:pt x="1518284" y="3047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4" name="object 81">
            <a:extLst>
              <a:ext uri="{FF2B5EF4-FFF2-40B4-BE49-F238E27FC236}">
                <a16:creationId xmlns:a16="http://schemas.microsoft.com/office/drawing/2014/main" id="{98F9A105-2D2A-0943-9512-9C604AAF581C}"/>
              </a:ext>
            </a:extLst>
          </p:cNvPr>
          <p:cNvGrpSpPr/>
          <p:nvPr/>
        </p:nvGrpSpPr>
        <p:grpSpPr>
          <a:xfrm>
            <a:off x="23622" y="2995422"/>
            <a:ext cx="650875" cy="534670"/>
            <a:chOff x="23622" y="2995422"/>
            <a:chExt cx="650875" cy="534670"/>
          </a:xfrm>
        </p:grpSpPr>
        <p:pic>
          <p:nvPicPr>
            <p:cNvPr id="85" name="object 82">
              <a:extLst>
                <a:ext uri="{FF2B5EF4-FFF2-40B4-BE49-F238E27FC236}">
                  <a16:creationId xmlns:a16="http://schemas.microsoft.com/office/drawing/2014/main" id="{D13050EA-6447-F547-8910-8E35B61DF828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23622" y="2995422"/>
              <a:ext cx="650748" cy="534162"/>
            </a:xfrm>
            <a:prstGeom prst="rect">
              <a:avLst/>
            </a:prstGeom>
          </p:spPr>
        </p:pic>
        <p:pic>
          <p:nvPicPr>
            <p:cNvPr id="86" name="object 83">
              <a:extLst>
                <a:ext uri="{FF2B5EF4-FFF2-40B4-BE49-F238E27FC236}">
                  <a16:creationId xmlns:a16="http://schemas.microsoft.com/office/drawing/2014/main" id="{84DDCE8A-35DE-8541-A309-2AEB111FAB4C}"/>
                </a:ext>
              </a:extLst>
            </p:cNvPr>
            <p:cNvPicPr/>
            <p:nvPr/>
          </p:nvPicPr>
          <p:blipFill>
            <a:blip r:embed="rId15"/>
            <a:stretch>
              <a:fillRect/>
            </a:stretch>
          </p:blipFill>
          <p:spPr>
            <a:xfrm>
              <a:off x="242315" y="3082290"/>
              <a:ext cx="245364" cy="246125"/>
            </a:xfrm>
            <a:prstGeom prst="rect">
              <a:avLst/>
            </a:prstGeom>
          </p:spPr>
        </p:pic>
        <p:pic>
          <p:nvPicPr>
            <p:cNvPr id="87" name="object 84">
              <a:extLst>
                <a:ext uri="{FF2B5EF4-FFF2-40B4-BE49-F238E27FC236}">
                  <a16:creationId xmlns:a16="http://schemas.microsoft.com/office/drawing/2014/main" id="{7F5034DE-E957-1F4F-96E7-02315A9208E6}"/>
                </a:ext>
              </a:extLst>
            </p:cNvPr>
            <p:cNvPicPr/>
            <p:nvPr/>
          </p:nvPicPr>
          <p:blipFill>
            <a:blip r:embed="rId5"/>
            <a:stretch>
              <a:fillRect/>
            </a:stretch>
          </p:blipFill>
          <p:spPr>
            <a:xfrm>
              <a:off x="425196" y="3092196"/>
              <a:ext cx="244601" cy="245363"/>
            </a:xfrm>
            <a:prstGeom prst="rect">
              <a:avLst/>
            </a:prstGeom>
          </p:spPr>
        </p:pic>
      </p:grpSp>
      <p:grpSp>
        <p:nvGrpSpPr>
          <p:cNvPr id="88" name="object 85">
            <a:extLst>
              <a:ext uri="{FF2B5EF4-FFF2-40B4-BE49-F238E27FC236}">
                <a16:creationId xmlns:a16="http://schemas.microsoft.com/office/drawing/2014/main" id="{4C20AA05-F8DE-EA48-86EC-4D6D8089E124}"/>
              </a:ext>
            </a:extLst>
          </p:cNvPr>
          <p:cNvGrpSpPr/>
          <p:nvPr/>
        </p:nvGrpSpPr>
        <p:grpSpPr>
          <a:xfrm>
            <a:off x="35051" y="2556510"/>
            <a:ext cx="957580" cy="361315"/>
            <a:chOff x="35051" y="2556510"/>
            <a:chExt cx="957580" cy="361315"/>
          </a:xfrm>
        </p:grpSpPr>
        <p:pic>
          <p:nvPicPr>
            <p:cNvPr id="89" name="object 86">
              <a:extLst>
                <a:ext uri="{FF2B5EF4-FFF2-40B4-BE49-F238E27FC236}">
                  <a16:creationId xmlns:a16="http://schemas.microsoft.com/office/drawing/2014/main" id="{27EE5330-2E9C-B545-AF44-4C54305783DF}"/>
                </a:ext>
              </a:extLst>
            </p:cNvPr>
            <p:cNvPicPr/>
            <p:nvPr/>
          </p:nvPicPr>
          <p:blipFill>
            <a:blip r:embed="rId10"/>
            <a:stretch>
              <a:fillRect/>
            </a:stretch>
          </p:blipFill>
          <p:spPr>
            <a:xfrm>
              <a:off x="689001" y="2620542"/>
              <a:ext cx="264106" cy="261318"/>
            </a:xfrm>
            <a:prstGeom prst="rect">
              <a:avLst/>
            </a:prstGeom>
          </p:spPr>
        </p:pic>
        <p:pic>
          <p:nvPicPr>
            <p:cNvPr id="90" name="object 87">
              <a:extLst>
                <a:ext uri="{FF2B5EF4-FFF2-40B4-BE49-F238E27FC236}">
                  <a16:creationId xmlns:a16="http://schemas.microsoft.com/office/drawing/2014/main" id="{A0FACE2D-123C-1549-94DD-22D3CA8EFEBF}"/>
                </a:ext>
              </a:extLst>
            </p:cNvPr>
            <p:cNvPicPr/>
            <p:nvPr/>
          </p:nvPicPr>
          <p:blipFill>
            <a:blip r:embed="rId16"/>
            <a:stretch>
              <a:fillRect/>
            </a:stretch>
          </p:blipFill>
          <p:spPr>
            <a:xfrm>
              <a:off x="35051" y="2636893"/>
              <a:ext cx="342138" cy="247664"/>
            </a:xfrm>
            <a:prstGeom prst="rect">
              <a:avLst/>
            </a:prstGeom>
          </p:spPr>
        </p:pic>
        <p:pic>
          <p:nvPicPr>
            <p:cNvPr id="91" name="object 88">
              <a:extLst>
                <a:ext uri="{FF2B5EF4-FFF2-40B4-BE49-F238E27FC236}">
                  <a16:creationId xmlns:a16="http://schemas.microsoft.com/office/drawing/2014/main" id="{198A1C02-E7AD-9545-B9DE-07B640CE2E01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383286" y="2556510"/>
              <a:ext cx="341376" cy="342138"/>
            </a:xfrm>
            <a:prstGeom prst="rect">
              <a:avLst/>
            </a:prstGeom>
          </p:spPr>
        </p:pic>
        <p:sp>
          <p:nvSpPr>
            <p:cNvPr id="92" name="object 89">
              <a:extLst>
                <a:ext uri="{FF2B5EF4-FFF2-40B4-BE49-F238E27FC236}">
                  <a16:creationId xmlns:a16="http://schemas.microsoft.com/office/drawing/2014/main" id="{02C66315-4056-AA44-A034-97B3D9D76305}"/>
                </a:ext>
              </a:extLst>
            </p:cNvPr>
            <p:cNvSpPr/>
            <p:nvPr/>
          </p:nvSpPr>
          <p:spPr>
            <a:xfrm>
              <a:off x="53340" y="2898648"/>
              <a:ext cx="939165" cy="0"/>
            </a:xfrm>
            <a:custGeom>
              <a:avLst/>
              <a:gdLst/>
              <a:ahLst/>
              <a:cxnLst/>
              <a:rect l="l" t="t" r="r" b="b"/>
              <a:pathLst>
                <a:path w="939165">
                  <a:moveTo>
                    <a:pt x="0" y="0"/>
                  </a:moveTo>
                  <a:lnTo>
                    <a:pt x="938784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3" name="object 90">
            <a:extLst>
              <a:ext uri="{FF2B5EF4-FFF2-40B4-BE49-F238E27FC236}">
                <a16:creationId xmlns:a16="http://schemas.microsoft.com/office/drawing/2014/main" id="{3D9476CD-246A-CA46-A210-FDB41D2E5213}"/>
              </a:ext>
            </a:extLst>
          </p:cNvPr>
          <p:cNvGrpSpPr/>
          <p:nvPr/>
        </p:nvGrpSpPr>
        <p:grpSpPr>
          <a:xfrm>
            <a:off x="1264158" y="2556510"/>
            <a:ext cx="777875" cy="361315"/>
            <a:chOff x="1264158" y="2556510"/>
            <a:chExt cx="777875" cy="361315"/>
          </a:xfrm>
        </p:grpSpPr>
        <p:pic>
          <p:nvPicPr>
            <p:cNvPr id="94" name="object 91">
              <a:extLst>
                <a:ext uri="{FF2B5EF4-FFF2-40B4-BE49-F238E27FC236}">
                  <a16:creationId xmlns:a16="http://schemas.microsoft.com/office/drawing/2014/main" id="{029C5033-AA7D-224F-AF7B-B045C1AFC3AD}"/>
                </a:ext>
              </a:extLst>
            </p:cNvPr>
            <p:cNvPicPr/>
            <p:nvPr/>
          </p:nvPicPr>
          <p:blipFill>
            <a:blip r:embed="rId9"/>
            <a:stretch>
              <a:fillRect/>
            </a:stretch>
          </p:blipFill>
          <p:spPr>
            <a:xfrm>
              <a:off x="1272519" y="2559204"/>
              <a:ext cx="144058" cy="336750"/>
            </a:xfrm>
            <a:prstGeom prst="rect">
              <a:avLst/>
            </a:prstGeom>
          </p:spPr>
        </p:pic>
        <p:pic>
          <p:nvPicPr>
            <p:cNvPr id="95" name="object 92">
              <a:extLst>
                <a:ext uri="{FF2B5EF4-FFF2-40B4-BE49-F238E27FC236}">
                  <a16:creationId xmlns:a16="http://schemas.microsoft.com/office/drawing/2014/main" id="{89C59039-726C-EB40-BEBC-012003FCEDF7}"/>
                </a:ext>
              </a:extLst>
            </p:cNvPr>
            <p:cNvPicPr/>
            <p:nvPr/>
          </p:nvPicPr>
          <p:blipFill>
            <a:blip r:embed="rId10"/>
            <a:stretch>
              <a:fillRect/>
            </a:stretch>
          </p:blipFill>
          <p:spPr>
            <a:xfrm>
              <a:off x="1738275" y="2625786"/>
              <a:ext cx="264106" cy="260735"/>
            </a:xfrm>
            <a:prstGeom prst="rect">
              <a:avLst/>
            </a:prstGeom>
          </p:spPr>
        </p:pic>
        <p:pic>
          <p:nvPicPr>
            <p:cNvPr id="96" name="object 93">
              <a:extLst>
                <a:ext uri="{FF2B5EF4-FFF2-40B4-BE49-F238E27FC236}">
                  <a16:creationId xmlns:a16="http://schemas.microsoft.com/office/drawing/2014/main" id="{13CAC7BF-453E-8E41-AAE6-908BDCA6ACDC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1451610" y="2556510"/>
              <a:ext cx="342138" cy="342138"/>
            </a:xfrm>
            <a:prstGeom prst="rect">
              <a:avLst/>
            </a:prstGeom>
          </p:spPr>
        </p:pic>
        <p:sp>
          <p:nvSpPr>
            <p:cNvPr id="97" name="object 94">
              <a:extLst>
                <a:ext uri="{FF2B5EF4-FFF2-40B4-BE49-F238E27FC236}">
                  <a16:creationId xmlns:a16="http://schemas.microsoft.com/office/drawing/2014/main" id="{2EAB9C20-58D1-224F-A7A7-8DD5F08E3A93}"/>
                </a:ext>
              </a:extLst>
            </p:cNvPr>
            <p:cNvSpPr/>
            <p:nvPr/>
          </p:nvSpPr>
          <p:spPr>
            <a:xfrm>
              <a:off x="1264158" y="2898648"/>
              <a:ext cx="777875" cy="0"/>
            </a:xfrm>
            <a:custGeom>
              <a:avLst/>
              <a:gdLst/>
              <a:ahLst/>
              <a:cxnLst/>
              <a:rect l="l" t="t" r="r" b="b"/>
              <a:pathLst>
                <a:path w="777875">
                  <a:moveTo>
                    <a:pt x="0" y="0"/>
                  </a:moveTo>
                  <a:lnTo>
                    <a:pt x="777366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8" name="object 95">
            <a:extLst>
              <a:ext uri="{FF2B5EF4-FFF2-40B4-BE49-F238E27FC236}">
                <a16:creationId xmlns:a16="http://schemas.microsoft.com/office/drawing/2014/main" id="{15210B92-FBFD-FA4E-A48A-6E0BACFCDC7B}"/>
              </a:ext>
            </a:extLst>
          </p:cNvPr>
          <p:cNvGrpSpPr/>
          <p:nvPr/>
        </p:nvGrpSpPr>
        <p:grpSpPr>
          <a:xfrm>
            <a:off x="2308098" y="2559204"/>
            <a:ext cx="802005" cy="372745"/>
            <a:chOff x="2308098" y="2559204"/>
            <a:chExt cx="802005" cy="372745"/>
          </a:xfrm>
        </p:grpSpPr>
        <p:pic>
          <p:nvPicPr>
            <p:cNvPr id="99" name="object 96">
              <a:extLst>
                <a:ext uri="{FF2B5EF4-FFF2-40B4-BE49-F238E27FC236}">
                  <a16:creationId xmlns:a16="http://schemas.microsoft.com/office/drawing/2014/main" id="{3200815D-40AF-884A-B1A4-7223E8ADAB3D}"/>
                </a:ext>
              </a:extLst>
            </p:cNvPr>
            <p:cNvPicPr/>
            <p:nvPr/>
          </p:nvPicPr>
          <p:blipFill>
            <a:blip r:embed="rId9"/>
            <a:stretch>
              <a:fillRect/>
            </a:stretch>
          </p:blipFill>
          <p:spPr>
            <a:xfrm>
              <a:off x="2321794" y="2559204"/>
              <a:ext cx="144058" cy="336750"/>
            </a:xfrm>
            <a:prstGeom prst="rect">
              <a:avLst/>
            </a:prstGeom>
          </p:spPr>
        </p:pic>
        <p:pic>
          <p:nvPicPr>
            <p:cNvPr id="100" name="object 97">
              <a:extLst>
                <a:ext uri="{FF2B5EF4-FFF2-40B4-BE49-F238E27FC236}">
                  <a16:creationId xmlns:a16="http://schemas.microsoft.com/office/drawing/2014/main" id="{44541C2D-DC55-FA4A-A806-B5BAE55E815F}"/>
                </a:ext>
              </a:extLst>
            </p:cNvPr>
            <p:cNvPicPr/>
            <p:nvPr/>
          </p:nvPicPr>
          <p:blipFill>
            <a:blip r:embed="rId17"/>
            <a:stretch>
              <a:fillRect/>
            </a:stretch>
          </p:blipFill>
          <p:spPr>
            <a:xfrm>
              <a:off x="2456688" y="2590038"/>
              <a:ext cx="653033" cy="341375"/>
            </a:xfrm>
            <a:prstGeom prst="rect">
              <a:avLst/>
            </a:prstGeom>
          </p:spPr>
        </p:pic>
        <p:sp>
          <p:nvSpPr>
            <p:cNvPr id="101" name="object 98">
              <a:extLst>
                <a:ext uri="{FF2B5EF4-FFF2-40B4-BE49-F238E27FC236}">
                  <a16:creationId xmlns:a16="http://schemas.microsoft.com/office/drawing/2014/main" id="{332184E0-3A89-724D-8A19-01313EEB4C38}"/>
                </a:ext>
              </a:extLst>
            </p:cNvPr>
            <p:cNvSpPr/>
            <p:nvPr/>
          </p:nvSpPr>
          <p:spPr>
            <a:xfrm>
              <a:off x="2308098" y="2898648"/>
              <a:ext cx="792480" cy="0"/>
            </a:xfrm>
            <a:custGeom>
              <a:avLst/>
              <a:gdLst/>
              <a:ahLst/>
              <a:cxnLst/>
              <a:rect l="l" t="t" r="r" b="b"/>
              <a:pathLst>
                <a:path w="792480">
                  <a:moveTo>
                    <a:pt x="0" y="0"/>
                  </a:moveTo>
                  <a:lnTo>
                    <a:pt x="791971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2" name="object 99">
            <a:extLst>
              <a:ext uri="{FF2B5EF4-FFF2-40B4-BE49-F238E27FC236}">
                <a16:creationId xmlns:a16="http://schemas.microsoft.com/office/drawing/2014/main" id="{361BE687-9680-2848-9197-9D689D04BA91}"/>
              </a:ext>
            </a:extLst>
          </p:cNvPr>
          <p:cNvGrpSpPr/>
          <p:nvPr/>
        </p:nvGrpSpPr>
        <p:grpSpPr>
          <a:xfrm>
            <a:off x="3389897" y="2559204"/>
            <a:ext cx="938530" cy="358775"/>
            <a:chOff x="3389897" y="2559204"/>
            <a:chExt cx="938530" cy="358775"/>
          </a:xfrm>
        </p:grpSpPr>
        <p:pic>
          <p:nvPicPr>
            <p:cNvPr id="103" name="object 100">
              <a:extLst>
                <a:ext uri="{FF2B5EF4-FFF2-40B4-BE49-F238E27FC236}">
                  <a16:creationId xmlns:a16="http://schemas.microsoft.com/office/drawing/2014/main" id="{F3301238-9044-2945-A28E-62E576F640A0}"/>
                </a:ext>
              </a:extLst>
            </p:cNvPr>
            <p:cNvPicPr/>
            <p:nvPr/>
          </p:nvPicPr>
          <p:blipFill>
            <a:blip r:embed="rId9"/>
            <a:stretch>
              <a:fillRect/>
            </a:stretch>
          </p:blipFill>
          <p:spPr>
            <a:xfrm>
              <a:off x="3389897" y="2559204"/>
              <a:ext cx="143737" cy="336750"/>
            </a:xfrm>
            <a:prstGeom prst="rect">
              <a:avLst/>
            </a:prstGeom>
          </p:spPr>
        </p:pic>
        <p:pic>
          <p:nvPicPr>
            <p:cNvPr id="104" name="object 101">
              <a:extLst>
                <a:ext uri="{FF2B5EF4-FFF2-40B4-BE49-F238E27FC236}">
                  <a16:creationId xmlns:a16="http://schemas.microsoft.com/office/drawing/2014/main" id="{C526F3DF-8FDD-4D46-9D31-D57093B3CE69}"/>
                </a:ext>
              </a:extLst>
            </p:cNvPr>
            <p:cNvPicPr/>
            <p:nvPr/>
          </p:nvPicPr>
          <p:blipFill>
            <a:blip r:embed="rId16"/>
            <a:stretch>
              <a:fillRect/>
            </a:stretch>
          </p:blipFill>
          <p:spPr>
            <a:xfrm>
              <a:off x="3557777" y="2636893"/>
              <a:ext cx="342138" cy="247664"/>
            </a:xfrm>
            <a:prstGeom prst="rect">
              <a:avLst/>
            </a:prstGeom>
          </p:spPr>
        </p:pic>
        <p:pic>
          <p:nvPicPr>
            <p:cNvPr id="105" name="object 102">
              <a:extLst>
                <a:ext uri="{FF2B5EF4-FFF2-40B4-BE49-F238E27FC236}">
                  <a16:creationId xmlns:a16="http://schemas.microsoft.com/office/drawing/2014/main" id="{AB1634ED-EE66-2C4C-93D4-31D8EC73B041}"/>
                </a:ext>
              </a:extLst>
            </p:cNvPr>
            <p:cNvPicPr/>
            <p:nvPr/>
          </p:nvPicPr>
          <p:blipFill>
            <a:blip r:embed="rId18"/>
            <a:stretch>
              <a:fillRect/>
            </a:stretch>
          </p:blipFill>
          <p:spPr>
            <a:xfrm>
              <a:off x="3932635" y="2559204"/>
              <a:ext cx="336135" cy="336750"/>
            </a:xfrm>
            <a:prstGeom prst="rect">
              <a:avLst/>
            </a:prstGeom>
          </p:spPr>
        </p:pic>
        <p:sp>
          <p:nvSpPr>
            <p:cNvPr id="106" name="object 103">
              <a:extLst>
                <a:ext uri="{FF2B5EF4-FFF2-40B4-BE49-F238E27FC236}">
                  <a16:creationId xmlns:a16="http://schemas.microsoft.com/office/drawing/2014/main" id="{704E3815-661C-E14C-A031-466E3466CC4A}"/>
                </a:ext>
              </a:extLst>
            </p:cNvPr>
            <p:cNvSpPr/>
            <p:nvPr/>
          </p:nvSpPr>
          <p:spPr>
            <a:xfrm>
              <a:off x="3390899" y="2898648"/>
              <a:ext cx="937260" cy="0"/>
            </a:xfrm>
            <a:custGeom>
              <a:avLst/>
              <a:gdLst/>
              <a:ahLst/>
              <a:cxnLst/>
              <a:rect l="l" t="t" r="r" b="b"/>
              <a:pathLst>
                <a:path w="937260">
                  <a:moveTo>
                    <a:pt x="0" y="0"/>
                  </a:moveTo>
                  <a:lnTo>
                    <a:pt x="937005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7" name="object 104">
            <a:extLst>
              <a:ext uri="{FF2B5EF4-FFF2-40B4-BE49-F238E27FC236}">
                <a16:creationId xmlns:a16="http://schemas.microsoft.com/office/drawing/2014/main" id="{879F4371-B692-EA46-8A63-BF29A9A10BE1}"/>
              </a:ext>
            </a:extLst>
          </p:cNvPr>
          <p:cNvGrpSpPr/>
          <p:nvPr/>
        </p:nvGrpSpPr>
        <p:grpSpPr>
          <a:xfrm>
            <a:off x="5655564" y="2556510"/>
            <a:ext cx="964565" cy="370840"/>
            <a:chOff x="5655564" y="2556510"/>
            <a:chExt cx="964565" cy="370840"/>
          </a:xfrm>
        </p:grpSpPr>
        <p:pic>
          <p:nvPicPr>
            <p:cNvPr id="108" name="object 105">
              <a:extLst>
                <a:ext uri="{FF2B5EF4-FFF2-40B4-BE49-F238E27FC236}">
                  <a16:creationId xmlns:a16="http://schemas.microsoft.com/office/drawing/2014/main" id="{0D1FBFF2-AE13-4545-8BC0-4F30B990B37E}"/>
                </a:ext>
              </a:extLst>
            </p:cNvPr>
            <p:cNvPicPr/>
            <p:nvPr/>
          </p:nvPicPr>
          <p:blipFill>
            <a:blip r:embed="rId19"/>
            <a:stretch>
              <a:fillRect/>
            </a:stretch>
          </p:blipFill>
          <p:spPr>
            <a:xfrm>
              <a:off x="5670146" y="2556510"/>
              <a:ext cx="287826" cy="342138"/>
            </a:xfrm>
            <a:prstGeom prst="rect">
              <a:avLst/>
            </a:prstGeom>
          </p:spPr>
        </p:pic>
        <p:pic>
          <p:nvPicPr>
            <p:cNvPr id="109" name="object 106">
              <a:extLst>
                <a:ext uri="{FF2B5EF4-FFF2-40B4-BE49-F238E27FC236}">
                  <a16:creationId xmlns:a16="http://schemas.microsoft.com/office/drawing/2014/main" id="{281EDB31-438B-7F4C-92AF-7AC8263368F3}"/>
                </a:ext>
              </a:extLst>
            </p:cNvPr>
            <p:cNvPicPr/>
            <p:nvPr/>
          </p:nvPicPr>
          <p:blipFill>
            <a:blip r:embed="rId10"/>
            <a:stretch>
              <a:fillRect/>
            </a:stretch>
          </p:blipFill>
          <p:spPr>
            <a:xfrm>
              <a:off x="6278946" y="2625114"/>
              <a:ext cx="263518" cy="261318"/>
            </a:xfrm>
            <a:prstGeom prst="rect">
              <a:avLst/>
            </a:prstGeom>
          </p:spPr>
        </p:pic>
        <p:pic>
          <p:nvPicPr>
            <p:cNvPr id="110" name="object 107">
              <a:extLst>
                <a:ext uri="{FF2B5EF4-FFF2-40B4-BE49-F238E27FC236}">
                  <a16:creationId xmlns:a16="http://schemas.microsoft.com/office/drawing/2014/main" id="{7BFDC298-3F7E-5347-8302-2114CF4A0FC6}"/>
                </a:ext>
              </a:extLst>
            </p:cNvPr>
            <p:cNvPicPr/>
            <p:nvPr/>
          </p:nvPicPr>
          <p:blipFill>
            <a:blip r:embed="rId20"/>
            <a:stretch>
              <a:fillRect/>
            </a:stretch>
          </p:blipFill>
          <p:spPr>
            <a:xfrm>
              <a:off x="5948172" y="2585466"/>
              <a:ext cx="342138" cy="341375"/>
            </a:xfrm>
            <a:prstGeom prst="rect">
              <a:avLst/>
            </a:prstGeom>
          </p:spPr>
        </p:pic>
        <p:sp>
          <p:nvSpPr>
            <p:cNvPr id="111" name="object 108">
              <a:extLst>
                <a:ext uri="{FF2B5EF4-FFF2-40B4-BE49-F238E27FC236}">
                  <a16:creationId xmlns:a16="http://schemas.microsoft.com/office/drawing/2014/main" id="{FFBAE16B-8DEA-8746-8718-2DE55DDBD505}"/>
                </a:ext>
              </a:extLst>
            </p:cNvPr>
            <p:cNvSpPr/>
            <p:nvPr/>
          </p:nvSpPr>
          <p:spPr>
            <a:xfrm>
              <a:off x="5655564" y="2898648"/>
              <a:ext cx="964565" cy="0"/>
            </a:xfrm>
            <a:custGeom>
              <a:avLst/>
              <a:gdLst/>
              <a:ahLst/>
              <a:cxnLst/>
              <a:rect l="l" t="t" r="r" b="b"/>
              <a:pathLst>
                <a:path w="964565">
                  <a:moveTo>
                    <a:pt x="0" y="0"/>
                  </a:moveTo>
                  <a:lnTo>
                    <a:pt x="964184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2" name="object 109">
            <a:extLst>
              <a:ext uri="{FF2B5EF4-FFF2-40B4-BE49-F238E27FC236}">
                <a16:creationId xmlns:a16="http://schemas.microsoft.com/office/drawing/2014/main" id="{C82D737E-E32B-F84B-B269-BC6069D57C38}"/>
              </a:ext>
            </a:extLst>
          </p:cNvPr>
          <p:cNvGrpSpPr/>
          <p:nvPr/>
        </p:nvGrpSpPr>
        <p:grpSpPr>
          <a:xfrm>
            <a:off x="6800850" y="2556510"/>
            <a:ext cx="982344" cy="370840"/>
            <a:chOff x="6800850" y="2556510"/>
            <a:chExt cx="982344" cy="370840"/>
          </a:xfrm>
        </p:grpSpPr>
        <p:pic>
          <p:nvPicPr>
            <p:cNvPr id="113" name="object 110">
              <a:extLst>
                <a:ext uri="{FF2B5EF4-FFF2-40B4-BE49-F238E27FC236}">
                  <a16:creationId xmlns:a16="http://schemas.microsoft.com/office/drawing/2014/main" id="{774DE95A-6ABF-6E4E-8EE1-7DCC0FC361F5}"/>
                </a:ext>
              </a:extLst>
            </p:cNvPr>
            <p:cNvPicPr/>
            <p:nvPr/>
          </p:nvPicPr>
          <p:blipFill>
            <a:blip r:embed="rId19"/>
            <a:stretch>
              <a:fillRect/>
            </a:stretch>
          </p:blipFill>
          <p:spPr>
            <a:xfrm>
              <a:off x="6829208" y="2556510"/>
              <a:ext cx="288469" cy="342138"/>
            </a:xfrm>
            <a:prstGeom prst="rect">
              <a:avLst/>
            </a:prstGeom>
          </p:spPr>
        </p:pic>
        <p:pic>
          <p:nvPicPr>
            <p:cNvPr id="114" name="object 111">
              <a:extLst>
                <a:ext uri="{FF2B5EF4-FFF2-40B4-BE49-F238E27FC236}">
                  <a16:creationId xmlns:a16="http://schemas.microsoft.com/office/drawing/2014/main" id="{C85C0013-3215-E54B-8396-4C297C64FEB3}"/>
                </a:ext>
              </a:extLst>
            </p:cNvPr>
            <p:cNvPicPr/>
            <p:nvPr/>
          </p:nvPicPr>
          <p:blipFill>
            <a:blip r:embed="rId20"/>
            <a:stretch>
              <a:fillRect/>
            </a:stretch>
          </p:blipFill>
          <p:spPr>
            <a:xfrm>
              <a:off x="7098029" y="2585466"/>
              <a:ext cx="342138" cy="341375"/>
            </a:xfrm>
            <a:prstGeom prst="rect">
              <a:avLst/>
            </a:prstGeom>
          </p:spPr>
        </p:pic>
        <p:pic>
          <p:nvPicPr>
            <p:cNvPr id="115" name="object 112">
              <a:extLst>
                <a:ext uri="{FF2B5EF4-FFF2-40B4-BE49-F238E27FC236}">
                  <a16:creationId xmlns:a16="http://schemas.microsoft.com/office/drawing/2014/main" id="{55A989DB-FD53-574A-8CFF-6EAD661C9812}"/>
                </a:ext>
              </a:extLst>
            </p:cNvPr>
            <p:cNvPicPr/>
            <p:nvPr/>
          </p:nvPicPr>
          <p:blipFill>
            <a:blip r:embed="rId18"/>
            <a:stretch>
              <a:fillRect/>
            </a:stretch>
          </p:blipFill>
          <p:spPr>
            <a:xfrm>
              <a:off x="7444686" y="2559204"/>
              <a:ext cx="335386" cy="336750"/>
            </a:xfrm>
            <a:prstGeom prst="rect">
              <a:avLst/>
            </a:prstGeom>
          </p:spPr>
        </p:pic>
        <p:sp>
          <p:nvSpPr>
            <p:cNvPr id="116" name="object 113">
              <a:extLst>
                <a:ext uri="{FF2B5EF4-FFF2-40B4-BE49-F238E27FC236}">
                  <a16:creationId xmlns:a16="http://schemas.microsoft.com/office/drawing/2014/main" id="{0D14C2C7-B84B-D24C-ADCF-07FA87232EA4}"/>
                </a:ext>
              </a:extLst>
            </p:cNvPr>
            <p:cNvSpPr/>
            <p:nvPr/>
          </p:nvSpPr>
          <p:spPr>
            <a:xfrm>
              <a:off x="6800850" y="2898648"/>
              <a:ext cx="982344" cy="0"/>
            </a:xfrm>
            <a:custGeom>
              <a:avLst/>
              <a:gdLst/>
              <a:ahLst/>
              <a:cxnLst/>
              <a:rect l="l" t="t" r="r" b="b"/>
              <a:pathLst>
                <a:path w="982344">
                  <a:moveTo>
                    <a:pt x="0" y="0"/>
                  </a:moveTo>
                  <a:lnTo>
                    <a:pt x="982345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7" name="object 114">
            <a:extLst>
              <a:ext uri="{FF2B5EF4-FFF2-40B4-BE49-F238E27FC236}">
                <a16:creationId xmlns:a16="http://schemas.microsoft.com/office/drawing/2014/main" id="{FDDA0FC7-5F05-CA4E-B7D3-A6467947D965}"/>
              </a:ext>
            </a:extLst>
          </p:cNvPr>
          <p:cNvGrpSpPr/>
          <p:nvPr/>
        </p:nvGrpSpPr>
        <p:grpSpPr>
          <a:xfrm>
            <a:off x="7991258" y="2556510"/>
            <a:ext cx="745490" cy="375285"/>
            <a:chOff x="7991258" y="2556510"/>
            <a:chExt cx="745490" cy="375285"/>
          </a:xfrm>
        </p:grpSpPr>
        <p:pic>
          <p:nvPicPr>
            <p:cNvPr id="118" name="object 115">
              <a:extLst>
                <a:ext uri="{FF2B5EF4-FFF2-40B4-BE49-F238E27FC236}">
                  <a16:creationId xmlns:a16="http://schemas.microsoft.com/office/drawing/2014/main" id="{7DE15CBE-8B73-3D41-AFC4-0D91ACD4FC1F}"/>
                </a:ext>
              </a:extLst>
            </p:cNvPr>
            <p:cNvPicPr/>
            <p:nvPr/>
          </p:nvPicPr>
          <p:blipFill>
            <a:blip r:embed="rId19"/>
            <a:stretch>
              <a:fillRect/>
            </a:stretch>
          </p:blipFill>
          <p:spPr>
            <a:xfrm>
              <a:off x="7991258" y="2556510"/>
              <a:ext cx="288469" cy="342138"/>
            </a:xfrm>
            <a:prstGeom prst="rect">
              <a:avLst/>
            </a:prstGeom>
          </p:spPr>
        </p:pic>
        <p:pic>
          <p:nvPicPr>
            <p:cNvPr id="119" name="object 116">
              <a:extLst>
                <a:ext uri="{FF2B5EF4-FFF2-40B4-BE49-F238E27FC236}">
                  <a16:creationId xmlns:a16="http://schemas.microsoft.com/office/drawing/2014/main" id="{3F0838B6-47E4-BB43-8BD8-1ECABFD1D833}"/>
                </a:ext>
              </a:extLst>
            </p:cNvPr>
            <p:cNvPicPr/>
            <p:nvPr/>
          </p:nvPicPr>
          <p:blipFill>
            <a:blip r:embed="rId5"/>
            <a:stretch>
              <a:fillRect/>
            </a:stretch>
          </p:blipFill>
          <p:spPr>
            <a:xfrm>
              <a:off x="8174736" y="2556510"/>
              <a:ext cx="342138" cy="342138"/>
            </a:xfrm>
            <a:prstGeom prst="rect">
              <a:avLst/>
            </a:prstGeom>
          </p:spPr>
        </p:pic>
        <p:pic>
          <p:nvPicPr>
            <p:cNvPr id="120" name="object 117">
              <a:extLst>
                <a:ext uri="{FF2B5EF4-FFF2-40B4-BE49-F238E27FC236}">
                  <a16:creationId xmlns:a16="http://schemas.microsoft.com/office/drawing/2014/main" id="{99E1CF70-50D4-3F4E-9D01-36ABD37099F8}"/>
                </a:ext>
              </a:extLst>
            </p:cNvPr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8394954" y="2590038"/>
              <a:ext cx="341375" cy="341375"/>
            </a:xfrm>
            <a:prstGeom prst="rect">
              <a:avLst/>
            </a:prstGeom>
          </p:spPr>
        </p:pic>
        <p:sp>
          <p:nvSpPr>
            <p:cNvPr id="121" name="object 118">
              <a:extLst>
                <a:ext uri="{FF2B5EF4-FFF2-40B4-BE49-F238E27FC236}">
                  <a16:creationId xmlns:a16="http://schemas.microsoft.com/office/drawing/2014/main" id="{03BA83CA-375C-C34D-A70C-D8259BD641B5}"/>
                </a:ext>
              </a:extLst>
            </p:cNvPr>
            <p:cNvSpPr/>
            <p:nvPr/>
          </p:nvSpPr>
          <p:spPr>
            <a:xfrm>
              <a:off x="8002524" y="2898648"/>
              <a:ext cx="734695" cy="0"/>
            </a:xfrm>
            <a:custGeom>
              <a:avLst/>
              <a:gdLst/>
              <a:ahLst/>
              <a:cxnLst/>
              <a:rect l="l" t="t" r="r" b="b"/>
              <a:pathLst>
                <a:path w="734695">
                  <a:moveTo>
                    <a:pt x="0" y="0"/>
                  </a:moveTo>
                  <a:lnTo>
                    <a:pt x="734186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2" name="object 119">
            <a:extLst>
              <a:ext uri="{FF2B5EF4-FFF2-40B4-BE49-F238E27FC236}">
                <a16:creationId xmlns:a16="http://schemas.microsoft.com/office/drawing/2014/main" id="{67225215-A331-5242-8463-6CC64E48082D}"/>
              </a:ext>
            </a:extLst>
          </p:cNvPr>
          <p:cNvGrpSpPr/>
          <p:nvPr/>
        </p:nvGrpSpPr>
        <p:grpSpPr>
          <a:xfrm>
            <a:off x="9944861" y="2556510"/>
            <a:ext cx="876300" cy="375285"/>
            <a:chOff x="9944861" y="2556510"/>
            <a:chExt cx="876300" cy="375285"/>
          </a:xfrm>
        </p:grpSpPr>
        <p:pic>
          <p:nvPicPr>
            <p:cNvPr id="123" name="object 120">
              <a:extLst>
                <a:ext uri="{FF2B5EF4-FFF2-40B4-BE49-F238E27FC236}">
                  <a16:creationId xmlns:a16="http://schemas.microsoft.com/office/drawing/2014/main" id="{177470A3-1EAF-AE46-9F2F-4334CFD6BEA4}"/>
                </a:ext>
              </a:extLst>
            </p:cNvPr>
            <p:cNvPicPr/>
            <p:nvPr/>
          </p:nvPicPr>
          <p:blipFill>
            <a:blip r:embed="rId19"/>
            <a:stretch>
              <a:fillRect/>
            </a:stretch>
          </p:blipFill>
          <p:spPr>
            <a:xfrm>
              <a:off x="9964076" y="2556510"/>
              <a:ext cx="288469" cy="342138"/>
            </a:xfrm>
            <a:prstGeom prst="rect">
              <a:avLst/>
            </a:prstGeom>
          </p:spPr>
        </p:pic>
        <p:pic>
          <p:nvPicPr>
            <p:cNvPr id="124" name="object 121">
              <a:extLst>
                <a:ext uri="{FF2B5EF4-FFF2-40B4-BE49-F238E27FC236}">
                  <a16:creationId xmlns:a16="http://schemas.microsoft.com/office/drawing/2014/main" id="{CA55991B-17BF-0A4A-AD4D-446E38924DA5}"/>
                </a:ext>
              </a:extLst>
            </p:cNvPr>
            <p:cNvPicPr/>
            <p:nvPr/>
          </p:nvPicPr>
          <p:blipFill>
            <a:blip r:embed="rId5"/>
            <a:stretch>
              <a:fillRect/>
            </a:stretch>
          </p:blipFill>
          <p:spPr>
            <a:xfrm>
              <a:off x="10156697" y="2556510"/>
              <a:ext cx="342138" cy="342138"/>
            </a:xfrm>
            <a:prstGeom prst="rect">
              <a:avLst/>
            </a:prstGeom>
          </p:spPr>
        </p:pic>
        <p:pic>
          <p:nvPicPr>
            <p:cNvPr id="125" name="object 122">
              <a:extLst>
                <a:ext uri="{FF2B5EF4-FFF2-40B4-BE49-F238E27FC236}">
                  <a16:creationId xmlns:a16="http://schemas.microsoft.com/office/drawing/2014/main" id="{02D7C879-FE72-2544-B53B-65DCDCC35CAB}"/>
                </a:ext>
              </a:extLst>
            </p:cNvPr>
            <p:cNvPicPr/>
            <p:nvPr/>
          </p:nvPicPr>
          <p:blipFill>
            <a:blip r:embed="rId20"/>
            <a:stretch>
              <a:fillRect/>
            </a:stretch>
          </p:blipFill>
          <p:spPr>
            <a:xfrm>
              <a:off x="10424159" y="2590038"/>
              <a:ext cx="341375" cy="341375"/>
            </a:xfrm>
            <a:prstGeom prst="rect">
              <a:avLst/>
            </a:prstGeom>
          </p:spPr>
        </p:pic>
        <p:sp>
          <p:nvSpPr>
            <p:cNvPr id="126" name="object 123">
              <a:extLst>
                <a:ext uri="{FF2B5EF4-FFF2-40B4-BE49-F238E27FC236}">
                  <a16:creationId xmlns:a16="http://schemas.microsoft.com/office/drawing/2014/main" id="{4D377A94-BC75-1047-AF56-AB15929A9ADF}"/>
                </a:ext>
              </a:extLst>
            </p:cNvPr>
            <p:cNvSpPr/>
            <p:nvPr/>
          </p:nvSpPr>
          <p:spPr>
            <a:xfrm>
              <a:off x="9944861" y="2898648"/>
              <a:ext cx="876300" cy="0"/>
            </a:xfrm>
            <a:custGeom>
              <a:avLst/>
              <a:gdLst/>
              <a:ahLst/>
              <a:cxnLst/>
              <a:rect l="l" t="t" r="r" b="b"/>
              <a:pathLst>
                <a:path w="876300">
                  <a:moveTo>
                    <a:pt x="0" y="0"/>
                  </a:moveTo>
                  <a:lnTo>
                    <a:pt x="875919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7" name="object 124">
            <a:extLst>
              <a:ext uri="{FF2B5EF4-FFF2-40B4-BE49-F238E27FC236}">
                <a16:creationId xmlns:a16="http://schemas.microsoft.com/office/drawing/2014/main" id="{15AAF939-623E-9F42-B93E-A77B108961D6}"/>
              </a:ext>
            </a:extLst>
          </p:cNvPr>
          <p:cNvGrpSpPr/>
          <p:nvPr/>
        </p:nvGrpSpPr>
        <p:grpSpPr>
          <a:xfrm>
            <a:off x="4535588" y="2556510"/>
            <a:ext cx="926465" cy="361315"/>
            <a:chOff x="4535588" y="2556510"/>
            <a:chExt cx="926465" cy="361315"/>
          </a:xfrm>
        </p:grpSpPr>
        <p:pic>
          <p:nvPicPr>
            <p:cNvPr id="128" name="object 125">
              <a:extLst>
                <a:ext uri="{FF2B5EF4-FFF2-40B4-BE49-F238E27FC236}">
                  <a16:creationId xmlns:a16="http://schemas.microsoft.com/office/drawing/2014/main" id="{0CA27F9A-339F-3A46-B2F1-9DBAA6F3BE2D}"/>
                </a:ext>
              </a:extLst>
            </p:cNvPr>
            <p:cNvPicPr/>
            <p:nvPr/>
          </p:nvPicPr>
          <p:blipFill>
            <a:blip r:embed="rId19"/>
            <a:stretch>
              <a:fillRect/>
            </a:stretch>
          </p:blipFill>
          <p:spPr>
            <a:xfrm>
              <a:off x="4535588" y="2556510"/>
              <a:ext cx="288469" cy="342138"/>
            </a:xfrm>
            <a:prstGeom prst="rect">
              <a:avLst/>
            </a:prstGeom>
          </p:spPr>
        </p:pic>
        <p:pic>
          <p:nvPicPr>
            <p:cNvPr id="129" name="object 126">
              <a:extLst>
                <a:ext uri="{FF2B5EF4-FFF2-40B4-BE49-F238E27FC236}">
                  <a16:creationId xmlns:a16="http://schemas.microsoft.com/office/drawing/2014/main" id="{60226961-7673-E349-AACA-36AA4F98AB9D}"/>
                </a:ext>
              </a:extLst>
            </p:cNvPr>
            <p:cNvPicPr/>
            <p:nvPr/>
          </p:nvPicPr>
          <p:blipFill>
            <a:blip r:embed="rId10"/>
            <a:stretch>
              <a:fillRect/>
            </a:stretch>
          </p:blipFill>
          <p:spPr>
            <a:xfrm>
              <a:off x="5158893" y="2625786"/>
              <a:ext cx="264106" cy="260735"/>
            </a:xfrm>
            <a:prstGeom prst="rect">
              <a:avLst/>
            </a:prstGeom>
          </p:spPr>
        </p:pic>
        <p:pic>
          <p:nvPicPr>
            <p:cNvPr id="130" name="object 127">
              <a:extLst>
                <a:ext uri="{FF2B5EF4-FFF2-40B4-BE49-F238E27FC236}">
                  <a16:creationId xmlns:a16="http://schemas.microsoft.com/office/drawing/2014/main" id="{823230A7-4594-1B43-BE1D-E602794528F3}"/>
                </a:ext>
              </a:extLst>
            </p:cNvPr>
            <p:cNvPicPr/>
            <p:nvPr/>
          </p:nvPicPr>
          <p:blipFill>
            <a:blip r:embed="rId21"/>
            <a:stretch>
              <a:fillRect/>
            </a:stretch>
          </p:blipFill>
          <p:spPr>
            <a:xfrm>
              <a:off x="4852415" y="2556510"/>
              <a:ext cx="342138" cy="342138"/>
            </a:xfrm>
            <a:prstGeom prst="rect">
              <a:avLst/>
            </a:prstGeom>
          </p:spPr>
        </p:pic>
        <p:sp>
          <p:nvSpPr>
            <p:cNvPr id="131" name="object 128">
              <a:extLst>
                <a:ext uri="{FF2B5EF4-FFF2-40B4-BE49-F238E27FC236}">
                  <a16:creationId xmlns:a16="http://schemas.microsoft.com/office/drawing/2014/main" id="{40F4C9FF-1CB0-3747-B60F-57DF45A2D3C5}"/>
                </a:ext>
              </a:extLst>
            </p:cNvPr>
            <p:cNvSpPr/>
            <p:nvPr/>
          </p:nvSpPr>
          <p:spPr>
            <a:xfrm>
              <a:off x="4543805" y="2898648"/>
              <a:ext cx="918210" cy="0"/>
            </a:xfrm>
            <a:custGeom>
              <a:avLst/>
              <a:gdLst/>
              <a:ahLst/>
              <a:cxnLst/>
              <a:rect l="l" t="t" r="r" b="b"/>
              <a:pathLst>
                <a:path w="918210">
                  <a:moveTo>
                    <a:pt x="0" y="0"/>
                  </a:moveTo>
                  <a:lnTo>
                    <a:pt x="918210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2" name="object 129">
            <a:extLst>
              <a:ext uri="{FF2B5EF4-FFF2-40B4-BE49-F238E27FC236}">
                <a16:creationId xmlns:a16="http://schemas.microsoft.com/office/drawing/2014/main" id="{CD9EA14C-DD2F-094B-8456-7921235F4CDD}"/>
              </a:ext>
            </a:extLst>
          </p:cNvPr>
          <p:cNvGrpSpPr/>
          <p:nvPr/>
        </p:nvGrpSpPr>
        <p:grpSpPr>
          <a:xfrm>
            <a:off x="8945426" y="2556510"/>
            <a:ext cx="811530" cy="361315"/>
            <a:chOff x="8945426" y="2556510"/>
            <a:chExt cx="811530" cy="361315"/>
          </a:xfrm>
        </p:grpSpPr>
        <p:pic>
          <p:nvPicPr>
            <p:cNvPr id="133" name="object 130">
              <a:extLst>
                <a:ext uri="{FF2B5EF4-FFF2-40B4-BE49-F238E27FC236}">
                  <a16:creationId xmlns:a16="http://schemas.microsoft.com/office/drawing/2014/main" id="{BCF9D157-7063-E846-8EAE-7BC5D737E5B7}"/>
                </a:ext>
              </a:extLst>
            </p:cNvPr>
            <p:cNvPicPr/>
            <p:nvPr/>
          </p:nvPicPr>
          <p:blipFill>
            <a:blip r:embed="rId22"/>
            <a:stretch>
              <a:fillRect/>
            </a:stretch>
          </p:blipFill>
          <p:spPr>
            <a:xfrm>
              <a:off x="8945426" y="2556510"/>
              <a:ext cx="286656" cy="342138"/>
            </a:xfrm>
            <a:prstGeom prst="rect">
              <a:avLst/>
            </a:prstGeom>
          </p:spPr>
        </p:pic>
        <p:pic>
          <p:nvPicPr>
            <p:cNvPr id="134" name="object 131">
              <a:extLst>
                <a:ext uri="{FF2B5EF4-FFF2-40B4-BE49-F238E27FC236}">
                  <a16:creationId xmlns:a16="http://schemas.microsoft.com/office/drawing/2014/main" id="{4B1C49E0-F2EE-3E4D-AFBD-25FBF88AF2B1}"/>
                </a:ext>
              </a:extLst>
            </p:cNvPr>
            <p:cNvPicPr/>
            <p:nvPr/>
          </p:nvPicPr>
          <p:blipFill>
            <a:blip r:embed="rId23"/>
            <a:stretch>
              <a:fillRect/>
            </a:stretch>
          </p:blipFill>
          <p:spPr>
            <a:xfrm>
              <a:off x="9147047" y="2556510"/>
              <a:ext cx="341375" cy="342138"/>
            </a:xfrm>
            <a:prstGeom prst="rect">
              <a:avLst/>
            </a:prstGeom>
          </p:spPr>
        </p:pic>
        <p:pic>
          <p:nvPicPr>
            <p:cNvPr id="135" name="object 132">
              <a:extLst>
                <a:ext uri="{FF2B5EF4-FFF2-40B4-BE49-F238E27FC236}">
                  <a16:creationId xmlns:a16="http://schemas.microsoft.com/office/drawing/2014/main" id="{87A5FB85-89BC-E04C-A03F-AB08DC1C1718}"/>
                </a:ext>
              </a:extLst>
            </p:cNvPr>
            <p:cNvPicPr/>
            <p:nvPr/>
          </p:nvPicPr>
          <p:blipFill>
            <a:blip r:embed="rId21"/>
            <a:stretch>
              <a:fillRect/>
            </a:stretch>
          </p:blipFill>
          <p:spPr>
            <a:xfrm>
              <a:off x="9414509" y="2556510"/>
              <a:ext cx="341375" cy="342138"/>
            </a:xfrm>
            <a:prstGeom prst="rect">
              <a:avLst/>
            </a:prstGeom>
          </p:spPr>
        </p:pic>
        <p:sp>
          <p:nvSpPr>
            <p:cNvPr id="136" name="object 133">
              <a:extLst>
                <a:ext uri="{FF2B5EF4-FFF2-40B4-BE49-F238E27FC236}">
                  <a16:creationId xmlns:a16="http://schemas.microsoft.com/office/drawing/2014/main" id="{AE813E2D-B07E-3B42-AEEB-8D593588EC35}"/>
                </a:ext>
              </a:extLst>
            </p:cNvPr>
            <p:cNvSpPr/>
            <p:nvPr/>
          </p:nvSpPr>
          <p:spPr>
            <a:xfrm>
              <a:off x="8957309" y="2898648"/>
              <a:ext cx="799465" cy="0"/>
            </a:xfrm>
            <a:custGeom>
              <a:avLst/>
              <a:gdLst/>
              <a:ahLst/>
              <a:cxnLst/>
              <a:rect l="l" t="t" r="r" b="b"/>
              <a:pathLst>
                <a:path w="799465">
                  <a:moveTo>
                    <a:pt x="0" y="0"/>
                  </a:moveTo>
                  <a:lnTo>
                    <a:pt x="799084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7" name="object 134">
            <a:extLst>
              <a:ext uri="{FF2B5EF4-FFF2-40B4-BE49-F238E27FC236}">
                <a16:creationId xmlns:a16="http://schemas.microsoft.com/office/drawing/2014/main" id="{91ECE875-5F94-DF4B-8B1A-E2C53E1BAF0B}"/>
              </a:ext>
            </a:extLst>
          </p:cNvPr>
          <p:cNvGrpSpPr/>
          <p:nvPr/>
        </p:nvGrpSpPr>
        <p:grpSpPr>
          <a:xfrm>
            <a:off x="7015733" y="1748789"/>
            <a:ext cx="650240" cy="532765"/>
            <a:chOff x="7015733" y="1748789"/>
            <a:chExt cx="650240" cy="532765"/>
          </a:xfrm>
        </p:grpSpPr>
        <p:pic>
          <p:nvPicPr>
            <p:cNvPr id="138" name="object 135">
              <a:extLst>
                <a:ext uri="{FF2B5EF4-FFF2-40B4-BE49-F238E27FC236}">
                  <a16:creationId xmlns:a16="http://schemas.microsoft.com/office/drawing/2014/main" id="{C0F3A133-4541-794E-9569-D6476F33A9EE}"/>
                </a:ext>
              </a:extLst>
            </p:cNvPr>
            <p:cNvPicPr/>
            <p:nvPr/>
          </p:nvPicPr>
          <p:blipFill>
            <a:blip r:embed="rId24"/>
            <a:stretch>
              <a:fillRect/>
            </a:stretch>
          </p:blipFill>
          <p:spPr>
            <a:xfrm>
              <a:off x="7015733" y="1748789"/>
              <a:ext cx="649985" cy="532638"/>
            </a:xfrm>
            <a:prstGeom prst="rect">
              <a:avLst/>
            </a:prstGeom>
          </p:spPr>
        </p:pic>
        <p:pic>
          <p:nvPicPr>
            <p:cNvPr id="139" name="object 136">
              <a:extLst>
                <a:ext uri="{FF2B5EF4-FFF2-40B4-BE49-F238E27FC236}">
                  <a16:creationId xmlns:a16="http://schemas.microsoft.com/office/drawing/2014/main" id="{4D1D0C41-DACC-0244-8BAE-FBD468401454}"/>
                </a:ext>
              </a:extLst>
            </p:cNvPr>
            <p:cNvPicPr/>
            <p:nvPr/>
          </p:nvPicPr>
          <p:blipFill>
            <a:blip r:embed="rId21"/>
            <a:stretch>
              <a:fillRect/>
            </a:stretch>
          </p:blipFill>
          <p:spPr>
            <a:xfrm>
              <a:off x="7278623" y="1859279"/>
              <a:ext cx="244601" cy="244601"/>
            </a:xfrm>
            <a:prstGeom prst="rect">
              <a:avLst/>
            </a:prstGeom>
          </p:spPr>
        </p:pic>
      </p:grpSp>
      <p:grpSp>
        <p:nvGrpSpPr>
          <p:cNvPr id="140" name="object 137">
            <a:extLst>
              <a:ext uri="{FF2B5EF4-FFF2-40B4-BE49-F238E27FC236}">
                <a16:creationId xmlns:a16="http://schemas.microsoft.com/office/drawing/2014/main" id="{11A8FA74-F366-B540-A4E7-C985A3DA9240}"/>
              </a:ext>
            </a:extLst>
          </p:cNvPr>
          <p:cNvGrpSpPr/>
          <p:nvPr/>
        </p:nvGrpSpPr>
        <p:grpSpPr>
          <a:xfrm>
            <a:off x="6886956" y="1332738"/>
            <a:ext cx="1710689" cy="391795"/>
            <a:chOff x="6886956" y="1332738"/>
            <a:chExt cx="1710689" cy="391795"/>
          </a:xfrm>
        </p:grpSpPr>
        <p:pic>
          <p:nvPicPr>
            <p:cNvPr id="141" name="object 138">
              <a:extLst>
                <a:ext uri="{FF2B5EF4-FFF2-40B4-BE49-F238E27FC236}">
                  <a16:creationId xmlns:a16="http://schemas.microsoft.com/office/drawing/2014/main" id="{38269694-FFB6-A64E-97E4-DB1DCF9975BA}"/>
                </a:ext>
              </a:extLst>
            </p:cNvPr>
            <p:cNvPicPr/>
            <p:nvPr/>
          </p:nvPicPr>
          <p:blipFill>
            <a:blip r:embed="rId25"/>
            <a:stretch>
              <a:fillRect/>
            </a:stretch>
          </p:blipFill>
          <p:spPr>
            <a:xfrm>
              <a:off x="6975348" y="1332738"/>
              <a:ext cx="665988" cy="342138"/>
            </a:xfrm>
            <a:prstGeom prst="rect">
              <a:avLst/>
            </a:prstGeom>
          </p:spPr>
        </p:pic>
        <p:pic>
          <p:nvPicPr>
            <p:cNvPr id="142" name="object 139">
              <a:extLst>
                <a:ext uri="{FF2B5EF4-FFF2-40B4-BE49-F238E27FC236}">
                  <a16:creationId xmlns:a16="http://schemas.microsoft.com/office/drawing/2014/main" id="{D16D1BE8-1E1B-4445-B8DB-C8D0458ACA00}"/>
                </a:ext>
              </a:extLst>
            </p:cNvPr>
            <p:cNvPicPr/>
            <p:nvPr/>
          </p:nvPicPr>
          <p:blipFill>
            <a:blip r:embed="rId26"/>
            <a:stretch>
              <a:fillRect/>
            </a:stretch>
          </p:blipFill>
          <p:spPr>
            <a:xfrm>
              <a:off x="7642098" y="1426875"/>
              <a:ext cx="342138" cy="249112"/>
            </a:xfrm>
            <a:prstGeom prst="rect">
              <a:avLst/>
            </a:prstGeom>
          </p:spPr>
        </p:pic>
        <p:sp>
          <p:nvSpPr>
            <p:cNvPr id="143" name="object 140">
              <a:extLst>
                <a:ext uri="{FF2B5EF4-FFF2-40B4-BE49-F238E27FC236}">
                  <a16:creationId xmlns:a16="http://schemas.microsoft.com/office/drawing/2014/main" id="{92714CE9-5A29-3F43-B4DE-4E6890995D93}"/>
                </a:ext>
              </a:extLst>
            </p:cNvPr>
            <p:cNvSpPr/>
            <p:nvPr/>
          </p:nvSpPr>
          <p:spPr>
            <a:xfrm>
              <a:off x="6886956" y="1684782"/>
              <a:ext cx="1710689" cy="0"/>
            </a:xfrm>
            <a:custGeom>
              <a:avLst/>
              <a:gdLst/>
              <a:ahLst/>
              <a:cxnLst/>
              <a:rect l="l" t="t" r="r" b="b"/>
              <a:pathLst>
                <a:path w="1710689">
                  <a:moveTo>
                    <a:pt x="0" y="0"/>
                  </a:moveTo>
                  <a:lnTo>
                    <a:pt x="1710690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4" name="object 141">
              <a:extLst>
                <a:ext uri="{FF2B5EF4-FFF2-40B4-BE49-F238E27FC236}">
                  <a16:creationId xmlns:a16="http://schemas.microsoft.com/office/drawing/2014/main" id="{FA45B3C3-66BA-5E41-BB33-A4875F96B29F}"/>
                </a:ext>
              </a:extLst>
            </p:cNvPr>
            <p:cNvPicPr/>
            <p:nvPr/>
          </p:nvPicPr>
          <p:blipFill>
            <a:blip r:embed="rId27"/>
            <a:stretch>
              <a:fillRect/>
            </a:stretch>
          </p:blipFill>
          <p:spPr>
            <a:xfrm>
              <a:off x="8098536" y="1383030"/>
              <a:ext cx="342138" cy="341375"/>
            </a:xfrm>
            <a:prstGeom prst="rect">
              <a:avLst/>
            </a:prstGeom>
          </p:spPr>
        </p:pic>
      </p:grpSp>
      <p:sp>
        <p:nvSpPr>
          <p:cNvPr id="145" name="object 142">
            <a:extLst>
              <a:ext uri="{FF2B5EF4-FFF2-40B4-BE49-F238E27FC236}">
                <a16:creationId xmlns:a16="http://schemas.microsoft.com/office/drawing/2014/main" id="{A5022B09-2D65-3049-895B-3ECBC210056E}"/>
              </a:ext>
            </a:extLst>
          </p:cNvPr>
          <p:cNvSpPr/>
          <p:nvPr/>
        </p:nvSpPr>
        <p:spPr>
          <a:xfrm>
            <a:off x="11019281" y="1533905"/>
            <a:ext cx="257810" cy="891540"/>
          </a:xfrm>
          <a:custGeom>
            <a:avLst/>
            <a:gdLst/>
            <a:ahLst/>
            <a:cxnLst/>
            <a:rect l="l" t="t" r="r" b="b"/>
            <a:pathLst>
              <a:path w="257809" h="891539">
                <a:moveTo>
                  <a:pt x="0" y="0"/>
                </a:moveTo>
                <a:lnTo>
                  <a:pt x="50125" y="1692"/>
                </a:lnTo>
                <a:lnTo>
                  <a:pt x="91058" y="6302"/>
                </a:lnTo>
                <a:lnTo>
                  <a:pt x="118657" y="13126"/>
                </a:lnTo>
                <a:lnTo>
                  <a:pt x="128777" y="21463"/>
                </a:lnTo>
                <a:lnTo>
                  <a:pt x="128777" y="424307"/>
                </a:lnTo>
                <a:lnTo>
                  <a:pt x="138898" y="432643"/>
                </a:lnTo>
                <a:lnTo>
                  <a:pt x="166497" y="439467"/>
                </a:lnTo>
                <a:lnTo>
                  <a:pt x="207430" y="444077"/>
                </a:lnTo>
                <a:lnTo>
                  <a:pt x="257556" y="445770"/>
                </a:lnTo>
                <a:lnTo>
                  <a:pt x="207430" y="447462"/>
                </a:lnTo>
                <a:lnTo>
                  <a:pt x="166497" y="452072"/>
                </a:lnTo>
                <a:lnTo>
                  <a:pt x="138898" y="458896"/>
                </a:lnTo>
                <a:lnTo>
                  <a:pt x="128777" y="467233"/>
                </a:lnTo>
                <a:lnTo>
                  <a:pt x="128777" y="870077"/>
                </a:lnTo>
                <a:lnTo>
                  <a:pt x="118657" y="878413"/>
                </a:lnTo>
                <a:lnTo>
                  <a:pt x="91058" y="885237"/>
                </a:lnTo>
                <a:lnTo>
                  <a:pt x="50125" y="889847"/>
                </a:lnTo>
                <a:lnTo>
                  <a:pt x="0" y="891540"/>
                </a:lnTo>
              </a:path>
            </a:pathLst>
          </a:custGeom>
          <a:ln w="285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3">
            <a:extLst>
              <a:ext uri="{FF2B5EF4-FFF2-40B4-BE49-F238E27FC236}">
                <a16:creationId xmlns:a16="http://schemas.microsoft.com/office/drawing/2014/main" id="{50872166-4474-B34E-9249-E2D65716C12E}"/>
              </a:ext>
            </a:extLst>
          </p:cNvPr>
          <p:cNvSpPr txBox="1"/>
          <p:nvPr/>
        </p:nvSpPr>
        <p:spPr>
          <a:xfrm>
            <a:off x="11606783" y="1916937"/>
            <a:ext cx="158750" cy="2927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750" spc="-50">
                <a:latin typeface="Cambria Math"/>
                <a:cs typeface="Cambria Math"/>
              </a:rPr>
              <a:t>𝟓</a:t>
            </a:r>
            <a:endParaRPr sz="1750">
              <a:latin typeface="Cambria Math"/>
              <a:cs typeface="Cambria Math"/>
            </a:endParaRPr>
          </a:p>
        </p:txBody>
      </p:sp>
      <p:sp>
        <p:nvSpPr>
          <p:cNvPr id="147" name="object 144">
            <a:extLst>
              <a:ext uri="{FF2B5EF4-FFF2-40B4-BE49-F238E27FC236}">
                <a16:creationId xmlns:a16="http://schemas.microsoft.com/office/drawing/2014/main" id="{89832E6F-4EEE-434F-ADE5-B099CAD0FDC2}"/>
              </a:ext>
            </a:extLst>
          </p:cNvPr>
          <p:cNvSpPr txBox="1"/>
          <p:nvPr/>
        </p:nvSpPr>
        <p:spPr>
          <a:xfrm>
            <a:off x="11390121" y="1634235"/>
            <a:ext cx="40068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sz="3600" spc="-37" baseline="-23148">
                <a:latin typeface="Cambria Math"/>
                <a:cs typeface="Cambria Math"/>
              </a:rPr>
              <a:t>𝑪</a:t>
            </a:r>
            <a:r>
              <a:rPr sz="1750" spc="-25">
                <a:latin typeface="Cambria Math"/>
                <a:cs typeface="Cambria Math"/>
              </a:rPr>
              <a:t>𝟏</a:t>
            </a:r>
            <a:endParaRPr sz="1750">
              <a:latin typeface="Cambria Math"/>
              <a:cs typeface="Cambria Math"/>
            </a:endParaRPr>
          </a:p>
        </p:txBody>
      </p:sp>
      <p:sp>
        <p:nvSpPr>
          <p:cNvPr id="148" name="object 145">
            <a:extLst>
              <a:ext uri="{FF2B5EF4-FFF2-40B4-BE49-F238E27FC236}">
                <a16:creationId xmlns:a16="http://schemas.microsoft.com/office/drawing/2014/main" id="{574F665B-5AEB-FB4B-9EE5-2026149084BA}"/>
              </a:ext>
            </a:extLst>
          </p:cNvPr>
          <p:cNvSpPr/>
          <p:nvPr/>
        </p:nvSpPr>
        <p:spPr>
          <a:xfrm>
            <a:off x="11000993" y="2621279"/>
            <a:ext cx="257810" cy="892810"/>
          </a:xfrm>
          <a:custGeom>
            <a:avLst/>
            <a:gdLst/>
            <a:ahLst/>
            <a:cxnLst/>
            <a:rect l="l" t="t" r="r" b="b"/>
            <a:pathLst>
              <a:path w="257809" h="892810">
                <a:moveTo>
                  <a:pt x="0" y="0"/>
                </a:moveTo>
                <a:lnTo>
                  <a:pt x="50125" y="1692"/>
                </a:lnTo>
                <a:lnTo>
                  <a:pt x="91058" y="6302"/>
                </a:lnTo>
                <a:lnTo>
                  <a:pt x="118657" y="13126"/>
                </a:lnTo>
                <a:lnTo>
                  <a:pt x="128777" y="21462"/>
                </a:lnTo>
                <a:lnTo>
                  <a:pt x="128777" y="424688"/>
                </a:lnTo>
                <a:lnTo>
                  <a:pt x="138898" y="433024"/>
                </a:lnTo>
                <a:lnTo>
                  <a:pt x="166497" y="439848"/>
                </a:lnTo>
                <a:lnTo>
                  <a:pt x="207430" y="444458"/>
                </a:lnTo>
                <a:lnTo>
                  <a:pt x="257555" y="446150"/>
                </a:lnTo>
                <a:lnTo>
                  <a:pt x="207430" y="447843"/>
                </a:lnTo>
                <a:lnTo>
                  <a:pt x="166497" y="452453"/>
                </a:lnTo>
                <a:lnTo>
                  <a:pt x="138898" y="459277"/>
                </a:lnTo>
                <a:lnTo>
                  <a:pt x="128777" y="467614"/>
                </a:lnTo>
                <a:lnTo>
                  <a:pt x="128777" y="870839"/>
                </a:lnTo>
                <a:lnTo>
                  <a:pt x="118657" y="879175"/>
                </a:lnTo>
                <a:lnTo>
                  <a:pt x="91058" y="885999"/>
                </a:lnTo>
                <a:lnTo>
                  <a:pt x="50125" y="890609"/>
                </a:lnTo>
                <a:lnTo>
                  <a:pt x="0" y="892302"/>
                </a:lnTo>
              </a:path>
            </a:pathLst>
          </a:custGeom>
          <a:ln w="285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6">
            <a:extLst>
              <a:ext uri="{FF2B5EF4-FFF2-40B4-BE49-F238E27FC236}">
                <a16:creationId xmlns:a16="http://schemas.microsoft.com/office/drawing/2014/main" id="{E341987D-172B-8D43-931A-AD0AC41DB4DA}"/>
              </a:ext>
            </a:extLst>
          </p:cNvPr>
          <p:cNvSpPr txBox="1"/>
          <p:nvPr/>
        </p:nvSpPr>
        <p:spPr>
          <a:xfrm>
            <a:off x="11606783" y="2975610"/>
            <a:ext cx="158750" cy="2927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750" spc="-50">
                <a:latin typeface="Cambria Math"/>
                <a:cs typeface="Cambria Math"/>
              </a:rPr>
              <a:t>𝟓</a:t>
            </a:r>
            <a:endParaRPr sz="1750">
              <a:latin typeface="Cambria Math"/>
              <a:cs typeface="Cambria Math"/>
            </a:endParaRPr>
          </a:p>
        </p:txBody>
      </p:sp>
      <p:sp>
        <p:nvSpPr>
          <p:cNvPr id="150" name="object 147">
            <a:extLst>
              <a:ext uri="{FF2B5EF4-FFF2-40B4-BE49-F238E27FC236}">
                <a16:creationId xmlns:a16="http://schemas.microsoft.com/office/drawing/2014/main" id="{CFD69B8D-FE87-5F4F-B486-5AAF673671EA}"/>
              </a:ext>
            </a:extLst>
          </p:cNvPr>
          <p:cNvSpPr txBox="1"/>
          <p:nvPr/>
        </p:nvSpPr>
        <p:spPr>
          <a:xfrm>
            <a:off x="11390121" y="2692908"/>
            <a:ext cx="40068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sz="3600" spc="-37" baseline="-23148">
                <a:latin typeface="Cambria Math"/>
                <a:cs typeface="Cambria Math"/>
              </a:rPr>
              <a:t>𝑪</a:t>
            </a:r>
            <a:r>
              <a:rPr sz="1750" spc="-25">
                <a:latin typeface="Cambria Math"/>
                <a:cs typeface="Cambria Math"/>
              </a:rPr>
              <a:t>𝟐</a:t>
            </a:r>
            <a:endParaRPr sz="1750">
              <a:latin typeface="Cambria Math"/>
              <a:cs typeface="Cambria Math"/>
            </a:endParaRPr>
          </a:p>
        </p:txBody>
      </p:sp>
    </p:spTree>
    <p:extLst>
      <p:ext uri="{BB962C8B-B14F-4D97-AF65-F5344CB8AC3E}">
        <p14:creationId xmlns:p14="http://schemas.microsoft.com/office/powerpoint/2010/main" val="1410221446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3">
            <a:extLst>
              <a:ext uri="{FF2B5EF4-FFF2-40B4-BE49-F238E27FC236}">
                <a16:creationId xmlns:a16="http://schemas.microsoft.com/office/drawing/2014/main" id="{751451E1-25F7-294C-91A0-7FE054B79435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54626" y="219672"/>
            <a:ext cx="8183663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蛮力枚</a:t>
            </a: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举</a:t>
            </a:r>
            <a:r>
              <a:rPr lang="en-US" altLang="zh-CN" spc="-50" dirty="0">
                <a:latin typeface="SimSun" panose="02010600030101010101" pitchFamily="2" charset="-122"/>
                <a:ea typeface="SimSun" panose="02010600030101010101" pitchFamily="2" charset="-122"/>
              </a:rPr>
              <a:t>-</a:t>
            </a:r>
            <a:r>
              <a:rPr lang="zh-CN" altLang="en-US" sz="3600" spc="-50" dirty="0">
                <a:latin typeface="SimSun" panose="02010600030101010101" pitchFamily="2" charset="-122"/>
                <a:ea typeface="SimSun" panose="02010600030101010101" pitchFamily="2" charset="-122"/>
              </a:rPr>
              <a:t>枚举所有商品组合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graphicFrame>
        <p:nvGraphicFramePr>
          <p:cNvPr id="5" name="object 4">
            <a:extLst>
              <a:ext uri="{FF2B5EF4-FFF2-40B4-BE49-F238E27FC236}">
                <a16:creationId xmlns:a16="http://schemas.microsoft.com/office/drawing/2014/main" id="{E88F9E76-8B7C-3947-AF7F-A2DA44F1F20D}"/>
              </a:ext>
            </a:extLst>
          </p:cNvPr>
          <p:cNvGraphicFramePr>
            <a:graphicFrameLocks noGrp="1"/>
          </p:cNvGraphicFramePr>
          <p:nvPr/>
        </p:nvGraphicFramePr>
        <p:xfrm>
          <a:off x="8494903" y="4819650"/>
          <a:ext cx="3653789" cy="19945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255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1696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112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97510">
                <a:tc>
                  <a:txBody>
                    <a:bodyPr/>
                    <a:lstStyle/>
                    <a:p>
                      <a:pPr marR="388620" algn="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700" spc="-25">
                          <a:solidFill>
                            <a:srgbClr val="FFFFFF"/>
                          </a:solidFill>
                          <a:latin typeface="PMingLiU"/>
                          <a:cs typeface="PMingLiU"/>
                        </a:rPr>
                        <a:t>商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PMingLiU"/>
                          <a:cs typeface="PMingLiU"/>
                        </a:rPr>
                        <a:t>品</a:t>
                      </a:r>
                      <a:endParaRPr sz="1700">
                        <a:latin typeface="PMingLiU"/>
                        <a:cs typeface="PMingLiU"/>
                      </a:endParaRPr>
                    </a:p>
                  </a:txBody>
                  <a:tcPr marL="0" marR="0" marT="4254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700" spc="-25">
                          <a:solidFill>
                            <a:srgbClr val="FFFFFF"/>
                          </a:solidFill>
                          <a:latin typeface="PMingLiU"/>
                          <a:cs typeface="PMingLiU"/>
                        </a:rPr>
                        <a:t>价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PMingLiU"/>
                          <a:cs typeface="PMingLiU"/>
                        </a:rPr>
                        <a:t>格</a:t>
                      </a:r>
                      <a:endParaRPr sz="1700">
                        <a:latin typeface="PMingLiU"/>
                        <a:cs typeface="PMingLiU"/>
                      </a:endParaRPr>
                    </a:p>
                  </a:txBody>
                  <a:tcPr marL="0" marR="0" marT="4254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700" spc="-25">
                          <a:solidFill>
                            <a:srgbClr val="FFFFFF"/>
                          </a:solidFill>
                          <a:latin typeface="PMingLiU"/>
                          <a:cs typeface="PMingLiU"/>
                        </a:rPr>
                        <a:t>体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PMingLiU"/>
                          <a:cs typeface="PMingLiU"/>
                        </a:rPr>
                        <a:t>积</a:t>
                      </a:r>
                      <a:endParaRPr sz="1700">
                        <a:latin typeface="PMingLiU"/>
                        <a:cs typeface="PMingLiU"/>
                      </a:endParaRPr>
                    </a:p>
                  </a:txBody>
                  <a:tcPr marL="0" marR="0" marT="4254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405">
                <a:tc>
                  <a:txBody>
                    <a:bodyPr/>
                    <a:lstStyle/>
                    <a:p>
                      <a:pPr marR="388620" algn="r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1700" spc="-25">
                          <a:latin typeface="PMingLiU"/>
                          <a:cs typeface="PMingLiU"/>
                        </a:rPr>
                        <a:t>啤</a:t>
                      </a:r>
                      <a:r>
                        <a:rPr sz="1700" spc="-50">
                          <a:latin typeface="PMingLiU"/>
                          <a:cs typeface="PMingLiU"/>
                        </a:rPr>
                        <a:t>酒</a:t>
                      </a:r>
                      <a:endParaRPr sz="1700">
                        <a:latin typeface="PMingLiU"/>
                        <a:cs typeface="PMingLiU"/>
                      </a:endParaRPr>
                    </a:p>
                  </a:txBody>
                  <a:tcPr marL="0" marR="0" marT="381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9405">
                <a:tc>
                  <a:txBody>
                    <a:bodyPr/>
                    <a:lstStyle/>
                    <a:p>
                      <a:pPr marR="388620" algn="r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1700" spc="-25">
                          <a:latin typeface="PMingLiU"/>
                          <a:cs typeface="PMingLiU"/>
                        </a:rPr>
                        <a:t>汽</a:t>
                      </a:r>
                      <a:r>
                        <a:rPr sz="1700" spc="-50">
                          <a:latin typeface="PMingLiU"/>
                          <a:cs typeface="PMingLiU"/>
                        </a:rPr>
                        <a:t>水</a:t>
                      </a:r>
                      <a:endParaRPr sz="1700">
                        <a:latin typeface="PMingLiU"/>
                        <a:cs typeface="PMingLiU"/>
                      </a:endParaRPr>
                    </a:p>
                  </a:txBody>
                  <a:tcPr marL="0" marR="0" marT="381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2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3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19405">
                <a:tc>
                  <a:txBody>
                    <a:bodyPr/>
                    <a:lstStyle/>
                    <a:p>
                      <a:pPr marR="388620" algn="r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1700" spc="-30">
                          <a:latin typeface="PMingLiU"/>
                          <a:cs typeface="PMingLiU"/>
                        </a:rPr>
                        <a:t>饼干</a:t>
                      </a:r>
                      <a:endParaRPr sz="1700">
                        <a:latin typeface="PMingLiU"/>
                        <a:cs typeface="PMingLiU"/>
                      </a:endParaRPr>
                    </a:p>
                  </a:txBody>
                  <a:tcPr marL="0" marR="0" marT="381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9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4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19405">
                <a:tc>
                  <a:txBody>
                    <a:bodyPr/>
                    <a:lstStyle/>
                    <a:p>
                      <a:pPr marR="388620" algn="r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1700" spc="-25">
                          <a:latin typeface="PMingLiU"/>
                          <a:cs typeface="PMingLiU"/>
                        </a:rPr>
                        <a:t>面</a:t>
                      </a:r>
                      <a:r>
                        <a:rPr sz="1700" spc="-50">
                          <a:latin typeface="PMingLiU"/>
                          <a:cs typeface="PMingLiU"/>
                        </a:rPr>
                        <a:t>包</a:t>
                      </a:r>
                      <a:endParaRPr sz="1700">
                        <a:latin typeface="PMingLiU"/>
                        <a:cs typeface="PMingLiU"/>
                      </a:endParaRPr>
                    </a:p>
                  </a:txBody>
                  <a:tcPr marL="0" marR="0" marT="381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5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19405">
                <a:tc>
                  <a:txBody>
                    <a:bodyPr/>
                    <a:lstStyle/>
                    <a:p>
                      <a:pPr marR="388620" algn="r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1700" spc="-25">
                          <a:latin typeface="PMingLiU"/>
                          <a:cs typeface="PMingLiU"/>
                        </a:rPr>
                        <a:t>牛</a:t>
                      </a:r>
                      <a:r>
                        <a:rPr sz="1700" spc="-50">
                          <a:latin typeface="PMingLiU"/>
                          <a:cs typeface="PMingLiU"/>
                        </a:rPr>
                        <a:t>奶</a:t>
                      </a:r>
                      <a:endParaRPr sz="1700">
                        <a:latin typeface="PMingLiU"/>
                        <a:cs typeface="PMingLiU"/>
                      </a:endParaRPr>
                    </a:p>
                  </a:txBody>
                  <a:tcPr marL="0" marR="0" marT="381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9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4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pic>
        <p:nvPicPr>
          <p:cNvPr id="6" name="object 5">
            <a:extLst>
              <a:ext uri="{FF2B5EF4-FFF2-40B4-BE49-F238E27FC236}">
                <a16:creationId xmlns:a16="http://schemas.microsoft.com/office/drawing/2014/main" id="{4116E576-0435-8847-A916-5C3C5C9D9084}"/>
              </a:ext>
            </a:extLst>
          </p:cNvPr>
          <p:cNvPicPr/>
          <p:nvPr/>
        </p:nvPicPr>
        <p:blipFill>
          <a:blip r:embed="rId2"/>
          <a:stretch>
            <a:fillRect/>
          </a:stretch>
        </p:blipFill>
        <p:spPr>
          <a:xfrm>
            <a:off x="8602218" y="5904738"/>
            <a:ext cx="231648" cy="259842"/>
          </a:xfrm>
          <a:prstGeom prst="rect">
            <a:avLst/>
          </a:prstGeom>
        </p:spPr>
      </p:pic>
      <p:pic>
        <p:nvPicPr>
          <p:cNvPr id="7" name="object 6">
            <a:extLst>
              <a:ext uri="{FF2B5EF4-FFF2-40B4-BE49-F238E27FC236}">
                <a16:creationId xmlns:a16="http://schemas.microsoft.com/office/drawing/2014/main" id="{381D3764-BA3F-314B-BB87-008037F07F30}"/>
              </a:ext>
            </a:extLst>
          </p:cNvPr>
          <p:cNvPicPr/>
          <p:nvPr/>
        </p:nvPicPr>
        <p:blipFill>
          <a:blip r:embed="rId3"/>
          <a:stretch>
            <a:fillRect/>
          </a:stretch>
        </p:blipFill>
        <p:spPr>
          <a:xfrm>
            <a:off x="8611361" y="6230873"/>
            <a:ext cx="232409" cy="260603"/>
          </a:xfrm>
          <a:prstGeom prst="rect">
            <a:avLst/>
          </a:prstGeom>
        </p:spPr>
      </p:pic>
      <p:pic>
        <p:nvPicPr>
          <p:cNvPr id="8" name="object 7">
            <a:extLst>
              <a:ext uri="{FF2B5EF4-FFF2-40B4-BE49-F238E27FC236}">
                <a16:creationId xmlns:a16="http://schemas.microsoft.com/office/drawing/2014/main" id="{16A63A80-723F-6D42-9E5E-C7A0DEA1FDFE}"/>
              </a:ext>
            </a:extLst>
          </p:cNvPr>
          <p:cNvPicPr/>
          <p:nvPr/>
        </p:nvPicPr>
        <p:blipFill>
          <a:blip r:embed="rId4"/>
          <a:stretch>
            <a:fillRect/>
          </a:stretch>
        </p:blipFill>
        <p:spPr>
          <a:xfrm>
            <a:off x="8602218" y="5231891"/>
            <a:ext cx="231648" cy="259841"/>
          </a:xfrm>
          <a:prstGeom prst="rect">
            <a:avLst/>
          </a:prstGeom>
        </p:spPr>
      </p:pic>
      <p:pic>
        <p:nvPicPr>
          <p:cNvPr id="9" name="object 8">
            <a:extLst>
              <a:ext uri="{FF2B5EF4-FFF2-40B4-BE49-F238E27FC236}">
                <a16:creationId xmlns:a16="http://schemas.microsoft.com/office/drawing/2014/main" id="{E18692E7-A627-B145-900B-9DB55F0DE3D6}"/>
              </a:ext>
            </a:extLst>
          </p:cNvPr>
          <p:cNvPicPr/>
          <p:nvPr/>
        </p:nvPicPr>
        <p:blipFill>
          <a:blip r:embed="rId5"/>
          <a:stretch>
            <a:fillRect/>
          </a:stretch>
        </p:blipFill>
        <p:spPr>
          <a:xfrm>
            <a:off x="8602218" y="5567934"/>
            <a:ext cx="231648" cy="259842"/>
          </a:xfrm>
          <a:prstGeom prst="rect">
            <a:avLst/>
          </a:prstGeom>
        </p:spPr>
      </p:pic>
      <p:pic>
        <p:nvPicPr>
          <p:cNvPr id="10" name="object 9">
            <a:extLst>
              <a:ext uri="{FF2B5EF4-FFF2-40B4-BE49-F238E27FC236}">
                <a16:creationId xmlns:a16="http://schemas.microsoft.com/office/drawing/2014/main" id="{BA2B5642-B4BE-5F4F-9E9F-FE85E8D1ABEE}"/>
              </a:ext>
            </a:extLst>
          </p:cNvPr>
          <p:cNvPicPr/>
          <p:nvPr/>
        </p:nvPicPr>
        <p:blipFill>
          <a:blip r:embed="rId6"/>
          <a:stretch>
            <a:fillRect/>
          </a:stretch>
        </p:blipFill>
        <p:spPr>
          <a:xfrm>
            <a:off x="8611361" y="6539483"/>
            <a:ext cx="232409" cy="259842"/>
          </a:xfrm>
          <a:prstGeom prst="rect">
            <a:avLst/>
          </a:prstGeom>
        </p:spPr>
      </p:pic>
      <p:pic>
        <p:nvPicPr>
          <p:cNvPr id="11" name="object 10">
            <a:extLst>
              <a:ext uri="{FF2B5EF4-FFF2-40B4-BE49-F238E27FC236}">
                <a16:creationId xmlns:a16="http://schemas.microsoft.com/office/drawing/2014/main" id="{AD278B28-F4AD-524B-946C-1632F986D8E7}"/>
              </a:ext>
            </a:extLst>
          </p:cNvPr>
          <p:cNvPicPr/>
          <p:nvPr/>
        </p:nvPicPr>
        <p:blipFill>
          <a:blip r:embed="rId7"/>
          <a:stretch>
            <a:fillRect/>
          </a:stretch>
        </p:blipFill>
        <p:spPr>
          <a:xfrm>
            <a:off x="7459980" y="5135879"/>
            <a:ext cx="889253" cy="729234"/>
          </a:xfrm>
          <a:prstGeom prst="rect">
            <a:avLst/>
          </a:prstGeom>
        </p:spPr>
      </p:pic>
      <p:sp>
        <p:nvSpPr>
          <p:cNvPr id="12" name="object 11">
            <a:extLst>
              <a:ext uri="{FF2B5EF4-FFF2-40B4-BE49-F238E27FC236}">
                <a16:creationId xmlns:a16="http://schemas.microsoft.com/office/drawing/2014/main" id="{D70B4F24-9997-DD41-855A-3086E6C916A6}"/>
              </a:ext>
            </a:extLst>
          </p:cNvPr>
          <p:cNvSpPr txBox="1"/>
          <p:nvPr/>
        </p:nvSpPr>
        <p:spPr>
          <a:xfrm>
            <a:off x="7314438" y="5992876"/>
            <a:ext cx="11684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>
                <a:latin typeface="PMingLiU"/>
                <a:cs typeface="PMingLiU"/>
              </a:rPr>
              <a:t>背包体积</a:t>
            </a:r>
            <a:r>
              <a:rPr sz="1800" b="1" spc="-25">
                <a:latin typeface="Times New Roman"/>
                <a:cs typeface="Times New Roman"/>
              </a:rPr>
              <a:t>13</a:t>
            </a:r>
            <a:endParaRPr sz="1800">
              <a:latin typeface="Times New Roman"/>
              <a:cs typeface="Times New Roman"/>
            </a:endParaRPr>
          </a:p>
        </p:txBody>
      </p:sp>
      <p:grpSp>
        <p:nvGrpSpPr>
          <p:cNvPr id="13" name="object 10">
            <a:extLst>
              <a:ext uri="{FF2B5EF4-FFF2-40B4-BE49-F238E27FC236}">
                <a16:creationId xmlns:a16="http://schemas.microsoft.com/office/drawing/2014/main" id="{A8E74C13-E529-2A44-AE84-0A920A37D815}"/>
              </a:ext>
            </a:extLst>
          </p:cNvPr>
          <p:cNvGrpSpPr/>
          <p:nvPr/>
        </p:nvGrpSpPr>
        <p:grpSpPr>
          <a:xfrm>
            <a:off x="1686305" y="1748789"/>
            <a:ext cx="649605" cy="532765"/>
            <a:chOff x="1686305" y="1748789"/>
            <a:chExt cx="649605" cy="532765"/>
          </a:xfrm>
        </p:grpSpPr>
        <p:pic>
          <p:nvPicPr>
            <p:cNvPr id="14" name="object 11">
              <a:extLst>
                <a:ext uri="{FF2B5EF4-FFF2-40B4-BE49-F238E27FC236}">
                  <a16:creationId xmlns:a16="http://schemas.microsoft.com/office/drawing/2014/main" id="{9441E0A6-6EAE-1946-B4F9-2FFDCF07B193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1686305" y="1748789"/>
              <a:ext cx="649224" cy="532638"/>
            </a:xfrm>
            <a:prstGeom prst="rect">
              <a:avLst/>
            </a:prstGeom>
          </p:spPr>
        </p:pic>
        <p:pic>
          <p:nvPicPr>
            <p:cNvPr id="15" name="object 12">
              <a:extLst>
                <a:ext uri="{FF2B5EF4-FFF2-40B4-BE49-F238E27FC236}">
                  <a16:creationId xmlns:a16="http://schemas.microsoft.com/office/drawing/2014/main" id="{0C7FB79F-E06F-7043-B514-1381D3EFFCD5}"/>
                </a:ext>
              </a:extLst>
            </p:cNvPr>
            <p:cNvPicPr/>
            <p:nvPr/>
          </p:nvPicPr>
          <p:blipFill>
            <a:blip r:embed="rId5"/>
            <a:stretch>
              <a:fillRect/>
            </a:stretch>
          </p:blipFill>
          <p:spPr>
            <a:xfrm>
              <a:off x="1897379" y="1845563"/>
              <a:ext cx="245363" cy="244601"/>
            </a:xfrm>
            <a:prstGeom prst="rect">
              <a:avLst/>
            </a:prstGeom>
          </p:spPr>
        </p:pic>
      </p:grpSp>
      <p:grpSp>
        <p:nvGrpSpPr>
          <p:cNvPr id="16" name="object 13">
            <a:extLst>
              <a:ext uri="{FF2B5EF4-FFF2-40B4-BE49-F238E27FC236}">
                <a16:creationId xmlns:a16="http://schemas.microsoft.com/office/drawing/2014/main" id="{DDC8EDAD-AF6F-EC4A-BE72-AB93F34F3C0F}"/>
              </a:ext>
            </a:extLst>
          </p:cNvPr>
          <p:cNvGrpSpPr/>
          <p:nvPr/>
        </p:nvGrpSpPr>
        <p:grpSpPr>
          <a:xfrm>
            <a:off x="3519678" y="1748789"/>
            <a:ext cx="650240" cy="532765"/>
            <a:chOff x="3519678" y="1748789"/>
            <a:chExt cx="650240" cy="532765"/>
          </a:xfrm>
        </p:grpSpPr>
        <p:pic>
          <p:nvPicPr>
            <p:cNvPr id="17" name="object 14">
              <a:extLst>
                <a:ext uri="{FF2B5EF4-FFF2-40B4-BE49-F238E27FC236}">
                  <a16:creationId xmlns:a16="http://schemas.microsoft.com/office/drawing/2014/main" id="{7038EE0D-7CE1-2D41-8C57-C59BE753AA3B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3519678" y="1748789"/>
              <a:ext cx="649986" cy="532638"/>
            </a:xfrm>
            <a:prstGeom prst="rect">
              <a:avLst/>
            </a:prstGeom>
          </p:spPr>
        </p:pic>
        <p:pic>
          <p:nvPicPr>
            <p:cNvPr id="18" name="object 15">
              <a:extLst>
                <a:ext uri="{FF2B5EF4-FFF2-40B4-BE49-F238E27FC236}">
                  <a16:creationId xmlns:a16="http://schemas.microsoft.com/office/drawing/2014/main" id="{4B36458F-29F7-9743-8419-B5ACEFC260EE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3772662" y="1869185"/>
              <a:ext cx="245363" cy="244601"/>
            </a:xfrm>
            <a:prstGeom prst="rect">
              <a:avLst/>
            </a:prstGeom>
          </p:spPr>
        </p:pic>
      </p:grpSp>
      <p:grpSp>
        <p:nvGrpSpPr>
          <p:cNvPr id="19" name="object 16">
            <a:extLst>
              <a:ext uri="{FF2B5EF4-FFF2-40B4-BE49-F238E27FC236}">
                <a16:creationId xmlns:a16="http://schemas.microsoft.com/office/drawing/2014/main" id="{7A4909E0-3DC2-9849-B4C3-CB52A39FD551}"/>
              </a:ext>
            </a:extLst>
          </p:cNvPr>
          <p:cNvGrpSpPr/>
          <p:nvPr/>
        </p:nvGrpSpPr>
        <p:grpSpPr>
          <a:xfrm>
            <a:off x="5362955" y="1748789"/>
            <a:ext cx="650240" cy="532765"/>
            <a:chOff x="5362955" y="1748789"/>
            <a:chExt cx="650240" cy="532765"/>
          </a:xfrm>
        </p:grpSpPr>
        <p:pic>
          <p:nvPicPr>
            <p:cNvPr id="20" name="object 17">
              <a:extLst>
                <a:ext uri="{FF2B5EF4-FFF2-40B4-BE49-F238E27FC236}">
                  <a16:creationId xmlns:a16="http://schemas.microsoft.com/office/drawing/2014/main" id="{CCE48D8C-8537-2B4A-B9C4-EC85C53DE687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5362955" y="1748789"/>
              <a:ext cx="649986" cy="532638"/>
            </a:xfrm>
            <a:prstGeom prst="rect">
              <a:avLst/>
            </a:prstGeom>
          </p:spPr>
        </p:pic>
        <p:pic>
          <p:nvPicPr>
            <p:cNvPr id="21" name="object 18">
              <a:extLst>
                <a:ext uri="{FF2B5EF4-FFF2-40B4-BE49-F238E27FC236}">
                  <a16:creationId xmlns:a16="http://schemas.microsoft.com/office/drawing/2014/main" id="{D208C6C9-FB97-8F47-A98E-15815CC8FF86}"/>
                </a:ext>
              </a:extLst>
            </p:cNvPr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5626607" y="1868423"/>
              <a:ext cx="245363" cy="244601"/>
            </a:xfrm>
            <a:prstGeom prst="rect">
              <a:avLst/>
            </a:prstGeom>
          </p:spPr>
        </p:pic>
      </p:grpSp>
      <p:grpSp>
        <p:nvGrpSpPr>
          <p:cNvPr id="22" name="object 19">
            <a:extLst>
              <a:ext uri="{FF2B5EF4-FFF2-40B4-BE49-F238E27FC236}">
                <a16:creationId xmlns:a16="http://schemas.microsoft.com/office/drawing/2014/main" id="{FA692065-B6F2-424E-914A-C76CB03926D3}"/>
              </a:ext>
            </a:extLst>
          </p:cNvPr>
          <p:cNvGrpSpPr/>
          <p:nvPr/>
        </p:nvGrpSpPr>
        <p:grpSpPr>
          <a:xfrm>
            <a:off x="1173480" y="2995422"/>
            <a:ext cx="651510" cy="534670"/>
            <a:chOff x="1173480" y="2995422"/>
            <a:chExt cx="651510" cy="534670"/>
          </a:xfrm>
        </p:grpSpPr>
        <p:pic>
          <p:nvPicPr>
            <p:cNvPr id="23" name="object 20">
              <a:extLst>
                <a:ext uri="{FF2B5EF4-FFF2-40B4-BE49-F238E27FC236}">
                  <a16:creationId xmlns:a16="http://schemas.microsoft.com/office/drawing/2014/main" id="{1310449A-62F4-F940-B099-058CEFBB38E6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1173480" y="2995422"/>
              <a:ext cx="650748" cy="534162"/>
            </a:xfrm>
            <a:prstGeom prst="rect">
              <a:avLst/>
            </a:prstGeom>
          </p:spPr>
        </p:pic>
        <p:pic>
          <p:nvPicPr>
            <p:cNvPr id="24" name="object 21">
              <a:extLst>
                <a:ext uri="{FF2B5EF4-FFF2-40B4-BE49-F238E27FC236}">
                  <a16:creationId xmlns:a16="http://schemas.microsoft.com/office/drawing/2014/main" id="{4AFCEFE8-DC3B-6C4F-AB39-74012A32D2FF}"/>
                </a:ext>
              </a:extLst>
            </p:cNvPr>
            <p:cNvPicPr/>
            <p:nvPr/>
          </p:nvPicPr>
          <p:blipFill>
            <a:blip r:embed="rId4"/>
            <a:stretch>
              <a:fillRect/>
            </a:stretch>
          </p:blipFill>
          <p:spPr>
            <a:xfrm>
              <a:off x="1391412" y="3082290"/>
              <a:ext cx="246125" cy="246125"/>
            </a:xfrm>
            <a:prstGeom prst="rect">
              <a:avLst/>
            </a:prstGeom>
          </p:spPr>
        </p:pic>
        <p:pic>
          <p:nvPicPr>
            <p:cNvPr id="25" name="object 22">
              <a:extLst>
                <a:ext uri="{FF2B5EF4-FFF2-40B4-BE49-F238E27FC236}">
                  <a16:creationId xmlns:a16="http://schemas.microsoft.com/office/drawing/2014/main" id="{B747E789-90D1-1543-8803-2B8AA0F267A2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1569720" y="3121914"/>
              <a:ext cx="255269" cy="255270"/>
            </a:xfrm>
            <a:prstGeom prst="rect">
              <a:avLst/>
            </a:prstGeom>
          </p:spPr>
        </p:pic>
      </p:grpSp>
      <p:grpSp>
        <p:nvGrpSpPr>
          <p:cNvPr id="26" name="object 23">
            <a:extLst>
              <a:ext uri="{FF2B5EF4-FFF2-40B4-BE49-F238E27FC236}">
                <a16:creationId xmlns:a16="http://schemas.microsoft.com/office/drawing/2014/main" id="{566E989F-3D90-7B4C-BB89-D50162977C8E}"/>
              </a:ext>
            </a:extLst>
          </p:cNvPr>
          <p:cNvGrpSpPr/>
          <p:nvPr/>
        </p:nvGrpSpPr>
        <p:grpSpPr>
          <a:xfrm>
            <a:off x="2210561" y="2995422"/>
            <a:ext cx="691515" cy="534670"/>
            <a:chOff x="2210561" y="2995422"/>
            <a:chExt cx="691515" cy="534670"/>
          </a:xfrm>
        </p:grpSpPr>
        <p:pic>
          <p:nvPicPr>
            <p:cNvPr id="27" name="object 24">
              <a:extLst>
                <a:ext uri="{FF2B5EF4-FFF2-40B4-BE49-F238E27FC236}">
                  <a16:creationId xmlns:a16="http://schemas.microsoft.com/office/drawing/2014/main" id="{81B5FFDB-3DD7-D549-B657-2F72C16D3870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2210561" y="2995422"/>
              <a:ext cx="650748" cy="534162"/>
            </a:xfrm>
            <a:prstGeom prst="rect">
              <a:avLst/>
            </a:prstGeom>
          </p:spPr>
        </p:pic>
        <p:pic>
          <p:nvPicPr>
            <p:cNvPr id="28" name="object 25">
              <a:extLst>
                <a:ext uri="{FF2B5EF4-FFF2-40B4-BE49-F238E27FC236}">
                  <a16:creationId xmlns:a16="http://schemas.microsoft.com/office/drawing/2014/main" id="{E154DF46-42F7-9C4E-B85F-18B25ADEE223}"/>
                </a:ext>
              </a:extLst>
            </p:cNvPr>
            <p:cNvPicPr/>
            <p:nvPr/>
          </p:nvPicPr>
          <p:blipFill>
            <a:blip r:embed="rId4"/>
            <a:stretch>
              <a:fillRect/>
            </a:stretch>
          </p:blipFill>
          <p:spPr>
            <a:xfrm>
              <a:off x="2428493" y="3082290"/>
              <a:ext cx="246125" cy="246125"/>
            </a:xfrm>
            <a:prstGeom prst="rect">
              <a:avLst/>
            </a:prstGeom>
          </p:spPr>
        </p:pic>
        <p:pic>
          <p:nvPicPr>
            <p:cNvPr id="29" name="object 26">
              <a:extLst>
                <a:ext uri="{FF2B5EF4-FFF2-40B4-BE49-F238E27FC236}">
                  <a16:creationId xmlns:a16="http://schemas.microsoft.com/office/drawing/2014/main" id="{0864C871-5FE0-2646-AF6C-412C8FB682C0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2656331" y="3071622"/>
              <a:ext cx="245363" cy="244601"/>
            </a:xfrm>
            <a:prstGeom prst="rect">
              <a:avLst/>
            </a:prstGeom>
          </p:spPr>
        </p:pic>
      </p:grpSp>
      <p:grpSp>
        <p:nvGrpSpPr>
          <p:cNvPr id="30" name="object 27">
            <a:extLst>
              <a:ext uri="{FF2B5EF4-FFF2-40B4-BE49-F238E27FC236}">
                <a16:creationId xmlns:a16="http://schemas.microsoft.com/office/drawing/2014/main" id="{DD99510E-C22D-EB48-B8D5-0229996676AD}"/>
              </a:ext>
            </a:extLst>
          </p:cNvPr>
          <p:cNvGrpSpPr/>
          <p:nvPr/>
        </p:nvGrpSpPr>
        <p:grpSpPr>
          <a:xfrm>
            <a:off x="3343655" y="2995422"/>
            <a:ext cx="650875" cy="534670"/>
            <a:chOff x="3343655" y="2995422"/>
            <a:chExt cx="650875" cy="534670"/>
          </a:xfrm>
        </p:grpSpPr>
        <p:pic>
          <p:nvPicPr>
            <p:cNvPr id="31" name="object 28">
              <a:extLst>
                <a:ext uri="{FF2B5EF4-FFF2-40B4-BE49-F238E27FC236}">
                  <a16:creationId xmlns:a16="http://schemas.microsoft.com/office/drawing/2014/main" id="{284A49B9-7D2A-F844-96EE-00C04604A115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3343655" y="2995422"/>
              <a:ext cx="650748" cy="534162"/>
            </a:xfrm>
            <a:prstGeom prst="rect">
              <a:avLst/>
            </a:prstGeom>
          </p:spPr>
        </p:pic>
        <p:pic>
          <p:nvPicPr>
            <p:cNvPr id="32" name="object 29">
              <a:extLst>
                <a:ext uri="{FF2B5EF4-FFF2-40B4-BE49-F238E27FC236}">
                  <a16:creationId xmlns:a16="http://schemas.microsoft.com/office/drawing/2014/main" id="{18653779-011D-6D4A-B115-639EA888F51B}"/>
                </a:ext>
              </a:extLst>
            </p:cNvPr>
            <p:cNvPicPr/>
            <p:nvPr/>
          </p:nvPicPr>
          <p:blipFill>
            <a:blip r:embed="rId4"/>
            <a:stretch>
              <a:fillRect/>
            </a:stretch>
          </p:blipFill>
          <p:spPr>
            <a:xfrm>
              <a:off x="3533393" y="3082290"/>
              <a:ext cx="245363" cy="246125"/>
            </a:xfrm>
            <a:prstGeom prst="rect">
              <a:avLst/>
            </a:prstGeom>
          </p:spPr>
        </p:pic>
        <p:pic>
          <p:nvPicPr>
            <p:cNvPr id="33" name="object 30">
              <a:extLst>
                <a:ext uri="{FF2B5EF4-FFF2-40B4-BE49-F238E27FC236}">
                  <a16:creationId xmlns:a16="http://schemas.microsoft.com/office/drawing/2014/main" id="{C61E584F-E71E-C343-A8FC-2DF1060886D1}"/>
                </a:ext>
              </a:extLst>
            </p:cNvPr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3717797" y="3110484"/>
              <a:ext cx="245363" cy="244601"/>
            </a:xfrm>
            <a:prstGeom prst="rect">
              <a:avLst/>
            </a:prstGeom>
          </p:spPr>
        </p:pic>
      </p:grpSp>
      <p:grpSp>
        <p:nvGrpSpPr>
          <p:cNvPr id="34" name="object 31">
            <a:extLst>
              <a:ext uri="{FF2B5EF4-FFF2-40B4-BE49-F238E27FC236}">
                <a16:creationId xmlns:a16="http://schemas.microsoft.com/office/drawing/2014/main" id="{9B748676-423C-A349-B1FA-A01E5EFB6009}"/>
              </a:ext>
            </a:extLst>
          </p:cNvPr>
          <p:cNvGrpSpPr/>
          <p:nvPr/>
        </p:nvGrpSpPr>
        <p:grpSpPr>
          <a:xfrm>
            <a:off x="4436364" y="2995422"/>
            <a:ext cx="650875" cy="534670"/>
            <a:chOff x="4436364" y="2995422"/>
            <a:chExt cx="650875" cy="534670"/>
          </a:xfrm>
        </p:grpSpPr>
        <p:pic>
          <p:nvPicPr>
            <p:cNvPr id="35" name="object 32">
              <a:extLst>
                <a:ext uri="{FF2B5EF4-FFF2-40B4-BE49-F238E27FC236}">
                  <a16:creationId xmlns:a16="http://schemas.microsoft.com/office/drawing/2014/main" id="{3951DDAF-0BCE-E94C-A097-7C86EC1B03CA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4436364" y="2995422"/>
              <a:ext cx="650748" cy="534162"/>
            </a:xfrm>
            <a:prstGeom prst="rect">
              <a:avLst/>
            </a:prstGeom>
          </p:spPr>
        </p:pic>
        <p:pic>
          <p:nvPicPr>
            <p:cNvPr id="36" name="object 33">
              <a:extLst>
                <a:ext uri="{FF2B5EF4-FFF2-40B4-BE49-F238E27FC236}">
                  <a16:creationId xmlns:a16="http://schemas.microsoft.com/office/drawing/2014/main" id="{9BCAA465-2D21-9343-AA52-ECACBD478F73}"/>
                </a:ext>
              </a:extLst>
            </p:cNvPr>
            <p:cNvPicPr/>
            <p:nvPr/>
          </p:nvPicPr>
          <p:blipFill>
            <a:blip r:embed="rId5"/>
            <a:stretch>
              <a:fillRect/>
            </a:stretch>
          </p:blipFill>
          <p:spPr>
            <a:xfrm>
              <a:off x="4837938" y="3092196"/>
              <a:ext cx="244601" cy="245363"/>
            </a:xfrm>
            <a:prstGeom prst="rect">
              <a:avLst/>
            </a:prstGeom>
          </p:spPr>
        </p:pic>
        <p:pic>
          <p:nvPicPr>
            <p:cNvPr id="37" name="object 34">
              <a:extLst>
                <a:ext uri="{FF2B5EF4-FFF2-40B4-BE49-F238E27FC236}">
                  <a16:creationId xmlns:a16="http://schemas.microsoft.com/office/drawing/2014/main" id="{20FED519-F452-3746-956D-976DE512B74E}"/>
                </a:ext>
              </a:extLst>
            </p:cNvPr>
            <p:cNvPicPr/>
            <p:nvPr/>
          </p:nvPicPr>
          <p:blipFill>
            <a:blip r:embed="rId8"/>
            <a:stretch>
              <a:fillRect/>
            </a:stretch>
          </p:blipFill>
          <p:spPr>
            <a:xfrm>
              <a:off x="4639056" y="3111246"/>
              <a:ext cx="245363" cy="245363"/>
            </a:xfrm>
            <a:prstGeom prst="rect">
              <a:avLst/>
            </a:prstGeom>
          </p:spPr>
        </p:pic>
      </p:grpSp>
      <p:grpSp>
        <p:nvGrpSpPr>
          <p:cNvPr id="38" name="object 35">
            <a:extLst>
              <a:ext uri="{FF2B5EF4-FFF2-40B4-BE49-F238E27FC236}">
                <a16:creationId xmlns:a16="http://schemas.microsoft.com/office/drawing/2014/main" id="{09D279A0-108A-E340-82BE-A8EE527C7B4A}"/>
              </a:ext>
            </a:extLst>
          </p:cNvPr>
          <p:cNvGrpSpPr/>
          <p:nvPr/>
        </p:nvGrpSpPr>
        <p:grpSpPr>
          <a:xfrm>
            <a:off x="5529071" y="2995422"/>
            <a:ext cx="650875" cy="534670"/>
            <a:chOff x="5529071" y="2995422"/>
            <a:chExt cx="650875" cy="534670"/>
          </a:xfrm>
        </p:grpSpPr>
        <p:pic>
          <p:nvPicPr>
            <p:cNvPr id="39" name="object 36">
              <a:extLst>
                <a:ext uri="{FF2B5EF4-FFF2-40B4-BE49-F238E27FC236}">
                  <a16:creationId xmlns:a16="http://schemas.microsoft.com/office/drawing/2014/main" id="{A19789D5-BC0C-2649-B5C1-2ED074773D82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5529071" y="2995422"/>
              <a:ext cx="650748" cy="534162"/>
            </a:xfrm>
            <a:prstGeom prst="rect">
              <a:avLst/>
            </a:prstGeom>
          </p:spPr>
        </p:pic>
        <p:pic>
          <p:nvPicPr>
            <p:cNvPr id="40" name="object 37">
              <a:extLst>
                <a:ext uri="{FF2B5EF4-FFF2-40B4-BE49-F238E27FC236}">
                  <a16:creationId xmlns:a16="http://schemas.microsoft.com/office/drawing/2014/main" id="{8A646485-1EB0-F849-87BF-B47779C66502}"/>
                </a:ext>
              </a:extLst>
            </p:cNvPr>
            <p:cNvPicPr/>
            <p:nvPr/>
          </p:nvPicPr>
          <p:blipFill>
            <a:blip r:embed="rId5"/>
            <a:stretch>
              <a:fillRect/>
            </a:stretch>
          </p:blipFill>
          <p:spPr>
            <a:xfrm>
              <a:off x="5930645" y="3092196"/>
              <a:ext cx="244601" cy="245363"/>
            </a:xfrm>
            <a:prstGeom prst="rect">
              <a:avLst/>
            </a:prstGeom>
          </p:spPr>
        </p:pic>
        <p:pic>
          <p:nvPicPr>
            <p:cNvPr id="41" name="object 38">
              <a:extLst>
                <a:ext uri="{FF2B5EF4-FFF2-40B4-BE49-F238E27FC236}">
                  <a16:creationId xmlns:a16="http://schemas.microsoft.com/office/drawing/2014/main" id="{E2C2065C-1C3A-254E-9D4B-BBB5CB9FB2CC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5748527" y="3110484"/>
              <a:ext cx="244601" cy="244601"/>
            </a:xfrm>
            <a:prstGeom prst="rect">
              <a:avLst/>
            </a:prstGeom>
          </p:spPr>
        </p:pic>
      </p:grpSp>
      <p:grpSp>
        <p:nvGrpSpPr>
          <p:cNvPr id="42" name="object 39">
            <a:extLst>
              <a:ext uri="{FF2B5EF4-FFF2-40B4-BE49-F238E27FC236}">
                <a16:creationId xmlns:a16="http://schemas.microsoft.com/office/drawing/2014/main" id="{9513077E-8979-AA47-854F-1565A1039723}"/>
              </a:ext>
            </a:extLst>
          </p:cNvPr>
          <p:cNvGrpSpPr/>
          <p:nvPr/>
        </p:nvGrpSpPr>
        <p:grpSpPr>
          <a:xfrm>
            <a:off x="6694931" y="2995422"/>
            <a:ext cx="650875" cy="534670"/>
            <a:chOff x="6694931" y="2995422"/>
            <a:chExt cx="650875" cy="534670"/>
          </a:xfrm>
        </p:grpSpPr>
        <p:pic>
          <p:nvPicPr>
            <p:cNvPr id="43" name="object 40">
              <a:extLst>
                <a:ext uri="{FF2B5EF4-FFF2-40B4-BE49-F238E27FC236}">
                  <a16:creationId xmlns:a16="http://schemas.microsoft.com/office/drawing/2014/main" id="{FB814449-D6BB-D846-9CF4-528EADFF9B12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6694931" y="2995422"/>
              <a:ext cx="650748" cy="534162"/>
            </a:xfrm>
            <a:prstGeom prst="rect">
              <a:avLst/>
            </a:prstGeom>
          </p:spPr>
        </p:pic>
        <p:pic>
          <p:nvPicPr>
            <p:cNvPr id="44" name="object 41">
              <a:extLst>
                <a:ext uri="{FF2B5EF4-FFF2-40B4-BE49-F238E27FC236}">
                  <a16:creationId xmlns:a16="http://schemas.microsoft.com/office/drawing/2014/main" id="{7F066F73-8E33-B14A-BC6C-644970B93F5A}"/>
                </a:ext>
              </a:extLst>
            </p:cNvPr>
            <p:cNvPicPr/>
            <p:nvPr/>
          </p:nvPicPr>
          <p:blipFill>
            <a:blip r:embed="rId5"/>
            <a:stretch>
              <a:fillRect/>
            </a:stretch>
          </p:blipFill>
          <p:spPr>
            <a:xfrm>
              <a:off x="7096505" y="3092196"/>
              <a:ext cx="244601" cy="245363"/>
            </a:xfrm>
            <a:prstGeom prst="rect">
              <a:avLst/>
            </a:prstGeom>
          </p:spPr>
        </p:pic>
        <p:pic>
          <p:nvPicPr>
            <p:cNvPr id="45" name="object 42">
              <a:extLst>
                <a:ext uri="{FF2B5EF4-FFF2-40B4-BE49-F238E27FC236}">
                  <a16:creationId xmlns:a16="http://schemas.microsoft.com/office/drawing/2014/main" id="{BB6E7229-4CF1-D046-9B8B-23BC920045B8}"/>
                </a:ext>
              </a:extLst>
            </p:cNvPr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6905243" y="3111246"/>
              <a:ext cx="244601" cy="245363"/>
            </a:xfrm>
            <a:prstGeom prst="rect">
              <a:avLst/>
            </a:prstGeom>
          </p:spPr>
        </p:pic>
      </p:grpSp>
      <p:grpSp>
        <p:nvGrpSpPr>
          <p:cNvPr id="46" name="object 43">
            <a:extLst>
              <a:ext uri="{FF2B5EF4-FFF2-40B4-BE49-F238E27FC236}">
                <a16:creationId xmlns:a16="http://schemas.microsoft.com/office/drawing/2014/main" id="{599CBC57-B5F7-EC48-989F-9570A7427564}"/>
              </a:ext>
            </a:extLst>
          </p:cNvPr>
          <p:cNvGrpSpPr/>
          <p:nvPr/>
        </p:nvGrpSpPr>
        <p:grpSpPr>
          <a:xfrm>
            <a:off x="7744206" y="2995422"/>
            <a:ext cx="650875" cy="534670"/>
            <a:chOff x="7744206" y="2995422"/>
            <a:chExt cx="650875" cy="534670"/>
          </a:xfrm>
        </p:grpSpPr>
        <p:pic>
          <p:nvPicPr>
            <p:cNvPr id="47" name="object 44">
              <a:extLst>
                <a:ext uri="{FF2B5EF4-FFF2-40B4-BE49-F238E27FC236}">
                  <a16:creationId xmlns:a16="http://schemas.microsoft.com/office/drawing/2014/main" id="{62544B49-FB9D-8146-819C-ACBCD71BD610}"/>
                </a:ext>
              </a:extLst>
            </p:cNvPr>
            <p:cNvPicPr/>
            <p:nvPr/>
          </p:nvPicPr>
          <p:blipFill>
            <a:blip r:embed="rId9"/>
            <a:stretch>
              <a:fillRect/>
            </a:stretch>
          </p:blipFill>
          <p:spPr>
            <a:xfrm>
              <a:off x="7744206" y="2995422"/>
              <a:ext cx="650748" cy="534162"/>
            </a:xfrm>
            <a:prstGeom prst="rect">
              <a:avLst/>
            </a:prstGeom>
          </p:spPr>
        </p:pic>
        <p:pic>
          <p:nvPicPr>
            <p:cNvPr id="48" name="object 45">
              <a:extLst>
                <a:ext uri="{FF2B5EF4-FFF2-40B4-BE49-F238E27FC236}">
                  <a16:creationId xmlns:a16="http://schemas.microsoft.com/office/drawing/2014/main" id="{75B61327-E61F-5349-81FC-D39B58A456AA}"/>
                </a:ext>
              </a:extLst>
            </p:cNvPr>
            <p:cNvPicPr/>
            <p:nvPr/>
          </p:nvPicPr>
          <p:blipFill>
            <a:blip r:embed="rId10"/>
            <a:stretch>
              <a:fillRect/>
            </a:stretch>
          </p:blipFill>
          <p:spPr>
            <a:xfrm>
              <a:off x="7962900" y="3091434"/>
              <a:ext cx="244601" cy="245363"/>
            </a:xfrm>
            <a:prstGeom prst="rect">
              <a:avLst/>
            </a:prstGeom>
          </p:spPr>
        </p:pic>
        <p:pic>
          <p:nvPicPr>
            <p:cNvPr id="49" name="object 46">
              <a:extLst>
                <a:ext uri="{FF2B5EF4-FFF2-40B4-BE49-F238E27FC236}">
                  <a16:creationId xmlns:a16="http://schemas.microsoft.com/office/drawing/2014/main" id="{E0A520D3-C512-C243-8566-D2D20D9FA253}"/>
                </a:ext>
              </a:extLst>
            </p:cNvPr>
            <p:cNvPicPr/>
            <p:nvPr/>
          </p:nvPicPr>
          <p:blipFill>
            <a:blip r:embed="rId11"/>
            <a:stretch>
              <a:fillRect/>
            </a:stretch>
          </p:blipFill>
          <p:spPr>
            <a:xfrm>
              <a:off x="8135112" y="3113532"/>
              <a:ext cx="245364" cy="245363"/>
            </a:xfrm>
            <a:prstGeom prst="rect">
              <a:avLst/>
            </a:prstGeom>
          </p:spPr>
        </p:pic>
      </p:grpSp>
      <p:grpSp>
        <p:nvGrpSpPr>
          <p:cNvPr id="50" name="object 47">
            <a:extLst>
              <a:ext uri="{FF2B5EF4-FFF2-40B4-BE49-F238E27FC236}">
                <a16:creationId xmlns:a16="http://schemas.microsoft.com/office/drawing/2014/main" id="{3A992F79-F457-2E49-AB6D-1F94C90D5A53}"/>
              </a:ext>
            </a:extLst>
          </p:cNvPr>
          <p:cNvGrpSpPr/>
          <p:nvPr/>
        </p:nvGrpSpPr>
        <p:grpSpPr>
          <a:xfrm>
            <a:off x="8807957" y="2995422"/>
            <a:ext cx="650875" cy="534670"/>
            <a:chOff x="8807957" y="2995422"/>
            <a:chExt cx="650875" cy="534670"/>
          </a:xfrm>
        </p:grpSpPr>
        <p:pic>
          <p:nvPicPr>
            <p:cNvPr id="51" name="object 48">
              <a:extLst>
                <a:ext uri="{FF2B5EF4-FFF2-40B4-BE49-F238E27FC236}">
                  <a16:creationId xmlns:a16="http://schemas.microsoft.com/office/drawing/2014/main" id="{63F99EE5-A540-8B4F-A8B9-1069B8E7ACF7}"/>
                </a:ext>
              </a:extLst>
            </p:cNvPr>
            <p:cNvPicPr/>
            <p:nvPr/>
          </p:nvPicPr>
          <p:blipFill>
            <a:blip r:embed="rId9"/>
            <a:stretch>
              <a:fillRect/>
            </a:stretch>
          </p:blipFill>
          <p:spPr>
            <a:xfrm>
              <a:off x="8807957" y="2995422"/>
              <a:ext cx="650748" cy="534162"/>
            </a:xfrm>
            <a:prstGeom prst="rect">
              <a:avLst/>
            </a:prstGeom>
          </p:spPr>
        </p:pic>
        <p:pic>
          <p:nvPicPr>
            <p:cNvPr id="52" name="object 49">
              <a:extLst>
                <a:ext uri="{FF2B5EF4-FFF2-40B4-BE49-F238E27FC236}">
                  <a16:creationId xmlns:a16="http://schemas.microsoft.com/office/drawing/2014/main" id="{DA92B57F-38C2-7944-9A54-348DBDD586BA}"/>
                </a:ext>
              </a:extLst>
            </p:cNvPr>
            <p:cNvPicPr/>
            <p:nvPr/>
          </p:nvPicPr>
          <p:blipFill>
            <a:blip r:embed="rId12"/>
            <a:stretch>
              <a:fillRect/>
            </a:stretch>
          </p:blipFill>
          <p:spPr>
            <a:xfrm>
              <a:off x="8996171" y="3111246"/>
              <a:ext cx="244601" cy="245363"/>
            </a:xfrm>
            <a:prstGeom prst="rect">
              <a:avLst/>
            </a:prstGeom>
          </p:spPr>
        </p:pic>
        <p:pic>
          <p:nvPicPr>
            <p:cNvPr id="53" name="object 50">
              <a:extLst>
                <a:ext uri="{FF2B5EF4-FFF2-40B4-BE49-F238E27FC236}">
                  <a16:creationId xmlns:a16="http://schemas.microsoft.com/office/drawing/2014/main" id="{C12E3A07-428A-5E45-AAF4-8E8BA7B94CEF}"/>
                </a:ext>
              </a:extLst>
            </p:cNvPr>
            <p:cNvPicPr/>
            <p:nvPr/>
          </p:nvPicPr>
          <p:blipFill>
            <a:blip r:embed="rId11"/>
            <a:stretch>
              <a:fillRect/>
            </a:stretch>
          </p:blipFill>
          <p:spPr>
            <a:xfrm>
              <a:off x="9178289" y="3086100"/>
              <a:ext cx="245364" cy="244601"/>
            </a:xfrm>
            <a:prstGeom prst="rect">
              <a:avLst/>
            </a:prstGeom>
          </p:spPr>
        </p:pic>
      </p:grpSp>
      <p:grpSp>
        <p:nvGrpSpPr>
          <p:cNvPr id="54" name="object 51">
            <a:extLst>
              <a:ext uri="{FF2B5EF4-FFF2-40B4-BE49-F238E27FC236}">
                <a16:creationId xmlns:a16="http://schemas.microsoft.com/office/drawing/2014/main" id="{65886C64-82F5-6A40-B93C-6E7D12A41CCA}"/>
              </a:ext>
            </a:extLst>
          </p:cNvPr>
          <p:cNvGrpSpPr/>
          <p:nvPr/>
        </p:nvGrpSpPr>
        <p:grpSpPr>
          <a:xfrm>
            <a:off x="9900666" y="2995422"/>
            <a:ext cx="651510" cy="534670"/>
            <a:chOff x="9900666" y="2995422"/>
            <a:chExt cx="651510" cy="534670"/>
          </a:xfrm>
        </p:grpSpPr>
        <p:pic>
          <p:nvPicPr>
            <p:cNvPr id="55" name="object 52">
              <a:extLst>
                <a:ext uri="{FF2B5EF4-FFF2-40B4-BE49-F238E27FC236}">
                  <a16:creationId xmlns:a16="http://schemas.microsoft.com/office/drawing/2014/main" id="{17B61D0A-A88E-0048-8B22-B69F769148CC}"/>
                </a:ext>
              </a:extLst>
            </p:cNvPr>
            <p:cNvPicPr/>
            <p:nvPr/>
          </p:nvPicPr>
          <p:blipFill>
            <a:blip r:embed="rId9"/>
            <a:stretch>
              <a:fillRect/>
            </a:stretch>
          </p:blipFill>
          <p:spPr>
            <a:xfrm>
              <a:off x="9900666" y="2995422"/>
              <a:ext cx="651509" cy="534162"/>
            </a:xfrm>
            <a:prstGeom prst="rect">
              <a:avLst/>
            </a:prstGeom>
          </p:spPr>
        </p:pic>
        <p:pic>
          <p:nvPicPr>
            <p:cNvPr id="56" name="object 53">
              <a:extLst>
                <a:ext uri="{FF2B5EF4-FFF2-40B4-BE49-F238E27FC236}">
                  <a16:creationId xmlns:a16="http://schemas.microsoft.com/office/drawing/2014/main" id="{224DD4D2-4B92-7F4E-82D2-A47AB69746E8}"/>
                </a:ext>
              </a:extLst>
            </p:cNvPr>
            <p:cNvPicPr/>
            <p:nvPr/>
          </p:nvPicPr>
          <p:blipFill>
            <a:blip r:embed="rId10"/>
            <a:stretch>
              <a:fillRect/>
            </a:stretch>
          </p:blipFill>
          <p:spPr>
            <a:xfrm>
              <a:off x="10122408" y="3091434"/>
              <a:ext cx="244601" cy="245363"/>
            </a:xfrm>
            <a:prstGeom prst="rect">
              <a:avLst/>
            </a:prstGeom>
          </p:spPr>
        </p:pic>
        <p:pic>
          <p:nvPicPr>
            <p:cNvPr id="57" name="object 54">
              <a:extLst>
                <a:ext uri="{FF2B5EF4-FFF2-40B4-BE49-F238E27FC236}">
                  <a16:creationId xmlns:a16="http://schemas.microsoft.com/office/drawing/2014/main" id="{8105FE42-8F31-C046-91F7-F205DF0F9963}"/>
                </a:ext>
              </a:extLst>
            </p:cNvPr>
            <p:cNvPicPr/>
            <p:nvPr/>
          </p:nvPicPr>
          <p:blipFill>
            <a:blip r:embed="rId12"/>
            <a:stretch>
              <a:fillRect/>
            </a:stretch>
          </p:blipFill>
          <p:spPr>
            <a:xfrm>
              <a:off x="10274046" y="3111246"/>
              <a:ext cx="244601" cy="245363"/>
            </a:xfrm>
            <a:prstGeom prst="rect">
              <a:avLst/>
            </a:prstGeom>
          </p:spPr>
        </p:pic>
      </p:grpSp>
      <p:grpSp>
        <p:nvGrpSpPr>
          <p:cNvPr id="58" name="object 55">
            <a:extLst>
              <a:ext uri="{FF2B5EF4-FFF2-40B4-BE49-F238E27FC236}">
                <a16:creationId xmlns:a16="http://schemas.microsoft.com/office/drawing/2014/main" id="{A9AC3884-418E-1A42-8759-B80280FF77C9}"/>
              </a:ext>
            </a:extLst>
          </p:cNvPr>
          <p:cNvGrpSpPr/>
          <p:nvPr/>
        </p:nvGrpSpPr>
        <p:grpSpPr>
          <a:xfrm>
            <a:off x="4378452" y="3786018"/>
            <a:ext cx="961390" cy="967105"/>
            <a:chOff x="4378452" y="3786018"/>
            <a:chExt cx="961390" cy="967105"/>
          </a:xfrm>
        </p:grpSpPr>
        <p:pic>
          <p:nvPicPr>
            <p:cNvPr id="59" name="object 56">
              <a:extLst>
                <a:ext uri="{FF2B5EF4-FFF2-40B4-BE49-F238E27FC236}">
                  <a16:creationId xmlns:a16="http://schemas.microsoft.com/office/drawing/2014/main" id="{83179556-B462-DB46-BB68-D829CBBD186E}"/>
                </a:ext>
              </a:extLst>
            </p:cNvPr>
            <p:cNvPicPr/>
            <p:nvPr/>
          </p:nvPicPr>
          <p:blipFill>
            <a:blip r:embed="rId9"/>
            <a:stretch>
              <a:fillRect/>
            </a:stretch>
          </p:blipFill>
          <p:spPr>
            <a:xfrm>
              <a:off x="4378452" y="4219194"/>
              <a:ext cx="650748" cy="533400"/>
            </a:xfrm>
            <a:prstGeom prst="rect">
              <a:avLst/>
            </a:prstGeom>
          </p:spPr>
        </p:pic>
        <p:pic>
          <p:nvPicPr>
            <p:cNvPr id="60" name="object 57">
              <a:extLst>
                <a:ext uri="{FF2B5EF4-FFF2-40B4-BE49-F238E27FC236}">
                  <a16:creationId xmlns:a16="http://schemas.microsoft.com/office/drawing/2014/main" id="{7B3BE6BB-EBBA-E041-BE4B-1C55077D7574}"/>
                </a:ext>
              </a:extLst>
            </p:cNvPr>
            <p:cNvPicPr/>
            <p:nvPr/>
          </p:nvPicPr>
          <p:blipFill>
            <a:blip r:embed="rId13"/>
            <a:stretch>
              <a:fillRect/>
            </a:stretch>
          </p:blipFill>
          <p:spPr>
            <a:xfrm>
              <a:off x="4581906" y="4308348"/>
              <a:ext cx="246125" cy="246125"/>
            </a:xfrm>
            <a:prstGeom prst="rect">
              <a:avLst/>
            </a:prstGeom>
          </p:spPr>
        </p:pic>
        <p:pic>
          <p:nvPicPr>
            <p:cNvPr id="61" name="object 58">
              <a:extLst>
                <a:ext uri="{FF2B5EF4-FFF2-40B4-BE49-F238E27FC236}">
                  <a16:creationId xmlns:a16="http://schemas.microsoft.com/office/drawing/2014/main" id="{8ACAA9BA-96A4-224D-9CC9-D3AB10135BAF}"/>
                </a:ext>
              </a:extLst>
            </p:cNvPr>
            <p:cNvPicPr/>
            <p:nvPr/>
          </p:nvPicPr>
          <p:blipFill>
            <a:blip r:embed="rId12"/>
            <a:stretch>
              <a:fillRect/>
            </a:stretch>
          </p:blipFill>
          <p:spPr>
            <a:xfrm>
              <a:off x="4799838" y="4341114"/>
              <a:ext cx="245363" cy="245363"/>
            </a:xfrm>
            <a:prstGeom prst="rect">
              <a:avLst/>
            </a:prstGeom>
          </p:spPr>
        </p:pic>
        <p:pic>
          <p:nvPicPr>
            <p:cNvPr id="62" name="object 59">
              <a:extLst>
                <a:ext uri="{FF2B5EF4-FFF2-40B4-BE49-F238E27FC236}">
                  <a16:creationId xmlns:a16="http://schemas.microsoft.com/office/drawing/2014/main" id="{E110A32C-76A8-E646-8FE7-DFC55CA3A9E8}"/>
                </a:ext>
              </a:extLst>
            </p:cNvPr>
            <p:cNvPicPr/>
            <p:nvPr/>
          </p:nvPicPr>
          <p:blipFill>
            <a:blip r:embed="rId14"/>
            <a:stretch>
              <a:fillRect/>
            </a:stretch>
          </p:blipFill>
          <p:spPr>
            <a:xfrm>
              <a:off x="4696206" y="4174236"/>
              <a:ext cx="244601" cy="244601"/>
            </a:xfrm>
            <a:prstGeom prst="rect">
              <a:avLst/>
            </a:prstGeom>
          </p:spPr>
        </p:pic>
        <p:pic>
          <p:nvPicPr>
            <p:cNvPr id="63" name="object 60">
              <a:extLst>
                <a:ext uri="{FF2B5EF4-FFF2-40B4-BE49-F238E27FC236}">
                  <a16:creationId xmlns:a16="http://schemas.microsoft.com/office/drawing/2014/main" id="{2FDEA6BC-684B-234E-B3A8-092C6D50CB5F}"/>
                </a:ext>
              </a:extLst>
            </p:cNvPr>
            <p:cNvPicPr/>
            <p:nvPr/>
          </p:nvPicPr>
          <p:blipFill>
            <a:blip r:embed="rId15"/>
            <a:stretch>
              <a:fillRect/>
            </a:stretch>
          </p:blipFill>
          <p:spPr>
            <a:xfrm>
              <a:off x="4511040" y="3859141"/>
              <a:ext cx="342138" cy="247664"/>
            </a:xfrm>
            <a:prstGeom prst="rect">
              <a:avLst/>
            </a:prstGeom>
          </p:spPr>
        </p:pic>
        <p:pic>
          <p:nvPicPr>
            <p:cNvPr id="64" name="object 61">
              <a:extLst>
                <a:ext uri="{FF2B5EF4-FFF2-40B4-BE49-F238E27FC236}">
                  <a16:creationId xmlns:a16="http://schemas.microsoft.com/office/drawing/2014/main" id="{F355B01C-E327-0845-A54B-6A9534A579FC}"/>
                </a:ext>
              </a:extLst>
            </p:cNvPr>
            <p:cNvPicPr/>
            <p:nvPr/>
          </p:nvPicPr>
          <p:blipFill>
            <a:blip r:embed="rId16"/>
            <a:stretch>
              <a:fillRect/>
            </a:stretch>
          </p:blipFill>
          <p:spPr>
            <a:xfrm>
              <a:off x="4885897" y="3786018"/>
              <a:ext cx="336135" cy="336000"/>
            </a:xfrm>
            <a:prstGeom prst="rect">
              <a:avLst/>
            </a:prstGeom>
          </p:spPr>
        </p:pic>
        <p:sp>
          <p:nvSpPr>
            <p:cNvPr id="65" name="object 62">
              <a:extLst>
                <a:ext uri="{FF2B5EF4-FFF2-40B4-BE49-F238E27FC236}">
                  <a16:creationId xmlns:a16="http://schemas.microsoft.com/office/drawing/2014/main" id="{76441BAF-F021-A84A-946A-481466580288}"/>
                </a:ext>
              </a:extLst>
            </p:cNvPr>
            <p:cNvSpPr/>
            <p:nvPr/>
          </p:nvSpPr>
          <p:spPr>
            <a:xfrm>
              <a:off x="4400550" y="4113276"/>
              <a:ext cx="939165" cy="0"/>
            </a:xfrm>
            <a:custGeom>
              <a:avLst/>
              <a:gdLst/>
              <a:ahLst/>
              <a:cxnLst/>
              <a:rect l="l" t="t" r="r" b="b"/>
              <a:pathLst>
                <a:path w="939164">
                  <a:moveTo>
                    <a:pt x="0" y="0"/>
                  </a:moveTo>
                  <a:lnTo>
                    <a:pt x="938784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6" name="object 63">
            <a:extLst>
              <a:ext uri="{FF2B5EF4-FFF2-40B4-BE49-F238E27FC236}">
                <a16:creationId xmlns:a16="http://schemas.microsoft.com/office/drawing/2014/main" id="{71A6637C-7352-F04D-8A5E-ED40BE3FFB43}"/>
              </a:ext>
            </a:extLst>
          </p:cNvPr>
          <p:cNvGrpSpPr/>
          <p:nvPr/>
        </p:nvGrpSpPr>
        <p:grpSpPr>
          <a:xfrm>
            <a:off x="5470397" y="3783329"/>
            <a:ext cx="976630" cy="925194"/>
            <a:chOff x="5470397" y="3783329"/>
            <a:chExt cx="976630" cy="925194"/>
          </a:xfrm>
        </p:grpSpPr>
        <p:pic>
          <p:nvPicPr>
            <p:cNvPr id="67" name="object 64">
              <a:extLst>
                <a:ext uri="{FF2B5EF4-FFF2-40B4-BE49-F238E27FC236}">
                  <a16:creationId xmlns:a16="http://schemas.microsoft.com/office/drawing/2014/main" id="{5C20617A-4AAB-D94D-918A-23CA32DAC48D}"/>
                </a:ext>
              </a:extLst>
            </p:cNvPr>
            <p:cNvPicPr/>
            <p:nvPr/>
          </p:nvPicPr>
          <p:blipFill>
            <a:blip r:embed="rId9"/>
            <a:stretch>
              <a:fillRect/>
            </a:stretch>
          </p:blipFill>
          <p:spPr>
            <a:xfrm>
              <a:off x="5470397" y="4174235"/>
              <a:ext cx="651510" cy="534162"/>
            </a:xfrm>
            <a:prstGeom prst="rect">
              <a:avLst/>
            </a:prstGeom>
          </p:spPr>
        </p:pic>
        <p:pic>
          <p:nvPicPr>
            <p:cNvPr id="68" name="object 65">
              <a:extLst>
                <a:ext uri="{FF2B5EF4-FFF2-40B4-BE49-F238E27FC236}">
                  <a16:creationId xmlns:a16="http://schemas.microsoft.com/office/drawing/2014/main" id="{B70EAC53-CD2D-4D4C-8BF9-0FC0682CB312}"/>
                </a:ext>
              </a:extLst>
            </p:cNvPr>
            <p:cNvPicPr/>
            <p:nvPr/>
          </p:nvPicPr>
          <p:blipFill>
            <a:blip r:embed="rId13"/>
            <a:stretch>
              <a:fillRect/>
            </a:stretch>
          </p:blipFill>
          <p:spPr>
            <a:xfrm>
              <a:off x="5660135" y="4261103"/>
              <a:ext cx="246125" cy="246125"/>
            </a:xfrm>
            <a:prstGeom prst="rect">
              <a:avLst/>
            </a:prstGeom>
          </p:spPr>
        </p:pic>
        <p:pic>
          <p:nvPicPr>
            <p:cNvPr id="69" name="object 66">
              <a:extLst>
                <a:ext uri="{FF2B5EF4-FFF2-40B4-BE49-F238E27FC236}">
                  <a16:creationId xmlns:a16="http://schemas.microsoft.com/office/drawing/2014/main" id="{2050A9B7-29D8-494B-A7F6-1F6C107DD335}"/>
                </a:ext>
              </a:extLst>
            </p:cNvPr>
            <p:cNvPicPr/>
            <p:nvPr/>
          </p:nvPicPr>
          <p:blipFill>
            <a:blip r:embed="rId11"/>
            <a:stretch>
              <a:fillRect/>
            </a:stretch>
          </p:blipFill>
          <p:spPr>
            <a:xfrm>
              <a:off x="5793485" y="4318253"/>
              <a:ext cx="245363" cy="244601"/>
            </a:xfrm>
            <a:prstGeom prst="rect">
              <a:avLst/>
            </a:prstGeom>
          </p:spPr>
        </p:pic>
        <p:pic>
          <p:nvPicPr>
            <p:cNvPr id="70" name="object 67">
              <a:extLst>
                <a:ext uri="{FF2B5EF4-FFF2-40B4-BE49-F238E27FC236}">
                  <a16:creationId xmlns:a16="http://schemas.microsoft.com/office/drawing/2014/main" id="{C2FF6399-CDFB-764D-BD2E-4A217D126013}"/>
                </a:ext>
              </a:extLst>
            </p:cNvPr>
            <p:cNvPicPr/>
            <p:nvPr/>
          </p:nvPicPr>
          <p:blipFill>
            <a:blip r:embed="rId14"/>
            <a:stretch>
              <a:fillRect/>
            </a:stretch>
          </p:blipFill>
          <p:spPr>
            <a:xfrm>
              <a:off x="5929121" y="4175759"/>
              <a:ext cx="244601" cy="244601"/>
            </a:xfrm>
            <a:prstGeom prst="rect">
              <a:avLst/>
            </a:prstGeom>
          </p:spPr>
        </p:pic>
        <p:pic>
          <p:nvPicPr>
            <p:cNvPr id="71" name="object 68">
              <a:extLst>
                <a:ext uri="{FF2B5EF4-FFF2-40B4-BE49-F238E27FC236}">
                  <a16:creationId xmlns:a16="http://schemas.microsoft.com/office/drawing/2014/main" id="{038EEA68-EF71-F944-89F4-CD2A12546D3D}"/>
                </a:ext>
              </a:extLst>
            </p:cNvPr>
            <p:cNvPicPr/>
            <p:nvPr/>
          </p:nvPicPr>
          <p:blipFill>
            <a:blip r:embed="rId17"/>
            <a:stretch>
              <a:fillRect/>
            </a:stretch>
          </p:blipFill>
          <p:spPr>
            <a:xfrm>
              <a:off x="6009198" y="3852605"/>
              <a:ext cx="263518" cy="260735"/>
            </a:xfrm>
            <a:prstGeom prst="rect">
              <a:avLst/>
            </a:prstGeom>
          </p:spPr>
        </p:pic>
        <p:pic>
          <p:nvPicPr>
            <p:cNvPr id="72" name="object 69">
              <a:extLst>
                <a:ext uri="{FF2B5EF4-FFF2-40B4-BE49-F238E27FC236}">
                  <a16:creationId xmlns:a16="http://schemas.microsoft.com/office/drawing/2014/main" id="{49EB1A5D-9C9A-6F46-9A42-E1BB50AB7C0D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5702807" y="3783329"/>
              <a:ext cx="342138" cy="341375"/>
            </a:xfrm>
            <a:prstGeom prst="rect">
              <a:avLst/>
            </a:prstGeom>
          </p:spPr>
        </p:pic>
        <p:sp>
          <p:nvSpPr>
            <p:cNvPr id="73" name="object 70">
              <a:extLst>
                <a:ext uri="{FF2B5EF4-FFF2-40B4-BE49-F238E27FC236}">
                  <a16:creationId xmlns:a16="http://schemas.microsoft.com/office/drawing/2014/main" id="{FDFE813A-8F93-034F-B6F4-0FFA2CEAC31D}"/>
                </a:ext>
              </a:extLst>
            </p:cNvPr>
            <p:cNvSpPr/>
            <p:nvPr/>
          </p:nvSpPr>
          <p:spPr>
            <a:xfrm>
              <a:off x="5507735" y="4113275"/>
              <a:ext cx="939165" cy="0"/>
            </a:xfrm>
            <a:custGeom>
              <a:avLst/>
              <a:gdLst/>
              <a:ahLst/>
              <a:cxnLst/>
              <a:rect l="l" t="t" r="r" b="b"/>
              <a:pathLst>
                <a:path w="939164">
                  <a:moveTo>
                    <a:pt x="0" y="0"/>
                  </a:moveTo>
                  <a:lnTo>
                    <a:pt x="938784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4" name="object 71">
            <a:extLst>
              <a:ext uri="{FF2B5EF4-FFF2-40B4-BE49-F238E27FC236}">
                <a16:creationId xmlns:a16="http://schemas.microsoft.com/office/drawing/2014/main" id="{A73A8B2D-46F2-364F-A6EB-7296C8F2E817}"/>
              </a:ext>
            </a:extLst>
          </p:cNvPr>
          <p:cNvGrpSpPr/>
          <p:nvPr/>
        </p:nvGrpSpPr>
        <p:grpSpPr>
          <a:xfrm>
            <a:off x="6599681" y="3783329"/>
            <a:ext cx="954405" cy="953769"/>
            <a:chOff x="6599681" y="3783329"/>
            <a:chExt cx="954405" cy="953769"/>
          </a:xfrm>
        </p:grpSpPr>
        <p:pic>
          <p:nvPicPr>
            <p:cNvPr id="75" name="object 72">
              <a:extLst>
                <a:ext uri="{FF2B5EF4-FFF2-40B4-BE49-F238E27FC236}">
                  <a16:creationId xmlns:a16="http://schemas.microsoft.com/office/drawing/2014/main" id="{80179C1A-A45D-B745-B583-AC64843C06D9}"/>
                </a:ext>
              </a:extLst>
            </p:cNvPr>
            <p:cNvPicPr/>
            <p:nvPr/>
          </p:nvPicPr>
          <p:blipFill>
            <a:blip r:embed="rId9"/>
            <a:stretch>
              <a:fillRect/>
            </a:stretch>
          </p:blipFill>
          <p:spPr>
            <a:xfrm>
              <a:off x="6599681" y="4202429"/>
              <a:ext cx="650748" cy="534162"/>
            </a:xfrm>
            <a:prstGeom prst="rect">
              <a:avLst/>
            </a:prstGeom>
          </p:spPr>
        </p:pic>
        <p:pic>
          <p:nvPicPr>
            <p:cNvPr id="76" name="object 73">
              <a:extLst>
                <a:ext uri="{FF2B5EF4-FFF2-40B4-BE49-F238E27FC236}">
                  <a16:creationId xmlns:a16="http://schemas.microsoft.com/office/drawing/2014/main" id="{24015E18-B3AB-C64A-8DDA-D66E392F78C0}"/>
                </a:ext>
              </a:extLst>
            </p:cNvPr>
            <p:cNvPicPr/>
            <p:nvPr/>
          </p:nvPicPr>
          <p:blipFill>
            <a:blip r:embed="rId14"/>
            <a:stretch>
              <a:fillRect/>
            </a:stretch>
          </p:blipFill>
          <p:spPr>
            <a:xfrm>
              <a:off x="6908291" y="4174235"/>
              <a:ext cx="244601" cy="244601"/>
            </a:xfrm>
            <a:prstGeom prst="rect">
              <a:avLst/>
            </a:prstGeom>
          </p:spPr>
        </p:pic>
        <p:pic>
          <p:nvPicPr>
            <p:cNvPr id="77" name="object 74">
              <a:extLst>
                <a:ext uri="{FF2B5EF4-FFF2-40B4-BE49-F238E27FC236}">
                  <a16:creationId xmlns:a16="http://schemas.microsoft.com/office/drawing/2014/main" id="{1F6C1C71-68C2-4542-B4F7-66A9CEEBBF1D}"/>
                </a:ext>
              </a:extLst>
            </p:cNvPr>
            <p:cNvPicPr/>
            <p:nvPr/>
          </p:nvPicPr>
          <p:blipFill>
            <a:blip r:embed="rId12"/>
            <a:stretch>
              <a:fillRect/>
            </a:stretch>
          </p:blipFill>
          <p:spPr>
            <a:xfrm>
              <a:off x="6771131" y="4318253"/>
              <a:ext cx="244601" cy="245363"/>
            </a:xfrm>
            <a:prstGeom prst="rect">
              <a:avLst/>
            </a:prstGeom>
          </p:spPr>
        </p:pic>
        <p:pic>
          <p:nvPicPr>
            <p:cNvPr id="78" name="object 75">
              <a:extLst>
                <a:ext uri="{FF2B5EF4-FFF2-40B4-BE49-F238E27FC236}">
                  <a16:creationId xmlns:a16="http://schemas.microsoft.com/office/drawing/2014/main" id="{30734DC2-8573-0746-8C22-6F69EEDFB228}"/>
                </a:ext>
              </a:extLst>
            </p:cNvPr>
            <p:cNvPicPr/>
            <p:nvPr/>
          </p:nvPicPr>
          <p:blipFill>
            <a:blip r:embed="rId11"/>
            <a:stretch>
              <a:fillRect/>
            </a:stretch>
          </p:blipFill>
          <p:spPr>
            <a:xfrm>
              <a:off x="6989063" y="4328921"/>
              <a:ext cx="244601" cy="245363"/>
            </a:xfrm>
            <a:prstGeom prst="rect">
              <a:avLst/>
            </a:prstGeom>
          </p:spPr>
        </p:pic>
        <p:pic>
          <p:nvPicPr>
            <p:cNvPr id="79" name="object 76">
              <a:extLst>
                <a:ext uri="{FF2B5EF4-FFF2-40B4-BE49-F238E27FC236}">
                  <a16:creationId xmlns:a16="http://schemas.microsoft.com/office/drawing/2014/main" id="{90058ADF-5122-4345-8366-D460F5A0259D}"/>
                </a:ext>
              </a:extLst>
            </p:cNvPr>
            <p:cNvPicPr/>
            <p:nvPr/>
          </p:nvPicPr>
          <p:blipFill>
            <a:blip r:embed="rId18"/>
            <a:stretch>
              <a:fillRect/>
            </a:stretch>
          </p:blipFill>
          <p:spPr>
            <a:xfrm>
              <a:off x="6816956" y="3783329"/>
              <a:ext cx="287826" cy="341375"/>
            </a:xfrm>
            <a:prstGeom prst="rect">
              <a:avLst/>
            </a:prstGeom>
          </p:spPr>
        </p:pic>
        <p:pic>
          <p:nvPicPr>
            <p:cNvPr id="80" name="object 77">
              <a:extLst>
                <a:ext uri="{FF2B5EF4-FFF2-40B4-BE49-F238E27FC236}">
                  <a16:creationId xmlns:a16="http://schemas.microsoft.com/office/drawing/2014/main" id="{B4E9A2B0-FAC3-EB44-858E-51DF84AB0B45}"/>
                </a:ext>
              </a:extLst>
            </p:cNvPr>
            <p:cNvPicPr/>
            <p:nvPr/>
          </p:nvPicPr>
          <p:blipFill>
            <a:blip r:embed="rId16"/>
            <a:stretch>
              <a:fillRect/>
            </a:stretch>
          </p:blipFill>
          <p:spPr>
            <a:xfrm>
              <a:off x="7145988" y="3786017"/>
              <a:ext cx="336135" cy="336000"/>
            </a:xfrm>
            <a:prstGeom prst="rect">
              <a:avLst/>
            </a:prstGeom>
          </p:spPr>
        </p:pic>
        <p:sp>
          <p:nvSpPr>
            <p:cNvPr id="81" name="object 78">
              <a:extLst>
                <a:ext uri="{FF2B5EF4-FFF2-40B4-BE49-F238E27FC236}">
                  <a16:creationId xmlns:a16="http://schemas.microsoft.com/office/drawing/2014/main" id="{A2405B1E-E0EB-A048-BCE9-195585A6AAA4}"/>
                </a:ext>
              </a:extLst>
            </p:cNvPr>
            <p:cNvSpPr/>
            <p:nvPr/>
          </p:nvSpPr>
          <p:spPr>
            <a:xfrm>
              <a:off x="6614921" y="4113275"/>
              <a:ext cx="939165" cy="0"/>
            </a:xfrm>
            <a:custGeom>
              <a:avLst/>
              <a:gdLst/>
              <a:ahLst/>
              <a:cxnLst/>
              <a:rect l="l" t="t" r="r" b="b"/>
              <a:pathLst>
                <a:path w="939165">
                  <a:moveTo>
                    <a:pt x="0" y="0"/>
                  </a:moveTo>
                  <a:lnTo>
                    <a:pt x="938783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2" name="object 79">
            <a:extLst>
              <a:ext uri="{FF2B5EF4-FFF2-40B4-BE49-F238E27FC236}">
                <a16:creationId xmlns:a16="http://schemas.microsoft.com/office/drawing/2014/main" id="{17FB7FE4-494B-404B-A8CF-713DABD470A9}"/>
              </a:ext>
            </a:extLst>
          </p:cNvPr>
          <p:cNvGrpSpPr/>
          <p:nvPr/>
        </p:nvGrpSpPr>
        <p:grpSpPr>
          <a:xfrm>
            <a:off x="7676388" y="3783329"/>
            <a:ext cx="985519" cy="925194"/>
            <a:chOff x="7676388" y="3783329"/>
            <a:chExt cx="985519" cy="925194"/>
          </a:xfrm>
        </p:grpSpPr>
        <p:pic>
          <p:nvPicPr>
            <p:cNvPr id="83" name="object 80">
              <a:extLst>
                <a:ext uri="{FF2B5EF4-FFF2-40B4-BE49-F238E27FC236}">
                  <a16:creationId xmlns:a16="http://schemas.microsoft.com/office/drawing/2014/main" id="{FF671F43-A45A-6644-B2D3-8582DB4F38F6}"/>
                </a:ext>
              </a:extLst>
            </p:cNvPr>
            <p:cNvPicPr/>
            <p:nvPr/>
          </p:nvPicPr>
          <p:blipFill>
            <a:blip r:embed="rId9"/>
            <a:stretch>
              <a:fillRect/>
            </a:stretch>
          </p:blipFill>
          <p:spPr>
            <a:xfrm>
              <a:off x="7676388" y="4174235"/>
              <a:ext cx="650748" cy="534162"/>
            </a:xfrm>
            <a:prstGeom prst="rect">
              <a:avLst/>
            </a:prstGeom>
          </p:spPr>
        </p:pic>
        <p:pic>
          <p:nvPicPr>
            <p:cNvPr id="84" name="object 81">
              <a:extLst>
                <a:ext uri="{FF2B5EF4-FFF2-40B4-BE49-F238E27FC236}">
                  <a16:creationId xmlns:a16="http://schemas.microsoft.com/office/drawing/2014/main" id="{9F9AA72D-B647-434E-8DE7-4C0AFCDD8DB9}"/>
                </a:ext>
              </a:extLst>
            </p:cNvPr>
            <p:cNvPicPr/>
            <p:nvPr/>
          </p:nvPicPr>
          <p:blipFill>
            <a:blip r:embed="rId12"/>
            <a:stretch>
              <a:fillRect/>
            </a:stretch>
          </p:blipFill>
          <p:spPr>
            <a:xfrm>
              <a:off x="8020050" y="4185665"/>
              <a:ext cx="244601" cy="244601"/>
            </a:xfrm>
            <a:prstGeom prst="rect">
              <a:avLst/>
            </a:prstGeom>
          </p:spPr>
        </p:pic>
        <p:pic>
          <p:nvPicPr>
            <p:cNvPr id="85" name="object 82">
              <a:extLst>
                <a:ext uri="{FF2B5EF4-FFF2-40B4-BE49-F238E27FC236}">
                  <a16:creationId xmlns:a16="http://schemas.microsoft.com/office/drawing/2014/main" id="{C19E82E9-08E6-0944-836D-52BB2A662313}"/>
                </a:ext>
              </a:extLst>
            </p:cNvPr>
            <p:cNvPicPr/>
            <p:nvPr/>
          </p:nvPicPr>
          <p:blipFill>
            <a:blip r:embed="rId19"/>
            <a:stretch>
              <a:fillRect/>
            </a:stretch>
          </p:blipFill>
          <p:spPr>
            <a:xfrm>
              <a:off x="7893558" y="4271009"/>
              <a:ext cx="486155" cy="246887"/>
            </a:xfrm>
            <a:prstGeom prst="rect">
              <a:avLst/>
            </a:prstGeom>
          </p:spPr>
        </p:pic>
        <p:pic>
          <p:nvPicPr>
            <p:cNvPr id="86" name="object 83">
              <a:extLst>
                <a:ext uri="{FF2B5EF4-FFF2-40B4-BE49-F238E27FC236}">
                  <a16:creationId xmlns:a16="http://schemas.microsoft.com/office/drawing/2014/main" id="{D28EFB98-1E3A-BC49-9A1E-CEE3FAB908B6}"/>
                </a:ext>
              </a:extLst>
            </p:cNvPr>
            <p:cNvPicPr/>
            <p:nvPr/>
          </p:nvPicPr>
          <p:blipFill>
            <a:blip r:embed="rId18"/>
            <a:stretch>
              <a:fillRect/>
            </a:stretch>
          </p:blipFill>
          <p:spPr>
            <a:xfrm>
              <a:off x="7866992" y="3783329"/>
              <a:ext cx="287826" cy="341375"/>
            </a:xfrm>
            <a:prstGeom prst="rect">
              <a:avLst/>
            </a:prstGeom>
          </p:spPr>
        </p:pic>
        <p:pic>
          <p:nvPicPr>
            <p:cNvPr id="87" name="object 84">
              <a:extLst>
                <a:ext uri="{FF2B5EF4-FFF2-40B4-BE49-F238E27FC236}">
                  <a16:creationId xmlns:a16="http://schemas.microsoft.com/office/drawing/2014/main" id="{1283EB88-9760-7B4B-9AD9-87A280F7EE4F}"/>
                </a:ext>
              </a:extLst>
            </p:cNvPr>
            <p:cNvPicPr/>
            <p:nvPr/>
          </p:nvPicPr>
          <p:blipFill>
            <a:blip r:embed="rId15"/>
            <a:stretch>
              <a:fillRect/>
            </a:stretch>
          </p:blipFill>
          <p:spPr>
            <a:xfrm>
              <a:off x="8154924" y="3859141"/>
              <a:ext cx="342138" cy="247664"/>
            </a:xfrm>
            <a:prstGeom prst="rect">
              <a:avLst/>
            </a:prstGeom>
          </p:spPr>
        </p:pic>
        <p:sp>
          <p:nvSpPr>
            <p:cNvPr id="88" name="object 85">
              <a:extLst>
                <a:ext uri="{FF2B5EF4-FFF2-40B4-BE49-F238E27FC236}">
                  <a16:creationId xmlns:a16="http://schemas.microsoft.com/office/drawing/2014/main" id="{229F018D-CC39-394A-8ADE-F323BAA638EF}"/>
                </a:ext>
              </a:extLst>
            </p:cNvPr>
            <p:cNvSpPr/>
            <p:nvPr/>
          </p:nvSpPr>
          <p:spPr>
            <a:xfrm>
              <a:off x="7722870" y="4113275"/>
              <a:ext cx="939165" cy="0"/>
            </a:xfrm>
            <a:custGeom>
              <a:avLst/>
              <a:gdLst/>
              <a:ahLst/>
              <a:cxnLst/>
              <a:rect l="l" t="t" r="r" b="b"/>
              <a:pathLst>
                <a:path w="939165">
                  <a:moveTo>
                    <a:pt x="0" y="0"/>
                  </a:moveTo>
                  <a:lnTo>
                    <a:pt x="938783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9" name="object 86">
            <a:extLst>
              <a:ext uri="{FF2B5EF4-FFF2-40B4-BE49-F238E27FC236}">
                <a16:creationId xmlns:a16="http://schemas.microsoft.com/office/drawing/2014/main" id="{15E497DB-7C24-A249-B2FD-66536D61D472}"/>
              </a:ext>
            </a:extLst>
          </p:cNvPr>
          <p:cNvGrpSpPr/>
          <p:nvPr/>
        </p:nvGrpSpPr>
        <p:grpSpPr>
          <a:xfrm>
            <a:off x="8805671" y="3783329"/>
            <a:ext cx="963294" cy="925194"/>
            <a:chOff x="8805671" y="3783329"/>
            <a:chExt cx="963294" cy="925194"/>
          </a:xfrm>
        </p:grpSpPr>
        <p:pic>
          <p:nvPicPr>
            <p:cNvPr id="90" name="object 87">
              <a:extLst>
                <a:ext uri="{FF2B5EF4-FFF2-40B4-BE49-F238E27FC236}">
                  <a16:creationId xmlns:a16="http://schemas.microsoft.com/office/drawing/2014/main" id="{2C1E0CA7-4E5D-2346-93B4-BA92312F25FC}"/>
                </a:ext>
              </a:extLst>
            </p:cNvPr>
            <p:cNvPicPr/>
            <p:nvPr/>
          </p:nvPicPr>
          <p:blipFill>
            <a:blip r:embed="rId9"/>
            <a:stretch>
              <a:fillRect/>
            </a:stretch>
          </p:blipFill>
          <p:spPr>
            <a:xfrm>
              <a:off x="8805671" y="4174235"/>
              <a:ext cx="650748" cy="534162"/>
            </a:xfrm>
            <a:prstGeom prst="rect">
              <a:avLst/>
            </a:prstGeom>
          </p:spPr>
        </p:pic>
        <p:pic>
          <p:nvPicPr>
            <p:cNvPr id="91" name="object 88">
              <a:extLst>
                <a:ext uri="{FF2B5EF4-FFF2-40B4-BE49-F238E27FC236}">
                  <a16:creationId xmlns:a16="http://schemas.microsoft.com/office/drawing/2014/main" id="{97E6D1FF-D70F-AA40-B313-FC6F1554D4F8}"/>
                </a:ext>
              </a:extLst>
            </p:cNvPr>
            <p:cNvPicPr/>
            <p:nvPr/>
          </p:nvPicPr>
          <p:blipFill>
            <a:blip r:embed="rId14"/>
            <a:stretch>
              <a:fillRect/>
            </a:stretch>
          </p:blipFill>
          <p:spPr>
            <a:xfrm>
              <a:off x="9043415" y="4205477"/>
              <a:ext cx="244601" cy="244601"/>
            </a:xfrm>
            <a:prstGeom prst="rect">
              <a:avLst/>
            </a:prstGeom>
          </p:spPr>
        </p:pic>
        <p:pic>
          <p:nvPicPr>
            <p:cNvPr id="92" name="object 89">
              <a:extLst>
                <a:ext uri="{FF2B5EF4-FFF2-40B4-BE49-F238E27FC236}">
                  <a16:creationId xmlns:a16="http://schemas.microsoft.com/office/drawing/2014/main" id="{76BF67E1-3917-6F4B-8F5C-D4DEABD7909C}"/>
                </a:ext>
              </a:extLst>
            </p:cNvPr>
            <p:cNvPicPr/>
            <p:nvPr/>
          </p:nvPicPr>
          <p:blipFill>
            <a:blip r:embed="rId10"/>
            <a:stretch>
              <a:fillRect/>
            </a:stretch>
          </p:blipFill>
          <p:spPr>
            <a:xfrm>
              <a:off x="9005315" y="4289297"/>
              <a:ext cx="245364" cy="244601"/>
            </a:xfrm>
            <a:prstGeom prst="rect">
              <a:avLst/>
            </a:prstGeom>
          </p:spPr>
        </p:pic>
        <p:pic>
          <p:nvPicPr>
            <p:cNvPr id="93" name="object 90">
              <a:extLst>
                <a:ext uri="{FF2B5EF4-FFF2-40B4-BE49-F238E27FC236}">
                  <a16:creationId xmlns:a16="http://schemas.microsoft.com/office/drawing/2014/main" id="{E303BE53-98AF-4444-9FF0-36FBE833B17F}"/>
                </a:ext>
              </a:extLst>
            </p:cNvPr>
            <p:cNvPicPr/>
            <p:nvPr/>
          </p:nvPicPr>
          <p:blipFill>
            <a:blip r:embed="rId11"/>
            <a:stretch>
              <a:fillRect/>
            </a:stretch>
          </p:blipFill>
          <p:spPr>
            <a:xfrm>
              <a:off x="9180575" y="4324349"/>
              <a:ext cx="244601" cy="244601"/>
            </a:xfrm>
            <a:prstGeom prst="rect">
              <a:avLst/>
            </a:prstGeom>
          </p:spPr>
        </p:pic>
        <p:pic>
          <p:nvPicPr>
            <p:cNvPr id="94" name="object 91">
              <a:extLst>
                <a:ext uri="{FF2B5EF4-FFF2-40B4-BE49-F238E27FC236}">
                  <a16:creationId xmlns:a16="http://schemas.microsoft.com/office/drawing/2014/main" id="{D8D0B2CF-3396-384D-8F2D-F5D7CB49C5F3}"/>
                </a:ext>
              </a:extLst>
            </p:cNvPr>
            <p:cNvPicPr/>
            <p:nvPr/>
          </p:nvPicPr>
          <p:blipFill>
            <a:blip r:embed="rId18"/>
            <a:stretch>
              <a:fillRect/>
            </a:stretch>
          </p:blipFill>
          <p:spPr>
            <a:xfrm>
              <a:off x="8980274" y="3783329"/>
              <a:ext cx="287826" cy="341375"/>
            </a:xfrm>
            <a:prstGeom prst="rect">
              <a:avLst/>
            </a:prstGeom>
          </p:spPr>
        </p:pic>
        <p:pic>
          <p:nvPicPr>
            <p:cNvPr id="95" name="object 92">
              <a:extLst>
                <a:ext uri="{FF2B5EF4-FFF2-40B4-BE49-F238E27FC236}">
                  <a16:creationId xmlns:a16="http://schemas.microsoft.com/office/drawing/2014/main" id="{2F0525FF-5D75-524F-A4F2-B560D8B5EC07}"/>
                </a:ext>
              </a:extLst>
            </p:cNvPr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9244583" y="3812285"/>
              <a:ext cx="342138" cy="341375"/>
            </a:xfrm>
            <a:prstGeom prst="rect">
              <a:avLst/>
            </a:prstGeom>
          </p:spPr>
        </p:pic>
        <p:sp>
          <p:nvSpPr>
            <p:cNvPr id="96" name="object 93">
              <a:extLst>
                <a:ext uri="{FF2B5EF4-FFF2-40B4-BE49-F238E27FC236}">
                  <a16:creationId xmlns:a16="http://schemas.microsoft.com/office/drawing/2014/main" id="{6591B3AB-0D4E-E54C-8B52-54A933CF6115}"/>
                </a:ext>
              </a:extLst>
            </p:cNvPr>
            <p:cNvSpPr/>
            <p:nvPr/>
          </p:nvSpPr>
          <p:spPr>
            <a:xfrm>
              <a:off x="8830055" y="4113275"/>
              <a:ext cx="939165" cy="0"/>
            </a:xfrm>
            <a:custGeom>
              <a:avLst/>
              <a:gdLst/>
              <a:ahLst/>
              <a:cxnLst/>
              <a:rect l="l" t="t" r="r" b="b"/>
              <a:pathLst>
                <a:path w="939165">
                  <a:moveTo>
                    <a:pt x="0" y="0"/>
                  </a:moveTo>
                  <a:lnTo>
                    <a:pt x="938784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7" name="object 94">
            <a:extLst>
              <a:ext uri="{FF2B5EF4-FFF2-40B4-BE49-F238E27FC236}">
                <a16:creationId xmlns:a16="http://schemas.microsoft.com/office/drawing/2014/main" id="{63B2373A-917B-E04B-B866-036E8CD548A2}"/>
              </a:ext>
            </a:extLst>
          </p:cNvPr>
          <p:cNvGrpSpPr/>
          <p:nvPr/>
        </p:nvGrpSpPr>
        <p:grpSpPr>
          <a:xfrm>
            <a:off x="2185416" y="3786018"/>
            <a:ext cx="939165" cy="969010"/>
            <a:chOff x="2185416" y="3786018"/>
            <a:chExt cx="939165" cy="969010"/>
          </a:xfrm>
        </p:grpSpPr>
        <p:pic>
          <p:nvPicPr>
            <p:cNvPr id="98" name="object 95">
              <a:extLst>
                <a:ext uri="{FF2B5EF4-FFF2-40B4-BE49-F238E27FC236}">
                  <a16:creationId xmlns:a16="http://schemas.microsoft.com/office/drawing/2014/main" id="{F59123AB-3A67-D04A-9756-0F7CB5347FC6}"/>
                </a:ext>
              </a:extLst>
            </p:cNvPr>
            <p:cNvPicPr/>
            <p:nvPr/>
          </p:nvPicPr>
          <p:blipFill>
            <a:blip r:embed="rId9"/>
            <a:stretch>
              <a:fillRect/>
            </a:stretch>
          </p:blipFill>
          <p:spPr>
            <a:xfrm>
              <a:off x="2185416" y="4221480"/>
              <a:ext cx="650748" cy="533400"/>
            </a:xfrm>
            <a:prstGeom prst="rect">
              <a:avLst/>
            </a:prstGeom>
          </p:spPr>
        </p:pic>
        <p:pic>
          <p:nvPicPr>
            <p:cNvPr id="99" name="object 96">
              <a:extLst>
                <a:ext uri="{FF2B5EF4-FFF2-40B4-BE49-F238E27FC236}">
                  <a16:creationId xmlns:a16="http://schemas.microsoft.com/office/drawing/2014/main" id="{F24B5723-AAB6-B04F-9373-E8E42F69978E}"/>
                </a:ext>
              </a:extLst>
            </p:cNvPr>
            <p:cNvPicPr/>
            <p:nvPr/>
          </p:nvPicPr>
          <p:blipFill>
            <a:blip r:embed="rId12"/>
            <a:stretch>
              <a:fillRect/>
            </a:stretch>
          </p:blipFill>
          <p:spPr>
            <a:xfrm>
              <a:off x="2485644" y="4174236"/>
              <a:ext cx="244601" cy="244601"/>
            </a:xfrm>
            <a:prstGeom prst="rect">
              <a:avLst/>
            </a:prstGeom>
          </p:spPr>
        </p:pic>
        <p:pic>
          <p:nvPicPr>
            <p:cNvPr id="100" name="object 97">
              <a:extLst>
                <a:ext uri="{FF2B5EF4-FFF2-40B4-BE49-F238E27FC236}">
                  <a16:creationId xmlns:a16="http://schemas.microsoft.com/office/drawing/2014/main" id="{BBA1D03C-EE88-DE4B-9E18-279F663E889E}"/>
                </a:ext>
              </a:extLst>
            </p:cNvPr>
            <p:cNvPicPr/>
            <p:nvPr/>
          </p:nvPicPr>
          <p:blipFill>
            <a:blip r:embed="rId10"/>
            <a:stretch>
              <a:fillRect/>
            </a:stretch>
          </p:blipFill>
          <p:spPr>
            <a:xfrm>
              <a:off x="2631186" y="4335780"/>
              <a:ext cx="245363" cy="244601"/>
            </a:xfrm>
            <a:prstGeom prst="rect">
              <a:avLst/>
            </a:prstGeom>
          </p:spPr>
        </p:pic>
        <p:pic>
          <p:nvPicPr>
            <p:cNvPr id="101" name="object 98">
              <a:extLst>
                <a:ext uri="{FF2B5EF4-FFF2-40B4-BE49-F238E27FC236}">
                  <a16:creationId xmlns:a16="http://schemas.microsoft.com/office/drawing/2014/main" id="{BE5FF335-9C4B-C44C-950E-4532F9B313F5}"/>
                </a:ext>
              </a:extLst>
            </p:cNvPr>
            <p:cNvPicPr/>
            <p:nvPr/>
          </p:nvPicPr>
          <p:blipFill>
            <a:blip r:embed="rId13"/>
            <a:stretch>
              <a:fillRect/>
            </a:stretch>
          </p:blipFill>
          <p:spPr>
            <a:xfrm>
              <a:off x="2375154" y="4308348"/>
              <a:ext cx="246125" cy="245363"/>
            </a:xfrm>
            <a:prstGeom prst="rect">
              <a:avLst/>
            </a:prstGeom>
          </p:spPr>
        </p:pic>
        <p:pic>
          <p:nvPicPr>
            <p:cNvPr id="102" name="object 99">
              <a:extLst>
                <a:ext uri="{FF2B5EF4-FFF2-40B4-BE49-F238E27FC236}">
                  <a16:creationId xmlns:a16="http://schemas.microsoft.com/office/drawing/2014/main" id="{5194B9E1-D1E5-924B-8898-A1C337543FE1}"/>
                </a:ext>
              </a:extLst>
            </p:cNvPr>
            <p:cNvPicPr/>
            <p:nvPr/>
          </p:nvPicPr>
          <p:blipFill>
            <a:blip r:embed="rId20"/>
            <a:stretch>
              <a:fillRect/>
            </a:stretch>
          </p:blipFill>
          <p:spPr>
            <a:xfrm>
              <a:off x="2397773" y="3786018"/>
              <a:ext cx="143737" cy="336000"/>
            </a:xfrm>
            <a:prstGeom prst="rect">
              <a:avLst/>
            </a:prstGeom>
          </p:spPr>
        </p:pic>
        <p:pic>
          <p:nvPicPr>
            <p:cNvPr id="103" name="object 100">
              <a:extLst>
                <a:ext uri="{FF2B5EF4-FFF2-40B4-BE49-F238E27FC236}">
                  <a16:creationId xmlns:a16="http://schemas.microsoft.com/office/drawing/2014/main" id="{ED9E3263-C82F-774A-9502-D655661A05A7}"/>
                </a:ext>
              </a:extLst>
            </p:cNvPr>
            <p:cNvPicPr/>
            <p:nvPr/>
          </p:nvPicPr>
          <p:blipFill>
            <a:blip r:embed="rId15"/>
            <a:stretch>
              <a:fillRect/>
            </a:stretch>
          </p:blipFill>
          <p:spPr>
            <a:xfrm>
              <a:off x="2575560" y="3859141"/>
              <a:ext cx="341375" cy="247664"/>
            </a:xfrm>
            <a:prstGeom prst="rect">
              <a:avLst/>
            </a:prstGeom>
          </p:spPr>
        </p:pic>
        <p:sp>
          <p:nvSpPr>
            <p:cNvPr id="104" name="object 101">
              <a:extLst>
                <a:ext uri="{FF2B5EF4-FFF2-40B4-BE49-F238E27FC236}">
                  <a16:creationId xmlns:a16="http://schemas.microsoft.com/office/drawing/2014/main" id="{CB25C977-D26A-3744-B743-A6599BF6EC7C}"/>
                </a:ext>
              </a:extLst>
            </p:cNvPr>
            <p:cNvSpPr/>
            <p:nvPr/>
          </p:nvSpPr>
          <p:spPr>
            <a:xfrm>
              <a:off x="2185416" y="4113276"/>
              <a:ext cx="939165" cy="0"/>
            </a:xfrm>
            <a:custGeom>
              <a:avLst/>
              <a:gdLst/>
              <a:ahLst/>
              <a:cxnLst/>
              <a:rect l="l" t="t" r="r" b="b"/>
              <a:pathLst>
                <a:path w="939164">
                  <a:moveTo>
                    <a:pt x="0" y="0"/>
                  </a:moveTo>
                  <a:lnTo>
                    <a:pt x="938783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5" name="object 102">
            <a:extLst>
              <a:ext uri="{FF2B5EF4-FFF2-40B4-BE49-F238E27FC236}">
                <a16:creationId xmlns:a16="http://schemas.microsoft.com/office/drawing/2014/main" id="{D20AF685-06AD-3F49-BC5E-80AAAFF3FDB2}"/>
              </a:ext>
            </a:extLst>
          </p:cNvPr>
          <p:cNvGrpSpPr/>
          <p:nvPr/>
        </p:nvGrpSpPr>
        <p:grpSpPr>
          <a:xfrm>
            <a:off x="3292602" y="3786018"/>
            <a:ext cx="939165" cy="936625"/>
            <a:chOff x="3292602" y="3786018"/>
            <a:chExt cx="939165" cy="936625"/>
          </a:xfrm>
        </p:grpSpPr>
        <p:pic>
          <p:nvPicPr>
            <p:cNvPr id="106" name="object 103">
              <a:extLst>
                <a:ext uri="{FF2B5EF4-FFF2-40B4-BE49-F238E27FC236}">
                  <a16:creationId xmlns:a16="http://schemas.microsoft.com/office/drawing/2014/main" id="{EB012C6A-0032-7241-9AC3-112754827000}"/>
                </a:ext>
              </a:extLst>
            </p:cNvPr>
            <p:cNvPicPr/>
            <p:nvPr/>
          </p:nvPicPr>
          <p:blipFill>
            <a:blip r:embed="rId9"/>
            <a:stretch>
              <a:fillRect/>
            </a:stretch>
          </p:blipFill>
          <p:spPr>
            <a:xfrm>
              <a:off x="3301746" y="4187952"/>
              <a:ext cx="651510" cy="534162"/>
            </a:xfrm>
            <a:prstGeom prst="rect">
              <a:avLst/>
            </a:prstGeom>
          </p:spPr>
        </p:pic>
        <p:pic>
          <p:nvPicPr>
            <p:cNvPr id="107" name="object 104">
              <a:extLst>
                <a:ext uri="{FF2B5EF4-FFF2-40B4-BE49-F238E27FC236}">
                  <a16:creationId xmlns:a16="http://schemas.microsoft.com/office/drawing/2014/main" id="{00D38BFD-4BB0-E94C-870B-2C3AF05795A3}"/>
                </a:ext>
              </a:extLst>
            </p:cNvPr>
            <p:cNvPicPr/>
            <p:nvPr/>
          </p:nvPicPr>
          <p:blipFill>
            <a:blip r:embed="rId13"/>
            <a:stretch>
              <a:fillRect/>
            </a:stretch>
          </p:blipFill>
          <p:spPr>
            <a:xfrm>
              <a:off x="3491484" y="4274820"/>
              <a:ext cx="246125" cy="246125"/>
            </a:xfrm>
            <a:prstGeom prst="rect">
              <a:avLst/>
            </a:prstGeom>
          </p:spPr>
        </p:pic>
        <p:pic>
          <p:nvPicPr>
            <p:cNvPr id="108" name="object 105">
              <a:extLst>
                <a:ext uri="{FF2B5EF4-FFF2-40B4-BE49-F238E27FC236}">
                  <a16:creationId xmlns:a16="http://schemas.microsoft.com/office/drawing/2014/main" id="{31650F55-F099-6C4A-8E04-B657E2E4B55C}"/>
                </a:ext>
              </a:extLst>
            </p:cNvPr>
            <p:cNvPicPr/>
            <p:nvPr/>
          </p:nvPicPr>
          <p:blipFill>
            <a:blip r:embed="rId12"/>
            <a:stretch>
              <a:fillRect/>
            </a:stretch>
          </p:blipFill>
          <p:spPr>
            <a:xfrm>
              <a:off x="3643122" y="4174236"/>
              <a:ext cx="245363" cy="244601"/>
            </a:xfrm>
            <a:prstGeom prst="rect">
              <a:avLst/>
            </a:prstGeom>
          </p:spPr>
        </p:pic>
        <p:pic>
          <p:nvPicPr>
            <p:cNvPr id="109" name="object 106">
              <a:extLst>
                <a:ext uri="{FF2B5EF4-FFF2-40B4-BE49-F238E27FC236}">
                  <a16:creationId xmlns:a16="http://schemas.microsoft.com/office/drawing/2014/main" id="{3D4BDEFB-8292-1F4D-B8E7-A9CDCD19453C}"/>
                </a:ext>
              </a:extLst>
            </p:cNvPr>
            <p:cNvPicPr/>
            <p:nvPr/>
          </p:nvPicPr>
          <p:blipFill>
            <a:blip r:embed="rId11"/>
            <a:stretch>
              <a:fillRect/>
            </a:stretch>
          </p:blipFill>
          <p:spPr>
            <a:xfrm>
              <a:off x="3694176" y="4315206"/>
              <a:ext cx="245363" cy="244601"/>
            </a:xfrm>
            <a:prstGeom prst="rect">
              <a:avLst/>
            </a:prstGeom>
          </p:spPr>
        </p:pic>
        <p:pic>
          <p:nvPicPr>
            <p:cNvPr id="110" name="object 107">
              <a:extLst>
                <a:ext uri="{FF2B5EF4-FFF2-40B4-BE49-F238E27FC236}">
                  <a16:creationId xmlns:a16="http://schemas.microsoft.com/office/drawing/2014/main" id="{7F17E4E0-0156-284E-B4D0-D25F07C5D8EE}"/>
                </a:ext>
              </a:extLst>
            </p:cNvPr>
            <p:cNvPicPr/>
            <p:nvPr/>
          </p:nvPicPr>
          <p:blipFill>
            <a:blip r:embed="rId20"/>
            <a:stretch>
              <a:fillRect/>
            </a:stretch>
          </p:blipFill>
          <p:spPr>
            <a:xfrm>
              <a:off x="3494291" y="3786018"/>
              <a:ext cx="143737" cy="336000"/>
            </a:xfrm>
            <a:prstGeom prst="rect">
              <a:avLst/>
            </a:prstGeom>
          </p:spPr>
        </p:pic>
        <p:pic>
          <p:nvPicPr>
            <p:cNvPr id="111" name="object 108">
              <a:extLst>
                <a:ext uri="{FF2B5EF4-FFF2-40B4-BE49-F238E27FC236}">
                  <a16:creationId xmlns:a16="http://schemas.microsoft.com/office/drawing/2014/main" id="{540A00FE-07BF-0E48-B55B-D791A1F988CD}"/>
                </a:ext>
              </a:extLst>
            </p:cNvPr>
            <p:cNvPicPr/>
            <p:nvPr/>
          </p:nvPicPr>
          <p:blipFill>
            <a:blip r:embed="rId16"/>
            <a:stretch>
              <a:fillRect/>
            </a:stretch>
          </p:blipFill>
          <p:spPr>
            <a:xfrm>
              <a:off x="3694129" y="3786018"/>
              <a:ext cx="336135" cy="336000"/>
            </a:xfrm>
            <a:prstGeom prst="rect">
              <a:avLst/>
            </a:prstGeom>
          </p:spPr>
        </p:pic>
        <p:sp>
          <p:nvSpPr>
            <p:cNvPr id="112" name="object 109">
              <a:extLst>
                <a:ext uri="{FF2B5EF4-FFF2-40B4-BE49-F238E27FC236}">
                  <a16:creationId xmlns:a16="http://schemas.microsoft.com/office/drawing/2014/main" id="{32FB7FBF-B141-F745-8B33-CF68185BE212}"/>
                </a:ext>
              </a:extLst>
            </p:cNvPr>
            <p:cNvSpPr/>
            <p:nvPr/>
          </p:nvSpPr>
          <p:spPr>
            <a:xfrm>
              <a:off x="3292602" y="4113276"/>
              <a:ext cx="939165" cy="0"/>
            </a:xfrm>
            <a:custGeom>
              <a:avLst/>
              <a:gdLst/>
              <a:ahLst/>
              <a:cxnLst/>
              <a:rect l="l" t="t" r="r" b="b"/>
              <a:pathLst>
                <a:path w="939164">
                  <a:moveTo>
                    <a:pt x="0" y="0"/>
                  </a:moveTo>
                  <a:lnTo>
                    <a:pt x="938784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3" name="object 110">
            <a:extLst>
              <a:ext uri="{FF2B5EF4-FFF2-40B4-BE49-F238E27FC236}">
                <a16:creationId xmlns:a16="http://schemas.microsoft.com/office/drawing/2014/main" id="{808371A7-EE04-054E-83CA-0EF0B352DCD5}"/>
              </a:ext>
            </a:extLst>
          </p:cNvPr>
          <p:cNvGrpSpPr/>
          <p:nvPr/>
        </p:nvGrpSpPr>
        <p:grpSpPr>
          <a:xfrm>
            <a:off x="1107947" y="4177541"/>
            <a:ext cx="651510" cy="586740"/>
            <a:chOff x="1107947" y="4177541"/>
            <a:chExt cx="651510" cy="586740"/>
          </a:xfrm>
        </p:grpSpPr>
        <p:pic>
          <p:nvPicPr>
            <p:cNvPr id="114" name="object 111">
              <a:extLst>
                <a:ext uri="{FF2B5EF4-FFF2-40B4-BE49-F238E27FC236}">
                  <a16:creationId xmlns:a16="http://schemas.microsoft.com/office/drawing/2014/main" id="{7D7FE4DC-9374-C746-B2B3-0F0B62306DB5}"/>
                </a:ext>
              </a:extLst>
            </p:cNvPr>
            <p:cNvPicPr/>
            <p:nvPr/>
          </p:nvPicPr>
          <p:blipFill>
            <a:blip r:embed="rId21"/>
            <a:stretch>
              <a:fillRect/>
            </a:stretch>
          </p:blipFill>
          <p:spPr>
            <a:xfrm>
              <a:off x="1387097" y="4177541"/>
              <a:ext cx="237991" cy="237991"/>
            </a:xfrm>
            <a:prstGeom prst="rect">
              <a:avLst/>
            </a:prstGeom>
          </p:spPr>
        </p:pic>
        <p:pic>
          <p:nvPicPr>
            <p:cNvPr id="115" name="object 112">
              <a:extLst>
                <a:ext uri="{FF2B5EF4-FFF2-40B4-BE49-F238E27FC236}">
                  <a16:creationId xmlns:a16="http://schemas.microsoft.com/office/drawing/2014/main" id="{6177D8C7-9954-0941-9C6C-0844FD77C827}"/>
                </a:ext>
              </a:extLst>
            </p:cNvPr>
            <p:cNvPicPr/>
            <p:nvPr/>
          </p:nvPicPr>
          <p:blipFill>
            <a:blip r:embed="rId9"/>
            <a:stretch>
              <a:fillRect/>
            </a:stretch>
          </p:blipFill>
          <p:spPr>
            <a:xfrm>
              <a:off x="1107947" y="4230624"/>
              <a:ext cx="650747" cy="533400"/>
            </a:xfrm>
            <a:prstGeom prst="rect">
              <a:avLst/>
            </a:prstGeom>
          </p:spPr>
        </p:pic>
        <p:pic>
          <p:nvPicPr>
            <p:cNvPr id="116" name="object 113">
              <a:extLst>
                <a:ext uri="{FF2B5EF4-FFF2-40B4-BE49-F238E27FC236}">
                  <a16:creationId xmlns:a16="http://schemas.microsoft.com/office/drawing/2014/main" id="{42E144DE-2031-CF46-BF77-88E7C593C8D0}"/>
                </a:ext>
              </a:extLst>
            </p:cNvPr>
            <p:cNvPicPr/>
            <p:nvPr/>
          </p:nvPicPr>
          <p:blipFill>
            <a:blip r:embed="rId13"/>
            <a:stretch>
              <a:fillRect/>
            </a:stretch>
          </p:blipFill>
          <p:spPr>
            <a:xfrm>
              <a:off x="1259585" y="4316730"/>
              <a:ext cx="246125" cy="246125"/>
            </a:xfrm>
            <a:prstGeom prst="rect">
              <a:avLst/>
            </a:prstGeom>
          </p:spPr>
        </p:pic>
        <p:pic>
          <p:nvPicPr>
            <p:cNvPr id="117" name="object 114">
              <a:extLst>
                <a:ext uri="{FF2B5EF4-FFF2-40B4-BE49-F238E27FC236}">
                  <a16:creationId xmlns:a16="http://schemas.microsoft.com/office/drawing/2014/main" id="{2A8B2563-4813-D04C-A5B6-006DA535FCE3}"/>
                </a:ext>
              </a:extLst>
            </p:cNvPr>
            <p:cNvPicPr/>
            <p:nvPr/>
          </p:nvPicPr>
          <p:blipFill>
            <a:blip r:embed="rId11"/>
            <a:stretch>
              <a:fillRect/>
            </a:stretch>
          </p:blipFill>
          <p:spPr>
            <a:xfrm>
              <a:off x="1504187" y="4356354"/>
              <a:ext cx="255269" cy="256031"/>
            </a:xfrm>
            <a:prstGeom prst="rect">
              <a:avLst/>
            </a:prstGeom>
          </p:spPr>
        </p:pic>
      </p:grpSp>
      <p:grpSp>
        <p:nvGrpSpPr>
          <p:cNvPr id="118" name="object 115">
            <a:extLst>
              <a:ext uri="{FF2B5EF4-FFF2-40B4-BE49-F238E27FC236}">
                <a16:creationId xmlns:a16="http://schemas.microsoft.com/office/drawing/2014/main" id="{88FCC421-29FC-C84E-8274-F401C8F6B63E}"/>
              </a:ext>
            </a:extLst>
          </p:cNvPr>
          <p:cNvGrpSpPr/>
          <p:nvPr/>
        </p:nvGrpSpPr>
        <p:grpSpPr>
          <a:xfrm>
            <a:off x="9881616" y="3783329"/>
            <a:ext cx="994410" cy="952500"/>
            <a:chOff x="9881616" y="3783329"/>
            <a:chExt cx="994410" cy="952500"/>
          </a:xfrm>
        </p:grpSpPr>
        <p:pic>
          <p:nvPicPr>
            <p:cNvPr id="119" name="object 116">
              <a:extLst>
                <a:ext uri="{FF2B5EF4-FFF2-40B4-BE49-F238E27FC236}">
                  <a16:creationId xmlns:a16="http://schemas.microsoft.com/office/drawing/2014/main" id="{F95D51A6-6C15-534D-9B7F-9E32CBF1934B}"/>
                </a:ext>
              </a:extLst>
            </p:cNvPr>
            <p:cNvPicPr/>
            <p:nvPr/>
          </p:nvPicPr>
          <p:blipFill>
            <a:blip r:embed="rId9"/>
            <a:stretch>
              <a:fillRect/>
            </a:stretch>
          </p:blipFill>
          <p:spPr>
            <a:xfrm>
              <a:off x="9881616" y="4201667"/>
              <a:ext cx="651509" cy="534162"/>
            </a:xfrm>
            <a:prstGeom prst="rect">
              <a:avLst/>
            </a:prstGeom>
          </p:spPr>
        </p:pic>
        <p:pic>
          <p:nvPicPr>
            <p:cNvPr id="120" name="object 117">
              <a:extLst>
                <a:ext uri="{FF2B5EF4-FFF2-40B4-BE49-F238E27FC236}">
                  <a16:creationId xmlns:a16="http://schemas.microsoft.com/office/drawing/2014/main" id="{4D6CF7EC-021D-7B4E-91A7-CA94793193AD}"/>
                </a:ext>
              </a:extLst>
            </p:cNvPr>
            <p:cNvPicPr/>
            <p:nvPr/>
          </p:nvPicPr>
          <p:blipFill>
            <a:blip r:embed="rId10"/>
            <a:stretch>
              <a:fillRect/>
            </a:stretch>
          </p:blipFill>
          <p:spPr>
            <a:xfrm>
              <a:off x="10100310" y="4298441"/>
              <a:ext cx="244601" cy="244601"/>
            </a:xfrm>
            <a:prstGeom prst="rect">
              <a:avLst/>
            </a:prstGeom>
          </p:spPr>
        </p:pic>
        <p:pic>
          <p:nvPicPr>
            <p:cNvPr id="121" name="object 118">
              <a:extLst>
                <a:ext uri="{FF2B5EF4-FFF2-40B4-BE49-F238E27FC236}">
                  <a16:creationId xmlns:a16="http://schemas.microsoft.com/office/drawing/2014/main" id="{751FE3B8-39B9-BD42-AF5A-57E246E41A30}"/>
                </a:ext>
              </a:extLst>
            </p:cNvPr>
            <p:cNvPicPr/>
            <p:nvPr/>
          </p:nvPicPr>
          <p:blipFill>
            <a:blip r:embed="rId12"/>
            <a:stretch>
              <a:fillRect/>
            </a:stretch>
          </p:blipFill>
          <p:spPr>
            <a:xfrm>
              <a:off x="10184892" y="4174235"/>
              <a:ext cx="244601" cy="244601"/>
            </a:xfrm>
            <a:prstGeom prst="rect">
              <a:avLst/>
            </a:prstGeom>
          </p:spPr>
        </p:pic>
        <p:pic>
          <p:nvPicPr>
            <p:cNvPr id="122" name="object 119">
              <a:extLst>
                <a:ext uri="{FF2B5EF4-FFF2-40B4-BE49-F238E27FC236}">
                  <a16:creationId xmlns:a16="http://schemas.microsoft.com/office/drawing/2014/main" id="{A0887157-69C8-794B-AE8B-36EF43A00A3A}"/>
                </a:ext>
              </a:extLst>
            </p:cNvPr>
            <p:cNvPicPr/>
            <p:nvPr/>
          </p:nvPicPr>
          <p:blipFill>
            <a:blip r:embed="rId11"/>
            <a:stretch>
              <a:fillRect/>
            </a:stretch>
          </p:blipFill>
          <p:spPr>
            <a:xfrm>
              <a:off x="10273284" y="4320539"/>
              <a:ext cx="244601" cy="244601"/>
            </a:xfrm>
            <a:prstGeom prst="rect">
              <a:avLst/>
            </a:prstGeom>
          </p:spPr>
        </p:pic>
        <p:pic>
          <p:nvPicPr>
            <p:cNvPr id="123" name="object 120">
              <a:extLst>
                <a:ext uri="{FF2B5EF4-FFF2-40B4-BE49-F238E27FC236}">
                  <a16:creationId xmlns:a16="http://schemas.microsoft.com/office/drawing/2014/main" id="{E6724465-F664-7542-A5E3-E03DDBB04404}"/>
                </a:ext>
              </a:extLst>
            </p:cNvPr>
            <p:cNvPicPr/>
            <p:nvPr/>
          </p:nvPicPr>
          <p:blipFill>
            <a:blip r:embed="rId18"/>
            <a:stretch>
              <a:fillRect/>
            </a:stretch>
          </p:blipFill>
          <p:spPr>
            <a:xfrm>
              <a:off x="10026500" y="3783329"/>
              <a:ext cx="287826" cy="341375"/>
            </a:xfrm>
            <a:prstGeom prst="rect">
              <a:avLst/>
            </a:prstGeom>
          </p:spPr>
        </p:pic>
        <p:pic>
          <p:nvPicPr>
            <p:cNvPr id="124" name="object 121">
              <a:extLst>
                <a:ext uri="{FF2B5EF4-FFF2-40B4-BE49-F238E27FC236}">
                  <a16:creationId xmlns:a16="http://schemas.microsoft.com/office/drawing/2014/main" id="{5803271C-AF7A-914C-AB5D-EB1E97B67E08}"/>
                </a:ext>
              </a:extLst>
            </p:cNvPr>
            <p:cNvPicPr/>
            <p:nvPr/>
          </p:nvPicPr>
          <p:blipFill>
            <a:blip r:embed="rId5"/>
            <a:stretch>
              <a:fillRect/>
            </a:stretch>
          </p:blipFill>
          <p:spPr>
            <a:xfrm>
              <a:off x="10258044" y="3783329"/>
              <a:ext cx="341375" cy="341375"/>
            </a:xfrm>
            <a:prstGeom prst="rect">
              <a:avLst/>
            </a:prstGeom>
          </p:spPr>
        </p:pic>
        <p:sp>
          <p:nvSpPr>
            <p:cNvPr id="125" name="object 122">
              <a:extLst>
                <a:ext uri="{FF2B5EF4-FFF2-40B4-BE49-F238E27FC236}">
                  <a16:creationId xmlns:a16="http://schemas.microsoft.com/office/drawing/2014/main" id="{3938EDAE-F9BE-7B4E-9655-CBEA3E1CDD74}"/>
                </a:ext>
              </a:extLst>
            </p:cNvPr>
            <p:cNvSpPr/>
            <p:nvPr/>
          </p:nvSpPr>
          <p:spPr>
            <a:xfrm>
              <a:off x="9937242" y="4113275"/>
              <a:ext cx="939165" cy="0"/>
            </a:xfrm>
            <a:custGeom>
              <a:avLst/>
              <a:gdLst/>
              <a:ahLst/>
              <a:cxnLst/>
              <a:rect l="l" t="t" r="r" b="b"/>
              <a:pathLst>
                <a:path w="939165">
                  <a:moveTo>
                    <a:pt x="0" y="0"/>
                  </a:moveTo>
                  <a:lnTo>
                    <a:pt x="938783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6" name="object 123">
            <a:extLst>
              <a:ext uri="{FF2B5EF4-FFF2-40B4-BE49-F238E27FC236}">
                <a16:creationId xmlns:a16="http://schemas.microsoft.com/office/drawing/2014/main" id="{EC4A6C84-D748-4843-AAF0-9F62E4114AE0}"/>
              </a:ext>
            </a:extLst>
          </p:cNvPr>
          <p:cNvGrpSpPr/>
          <p:nvPr/>
        </p:nvGrpSpPr>
        <p:grpSpPr>
          <a:xfrm>
            <a:off x="51053" y="1748789"/>
            <a:ext cx="650875" cy="534670"/>
            <a:chOff x="51053" y="1748789"/>
            <a:chExt cx="650875" cy="534670"/>
          </a:xfrm>
        </p:grpSpPr>
        <p:pic>
          <p:nvPicPr>
            <p:cNvPr id="127" name="object 124">
              <a:extLst>
                <a:ext uri="{FF2B5EF4-FFF2-40B4-BE49-F238E27FC236}">
                  <a16:creationId xmlns:a16="http://schemas.microsoft.com/office/drawing/2014/main" id="{030DAADD-390D-AD41-BDF6-3680A2AD50ED}"/>
                </a:ext>
              </a:extLst>
            </p:cNvPr>
            <p:cNvPicPr/>
            <p:nvPr/>
          </p:nvPicPr>
          <p:blipFill>
            <a:blip r:embed="rId9"/>
            <a:stretch>
              <a:fillRect/>
            </a:stretch>
          </p:blipFill>
          <p:spPr>
            <a:xfrm>
              <a:off x="51053" y="1748789"/>
              <a:ext cx="650748" cy="534162"/>
            </a:xfrm>
            <a:prstGeom prst="rect">
              <a:avLst/>
            </a:prstGeom>
          </p:spPr>
        </p:pic>
        <p:pic>
          <p:nvPicPr>
            <p:cNvPr id="128" name="object 125">
              <a:extLst>
                <a:ext uri="{FF2B5EF4-FFF2-40B4-BE49-F238E27FC236}">
                  <a16:creationId xmlns:a16="http://schemas.microsoft.com/office/drawing/2014/main" id="{88E78C08-E52F-904A-B57F-6F8BF0A38091}"/>
                </a:ext>
              </a:extLst>
            </p:cNvPr>
            <p:cNvPicPr/>
            <p:nvPr/>
          </p:nvPicPr>
          <p:blipFill>
            <a:blip r:embed="rId13"/>
            <a:stretch>
              <a:fillRect/>
            </a:stretch>
          </p:blipFill>
          <p:spPr>
            <a:xfrm>
              <a:off x="307085" y="1835657"/>
              <a:ext cx="246126" cy="246125"/>
            </a:xfrm>
            <a:prstGeom prst="rect">
              <a:avLst/>
            </a:prstGeom>
          </p:spPr>
        </p:pic>
      </p:grpSp>
      <p:grpSp>
        <p:nvGrpSpPr>
          <p:cNvPr id="129" name="object 126">
            <a:extLst>
              <a:ext uri="{FF2B5EF4-FFF2-40B4-BE49-F238E27FC236}">
                <a16:creationId xmlns:a16="http://schemas.microsoft.com/office/drawing/2014/main" id="{2C097BAD-091E-C24D-A3A2-5CC09A772EF2}"/>
              </a:ext>
            </a:extLst>
          </p:cNvPr>
          <p:cNvGrpSpPr/>
          <p:nvPr/>
        </p:nvGrpSpPr>
        <p:grpSpPr>
          <a:xfrm>
            <a:off x="16001" y="1337361"/>
            <a:ext cx="1556385" cy="358140"/>
            <a:chOff x="16001" y="1337361"/>
            <a:chExt cx="1556385" cy="358140"/>
          </a:xfrm>
        </p:grpSpPr>
        <p:pic>
          <p:nvPicPr>
            <p:cNvPr id="130" name="object 127">
              <a:extLst>
                <a:ext uri="{FF2B5EF4-FFF2-40B4-BE49-F238E27FC236}">
                  <a16:creationId xmlns:a16="http://schemas.microsoft.com/office/drawing/2014/main" id="{98F811DA-0F49-4D42-A756-75AD39B1418B}"/>
                </a:ext>
              </a:extLst>
            </p:cNvPr>
            <p:cNvPicPr/>
            <p:nvPr/>
          </p:nvPicPr>
          <p:blipFill>
            <a:blip r:embed="rId22"/>
            <a:stretch>
              <a:fillRect/>
            </a:stretch>
          </p:blipFill>
          <p:spPr>
            <a:xfrm>
              <a:off x="140527" y="1337361"/>
              <a:ext cx="147951" cy="332891"/>
            </a:xfrm>
            <a:prstGeom prst="rect">
              <a:avLst/>
            </a:prstGeom>
          </p:spPr>
        </p:pic>
        <p:pic>
          <p:nvPicPr>
            <p:cNvPr id="131" name="object 128">
              <a:extLst>
                <a:ext uri="{FF2B5EF4-FFF2-40B4-BE49-F238E27FC236}">
                  <a16:creationId xmlns:a16="http://schemas.microsoft.com/office/drawing/2014/main" id="{08508FE7-C6A0-B44E-83A4-00F51FBA64A8}"/>
                </a:ext>
              </a:extLst>
            </p:cNvPr>
            <p:cNvPicPr/>
            <p:nvPr/>
          </p:nvPicPr>
          <p:blipFill>
            <a:blip r:embed="rId23"/>
            <a:stretch>
              <a:fillRect/>
            </a:stretch>
          </p:blipFill>
          <p:spPr>
            <a:xfrm>
              <a:off x="1167033" y="1407825"/>
              <a:ext cx="268162" cy="268162"/>
            </a:xfrm>
            <a:prstGeom prst="rect">
              <a:avLst/>
            </a:prstGeom>
          </p:spPr>
        </p:pic>
        <p:pic>
          <p:nvPicPr>
            <p:cNvPr id="132" name="object 129">
              <a:extLst>
                <a:ext uri="{FF2B5EF4-FFF2-40B4-BE49-F238E27FC236}">
                  <a16:creationId xmlns:a16="http://schemas.microsoft.com/office/drawing/2014/main" id="{C00BEAE8-9DD0-0941-90F5-A6EE00657731}"/>
                </a:ext>
              </a:extLst>
            </p:cNvPr>
            <p:cNvPicPr/>
            <p:nvPr/>
          </p:nvPicPr>
          <p:blipFill>
            <a:blip r:embed="rId24"/>
            <a:stretch>
              <a:fillRect/>
            </a:stretch>
          </p:blipFill>
          <p:spPr>
            <a:xfrm>
              <a:off x="386333" y="1417072"/>
              <a:ext cx="342138" cy="249668"/>
            </a:xfrm>
            <a:prstGeom prst="rect">
              <a:avLst/>
            </a:prstGeom>
          </p:spPr>
        </p:pic>
        <p:pic>
          <p:nvPicPr>
            <p:cNvPr id="133" name="object 130">
              <a:extLst>
                <a:ext uri="{FF2B5EF4-FFF2-40B4-BE49-F238E27FC236}">
                  <a16:creationId xmlns:a16="http://schemas.microsoft.com/office/drawing/2014/main" id="{A56F26EB-CC58-7047-AE1B-E7FAF768F9CE}"/>
                </a:ext>
              </a:extLst>
            </p:cNvPr>
            <p:cNvPicPr/>
            <p:nvPr/>
          </p:nvPicPr>
          <p:blipFill>
            <a:blip r:embed="rId21"/>
            <a:stretch>
              <a:fillRect/>
            </a:stretch>
          </p:blipFill>
          <p:spPr>
            <a:xfrm>
              <a:off x="762813" y="1337361"/>
              <a:ext cx="332891" cy="332891"/>
            </a:xfrm>
            <a:prstGeom prst="rect">
              <a:avLst/>
            </a:prstGeom>
          </p:spPr>
        </p:pic>
        <p:sp>
          <p:nvSpPr>
            <p:cNvPr id="134" name="object 131">
              <a:extLst>
                <a:ext uri="{FF2B5EF4-FFF2-40B4-BE49-F238E27FC236}">
                  <a16:creationId xmlns:a16="http://schemas.microsoft.com/office/drawing/2014/main" id="{8F07F6C0-804F-DD4D-A436-27D71C5E9C04}"/>
                </a:ext>
              </a:extLst>
            </p:cNvPr>
            <p:cNvSpPr/>
            <p:nvPr/>
          </p:nvSpPr>
          <p:spPr>
            <a:xfrm>
              <a:off x="35051" y="1673352"/>
              <a:ext cx="1518285" cy="3175"/>
            </a:xfrm>
            <a:custGeom>
              <a:avLst/>
              <a:gdLst/>
              <a:ahLst/>
              <a:cxnLst/>
              <a:rect l="l" t="t" r="r" b="b"/>
              <a:pathLst>
                <a:path w="1518285" h="3175">
                  <a:moveTo>
                    <a:pt x="0" y="0"/>
                  </a:moveTo>
                  <a:lnTo>
                    <a:pt x="1518285" y="3048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5" name="object 132">
            <a:extLst>
              <a:ext uri="{FF2B5EF4-FFF2-40B4-BE49-F238E27FC236}">
                <a16:creationId xmlns:a16="http://schemas.microsoft.com/office/drawing/2014/main" id="{B84F7060-5CA6-444A-A5CC-ADEE2AB9ECDB}"/>
              </a:ext>
            </a:extLst>
          </p:cNvPr>
          <p:cNvGrpSpPr/>
          <p:nvPr/>
        </p:nvGrpSpPr>
        <p:grpSpPr>
          <a:xfrm>
            <a:off x="1645920" y="1332738"/>
            <a:ext cx="1734185" cy="363220"/>
            <a:chOff x="1645920" y="1332738"/>
            <a:chExt cx="1734185" cy="363220"/>
          </a:xfrm>
        </p:grpSpPr>
        <p:pic>
          <p:nvPicPr>
            <p:cNvPr id="136" name="object 133">
              <a:extLst>
                <a:ext uri="{FF2B5EF4-FFF2-40B4-BE49-F238E27FC236}">
                  <a16:creationId xmlns:a16="http://schemas.microsoft.com/office/drawing/2014/main" id="{57D81E1E-D64B-6A43-9FDB-74A4C2A02FFD}"/>
                </a:ext>
              </a:extLst>
            </p:cNvPr>
            <p:cNvPicPr/>
            <p:nvPr/>
          </p:nvPicPr>
          <p:blipFill>
            <a:blip r:embed="rId25"/>
            <a:stretch>
              <a:fillRect/>
            </a:stretch>
          </p:blipFill>
          <p:spPr>
            <a:xfrm>
              <a:off x="1808534" y="1332738"/>
              <a:ext cx="286656" cy="342138"/>
            </a:xfrm>
            <a:prstGeom prst="rect">
              <a:avLst/>
            </a:prstGeom>
          </p:spPr>
        </p:pic>
        <p:pic>
          <p:nvPicPr>
            <p:cNvPr id="137" name="object 134">
              <a:extLst>
                <a:ext uri="{FF2B5EF4-FFF2-40B4-BE49-F238E27FC236}">
                  <a16:creationId xmlns:a16="http://schemas.microsoft.com/office/drawing/2014/main" id="{DFCFC4FE-E633-8C41-81A7-9EB71A5DBC24}"/>
                </a:ext>
              </a:extLst>
            </p:cNvPr>
            <p:cNvPicPr/>
            <p:nvPr/>
          </p:nvPicPr>
          <p:blipFill>
            <a:blip r:embed="rId23"/>
            <a:stretch>
              <a:fillRect/>
            </a:stretch>
          </p:blipFill>
          <p:spPr>
            <a:xfrm>
              <a:off x="2962306" y="1407825"/>
              <a:ext cx="268162" cy="268162"/>
            </a:xfrm>
            <a:prstGeom prst="rect">
              <a:avLst/>
            </a:prstGeom>
          </p:spPr>
        </p:pic>
        <p:pic>
          <p:nvPicPr>
            <p:cNvPr id="138" name="object 135">
              <a:extLst>
                <a:ext uri="{FF2B5EF4-FFF2-40B4-BE49-F238E27FC236}">
                  <a16:creationId xmlns:a16="http://schemas.microsoft.com/office/drawing/2014/main" id="{3D4C9A55-05F2-954E-B1F7-00F0C83CEEB5}"/>
                </a:ext>
              </a:extLst>
            </p:cNvPr>
            <p:cNvPicPr/>
            <p:nvPr/>
          </p:nvPicPr>
          <p:blipFill>
            <a:blip r:embed="rId24"/>
            <a:stretch>
              <a:fillRect/>
            </a:stretch>
          </p:blipFill>
          <p:spPr>
            <a:xfrm>
              <a:off x="2181606" y="1417072"/>
              <a:ext cx="342138" cy="249668"/>
            </a:xfrm>
            <a:prstGeom prst="rect">
              <a:avLst/>
            </a:prstGeom>
          </p:spPr>
        </p:pic>
        <p:pic>
          <p:nvPicPr>
            <p:cNvPr id="139" name="object 136">
              <a:extLst>
                <a:ext uri="{FF2B5EF4-FFF2-40B4-BE49-F238E27FC236}">
                  <a16:creationId xmlns:a16="http://schemas.microsoft.com/office/drawing/2014/main" id="{F5C9DF4A-C619-2940-B558-53DA8F231E3E}"/>
                </a:ext>
              </a:extLst>
            </p:cNvPr>
            <p:cNvPicPr/>
            <p:nvPr/>
          </p:nvPicPr>
          <p:blipFill>
            <a:blip r:embed="rId21"/>
            <a:stretch>
              <a:fillRect/>
            </a:stretch>
          </p:blipFill>
          <p:spPr>
            <a:xfrm>
              <a:off x="2558085" y="1337361"/>
              <a:ext cx="332891" cy="332891"/>
            </a:xfrm>
            <a:prstGeom prst="rect">
              <a:avLst/>
            </a:prstGeom>
          </p:spPr>
        </p:pic>
        <p:sp>
          <p:nvSpPr>
            <p:cNvPr id="140" name="object 137">
              <a:extLst>
                <a:ext uri="{FF2B5EF4-FFF2-40B4-BE49-F238E27FC236}">
                  <a16:creationId xmlns:a16="http://schemas.microsoft.com/office/drawing/2014/main" id="{452FC3F6-FA45-0B48-AC8B-4D7B930EE18B}"/>
                </a:ext>
              </a:extLst>
            </p:cNvPr>
            <p:cNvSpPr/>
            <p:nvPr/>
          </p:nvSpPr>
          <p:spPr>
            <a:xfrm>
              <a:off x="1645920" y="1676400"/>
              <a:ext cx="1734185" cy="0"/>
            </a:xfrm>
            <a:custGeom>
              <a:avLst/>
              <a:gdLst/>
              <a:ahLst/>
              <a:cxnLst/>
              <a:rect l="l" t="t" r="r" b="b"/>
              <a:pathLst>
                <a:path w="1734185">
                  <a:moveTo>
                    <a:pt x="0" y="0"/>
                  </a:moveTo>
                  <a:lnTo>
                    <a:pt x="1734184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1" name="object 138">
            <a:extLst>
              <a:ext uri="{FF2B5EF4-FFF2-40B4-BE49-F238E27FC236}">
                <a16:creationId xmlns:a16="http://schemas.microsoft.com/office/drawing/2014/main" id="{F7383278-F89B-2A41-8989-7081F932F7DB}"/>
              </a:ext>
            </a:extLst>
          </p:cNvPr>
          <p:cNvGrpSpPr/>
          <p:nvPr/>
        </p:nvGrpSpPr>
        <p:grpSpPr>
          <a:xfrm>
            <a:off x="5084064" y="1332738"/>
            <a:ext cx="1710689" cy="371475"/>
            <a:chOff x="5084064" y="1332738"/>
            <a:chExt cx="1710689" cy="371475"/>
          </a:xfrm>
        </p:grpSpPr>
        <p:pic>
          <p:nvPicPr>
            <p:cNvPr id="142" name="object 139">
              <a:extLst>
                <a:ext uri="{FF2B5EF4-FFF2-40B4-BE49-F238E27FC236}">
                  <a16:creationId xmlns:a16="http://schemas.microsoft.com/office/drawing/2014/main" id="{30B0113F-E3A0-3841-A074-430410DAE2BC}"/>
                </a:ext>
              </a:extLst>
            </p:cNvPr>
            <p:cNvPicPr/>
            <p:nvPr/>
          </p:nvPicPr>
          <p:blipFill>
            <a:blip r:embed="rId26"/>
            <a:stretch>
              <a:fillRect/>
            </a:stretch>
          </p:blipFill>
          <p:spPr>
            <a:xfrm>
              <a:off x="5171694" y="1332738"/>
              <a:ext cx="665988" cy="342138"/>
            </a:xfrm>
            <a:prstGeom prst="rect">
              <a:avLst/>
            </a:prstGeom>
          </p:spPr>
        </p:pic>
        <p:pic>
          <p:nvPicPr>
            <p:cNvPr id="143" name="object 140">
              <a:extLst>
                <a:ext uri="{FF2B5EF4-FFF2-40B4-BE49-F238E27FC236}">
                  <a16:creationId xmlns:a16="http://schemas.microsoft.com/office/drawing/2014/main" id="{6D4B275C-141F-0D4C-99A7-2758872AE522}"/>
                </a:ext>
              </a:extLst>
            </p:cNvPr>
            <p:cNvPicPr/>
            <p:nvPr/>
          </p:nvPicPr>
          <p:blipFill>
            <a:blip r:embed="rId24"/>
            <a:stretch>
              <a:fillRect/>
            </a:stretch>
          </p:blipFill>
          <p:spPr>
            <a:xfrm>
              <a:off x="5839206" y="1426875"/>
              <a:ext cx="342138" cy="249112"/>
            </a:xfrm>
            <a:prstGeom prst="rect">
              <a:avLst/>
            </a:prstGeom>
          </p:spPr>
        </p:pic>
        <p:pic>
          <p:nvPicPr>
            <p:cNvPr id="144" name="object 141">
              <a:extLst>
                <a:ext uri="{FF2B5EF4-FFF2-40B4-BE49-F238E27FC236}">
                  <a16:creationId xmlns:a16="http://schemas.microsoft.com/office/drawing/2014/main" id="{9F52F6DB-6992-7041-8234-6EB0F1D69CBB}"/>
                </a:ext>
              </a:extLst>
            </p:cNvPr>
            <p:cNvPicPr/>
            <p:nvPr/>
          </p:nvPicPr>
          <p:blipFill>
            <a:blip r:embed="rId21"/>
            <a:stretch>
              <a:fillRect/>
            </a:stretch>
          </p:blipFill>
          <p:spPr>
            <a:xfrm>
              <a:off x="6215675" y="1337361"/>
              <a:ext cx="332149" cy="332891"/>
            </a:xfrm>
            <a:prstGeom prst="rect">
              <a:avLst/>
            </a:prstGeom>
          </p:spPr>
        </p:pic>
        <p:sp>
          <p:nvSpPr>
            <p:cNvPr id="145" name="object 142">
              <a:extLst>
                <a:ext uri="{FF2B5EF4-FFF2-40B4-BE49-F238E27FC236}">
                  <a16:creationId xmlns:a16="http://schemas.microsoft.com/office/drawing/2014/main" id="{2645294D-DCDE-BC40-9E05-E89D33C95194}"/>
                </a:ext>
              </a:extLst>
            </p:cNvPr>
            <p:cNvSpPr/>
            <p:nvPr/>
          </p:nvSpPr>
          <p:spPr>
            <a:xfrm>
              <a:off x="5084064" y="1684782"/>
              <a:ext cx="1710689" cy="0"/>
            </a:xfrm>
            <a:custGeom>
              <a:avLst/>
              <a:gdLst/>
              <a:ahLst/>
              <a:cxnLst/>
              <a:rect l="l" t="t" r="r" b="b"/>
              <a:pathLst>
                <a:path w="1710689">
                  <a:moveTo>
                    <a:pt x="0" y="0"/>
                  </a:moveTo>
                  <a:lnTo>
                    <a:pt x="1710689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6" name="object 143">
            <a:extLst>
              <a:ext uri="{FF2B5EF4-FFF2-40B4-BE49-F238E27FC236}">
                <a16:creationId xmlns:a16="http://schemas.microsoft.com/office/drawing/2014/main" id="{F0E05A5B-81A2-C44A-BBE4-754A3CFD985C}"/>
              </a:ext>
            </a:extLst>
          </p:cNvPr>
          <p:cNvGrpSpPr/>
          <p:nvPr/>
        </p:nvGrpSpPr>
        <p:grpSpPr>
          <a:xfrm>
            <a:off x="3454146" y="1332738"/>
            <a:ext cx="1556385" cy="353695"/>
            <a:chOff x="3454146" y="1332738"/>
            <a:chExt cx="1556385" cy="353695"/>
          </a:xfrm>
        </p:grpSpPr>
        <p:pic>
          <p:nvPicPr>
            <p:cNvPr id="147" name="object 144">
              <a:extLst>
                <a:ext uri="{FF2B5EF4-FFF2-40B4-BE49-F238E27FC236}">
                  <a16:creationId xmlns:a16="http://schemas.microsoft.com/office/drawing/2014/main" id="{39CEBB46-40F3-6C4D-8539-B02A683EF4EE}"/>
                </a:ext>
              </a:extLst>
            </p:cNvPr>
            <p:cNvPicPr/>
            <p:nvPr/>
          </p:nvPicPr>
          <p:blipFill>
            <a:blip r:embed="rId25"/>
            <a:stretch>
              <a:fillRect/>
            </a:stretch>
          </p:blipFill>
          <p:spPr>
            <a:xfrm>
              <a:off x="3641145" y="1332738"/>
              <a:ext cx="286656" cy="342138"/>
            </a:xfrm>
            <a:prstGeom prst="rect">
              <a:avLst/>
            </a:prstGeom>
          </p:spPr>
        </p:pic>
        <p:pic>
          <p:nvPicPr>
            <p:cNvPr id="148" name="object 145">
              <a:extLst>
                <a:ext uri="{FF2B5EF4-FFF2-40B4-BE49-F238E27FC236}">
                  <a16:creationId xmlns:a16="http://schemas.microsoft.com/office/drawing/2014/main" id="{005B77A9-3806-1444-9DCD-E8D29DDB4FDC}"/>
                </a:ext>
              </a:extLst>
            </p:cNvPr>
            <p:cNvPicPr/>
            <p:nvPr/>
          </p:nvPicPr>
          <p:blipFill>
            <a:blip r:embed="rId14"/>
            <a:stretch>
              <a:fillRect/>
            </a:stretch>
          </p:blipFill>
          <p:spPr>
            <a:xfrm>
              <a:off x="3890010" y="1332738"/>
              <a:ext cx="342138" cy="342138"/>
            </a:xfrm>
            <a:prstGeom prst="rect">
              <a:avLst/>
            </a:prstGeom>
          </p:spPr>
        </p:pic>
        <p:pic>
          <p:nvPicPr>
            <p:cNvPr id="149" name="object 146">
              <a:extLst>
                <a:ext uri="{FF2B5EF4-FFF2-40B4-BE49-F238E27FC236}">
                  <a16:creationId xmlns:a16="http://schemas.microsoft.com/office/drawing/2014/main" id="{E3B27694-7DB6-5547-B154-6C4FDE27C4B5}"/>
                </a:ext>
              </a:extLst>
            </p:cNvPr>
            <p:cNvPicPr/>
            <p:nvPr/>
          </p:nvPicPr>
          <p:blipFill>
            <a:blip r:embed="rId10"/>
            <a:stretch>
              <a:fillRect/>
            </a:stretch>
          </p:blipFill>
          <p:spPr>
            <a:xfrm>
              <a:off x="4224528" y="1332738"/>
              <a:ext cx="341375" cy="342138"/>
            </a:xfrm>
            <a:prstGeom prst="rect">
              <a:avLst/>
            </a:prstGeom>
          </p:spPr>
        </p:pic>
        <p:pic>
          <p:nvPicPr>
            <p:cNvPr id="150" name="object 147">
              <a:extLst>
                <a:ext uri="{FF2B5EF4-FFF2-40B4-BE49-F238E27FC236}">
                  <a16:creationId xmlns:a16="http://schemas.microsoft.com/office/drawing/2014/main" id="{AAC315B8-B2BC-834A-AB3F-5230FBA4BB49}"/>
                </a:ext>
              </a:extLst>
            </p:cNvPr>
            <p:cNvPicPr/>
            <p:nvPr/>
          </p:nvPicPr>
          <p:blipFill>
            <a:blip r:embed="rId23"/>
            <a:stretch>
              <a:fillRect/>
            </a:stretch>
          </p:blipFill>
          <p:spPr>
            <a:xfrm>
              <a:off x="4632610" y="1398599"/>
              <a:ext cx="268162" cy="267564"/>
            </a:xfrm>
            <a:prstGeom prst="rect">
              <a:avLst/>
            </a:prstGeom>
          </p:spPr>
        </p:pic>
        <p:sp>
          <p:nvSpPr>
            <p:cNvPr id="151" name="object 148">
              <a:extLst>
                <a:ext uri="{FF2B5EF4-FFF2-40B4-BE49-F238E27FC236}">
                  <a16:creationId xmlns:a16="http://schemas.microsoft.com/office/drawing/2014/main" id="{EB4B9E5A-BD55-5E48-A85B-C8752CBFBBA0}"/>
                </a:ext>
              </a:extLst>
            </p:cNvPr>
            <p:cNvSpPr/>
            <p:nvPr/>
          </p:nvSpPr>
          <p:spPr>
            <a:xfrm>
              <a:off x="3473196" y="1664208"/>
              <a:ext cx="1518285" cy="3175"/>
            </a:xfrm>
            <a:custGeom>
              <a:avLst/>
              <a:gdLst/>
              <a:ahLst/>
              <a:cxnLst/>
              <a:rect l="l" t="t" r="r" b="b"/>
              <a:pathLst>
                <a:path w="1518285" h="3175">
                  <a:moveTo>
                    <a:pt x="0" y="0"/>
                  </a:moveTo>
                  <a:lnTo>
                    <a:pt x="1518284" y="3047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2" name="object 149">
            <a:extLst>
              <a:ext uri="{FF2B5EF4-FFF2-40B4-BE49-F238E27FC236}">
                <a16:creationId xmlns:a16="http://schemas.microsoft.com/office/drawing/2014/main" id="{421B6114-F8C4-5547-B86A-A252F0EA0691}"/>
              </a:ext>
            </a:extLst>
          </p:cNvPr>
          <p:cNvGrpSpPr/>
          <p:nvPr/>
        </p:nvGrpSpPr>
        <p:grpSpPr>
          <a:xfrm>
            <a:off x="23622" y="2995422"/>
            <a:ext cx="650875" cy="534670"/>
            <a:chOff x="23622" y="2995422"/>
            <a:chExt cx="650875" cy="534670"/>
          </a:xfrm>
        </p:grpSpPr>
        <p:pic>
          <p:nvPicPr>
            <p:cNvPr id="153" name="object 150">
              <a:extLst>
                <a:ext uri="{FF2B5EF4-FFF2-40B4-BE49-F238E27FC236}">
                  <a16:creationId xmlns:a16="http://schemas.microsoft.com/office/drawing/2014/main" id="{A87C7EBE-E774-2B4E-B726-310D0FFBDEDC}"/>
                </a:ext>
              </a:extLst>
            </p:cNvPr>
            <p:cNvPicPr/>
            <p:nvPr/>
          </p:nvPicPr>
          <p:blipFill>
            <a:blip r:embed="rId9"/>
            <a:stretch>
              <a:fillRect/>
            </a:stretch>
          </p:blipFill>
          <p:spPr>
            <a:xfrm>
              <a:off x="23622" y="2995422"/>
              <a:ext cx="650748" cy="534162"/>
            </a:xfrm>
            <a:prstGeom prst="rect">
              <a:avLst/>
            </a:prstGeom>
          </p:spPr>
        </p:pic>
        <p:pic>
          <p:nvPicPr>
            <p:cNvPr id="154" name="object 151">
              <a:extLst>
                <a:ext uri="{FF2B5EF4-FFF2-40B4-BE49-F238E27FC236}">
                  <a16:creationId xmlns:a16="http://schemas.microsoft.com/office/drawing/2014/main" id="{6F4E4AC8-007D-7649-87DF-1025DD8F39B3}"/>
                </a:ext>
              </a:extLst>
            </p:cNvPr>
            <p:cNvPicPr/>
            <p:nvPr/>
          </p:nvPicPr>
          <p:blipFill>
            <a:blip r:embed="rId13"/>
            <a:stretch>
              <a:fillRect/>
            </a:stretch>
          </p:blipFill>
          <p:spPr>
            <a:xfrm>
              <a:off x="242315" y="3082290"/>
              <a:ext cx="245364" cy="246125"/>
            </a:xfrm>
            <a:prstGeom prst="rect">
              <a:avLst/>
            </a:prstGeom>
          </p:spPr>
        </p:pic>
        <p:pic>
          <p:nvPicPr>
            <p:cNvPr id="155" name="object 152">
              <a:extLst>
                <a:ext uri="{FF2B5EF4-FFF2-40B4-BE49-F238E27FC236}">
                  <a16:creationId xmlns:a16="http://schemas.microsoft.com/office/drawing/2014/main" id="{81A6E6C4-07FE-CE41-B089-684474501CD4}"/>
                </a:ext>
              </a:extLst>
            </p:cNvPr>
            <p:cNvPicPr/>
            <p:nvPr/>
          </p:nvPicPr>
          <p:blipFill>
            <a:blip r:embed="rId14"/>
            <a:stretch>
              <a:fillRect/>
            </a:stretch>
          </p:blipFill>
          <p:spPr>
            <a:xfrm>
              <a:off x="425196" y="3092196"/>
              <a:ext cx="244601" cy="245363"/>
            </a:xfrm>
            <a:prstGeom prst="rect">
              <a:avLst/>
            </a:prstGeom>
          </p:spPr>
        </p:pic>
      </p:grpSp>
      <p:grpSp>
        <p:nvGrpSpPr>
          <p:cNvPr id="156" name="object 153">
            <a:extLst>
              <a:ext uri="{FF2B5EF4-FFF2-40B4-BE49-F238E27FC236}">
                <a16:creationId xmlns:a16="http://schemas.microsoft.com/office/drawing/2014/main" id="{F69DACCD-D6D0-1B4C-81C8-08B62664300E}"/>
              </a:ext>
            </a:extLst>
          </p:cNvPr>
          <p:cNvGrpSpPr/>
          <p:nvPr/>
        </p:nvGrpSpPr>
        <p:grpSpPr>
          <a:xfrm>
            <a:off x="35051" y="2556510"/>
            <a:ext cx="957580" cy="361315"/>
            <a:chOff x="35051" y="2556510"/>
            <a:chExt cx="957580" cy="361315"/>
          </a:xfrm>
        </p:grpSpPr>
        <p:pic>
          <p:nvPicPr>
            <p:cNvPr id="157" name="object 154">
              <a:extLst>
                <a:ext uri="{FF2B5EF4-FFF2-40B4-BE49-F238E27FC236}">
                  <a16:creationId xmlns:a16="http://schemas.microsoft.com/office/drawing/2014/main" id="{863368B9-6ACD-8F4E-85EB-7A6C6DAC9F50}"/>
                </a:ext>
              </a:extLst>
            </p:cNvPr>
            <p:cNvPicPr/>
            <p:nvPr/>
          </p:nvPicPr>
          <p:blipFill>
            <a:blip r:embed="rId23"/>
            <a:stretch>
              <a:fillRect/>
            </a:stretch>
          </p:blipFill>
          <p:spPr>
            <a:xfrm>
              <a:off x="686973" y="2617119"/>
              <a:ext cx="268162" cy="268162"/>
            </a:xfrm>
            <a:prstGeom prst="rect">
              <a:avLst/>
            </a:prstGeom>
          </p:spPr>
        </p:pic>
        <p:pic>
          <p:nvPicPr>
            <p:cNvPr id="158" name="object 155">
              <a:extLst>
                <a:ext uri="{FF2B5EF4-FFF2-40B4-BE49-F238E27FC236}">
                  <a16:creationId xmlns:a16="http://schemas.microsoft.com/office/drawing/2014/main" id="{9D9C6318-6695-E449-A1C8-8253979A5057}"/>
                </a:ext>
              </a:extLst>
            </p:cNvPr>
            <p:cNvPicPr/>
            <p:nvPr/>
          </p:nvPicPr>
          <p:blipFill>
            <a:blip r:embed="rId15"/>
            <a:stretch>
              <a:fillRect/>
            </a:stretch>
          </p:blipFill>
          <p:spPr>
            <a:xfrm>
              <a:off x="35051" y="2636893"/>
              <a:ext cx="342138" cy="247664"/>
            </a:xfrm>
            <a:prstGeom prst="rect">
              <a:avLst/>
            </a:prstGeom>
          </p:spPr>
        </p:pic>
        <p:pic>
          <p:nvPicPr>
            <p:cNvPr id="159" name="object 156">
              <a:extLst>
                <a:ext uri="{FF2B5EF4-FFF2-40B4-BE49-F238E27FC236}">
                  <a16:creationId xmlns:a16="http://schemas.microsoft.com/office/drawing/2014/main" id="{F0C3EE73-FA88-E643-A89E-F1265285720B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383286" y="2556510"/>
              <a:ext cx="341376" cy="342138"/>
            </a:xfrm>
            <a:prstGeom prst="rect">
              <a:avLst/>
            </a:prstGeom>
          </p:spPr>
        </p:pic>
        <p:sp>
          <p:nvSpPr>
            <p:cNvPr id="160" name="object 157">
              <a:extLst>
                <a:ext uri="{FF2B5EF4-FFF2-40B4-BE49-F238E27FC236}">
                  <a16:creationId xmlns:a16="http://schemas.microsoft.com/office/drawing/2014/main" id="{8091E688-3F76-7146-8E20-66BAA24A79B1}"/>
                </a:ext>
              </a:extLst>
            </p:cNvPr>
            <p:cNvSpPr/>
            <p:nvPr/>
          </p:nvSpPr>
          <p:spPr>
            <a:xfrm>
              <a:off x="53340" y="2898648"/>
              <a:ext cx="939165" cy="0"/>
            </a:xfrm>
            <a:custGeom>
              <a:avLst/>
              <a:gdLst/>
              <a:ahLst/>
              <a:cxnLst/>
              <a:rect l="l" t="t" r="r" b="b"/>
              <a:pathLst>
                <a:path w="939165">
                  <a:moveTo>
                    <a:pt x="0" y="0"/>
                  </a:moveTo>
                  <a:lnTo>
                    <a:pt x="938784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1" name="object 158">
            <a:extLst>
              <a:ext uri="{FF2B5EF4-FFF2-40B4-BE49-F238E27FC236}">
                <a16:creationId xmlns:a16="http://schemas.microsoft.com/office/drawing/2014/main" id="{11F92324-3E2C-2D4B-8735-992C17E7DC13}"/>
              </a:ext>
            </a:extLst>
          </p:cNvPr>
          <p:cNvGrpSpPr/>
          <p:nvPr/>
        </p:nvGrpSpPr>
        <p:grpSpPr>
          <a:xfrm>
            <a:off x="1264158" y="2556510"/>
            <a:ext cx="777875" cy="361315"/>
            <a:chOff x="1264158" y="2556510"/>
            <a:chExt cx="777875" cy="361315"/>
          </a:xfrm>
        </p:grpSpPr>
        <p:pic>
          <p:nvPicPr>
            <p:cNvPr id="162" name="object 159">
              <a:extLst>
                <a:ext uri="{FF2B5EF4-FFF2-40B4-BE49-F238E27FC236}">
                  <a16:creationId xmlns:a16="http://schemas.microsoft.com/office/drawing/2014/main" id="{255F6F90-3B51-0A4C-9E11-F4099D57E318}"/>
                </a:ext>
              </a:extLst>
            </p:cNvPr>
            <p:cNvPicPr/>
            <p:nvPr/>
          </p:nvPicPr>
          <p:blipFill>
            <a:blip r:embed="rId20"/>
            <a:stretch>
              <a:fillRect/>
            </a:stretch>
          </p:blipFill>
          <p:spPr>
            <a:xfrm>
              <a:off x="1272519" y="2559204"/>
              <a:ext cx="144058" cy="336750"/>
            </a:xfrm>
            <a:prstGeom prst="rect">
              <a:avLst/>
            </a:prstGeom>
          </p:spPr>
        </p:pic>
        <p:pic>
          <p:nvPicPr>
            <p:cNvPr id="163" name="object 160">
              <a:extLst>
                <a:ext uri="{FF2B5EF4-FFF2-40B4-BE49-F238E27FC236}">
                  <a16:creationId xmlns:a16="http://schemas.microsoft.com/office/drawing/2014/main" id="{B10324E3-8A35-E640-91B9-D22C2BE09C45}"/>
                </a:ext>
              </a:extLst>
            </p:cNvPr>
            <p:cNvPicPr/>
            <p:nvPr/>
          </p:nvPicPr>
          <p:blipFill>
            <a:blip r:embed="rId17"/>
            <a:stretch>
              <a:fillRect/>
            </a:stretch>
          </p:blipFill>
          <p:spPr>
            <a:xfrm>
              <a:off x="1738275" y="2625786"/>
              <a:ext cx="264106" cy="260735"/>
            </a:xfrm>
            <a:prstGeom prst="rect">
              <a:avLst/>
            </a:prstGeom>
          </p:spPr>
        </p:pic>
        <p:pic>
          <p:nvPicPr>
            <p:cNvPr id="164" name="object 161">
              <a:extLst>
                <a:ext uri="{FF2B5EF4-FFF2-40B4-BE49-F238E27FC236}">
                  <a16:creationId xmlns:a16="http://schemas.microsoft.com/office/drawing/2014/main" id="{C94F7C76-5183-1241-8B46-507E80335D77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1451610" y="2556510"/>
              <a:ext cx="342138" cy="342138"/>
            </a:xfrm>
            <a:prstGeom prst="rect">
              <a:avLst/>
            </a:prstGeom>
          </p:spPr>
        </p:pic>
        <p:sp>
          <p:nvSpPr>
            <p:cNvPr id="165" name="object 162">
              <a:extLst>
                <a:ext uri="{FF2B5EF4-FFF2-40B4-BE49-F238E27FC236}">
                  <a16:creationId xmlns:a16="http://schemas.microsoft.com/office/drawing/2014/main" id="{9A684B9B-E84D-234E-8FE1-60240B63DA38}"/>
                </a:ext>
              </a:extLst>
            </p:cNvPr>
            <p:cNvSpPr/>
            <p:nvPr/>
          </p:nvSpPr>
          <p:spPr>
            <a:xfrm>
              <a:off x="1264158" y="2898648"/>
              <a:ext cx="777875" cy="0"/>
            </a:xfrm>
            <a:custGeom>
              <a:avLst/>
              <a:gdLst/>
              <a:ahLst/>
              <a:cxnLst/>
              <a:rect l="l" t="t" r="r" b="b"/>
              <a:pathLst>
                <a:path w="777875">
                  <a:moveTo>
                    <a:pt x="0" y="0"/>
                  </a:moveTo>
                  <a:lnTo>
                    <a:pt x="777366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6" name="object 163">
            <a:extLst>
              <a:ext uri="{FF2B5EF4-FFF2-40B4-BE49-F238E27FC236}">
                <a16:creationId xmlns:a16="http://schemas.microsoft.com/office/drawing/2014/main" id="{A2E0CF4D-95EF-4D4D-995D-121BD47D9C50}"/>
              </a:ext>
            </a:extLst>
          </p:cNvPr>
          <p:cNvGrpSpPr/>
          <p:nvPr/>
        </p:nvGrpSpPr>
        <p:grpSpPr>
          <a:xfrm>
            <a:off x="2308098" y="2559204"/>
            <a:ext cx="802005" cy="372745"/>
            <a:chOff x="2308098" y="2559204"/>
            <a:chExt cx="802005" cy="372745"/>
          </a:xfrm>
        </p:grpSpPr>
        <p:pic>
          <p:nvPicPr>
            <p:cNvPr id="167" name="object 164">
              <a:extLst>
                <a:ext uri="{FF2B5EF4-FFF2-40B4-BE49-F238E27FC236}">
                  <a16:creationId xmlns:a16="http://schemas.microsoft.com/office/drawing/2014/main" id="{436C3572-CB50-1541-A93C-34B9EC03034E}"/>
                </a:ext>
              </a:extLst>
            </p:cNvPr>
            <p:cNvPicPr/>
            <p:nvPr/>
          </p:nvPicPr>
          <p:blipFill>
            <a:blip r:embed="rId20"/>
            <a:stretch>
              <a:fillRect/>
            </a:stretch>
          </p:blipFill>
          <p:spPr>
            <a:xfrm>
              <a:off x="2321794" y="2559204"/>
              <a:ext cx="144058" cy="336750"/>
            </a:xfrm>
            <a:prstGeom prst="rect">
              <a:avLst/>
            </a:prstGeom>
          </p:spPr>
        </p:pic>
        <p:pic>
          <p:nvPicPr>
            <p:cNvPr id="168" name="object 165">
              <a:extLst>
                <a:ext uri="{FF2B5EF4-FFF2-40B4-BE49-F238E27FC236}">
                  <a16:creationId xmlns:a16="http://schemas.microsoft.com/office/drawing/2014/main" id="{905C5445-CB7C-604D-936F-4B7F649D012E}"/>
                </a:ext>
              </a:extLst>
            </p:cNvPr>
            <p:cNvPicPr/>
            <p:nvPr/>
          </p:nvPicPr>
          <p:blipFill>
            <a:blip r:embed="rId27"/>
            <a:stretch>
              <a:fillRect/>
            </a:stretch>
          </p:blipFill>
          <p:spPr>
            <a:xfrm>
              <a:off x="2456688" y="2590038"/>
              <a:ext cx="653033" cy="341375"/>
            </a:xfrm>
            <a:prstGeom prst="rect">
              <a:avLst/>
            </a:prstGeom>
          </p:spPr>
        </p:pic>
        <p:sp>
          <p:nvSpPr>
            <p:cNvPr id="169" name="object 166">
              <a:extLst>
                <a:ext uri="{FF2B5EF4-FFF2-40B4-BE49-F238E27FC236}">
                  <a16:creationId xmlns:a16="http://schemas.microsoft.com/office/drawing/2014/main" id="{CBC01AF0-4AB2-824C-8972-90AA249A16CB}"/>
                </a:ext>
              </a:extLst>
            </p:cNvPr>
            <p:cNvSpPr/>
            <p:nvPr/>
          </p:nvSpPr>
          <p:spPr>
            <a:xfrm>
              <a:off x="2308098" y="2898648"/>
              <a:ext cx="792480" cy="0"/>
            </a:xfrm>
            <a:custGeom>
              <a:avLst/>
              <a:gdLst/>
              <a:ahLst/>
              <a:cxnLst/>
              <a:rect l="l" t="t" r="r" b="b"/>
              <a:pathLst>
                <a:path w="792480">
                  <a:moveTo>
                    <a:pt x="0" y="0"/>
                  </a:moveTo>
                  <a:lnTo>
                    <a:pt x="791971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0" name="object 167">
            <a:extLst>
              <a:ext uri="{FF2B5EF4-FFF2-40B4-BE49-F238E27FC236}">
                <a16:creationId xmlns:a16="http://schemas.microsoft.com/office/drawing/2014/main" id="{5A487867-151C-5A46-AD0D-F08F87612203}"/>
              </a:ext>
            </a:extLst>
          </p:cNvPr>
          <p:cNvGrpSpPr/>
          <p:nvPr/>
        </p:nvGrpSpPr>
        <p:grpSpPr>
          <a:xfrm>
            <a:off x="3389897" y="2559204"/>
            <a:ext cx="938530" cy="358775"/>
            <a:chOff x="3389897" y="2559204"/>
            <a:chExt cx="938530" cy="358775"/>
          </a:xfrm>
        </p:grpSpPr>
        <p:pic>
          <p:nvPicPr>
            <p:cNvPr id="171" name="object 168">
              <a:extLst>
                <a:ext uri="{FF2B5EF4-FFF2-40B4-BE49-F238E27FC236}">
                  <a16:creationId xmlns:a16="http://schemas.microsoft.com/office/drawing/2014/main" id="{DB6311EF-1BA5-E449-B4E4-962B06238E8D}"/>
                </a:ext>
              </a:extLst>
            </p:cNvPr>
            <p:cNvPicPr/>
            <p:nvPr/>
          </p:nvPicPr>
          <p:blipFill>
            <a:blip r:embed="rId20"/>
            <a:stretch>
              <a:fillRect/>
            </a:stretch>
          </p:blipFill>
          <p:spPr>
            <a:xfrm>
              <a:off x="3389897" y="2559204"/>
              <a:ext cx="143737" cy="336750"/>
            </a:xfrm>
            <a:prstGeom prst="rect">
              <a:avLst/>
            </a:prstGeom>
          </p:spPr>
        </p:pic>
        <p:pic>
          <p:nvPicPr>
            <p:cNvPr id="172" name="object 169">
              <a:extLst>
                <a:ext uri="{FF2B5EF4-FFF2-40B4-BE49-F238E27FC236}">
                  <a16:creationId xmlns:a16="http://schemas.microsoft.com/office/drawing/2014/main" id="{13142E75-B390-E74C-AE75-757AA5E09D83}"/>
                </a:ext>
              </a:extLst>
            </p:cNvPr>
            <p:cNvPicPr/>
            <p:nvPr/>
          </p:nvPicPr>
          <p:blipFill>
            <a:blip r:embed="rId15"/>
            <a:stretch>
              <a:fillRect/>
            </a:stretch>
          </p:blipFill>
          <p:spPr>
            <a:xfrm>
              <a:off x="3557777" y="2636893"/>
              <a:ext cx="342138" cy="247664"/>
            </a:xfrm>
            <a:prstGeom prst="rect">
              <a:avLst/>
            </a:prstGeom>
          </p:spPr>
        </p:pic>
        <p:pic>
          <p:nvPicPr>
            <p:cNvPr id="173" name="object 170">
              <a:extLst>
                <a:ext uri="{FF2B5EF4-FFF2-40B4-BE49-F238E27FC236}">
                  <a16:creationId xmlns:a16="http://schemas.microsoft.com/office/drawing/2014/main" id="{DD76CC90-284F-284C-8AEB-7253F2D3DA0B}"/>
                </a:ext>
              </a:extLst>
            </p:cNvPr>
            <p:cNvPicPr/>
            <p:nvPr/>
          </p:nvPicPr>
          <p:blipFill>
            <a:blip r:embed="rId16"/>
            <a:stretch>
              <a:fillRect/>
            </a:stretch>
          </p:blipFill>
          <p:spPr>
            <a:xfrm>
              <a:off x="3932635" y="2559204"/>
              <a:ext cx="336135" cy="336750"/>
            </a:xfrm>
            <a:prstGeom prst="rect">
              <a:avLst/>
            </a:prstGeom>
          </p:spPr>
        </p:pic>
        <p:sp>
          <p:nvSpPr>
            <p:cNvPr id="174" name="object 171">
              <a:extLst>
                <a:ext uri="{FF2B5EF4-FFF2-40B4-BE49-F238E27FC236}">
                  <a16:creationId xmlns:a16="http://schemas.microsoft.com/office/drawing/2014/main" id="{B932AF24-E87E-644A-95D3-F92F944DA43F}"/>
                </a:ext>
              </a:extLst>
            </p:cNvPr>
            <p:cNvSpPr/>
            <p:nvPr/>
          </p:nvSpPr>
          <p:spPr>
            <a:xfrm>
              <a:off x="3390899" y="2898648"/>
              <a:ext cx="937260" cy="0"/>
            </a:xfrm>
            <a:custGeom>
              <a:avLst/>
              <a:gdLst/>
              <a:ahLst/>
              <a:cxnLst/>
              <a:rect l="l" t="t" r="r" b="b"/>
              <a:pathLst>
                <a:path w="937260">
                  <a:moveTo>
                    <a:pt x="0" y="0"/>
                  </a:moveTo>
                  <a:lnTo>
                    <a:pt x="937005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5" name="object 172">
            <a:extLst>
              <a:ext uri="{FF2B5EF4-FFF2-40B4-BE49-F238E27FC236}">
                <a16:creationId xmlns:a16="http://schemas.microsoft.com/office/drawing/2014/main" id="{86EBD1A5-D624-7244-A6E4-8606E6B2CCFA}"/>
              </a:ext>
            </a:extLst>
          </p:cNvPr>
          <p:cNvGrpSpPr/>
          <p:nvPr/>
        </p:nvGrpSpPr>
        <p:grpSpPr>
          <a:xfrm>
            <a:off x="5655564" y="2556510"/>
            <a:ext cx="964565" cy="370840"/>
            <a:chOff x="5655564" y="2556510"/>
            <a:chExt cx="964565" cy="370840"/>
          </a:xfrm>
        </p:grpSpPr>
        <p:pic>
          <p:nvPicPr>
            <p:cNvPr id="176" name="object 173">
              <a:extLst>
                <a:ext uri="{FF2B5EF4-FFF2-40B4-BE49-F238E27FC236}">
                  <a16:creationId xmlns:a16="http://schemas.microsoft.com/office/drawing/2014/main" id="{A4A51E95-44D8-F74E-B191-575A70740473}"/>
                </a:ext>
              </a:extLst>
            </p:cNvPr>
            <p:cNvPicPr/>
            <p:nvPr/>
          </p:nvPicPr>
          <p:blipFill>
            <a:blip r:embed="rId18"/>
            <a:stretch>
              <a:fillRect/>
            </a:stretch>
          </p:blipFill>
          <p:spPr>
            <a:xfrm>
              <a:off x="5670146" y="2556510"/>
              <a:ext cx="287826" cy="342138"/>
            </a:xfrm>
            <a:prstGeom prst="rect">
              <a:avLst/>
            </a:prstGeom>
          </p:spPr>
        </p:pic>
        <p:pic>
          <p:nvPicPr>
            <p:cNvPr id="177" name="object 174">
              <a:extLst>
                <a:ext uri="{FF2B5EF4-FFF2-40B4-BE49-F238E27FC236}">
                  <a16:creationId xmlns:a16="http://schemas.microsoft.com/office/drawing/2014/main" id="{DE16C583-20B5-1C48-97FD-593637FF93ED}"/>
                </a:ext>
              </a:extLst>
            </p:cNvPr>
            <p:cNvPicPr/>
            <p:nvPr/>
          </p:nvPicPr>
          <p:blipFill>
            <a:blip r:embed="rId17"/>
            <a:stretch>
              <a:fillRect/>
            </a:stretch>
          </p:blipFill>
          <p:spPr>
            <a:xfrm>
              <a:off x="6278946" y="2625114"/>
              <a:ext cx="263518" cy="261318"/>
            </a:xfrm>
            <a:prstGeom prst="rect">
              <a:avLst/>
            </a:prstGeom>
          </p:spPr>
        </p:pic>
        <p:pic>
          <p:nvPicPr>
            <p:cNvPr id="178" name="object 175">
              <a:extLst>
                <a:ext uri="{FF2B5EF4-FFF2-40B4-BE49-F238E27FC236}">
                  <a16:creationId xmlns:a16="http://schemas.microsoft.com/office/drawing/2014/main" id="{2357FB17-8B1E-1B4F-90A0-C7D02C94346A}"/>
                </a:ext>
              </a:extLst>
            </p:cNvPr>
            <p:cNvPicPr/>
            <p:nvPr/>
          </p:nvPicPr>
          <p:blipFill>
            <a:blip r:embed="rId8"/>
            <a:stretch>
              <a:fillRect/>
            </a:stretch>
          </p:blipFill>
          <p:spPr>
            <a:xfrm>
              <a:off x="5948172" y="2585466"/>
              <a:ext cx="342138" cy="341375"/>
            </a:xfrm>
            <a:prstGeom prst="rect">
              <a:avLst/>
            </a:prstGeom>
          </p:spPr>
        </p:pic>
        <p:sp>
          <p:nvSpPr>
            <p:cNvPr id="179" name="object 176">
              <a:extLst>
                <a:ext uri="{FF2B5EF4-FFF2-40B4-BE49-F238E27FC236}">
                  <a16:creationId xmlns:a16="http://schemas.microsoft.com/office/drawing/2014/main" id="{67C9F0EC-ECDB-C647-ABAF-34FADC0B2488}"/>
                </a:ext>
              </a:extLst>
            </p:cNvPr>
            <p:cNvSpPr/>
            <p:nvPr/>
          </p:nvSpPr>
          <p:spPr>
            <a:xfrm>
              <a:off x="5655564" y="2898648"/>
              <a:ext cx="964565" cy="0"/>
            </a:xfrm>
            <a:custGeom>
              <a:avLst/>
              <a:gdLst/>
              <a:ahLst/>
              <a:cxnLst/>
              <a:rect l="l" t="t" r="r" b="b"/>
              <a:pathLst>
                <a:path w="964565">
                  <a:moveTo>
                    <a:pt x="0" y="0"/>
                  </a:moveTo>
                  <a:lnTo>
                    <a:pt x="964184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0" name="object 177">
            <a:extLst>
              <a:ext uri="{FF2B5EF4-FFF2-40B4-BE49-F238E27FC236}">
                <a16:creationId xmlns:a16="http://schemas.microsoft.com/office/drawing/2014/main" id="{410D08D3-625E-5046-AE50-7AA66A00461C}"/>
              </a:ext>
            </a:extLst>
          </p:cNvPr>
          <p:cNvGrpSpPr/>
          <p:nvPr/>
        </p:nvGrpSpPr>
        <p:grpSpPr>
          <a:xfrm>
            <a:off x="6800850" y="2556510"/>
            <a:ext cx="982344" cy="370840"/>
            <a:chOff x="6800850" y="2556510"/>
            <a:chExt cx="982344" cy="370840"/>
          </a:xfrm>
        </p:grpSpPr>
        <p:pic>
          <p:nvPicPr>
            <p:cNvPr id="181" name="object 178">
              <a:extLst>
                <a:ext uri="{FF2B5EF4-FFF2-40B4-BE49-F238E27FC236}">
                  <a16:creationId xmlns:a16="http://schemas.microsoft.com/office/drawing/2014/main" id="{F2EF4CC8-0895-834D-A5E9-CFD84DD98244}"/>
                </a:ext>
              </a:extLst>
            </p:cNvPr>
            <p:cNvPicPr/>
            <p:nvPr/>
          </p:nvPicPr>
          <p:blipFill>
            <a:blip r:embed="rId18"/>
            <a:stretch>
              <a:fillRect/>
            </a:stretch>
          </p:blipFill>
          <p:spPr>
            <a:xfrm>
              <a:off x="6829208" y="2556510"/>
              <a:ext cx="288469" cy="342138"/>
            </a:xfrm>
            <a:prstGeom prst="rect">
              <a:avLst/>
            </a:prstGeom>
          </p:spPr>
        </p:pic>
        <p:pic>
          <p:nvPicPr>
            <p:cNvPr id="182" name="object 179">
              <a:extLst>
                <a:ext uri="{FF2B5EF4-FFF2-40B4-BE49-F238E27FC236}">
                  <a16:creationId xmlns:a16="http://schemas.microsoft.com/office/drawing/2014/main" id="{2E022677-BD81-BB47-B4AF-B3C334CDB3A2}"/>
                </a:ext>
              </a:extLst>
            </p:cNvPr>
            <p:cNvPicPr/>
            <p:nvPr/>
          </p:nvPicPr>
          <p:blipFill>
            <a:blip r:embed="rId8"/>
            <a:stretch>
              <a:fillRect/>
            </a:stretch>
          </p:blipFill>
          <p:spPr>
            <a:xfrm>
              <a:off x="7098029" y="2585466"/>
              <a:ext cx="342138" cy="341375"/>
            </a:xfrm>
            <a:prstGeom prst="rect">
              <a:avLst/>
            </a:prstGeom>
          </p:spPr>
        </p:pic>
        <p:pic>
          <p:nvPicPr>
            <p:cNvPr id="183" name="object 180">
              <a:extLst>
                <a:ext uri="{FF2B5EF4-FFF2-40B4-BE49-F238E27FC236}">
                  <a16:creationId xmlns:a16="http://schemas.microsoft.com/office/drawing/2014/main" id="{D6E05465-A644-8943-9B34-D9319B9C2331}"/>
                </a:ext>
              </a:extLst>
            </p:cNvPr>
            <p:cNvPicPr/>
            <p:nvPr/>
          </p:nvPicPr>
          <p:blipFill>
            <a:blip r:embed="rId16"/>
            <a:stretch>
              <a:fillRect/>
            </a:stretch>
          </p:blipFill>
          <p:spPr>
            <a:xfrm>
              <a:off x="7444686" y="2559204"/>
              <a:ext cx="335386" cy="336750"/>
            </a:xfrm>
            <a:prstGeom prst="rect">
              <a:avLst/>
            </a:prstGeom>
          </p:spPr>
        </p:pic>
        <p:sp>
          <p:nvSpPr>
            <p:cNvPr id="184" name="object 181">
              <a:extLst>
                <a:ext uri="{FF2B5EF4-FFF2-40B4-BE49-F238E27FC236}">
                  <a16:creationId xmlns:a16="http://schemas.microsoft.com/office/drawing/2014/main" id="{5A07B76A-242F-E340-9D7B-04AD2588716B}"/>
                </a:ext>
              </a:extLst>
            </p:cNvPr>
            <p:cNvSpPr/>
            <p:nvPr/>
          </p:nvSpPr>
          <p:spPr>
            <a:xfrm>
              <a:off x="6800850" y="2898648"/>
              <a:ext cx="982344" cy="0"/>
            </a:xfrm>
            <a:custGeom>
              <a:avLst/>
              <a:gdLst/>
              <a:ahLst/>
              <a:cxnLst/>
              <a:rect l="l" t="t" r="r" b="b"/>
              <a:pathLst>
                <a:path w="982344">
                  <a:moveTo>
                    <a:pt x="0" y="0"/>
                  </a:moveTo>
                  <a:lnTo>
                    <a:pt x="982345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5" name="object 182">
            <a:extLst>
              <a:ext uri="{FF2B5EF4-FFF2-40B4-BE49-F238E27FC236}">
                <a16:creationId xmlns:a16="http://schemas.microsoft.com/office/drawing/2014/main" id="{C7DF9F09-1D39-2C4A-A469-9882430CE80A}"/>
              </a:ext>
            </a:extLst>
          </p:cNvPr>
          <p:cNvGrpSpPr/>
          <p:nvPr/>
        </p:nvGrpSpPr>
        <p:grpSpPr>
          <a:xfrm>
            <a:off x="7991258" y="2556510"/>
            <a:ext cx="745490" cy="375285"/>
            <a:chOff x="7991258" y="2556510"/>
            <a:chExt cx="745490" cy="375285"/>
          </a:xfrm>
        </p:grpSpPr>
        <p:pic>
          <p:nvPicPr>
            <p:cNvPr id="186" name="object 183">
              <a:extLst>
                <a:ext uri="{FF2B5EF4-FFF2-40B4-BE49-F238E27FC236}">
                  <a16:creationId xmlns:a16="http://schemas.microsoft.com/office/drawing/2014/main" id="{1F2AFD69-1B66-E84D-A6EF-D468776E50FB}"/>
                </a:ext>
              </a:extLst>
            </p:cNvPr>
            <p:cNvPicPr/>
            <p:nvPr/>
          </p:nvPicPr>
          <p:blipFill>
            <a:blip r:embed="rId18"/>
            <a:stretch>
              <a:fillRect/>
            </a:stretch>
          </p:blipFill>
          <p:spPr>
            <a:xfrm>
              <a:off x="7991258" y="2556510"/>
              <a:ext cx="288469" cy="342138"/>
            </a:xfrm>
            <a:prstGeom prst="rect">
              <a:avLst/>
            </a:prstGeom>
          </p:spPr>
        </p:pic>
        <p:pic>
          <p:nvPicPr>
            <p:cNvPr id="187" name="object 184">
              <a:extLst>
                <a:ext uri="{FF2B5EF4-FFF2-40B4-BE49-F238E27FC236}">
                  <a16:creationId xmlns:a16="http://schemas.microsoft.com/office/drawing/2014/main" id="{7B79FB0A-74D6-B340-988A-B4EF0A1224AD}"/>
                </a:ext>
              </a:extLst>
            </p:cNvPr>
            <p:cNvPicPr/>
            <p:nvPr/>
          </p:nvPicPr>
          <p:blipFill>
            <a:blip r:embed="rId5"/>
            <a:stretch>
              <a:fillRect/>
            </a:stretch>
          </p:blipFill>
          <p:spPr>
            <a:xfrm>
              <a:off x="8174736" y="2556510"/>
              <a:ext cx="342138" cy="342138"/>
            </a:xfrm>
            <a:prstGeom prst="rect">
              <a:avLst/>
            </a:prstGeom>
          </p:spPr>
        </p:pic>
        <p:pic>
          <p:nvPicPr>
            <p:cNvPr id="188" name="object 185">
              <a:extLst>
                <a:ext uri="{FF2B5EF4-FFF2-40B4-BE49-F238E27FC236}">
                  <a16:creationId xmlns:a16="http://schemas.microsoft.com/office/drawing/2014/main" id="{B2B536BA-22C8-9B4E-8F7B-43FE1F55BA3E}"/>
                </a:ext>
              </a:extLst>
            </p:cNvPr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8394954" y="2590038"/>
              <a:ext cx="341375" cy="341375"/>
            </a:xfrm>
            <a:prstGeom prst="rect">
              <a:avLst/>
            </a:prstGeom>
          </p:spPr>
        </p:pic>
        <p:sp>
          <p:nvSpPr>
            <p:cNvPr id="189" name="object 186">
              <a:extLst>
                <a:ext uri="{FF2B5EF4-FFF2-40B4-BE49-F238E27FC236}">
                  <a16:creationId xmlns:a16="http://schemas.microsoft.com/office/drawing/2014/main" id="{08E418AC-D5D1-A44D-8BAB-77D03B3BF758}"/>
                </a:ext>
              </a:extLst>
            </p:cNvPr>
            <p:cNvSpPr/>
            <p:nvPr/>
          </p:nvSpPr>
          <p:spPr>
            <a:xfrm>
              <a:off x="8002524" y="2898648"/>
              <a:ext cx="734695" cy="0"/>
            </a:xfrm>
            <a:custGeom>
              <a:avLst/>
              <a:gdLst/>
              <a:ahLst/>
              <a:cxnLst/>
              <a:rect l="l" t="t" r="r" b="b"/>
              <a:pathLst>
                <a:path w="734695">
                  <a:moveTo>
                    <a:pt x="0" y="0"/>
                  </a:moveTo>
                  <a:lnTo>
                    <a:pt x="734186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0" name="object 187">
            <a:extLst>
              <a:ext uri="{FF2B5EF4-FFF2-40B4-BE49-F238E27FC236}">
                <a16:creationId xmlns:a16="http://schemas.microsoft.com/office/drawing/2014/main" id="{74C6E1D2-C1D2-A544-A6A7-F853D22052B7}"/>
              </a:ext>
            </a:extLst>
          </p:cNvPr>
          <p:cNvGrpSpPr/>
          <p:nvPr/>
        </p:nvGrpSpPr>
        <p:grpSpPr>
          <a:xfrm>
            <a:off x="9944861" y="2556510"/>
            <a:ext cx="876300" cy="375285"/>
            <a:chOff x="9944861" y="2556510"/>
            <a:chExt cx="876300" cy="375285"/>
          </a:xfrm>
        </p:grpSpPr>
        <p:pic>
          <p:nvPicPr>
            <p:cNvPr id="191" name="object 188">
              <a:extLst>
                <a:ext uri="{FF2B5EF4-FFF2-40B4-BE49-F238E27FC236}">
                  <a16:creationId xmlns:a16="http://schemas.microsoft.com/office/drawing/2014/main" id="{455ED653-873E-274B-9494-FD963F8C2DF2}"/>
                </a:ext>
              </a:extLst>
            </p:cNvPr>
            <p:cNvPicPr/>
            <p:nvPr/>
          </p:nvPicPr>
          <p:blipFill>
            <a:blip r:embed="rId18"/>
            <a:stretch>
              <a:fillRect/>
            </a:stretch>
          </p:blipFill>
          <p:spPr>
            <a:xfrm>
              <a:off x="9964076" y="2556510"/>
              <a:ext cx="288469" cy="342138"/>
            </a:xfrm>
            <a:prstGeom prst="rect">
              <a:avLst/>
            </a:prstGeom>
          </p:spPr>
        </p:pic>
        <p:pic>
          <p:nvPicPr>
            <p:cNvPr id="192" name="object 189">
              <a:extLst>
                <a:ext uri="{FF2B5EF4-FFF2-40B4-BE49-F238E27FC236}">
                  <a16:creationId xmlns:a16="http://schemas.microsoft.com/office/drawing/2014/main" id="{BA365031-D600-1B4F-9F90-EF8692DCCD4F}"/>
                </a:ext>
              </a:extLst>
            </p:cNvPr>
            <p:cNvPicPr/>
            <p:nvPr/>
          </p:nvPicPr>
          <p:blipFill>
            <a:blip r:embed="rId5"/>
            <a:stretch>
              <a:fillRect/>
            </a:stretch>
          </p:blipFill>
          <p:spPr>
            <a:xfrm>
              <a:off x="10156697" y="2556510"/>
              <a:ext cx="342138" cy="342138"/>
            </a:xfrm>
            <a:prstGeom prst="rect">
              <a:avLst/>
            </a:prstGeom>
          </p:spPr>
        </p:pic>
        <p:pic>
          <p:nvPicPr>
            <p:cNvPr id="193" name="object 190">
              <a:extLst>
                <a:ext uri="{FF2B5EF4-FFF2-40B4-BE49-F238E27FC236}">
                  <a16:creationId xmlns:a16="http://schemas.microsoft.com/office/drawing/2014/main" id="{BDAE37C5-7D90-D948-95A9-2B1CBA3FBA6D}"/>
                </a:ext>
              </a:extLst>
            </p:cNvPr>
            <p:cNvPicPr/>
            <p:nvPr/>
          </p:nvPicPr>
          <p:blipFill>
            <a:blip r:embed="rId8"/>
            <a:stretch>
              <a:fillRect/>
            </a:stretch>
          </p:blipFill>
          <p:spPr>
            <a:xfrm>
              <a:off x="10424159" y="2590038"/>
              <a:ext cx="341375" cy="341375"/>
            </a:xfrm>
            <a:prstGeom prst="rect">
              <a:avLst/>
            </a:prstGeom>
          </p:spPr>
        </p:pic>
        <p:sp>
          <p:nvSpPr>
            <p:cNvPr id="194" name="object 191">
              <a:extLst>
                <a:ext uri="{FF2B5EF4-FFF2-40B4-BE49-F238E27FC236}">
                  <a16:creationId xmlns:a16="http://schemas.microsoft.com/office/drawing/2014/main" id="{D5AF1011-46AC-E74E-B691-5684CEE6AD7E}"/>
                </a:ext>
              </a:extLst>
            </p:cNvPr>
            <p:cNvSpPr/>
            <p:nvPr/>
          </p:nvSpPr>
          <p:spPr>
            <a:xfrm>
              <a:off x="9944861" y="2898648"/>
              <a:ext cx="876300" cy="0"/>
            </a:xfrm>
            <a:custGeom>
              <a:avLst/>
              <a:gdLst/>
              <a:ahLst/>
              <a:cxnLst/>
              <a:rect l="l" t="t" r="r" b="b"/>
              <a:pathLst>
                <a:path w="876300">
                  <a:moveTo>
                    <a:pt x="0" y="0"/>
                  </a:moveTo>
                  <a:lnTo>
                    <a:pt x="875919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5" name="object 192">
            <a:extLst>
              <a:ext uri="{FF2B5EF4-FFF2-40B4-BE49-F238E27FC236}">
                <a16:creationId xmlns:a16="http://schemas.microsoft.com/office/drawing/2014/main" id="{67A6CA1E-1EEB-274B-87A0-3149A91112DF}"/>
              </a:ext>
            </a:extLst>
          </p:cNvPr>
          <p:cNvGrpSpPr/>
          <p:nvPr/>
        </p:nvGrpSpPr>
        <p:grpSpPr>
          <a:xfrm>
            <a:off x="4535588" y="2556510"/>
            <a:ext cx="926465" cy="361315"/>
            <a:chOff x="4535588" y="2556510"/>
            <a:chExt cx="926465" cy="361315"/>
          </a:xfrm>
        </p:grpSpPr>
        <p:pic>
          <p:nvPicPr>
            <p:cNvPr id="196" name="object 193">
              <a:extLst>
                <a:ext uri="{FF2B5EF4-FFF2-40B4-BE49-F238E27FC236}">
                  <a16:creationId xmlns:a16="http://schemas.microsoft.com/office/drawing/2014/main" id="{A416F594-7BE6-484A-A317-EDA596FA7F79}"/>
                </a:ext>
              </a:extLst>
            </p:cNvPr>
            <p:cNvPicPr/>
            <p:nvPr/>
          </p:nvPicPr>
          <p:blipFill>
            <a:blip r:embed="rId18"/>
            <a:stretch>
              <a:fillRect/>
            </a:stretch>
          </p:blipFill>
          <p:spPr>
            <a:xfrm>
              <a:off x="4535588" y="2556510"/>
              <a:ext cx="288469" cy="342138"/>
            </a:xfrm>
            <a:prstGeom prst="rect">
              <a:avLst/>
            </a:prstGeom>
          </p:spPr>
        </p:pic>
        <p:pic>
          <p:nvPicPr>
            <p:cNvPr id="197" name="object 194">
              <a:extLst>
                <a:ext uri="{FF2B5EF4-FFF2-40B4-BE49-F238E27FC236}">
                  <a16:creationId xmlns:a16="http://schemas.microsoft.com/office/drawing/2014/main" id="{F756C974-7C31-1341-A3E8-E6B0F5672E88}"/>
                </a:ext>
              </a:extLst>
            </p:cNvPr>
            <p:cNvPicPr/>
            <p:nvPr/>
          </p:nvPicPr>
          <p:blipFill>
            <a:blip r:embed="rId17"/>
            <a:stretch>
              <a:fillRect/>
            </a:stretch>
          </p:blipFill>
          <p:spPr>
            <a:xfrm>
              <a:off x="5158893" y="2625786"/>
              <a:ext cx="264106" cy="260735"/>
            </a:xfrm>
            <a:prstGeom prst="rect">
              <a:avLst/>
            </a:prstGeom>
          </p:spPr>
        </p:pic>
        <p:pic>
          <p:nvPicPr>
            <p:cNvPr id="198" name="object 195">
              <a:extLst>
                <a:ext uri="{FF2B5EF4-FFF2-40B4-BE49-F238E27FC236}">
                  <a16:creationId xmlns:a16="http://schemas.microsoft.com/office/drawing/2014/main" id="{E76DD018-EC38-9341-BE8E-7A6BFE4DB567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4852415" y="2556510"/>
              <a:ext cx="342138" cy="342138"/>
            </a:xfrm>
            <a:prstGeom prst="rect">
              <a:avLst/>
            </a:prstGeom>
          </p:spPr>
        </p:pic>
        <p:sp>
          <p:nvSpPr>
            <p:cNvPr id="199" name="object 196">
              <a:extLst>
                <a:ext uri="{FF2B5EF4-FFF2-40B4-BE49-F238E27FC236}">
                  <a16:creationId xmlns:a16="http://schemas.microsoft.com/office/drawing/2014/main" id="{CBD81F62-BC38-D64A-BBF4-E30E1DBD4AA1}"/>
                </a:ext>
              </a:extLst>
            </p:cNvPr>
            <p:cNvSpPr/>
            <p:nvPr/>
          </p:nvSpPr>
          <p:spPr>
            <a:xfrm>
              <a:off x="4543805" y="2898648"/>
              <a:ext cx="918210" cy="0"/>
            </a:xfrm>
            <a:custGeom>
              <a:avLst/>
              <a:gdLst/>
              <a:ahLst/>
              <a:cxnLst/>
              <a:rect l="l" t="t" r="r" b="b"/>
              <a:pathLst>
                <a:path w="918210">
                  <a:moveTo>
                    <a:pt x="0" y="0"/>
                  </a:moveTo>
                  <a:lnTo>
                    <a:pt x="918210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0" name="object 197">
            <a:extLst>
              <a:ext uri="{FF2B5EF4-FFF2-40B4-BE49-F238E27FC236}">
                <a16:creationId xmlns:a16="http://schemas.microsoft.com/office/drawing/2014/main" id="{93195010-95F8-204C-B238-8EA00B3B101E}"/>
              </a:ext>
            </a:extLst>
          </p:cNvPr>
          <p:cNvGrpSpPr/>
          <p:nvPr/>
        </p:nvGrpSpPr>
        <p:grpSpPr>
          <a:xfrm>
            <a:off x="8944520" y="2556510"/>
            <a:ext cx="812165" cy="361315"/>
            <a:chOff x="8944520" y="2556510"/>
            <a:chExt cx="812165" cy="361315"/>
          </a:xfrm>
        </p:grpSpPr>
        <p:pic>
          <p:nvPicPr>
            <p:cNvPr id="201" name="object 198">
              <a:extLst>
                <a:ext uri="{FF2B5EF4-FFF2-40B4-BE49-F238E27FC236}">
                  <a16:creationId xmlns:a16="http://schemas.microsoft.com/office/drawing/2014/main" id="{AE50F03D-E0B3-0A46-841A-416F99600450}"/>
                </a:ext>
              </a:extLst>
            </p:cNvPr>
            <p:cNvPicPr/>
            <p:nvPr/>
          </p:nvPicPr>
          <p:blipFill>
            <a:blip r:embed="rId18"/>
            <a:stretch>
              <a:fillRect/>
            </a:stretch>
          </p:blipFill>
          <p:spPr>
            <a:xfrm>
              <a:off x="8944520" y="2556510"/>
              <a:ext cx="288469" cy="342138"/>
            </a:xfrm>
            <a:prstGeom prst="rect">
              <a:avLst/>
            </a:prstGeom>
          </p:spPr>
        </p:pic>
        <p:pic>
          <p:nvPicPr>
            <p:cNvPr id="202" name="object 199">
              <a:extLst>
                <a:ext uri="{FF2B5EF4-FFF2-40B4-BE49-F238E27FC236}">
                  <a16:creationId xmlns:a16="http://schemas.microsoft.com/office/drawing/2014/main" id="{5095ED7F-51D5-3645-8550-20014B4B61D2}"/>
                </a:ext>
              </a:extLst>
            </p:cNvPr>
            <p:cNvPicPr/>
            <p:nvPr/>
          </p:nvPicPr>
          <p:blipFill>
            <a:blip r:embed="rId5"/>
            <a:stretch>
              <a:fillRect/>
            </a:stretch>
          </p:blipFill>
          <p:spPr>
            <a:xfrm>
              <a:off x="9147048" y="2556510"/>
              <a:ext cx="341375" cy="342138"/>
            </a:xfrm>
            <a:prstGeom prst="rect">
              <a:avLst/>
            </a:prstGeom>
          </p:spPr>
        </p:pic>
        <p:pic>
          <p:nvPicPr>
            <p:cNvPr id="203" name="object 200">
              <a:extLst>
                <a:ext uri="{FF2B5EF4-FFF2-40B4-BE49-F238E27FC236}">
                  <a16:creationId xmlns:a16="http://schemas.microsoft.com/office/drawing/2014/main" id="{F45851AF-3DFF-5343-B8DC-F9BC766F2340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9414510" y="2556510"/>
              <a:ext cx="341375" cy="342138"/>
            </a:xfrm>
            <a:prstGeom prst="rect">
              <a:avLst/>
            </a:prstGeom>
          </p:spPr>
        </p:pic>
        <p:sp>
          <p:nvSpPr>
            <p:cNvPr id="204" name="object 201">
              <a:extLst>
                <a:ext uri="{FF2B5EF4-FFF2-40B4-BE49-F238E27FC236}">
                  <a16:creationId xmlns:a16="http://schemas.microsoft.com/office/drawing/2014/main" id="{EE950A15-F8EC-D54A-95CF-543F36D73D3E}"/>
                </a:ext>
              </a:extLst>
            </p:cNvPr>
            <p:cNvSpPr/>
            <p:nvPr/>
          </p:nvSpPr>
          <p:spPr>
            <a:xfrm>
              <a:off x="8957310" y="2898648"/>
              <a:ext cx="799465" cy="0"/>
            </a:xfrm>
            <a:custGeom>
              <a:avLst/>
              <a:gdLst/>
              <a:ahLst/>
              <a:cxnLst/>
              <a:rect l="l" t="t" r="r" b="b"/>
              <a:pathLst>
                <a:path w="799465">
                  <a:moveTo>
                    <a:pt x="0" y="0"/>
                  </a:moveTo>
                  <a:lnTo>
                    <a:pt x="799084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5" name="object 202">
            <a:extLst>
              <a:ext uri="{FF2B5EF4-FFF2-40B4-BE49-F238E27FC236}">
                <a16:creationId xmlns:a16="http://schemas.microsoft.com/office/drawing/2014/main" id="{B7F93621-5256-E54A-A3D9-96D38055AAA4}"/>
              </a:ext>
            </a:extLst>
          </p:cNvPr>
          <p:cNvGrpSpPr/>
          <p:nvPr/>
        </p:nvGrpSpPr>
        <p:grpSpPr>
          <a:xfrm>
            <a:off x="4572" y="4174235"/>
            <a:ext cx="678180" cy="596900"/>
            <a:chOff x="4572" y="4174235"/>
            <a:chExt cx="678180" cy="596900"/>
          </a:xfrm>
        </p:grpSpPr>
        <p:pic>
          <p:nvPicPr>
            <p:cNvPr id="206" name="object 203">
              <a:extLst>
                <a:ext uri="{FF2B5EF4-FFF2-40B4-BE49-F238E27FC236}">
                  <a16:creationId xmlns:a16="http://schemas.microsoft.com/office/drawing/2014/main" id="{2D22F4E3-552E-3140-B3F8-B258CDA7E86F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4572" y="4236719"/>
              <a:ext cx="650748" cy="534162"/>
            </a:xfrm>
            <a:prstGeom prst="rect">
              <a:avLst/>
            </a:prstGeom>
          </p:spPr>
        </p:pic>
        <p:pic>
          <p:nvPicPr>
            <p:cNvPr id="207" name="object 204">
              <a:extLst>
                <a:ext uri="{FF2B5EF4-FFF2-40B4-BE49-F238E27FC236}">
                  <a16:creationId xmlns:a16="http://schemas.microsoft.com/office/drawing/2014/main" id="{A0406EE3-535A-C847-A798-E768E4E65AC8}"/>
                </a:ext>
              </a:extLst>
            </p:cNvPr>
            <p:cNvPicPr/>
            <p:nvPr/>
          </p:nvPicPr>
          <p:blipFill>
            <a:blip r:embed="rId28"/>
            <a:stretch>
              <a:fillRect/>
            </a:stretch>
          </p:blipFill>
          <p:spPr>
            <a:xfrm>
              <a:off x="203453" y="4323587"/>
              <a:ext cx="246126" cy="246125"/>
            </a:xfrm>
            <a:prstGeom prst="rect">
              <a:avLst/>
            </a:prstGeom>
          </p:spPr>
        </p:pic>
        <p:pic>
          <p:nvPicPr>
            <p:cNvPr id="208" name="object 205">
              <a:extLst>
                <a:ext uri="{FF2B5EF4-FFF2-40B4-BE49-F238E27FC236}">
                  <a16:creationId xmlns:a16="http://schemas.microsoft.com/office/drawing/2014/main" id="{7E681B90-4D8A-8142-BCD5-CC6001B5253E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437388" y="4353305"/>
              <a:ext cx="245364" cy="244601"/>
            </a:xfrm>
            <a:prstGeom prst="rect">
              <a:avLst/>
            </a:prstGeom>
          </p:spPr>
        </p:pic>
        <p:pic>
          <p:nvPicPr>
            <p:cNvPr id="209" name="object 206">
              <a:extLst>
                <a:ext uri="{FF2B5EF4-FFF2-40B4-BE49-F238E27FC236}">
                  <a16:creationId xmlns:a16="http://schemas.microsoft.com/office/drawing/2014/main" id="{58A39C1F-9349-7141-866B-C704FA1A5426}"/>
                </a:ext>
              </a:extLst>
            </p:cNvPr>
            <p:cNvPicPr/>
            <p:nvPr/>
          </p:nvPicPr>
          <p:blipFill>
            <a:blip r:embed="rId5"/>
            <a:stretch>
              <a:fillRect/>
            </a:stretch>
          </p:blipFill>
          <p:spPr>
            <a:xfrm>
              <a:off x="279653" y="4174235"/>
              <a:ext cx="244602" cy="244601"/>
            </a:xfrm>
            <a:prstGeom prst="rect">
              <a:avLst/>
            </a:prstGeom>
          </p:spPr>
        </p:pic>
      </p:grpSp>
      <p:grpSp>
        <p:nvGrpSpPr>
          <p:cNvPr id="210" name="object 207">
            <a:extLst>
              <a:ext uri="{FF2B5EF4-FFF2-40B4-BE49-F238E27FC236}">
                <a16:creationId xmlns:a16="http://schemas.microsoft.com/office/drawing/2014/main" id="{742A080B-6428-8F4A-927B-63FF10C23A03}"/>
              </a:ext>
            </a:extLst>
          </p:cNvPr>
          <p:cNvGrpSpPr/>
          <p:nvPr/>
        </p:nvGrpSpPr>
        <p:grpSpPr>
          <a:xfrm>
            <a:off x="0" y="3783329"/>
            <a:ext cx="909955" cy="341630"/>
            <a:chOff x="0" y="3783329"/>
            <a:chExt cx="909955" cy="341630"/>
          </a:xfrm>
        </p:grpSpPr>
        <p:pic>
          <p:nvPicPr>
            <p:cNvPr id="211" name="object 208">
              <a:extLst>
                <a:ext uri="{FF2B5EF4-FFF2-40B4-BE49-F238E27FC236}">
                  <a16:creationId xmlns:a16="http://schemas.microsoft.com/office/drawing/2014/main" id="{E529E68F-0DAD-DD4E-AA62-ACB538751C60}"/>
                </a:ext>
              </a:extLst>
            </p:cNvPr>
            <p:cNvPicPr/>
            <p:nvPr/>
          </p:nvPicPr>
          <p:blipFill>
            <a:blip r:embed="rId29"/>
            <a:stretch>
              <a:fillRect/>
            </a:stretch>
          </p:blipFill>
          <p:spPr>
            <a:xfrm>
              <a:off x="87630" y="3783329"/>
              <a:ext cx="672846" cy="341375"/>
            </a:xfrm>
            <a:prstGeom prst="rect">
              <a:avLst/>
            </a:prstGeom>
          </p:spPr>
        </p:pic>
        <p:sp>
          <p:nvSpPr>
            <p:cNvPr id="212" name="object 209">
              <a:extLst>
                <a:ext uri="{FF2B5EF4-FFF2-40B4-BE49-F238E27FC236}">
                  <a16:creationId xmlns:a16="http://schemas.microsoft.com/office/drawing/2014/main" id="{A4225222-FF49-A84B-A316-D7FF39E42728}"/>
                </a:ext>
              </a:extLst>
            </p:cNvPr>
            <p:cNvSpPr/>
            <p:nvPr/>
          </p:nvSpPr>
          <p:spPr>
            <a:xfrm>
              <a:off x="0" y="4065269"/>
              <a:ext cx="909955" cy="38100"/>
            </a:xfrm>
            <a:custGeom>
              <a:avLst/>
              <a:gdLst/>
              <a:ahLst/>
              <a:cxnLst/>
              <a:rect l="l" t="t" r="r" b="b"/>
              <a:pathLst>
                <a:path w="909955" h="38100">
                  <a:moveTo>
                    <a:pt x="909828" y="0"/>
                  </a:moveTo>
                  <a:lnTo>
                    <a:pt x="0" y="0"/>
                  </a:lnTo>
                  <a:lnTo>
                    <a:pt x="0" y="38099"/>
                  </a:lnTo>
                  <a:lnTo>
                    <a:pt x="909828" y="38099"/>
                  </a:lnTo>
                  <a:lnTo>
                    <a:pt x="90982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3" name="object 210">
            <a:extLst>
              <a:ext uri="{FF2B5EF4-FFF2-40B4-BE49-F238E27FC236}">
                <a16:creationId xmlns:a16="http://schemas.microsoft.com/office/drawing/2014/main" id="{DF6041C0-EB4B-6D41-962D-FAC908FB5238}"/>
              </a:ext>
            </a:extLst>
          </p:cNvPr>
          <p:cNvGrpSpPr/>
          <p:nvPr/>
        </p:nvGrpSpPr>
        <p:grpSpPr>
          <a:xfrm>
            <a:off x="1078230" y="3786018"/>
            <a:ext cx="939165" cy="346710"/>
            <a:chOff x="1078230" y="3786018"/>
            <a:chExt cx="939165" cy="346710"/>
          </a:xfrm>
        </p:grpSpPr>
        <p:pic>
          <p:nvPicPr>
            <p:cNvPr id="214" name="object 211">
              <a:extLst>
                <a:ext uri="{FF2B5EF4-FFF2-40B4-BE49-F238E27FC236}">
                  <a16:creationId xmlns:a16="http://schemas.microsoft.com/office/drawing/2014/main" id="{E4D4AD0A-787A-4A41-AFAC-84E1663E5FFD}"/>
                </a:ext>
              </a:extLst>
            </p:cNvPr>
            <p:cNvPicPr/>
            <p:nvPr/>
          </p:nvPicPr>
          <p:blipFill>
            <a:blip r:embed="rId20"/>
            <a:stretch>
              <a:fillRect/>
            </a:stretch>
          </p:blipFill>
          <p:spPr>
            <a:xfrm>
              <a:off x="1337289" y="3786018"/>
              <a:ext cx="144058" cy="336000"/>
            </a:xfrm>
            <a:prstGeom prst="rect">
              <a:avLst/>
            </a:prstGeom>
          </p:spPr>
        </p:pic>
        <p:pic>
          <p:nvPicPr>
            <p:cNvPr id="215" name="object 212">
              <a:extLst>
                <a:ext uri="{FF2B5EF4-FFF2-40B4-BE49-F238E27FC236}">
                  <a16:creationId xmlns:a16="http://schemas.microsoft.com/office/drawing/2014/main" id="{0B222F0E-4320-F14C-9776-89F3F2598230}"/>
                </a:ext>
              </a:extLst>
            </p:cNvPr>
            <p:cNvPicPr/>
            <p:nvPr/>
          </p:nvPicPr>
          <p:blipFill>
            <a:blip r:embed="rId17"/>
            <a:stretch>
              <a:fillRect/>
            </a:stretch>
          </p:blipFill>
          <p:spPr>
            <a:xfrm>
              <a:off x="1517970" y="3845076"/>
              <a:ext cx="263518" cy="261317"/>
            </a:xfrm>
            <a:prstGeom prst="rect">
              <a:avLst/>
            </a:prstGeom>
          </p:spPr>
        </p:pic>
        <p:sp>
          <p:nvSpPr>
            <p:cNvPr id="216" name="object 213">
              <a:extLst>
                <a:ext uri="{FF2B5EF4-FFF2-40B4-BE49-F238E27FC236}">
                  <a16:creationId xmlns:a16="http://schemas.microsoft.com/office/drawing/2014/main" id="{BCCA1A55-8D9F-AB4E-9CBB-0720B761201D}"/>
                </a:ext>
              </a:extLst>
            </p:cNvPr>
            <p:cNvSpPr/>
            <p:nvPr/>
          </p:nvSpPr>
          <p:spPr>
            <a:xfrm>
              <a:off x="1078230" y="4113276"/>
              <a:ext cx="939165" cy="0"/>
            </a:xfrm>
            <a:custGeom>
              <a:avLst/>
              <a:gdLst/>
              <a:ahLst/>
              <a:cxnLst/>
              <a:rect l="l" t="t" r="r" b="b"/>
              <a:pathLst>
                <a:path w="939164">
                  <a:moveTo>
                    <a:pt x="0" y="0"/>
                  </a:moveTo>
                  <a:lnTo>
                    <a:pt x="938783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7" name="object 214">
            <a:extLst>
              <a:ext uri="{FF2B5EF4-FFF2-40B4-BE49-F238E27FC236}">
                <a16:creationId xmlns:a16="http://schemas.microsoft.com/office/drawing/2014/main" id="{625B0085-6CA8-A042-920B-1D0ABDC50112}"/>
              </a:ext>
            </a:extLst>
          </p:cNvPr>
          <p:cNvGrpSpPr/>
          <p:nvPr/>
        </p:nvGrpSpPr>
        <p:grpSpPr>
          <a:xfrm>
            <a:off x="7015733" y="1748789"/>
            <a:ext cx="650240" cy="532765"/>
            <a:chOff x="7015733" y="1748789"/>
            <a:chExt cx="650240" cy="532765"/>
          </a:xfrm>
        </p:grpSpPr>
        <p:pic>
          <p:nvPicPr>
            <p:cNvPr id="218" name="object 215">
              <a:extLst>
                <a:ext uri="{FF2B5EF4-FFF2-40B4-BE49-F238E27FC236}">
                  <a16:creationId xmlns:a16="http://schemas.microsoft.com/office/drawing/2014/main" id="{94832FEE-3DA2-6547-9E5E-9EB39362999E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7015733" y="1748789"/>
              <a:ext cx="649985" cy="532638"/>
            </a:xfrm>
            <a:prstGeom prst="rect">
              <a:avLst/>
            </a:prstGeom>
          </p:spPr>
        </p:pic>
        <p:pic>
          <p:nvPicPr>
            <p:cNvPr id="219" name="object 216">
              <a:extLst>
                <a:ext uri="{FF2B5EF4-FFF2-40B4-BE49-F238E27FC236}">
                  <a16:creationId xmlns:a16="http://schemas.microsoft.com/office/drawing/2014/main" id="{55406D9E-55D8-6D4C-99E2-186989C5692C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7278623" y="1859279"/>
              <a:ext cx="244601" cy="244601"/>
            </a:xfrm>
            <a:prstGeom prst="rect">
              <a:avLst/>
            </a:prstGeom>
          </p:spPr>
        </p:pic>
      </p:grpSp>
      <p:grpSp>
        <p:nvGrpSpPr>
          <p:cNvPr id="220" name="object 217">
            <a:extLst>
              <a:ext uri="{FF2B5EF4-FFF2-40B4-BE49-F238E27FC236}">
                <a16:creationId xmlns:a16="http://schemas.microsoft.com/office/drawing/2014/main" id="{E524F4F5-41CC-CF4F-84D6-4A127CE99D5E}"/>
              </a:ext>
            </a:extLst>
          </p:cNvPr>
          <p:cNvGrpSpPr/>
          <p:nvPr/>
        </p:nvGrpSpPr>
        <p:grpSpPr>
          <a:xfrm>
            <a:off x="6886956" y="1332738"/>
            <a:ext cx="1710689" cy="391795"/>
            <a:chOff x="6886956" y="1332738"/>
            <a:chExt cx="1710689" cy="391795"/>
          </a:xfrm>
        </p:grpSpPr>
        <p:pic>
          <p:nvPicPr>
            <p:cNvPr id="221" name="object 218">
              <a:extLst>
                <a:ext uri="{FF2B5EF4-FFF2-40B4-BE49-F238E27FC236}">
                  <a16:creationId xmlns:a16="http://schemas.microsoft.com/office/drawing/2014/main" id="{5294B4E6-0F4A-474D-9593-F1779B9FD0B2}"/>
                </a:ext>
              </a:extLst>
            </p:cNvPr>
            <p:cNvPicPr/>
            <p:nvPr/>
          </p:nvPicPr>
          <p:blipFill>
            <a:blip r:embed="rId30"/>
            <a:stretch>
              <a:fillRect/>
            </a:stretch>
          </p:blipFill>
          <p:spPr>
            <a:xfrm>
              <a:off x="6975348" y="1332738"/>
              <a:ext cx="665988" cy="342138"/>
            </a:xfrm>
            <a:prstGeom prst="rect">
              <a:avLst/>
            </a:prstGeom>
          </p:spPr>
        </p:pic>
        <p:pic>
          <p:nvPicPr>
            <p:cNvPr id="222" name="object 219">
              <a:extLst>
                <a:ext uri="{FF2B5EF4-FFF2-40B4-BE49-F238E27FC236}">
                  <a16:creationId xmlns:a16="http://schemas.microsoft.com/office/drawing/2014/main" id="{89027553-519B-694C-8FCF-AD6103D34B62}"/>
                </a:ext>
              </a:extLst>
            </p:cNvPr>
            <p:cNvPicPr/>
            <p:nvPr/>
          </p:nvPicPr>
          <p:blipFill>
            <a:blip r:embed="rId15"/>
            <a:stretch>
              <a:fillRect/>
            </a:stretch>
          </p:blipFill>
          <p:spPr>
            <a:xfrm>
              <a:off x="7642098" y="1427599"/>
              <a:ext cx="342138" cy="247664"/>
            </a:xfrm>
            <a:prstGeom prst="rect">
              <a:avLst/>
            </a:prstGeom>
          </p:spPr>
        </p:pic>
        <p:sp>
          <p:nvSpPr>
            <p:cNvPr id="223" name="object 220">
              <a:extLst>
                <a:ext uri="{FF2B5EF4-FFF2-40B4-BE49-F238E27FC236}">
                  <a16:creationId xmlns:a16="http://schemas.microsoft.com/office/drawing/2014/main" id="{8AE071DB-7A8E-2A4C-8251-33AA32AE6F7F}"/>
                </a:ext>
              </a:extLst>
            </p:cNvPr>
            <p:cNvSpPr/>
            <p:nvPr/>
          </p:nvSpPr>
          <p:spPr>
            <a:xfrm>
              <a:off x="6886956" y="1684782"/>
              <a:ext cx="1710689" cy="0"/>
            </a:xfrm>
            <a:custGeom>
              <a:avLst/>
              <a:gdLst/>
              <a:ahLst/>
              <a:cxnLst/>
              <a:rect l="l" t="t" r="r" b="b"/>
              <a:pathLst>
                <a:path w="1710689">
                  <a:moveTo>
                    <a:pt x="0" y="0"/>
                  </a:moveTo>
                  <a:lnTo>
                    <a:pt x="1710690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4" name="object 221">
              <a:extLst>
                <a:ext uri="{FF2B5EF4-FFF2-40B4-BE49-F238E27FC236}">
                  <a16:creationId xmlns:a16="http://schemas.microsoft.com/office/drawing/2014/main" id="{BCB28CC1-1525-0B49-B880-18D48B35E985}"/>
                </a:ext>
              </a:extLst>
            </p:cNvPr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8098536" y="1383030"/>
              <a:ext cx="342138" cy="341375"/>
            </a:xfrm>
            <a:prstGeom prst="rect">
              <a:avLst/>
            </a:prstGeom>
          </p:spPr>
        </p:pic>
      </p:grpSp>
      <p:sp>
        <p:nvSpPr>
          <p:cNvPr id="225" name="object 222">
            <a:extLst>
              <a:ext uri="{FF2B5EF4-FFF2-40B4-BE49-F238E27FC236}">
                <a16:creationId xmlns:a16="http://schemas.microsoft.com/office/drawing/2014/main" id="{C6C4D6C5-9FDC-7749-A23C-2DEEE7D529C7}"/>
              </a:ext>
            </a:extLst>
          </p:cNvPr>
          <p:cNvSpPr/>
          <p:nvPr/>
        </p:nvSpPr>
        <p:spPr>
          <a:xfrm>
            <a:off x="11019281" y="1533905"/>
            <a:ext cx="257810" cy="891540"/>
          </a:xfrm>
          <a:custGeom>
            <a:avLst/>
            <a:gdLst/>
            <a:ahLst/>
            <a:cxnLst/>
            <a:rect l="l" t="t" r="r" b="b"/>
            <a:pathLst>
              <a:path w="257809" h="891539">
                <a:moveTo>
                  <a:pt x="0" y="0"/>
                </a:moveTo>
                <a:lnTo>
                  <a:pt x="50125" y="1692"/>
                </a:lnTo>
                <a:lnTo>
                  <a:pt x="91058" y="6302"/>
                </a:lnTo>
                <a:lnTo>
                  <a:pt x="118657" y="13126"/>
                </a:lnTo>
                <a:lnTo>
                  <a:pt x="128777" y="21463"/>
                </a:lnTo>
                <a:lnTo>
                  <a:pt x="128777" y="424307"/>
                </a:lnTo>
                <a:lnTo>
                  <a:pt x="138898" y="432643"/>
                </a:lnTo>
                <a:lnTo>
                  <a:pt x="166497" y="439467"/>
                </a:lnTo>
                <a:lnTo>
                  <a:pt x="207430" y="444077"/>
                </a:lnTo>
                <a:lnTo>
                  <a:pt x="257556" y="445770"/>
                </a:lnTo>
                <a:lnTo>
                  <a:pt x="207430" y="447462"/>
                </a:lnTo>
                <a:lnTo>
                  <a:pt x="166497" y="452072"/>
                </a:lnTo>
                <a:lnTo>
                  <a:pt x="138898" y="458896"/>
                </a:lnTo>
                <a:lnTo>
                  <a:pt x="128777" y="467233"/>
                </a:lnTo>
                <a:lnTo>
                  <a:pt x="128777" y="870077"/>
                </a:lnTo>
                <a:lnTo>
                  <a:pt x="118657" y="878413"/>
                </a:lnTo>
                <a:lnTo>
                  <a:pt x="91058" y="885237"/>
                </a:lnTo>
                <a:lnTo>
                  <a:pt x="50125" y="889847"/>
                </a:lnTo>
                <a:lnTo>
                  <a:pt x="0" y="891540"/>
                </a:lnTo>
              </a:path>
            </a:pathLst>
          </a:custGeom>
          <a:ln w="285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3">
            <a:extLst>
              <a:ext uri="{FF2B5EF4-FFF2-40B4-BE49-F238E27FC236}">
                <a16:creationId xmlns:a16="http://schemas.microsoft.com/office/drawing/2014/main" id="{8CE6DC06-82EB-AA4A-9411-5F2567B197A4}"/>
              </a:ext>
            </a:extLst>
          </p:cNvPr>
          <p:cNvSpPr txBox="1"/>
          <p:nvPr/>
        </p:nvSpPr>
        <p:spPr>
          <a:xfrm>
            <a:off x="11606783" y="1916937"/>
            <a:ext cx="158750" cy="2927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750" spc="-50">
                <a:latin typeface="Cambria Math"/>
                <a:cs typeface="Cambria Math"/>
              </a:rPr>
              <a:t>𝟓</a:t>
            </a:r>
            <a:endParaRPr sz="1750">
              <a:latin typeface="Cambria Math"/>
              <a:cs typeface="Cambria Math"/>
            </a:endParaRPr>
          </a:p>
        </p:txBody>
      </p:sp>
      <p:sp>
        <p:nvSpPr>
          <p:cNvPr id="227" name="object 224">
            <a:extLst>
              <a:ext uri="{FF2B5EF4-FFF2-40B4-BE49-F238E27FC236}">
                <a16:creationId xmlns:a16="http://schemas.microsoft.com/office/drawing/2014/main" id="{95EA10EB-636F-0248-8BC2-4AA98EF1F16C}"/>
              </a:ext>
            </a:extLst>
          </p:cNvPr>
          <p:cNvSpPr txBox="1"/>
          <p:nvPr/>
        </p:nvSpPr>
        <p:spPr>
          <a:xfrm>
            <a:off x="11390121" y="1634235"/>
            <a:ext cx="40068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sz="3600" spc="-37" baseline="-23148">
                <a:latin typeface="Cambria Math"/>
                <a:cs typeface="Cambria Math"/>
              </a:rPr>
              <a:t>𝑪</a:t>
            </a:r>
            <a:r>
              <a:rPr sz="1750" spc="-25">
                <a:latin typeface="Cambria Math"/>
                <a:cs typeface="Cambria Math"/>
              </a:rPr>
              <a:t>𝟏</a:t>
            </a:r>
            <a:endParaRPr sz="1750">
              <a:latin typeface="Cambria Math"/>
              <a:cs typeface="Cambria Math"/>
            </a:endParaRPr>
          </a:p>
        </p:txBody>
      </p:sp>
      <p:sp>
        <p:nvSpPr>
          <p:cNvPr id="228" name="object 225">
            <a:extLst>
              <a:ext uri="{FF2B5EF4-FFF2-40B4-BE49-F238E27FC236}">
                <a16:creationId xmlns:a16="http://schemas.microsoft.com/office/drawing/2014/main" id="{646872CF-9A41-8D4E-9757-7F890CA851C2}"/>
              </a:ext>
            </a:extLst>
          </p:cNvPr>
          <p:cNvSpPr/>
          <p:nvPr/>
        </p:nvSpPr>
        <p:spPr>
          <a:xfrm>
            <a:off x="11000993" y="2621279"/>
            <a:ext cx="257810" cy="892810"/>
          </a:xfrm>
          <a:custGeom>
            <a:avLst/>
            <a:gdLst/>
            <a:ahLst/>
            <a:cxnLst/>
            <a:rect l="l" t="t" r="r" b="b"/>
            <a:pathLst>
              <a:path w="257809" h="892810">
                <a:moveTo>
                  <a:pt x="0" y="0"/>
                </a:moveTo>
                <a:lnTo>
                  <a:pt x="50125" y="1692"/>
                </a:lnTo>
                <a:lnTo>
                  <a:pt x="91058" y="6302"/>
                </a:lnTo>
                <a:lnTo>
                  <a:pt x="118657" y="13126"/>
                </a:lnTo>
                <a:lnTo>
                  <a:pt x="128777" y="21462"/>
                </a:lnTo>
                <a:lnTo>
                  <a:pt x="128777" y="424688"/>
                </a:lnTo>
                <a:lnTo>
                  <a:pt x="138898" y="433024"/>
                </a:lnTo>
                <a:lnTo>
                  <a:pt x="166497" y="439848"/>
                </a:lnTo>
                <a:lnTo>
                  <a:pt x="207430" y="444458"/>
                </a:lnTo>
                <a:lnTo>
                  <a:pt x="257555" y="446150"/>
                </a:lnTo>
                <a:lnTo>
                  <a:pt x="207430" y="447843"/>
                </a:lnTo>
                <a:lnTo>
                  <a:pt x="166497" y="452453"/>
                </a:lnTo>
                <a:lnTo>
                  <a:pt x="138898" y="459277"/>
                </a:lnTo>
                <a:lnTo>
                  <a:pt x="128777" y="467614"/>
                </a:lnTo>
                <a:lnTo>
                  <a:pt x="128777" y="870839"/>
                </a:lnTo>
                <a:lnTo>
                  <a:pt x="118657" y="879175"/>
                </a:lnTo>
                <a:lnTo>
                  <a:pt x="91058" y="885999"/>
                </a:lnTo>
                <a:lnTo>
                  <a:pt x="50125" y="890609"/>
                </a:lnTo>
                <a:lnTo>
                  <a:pt x="0" y="892302"/>
                </a:lnTo>
              </a:path>
            </a:pathLst>
          </a:custGeom>
          <a:ln w="285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6">
            <a:extLst>
              <a:ext uri="{FF2B5EF4-FFF2-40B4-BE49-F238E27FC236}">
                <a16:creationId xmlns:a16="http://schemas.microsoft.com/office/drawing/2014/main" id="{182574BC-6CBC-1348-A836-CF5A1A5F3F31}"/>
              </a:ext>
            </a:extLst>
          </p:cNvPr>
          <p:cNvSpPr txBox="1"/>
          <p:nvPr/>
        </p:nvSpPr>
        <p:spPr>
          <a:xfrm>
            <a:off x="11606783" y="2975610"/>
            <a:ext cx="158750" cy="2927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750" spc="-50">
                <a:latin typeface="Cambria Math"/>
                <a:cs typeface="Cambria Math"/>
              </a:rPr>
              <a:t>𝟓</a:t>
            </a:r>
            <a:endParaRPr sz="1750">
              <a:latin typeface="Cambria Math"/>
              <a:cs typeface="Cambria Math"/>
            </a:endParaRPr>
          </a:p>
        </p:txBody>
      </p:sp>
      <p:sp>
        <p:nvSpPr>
          <p:cNvPr id="230" name="object 227">
            <a:extLst>
              <a:ext uri="{FF2B5EF4-FFF2-40B4-BE49-F238E27FC236}">
                <a16:creationId xmlns:a16="http://schemas.microsoft.com/office/drawing/2014/main" id="{D5A48203-51C7-FD42-966F-EC63FACED9AA}"/>
              </a:ext>
            </a:extLst>
          </p:cNvPr>
          <p:cNvSpPr txBox="1"/>
          <p:nvPr/>
        </p:nvSpPr>
        <p:spPr>
          <a:xfrm>
            <a:off x="11390121" y="2692908"/>
            <a:ext cx="40068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sz="3600" spc="-37" baseline="-23148">
                <a:latin typeface="Cambria Math"/>
                <a:cs typeface="Cambria Math"/>
              </a:rPr>
              <a:t>𝑪</a:t>
            </a:r>
            <a:r>
              <a:rPr sz="1750" spc="-25">
                <a:latin typeface="Cambria Math"/>
                <a:cs typeface="Cambria Math"/>
              </a:rPr>
              <a:t>𝟐</a:t>
            </a:r>
            <a:endParaRPr sz="1750">
              <a:latin typeface="Cambria Math"/>
              <a:cs typeface="Cambria Math"/>
            </a:endParaRPr>
          </a:p>
        </p:txBody>
      </p:sp>
      <p:sp>
        <p:nvSpPr>
          <p:cNvPr id="231" name="object 228">
            <a:extLst>
              <a:ext uri="{FF2B5EF4-FFF2-40B4-BE49-F238E27FC236}">
                <a16:creationId xmlns:a16="http://schemas.microsoft.com/office/drawing/2014/main" id="{34DC6FA5-B103-1A44-ADFC-6047E4CD4E49}"/>
              </a:ext>
            </a:extLst>
          </p:cNvPr>
          <p:cNvSpPr/>
          <p:nvPr/>
        </p:nvSpPr>
        <p:spPr>
          <a:xfrm>
            <a:off x="10994897" y="3707129"/>
            <a:ext cx="258445" cy="892810"/>
          </a:xfrm>
          <a:custGeom>
            <a:avLst/>
            <a:gdLst/>
            <a:ahLst/>
            <a:cxnLst/>
            <a:rect l="l" t="t" r="r" b="b"/>
            <a:pathLst>
              <a:path w="258445" h="892810">
                <a:moveTo>
                  <a:pt x="0" y="0"/>
                </a:moveTo>
                <a:lnTo>
                  <a:pt x="50292" y="1692"/>
                </a:lnTo>
                <a:lnTo>
                  <a:pt x="91344" y="6302"/>
                </a:lnTo>
                <a:lnTo>
                  <a:pt x="119014" y="13126"/>
                </a:lnTo>
                <a:lnTo>
                  <a:pt x="129158" y="21463"/>
                </a:lnTo>
                <a:lnTo>
                  <a:pt x="129158" y="424688"/>
                </a:lnTo>
                <a:lnTo>
                  <a:pt x="139303" y="433024"/>
                </a:lnTo>
                <a:lnTo>
                  <a:pt x="166973" y="439848"/>
                </a:lnTo>
                <a:lnTo>
                  <a:pt x="208026" y="444458"/>
                </a:lnTo>
                <a:lnTo>
                  <a:pt x="258318" y="446151"/>
                </a:lnTo>
                <a:lnTo>
                  <a:pt x="208025" y="447843"/>
                </a:lnTo>
                <a:lnTo>
                  <a:pt x="166973" y="452453"/>
                </a:lnTo>
                <a:lnTo>
                  <a:pt x="139303" y="459277"/>
                </a:lnTo>
                <a:lnTo>
                  <a:pt x="129158" y="467614"/>
                </a:lnTo>
                <a:lnTo>
                  <a:pt x="129158" y="870712"/>
                </a:lnTo>
                <a:lnTo>
                  <a:pt x="119014" y="879121"/>
                </a:lnTo>
                <a:lnTo>
                  <a:pt x="91344" y="885983"/>
                </a:lnTo>
                <a:lnTo>
                  <a:pt x="50291" y="890607"/>
                </a:lnTo>
                <a:lnTo>
                  <a:pt x="0" y="892302"/>
                </a:lnTo>
              </a:path>
            </a:pathLst>
          </a:custGeom>
          <a:ln w="285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29">
            <a:extLst>
              <a:ext uri="{FF2B5EF4-FFF2-40B4-BE49-F238E27FC236}">
                <a16:creationId xmlns:a16="http://schemas.microsoft.com/office/drawing/2014/main" id="{16C091AC-441F-6144-AC82-63AD67114601}"/>
              </a:ext>
            </a:extLst>
          </p:cNvPr>
          <p:cNvSpPr txBox="1"/>
          <p:nvPr/>
        </p:nvSpPr>
        <p:spPr>
          <a:xfrm>
            <a:off x="11606783" y="4034282"/>
            <a:ext cx="158750" cy="2927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750" spc="-50">
                <a:latin typeface="Cambria Math"/>
                <a:cs typeface="Cambria Math"/>
              </a:rPr>
              <a:t>𝟓</a:t>
            </a:r>
            <a:endParaRPr sz="1750">
              <a:latin typeface="Cambria Math"/>
              <a:cs typeface="Cambria Math"/>
            </a:endParaRPr>
          </a:p>
        </p:txBody>
      </p:sp>
      <p:sp>
        <p:nvSpPr>
          <p:cNvPr id="233" name="object 230">
            <a:extLst>
              <a:ext uri="{FF2B5EF4-FFF2-40B4-BE49-F238E27FC236}">
                <a16:creationId xmlns:a16="http://schemas.microsoft.com/office/drawing/2014/main" id="{59E2331B-9284-454E-804A-A7144B08D665}"/>
              </a:ext>
            </a:extLst>
          </p:cNvPr>
          <p:cNvSpPr txBox="1"/>
          <p:nvPr/>
        </p:nvSpPr>
        <p:spPr>
          <a:xfrm>
            <a:off x="11390121" y="3750055"/>
            <a:ext cx="40068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sz="3600" spc="-37" baseline="-23148">
                <a:latin typeface="Cambria Math"/>
                <a:cs typeface="Cambria Math"/>
              </a:rPr>
              <a:t>𝑪</a:t>
            </a:r>
            <a:r>
              <a:rPr sz="1750" spc="-25">
                <a:latin typeface="Cambria Math"/>
                <a:cs typeface="Cambria Math"/>
              </a:rPr>
              <a:t>𝟑</a:t>
            </a:r>
            <a:endParaRPr sz="1750">
              <a:latin typeface="Cambria Math"/>
              <a:cs typeface="Cambria Math"/>
            </a:endParaRPr>
          </a:p>
        </p:txBody>
      </p:sp>
    </p:spTree>
    <p:extLst>
      <p:ext uri="{BB962C8B-B14F-4D97-AF65-F5344CB8AC3E}">
        <p14:creationId xmlns:p14="http://schemas.microsoft.com/office/powerpoint/2010/main" val="1302288828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3">
            <a:extLst>
              <a:ext uri="{FF2B5EF4-FFF2-40B4-BE49-F238E27FC236}">
                <a16:creationId xmlns:a16="http://schemas.microsoft.com/office/drawing/2014/main" id="{751451E1-25F7-294C-91A0-7FE054B79435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54626" y="219672"/>
            <a:ext cx="8183663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蛮力枚</a:t>
            </a: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举</a:t>
            </a:r>
            <a:r>
              <a:rPr lang="en-US" altLang="zh-CN" spc="-50" dirty="0">
                <a:latin typeface="SimSun" panose="02010600030101010101" pitchFamily="2" charset="-122"/>
                <a:ea typeface="SimSun" panose="02010600030101010101" pitchFamily="2" charset="-122"/>
              </a:rPr>
              <a:t>-</a:t>
            </a:r>
            <a:r>
              <a:rPr lang="zh-CN" altLang="en-US" sz="3600" spc="-50" dirty="0">
                <a:latin typeface="SimSun" panose="02010600030101010101" pitchFamily="2" charset="-122"/>
                <a:ea typeface="SimSun" panose="02010600030101010101" pitchFamily="2" charset="-122"/>
              </a:rPr>
              <a:t>枚举所有商品组合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graphicFrame>
        <p:nvGraphicFramePr>
          <p:cNvPr id="5" name="object 4">
            <a:extLst>
              <a:ext uri="{FF2B5EF4-FFF2-40B4-BE49-F238E27FC236}">
                <a16:creationId xmlns:a16="http://schemas.microsoft.com/office/drawing/2014/main" id="{E88F9E76-8B7C-3947-AF7F-A2DA44F1F20D}"/>
              </a:ext>
            </a:extLst>
          </p:cNvPr>
          <p:cNvGraphicFramePr>
            <a:graphicFrameLocks noGrp="1"/>
          </p:cNvGraphicFramePr>
          <p:nvPr/>
        </p:nvGraphicFramePr>
        <p:xfrm>
          <a:off x="8494903" y="4819650"/>
          <a:ext cx="3653789" cy="19945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255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1696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112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97510">
                <a:tc>
                  <a:txBody>
                    <a:bodyPr/>
                    <a:lstStyle/>
                    <a:p>
                      <a:pPr marR="388620" algn="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700" spc="-25">
                          <a:solidFill>
                            <a:srgbClr val="FFFFFF"/>
                          </a:solidFill>
                          <a:latin typeface="PMingLiU"/>
                          <a:cs typeface="PMingLiU"/>
                        </a:rPr>
                        <a:t>商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PMingLiU"/>
                          <a:cs typeface="PMingLiU"/>
                        </a:rPr>
                        <a:t>品</a:t>
                      </a:r>
                      <a:endParaRPr sz="1700">
                        <a:latin typeface="PMingLiU"/>
                        <a:cs typeface="PMingLiU"/>
                      </a:endParaRPr>
                    </a:p>
                  </a:txBody>
                  <a:tcPr marL="0" marR="0" marT="4254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700" spc="-25">
                          <a:solidFill>
                            <a:srgbClr val="FFFFFF"/>
                          </a:solidFill>
                          <a:latin typeface="PMingLiU"/>
                          <a:cs typeface="PMingLiU"/>
                        </a:rPr>
                        <a:t>价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PMingLiU"/>
                          <a:cs typeface="PMingLiU"/>
                        </a:rPr>
                        <a:t>格</a:t>
                      </a:r>
                      <a:endParaRPr sz="1700">
                        <a:latin typeface="PMingLiU"/>
                        <a:cs typeface="PMingLiU"/>
                      </a:endParaRPr>
                    </a:p>
                  </a:txBody>
                  <a:tcPr marL="0" marR="0" marT="4254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700" spc="-25">
                          <a:solidFill>
                            <a:srgbClr val="FFFFFF"/>
                          </a:solidFill>
                          <a:latin typeface="PMingLiU"/>
                          <a:cs typeface="PMingLiU"/>
                        </a:rPr>
                        <a:t>体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PMingLiU"/>
                          <a:cs typeface="PMingLiU"/>
                        </a:rPr>
                        <a:t>积</a:t>
                      </a:r>
                      <a:endParaRPr sz="1700">
                        <a:latin typeface="PMingLiU"/>
                        <a:cs typeface="PMingLiU"/>
                      </a:endParaRPr>
                    </a:p>
                  </a:txBody>
                  <a:tcPr marL="0" marR="0" marT="4254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405">
                <a:tc>
                  <a:txBody>
                    <a:bodyPr/>
                    <a:lstStyle/>
                    <a:p>
                      <a:pPr marR="388620" algn="r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1700" spc="-25">
                          <a:latin typeface="PMingLiU"/>
                          <a:cs typeface="PMingLiU"/>
                        </a:rPr>
                        <a:t>啤</a:t>
                      </a:r>
                      <a:r>
                        <a:rPr sz="1700" spc="-50">
                          <a:latin typeface="PMingLiU"/>
                          <a:cs typeface="PMingLiU"/>
                        </a:rPr>
                        <a:t>酒</a:t>
                      </a:r>
                      <a:endParaRPr sz="1700">
                        <a:latin typeface="PMingLiU"/>
                        <a:cs typeface="PMingLiU"/>
                      </a:endParaRPr>
                    </a:p>
                  </a:txBody>
                  <a:tcPr marL="0" marR="0" marT="381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9405">
                <a:tc>
                  <a:txBody>
                    <a:bodyPr/>
                    <a:lstStyle/>
                    <a:p>
                      <a:pPr marR="388620" algn="r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1700" spc="-25">
                          <a:latin typeface="PMingLiU"/>
                          <a:cs typeface="PMingLiU"/>
                        </a:rPr>
                        <a:t>汽</a:t>
                      </a:r>
                      <a:r>
                        <a:rPr sz="1700" spc="-50">
                          <a:latin typeface="PMingLiU"/>
                          <a:cs typeface="PMingLiU"/>
                        </a:rPr>
                        <a:t>水</a:t>
                      </a:r>
                      <a:endParaRPr sz="1700">
                        <a:latin typeface="PMingLiU"/>
                        <a:cs typeface="PMingLiU"/>
                      </a:endParaRPr>
                    </a:p>
                  </a:txBody>
                  <a:tcPr marL="0" marR="0" marT="381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2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3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19405">
                <a:tc>
                  <a:txBody>
                    <a:bodyPr/>
                    <a:lstStyle/>
                    <a:p>
                      <a:pPr marR="388620" algn="r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1700" spc="-30">
                          <a:latin typeface="PMingLiU"/>
                          <a:cs typeface="PMingLiU"/>
                        </a:rPr>
                        <a:t>饼干</a:t>
                      </a:r>
                      <a:endParaRPr sz="1700">
                        <a:latin typeface="PMingLiU"/>
                        <a:cs typeface="PMingLiU"/>
                      </a:endParaRPr>
                    </a:p>
                  </a:txBody>
                  <a:tcPr marL="0" marR="0" marT="381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9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4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19405">
                <a:tc>
                  <a:txBody>
                    <a:bodyPr/>
                    <a:lstStyle/>
                    <a:p>
                      <a:pPr marR="388620" algn="r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1700" spc="-25">
                          <a:latin typeface="PMingLiU"/>
                          <a:cs typeface="PMingLiU"/>
                        </a:rPr>
                        <a:t>面</a:t>
                      </a:r>
                      <a:r>
                        <a:rPr sz="1700" spc="-50">
                          <a:latin typeface="PMingLiU"/>
                          <a:cs typeface="PMingLiU"/>
                        </a:rPr>
                        <a:t>包</a:t>
                      </a:r>
                      <a:endParaRPr sz="1700">
                        <a:latin typeface="PMingLiU"/>
                        <a:cs typeface="PMingLiU"/>
                      </a:endParaRPr>
                    </a:p>
                  </a:txBody>
                  <a:tcPr marL="0" marR="0" marT="381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5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19405">
                <a:tc>
                  <a:txBody>
                    <a:bodyPr/>
                    <a:lstStyle/>
                    <a:p>
                      <a:pPr marR="388620" algn="r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1700" spc="-25">
                          <a:latin typeface="PMingLiU"/>
                          <a:cs typeface="PMingLiU"/>
                        </a:rPr>
                        <a:t>牛</a:t>
                      </a:r>
                      <a:r>
                        <a:rPr sz="1700" spc="-50">
                          <a:latin typeface="PMingLiU"/>
                          <a:cs typeface="PMingLiU"/>
                        </a:rPr>
                        <a:t>奶</a:t>
                      </a:r>
                      <a:endParaRPr sz="1700">
                        <a:latin typeface="PMingLiU"/>
                        <a:cs typeface="PMingLiU"/>
                      </a:endParaRPr>
                    </a:p>
                  </a:txBody>
                  <a:tcPr marL="0" marR="0" marT="381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9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4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pic>
        <p:nvPicPr>
          <p:cNvPr id="6" name="object 5">
            <a:extLst>
              <a:ext uri="{FF2B5EF4-FFF2-40B4-BE49-F238E27FC236}">
                <a16:creationId xmlns:a16="http://schemas.microsoft.com/office/drawing/2014/main" id="{4116E576-0435-8847-A916-5C3C5C9D9084}"/>
              </a:ext>
            </a:extLst>
          </p:cNvPr>
          <p:cNvPicPr/>
          <p:nvPr/>
        </p:nvPicPr>
        <p:blipFill>
          <a:blip r:embed="rId2"/>
          <a:stretch>
            <a:fillRect/>
          </a:stretch>
        </p:blipFill>
        <p:spPr>
          <a:xfrm>
            <a:off x="8602218" y="5904738"/>
            <a:ext cx="231648" cy="259842"/>
          </a:xfrm>
          <a:prstGeom prst="rect">
            <a:avLst/>
          </a:prstGeom>
        </p:spPr>
      </p:pic>
      <p:pic>
        <p:nvPicPr>
          <p:cNvPr id="7" name="object 6">
            <a:extLst>
              <a:ext uri="{FF2B5EF4-FFF2-40B4-BE49-F238E27FC236}">
                <a16:creationId xmlns:a16="http://schemas.microsoft.com/office/drawing/2014/main" id="{381D3764-BA3F-314B-BB87-008037F07F30}"/>
              </a:ext>
            </a:extLst>
          </p:cNvPr>
          <p:cNvPicPr/>
          <p:nvPr/>
        </p:nvPicPr>
        <p:blipFill>
          <a:blip r:embed="rId3"/>
          <a:stretch>
            <a:fillRect/>
          </a:stretch>
        </p:blipFill>
        <p:spPr>
          <a:xfrm>
            <a:off x="8611361" y="6230873"/>
            <a:ext cx="232409" cy="260603"/>
          </a:xfrm>
          <a:prstGeom prst="rect">
            <a:avLst/>
          </a:prstGeom>
        </p:spPr>
      </p:pic>
      <p:pic>
        <p:nvPicPr>
          <p:cNvPr id="8" name="object 7">
            <a:extLst>
              <a:ext uri="{FF2B5EF4-FFF2-40B4-BE49-F238E27FC236}">
                <a16:creationId xmlns:a16="http://schemas.microsoft.com/office/drawing/2014/main" id="{16A63A80-723F-6D42-9E5E-C7A0DEA1FDFE}"/>
              </a:ext>
            </a:extLst>
          </p:cNvPr>
          <p:cNvPicPr/>
          <p:nvPr/>
        </p:nvPicPr>
        <p:blipFill>
          <a:blip r:embed="rId4"/>
          <a:stretch>
            <a:fillRect/>
          </a:stretch>
        </p:blipFill>
        <p:spPr>
          <a:xfrm>
            <a:off x="8602218" y="5231891"/>
            <a:ext cx="231648" cy="259841"/>
          </a:xfrm>
          <a:prstGeom prst="rect">
            <a:avLst/>
          </a:prstGeom>
        </p:spPr>
      </p:pic>
      <p:pic>
        <p:nvPicPr>
          <p:cNvPr id="9" name="object 8">
            <a:extLst>
              <a:ext uri="{FF2B5EF4-FFF2-40B4-BE49-F238E27FC236}">
                <a16:creationId xmlns:a16="http://schemas.microsoft.com/office/drawing/2014/main" id="{E18692E7-A627-B145-900B-9DB55F0DE3D6}"/>
              </a:ext>
            </a:extLst>
          </p:cNvPr>
          <p:cNvPicPr/>
          <p:nvPr/>
        </p:nvPicPr>
        <p:blipFill>
          <a:blip r:embed="rId5"/>
          <a:stretch>
            <a:fillRect/>
          </a:stretch>
        </p:blipFill>
        <p:spPr>
          <a:xfrm>
            <a:off x="8602218" y="5567934"/>
            <a:ext cx="231648" cy="259842"/>
          </a:xfrm>
          <a:prstGeom prst="rect">
            <a:avLst/>
          </a:prstGeom>
        </p:spPr>
      </p:pic>
      <p:pic>
        <p:nvPicPr>
          <p:cNvPr id="10" name="object 9">
            <a:extLst>
              <a:ext uri="{FF2B5EF4-FFF2-40B4-BE49-F238E27FC236}">
                <a16:creationId xmlns:a16="http://schemas.microsoft.com/office/drawing/2014/main" id="{BA2B5642-B4BE-5F4F-9E9F-FE85E8D1ABEE}"/>
              </a:ext>
            </a:extLst>
          </p:cNvPr>
          <p:cNvPicPr/>
          <p:nvPr/>
        </p:nvPicPr>
        <p:blipFill>
          <a:blip r:embed="rId6"/>
          <a:stretch>
            <a:fillRect/>
          </a:stretch>
        </p:blipFill>
        <p:spPr>
          <a:xfrm>
            <a:off x="8611361" y="6539483"/>
            <a:ext cx="232409" cy="259842"/>
          </a:xfrm>
          <a:prstGeom prst="rect">
            <a:avLst/>
          </a:prstGeom>
        </p:spPr>
      </p:pic>
      <p:pic>
        <p:nvPicPr>
          <p:cNvPr id="11" name="object 10">
            <a:extLst>
              <a:ext uri="{FF2B5EF4-FFF2-40B4-BE49-F238E27FC236}">
                <a16:creationId xmlns:a16="http://schemas.microsoft.com/office/drawing/2014/main" id="{AD278B28-F4AD-524B-946C-1632F986D8E7}"/>
              </a:ext>
            </a:extLst>
          </p:cNvPr>
          <p:cNvPicPr/>
          <p:nvPr/>
        </p:nvPicPr>
        <p:blipFill>
          <a:blip r:embed="rId7"/>
          <a:stretch>
            <a:fillRect/>
          </a:stretch>
        </p:blipFill>
        <p:spPr>
          <a:xfrm>
            <a:off x="7459980" y="5135879"/>
            <a:ext cx="889253" cy="729234"/>
          </a:xfrm>
          <a:prstGeom prst="rect">
            <a:avLst/>
          </a:prstGeom>
        </p:spPr>
      </p:pic>
      <p:sp>
        <p:nvSpPr>
          <p:cNvPr id="12" name="object 11">
            <a:extLst>
              <a:ext uri="{FF2B5EF4-FFF2-40B4-BE49-F238E27FC236}">
                <a16:creationId xmlns:a16="http://schemas.microsoft.com/office/drawing/2014/main" id="{D70B4F24-9997-DD41-855A-3086E6C916A6}"/>
              </a:ext>
            </a:extLst>
          </p:cNvPr>
          <p:cNvSpPr txBox="1"/>
          <p:nvPr/>
        </p:nvSpPr>
        <p:spPr>
          <a:xfrm>
            <a:off x="7314438" y="5992876"/>
            <a:ext cx="11684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>
                <a:latin typeface="PMingLiU"/>
                <a:cs typeface="PMingLiU"/>
              </a:rPr>
              <a:t>背包体积</a:t>
            </a:r>
            <a:r>
              <a:rPr sz="1800" b="1" spc="-25">
                <a:latin typeface="Times New Roman"/>
                <a:cs typeface="Times New Roman"/>
              </a:rPr>
              <a:t>13</a:t>
            </a:r>
            <a:endParaRPr sz="1800">
              <a:latin typeface="Times New Roman"/>
              <a:cs typeface="Times New Roman"/>
            </a:endParaRPr>
          </a:p>
        </p:txBody>
      </p:sp>
      <p:grpSp>
        <p:nvGrpSpPr>
          <p:cNvPr id="16" name="object 10">
            <a:extLst>
              <a:ext uri="{FF2B5EF4-FFF2-40B4-BE49-F238E27FC236}">
                <a16:creationId xmlns:a16="http://schemas.microsoft.com/office/drawing/2014/main" id="{ABC36A11-78E5-ED4C-B5EB-5523A9240CBB}"/>
              </a:ext>
            </a:extLst>
          </p:cNvPr>
          <p:cNvGrpSpPr/>
          <p:nvPr/>
        </p:nvGrpSpPr>
        <p:grpSpPr>
          <a:xfrm>
            <a:off x="1838705" y="1901189"/>
            <a:ext cx="649605" cy="532765"/>
            <a:chOff x="1686305" y="1748789"/>
            <a:chExt cx="649605" cy="532765"/>
          </a:xfrm>
        </p:grpSpPr>
        <p:pic>
          <p:nvPicPr>
            <p:cNvPr id="17" name="object 11">
              <a:extLst>
                <a:ext uri="{FF2B5EF4-FFF2-40B4-BE49-F238E27FC236}">
                  <a16:creationId xmlns:a16="http://schemas.microsoft.com/office/drawing/2014/main" id="{BF25A649-BABC-3649-BBD7-660FA5FE4E54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1686305" y="1748789"/>
              <a:ext cx="649224" cy="532638"/>
            </a:xfrm>
            <a:prstGeom prst="rect">
              <a:avLst/>
            </a:prstGeom>
          </p:spPr>
        </p:pic>
        <p:pic>
          <p:nvPicPr>
            <p:cNvPr id="18" name="object 12">
              <a:extLst>
                <a:ext uri="{FF2B5EF4-FFF2-40B4-BE49-F238E27FC236}">
                  <a16:creationId xmlns:a16="http://schemas.microsoft.com/office/drawing/2014/main" id="{EE94BFF3-EB3B-DF40-8251-27AB4CF1501C}"/>
                </a:ext>
              </a:extLst>
            </p:cNvPr>
            <p:cNvPicPr/>
            <p:nvPr/>
          </p:nvPicPr>
          <p:blipFill>
            <a:blip r:embed="rId5"/>
            <a:stretch>
              <a:fillRect/>
            </a:stretch>
          </p:blipFill>
          <p:spPr>
            <a:xfrm>
              <a:off x="1897379" y="1845563"/>
              <a:ext cx="245363" cy="244601"/>
            </a:xfrm>
            <a:prstGeom prst="rect">
              <a:avLst/>
            </a:prstGeom>
          </p:spPr>
        </p:pic>
      </p:grpSp>
      <p:grpSp>
        <p:nvGrpSpPr>
          <p:cNvPr id="19" name="object 13">
            <a:extLst>
              <a:ext uri="{FF2B5EF4-FFF2-40B4-BE49-F238E27FC236}">
                <a16:creationId xmlns:a16="http://schemas.microsoft.com/office/drawing/2014/main" id="{37AA1D57-55C0-6342-8105-FDB4F0AFD7B4}"/>
              </a:ext>
            </a:extLst>
          </p:cNvPr>
          <p:cNvGrpSpPr/>
          <p:nvPr/>
        </p:nvGrpSpPr>
        <p:grpSpPr>
          <a:xfrm>
            <a:off x="3672078" y="1901189"/>
            <a:ext cx="650240" cy="532765"/>
            <a:chOff x="3519678" y="1748789"/>
            <a:chExt cx="650240" cy="532765"/>
          </a:xfrm>
        </p:grpSpPr>
        <p:pic>
          <p:nvPicPr>
            <p:cNvPr id="20" name="object 14">
              <a:extLst>
                <a:ext uri="{FF2B5EF4-FFF2-40B4-BE49-F238E27FC236}">
                  <a16:creationId xmlns:a16="http://schemas.microsoft.com/office/drawing/2014/main" id="{6BCEC6FB-B0B4-9A4A-9B37-2C1C0967392A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3519678" y="1748789"/>
              <a:ext cx="649986" cy="532638"/>
            </a:xfrm>
            <a:prstGeom prst="rect">
              <a:avLst/>
            </a:prstGeom>
          </p:spPr>
        </p:pic>
        <p:pic>
          <p:nvPicPr>
            <p:cNvPr id="21" name="object 15">
              <a:extLst>
                <a:ext uri="{FF2B5EF4-FFF2-40B4-BE49-F238E27FC236}">
                  <a16:creationId xmlns:a16="http://schemas.microsoft.com/office/drawing/2014/main" id="{41FF69DD-ED2E-974E-BCDA-E2B840880FEA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3772662" y="1869185"/>
              <a:ext cx="245363" cy="244601"/>
            </a:xfrm>
            <a:prstGeom prst="rect">
              <a:avLst/>
            </a:prstGeom>
          </p:spPr>
        </p:pic>
      </p:grpSp>
      <p:grpSp>
        <p:nvGrpSpPr>
          <p:cNvPr id="22" name="object 16">
            <a:extLst>
              <a:ext uri="{FF2B5EF4-FFF2-40B4-BE49-F238E27FC236}">
                <a16:creationId xmlns:a16="http://schemas.microsoft.com/office/drawing/2014/main" id="{98AD60A4-6797-6342-8723-A2F27EB48E8A}"/>
              </a:ext>
            </a:extLst>
          </p:cNvPr>
          <p:cNvGrpSpPr/>
          <p:nvPr/>
        </p:nvGrpSpPr>
        <p:grpSpPr>
          <a:xfrm>
            <a:off x="5515355" y="1901189"/>
            <a:ext cx="650240" cy="532765"/>
            <a:chOff x="5362955" y="1748789"/>
            <a:chExt cx="650240" cy="532765"/>
          </a:xfrm>
        </p:grpSpPr>
        <p:pic>
          <p:nvPicPr>
            <p:cNvPr id="23" name="object 17">
              <a:extLst>
                <a:ext uri="{FF2B5EF4-FFF2-40B4-BE49-F238E27FC236}">
                  <a16:creationId xmlns:a16="http://schemas.microsoft.com/office/drawing/2014/main" id="{A332C440-DAC0-6745-B16C-DD8FFEB94A78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5362955" y="1748789"/>
              <a:ext cx="649986" cy="532638"/>
            </a:xfrm>
            <a:prstGeom prst="rect">
              <a:avLst/>
            </a:prstGeom>
          </p:spPr>
        </p:pic>
        <p:pic>
          <p:nvPicPr>
            <p:cNvPr id="24" name="object 18">
              <a:extLst>
                <a:ext uri="{FF2B5EF4-FFF2-40B4-BE49-F238E27FC236}">
                  <a16:creationId xmlns:a16="http://schemas.microsoft.com/office/drawing/2014/main" id="{FE1B736A-437D-A448-B2A9-F1F732F7E27F}"/>
                </a:ext>
              </a:extLst>
            </p:cNvPr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5626607" y="1868423"/>
              <a:ext cx="245363" cy="244601"/>
            </a:xfrm>
            <a:prstGeom prst="rect">
              <a:avLst/>
            </a:prstGeom>
          </p:spPr>
        </p:pic>
      </p:grpSp>
      <p:grpSp>
        <p:nvGrpSpPr>
          <p:cNvPr id="25" name="object 19">
            <a:extLst>
              <a:ext uri="{FF2B5EF4-FFF2-40B4-BE49-F238E27FC236}">
                <a16:creationId xmlns:a16="http://schemas.microsoft.com/office/drawing/2014/main" id="{E1B83356-DDD2-B646-9E36-B390271D201F}"/>
              </a:ext>
            </a:extLst>
          </p:cNvPr>
          <p:cNvGrpSpPr/>
          <p:nvPr/>
        </p:nvGrpSpPr>
        <p:grpSpPr>
          <a:xfrm>
            <a:off x="1325880" y="3147822"/>
            <a:ext cx="651510" cy="534670"/>
            <a:chOff x="1173480" y="2995422"/>
            <a:chExt cx="651510" cy="534670"/>
          </a:xfrm>
        </p:grpSpPr>
        <p:pic>
          <p:nvPicPr>
            <p:cNvPr id="26" name="object 20">
              <a:extLst>
                <a:ext uri="{FF2B5EF4-FFF2-40B4-BE49-F238E27FC236}">
                  <a16:creationId xmlns:a16="http://schemas.microsoft.com/office/drawing/2014/main" id="{1136B0FE-5F14-8842-AC53-D2AA8942AA23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1173480" y="2995422"/>
              <a:ext cx="650748" cy="534162"/>
            </a:xfrm>
            <a:prstGeom prst="rect">
              <a:avLst/>
            </a:prstGeom>
          </p:spPr>
        </p:pic>
        <p:pic>
          <p:nvPicPr>
            <p:cNvPr id="27" name="object 21">
              <a:extLst>
                <a:ext uri="{FF2B5EF4-FFF2-40B4-BE49-F238E27FC236}">
                  <a16:creationId xmlns:a16="http://schemas.microsoft.com/office/drawing/2014/main" id="{6F9A48C3-5DCF-7845-83F2-71C24BF83F52}"/>
                </a:ext>
              </a:extLst>
            </p:cNvPr>
            <p:cNvPicPr/>
            <p:nvPr/>
          </p:nvPicPr>
          <p:blipFill>
            <a:blip r:embed="rId4"/>
            <a:stretch>
              <a:fillRect/>
            </a:stretch>
          </p:blipFill>
          <p:spPr>
            <a:xfrm>
              <a:off x="1391412" y="3082290"/>
              <a:ext cx="246125" cy="246125"/>
            </a:xfrm>
            <a:prstGeom prst="rect">
              <a:avLst/>
            </a:prstGeom>
          </p:spPr>
        </p:pic>
        <p:pic>
          <p:nvPicPr>
            <p:cNvPr id="28" name="object 22">
              <a:extLst>
                <a:ext uri="{FF2B5EF4-FFF2-40B4-BE49-F238E27FC236}">
                  <a16:creationId xmlns:a16="http://schemas.microsoft.com/office/drawing/2014/main" id="{FF689DD7-54EB-9B46-8134-D19C50576CB2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1569720" y="3121914"/>
              <a:ext cx="255269" cy="255270"/>
            </a:xfrm>
            <a:prstGeom prst="rect">
              <a:avLst/>
            </a:prstGeom>
          </p:spPr>
        </p:pic>
      </p:grpSp>
      <p:grpSp>
        <p:nvGrpSpPr>
          <p:cNvPr id="29" name="object 23">
            <a:extLst>
              <a:ext uri="{FF2B5EF4-FFF2-40B4-BE49-F238E27FC236}">
                <a16:creationId xmlns:a16="http://schemas.microsoft.com/office/drawing/2014/main" id="{A5B86819-0293-774F-914B-6F94E2111839}"/>
              </a:ext>
            </a:extLst>
          </p:cNvPr>
          <p:cNvGrpSpPr/>
          <p:nvPr/>
        </p:nvGrpSpPr>
        <p:grpSpPr>
          <a:xfrm>
            <a:off x="2362961" y="3147822"/>
            <a:ext cx="691515" cy="534670"/>
            <a:chOff x="2210561" y="2995422"/>
            <a:chExt cx="691515" cy="534670"/>
          </a:xfrm>
        </p:grpSpPr>
        <p:pic>
          <p:nvPicPr>
            <p:cNvPr id="30" name="object 24">
              <a:extLst>
                <a:ext uri="{FF2B5EF4-FFF2-40B4-BE49-F238E27FC236}">
                  <a16:creationId xmlns:a16="http://schemas.microsoft.com/office/drawing/2014/main" id="{2D1A9358-6846-7A49-BCCA-FBED07F0D122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2210561" y="2995422"/>
              <a:ext cx="650748" cy="534162"/>
            </a:xfrm>
            <a:prstGeom prst="rect">
              <a:avLst/>
            </a:prstGeom>
          </p:spPr>
        </p:pic>
        <p:pic>
          <p:nvPicPr>
            <p:cNvPr id="31" name="object 25">
              <a:extLst>
                <a:ext uri="{FF2B5EF4-FFF2-40B4-BE49-F238E27FC236}">
                  <a16:creationId xmlns:a16="http://schemas.microsoft.com/office/drawing/2014/main" id="{19A49D86-F1E9-5B4C-AD63-C1E760897484}"/>
                </a:ext>
              </a:extLst>
            </p:cNvPr>
            <p:cNvPicPr/>
            <p:nvPr/>
          </p:nvPicPr>
          <p:blipFill>
            <a:blip r:embed="rId4"/>
            <a:stretch>
              <a:fillRect/>
            </a:stretch>
          </p:blipFill>
          <p:spPr>
            <a:xfrm>
              <a:off x="2428493" y="3082290"/>
              <a:ext cx="246125" cy="246125"/>
            </a:xfrm>
            <a:prstGeom prst="rect">
              <a:avLst/>
            </a:prstGeom>
          </p:spPr>
        </p:pic>
        <p:pic>
          <p:nvPicPr>
            <p:cNvPr id="32" name="object 26">
              <a:extLst>
                <a:ext uri="{FF2B5EF4-FFF2-40B4-BE49-F238E27FC236}">
                  <a16:creationId xmlns:a16="http://schemas.microsoft.com/office/drawing/2014/main" id="{12F65962-C071-6647-92EF-FC5E963E7A1D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2656331" y="3071622"/>
              <a:ext cx="245363" cy="244601"/>
            </a:xfrm>
            <a:prstGeom prst="rect">
              <a:avLst/>
            </a:prstGeom>
          </p:spPr>
        </p:pic>
      </p:grpSp>
      <p:grpSp>
        <p:nvGrpSpPr>
          <p:cNvPr id="33" name="object 27">
            <a:extLst>
              <a:ext uri="{FF2B5EF4-FFF2-40B4-BE49-F238E27FC236}">
                <a16:creationId xmlns:a16="http://schemas.microsoft.com/office/drawing/2014/main" id="{02211638-DDD0-0B49-9EFA-18CDC62F9CA2}"/>
              </a:ext>
            </a:extLst>
          </p:cNvPr>
          <p:cNvGrpSpPr/>
          <p:nvPr/>
        </p:nvGrpSpPr>
        <p:grpSpPr>
          <a:xfrm>
            <a:off x="3496055" y="3147822"/>
            <a:ext cx="650875" cy="534670"/>
            <a:chOff x="3343655" y="2995422"/>
            <a:chExt cx="650875" cy="534670"/>
          </a:xfrm>
        </p:grpSpPr>
        <p:pic>
          <p:nvPicPr>
            <p:cNvPr id="34" name="object 28">
              <a:extLst>
                <a:ext uri="{FF2B5EF4-FFF2-40B4-BE49-F238E27FC236}">
                  <a16:creationId xmlns:a16="http://schemas.microsoft.com/office/drawing/2014/main" id="{4A7CDB0B-412D-EB47-98AA-65C9A57EC975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3343655" y="2995422"/>
              <a:ext cx="650748" cy="534162"/>
            </a:xfrm>
            <a:prstGeom prst="rect">
              <a:avLst/>
            </a:prstGeom>
          </p:spPr>
        </p:pic>
        <p:pic>
          <p:nvPicPr>
            <p:cNvPr id="35" name="object 29">
              <a:extLst>
                <a:ext uri="{FF2B5EF4-FFF2-40B4-BE49-F238E27FC236}">
                  <a16:creationId xmlns:a16="http://schemas.microsoft.com/office/drawing/2014/main" id="{BDD96E99-B7E2-5B4C-8FAD-8E27B8ED6B72}"/>
                </a:ext>
              </a:extLst>
            </p:cNvPr>
            <p:cNvPicPr/>
            <p:nvPr/>
          </p:nvPicPr>
          <p:blipFill>
            <a:blip r:embed="rId4"/>
            <a:stretch>
              <a:fillRect/>
            </a:stretch>
          </p:blipFill>
          <p:spPr>
            <a:xfrm>
              <a:off x="3533393" y="3082290"/>
              <a:ext cx="245363" cy="246125"/>
            </a:xfrm>
            <a:prstGeom prst="rect">
              <a:avLst/>
            </a:prstGeom>
          </p:spPr>
        </p:pic>
        <p:pic>
          <p:nvPicPr>
            <p:cNvPr id="36" name="object 30">
              <a:extLst>
                <a:ext uri="{FF2B5EF4-FFF2-40B4-BE49-F238E27FC236}">
                  <a16:creationId xmlns:a16="http://schemas.microsoft.com/office/drawing/2014/main" id="{D7E9F090-D95F-B148-ABCD-9788C6F68BE7}"/>
                </a:ext>
              </a:extLst>
            </p:cNvPr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3717797" y="3110484"/>
              <a:ext cx="245363" cy="244601"/>
            </a:xfrm>
            <a:prstGeom prst="rect">
              <a:avLst/>
            </a:prstGeom>
          </p:spPr>
        </p:pic>
      </p:grpSp>
      <p:grpSp>
        <p:nvGrpSpPr>
          <p:cNvPr id="37" name="object 31">
            <a:extLst>
              <a:ext uri="{FF2B5EF4-FFF2-40B4-BE49-F238E27FC236}">
                <a16:creationId xmlns:a16="http://schemas.microsoft.com/office/drawing/2014/main" id="{BA6FB5C8-39CC-9141-9742-061B593DD04F}"/>
              </a:ext>
            </a:extLst>
          </p:cNvPr>
          <p:cNvGrpSpPr/>
          <p:nvPr/>
        </p:nvGrpSpPr>
        <p:grpSpPr>
          <a:xfrm>
            <a:off x="4588764" y="3147822"/>
            <a:ext cx="650875" cy="534670"/>
            <a:chOff x="4436364" y="2995422"/>
            <a:chExt cx="650875" cy="534670"/>
          </a:xfrm>
        </p:grpSpPr>
        <p:pic>
          <p:nvPicPr>
            <p:cNvPr id="38" name="object 32">
              <a:extLst>
                <a:ext uri="{FF2B5EF4-FFF2-40B4-BE49-F238E27FC236}">
                  <a16:creationId xmlns:a16="http://schemas.microsoft.com/office/drawing/2014/main" id="{7256E2E2-08B5-AB4F-820E-DA9B1FA8F90E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4436364" y="2995422"/>
              <a:ext cx="650748" cy="534162"/>
            </a:xfrm>
            <a:prstGeom prst="rect">
              <a:avLst/>
            </a:prstGeom>
          </p:spPr>
        </p:pic>
        <p:pic>
          <p:nvPicPr>
            <p:cNvPr id="39" name="object 33">
              <a:extLst>
                <a:ext uri="{FF2B5EF4-FFF2-40B4-BE49-F238E27FC236}">
                  <a16:creationId xmlns:a16="http://schemas.microsoft.com/office/drawing/2014/main" id="{BE4E56E4-169B-174F-8F1E-7CFBD836B5A5}"/>
                </a:ext>
              </a:extLst>
            </p:cNvPr>
            <p:cNvPicPr/>
            <p:nvPr/>
          </p:nvPicPr>
          <p:blipFill>
            <a:blip r:embed="rId5"/>
            <a:stretch>
              <a:fillRect/>
            </a:stretch>
          </p:blipFill>
          <p:spPr>
            <a:xfrm>
              <a:off x="4837938" y="3092196"/>
              <a:ext cx="244601" cy="245363"/>
            </a:xfrm>
            <a:prstGeom prst="rect">
              <a:avLst/>
            </a:prstGeom>
          </p:spPr>
        </p:pic>
        <p:pic>
          <p:nvPicPr>
            <p:cNvPr id="40" name="object 34">
              <a:extLst>
                <a:ext uri="{FF2B5EF4-FFF2-40B4-BE49-F238E27FC236}">
                  <a16:creationId xmlns:a16="http://schemas.microsoft.com/office/drawing/2014/main" id="{346EE4E1-483A-9C4A-B0FF-969D1F053A56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4639056" y="3111246"/>
              <a:ext cx="245363" cy="245363"/>
            </a:xfrm>
            <a:prstGeom prst="rect">
              <a:avLst/>
            </a:prstGeom>
          </p:spPr>
        </p:pic>
      </p:grpSp>
      <p:grpSp>
        <p:nvGrpSpPr>
          <p:cNvPr id="41" name="object 35">
            <a:extLst>
              <a:ext uri="{FF2B5EF4-FFF2-40B4-BE49-F238E27FC236}">
                <a16:creationId xmlns:a16="http://schemas.microsoft.com/office/drawing/2014/main" id="{BFEB6827-B6E2-3543-99F4-B76B75D5FFDF}"/>
              </a:ext>
            </a:extLst>
          </p:cNvPr>
          <p:cNvGrpSpPr/>
          <p:nvPr/>
        </p:nvGrpSpPr>
        <p:grpSpPr>
          <a:xfrm>
            <a:off x="5681471" y="3147822"/>
            <a:ext cx="650875" cy="534670"/>
            <a:chOff x="5529071" y="2995422"/>
            <a:chExt cx="650875" cy="534670"/>
          </a:xfrm>
        </p:grpSpPr>
        <p:pic>
          <p:nvPicPr>
            <p:cNvPr id="42" name="object 36">
              <a:extLst>
                <a:ext uri="{FF2B5EF4-FFF2-40B4-BE49-F238E27FC236}">
                  <a16:creationId xmlns:a16="http://schemas.microsoft.com/office/drawing/2014/main" id="{8757D2D6-5EF5-ED4D-9DBC-AA305477EAEE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5529071" y="2995422"/>
              <a:ext cx="650748" cy="534162"/>
            </a:xfrm>
            <a:prstGeom prst="rect">
              <a:avLst/>
            </a:prstGeom>
          </p:spPr>
        </p:pic>
        <p:pic>
          <p:nvPicPr>
            <p:cNvPr id="43" name="object 37">
              <a:extLst>
                <a:ext uri="{FF2B5EF4-FFF2-40B4-BE49-F238E27FC236}">
                  <a16:creationId xmlns:a16="http://schemas.microsoft.com/office/drawing/2014/main" id="{E0554E47-4CC4-304B-A926-5EFD10E308A1}"/>
                </a:ext>
              </a:extLst>
            </p:cNvPr>
            <p:cNvPicPr/>
            <p:nvPr/>
          </p:nvPicPr>
          <p:blipFill>
            <a:blip r:embed="rId5"/>
            <a:stretch>
              <a:fillRect/>
            </a:stretch>
          </p:blipFill>
          <p:spPr>
            <a:xfrm>
              <a:off x="5930645" y="3092196"/>
              <a:ext cx="244601" cy="245363"/>
            </a:xfrm>
            <a:prstGeom prst="rect">
              <a:avLst/>
            </a:prstGeom>
          </p:spPr>
        </p:pic>
        <p:pic>
          <p:nvPicPr>
            <p:cNvPr id="44" name="object 38">
              <a:extLst>
                <a:ext uri="{FF2B5EF4-FFF2-40B4-BE49-F238E27FC236}">
                  <a16:creationId xmlns:a16="http://schemas.microsoft.com/office/drawing/2014/main" id="{83260DF9-9AC8-F24E-A113-0CCAEB5EFB90}"/>
                </a:ext>
              </a:extLst>
            </p:cNvPr>
            <p:cNvPicPr/>
            <p:nvPr/>
          </p:nvPicPr>
          <p:blipFill>
            <a:blip r:embed="rId8"/>
            <a:stretch>
              <a:fillRect/>
            </a:stretch>
          </p:blipFill>
          <p:spPr>
            <a:xfrm>
              <a:off x="5748527" y="3110484"/>
              <a:ext cx="244601" cy="244601"/>
            </a:xfrm>
            <a:prstGeom prst="rect">
              <a:avLst/>
            </a:prstGeom>
          </p:spPr>
        </p:pic>
      </p:grpSp>
      <p:grpSp>
        <p:nvGrpSpPr>
          <p:cNvPr id="45" name="object 39">
            <a:extLst>
              <a:ext uri="{FF2B5EF4-FFF2-40B4-BE49-F238E27FC236}">
                <a16:creationId xmlns:a16="http://schemas.microsoft.com/office/drawing/2014/main" id="{A2848144-7614-1646-A8B7-27E77AC6BDF9}"/>
              </a:ext>
            </a:extLst>
          </p:cNvPr>
          <p:cNvGrpSpPr/>
          <p:nvPr/>
        </p:nvGrpSpPr>
        <p:grpSpPr>
          <a:xfrm>
            <a:off x="6847331" y="3147822"/>
            <a:ext cx="650875" cy="534670"/>
            <a:chOff x="6694931" y="2995422"/>
            <a:chExt cx="650875" cy="534670"/>
          </a:xfrm>
        </p:grpSpPr>
        <p:pic>
          <p:nvPicPr>
            <p:cNvPr id="46" name="object 40">
              <a:extLst>
                <a:ext uri="{FF2B5EF4-FFF2-40B4-BE49-F238E27FC236}">
                  <a16:creationId xmlns:a16="http://schemas.microsoft.com/office/drawing/2014/main" id="{36DB3BBD-F607-FA43-8C97-8F089B32298A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6694931" y="2995422"/>
              <a:ext cx="650748" cy="534162"/>
            </a:xfrm>
            <a:prstGeom prst="rect">
              <a:avLst/>
            </a:prstGeom>
          </p:spPr>
        </p:pic>
        <p:pic>
          <p:nvPicPr>
            <p:cNvPr id="47" name="object 41">
              <a:extLst>
                <a:ext uri="{FF2B5EF4-FFF2-40B4-BE49-F238E27FC236}">
                  <a16:creationId xmlns:a16="http://schemas.microsoft.com/office/drawing/2014/main" id="{720A7DAC-F4F8-024A-8AB9-B3E279D97754}"/>
                </a:ext>
              </a:extLst>
            </p:cNvPr>
            <p:cNvPicPr/>
            <p:nvPr/>
          </p:nvPicPr>
          <p:blipFill>
            <a:blip r:embed="rId5"/>
            <a:stretch>
              <a:fillRect/>
            </a:stretch>
          </p:blipFill>
          <p:spPr>
            <a:xfrm>
              <a:off x="7096505" y="3092196"/>
              <a:ext cx="244601" cy="245363"/>
            </a:xfrm>
            <a:prstGeom prst="rect">
              <a:avLst/>
            </a:prstGeom>
          </p:spPr>
        </p:pic>
        <p:pic>
          <p:nvPicPr>
            <p:cNvPr id="48" name="object 42">
              <a:extLst>
                <a:ext uri="{FF2B5EF4-FFF2-40B4-BE49-F238E27FC236}">
                  <a16:creationId xmlns:a16="http://schemas.microsoft.com/office/drawing/2014/main" id="{66373696-2D63-3C41-BE9F-A3BB5FEFAE36}"/>
                </a:ext>
              </a:extLst>
            </p:cNvPr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6905243" y="3111246"/>
              <a:ext cx="244601" cy="245363"/>
            </a:xfrm>
            <a:prstGeom prst="rect">
              <a:avLst/>
            </a:prstGeom>
          </p:spPr>
        </p:pic>
      </p:grpSp>
      <p:grpSp>
        <p:nvGrpSpPr>
          <p:cNvPr id="49" name="object 43">
            <a:extLst>
              <a:ext uri="{FF2B5EF4-FFF2-40B4-BE49-F238E27FC236}">
                <a16:creationId xmlns:a16="http://schemas.microsoft.com/office/drawing/2014/main" id="{D5F1CDCC-A030-D744-9E91-EDE2807D7AC1}"/>
              </a:ext>
            </a:extLst>
          </p:cNvPr>
          <p:cNvGrpSpPr/>
          <p:nvPr/>
        </p:nvGrpSpPr>
        <p:grpSpPr>
          <a:xfrm>
            <a:off x="7896606" y="3147822"/>
            <a:ext cx="650875" cy="534670"/>
            <a:chOff x="7744206" y="2995422"/>
            <a:chExt cx="650875" cy="534670"/>
          </a:xfrm>
        </p:grpSpPr>
        <p:pic>
          <p:nvPicPr>
            <p:cNvPr id="50" name="object 44">
              <a:extLst>
                <a:ext uri="{FF2B5EF4-FFF2-40B4-BE49-F238E27FC236}">
                  <a16:creationId xmlns:a16="http://schemas.microsoft.com/office/drawing/2014/main" id="{7DA1F032-52F4-9041-9101-AB895DCCDC93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7744206" y="2995422"/>
              <a:ext cx="650748" cy="534162"/>
            </a:xfrm>
            <a:prstGeom prst="rect">
              <a:avLst/>
            </a:prstGeom>
          </p:spPr>
        </p:pic>
        <p:pic>
          <p:nvPicPr>
            <p:cNvPr id="51" name="object 45">
              <a:extLst>
                <a:ext uri="{FF2B5EF4-FFF2-40B4-BE49-F238E27FC236}">
                  <a16:creationId xmlns:a16="http://schemas.microsoft.com/office/drawing/2014/main" id="{1A5F5368-BCA2-DE40-96C1-BE8790DDD405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7962900" y="3091434"/>
              <a:ext cx="244601" cy="245363"/>
            </a:xfrm>
            <a:prstGeom prst="rect">
              <a:avLst/>
            </a:prstGeom>
          </p:spPr>
        </p:pic>
        <p:pic>
          <p:nvPicPr>
            <p:cNvPr id="52" name="object 46">
              <a:extLst>
                <a:ext uri="{FF2B5EF4-FFF2-40B4-BE49-F238E27FC236}">
                  <a16:creationId xmlns:a16="http://schemas.microsoft.com/office/drawing/2014/main" id="{F3D2B786-6538-DF49-A3D2-CDE1358276B1}"/>
                </a:ext>
              </a:extLst>
            </p:cNvPr>
            <p:cNvPicPr/>
            <p:nvPr/>
          </p:nvPicPr>
          <p:blipFill>
            <a:blip r:embed="rId9"/>
            <a:stretch>
              <a:fillRect/>
            </a:stretch>
          </p:blipFill>
          <p:spPr>
            <a:xfrm>
              <a:off x="8135112" y="3113532"/>
              <a:ext cx="245364" cy="245363"/>
            </a:xfrm>
            <a:prstGeom prst="rect">
              <a:avLst/>
            </a:prstGeom>
          </p:spPr>
        </p:pic>
      </p:grpSp>
      <p:grpSp>
        <p:nvGrpSpPr>
          <p:cNvPr id="53" name="object 47">
            <a:extLst>
              <a:ext uri="{FF2B5EF4-FFF2-40B4-BE49-F238E27FC236}">
                <a16:creationId xmlns:a16="http://schemas.microsoft.com/office/drawing/2014/main" id="{9D78887E-D30A-F240-A80B-CFB62591D1E4}"/>
              </a:ext>
            </a:extLst>
          </p:cNvPr>
          <p:cNvGrpSpPr/>
          <p:nvPr/>
        </p:nvGrpSpPr>
        <p:grpSpPr>
          <a:xfrm>
            <a:off x="8960357" y="3147822"/>
            <a:ext cx="650875" cy="534670"/>
            <a:chOff x="8807957" y="2995422"/>
            <a:chExt cx="650875" cy="534670"/>
          </a:xfrm>
        </p:grpSpPr>
        <p:pic>
          <p:nvPicPr>
            <p:cNvPr id="54" name="object 48">
              <a:extLst>
                <a:ext uri="{FF2B5EF4-FFF2-40B4-BE49-F238E27FC236}">
                  <a16:creationId xmlns:a16="http://schemas.microsoft.com/office/drawing/2014/main" id="{847413BB-6CF3-F044-9A4E-857174FB1FD4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8807957" y="2995422"/>
              <a:ext cx="650748" cy="534162"/>
            </a:xfrm>
            <a:prstGeom prst="rect">
              <a:avLst/>
            </a:prstGeom>
          </p:spPr>
        </p:pic>
        <p:pic>
          <p:nvPicPr>
            <p:cNvPr id="55" name="object 49">
              <a:extLst>
                <a:ext uri="{FF2B5EF4-FFF2-40B4-BE49-F238E27FC236}">
                  <a16:creationId xmlns:a16="http://schemas.microsoft.com/office/drawing/2014/main" id="{D0467732-356F-B444-BD26-76B77EC7DF6F}"/>
                </a:ext>
              </a:extLst>
            </p:cNvPr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8996171" y="3111246"/>
              <a:ext cx="244601" cy="245363"/>
            </a:xfrm>
            <a:prstGeom prst="rect">
              <a:avLst/>
            </a:prstGeom>
          </p:spPr>
        </p:pic>
        <p:pic>
          <p:nvPicPr>
            <p:cNvPr id="56" name="object 50">
              <a:extLst>
                <a:ext uri="{FF2B5EF4-FFF2-40B4-BE49-F238E27FC236}">
                  <a16:creationId xmlns:a16="http://schemas.microsoft.com/office/drawing/2014/main" id="{D6C75362-0317-3D4F-B77D-0E6050306687}"/>
                </a:ext>
              </a:extLst>
            </p:cNvPr>
            <p:cNvPicPr/>
            <p:nvPr/>
          </p:nvPicPr>
          <p:blipFill>
            <a:blip r:embed="rId9"/>
            <a:stretch>
              <a:fillRect/>
            </a:stretch>
          </p:blipFill>
          <p:spPr>
            <a:xfrm>
              <a:off x="9178289" y="3086100"/>
              <a:ext cx="245364" cy="244601"/>
            </a:xfrm>
            <a:prstGeom prst="rect">
              <a:avLst/>
            </a:prstGeom>
          </p:spPr>
        </p:pic>
      </p:grpSp>
      <p:grpSp>
        <p:nvGrpSpPr>
          <p:cNvPr id="57" name="object 51">
            <a:extLst>
              <a:ext uri="{FF2B5EF4-FFF2-40B4-BE49-F238E27FC236}">
                <a16:creationId xmlns:a16="http://schemas.microsoft.com/office/drawing/2014/main" id="{45792D02-EABF-2C45-80AB-39C93AEA8FFB}"/>
              </a:ext>
            </a:extLst>
          </p:cNvPr>
          <p:cNvGrpSpPr/>
          <p:nvPr/>
        </p:nvGrpSpPr>
        <p:grpSpPr>
          <a:xfrm>
            <a:off x="10053066" y="3147822"/>
            <a:ext cx="651510" cy="534670"/>
            <a:chOff x="9900666" y="2995422"/>
            <a:chExt cx="651510" cy="534670"/>
          </a:xfrm>
        </p:grpSpPr>
        <p:pic>
          <p:nvPicPr>
            <p:cNvPr id="58" name="object 52">
              <a:extLst>
                <a:ext uri="{FF2B5EF4-FFF2-40B4-BE49-F238E27FC236}">
                  <a16:creationId xmlns:a16="http://schemas.microsoft.com/office/drawing/2014/main" id="{A2B1009B-29A5-B34F-A587-B989269A244E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9900666" y="2995422"/>
              <a:ext cx="651509" cy="534162"/>
            </a:xfrm>
            <a:prstGeom prst="rect">
              <a:avLst/>
            </a:prstGeom>
          </p:spPr>
        </p:pic>
        <p:pic>
          <p:nvPicPr>
            <p:cNvPr id="59" name="object 53">
              <a:extLst>
                <a:ext uri="{FF2B5EF4-FFF2-40B4-BE49-F238E27FC236}">
                  <a16:creationId xmlns:a16="http://schemas.microsoft.com/office/drawing/2014/main" id="{C185D929-E736-A74C-B394-49A80E6FFD35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10122408" y="3091434"/>
              <a:ext cx="244601" cy="245363"/>
            </a:xfrm>
            <a:prstGeom prst="rect">
              <a:avLst/>
            </a:prstGeom>
          </p:spPr>
        </p:pic>
        <p:pic>
          <p:nvPicPr>
            <p:cNvPr id="60" name="object 54">
              <a:extLst>
                <a:ext uri="{FF2B5EF4-FFF2-40B4-BE49-F238E27FC236}">
                  <a16:creationId xmlns:a16="http://schemas.microsoft.com/office/drawing/2014/main" id="{75701E90-A47B-A84E-997F-51566DAFF29A}"/>
                </a:ext>
              </a:extLst>
            </p:cNvPr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10274046" y="3111246"/>
              <a:ext cx="244601" cy="245363"/>
            </a:xfrm>
            <a:prstGeom prst="rect">
              <a:avLst/>
            </a:prstGeom>
          </p:spPr>
        </p:pic>
      </p:grpSp>
      <p:grpSp>
        <p:nvGrpSpPr>
          <p:cNvPr id="61" name="object 55">
            <a:extLst>
              <a:ext uri="{FF2B5EF4-FFF2-40B4-BE49-F238E27FC236}">
                <a16:creationId xmlns:a16="http://schemas.microsoft.com/office/drawing/2014/main" id="{E08CC2CC-FC0B-E343-924E-2B6597A1354B}"/>
              </a:ext>
            </a:extLst>
          </p:cNvPr>
          <p:cNvGrpSpPr/>
          <p:nvPr/>
        </p:nvGrpSpPr>
        <p:grpSpPr>
          <a:xfrm>
            <a:off x="4530852" y="3940343"/>
            <a:ext cx="961390" cy="965200"/>
            <a:chOff x="4378452" y="3787943"/>
            <a:chExt cx="961390" cy="965200"/>
          </a:xfrm>
        </p:grpSpPr>
        <p:pic>
          <p:nvPicPr>
            <p:cNvPr id="62" name="object 56">
              <a:extLst>
                <a:ext uri="{FF2B5EF4-FFF2-40B4-BE49-F238E27FC236}">
                  <a16:creationId xmlns:a16="http://schemas.microsoft.com/office/drawing/2014/main" id="{6EC8524F-FA2B-F947-AF68-08FA0FE439F3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4378452" y="4219194"/>
              <a:ext cx="650748" cy="533400"/>
            </a:xfrm>
            <a:prstGeom prst="rect">
              <a:avLst/>
            </a:prstGeom>
          </p:spPr>
        </p:pic>
        <p:pic>
          <p:nvPicPr>
            <p:cNvPr id="63" name="object 57">
              <a:extLst>
                <a:ext uri="{FF2B5EF4-FFF2-40B4-BE49-F238E27FC236}">
                  <a16:creationId xmlns:a16="http://schemas.microsoft.com/office/drawing/2014/main" id="{B100A889-4136-2047-BDEF-9750287EED31}"/>
                </a:ext>
              </a:extLst>
            </p:cNvPr>
            <p:cNvPicPr/>
            <p:nvPr/>
          </p:nvPicPr>
          <p:blipFill>
            <a:blip r:embed="rId10"/>
            <a:stretch>
              <a:fillRect/>
            </a:stretch>
          </p:blipFill>
          <p:spPr>
            <a:xfrm>
              <a:off x="4581906" y="4308348"/>
              <a:ext cx="246125" cy="246125"/>
            </a:xfrm>
            <a:prstGeom prst="rect">
              <a:avLst/>
            </a:prstGeom>
          </p:spPr>
        </p:pic>
        <p:pic>
          <p:nvPicPr>
            <p:cNvPr id="64" name="object 58">
              <a:extLst>
                <a:ext uri="{FF2B5EF4-FFF2-40B4-BE49-F238E27FC236}">
                  <a16:creationId xmlns:a16="http://schemas.microsoft.com/office/drawing/2014/main" id="{EF9A65A5-F642-F041-8E0C-498723A19FBA}"/>
                </a:ext>
              </a:extLst>
            </p:cNvPr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4799838" y="4341113"/>
              <a:ext cx="245363" cy="245363"/>
            </a:xfrm>
            <a:prstGeom prst="rect">
              <a:avLst/>
            </a:prstGeom>
          </p:spPr>
        </p:pic>
        <p:pic>
          <p:nvPicPr>
            <p:cNvPr id="65" name="object 59">
              <a:extLst>
                <a:ext uri="{FF2B5EF4-FFF2-40B4-BE49-F238E27FC236}">
                  <a16:creationId xmlns:a16="http://schemas.microsoft.com/office/drawing/2014/main" id="{C7C951AE-DD65-794A-B000-4597BF17F31B}"/>
                </a:ext>
              </a:extLst>
            </p:cNvPr>
            <p:cNvPicPr/>
            <p:nvPr/>
          </p:nvPicPr>
          <p:blipFill>
            <a:blip r:embed="rId5"/>
            <a:stretch>
              <a:fillRect/>
            </a:stretch>
          </p:blipFill>
          <p:spPr>
            <a:xfrm>
              <a:off x="4696206" y="4174236"/>
              <a:ext cx="244601" cy="244601"/>
            </a:xfrm>
            <a:prstGeom prst="rect">
              <a:avLst/>
            </a:prstGeom>
          </p:spPr>
        </p:pic>
        <p:pic>
          <p:nvPicPr>
            <p:cNvPr id="66" name="object 60">
              <a:extLst>
                <a:ext uri="{FF2B5EF4-FFF2-40B4-BE49-F238E27FC236}">
                  <a16:creationId xmlns:a16="http://schemas.microsoft.com/office/drawing/2014/main" id="{7200EBC9-329F-5F49-A281-04942296D783}"/>
                </a:ext>
              </a:extLst>
            </p:cNvPr>
            <p:cNvPicPr/>
            <p:nvPr/>
          </p:nvPicPr>
          <p:blipFill>
            <a:blip r:embed="rId11"/>
            <a:stretch>
              <a:fillRect/>
            </a:stretch>
          </p:blipFill>
          <p:spPr>
            <a:xfrm>
              <a:off x="4511040" y="3860670"/>
              <a:ext cx="342138" cy="244607"/>
            </a:xfrm>
            <a:prstGeom prst="rect">
              <a:avLst/>
            </a:prstGeom>
          </p:spPr>
        </p:pic>
        <p:pic>
          <p:nvPicPr>
            <p:cNvPr id="67" name="object 61">
              <a:extLst>
                <a:ext uri="{FF2B5EF4-FFF2-40B4-BE49-F238E27FC236}">
                  <a16:creationId xmlns:a16="http://schemas.microsoft.com/office/drawing/2014/main" id="{871C645C-2AA2-DF4A-9933-436759EA908E}"/>
                </a:ext>
              </a:extLst>
            </p:cNvPr>
            <p:cNvPicPr/>
            <p:nvPr/>
          </p:nvPicPr>
          <p:blipFill>
            <a:blip r:embed="rId12"/>
            <a:stretch>
              <a:fillRect/>
            </a:stretch>
          </p:blipFill>
          <p:spPr>
            <a:xfrm>
              <a:off x="4887519" y="3787943"/>
              <a:ext cx="332891" cy="332149"/>
            </a:xfrm>
            <a:prstGeom prst="rect">
              <a:avLst/>
            </a:prstGeom>
          </p:spPr>
        </p:pic>
        <p:sp>
          <p:nvSpPr>
            <p:cNvPr id="68" name="object 62">
              <a:extLst>
                <a:ext uri="{FF2B5EF4-FFF2-40B4-BE49-F238E27FC236}">
                  <a16:creationId xmlns:a16="http://schemas.microsoft.com/office/drawing/2014/main" id="{F25E3CDD-5991-6C48-91BC-3919E9AAC777}"/>
                </a:ext>
              </a:extLst>
            </p:cNvPr>
            <p:cNvSpPr/>
            <p:nvPr/>
          </p:nvSpPr>
          <p:spPr>
            <a:xfrm>
              <a:off x="4400550" y="4113276"/>
              <a:ext cx="939165" cy="0"/>
            </a:xfrm>
            <a:custGeom>
              <a:avLst/>
              <a:gdLst/>
              <a:ahLst/>
              <a:cxnLst/>
              <a:rect l="l" t="t" r="r" b="b"/>
              <a:pathLst>
                <a:path w="939164">
                  <a:moveTo>
                    <a:pt x="0" y="0"/>
                  </a:moveTo>
                  <a:lnTo>
                    <a:pt x="938784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9" name="object 63">
            <a:extLst>
              <a:ext uri="{FF2B5EF4-FFF2-40B4-BE49-F238E27FC236}">
                <a16:creationId xmlns:a16="http://schemas.microsoft.com/office/drawing/2014/main" id="{2561AC43-1DB8-ED4E-AA76-7BF7FDCDC2FF}"/>
              </a:ext>
            </a:extLst>
          </p:cNvPr>
          <p:cNvGrpSpPr/>
          <p:nvPr/>
        </p:nvGrpSpPr>
        <p:grpSpPr>
          <a:xfrm>
            <a:off x="5622797" y="3935729"/>
            <a:ext cx="976630" cy="925194"/>
            <a:chOff x="5470397" y="3783329"/>
            <a:chExt cx="976630" cy="925194"/>
          </a:xfrm>
        </p:grpSpPr>
        <p:pic>
          <p:nvPicPr>
            <p:cNvPr id="70" name="object 64">
              <a:extLst>
                <a:ext uri="{FF2B5EF4-FFF2-40B4-BE49-F238E27FC236}">
                  <a16:creationId xmlns:a16="http://schemas.microsoft.com/office/drawing/2014/main" id="{23FDBDE9-5110-B545-BE87-14EB727B956F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5470397" y="4174235"/>
              <a:ext cx="651510" cy="534162"/>
            </a:xfrm>
            <a:prstGeom prst="rect">
              <a:avLst/>
            </a:prstGeom>
          </p:spPr>
        </p:pic>
        <p:pic>
          <p:nvPicPr>
            <p:cNvPr id="71" name="object 65">
              <a:extLst>
                <a:ext uri="{FF2B5EF4-FFF2-40B4-BE49-F238E27FC236}">
                  <a16:creationId xmlns:a16="http://schemas.microsoft.com/office/drawing/2014/main" id="{A3AC1320-C3F1-EF4E-B28F-34A4F05029FA}"/>
                </a:ext>
              </a:extLst>
            </p:cNvPr>
            <p:cNvPicPr/>
            <p:nvPr/>
          </p:nvPicPr>
          <p:blipFill>
            <a:blip r:embed="rId10"/>
            <a:stretch>
              <a:fillRect/>
            </a:stretch>
          </p:blipFill>
          <p:spPr>
            <a:xfrm>
              <a:off x="5660135" y="4261103"/>
              <a:ext cx="246125" cy="246125"/>
            </a:xfrm>
            <a:prstGeom prst="rect">
              <a:avLst/>
            </a:prstGeom>
          </p:spPr>
        </p:pic>
        <p:pic>
          <p:nvPicPr>
            <p:cNvPr id="72" name="object 66">
              <a:extLst>
                <a:ext uri="{FF2B5EF4-FFF2-40B4-BE49-F238E27FC236}">
                  <a16:creationId xmlns:a16="http://schemas.microsoft.com/office/drawing/2014/main" id="{EBC28C0E-D240-504B-9A3F-5F7E2011A941}"/>
                </a:ext>
              </a:extLst>
            </p:cNvPr>
            <p:cNvPicPr/>
            <p:nvPr/>
          </p:nvPicPr>
          <p:blipFill>
            <a:blip r:embed="rId9"/>
            <a:stretch>
              <a:fillRect/>
            </a:stretch>
          </p:blipFill>
          <p:spPr>
            <a:xfrm>
              <a:off x="5793485" y="4318253"/>
              <a:ext cx="245363" cy="244601"/>
            </a:xfrm>
            <a:prstGeom prst="rect">
              <a:avLst/>
            </a:prstGeom>
          </p:spPr>
        </p:pic>
        <p:pic>
          <p:nvPicPr>
            <p:cNvPr id="73" name="object 67">
              <a:extLst>
                <a:ext uri="{FF2B5EF4-FFF2-40B4-BE49-F238E27FC236}">
                  <a16:creationId xmlns:a16="http://schemas.microsoft.com/office/drawing/2014/main" id="{E0F47AC8-7E3A-6C4A-BDCB-273949D280D7}"/>
                </a:ext>
              </a:extLst>
            </p:cNvPr>
            <p:cNvPicPr/>
            <p:nvPr/>
          </p:nvPicPr>
          <p:blipFill>
            <a:blip r:embed="rId5"/>
            <a:stretch>
              <a:fillRect/>
            </a:stretch>
          </p:blipFill>
          <p:spPr>
            <a:xfrm>
              <a:off x="5929121" y="4175759"/>
              <a:ext cx="244601" cy="244601"/>
            </a:xfrm>
            <a:prstGeom prst="rect">
              <a:avLst/>
            </a:prstGeom>
          </p:spPr>
        </p:pic>
        <p:pic>
          <p:nvPicPr>
            <p:cNvPr id="74" name="object 68">
              <a:extLst>
                <a:ext uri="{FF2B5EF4-FFF2-40B4-BE49-F238E27FC236}">
                  <a16:creationId xmlns:a16="http://schemas.microsoft.com/office/drawing/2014/main" id="{387691BB-F6BF-F740-91F7-0BD03686134B}"/>
                </a:ext>
              </a:extLst>
            </p:cNvPr>
            <p:cNvPicPr/>
            <p:nvPr/>
          </p:nvPicPr>
          <p:blipFill>
            <a:blip r:embed="rId13"/>
            <a:stretch>
              <a:fillRect/>
            </a:stretch>
          </p:blipFill>
          <p:spPr>
            <a:xfrm>
              <a:off x="6007175" y="3849191"/>
              <a:ext cx="267564" cy="267564"/>
            </a:xfrm>
            <a:prstGeom prst="rect">
              <a:avLst/>
            </a:prstGeom>
          </p:spPr>
        </p:pic>
        <p:pic>
          <p:nvPicPr>
            <p:cNvPr id="75" name="object 69">
              <a:extLst>
                <a:ext uri="{FF2B5EF4-FFF2-40B4-BE49-F238E27FC236}">
                  <a16:creationId xmlns:a16="http://schemas.microsoft.com/office/drawing/2014/main" id="{DCE8A0B9-1718-0540-8274-95D05809508A}"/>
                </a:ext>
              </a:extLst>
            </p:cNvPr>
            <p:cNvPicPr/>
            <p:nvPr/>
          </p:nvPicPr>
          <p:blipFill>
            <a:blip r:embed="rId14"/>
            <a:stretch>
              <a:fillRect/>
            </a:stretch>
          </p:blipFill>
          <p:spPr>
            <a:xfrm>
              <a:off x="5702807" y="3783329"/>
              <a:ext cx="342138" cy="341375"/>
            </a:xfrm>
            <a:prstGeom prst="rect">
              <a:avLst/>
            </a:prstGeom>
          </p:spPr>
        </p:pic>
        <p:sp>
          <p:nvSpPr>
            <p:cNvPr id="76" name="object 70">
              <a:extLst>
                <a:ext uri="{FF2B5EF4-FFF2-40B4-BE49-F238E27FC236}">
                  <a16:creationId xmlns:a16="http://schemas.microsoft.com/office/drawing/2014/main" id="{6EAF86B5-34B8-FC43-BA7A-AB2C5DBABA6C}"/>
                </a:ext>
              </a:extLst>
            </p:cNvPr>
            <p:cNvSpPr/>
            <p:nvPr/>
          </p:nvSpPr>
          <p:spPr>
            <a:xfrm>
              <a:off x="5507735" y="4113275"/>
              <a:ext cx="939165" cy="0"/>
            </a:xfrm>
            <a:custGeom>
              <a:avLst/>
              <a:gdLst/>
              <a:ahLst/>
              <a:cxnLst/>
              <a:rect l="l" t="t" r="r" b="b"/>
              <a:pathLst>
                <a:path w="939164">
                  <a:moveTo>
                    <a:pt x="0" y="0"/>
                  </a:moveTo>
                  <a:lnTo>
                    <a:pt x="938784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7" name="object 71">
            <a:extLst>
              <a:ext uri="{FF2B5EF4-FFF2-40B4-BE49-F238E27FC236}">
                <a16:creationId xmlns:a16="http://schemas.microsoft.com/office/drawing/2014/main" id="{0435B816-6DB3-024C-B557-9FBD18072900}"/>
              </a:ext>
            </a:extLst>
          </p:cNvPr>
          <p:cNvGrpSpPr/>
          <p:nvPr/>
        </p:nvGrpSpPr>
        <p:grpSpPr>
          <a:xfrm>
            <a:off x="6752081" y="3935729"/>
            <a:ext cx="954405" cy="953769"/>
            <a:chOff x="6599681" y="3783329"/>
            <a:chExt cx="954405" cy="953769"/>
          </a:xfrm>
        </p:grpSpPr>
        <p:pic>
          <p:nvPicPr>
            <p:cNvPr id="78" name="object 72">
              <a:extLst>
                <a:ext uri="{FF2B5EF4-FFF2-40B4-BE49-F238E27FC236}">
                  <a16:creationId xmlns:a16="http://schemas.microsoft.com/office/drawing/2014/main" id="{D9B05313-6104-4A40-85C8-8144BA74B5F1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6599681" y="4202429"/>
              <a:ext cx="650748" cy="534162"/>
            </a:xfrm>
            <a:prstGeom prst="rect">
              <a:avLst/>
            </a:prstGeom>
          </p:spPr>
        </p:pic>
        <p:pic>
          <p:nvPicPr>
            <p:cNvPr id="79" name="object 73">
              <a:extLst>
                <a:ext uri="{FF2B5EF4-FFF2-40B4-BE49-F238E27FC236}">
                  <a16:creationId xmlns:a16="http://schemas.microsoft.com/office/drawing/2014/main" id="{63C50EAD-9199-0E48-9873-BCCE7C044887}"/>
                </a:ext>
              </a:extLst>
            </p:cNvPr>
            <p:cNvPicPr/>
            <p:nvPr/>
          </p:nvPicPr>
          <p:blipFill>
            <a:blip r:embed="rId5"/>
            <a:stretch>
              <a:fillRect/>
            </a:stretch>
          </p:blipFill>
          <p:spPr>
            <a:xfrm>
              <a:off x="6908291" y="4174235"/>
              <a:ext cx="244601" cy="244601"/>
            </a:xfrm>
            <a:prstGeom prst="rect">
              <a:avLst/>
            </a:prstGeom>
          </p:spPr>
        </p:pic>
        <p:pic>
          <p:nvPicPr>
            <p:cNvPr id="80" name="object 74">
              <a:extLst>
                <a:ext uri="{FF2B5EF4-FFF2-40B4-BE49-F238E27FC236}">
                  <a16:creationId xmlns:a16="http://schemas.microsoft.com/office/drawing/2014/main" id="{BCC8BD80-9DB6-A143-9CFD-D9E4EFE6B023}"/>
                </a:ext>
              </a:extLst>
            </p:cNvPr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6771131" y="4318253"/>
              <a:ext cx="244601" cy="245363"/>
            </a:xfrm>
            <a:prstGeom prst="rect">
              <a:avLst/>
            </a:prstGeom>
          </p:spPr>
        </p:pic>
        <p:pic>
          <p:nvPicPr>
            <p:cNvPr id="81" name="object 75">
              <a:extLst>
                <a:ext uri="{FF2B5EF4-FFF2-40B4-BE49-F238E27FC236}">
                  <a16:creationId xmlns:a16="http://schemas.microsoft.com/office/drawing/2014/main" id="{03F9DFE9-7063-A24B-A45B-39ED6ED7E315}"/>
                </a:ext>
              </a:extLst>
            </p:cNvPr>
            <p:cNvPicPr/>
            <p:nvPr/>
          </p:nvPicPr>
          <p:blipFill>
            <a:blip r:embed="rId9"/>
            <a:stretch>
              <a:fillRect/>
            </a:stretch>
          </p:blipFill>
          <p:spPr>
            <a:xfrm>
              <a:off x="6989063" y="4328921"/>
              <a:ext cx="244601" cy="245363"/>
            </a:xfrm>
            <a:prstGeom prst="rect">
              <a:avLst/>
            </a:prstGeom>
          </p:spPr>
        </p:pic>
        <p:pic>
          <p:nvPicPr>
            <p:cNvPr id="82" name="object 76">
              <a:extLst>
                <a:ext uri="{FF2B5EF4-FFF2-40B4-BE49-F238E27FC236}">
                  <a16:creationId xmlns:a16="http://schemas.microsoft.com/office/drawing/2014/main" id="{9110A771-29CB-E94E-9D56-4B33C8E98E18}"/>
                </a:ext>
              </a:extLst>
            </p:cNvPr>
            <p:cNvPicPr/>
            <p:nvPr/>
          </p:nvPicPr>
          <p:blipFill>
            <a:blip r:embed="rId15"/>
            <a:stretch>
              <a:fillRect/>
            </a:stretch>
          </p:blipFill>
          <p:spPr>
            <a:xfrm>
              <a:off x="6817860" y="3783329"/>
              <a:ext cx="286017" cy="341375"/>
            </a:xfrm>
            <a:prstGeom prst="rect">
              <a:avLst/>
            </a:prstGeom>
          </p:spPr>
        </p:pic>
        <p:pic>
          <p:nvPicPr>
            <p:cNvPr id="83" name="object 77">
              <a:extLst>
                <a:ext uri="{FF2B5EF4-FFF2-40B4-BE49-F238E27FC236}">
                  <a16:creationId xmlns:a16="http://schemas.microsoft.com/office/drawing/2014/main" id="{FBC37E02-3A85-104E-A07B-5542238F2D89}"/>
                </a:ext>
              </a:extLst>
            </p:cNvPr>
            <p:cNvPicPr/>
            <p:nvPr/>
          </p:nvPicPr>
          <p:blipFill>
            <a:blip r:embed="rId12"/>
            <a:stretch>
              <a:fillRect/>
            </a:stretch>
          </p:blipFill>
          <p:spPr>
            <a:xfrm>
              <a:off x="7147611" y="3787943"/>
              <a:ext cx="332891" cy="332149"/>
            </a:xfrm>
            <a:prstGeom prst="rect">
              <a:avLst/>
            </a:prstGeom>
          </p:spPr>
        </p:pic>
        <p:sp>
          <p:nvSpPr>
            <p:cNvPr id="84" name="object 78">
              <a:extLst>
                <a:ext uri="{FF2B5EF4-FFF2-40B4-BE49-F238E27FC236}">
                  <a16:creationId xmlns:a16="http://schemas.microsoft.com/office/drawing/2014/main" id="{500D59C4-79BF-5046-AD7E-FA70B8F9DEF0}"/>
                </a:ext>
              </a:extLst>
            </p:cNvPr>
            <p:cNvSpPr/>
            <p:nvPr/>
          </p:nvSpPr>
          <p:spPr>
            <a:xfrm>
              <a:off x="6614921" y="4113275"/>
              <a:ext cx="939165" cy="0"/>
            </a:xfrm>
            <a:custGeom>
              <a:avLst/>
              <a:gdLst/>
              <a:ahLst/>
              <a:cxnLst/>
              <a:rect l="l" t="t" r="r" b="b"/>
              <a:pathLst>
                <a:path w="939165">
                  <a:moveTo>
                    <a:pt x="0" y="0"/>
                  </a:moveTo>
                  <a:lnTo>
                    <a:pt x="938783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5" name="object 79">
            <a:extLst>
              <a:ext uri="{FF2B5EF4-FFF2-40B4-BE49-F238E27FC236}">
                <a16:creationId xmlns:a16="http://schemas.microsoft.com/office/drawing/2014/main" id="{1819BBE6-019E-7744-BC13-A3D3E5770256}"/>
              </a:ext>
            </a:extLst>
          </p:cNvPr>
          <p:cNvGrpSpPr/>
          <p:nvPr/>
        </p:nvGrpSpPr>
        <p:grpSpPr>
          <a:xfrm>
            <a:off x="7828788" y="3935729"/>
            <a:ext cx="985519" cy="925194"/>
            <a:chOff x="7676388" y="3783329"/>
            <a:chExt cx="985519" cy="925194"/>
          </a:xfrm>
        </p:grpSpPr>
        <p:pic>
          <p:nvPicPr>
            <p:cNvPr id="86" name="object 80">
              <a:extLst>
                <a:ext uri="{FF2B5EF4-FFF2-40B4-BE49-F238E27FC236}">
                  <a16:creationId xmlns:a16="http://schemas.microsoft.com/office/drawing/2014/main" id="{75522049-CA05-5B42-8159-8784512D02F1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7676388" y="4174235"/>
              <a:ext cx="650748" cy="534162"/>
            </a:xfrm>
            <a:prstGeom prst="rect">
              <a:avLst/>
            </a:prstGeom>
          </p:spPr>
        </p:pic>
        <p:pic>
          <p:nvPicPr>
            <p:cNvPr id="87" name="object 81">
              <a:extLst>
                <a:ext uri="{FF2B5EF4-FFF2-40B4-BE49-F238E27FC236}">
                  <a16:creationId xmlns:a16="http://schemas.microsoft.com/office/drawing/2014/main" id="{98DB80EB-68C8-8F49-8B86-89F6EE0335D9}"/>
                </a:ext>
              </a:extLst>
            </p:cNvPr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8020050" y="4185665"/>
              <a:ext cx="244601" cy="244601"/>
            </a:xfrm>
            <a:prstGeom prst="rect">
              <a:avLst/>
            </a:prstGeom>
          </p:spPr>
        </p:pic>
        <p:pic>
          <p:nvPicPr>
            <p:cNvPr id="88" name="object 82">
              <a:extLst>
                <a:ext uri="{FF2B5EF4-FFF2-40B4-BE49-F238E27FC236}">
                  <a16:creationId xmlns:a16="http://schemas.microsoft.com/office/drawing/2014/main" id="{DFDF9346-8297-634D-9C12-499421FC3B77}"/>
                </a:ext>
              </a:extLst>
            </p:cNvPr>
            <p:cNvPicPr/>
            <p:nvPr/>
          </p:nvPicPr>
          <p:blipFill>
            <a:blip r:embed="rId16"/>
            <a:stretch>
              <a:fillRect/>
            </a:stretch>
          </p:blipFill>
          <p:spPr>
            <a:xfrm>
              <a:off x="7893558" y="4271009"/>
              <a:ext cx="486155" cy="246887"/>
            </a:xfrm>
            <a:prstGeom prst="rect">
              <a:avLst/>
            </a:prstGeom>
          </p:spPr>
        </p:pic>
        <p:pic>
          <p:nvPicPr>
            <p:cNvPr id="89" name="object 83">
              <a:extLst>
                <a:ext uri="{FF2B5EF4-FFF2-40B4-BE49-F238E27FC236}">
                  <a16:creationId xmlns:a16="http://schemas.microsoft.com/office/drawing/2014/main" id="{DACA363E-61FE-4B43-A731-8BA7B4E5B2EF}"/>
                </a:ext>
              </a:extLst>
            </p:cNvPr>
            <p:cNvPicPr/>
            <p:nvPr/>
          </p:nvPicPr>
          <p:blipFill>
            <a:blip r:embed="rId17"/>
            <a:stretch>
              <a:fillRect/>
            </a:stretch>
          </p:blipFill>
          <p:spPr>
            <a:xfrm>
              <a:off x="7867168" y="3783329"/>
              <a:ext cx="287474" cy="341375"/>
            </a:xfrm>
            <a:prstGeom prst="rect">
              <a:avLst/>
            </a:prstGeom>
          </p:spPr>
        </p:pic>
        <p:pic>
          <p:nvPicPr>
            <p:cNvPr id="90" name="object 84">
              <a:extLst>
                <a:ext uri="{FF2B5EF4-FFF2-40B4-BE49-F238E27FC236}">
                  <a16:creationId xmlns:a16="http://schemas.microsoft.com/office/drawing/2014/main" id="{845D4699-21FC-0D46-9684-52270816D946}"/>
                </a:ext>
              </a:extLst>
            </p:cNvPr>
            <p:cNvPicPr/>
            <p:nvPr/>
          </p:nvPicPr>
          <p:blipFill>
            <a:blip r:embed="rId11"/>
            <a:stretch>
              <a:fillRect/>
            </a:stretch>
          </p:blipFill>
          <p:spPr>
            <a:xfrm>
              <a:off x="8154924" y="3860669"/>
              <a:ext cx="342138" cy="244607"/>
            </a:xfrm>
            <a:prstGeom prst="rect">
              <a:avLst/>
            </a:prstGeom>
          </p:spPr>
        </p:pic>
        <p:sp>
          <p:nvSpPr>
            <p:cNvPr id="91" name="object 85">
              <a:extLst>
                <a:ext uri="{FF2B5EF4-FFF2-40B4-BE49-F238E27FC236}">
                  <a16:creationId xmlns:a16="http://schemas.microsoft.com/office/drawing/2014/main" id="{4414F06D-9AF6-674F-B009-BECFFA2EE65F}"/>
                </a:ext>
              </a:extLst>
            </p:cNvPr>
            <p:cNvSpPr/>
            <p:nvPr/>
          </p:nvSpPr>
          <p:spPr>
            <a:xfrm>
              <a:off x="7722870" y="4113275"/>
              <a:ext cx="939165" cy="0"/>
            </a:xfrm>
            <a:custGeom>
              <a:avLst/>
              <a:gdLst/>
              <a:ahLst/>
              <a:cxnLst/>
              <a:rect l="l" t="t" r="r" b="b"/>
              <a:pathLst>
                <a:path w="939165">
                  <a:moveTo>
                    <a:pt x="0" y="0"/>
                  </a:moveTo>
                  <a:lnTo>
                    <a:pt x="938783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2" name="object 86">
            <a:extLst>
              <a:ext uri="{FF2B5EF4-FFF2-40B4-BE49-F238E27FC236}">
                <a16:creationId xmlns:a16="http://schemas.microsoft.com/office/drawing/2014/main" id="{B0CA0FD0-9F73-EC46-82D1-DAF293EDD0EF}"/>
              </a:ext>
            </a:extLst>
          </p:cNvPr>
          <p:cNvGrpSpPr/>
          <p:nvPr/>
        </p:nvGrpSpPr>
        <p:grpSpPr>
          <a:xfrm>
            <a:off x="8958071" y="3935729"/>
            <a:ext cx="963294" cy="925194"/>
            <a:chOff x="8805671" y="3783329"/>
            <a:chExt cx="963294" cy="925194"/>
          </a:xfrm>
        </p:grpSpPr>
        <p:pic>
          <p:nvPicPr>
            <p:cNvPr id="93" name="object 87">
              <a:extLst>
                <a:ext uri="{FF2B5EF4-FFF2-40B4-BE49-F238E27FC236}">
                  <a16:creationId xmlns:a16="http://schemas.microsoft.com/office/drawing/2014/main" id="{9E3BE11A-D98E-6D4F-87C6-26E444A44157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8805671" y="4174235"/>
              <a:ext cx="650748" cy="534162"/>
            </a:xfrm>
            <a:prstGeom prst="rect">
              <a:avLst/>
            </a:prstGeom>
          </p:spPr>
        </p:pic>
        <p:pic>
          <p:nvPicPr>
            <p:cNvPr id="94" name="object 88">
              <a:extLst>
                <a:ext uri="{FF2B5EF4-FFF2-40B4-BE49-F238E27FC236}">
                  <a16:creationId xmlns:a16="http://schemas.microsoft.com/office/drawing/2014/main" id="{DFEA97D0-8C5E-9340-9944-2D247A9B6628}"/>
                </a:ext>
              </a:extLst>
            </p:cNvPr>
            <p:cNvPicPr/>
            <p:nvPr/>
          </p:nvPicPr>
          <p:blipFill>
            <a:blip r:embed="rId5"/>
            <a:stretch>
              <a:fillRect/>
            </a:stretch>
          </p:blipFill>
          <p:spPr>
            <a:xfrm>
              <a:off x="9043415" y="4205477"/>
              <a:ext cx="244601" cy="244601"/>
            </a:xfrm>
            <a:prstGeom prst="rect">
              <a:avLst/>
            </a:prstGeom>
          </p:spPr>
        </p:pic>
        <p:pic>
          <p:nvPicPr>
            <p:cNvPr id="95" name="object 89">
              <a:extLst>
                <a:ext uri="{FF2B5EF4-FFF2-40B4-BE49-F238E27FC236}">
                  <a16:creationId xmlns:a16="http://schemas.microsoft.com/office/drawing/2014/main" id="{D39EA318-6523-E04E-B6BB-5D9F80943005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9005315" y="4289297"/>
              <a:ext cx="245364" cy="244601"/>
            </a:xfrm>
            <a:prstGeom prst="rect">
              <a:avLst/>
            </a:prstGeom>
          </p:spPr>
        </p:pic>
        <p:pic>
          <p:nvPicPr>
            <p:cNvPr id="96" name="object 90">
              <a:extLst>
                <a:ext uri="{FF2B5EF4-FFF2-40B4-BE49-F238E27FC236}">
                  <a16:creationId xmlns:a16="http://schemas.microsoft.com/office/drawing/2014/main" id="{21AA97ED-5065-B043-AB2F-AC2BCE267DA7}"/>
                </a:ext>
              </a:extLst>
            </p:cNvPr>
            <p:cNvPicPr/>
            <p:nvPr/>
          </p:nvPicPr>
          <p:blipFill>
            <a:blip r:embed="rId9"/>
            <a:stretch>
              <a:fillRect/>
            </a:stretch>
          </p:blipFill>
          <p:spPr>
            <a:xfrm>
              <a:off x="9180575" y="4324349"/>
              <a:ext cx="244601" cy="244601"/>
            </a:xfrm>
            <a:prstGeom prst="rect">
              <a:avLst/>
            </a:prstGeom>
          </p:spPr>
        </p:pic>
        <p:pic>
          <p:nvPicPr>
            <p:cNvPr id="97" name="object 91">
              <a:extLst>
                <a:ext uri="{FF2B5EF4-FFF2-40B4-BE49-F238E27FC236}">
                  <a16:creationId xmlns:a16="http://schemas.microsoft.com/office/drawing/2014/main" id="{ADECF2A8-7EF2-E949-8EE7-30FFF70DA478}"/>
                </a:ext>
              </a:extLst>
            </p:cNvPr>
            <p:cNvPicPr/>
            <p:nvPr/>
          </p:nvPicPr>
          <p:blipFill>
            <a:blip r:embed="rId17"/>
            <a:stretch>
              <a:fillRect/>
            </a:stretch>
          </p:blipFill>
          <p:spPr>
            <a:xfrm>
              <a:off x="8980450" y="3783329"/>
              <a:ext cx="287474" cy="341375"/>
            </a:xfrm>
            <a:prstGeom prst="rect">
              <a:avLst/>
            </a:prstGeom>
          </p:spPr>
        </p:pic>
        <p:pic>
          <p:nvPicPr>
            <p:cNvPr id="98" name="object 92">
              <a:extLst>
                <a:ext uri="{FF2B5EF4-FFF2-40B4-BE49-F238E27FC236}">
                  <a16:creationId xmlns:a16="http://schemas.microsoft.com/office/drawing/2014/main" id="{D0182C3A-97BB-FF46-B966-41658F670C23}"/>
                </a:ext>
              </a:extLst>
            </p:cNvPr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9244583" y="3812285"/>
              <a:ext cx="342138" cy="341375"/>
            </a:xfrm>
            <a:prstGeom prst="rect">
              <a:avLst/>
            </a:prstGeom>
          </p:spPr>
        </p:pic>
        <p:sp>
          <p:nvSpPr>
            <p:cNvPr id="99" name="object 93">
              <a:extLst>
                <a:ext uri="{FF2B5EF4-FFF2-40B4-BE49-F238E27FC236}">
                  <a16:creationId xmlns:a16="http://schemas.microsoft.com/office/drawing/2014/main" id="{5F2D9F53-A005-9F41-98E7-1CED86A8C4B4}"/>
                </a:ext>
              </a:extLst>
            </p:cNvPr>
            <p:cNvSpPr/>
            <p:nvPr/>
          </p:nvSpPr>
          <p:spPr>
            <a:xfrm>
              <a:off x="8830055" y="4113275"/>
              <a:ext cx="939165" cy="0"/>
            </a:xfrm>
            <a:custGeom>
              <a:avLst/>
              <a:gdLst/>
              <a:ahLst/>
              <a:cxnLst/>
              <a:rect l="l" t="t" r="r" b="b"/>
              <a:pathLst>
                <a:path w="939165">
                  <a:moveTo>
                    <a:pt x="0" y="0"/>
                  </a:moveTo>
                  <a:lnTo>
                    <a:pt x="938784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0" name="object 94">
            <a:extLst>
              <a:ext uri="{FF2B5EF4-FFF2-40B4-BE49-F238E27FC236}">
                <a16:creationId xmlns:a16="http://schemas.microsoft.com/office/drawing/2014/main" id="{A42C394A-11E7-6B44-BC06-A3D49E765AB5}"/>
              </a:ext>
            </a:extLst>
          </p:cNvPr>
          <p:cNvGrpSpPr/>
          <p:nvPr/>
        </p:nvGrpSpPr>
        <p:grpSpPr>
          <a:xfrm>
            <a:off x="2337816" y="3938418"/>
            <a:ext cx="939165" cy="969010"/>
            <a:chOff x="2185416" y="3786018"/>
            <a:chExt cx="939165" cy="969010"/>
          </a:xfrm>
        </p:grpSpPr>
        <p:pic>
          <p:nvPicPr>
            <p:cNvPr id="101" name="object 95">
              <a:extLst>
                <a:ext uri="{FF2B5EF4-FFF2-40B4-BE49-F238E27FC236}">
                  <a16:creationId xmlns:a16="http://schemas.microsoft.com/office/drawing/2014/main" id="{6E43D262-3D82-7342-95F0-D155520688AF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2185416" y="4221480"/>
              <a:ext cx="650748" cy="533400"/>
            </a:xfrm>
            <a:prstGeom prst="rect">
              <a:avLst/>
            </a:prstGeom>
          </p:spPr>
        </p:pic>
        <p:pic>
          <p:nvPicPr>
            <p:cNvPr id="102" name="object 96">
              <a:extLst>
                <a:ext uri="{FF2B5EF4-FFF2-40B4-BE49-F238E27FC236}">
                  <a16:creationId xmlns:a16="http://schemas.microsoft.com/office/drawing/2014/main" id="{81C75697-BBED-5245-BD66-8C9FB8D93C79}"/>
                </a:ext>
              </a:extLst>
            </p:cNvPr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2485644" y="4174236"/>
              <a:ext cx="244601" cy="244601"/>
            </a:xfrm>
            <a:prstGeom prst="rect">
              <a:avLst/>
            </a:prstGeom>
          </p:spPr>
        </p:pic>
        <p:pic>
          <p:nvPicPr>
            <p:cNvPr id="103" name="object 97">
              <a:extLst>
                <a:ext uri="{FF2B5EF4-FFF2-40B4-BE49-F238E27FC236}">
                  <a16:creationId xmlns:a16="http://schemas.microsoft.com/office/drawing/2014/main" id="{E5BF2EA6-F3AA-C44D-AB8C-BA9BFB0DD55B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2631186" y="4335780"/>
              <a:ext cx="245363" cy="244601"/>
            </a:xfrm>
            <a:prstGeom prst="rect">
              <a:avLst/>
            </a:prstGeom>
          </p:spPr>
        </p:pic>
        <p:pic>
          <p:nvPicPr>
            <p:cNvPr id="104" name="object 98">
              <a:extLst>
                <a:ext uri="{FF2B5EF4-FFF2-40B4-BE49-F238E27FC236}">
                  <a16:creationId xmlns:a16="http://schemas.microsoft.com/office/drawing/2014/main" id="{CA9622DE-C71E-0D41-88D6-C92B3DE720B6}"/>
                </a:ext>
              </a:extLst>
            </p:cNvPr>
            <p:cNvPicPr/>
            <p:nvPr/>
          </p:nvPicPr>
          <p:blipFill>
            <a:blip r:embed="rId10"/>
            <a:stretch>
              <a:fillRect/>
            </a:stretch>
          </p:blipFill>
          <p:spPr>
            <a:xfrm>
              <a:off x="2375154" y="4308348"/>
              <a:ext cx="246125" cy="245363"/>
            </a:xfrm>
            <a:prstGeom prst="rect">
              <a:avLst/>
            </a:prstGeom>
          </p:spPr>
        </p:pic>
        <p:pic>
          <p:nvPicPr>
            <p:cNvPr id="105" name="object 99">
              <a:extLst>
                <a:ext uri="{FF2B5EF4-FFF2-40B4-BE49-F238E27FC236}">
                  <a16:creationId xmlns:a16="http://schemas.microsoft.com/office/drawing/2014/main" id="{2D2CBC34-31AD-B54A-8BF3-ECF85F104387}"/>
                </a:ext>
              </a:extLst>
            </p:cNvPr>
            <p:cNvPicPr/>
            <p:nvPr/>
          </p:nvPicPr>
          <p:blipFill>
            <a:blip r:embed="rId18"/>
            <a:stretch>
              <a:fillRect/>
            </a:stretch>
          </p:blipFill>
          <p:spPr>
            <a:xfrm>
              <a:off x="2397773" y="3786018"/>
              <a:ext cx="143737" cy="336000"/>
            </a:xfrm>
            <a:prstGeom prst="rect">
              <a:avLst/>
            </a:prstGeom>
          </p:spPr>
        </p:pic>
        <p:pic>
          <p:nvPicPr>
            <p:cNvPr id="106" name="object 100">
              <a:extLst>
                <a:ext uri="{FF2B5EF4-FFF2-40B4-BE49-F238E27FC236}">
                  <a16:creationId xmlns:a16="http://schemas.microsoft.com/office/drawing/2014/main" id="{C70BC70F-38DD-3E44-8C05-43340F5713A8}"/>
                </a:ext>
              </a:extLst>
            </p:cNvPr>
            <p:cNvPicPr/>
            <p:nvPr/>
          </p:nvPicPr>
          <p:blipFill>
            <a:blip r:embed="rId11"/>
            <a:stretch>
              <a:fillRect/>
            </a:stretch>
          </p:blipFill>
          <p:spPr>
            <a:xfrm>
              <a:off x="2575560" y="3860670"/>
              <a:ext cx="341375" cy="244607"/>
            </a:xfrm>
            <a:prstGeom prst="rect">
              <a:avLst/>
            </a:prstGeom>
          </p:spPr>
        </p:pic>
        <p:sp>
          <p:nvSpPr>
            <p:cNvPr id="107" name="object 101">
              <a:extLst>
                <a:ext uri="{FF2B5EF4-FFF2-40B4-BE49-F238E27FC236}">
                  <a16:creationId xmlns:a16="http://schemas.microsoft.com/office/drawing/2014/main" id="{304294EF-0BB1-DD49-B0DF-C8E9F9BC1E3F}"/>
                </a:ext>
              </a:extLst>
            </p:cNvPr>
            <p:cNvSpPr/>
            <p:nvPr/>
          </p:nvSpPr>
          <p:spPr>
            <a:xfrm>
              <a:off x="2185416" y="4113276"/>
              <a:ext cx="939165" cy="0"/>
            </a:xfrm>
            <a:custGeom>
              <a:avLst/>
              <a:gdLst/>
              <a:ahLst/>
              <a:cxnLst/>
              <a:rect l="l" t="t" r="r" b="b"/>
              <a:pathLst>
                <a:path w="939164">
                  <a:moveTo>
                    <a:pt x="0" y="0"/>
                  </a:moveTo>
                  <a:lnTo>
                    <a:pt x="938783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8" name="object 102">
            <a:extLst>
              <a:ext uri="{FF2B5EF4-FFF2-40B4-BE49-F238E27FC236}">
                <a16:creationId xmlns:a16="http://schemas.microsoft.com/office/drawing/2014/main" id="{4F4900B3-AFCC-6243-853C-08E3B7E0C47D}"/>
              </a:ext>
            </a:extLst>
          </p:cNvPr>
          <p:cNvGrpSpPr/>
          <p:nvPr/>
        </p:nvGrpSpPr>
        <p:grpSpPr>
          <a:xfrm>
            <a:off x="3445002" y="3938418"/>
            <a:ext cx="939165" cy="936625"/>
            <a:chOff x="3292602" y="3786018"/>
            <a:chExt cx="939165" cy="936625"/>
          </a:xfrm>
        </p:grpSpPr>
        <p:pic>
          <p:nvPicPr>
            <p:cNvPr id="109" name="object 103">
              <a:extLst>
                <a:ext uri="{FF2B5EF4-FFF2-40B4-BE49-F238E27FC236}">
                  <a16:creationId xmlns:a16="http://schemas.microsoft.com/office/drawing/2014/main" id="{F00AAC31-0A23-054E-8E1D-144F7D3D13F4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3301746" y="4187952"/>
              <a:ext cx="651510" cy="534162"/>
            </a:xfrm>
            <a:prstGeom prst="rect">
              <a:avLst/>
            </a:prstGeom>
          </p:spPr>
        </p:pic>
        <p:pic>
          <p:nvPicPr>
            <p:cNvPr id="110" name="object 104">
              <a:extLst>
                <a:ext uri="{FF2B5EF4-FFF2-40B4-BE49-F238E27FC236}">
                  <a16:creationId xmlns:a16="http://schemas.microsoft.com/office/drawing/2014/main" id="{D5DE8361-CDCA-9844-ABB2-6536914863B5}"/>
                </a:ext>
              </a:extLst>
            </p:cNvPr>
            <p:cNvPicPr/>
            <p:nvPr/>
          </p:nvPicPr>
          <p:blipFill>
            <a:blip r:embed="rId10"/>
            <a:stretch>
              <a:fillRect/>
            </a:stretch>
          </p:blipFill>
          <p:spPr>
            <a:xfrm>
              <a:off x="3491484" y="4274820"/>
              <a:ext cx="246125" cy="246125"/>
            </a:xfrm>
            <a:prstGeom prst="rect">
              <a:avLst/>
            </a:prstGeom>
          </p:spPr>
        </p:pic>
        <p:pic>
          <p:nvPicPr>
            <p:cNvPr id="111" name="object 105">
              <a:extLst>
                <a:ext uri="{FF2B5EF4-FFF2-40B4-BE49-F238E27FC236}">
                  <a16:creationId xmlns:a16="http://schemas.microsoft.com/office/drawing/2014/main" id="{05030AC6-9D35-EF49-8037-65CA54C3F47F}"/>
                </a:ext>
              </a:extLst>
            </p:cNvPr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3643122" y="4174236"/>
              <a:ext cx="245363" cy="244601"/>
            </a:xfrm>
            <a:prstGeom prst="rect">
              <a:avLst/>
            </a:prstGeom>
          </p:spPr>
        </p:pic>
        <p:pic>
          <p:nvPicPr>
            <p:cNvPr id="112" name="object 106">
              <a:extLst>
                <a:ext uri="{FF2B5EF4-FFF2-40B4-BE49-F238E27FC236}">
                  <a16:creationId xmlns:a16="http://schemas.microsoft.com/office/drawing/2014/main" id="{1F240734-1E70-7342-973A-F2ED25E502AE}"/>
                </a:ext>
              </a:extLst>
            </p:cNvPr>
            <p:cNvPicPr/>
            <p:nvPr/>
          </p:nvPicPr>
          <p:blipFill>
            <a:blip r:embed="rId9"/>
            <a:stretch>
              <a:fillRect/>
            </a:stretch>
          </p:blipFill>
          <p:spPr>
            <a:xfrm>
              <a:off x="3694176" y="4315206"/>
              <a:ext cx="245363" cy="244601"/>
            </a:xfrm>
            <a:prstGeom prst="rect">
              <a:avLst/>
            </a:prstGeom>
          </p:spPr>
        </p:pic>
        <p:pic>
          <p:nvPicPr>
            <p:cNvPr id="113" name="object 107">
              <a:extLst>
                <a:ext uri="{FF2B5EF4-FFF2-40B4-BE49-F238E27FC236}">
                  <a16:creationId xmlns:a16="http://schemas.microsoft.com/office/drawing/2014/main" id="{D3F5526B-2F53-074A-BE0D-85D25347722A}"/>
                </a:ext>
              </a:extLst>
            </p:cNvPr>
            <p:cNvPicPr/>
            <p:nvPr/>
          </p:nvPicPr>
          <p:blipFill>
            <a:blip r:embed="rId18"/>
            <a:stretch>
              <a:fillRect/>
            </a:stretch>
          </p:blipFill>
          <p:spPr>
            <a:xfrm>
              <a:off x="3494291" y="3786018"/>
              <a:ext cx="143737" cy="336000"/>
            </a:xfrm>
            <a:prstGeom prst="rect">
              <a:avLst/>
            </a:prstGeom>
          </p:spPr>
        </p:pic>
        <p:pic>
          <p:nvPicPr>
            <p:cNvPr id="114" name="object 108">
              <a:extLst>
                <a:ext uri="{FF2B5EF4-FFF2-40B4-BE49-F238E27FC236}">
                  <a16:creationId xmlns:a16="http://schemas.microsoft.com/office/drawing/2014/main" id="{EADBAB9D-19C6-CD45-9C94-B20FE3FCBE62}"/>
                </a:ext>
              </a:extLst>
            </p:cNvPr>
            <p:cNvPicPr/>
            <p:nvPr/>
          </p:nvPicPr>
          <p:blipFill>
            <a:blip r:embed="rId19"/>
            <a:stretch>
              <a:fillRect/>
            </a:stretch>
          </p:blipFill>
          <p:spPr>
            <a:xfrm>
              <a:off x="3695458" y="3787209"/>
              <a:ext cx="333476" cy="333617"/>
            </a:xfrm>
            <a:prstGeom prst="rect">
              <a:avLst/>
            </a:prstGeom>
          </p:spPr>
        </p:pic>
        <p:sp>
          <p:nvSpPr>
            <p:cNvPr id="115" name="object 109">
              <a:extLst>
                <a:ext uri="{FF2B5EF4-FFF2-40B4-BE49-F238E27FC236}">
                  <a16:creationId xmlns:a16="http://schemas.microsoft.com/office/drawing/2014/main" id="{E17D392F-E24B-B440-81AB-51778E1A62D8}"/>
                </a:ext>
              </a:extLst>
            </p:cNvPr>
            <p:cNvSpPr/>
            <p:nvPr/>
          </p:nvSpPr>
          <p:spPr>
            <a:xfrm>
              <a:off x="3292602" y="4113276"/>
              <a:ext cx="939165" cy="0"/>
            </a:xfrm>
            <a:custGeom>
              <a:avLst/>
              <a:gdLst/>
              <a:ahLst/>
              <a:cxnLst/>
              <a:rect l="l" t="t" r="r" b="b"/>
              <a:pathLst>
                <a:path w="939164">
                  <a:moveTo>
                    <a:pt x="0" y="0"/>
                  </a:moveTo>
                  <a:lnTo>
                    <a:pt x="938784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6" name="object 110">
            <a:extLst>
              <a:ext uri="{FF2B5EF4-FFF2-40B4-BE49-F238E27FC236}">
                <a16:creationId xmlns:a16="http://schemas.microsoft.com/office/drawing/2014/main" id="{3E3D2ABF-7EE6-D64B-B693-29AA470DA189}"/>
              </a:ext>
            </a:extLst>
          </p:cNvPr>
          <p:cNvGrpSpPr/>
          <p:nvPr/>
        </p:nvGrpSpPr>
        <p:grpSpPr>
          <a:xfrm>
            <a:off x="1230630" y="3938418"/>
            <a:ext cx="939165" cy="978535"/>
            <a:chOff x="1078230" y="3786018"/>
            <a:chExt cx="939165" cy="978535"/>
          </a:xfrm>
        </p:grpSpPr>
        <p:pic>
          <p:nvPicPr>
            <p:cNvPr id="117" name="object 111">
              <a:extLst>
                <a:ext uri="{FF2B5EF4-FFF2-40B4-BE49-F238E27FC236}">
                  <a16:creationId xmlns:a16="http://schemas.microsoft.com/office/drawing/2014/main" id="{FDE665A4-4B5D-3C4F-8295-CE3439983510}"/>
                </a:ext>
              </a:extLst>
            </p:cNvPr>
            <p:cNvPicPr/>
            <p:nvPr/>
          </p:nvPicPr>
          <p:blipFill>
            <a:blip r:embed="rId20"/>
            <a:stretch>
              <a:fillRect/>
            </a:stretch>
          </p:blipFill>
          <p:spPr>
            <a:xfrm>
              <a:off x="1385937" y="4176162"/>
              <a:ext cx="240310" cy="240750"/>
            </a:xfrm>
            <a:prstGeom prst="rect">
              <a:avLst/>
            </a:prstGeom>
          </p:spPr>
        </p:pic>
        <p:pic>
          <p:nvPicPr>
            <p:cNvPr id="118" name="object 112">
              <a:extLst>
                <a:ext uri="{FF2B5EF4-FFF2-40B4-BE49-F238E27FC236}">
                  <a16:creationId xmlns:a16="http://schemas.microsoft.com/office/drawing/2014/main" id="{53568922-A74A-9D44-84FA-3122E53FE38A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1107948" y="4230624"/>
              <a:ext cx="650747" cy="533400"/>
            </a:xfrm>
            <a:prstGeom prst="rect">
              <a:avLst/>
            </a:prstGeom>
          </p:spPr>
        </p:pic>
        <p:pic>
          <p:nvPicPr>
            <p:cNvPr id="119" name="object 113">
              <a:extLst>
                <a:ext uri="{FF2B5EF4-FFF2-40B4-BE49-F238E27FC236}">
                  <a16:creationId xmlns:a16="http://schemas.microsoft.com/office/drawing/2014/main" id="{D802D89F-396D-EF42-B01D-BAEC5D118887}"/>
                </a:ext>
              </a:extLst>
            </p:cNvPr>
            <p:cNvPicPr/>
            <p:nvPr/>
          </p:nvPicPr>
          <p:blipFill>
            <a:blip r:embed="rId10"/>
            <a:stretch>
              <a:fillRect/>
            </a:stretch>
          </p:blipFill>
          <p:spPr>
            <a:xfrm>
              <a:off x="1259586" y="4316730"/>
              <a:ext cx="246125" cy="246125"/>
            </a:xfrm>
            <a:prstGeom prst="rect">
              <a:avLst/>
            </a:prstGeom>
          </p:spPr>
        </p:pic>
        <p:pic>
          <p:nvPicPr>
            <p:cNvPr id="120" name="object 114">
              <a:extLst>
                <a:ext uri="{FF2B5EF4-FFF2-40B4-BE49-F238E27FC236}">
                  <a16:creationId xmlns:a16="http://schemas.microsoft.com/office/drawing/2014/main" id="{FB236D36-5211-DD4E-8381-69AFA59CF113}"/>
                </a:ext>
              </a:extLst>
            </p:cNvPr>
            <p:cNvPicPr/>
            <p:nvPr/>
          </p:nvPicPr>
          <p:blipFill>
            <a:blip r:embed="rId9"/>
            <a:stretch>
              <a:fillRect/>
            </a:stretch>
          </p:blipFill>
          <p:spPr>
            <a:xfrm>
              <a:off x="1504188" y="4356354"/>
              <a:ext cx="255269" cy="256031"/>
            </a:xfrm>
            <a:prstGeom prst="rect">
              <a:avLst/>
            </a:prstGeom>
          </p:spPr>
        </p:pic>
        <p:pic>
          <p:nvPicPr>
            <p:cNvPr id="121" name="object 115">
              <a:extLst>
                <a:ext uri="{FF2B5EF4-FFF2-40B4-BE49-F238E27FC236}">
                  <a16:creationId xmlns:a16="http://schemas.microsoft.com/office/drawing/2014/main" id="{30F33327-10C7-DA42-BA99-29E77F6A65A2}"/>
                </a:ext>
              </a:extLst>
            </p:cNvPr>
            <p:cNvPicPr/>
            <p:nvPr/>
          </p:nvPicPr>
          <p:blipFill>
            <a:blip r:embed="rId18"/>
            <a:stretch>
              <a:fillRect/>
            </a:stretch>
          </p:blipFill>
          <p:spPr>
            <a:xfrm>
              <a:off x="1337289" y="3786018"/>
              <a:ext cx="144058" cy="336000"/>
            </a:xfrm>
            <a:prstGeom prst="rect">
              <a:avLst/>
            </a:prstGeom>
          </p:spPr>
        </p:pic>
        <p:pic>
          <p:nvPicPr>
            <p:cNvPr id="122" name="object 116">
              <a:extLst>
                <a:ext uri="{FF2B5EF4-FFF2-40B4-BE49-F238E27FC236}">
                  <a16:creationId xmlns:a16="http://schemas.microsoft.com/office/drawing/2014/main" id="{6D380A10-8296-8443-A06C-30A8060D1FFD}"/>
                </a:ext>
              </a:extLst>
            </p:cNvPr>
            <p:cNvPicPr/>
            <p:nvPr/>
          </p:nvPicPr>
          <p:blipFill>
            <a:blip r:embed="rId21"/>
            <a:stretch>
              <a:fillRect/>
            </a:stretch>
          </p:blipFill>
          <p:spPr>
            <a:xfrm>
              <a:off x="1517970" y="3845076"/>
              <a:ext cx="263518" cy="261317"/>
            </a:xfrm>
            <a:prstGeom prst="rect">
              <a:avLst/>
            </a:prstGeom>
          </p:spPr>
        </p:pic>
        <p:sp>
          <p:nvSpPr>
            <p:cNvPr id="123" name="object 117">
              <a:extLst>
                <a:ext uri="{FF2B5EF4-FFF2-40B4-BE49-F238E27FC236}">
                  <a16:creationId xmlns:a16="http://schemas.microsoft.com/office/drawing/2014/main" id="{2D4C7FB7-6926-1F44-A254-BBB6BAC17003}"/>
                </a:ext>
              </a:extLst>
            </p:cNvPr>
            <p:cNvSpPr/>
            <p:nvPr/>
          </p:nvSpPr>
          <p:spPr>
            <a:xfrm>
              <a:off x="1078230" y="4113276"/>
              <a:ext cx="939165" cy="0"/>
            </a:xfrm>
            <a:custGeom>
              <a:avLst/>
              <a:gdLst/>
              <a:ahLst/>
              <a:cxnLst/>
              <a:rect l="l" t="t" r="r" b="b"/>
              <a:pathLst>
                <a:path w="939164">
                  <a:moveTo>
                    <a:pt x="0" y="0"/>
                  </a:moveTo>
                  <a:lnTo>
                    <a:pt x="938783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4" name="object 118">
            <a:extLst>
              <a:ext uri="{FF2B5EF4-FFF2-40B4-BE49-F238E27FC236}">
                <a16:creationId xmlns:a16="http://schemas.microsoft.com/office/drawing/2014/main" id="{00CB9A14-F47A-2843-8506-B40A6B2406D4}"/>
              </a:ext>
            </a:extLst>
          </p:cNvPr>
          <p:cNvGrpSpPr/>
          <p:nvPr/>
        </p:nvGrpSpPr>
        <p:grpSpPr>
          <a:xfrm>
            <a:off x="10034016" y="3935729"/>
            <a:ext cx="994410" cy="952500"/>
            <a:chOff x="9881616" y="3783329"/>
            <a:chExt cx="994410" cy="952500"/>
          </a:xfrm>
        </p:grpSpPr>
        <p:pic>
          <p:nvPicPr>
            <p:cNvPr id="125" name="object 119">
              <a:extLst>
                <a:ext uri="{FF2B5EF4-FFF2-40B4-BE49-F238E27FC236}">
                  <a16:creationId xmlns:a16="http://schemas.microsoft.com/office/drawing/2014/main" id="{00389854-AC43-B247-9CD5-027B7F222C10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9881616" y="4201667"/>
              <a:ext cx="651509" cy="534162"/>
            </a:xfrm>
            <a:prstGeom prst="rect">
              <a:avLst/>
            </a:prstGeom>
          </p:spPr>
        </p:pic>
        <p:pic>
          <p:nvPicPr>
            <p:cNvPr id="126" name="object 120">
              <a:extLst>
                <a:ext uri="{FF2B5EF4-FFF2-40B4-BE49-F238E27FC236}">
                  <a16:creationId xmlns:a16="http://schemas.microsoft.com/office/drawing/2014/main" id="{B1B42050-36EE-F141-8B36-64CA413C01F0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10100310" y="4298441"/>
              <a:ext cx="244601" cy="244601"/>
            </a:xfrm>
            <a:prstGeom prst="rect">
              <a:avLst/>
            </a:prstGeom>
          </p:spPr>
        </p:pic>
        <p:pic>
          <p:nvPicPr>
            <p:cNvPr id="127" name="object 121">
              <a:extLst>
                <a:ext uri="{FF2B5EF4-FFF2-40B4-BE49-F238E27FC236}">
                  <a16:creationId xmlns:a16="http://schemas.microsoft.com/office/drawing/2014/main" id="{47363571-BF4D-7D4A-BA91-ED7B61C15836}"/>
                </a:ext>
              </a:extLst>
            </p:cNvPr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10184892" y="4174235"/>
              <a:ext cx="244601" cy="244601"/>
            </a:xfrm>
            <a:prstGeom prst="rect">
              <a:avLst/>
            </a:prstGeom>
          </p:spPr>
        </p:pic>
        <p:pic>
          <p:nvPicPr>
            <p:cNvPr id="128" name="object 122">
              <a:extLst>
                <a:ext uri="{FF2B5EF4-FFF2-40B4-BE49-F238E27FC236}">
                  <a16:creationId xmlns:a16="http://schemas.microsoft.com/office/drawing/2014/main" id="{A9D571EF-6E03-3641-873B-8CF459F13AC5}"/>
                </a:ext>
              </a:extLst>
            </p:cNvPr>
            <p:cNvPicPr/>
            <p:nvPr/>
          </p:nvPicPr>
          <p:blipFill>
            <a:blip r:embed="rId9"/>
            <a:stretch>
              <a:fillRect/>
            </a:stretch>
          </p:blipFill>
          <p:spPr>
            <a:xfrm>
              <a:off x="10273284" y="4320539"/>
              <a:ext cx="244601" cy="244601"/>
            </a:xfrm>
            <a:prstGeom prst="rect">
              <a:avLst/>
            </a:prstGeom>
          </p:spPr>
        </p:pic>
        <p:pic>
          <p:nvPicPr>
            <p:cNvPr id="129" name="object 123">
              <a:extLst>
                <a:ext uri="{FF2B5EF4-FFF2-40B4-BE49-F238E27FC236}">
                  <a16:creationId xmlns:a16="http://schemas.microsoft.com/office/drawing/2014/main" id="{4D7F2E98-0866-F441-8FB6-E5A9F00AF743}"/>
                </a:ext>
              </a:extLst>
            </p:cNvPr>
            <p:cNvPicPr/>
            <p:nvPr/>
          </p:nvPicPr>
          <p:blipFill>
            <a:blip r:embed="rId17"/>
            <a:stretch>
              <a:fillRect/>
            </a:stretch>
          </p:blipFill>
          <p:spPr>
            <a:xfrm>
              <a:off x="10026676" y="3783329"/>
              <a:ext cx="287474" cy="341375"/>
            </a:xfrm>
            <a:prstGeom prst="rect">
              <a:avLst/>
            </a:prstGeom>
          </p:spPr>
        </p:pic>
        <p:pic>
          <p:nvPicPr>
            <p:cNvPr id="130" name="object 124">
              <a:extLst>
                <a:ext uri="{FF2B5EF4-FFF2-40B4-BE49-F238E27FC236}">
                  <a16:creationId xmlns:a16="http://schemas.microsoft.com/office/drawing/2014/main" id="{BF60FBB1-A208-2F40-AE94-25180AE4C5AA}"/>
                </a:ext>
              </a:extLst>
            </p:cNvPr>
            <p:cNvPicPr/>
            <p:nvPr/>
          </p:nvPicPr>
          <p:blipFill>
            <a:blip r:embed="rId5"/>
            <a:stretch>
              <a:fillRect/>
            </a:stretch>
          </p:blipFill>
          <p:spPr>
            <a:xfrm>
              <a:off x="10258044" y="3783329"/>
              <a:ext cx="341375" cy="341375"/>
            </a:xfrm>
            <a:prstGeom prst="rect">
              <a:avLst/>
            </a:prstGeom>
          </p:spPr>
        </p:pic>
        <p:sp>
          <p:nvSpPr>
            <p:cNvPr id="131" name="object 125">
              <a:extLst>
                <a:ext uri="{FF2B5EF4-FFF2-40B4-BE49-F238E27FC236}">
                  <a16:creationId xmlns:a16="http://schemas.microsoft.com/office/drawing/2014/main" id="{5BE6D291-7483-F54E-AEE5-CAEE06AE8AB7}"/>
                </a:ext>
              </a:extLst>
            </p:cNvPr>
            <p:cNvSpPr/>
            <p:nvPr/>
          </p:nvSpPr>
          <p:spPr>
            <a:xfrm>
              <a:off x="9937242" y="4113275"/>
              <a:ext cx="939165" cy="0"/>
            </a:xfrm>
            <a:custGeom>
              <a:avLst/>
              <a:gdLst/>
              <a:ahLst/>
              <a:cxnLst/>
              <a:rect l="l" t="t" r="r" b="b"/>
              <a:pathLst>
                <a:path w="939165">
                  <a:moveTo>
                    <a:pt x="0" y="0"/>
                  </a:moveTo>
                  <a:lnTo>
                    <a:pt x="938783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2" name="object 126">
            <a:extLst>
              <a:ext uri="{FF2B5EF4-FFF2-40B4-BE49-F238E27FC236}">
                <a16:creationId xmlns:a16="http://schemas.microsoft.com/office/drawing/2014/main" id="{2257CF61-02F9-1747-B847-000F93E44986}"/>
              </a:ext>
            </a:extLst>
          </p:cNvPr>
          <p:cNvGrpSpPr/>
          <p:nvPr/>
        </p:nvGrpSpPr>
        <p:grpSpPr>
          <a:xfrm>
            <a:off x="1574291" y="5500115"/>
            <a:ext cx="657225" cy="584835"/>
            <a:chOff x="1421891" y="5347715"/>
            <a:chExt cx="657225" cy="584835"/>
          </a:xfrm>
        </p:grpSpPr>
        <p:pic>
          <p:nvPicPr>
            <p:cNvPr id="133" name="object 127">
              <a:extLst>
                <a:ext uri="{FF2B5EF4-FFF2-40B4-BE49-F238E27FC236}">
                  <a16:creationId xmlns:a16="http://schemas.microsoft.com/office/drawing/2014/main" id="{5ADA603E-21D3-1D49-9B0D-676015D7ED89}"/>
                </a:ext>
              </a:extLst>
            </p:cNvPr>
            <p:cNvPicPr/>
            <p:nvPr/>
          </p:nvPicPr>
          <p:blipFill>
            <a:blip r:embed="rId22"/>
            <a:stretch>
              <a:fillRect/>
            </a:stretch>
          </p:blipFill>
          <p:spPr>
            <a:xfrm>
              <a:off x="1629215" y="5361431"/>
              <a:ext cx="197238" cy="233934"/>
            </a:xfrm>
            <a:prstGeom prst="rect">
              <a:avLst/>
            </a:prstGeom>
          </p:spPr>
        </p:pic>
        <p:pic>
          <p:nvPicPr>
            <p:cNvPr id="134" name="object 128">
              <a:extLst>
                <a:ext uri="{FF2B5EF4-FFF2-40B4-BE49-F238E27FC236}">
                  <a16:creationId xmlns:a16="http://schemas.microsoft.com/office/drawing/2014/main" id="{15B10CA0-ADD6-5240-B2E5-D89EA965D454}"/>
                </a:ext>
              </a:extLst>
            </p:cNvPr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1816607" y="5347715"/>
              <a:ext cx="233933" cy="233934"/>
            </a:xfrm>
            <a:prstGeom prst="rect">
              <a:avLst/>
            </a:prstGeom>
          </p:spPr>
        </p:pic>
        <p:pic>
          <p:nvPicPr>
            <p:cNvPr id="135" name="object 129">
              <a:extLst>
                <a:ext uri="{FF2B5EF4-FFF2-40B4-BE49-F238E27FC236}">
                  <a16:creationId xmlns:a16="http://schemas.microsoft.com/office/drawing/2014/main" id="{8316BB9D-00D5-1841-80C4-822B1954E743}"/>
                </a:ext>
              </a:extLst>
            </p:cNvPr>
            <p:cNvPicPr/>
            <p:nvPr/>
          </p:nvPicPr>
          <p:blipFill>
            <a:blip r:embed="rId9"/>
            <a:stretch>
              <a:fillRect/>
            </a:stretch>
          </p:blipFill>
          <p:spPr>
            <a:xfrm>
              <a:off x="1633727" y="5551931"/>
              <a:ext cx="233934" cy="233934"/>
            </a:xfrm>
            <a:prstGeom prst="rect">
              <a:avLst/>
            </a:prstGeom>
          </p:spPr>
        </p:pic>
        <p:pic>
          <p:nvPicPr>
            <p:cNvPr id="136" name="object 130">
              <a:extLst>
                <a:ext uri="{FF2B5EF4-FFF2-40B4-BE49-F238E27FC236}">
                  <a16:creationId xmlns:a16="http://schemas.microsoft.com/office/drawing/2014/main" id="{4EDF234D-7A78-7640-83BB-3EED1262557F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1844801" y="5521451"/>
              <a:ext cx="233934" cy="233934"/>
            </a:xfrm>
            <a:prstGeom prst="rect">
              <a:avLst/>
            </a:prstGeom>
          </p:spPr>
        </p:pic>
        <p:pic>
          <p:nvPicPr>
            <p:cNvPr id="137" name="object 131">
              <a:extLst>
                <a:ext uri="{FF2B5EF4-FFF2-40B4-BE49-F238E27FC236}">
                  <a16:creationId xmlns:a16="http://schemas.microsoft.com/office/drawing/2014/main" id="{84FD2238-EA28-3149-962F-694B464E57BB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1421891" y="5399531"/>
              <a:ext cx="649985" cy="532638"/>
            </a:xfrm>
            <a:prstGeom prst="rect">
              <a:avLst/>
            </a:prstGeom>
          </p:spPr>
        </p:pic>
      </p:grpSp>
      <p:grpSp>
        <p:nvGrpSpPr>
          <p:cNvPr id="138" name="object 132">
            <a:extLst>
              <a:ext uri="{FF2B5EF4-FFF2-40B4-BE49-F238E27FC236}">
                <a16:creationId xmlns:a16="http://schemas.microsoft.com/office/drawing/2014/main" id="{36F0F109-37B9-A74B-84A1-F8AB1B6F5B71}"/>
              </a:ext>
            </a:extLst>
          </p:cNvPr>
          <p:cNvGrpSpPr/>
          <p:nvPr/>
        </p:nvGrpSpPr>
        <p:grpSpPr>
          <a:xfrm>
            <a:off x="2895600" y="5537453"/>
            <a:ext cx="654050" cy="547370"/>
            <a:chOff x="2743200" y="5385053"/>
            <a:chExt cx="654050" cy="547370"/>
          </a:xfrm>
        </p:grpSpPr>
        <p:pic>
          <p:nvPicPr>
            <p:cNvPr id="139" name="object 133">
              <a:extLst>
                <a:ext uri="{FF2B5EF4-FFF2-40B4-BE49-F238E27FC236}">
                  <a16:creationId xmlns:a16="http://schemas.microsoft.com/office/drawing/2014/main" id="{58F9F3A4-D83E-3B49-AF84-67B706716B44}"/>
                </a:ext>
              </a:extLst>
            </p:cNvPr>
            <p:cNvPicPr/>
            <p:nvPr/>
          </p:nvPicPr>
          <p:blipFill>
            <a:blip r:embed="rId22"/>
            <a:stretch>
              <a:fillRect/>
            </a:stretch>
          </p:blipFill>
          <p:spPr>
            <a:xfrm>
              <a:off x="3199697" y="5509259"/>
              <a:ext cx="197238" cy="233934"/>
            </a:xfrm>
            <a:prstGeom prst="rect">
              <a:avLst/>
            </a:prstGeom>
          </p:spPr>
        </p:pic>
        <p:pic>
          <p:nvPicPr>
            <p:cNvPr id="140" name="object 134">
              <a:extLst>
                <a:ext uri="{FF2B5EF4-FFF2-40B4-BE49-F238E27FC236}">
                  <a16:creationId xmlns:a16="http://schemas.microsoft.com/office/drawing/2014/main" id="{0F74AB46-58D1-704F-AB14-0456171E6A63}"/>
                </a:ext>
              </a:extLst>
            </p:cNvPr>
            <p:cNvPicPr/>
            <p:nvPr/>
          </p:nvPicPr>
          <p:blipFill>
            <a:blip r:embed="rId5"/>
            <a:stretch>
              <a:fillRect/>
            </a:stretch>
          </p:blipFill>
          <p:spPr>
            <a:xfrm>
              <a:off x="3061715" y="5453633"/>
              <a:ext cx="233933" cy="233934"/>
            </a:xfrm>
            <a:prstGeom prst="rect">
              <a:avLst/>
            </a:prstGeom>
          </p:spPr>
        </p:pic>
        <p:pic>
          <p:nvPicPr>
            <p:cNvPr id="141" name="object 135">
              <a:extLst>
                <a:ext uri="{FF2B5EF4-FFF2-40B4-BE49-F238E27FC236}">
                  <a16:creationId xmlns:a16="http://schemas.microsoft.com/office/drawing/2014/main" id="{460F893A-B7E7-C449-95E7-9BC9041C57A9}"/>
                </a:ext>
              </a:extLst>
            </p:cNvPr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2891028" y="5385053"/>
              <a:ext cx="233934" cy="233934"/>
            </a:xfrm>
            <a:prstGeom prst="rect">
              <a:avLst/>
            </a:prstGeom>
          </p:spPr>
        </p:pic>
        <p:pic>
          <p:nvPicPr>
            <p:cNvPr id="142" name="object 136">
              <a:extLst>
                <a:ext uri="{FF2B5EF4-FFF2-40B4-BE49-F238E27FC236}">
                  <a16:creationId xmlns:a16="http://schemas.microsoft.com/office/drawing/2014/main" id="{6C9E1B56-7D7D-4047-8E88-4DBF3C36CD25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2980181" y="5521451"/>
              <a:ext cx="233933" cy="233934"/>
            </a:xfrm>
            <a:prstGeom prst="rect">
              <a:avLst/>
            </a:prstGeom>
          </p:spPr>
        </p:pic>
        <p:pic>
          <p:nvPicPr>
            <p:cNvPr id="143" name="object 137">
              <a:extLst>
                <a:ext uri="{FF2B5EF4-FFF2-40B4-BE49-F238E27FC236}">
                  <a16:creationId xmlns:a16="http://schemas.microsoft.com/office/drawing/2014/main" id="{6CF2DAE8-6F51-9345-A369-0BC567C64B86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2743200" y="5399531"/>
              <a:ext cx="649224" cy="532638"/>
            </a:xfrm>
            <a:prstGeom prst="rect">
              <a:avLst/>
            </a:prstGeom>
          </p:spPr>
        </p:pic>
      </p:grpSp>
      <p:grpSp>
        <p:nvGrpSpPr>
          <p:cNvPr id="144" name="object 138">
            <a:extLst>
              <a:ext uri="{FF2B5EF4-FFF2-40B4-BE49-F238E27FC236}">
                <a16:creationId xmlns:a16="http://schemas.microsoft.com/office/drawing/2014/main" id="{5429AB6F-B23D-B34A-9DD9-2CF606A36A25}"/>
              </a:ext>
            </a:extLst>
          </p:cNvPr>
          <p:cNvGrpSpPr/>
          <p:nvPr/>
        </p:nvGrpSpPr>
        <p:grpSpPr>
          <a:xfrm>
            <a:off x="4231385" y="5500115"/>
            <a:ext cx="692785" cy="584835"/>
            <a:chOff x="4078985" y="5347715"/>
            <a:chExt cx="692785" cy="584835"/>
          </a:xfrm>
        </p:grpSpPr>
        <p:pic>
          <p:nvPicPr>
            <p:cNvPr id="145" name="object 139">
              <a:extLst>
                <a:ext uri="{FF2B5EF4-FFF2-40B4-BE49-F238E27FC236}">
                  <a16:creationId xmlns:a16="http://schemas.microsoft.com/office/drawing/2014/main" id="{B10496A1-F066-254B-A2A9-A3E83AE87FCF}"/>
                </a:ext>
              </a:extLst>
            </p:cNvPr>
            <p:cNvPicPr/>
            <p:nvPr/>
          </p:nvPicPr>
          <p:blipFill>
            <a:blip r:embed="rId22"/>
            <a:stretch>
              <a:fillRect/>
            </a:stretch>
          </p:blipFill>
          <p:spPr>
            <a:xfrm>
              <a:off x="4297799" y="5375909"/>
              <a:ext cx="197880" cy="233934"/>
            </a:xfrm>
            <a:prstGeom prst="rect">
              <a:avLst/>
            </a:prstGeom>
          </p:spPr>
        </p:pic>
        <p:pic>
          <p:nvPicPr>
            <p:cNvPr id="146" name="object 140">
              <a:extLst>
                <a:ext uri="{FF2B5EF4-FFF2-40B4-BE49-F238E27FC236}">
                  <a16:creationId xmlns:a16="http://schemas.microsoft.com/office/drawing/2014/main" id="{F183913F-42C2-C54D-829D-388796D570C4}"/>
                </a:ext>
              </a:extLst>
            </p:cNvPr>
            <p:cNvPicPr/>
            <p:nvPr/>
          </p:nvPicPr>
          <p:blipFill>
            <a:blip r:embed="rId5"/>
            <a:stretch>
              <a:fillRect/>
            </a:stretch>
          </p:blipFill>
          <p:spPr>
            <a:xfrm>
              <a:off x="4450079" y="5347715"/>
              <a:ext cx="233934" cy="233934"/>
            </a:xfrm>
            <a:prstGeom prst="rect">
              <a:avLst/>
            </a:prstGeom>
          </p:spPr>
        </p:pic>
        <p:pic>
          <p:nvPicPr>
            <p:cNvPr id="147" name="object 141">
              <a:extLst>
                <a:ext uri="{FF2B5EF4-FFF2-40B4-BE49-F238E27FC236}">
                  <a16:creationId xmlns:a16="http://schemas.microsoft.com/office/drawing/2014/main" id="{205BFDC5-88DE-B949-87C4-9C915A2627DA}"/>
                </a:ext>
              </a:extLst>
            </p:cNvPr>
            <p:cNvPicPr/>
            <p:nvPr/>
          </p:nvPicPr>
          <p:blipFill>
            <a:blip r:embed="rId9"/>
            <a:stretch>
              <a:fillRect/>
            </a:stretch>
          </p:blipFill>
          <p:spPr>
            <a:xfrm>
              <a:off x="4299203" y="5534405"/>
              <a:ext cx="234696" cy="234696"/>
            </a:xfrm>
            <a:prstGeom prst="rect">
              <a:avLst/>
            </a:prstGeom>
          </p:spPr>
        </p:pic>
        <p:pic>
          <p:nvPicPr>
            <p:cNvPr id="148" name="object 142">
              <a:extLst>
                <a:ext uri="{FF2B5EF4-FFF2-40B4-BE49-F238E27FC236}">
                  <a16:creationId xmlns:a16="http://schemas.microsoft.com/office/drawing/2014/main" id="{BEEDBD83-247C-964A-AE88-117D6B3156D1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4536947" y="5521451"/>
              <a:ext cx="234696" cy="233934"/>
            </a:xfrm>
            <a:prstGeom prst="rect">
              <a:avLst/>
            </a:prstGeom>
          </p:spPr>
        </p:pic>
        <p:pic>
          <p:nvPicPr>
            <p:cNvPr id="149" name="object 143">
              <a:extLst>
                <a:ext uri="{FF2B5EF4-FFF2-40B4-BE49-F238E27FC236}">
                  <a16:creationId xmlns:a16="http://schemas.microsoft.com/office/drawing/2014/main" id="{B3E1CBE6-4228-7F49-806E-86CC5D91758F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4078985" y="5399531"/>
              <a:ext cx="649986" cy="532638"/>
            </a:xfrm>
            <a:prstGeom prst="rect">
              <a:avLst/>
            </a:prstGeom>
          </p:spPr>
        </p:pic>
      </p:grpSp>
      <p:grpSp>
        <p:nvGrpSpPr>
          <p:cNvPr id="150" name="object 144">
            <a:extLst>
              <a:ext uri="{FF2B5EF4-FFF2-40B4-BE49-F238E27FC236}">
                <a16:creationId xmlns:a16="http://schemas.microsoft.com/office/drawing/2014/main" id="{572B72B5-133C-954B-850F-BEA64ED8BF0F}"/>
              </a:ext>
            </a:extLst>
          </p:cNvPr>
          <p:cNvGrpSpPr/>
          <p:nvPr/>
        </p:nvGrpSpPr>
        <p:grpSpPr>
          <a:xfrm>
            <a:off x="203453" y="1901189"/>
            <a:ext cx="650875" cy="534670"/>
            <a:chOff x="51053" y="1748789"/>
            <a:chExt cx="650875" cy="534670"/>
          </a:xfrm>
        </p:grpSpPr>
        <p:pic>
          <p:nvPicPr>
            <p:cNvPr id="151" name="object 145">
              <a:extLst>
                <a:ext uri="{FF2B5EF4-FFF2-40B4-BE49-F238E27FC236}">
                  <a16:creationId xmlns:a16="http://schemas.microsoft.com/office/drawing/2014/main" id="{8F55E8DE-59AD-D948-8002-C931B944052D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51053" y="1748789"/>
              <a:ext cx="650748" cy="534162"/>
            </a:xfrm>
            <a:prstGeom prst="rect">
              <a:avLst/>
            </a:prstGeom>
          </p:spPr>
        </p:pic>
        <p:pic>
          <p:nvPicPr>
            <p:cNvPr id="152" name="object 146">
              <a:extLst>
                <a:ext uri="{FF2B5EF4-FFF2-40B4-BE49-F238E27FC236}">
                  <a16:creationId xmlns:a16="http://schemas.microsoft.com/office/drawing/2014/main" id="{78D879CF-E3E3-CD49-8DE6-A3D67234F858}"/>
                </a:ext>
              </a:extLst>
            </p:cNvPr>
            <p:cNvPicPr/>
            <p:nvPr/>
          </p:nvPicPr>
          <p:blipFill>
            <a:blip r:embed="rId10"/>
            <a:stretch>
              <a:fillRect/>
            </a:stretch>
          </p:blipFill>
          <p:spPr>
            <a:xfrm>
              <a:off x="307085" y="1835657"/>
              <a:ext cx="246126" cy="246125"/>
            </a:xfrm>
            <a:prstGeom prst="rect">
              <a:avLst/>
            </a:prstGeom>
          </p:spPr>
        </p:pic>
      </p:grpSp>
      <p:grpSp>
        <p:nvGrpSpPr>
          <p:cNvPr id="153" name="object 147">
            <a:extLst>
              <a:ext uri="{FF2B5EF4-FFF2-40B4-BE49-F238E27FC236}">
                <a16:creationId xmlns:a16="http://schemas.microsoft.com/office/drawing/2014/main" id="{EA9E8773-249D-5F4C-9AE7-E29C88D412AA}"/>
              </a:ext>
            </a:extLst>
          </p:cNvPr>
          <p:cNvGrpSpPr/>
          <p:nvPr/>
        </p:nvGrpSpPr>
        <p:grpSpPr>
          <a:xfrm>
            <a:off x="168401" y="1487831"/>
            <a:ext cx="1556385" cy="360045"/>
            <a:chOff x="16001" y="1335431"/>
            <a:chExt cx="1556385" cy="360045"/>
          </a:xfrm>
        </p:grpSpPr>
        <p:pic>
          <p:nvPicPr>
            <p:cNvPr id="154" name="object 148">
              <a:extLst>
                <a:ext uri="{FF2B5EF4-FFF2-40B4-BE49-F238E27FC236}">
                  <a16:creationId xmlns:a16="http://schemas.microsoft.com/office/drawing/2014/main" id="{0E2EFE3E-D8E3-824C-90DF-4AD1C502ACC6}"/>
                </a:ext>
              </a:extLst>
            </p:cNvPr>
            <p:cNvPicPr/>
            <p:nvPr/>
          </p:nvPicPr>
          <p:blipFill>
            <a:blip r:embed="rId18"/>
            <a:stretch>
              <a:fillRect/>
            </a:stretch>
          </p:blipFill>
          <p:spPr>
            <a:xfrm>
              <a:off x="142473" y="1335431"/>
              <a:ext cx="144058" cy="336750"/>
            </a:xfrm>
            <a:prstGeom prst="rect">
              <a:avLst/>
            </a:prstGeom>
          </p:spPr>
        </p:pic>
        <p:pic>
          <p:nvPicPr>
            <p:cNvPr id="155" name="object 149">
              <a:extLst>
                <a:ext uri="{FF2B5EF4-FFF2-40B4-BE49-F238E27FC236}">
                  <a16:creationId xmlns:a16="http://schemas.microsoft.com/office/drawing/2014/main" id="{811A1727-F548-B34B-9AD9-E88FE97A9776}"/>
                </a:ext>
              </a:extLst>
            </p:cNvPr>
            <p:cNvPicPr/>
            <p:nvPr/>
          </p:nvPicPr>
          <p:blipFill>
            <a:blip r:embed="rId21"/>
            <a:stretch>
              <a:fillRect/>
            </a:stretch>
          </p:blipFill>
          <p:spPr>
            <a:xfrm>
              <a:off x="1169061" y="1411247"/>
              <a:ext cx="264106" cy="261318"/>
            </a:xfrm>
            <a:prstGeom prst="rect">
              <a:avLst/>
            </a:prstGeom>
          </p:spPr>
        </p:pic>
        <p:pic>
          <p:nvPicPr>
            <p:cNvPr id="156" name="object 150">
              <a:extLst>
                <a:ext uri="{FF2B5EF4-FFF2-40B4-BE49-F238E27FC236}">
                  <a16:creationId xmlns:a16="http://schemas.microsoft.com/office/drawing/2014/main" id="{C0976616-8E5F-0547-82F7-5820167DCA06}"/>
                </a:ext>
              </a:extLst>
            </p:cNvPr>
            <p:cNvPicPr/>
            <p:nvPr/>
          </p:nvPicPr>
          <p:blipFill>
            <a:blip r:embed="rId23"/>
            <a:stretch>
              <a:fillRect/>
            </a:stretch>
          </p:blipFill>
          <p:spPr>
            <a:xfrm>
              <a:off x="386333" y="1417798"/>
              <a:ext cx="342138" cy="248217"/>
            </a:xfrm>
            <a:prstGeom prst="rect">
              <a:avLst/>
            </a:prstGeom>
          </p:spPr>
        </p:pic>
        <p:pic>
          <p:nvPicPr>
            <p:cNvPr id="157" name="object 151">
              <a:extLst>
                <a:ext uri="{FF2B5EF4-FFF2-40B4-BE49-F238E27FC236}">
                  <a16:creationId xmlns:a16="http://schemas.microsoft.com/office/drawing/2014/main" id="{E3D31E38-4405-EF45-B756-C4E1CFC40499}"/>
                </a:ext>
              </a:extLst>
            </p:cNvPr>
            <p:cNvPicPr/>
            <p:nvPr/>
          </p:nvPicPr>
          <p:blipFill>
            <a:blip r:embed="rId20"/>
            <a:stretch>
              <a:fillRect/>
            </a:stretch>
          </p:blipFill>
          <p:spPr>
            <a:xfrm>
              <a:off x="761191" y="1335431"/>
              <a:ext cx="336135" cy="336750"/>
            </a:xfrm>
            <a:prstGeom prst="rect">
              <a:avLst/>
            </a:prstGeom>
          </p:spPr>
        </p:pic>
        <p:sp>
          <p:nvSpPr>
            <p:cNvPr id="158" name="object 152">
              <a:extLst>
                <a:ext uri="{FF2B5EF4-FFF2-40B4-BE49-F238E27FC236}">
                  <a16:creationId xmlns:a16="http://schemas.microsoft.com/office/drawing/2014/main" id="{DF9192D7-D04C-4347-87F2-CCEFA2607403}"/>
                </a:ext>
              </a:extLst>
            </p:cNvPr>
            <p:cNvSpPr/>
            <p:nvPr/>
          </p:nvSpPr>
          <p:spPr>
            <a:xfrm>
              <a:off x="35051" y="1673351"/>
              <a:ext cx="1518285" cy="3175"/>
            </a:xfrm>
            <a:custGeom>
              <a:avLst/>
              <a:gdLst/>
              <a:ahLst/>
              <a:cxnLst/>
              <a:rect l="l" t="t" r="r" b="b"/>
              <a:pathLst>
                <a:path w="1518285" h="3175">
                  <a:moveTo>
                    <a:pt x="0" y="0"/>
                  </a:moveTo>
                  <a:lnTo>
                    <a:pt x="1518285" y="3048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9" name="object 153">
            <a:extLst>
              <a:ext uri="{FF2B5EF4-FFF2-40B4-BE49-F238E27FC236}">
                <a16:creationId xmlns:a16="http://schemas.microsoft.com/office/drawing/2014/main" id="{6498EF3E-018F-D74D-91AC-14AA02080682}"/>
              </a:ext>
            </a:extLst>
          </p:cNvPr>
          <p:cNvGrpSpPr/>
          <p:nvPr/>
        </p:nvGrpSpPr>
        <p:grpSpPr>
          <a:xfrm>
            <a:off x="1798320" y="1485138"/>
            <a:ext cx="1734185" cy="363220"/>
            <a:chOff x="1645920" y="1332738"/>
            <a:chExt cx="1734185" cy="363220"/>
          </a:xfrm>
        </p:grpSpPr>
        <p:pic>
          <p:nvPicPr>
            <p:cNvPr id="160" name="object 154">
              <a:extLst>
                <a:ext uri="{FF2B5EF4-FFF2-40B4-BE49-F238E27FC236}">
                  <a16:creationId xmlns:a16="http://schemas.microsoft.com/office/drawing/2014/main" id="{942ED244-15D8-3D46-B837-A3876AFEE407}"/>
                </a:ext>
              </a:extLst>
            </p:cNvPr>
            <p:cNvPicPr/>
            <p:nvPr/>
          </p:nvPicPr>
          <p:blipFill>
            <a:blip r:embed="rId22"/>
            <a:stretch>
              <a:fillRect/>
            </a:stretch>
          </p:blipFill>
          <p:spPr>
            <a:xfrm>
              <a:off x="1807628" y="1332738"/>
              <a:ext cx="288469" cy="342138"/>
            </a:xfrm>
            <a:prstGeom prst="rect">
              <a:avLst/>
            </a:prstGeom>
          </p:spPr>
        </p:pic>
        <p:pic>
          <p:nvPicPr>
            <p:cNvPr id="161" name="object 155">
              <a:extLst>
                <a:ext uri="{FF2B5EF4-FFF2-40B4-BE49-F238E27FC236}">
                  <a16:creationId xmlns:a16="http://schemas.microsoft.com/office/drawing/2014/main" id="{689412FA-160F-8C4D-9471-FFAC19538074}"/>
                </a:ext>
              </a:extLst>
            </p:cNvPr>
            <p:cNvPicPr/>
            <p:nvPr/>
          </p:nvPicPr>
          <p:blipFill>
            <a:blip r:embed="rId21"/>
            <a:stretch>
              <a:fillRect/>
            </a:stretch>
          </p:blipFill>
          <p:spPr>
            <a:xfrm>
              <a:off x="2964333" y="1411248"/>
              <a:ext cx="264106" cy="261318"/>
            </a:xfrm>
            <a:prstGeom prst="rect">
              <a:avLst/>
            </a:prstGeom>
          </p:spPr>
        </p:pic>
        <p:pic>
          <p:nvPicPr>
            <p:cNvPr id="162" name="object 156">
              <a:extLst>
                <a:ext uri="{FF2B5EF4-FFF2-40B4-BE49-F238E27FC236}">
                  <a16:creationId xmlns:a16="http://schemas.microsoft.com/office/drawing/2014/main" id="{0C0D5DD6-E8FC-EA49-8442-A680253772F3}"/>
                </a:ext>
              </a:extLst>
            </p:cNvPr>
            <p:cNvPicPr/>
            <p:nvPr/>
          </p:nvPicPr>
          <p:blipFill>
            <a:blip r:embed="rId23"/>
            <a:stretch>
              <a:fillRect/>
            </a:stretch>
          </p:blipFill>
          <p:spPr>
            <a:xfrm>
              <a:off x="2181606" y="1417798"/>
              <a:ext cx="342138" cy="248217"/>
            </a:xfrm>
            <a:prstGeom prst="rect">
              <a:avLst/>
            </a:prstGeom>
          </p:spPr>
        </p:pic>
        <p:pic>
          <p:nvPicPr>
            <p:cNvPr id="163" name="object 157">
              <a:extLst>
                <a:ext uri="{FF2B5EF4-FFF2-40B4-BE49-F238E27FC236}">
                  <a16:creationId xmlns:a16="http://schemas.microsoft.com/office/drawing/2014/main" id="{0DE4A1A4-5807-9347-8134-4523FA6820AB}"/>
                </a:ext>
              </a:extLst>
            </p:cNvPr>
            <p:cNvPicPr/>
            <p:nvPr/>
          </p:nvPicPr>
          <p:blipFill>
            <a:blip r:embed="rId20"/>
            <a:stretch>
              <a:fillRect/>
            </a:stretch>
          </p:blipFill>
          <p:spPr>
            <a:xfrm>
              <a:off x="2556463" y="1335432"/>
              <a:ext cx="336135" cy="336750"/>
            </a:xfrm>
            <a:prstGeom prst="rect">
              <a:avLst/>
            </a:prstGeom>
          </p:spPr>
        </p:pic>
        <p:sp>
          <p:nvSpPr>
            <p:cNvPr id="164" name="object 158">
              <a:extLst>
                <a:ext uri="{FF2B5EF4-FFF2-40B4-BE49-F238E27FC236}">
                  <a16:creationId xmlns:a16="http://schemas.microsoft.com/office/drawing/2014/main" id="{18DB1657-C2E6-CB4A-B1E5-0B06F344280B}"/>
                </a:ext>
              </a:extLst>
            </p:cNvPr>
            <p:cNvSpPr/>
            <p:nvPr/>
          </p:nvSpPr>
          <p:spPr>
            <a:xfrm>
              <a:off x="1645920" y="1676400"/>
              <a:ext cx="1734185" cy="0"/>
            </a:xfrm>
            <a:custGeom>
              <a:avLst/>
              <a:gdLst/>
              <a:ahLst/>
              <a:cxnLst/>
              <a:rect l="l" t="t" r="r" b="b"/>
              <a:pathLst>
                <a:path w="1734185">
                  <a:moveTo>
                    <a:pt x="0" y="0"/>
                  </a:moveTo>
                  <a:lnTo>
                    <a:pt x="1734184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5" name="object 159">
            <a:extLst>
              <a:ext uri="{FF2B5EF4-FFF2-40B4-BE49-F238E27FC236}">
                <a16:creationId xmlns:a16="http://schemas.microsoft.com/office/drawing/2014/main" id="{F8D23635-19FE-614E-AE62-85D1F42A3E50}"/>
              </a:ext>
            </a:extLst>
          </p:cNvPr>
          <p:cNvGrpSpPr/>
          <p:nvPr/>
        </p:nvGrpSpPr>
        <p:grpSpPr>
          <a:xfrm>
            <a:off x="5236464" y="1485138"/>
            <a:ext cx="1710689" cy="371475"/>
            <a:chOff x="5084064" y="1332738"/>
            <a:chExt cx="1710689" cy="371475"/>
          </a:xfrm>
        </p:grpSpPr>
        <p:pic>
          <p:nvPicPr>
            <p:cNvPr id="166" name="object 160">
              <a:extLst>
                <a:ext uri="{FF2B5EF4-FFF2-40B4-BE49-F238E27FC236}">
                  <a16:creationId xmlns:a16="http://schemas.microsoft.com/office/drawing/2014/main" id="{0BC80664-99C6-F54C-B186-11D40304857A}"/>
                </a:ext>
              </a:extLst>
            </p:cNvPr>
            <p:cNvPicPr/>
            <p:nvPr/>
          </p:nvPicPr>
          <p:blipFill>
            <a:blip r:embed="rId24"/>
            <a:stretch>
              <a:fillRect/>
            </a:stretch>
          </p:blipFill>
          <p:spPr>
            <a:xfrm>
              <a:off x="5171694" y="1332738"/>
              <a:ext cx="665988" cy="342138"/>
            </a:xfrm>
            <a:prstGeom prst="rect">
              <a:avLst/>
            </a:prstGeom>
          </p:spPr>
        </p:pic>
        <p:pic>
          <p:nvPicPr>
            <p:cNvPr id="167" name="object 161">
              <a:extLst>
                <a:ext uri="{FF2B5EF4-FFF2-40B4-BE49-F238E27FC236}">
                  <a16:creationId xmlns:a16="http://schemas.microsoft.com/office/drawing/2014/main" id="{DF2FC981-923E-0D4A-95E9-75C2D8772AB5}"/>
                </a:ext>
              </a:extLst>
            </p:cNvPr>
            <p:cNvPicPr/>
            <p:nvPr/>
          </p:nvPicPr>
          <p:blipFill>
            <a:blip r:embed="rId23"/>
            <a:stretch>
              <a:fillRect/>
            </a:stretch>
          </p:blipFill>
          <p:spPr>
            <a:xfrm>
              <a:off x="5839206" y="1427599"/>
              <a:ext cx="342138" cy="247664"/>
            </a:xfrm>
            <a:prstGeom prst="rect">
              <a:avLst/>
            </a:prstGeom>
          </p:spPr>
        </p:pic>
        <p:pic>
          <p:nvPicPr>
            <p:cNvPr id="168" name="object 162">
              <a:extLst>
                <a:ext uri="{FF2B5EF4-FFF2-40B4-BE49-F238E27FC236}">
                  <a16:creationId xmlns:a16="http://schemas.microsoft.com/office/drawing/2014/main" id="{BE2012B2-DCC1-0C41-A2C4-3845310EC59E}"/>
                </a:ext>
              </a:extLst>
            </p:cNvPr>
            <p:cNvPicPr/>
            <p:nvPr/>
          </p:nvPicPr>
          <p:blipFill>
            <a:blip r:embed="rId20"/>
            <a:stretch>
              <a:fillRect/>
            </a:stretch>
          </p:blipFill>
          <p:spPr>
            <a:xfrm>
              <a:off x="6214056" y="1335432"/>
              <a:ext cx="335386" cy="336750"/>
            </a:xfrm>
            <a:prstGeom prst="rect">
              <a:avLst/>
            </a:prstGeom>
          </p:spPr>
        </p:pic>
        <p:sp>
          <p:nvSpPr>
            <p:cNvPr id="169" name="object 163">
              <a:extLst>
                <a:ext uri="{FF2B5EF4-FFF2-40B4-BE49-F238E27FC236}">
                  <a16:creationId xmlns:a16="http://schemas.microsoft.com/office/drawing/2014/main" id="{4025BDD5-16B4-9F41-A832-73D86BFFFAF2}"/>
                </a:ext>
              </a:extLst>
            </p:cNvPr>
            <p:cNvSpPr/>
            <p:nvPr/>
          </p:nvSpPr>
          <p:spPr>
            <a:xfrm>
              <a:off x="5084064" y="1684782"/>
              <a:ext cx="1710689" cy="0"/>
            </a:xfrm>
            <a:custGeom>
              <a:avLst/>
              <a:gdLst/>
              <a:ahLst/>
              <a:cxnLst/>
              <a:rect l="l" t="t" r="r" b="b"/>
              <a:pathLst>
                <a:path w="1710689">
                  <a:moveTo>
                    <a:pt x="0" y="0"/>
                  </a:moveTo>
                  <a:lnTo>
                    <a:pt x="1710689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0" name="object 164">
            <a:extLst>
              <a:ext uri="{FF2B5EF4-FFF2-40B4-BE49-F238E27FC236}">
                <a16:creationId xmlns:a16="http://schemas.microsoft.com/office/drawing/2014/main" id="{8BA96460-03FD-C24A-AF11-D6A84161278A}"/>
              </a:ext>
            </a:extLst>
          </p:cNvPr>
          <p:cNvGrpSpPr/>
          <p:nvPr/>
        </p:nvGrpSpPr>
        <p:grpSpPr>
          <a:xfrm>
            <a:off x="3606546" y="1485138"/>
            <a:ext cx="1556385" cy="353695"/>
            <a:chOff x="3454146" y="1332738"/>
            <a:chExt cx="1556385" cy="353695"/>
          </a:xfrm>
        </p:grpSpPr>
        <p:pic>
          <p:nvPicPr>
            <p:cNvPr id="171" name="object 165">
              <a:extLst>
                <a:ext uri="{FF2B5EF4-FFF2-40B4-BE49-F238E27FC236}">
                  <a16:creationId xmlns:a16="http://schemas.microsoft.com/office/drawing/2014/main" id="{FAF7B137-94BB-794E-BC3F-A94E5FE6FB3B}"/>
                </a:ext>
              </a:extLst>
            </p:cNvPr>
            <p:cNvPicPr/>
            <p:nvPr/>
          </p:nvPicPr>
          <p:blipFill>
            <a:blip r:embed="rId22"/>
            <a:stretch>
              <a:fillRect/>
            </a:stretch>
          </p:blipFill>
          <p:spPr>
            <a:xfrm>
              <a:off x="3640238" y="1332738"/>
              <a:ext cx="288469" cy="342138"/>
            </a:xfrm>
            <a:prstGeom prst="rect">
              <a:avLst/>
            </a:prstGeom>
          </p:spPr>
        </p:pic>
        <p:pic>
          <p:nvPicPr>
            <p:cNvPr id="172" name="object 166">
              <a:extLst>
                <a:ext uri="{FF2B5EF4-FFF2-40B4-BE49-F238E27FC236}">
                  <a16:creationId xmlns:a16="http://schemas.microsoft.com/office/drawing/2014/main" id="{4839EA21-E4E1-F14D-92CD-EDA796E685E6}"/>
                </a:ext>
              </a:extLst>
            </p:cNvPr>
            <p:cNvPicPr/>
            <p:nvPr/>
          </p:nvPicPr>
          <p:blipFill>
            <a:blip r:embed="rId5"/>
            <a:stretch>
              <a:fillRect/>
            </a:stretch>
          </p:blipFill>
          <p:spPr>
            <a:xfrm>
              <a:off x="3890010" y="1332738"/>
              <a:ext cx="342138" cy="342138"/>
            </a:xfrm>
            <a:prstGeom prst="rect">
              <a:avLst/>
            </a:prstGeom>
          </p:spPr>
        </p:pic>
        <p:pic>
          <p:nvPicPr>
            <p:cNvPr id="173" name="object 167">
              <a:extLst>
                <a:ext uri="{FF2B5EF4-FFF2-40B4-BE49-F238E27FC236}">
                  <a16:creationId xmlns:a16="http://schemas.microsoft.com/office/drawing/2014/main" id="{915B1D22-E167-ED44-8EB5-DFD71369617D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4224528" y="1332738"/>
              <a:ext cx="341375" cy="342138"/>
            </a:xfrm>
            <a:prstGeom prst="rect">
              <a:avLst/>
            </a:prstGeom>
          </p:spPr>
        </p:pic>
        <p:pic>
          <p:nvPicPr>
            <p:cNvPr id="174" name="object 168">
              <a:extLst>
                <a:ext uri="{FF2B5EF4-FFF2-40B4-BE49-F238E27FC236}">
                  <a16:creationId xmlns:a16="http://schemas.microsoft.com/office/drawing/2014/main" id="{9FABCF16-FBC4-D243-A6DC-680B41BE86AE}"/>
                </a:ext>
              </a:extLst>
            </p:cNvPr>
            <p:cNvPicPr/>
            <p:nvPr/>
          </p:nvPicPr>
          <p:blipFill>
            <a:blip r:embed="rId21"/>
            <a:stretch>
              <a:fillRect/>
            </a:stretch>
          </p:blipFill>
          <p:spPr>
            <a:xfrm>
              <a:off x="4634637" y="1402014"/>
              <a:ext cx="264106" cy="260735"/>
            </a:xfrm>
            <a:prstGeom prst="rect">
              <a:avLst/>
            </a:prstGeom>
          </p:spPr>
        </p:pic>
        <p:sp>
          <p:nvSpPr>
            <p:cNvPr id="175" name="object 169">
              <a:extLst>
                <a:ext uri="{FF2B5EF4-FFF2-40B4-BE49-F238E27FC236}">
                  <a16:creationId xmlns:a16="http://schemas.microsoft.com/office/drawing/2014/main" id="{BD28CC42-20A5-E245-A169-4B9D1A33FB3B}"/>
                </a:ext>
              </a:extLst>
            </p:cNvPr>
            <p:cNvSpPr/>
            <p:nvPr/>
          </p:nvSpPr>
          <p:spPr>
            <a:xfrm>
              <a:off x="3473196" y="1664208"/>
              <a:ext cx="1518285" cy="3175"/>
            </a:xfrm>
            <a:custGeom>
              <a:avLst/>
              <a:gdLst/>
              <a:ahLst/>
              <a:cxnLst/>
              <a:rect l="l" t="t" r="r" b="b"/>
              <a:pathLst>
                <a:path w="1518285" h="3175">
                  <a:moveTo>
                    <a:pt x="0" y="0"/>
                  </a:moveTo>
                  <a:lnTo>
                    <a:pt x="1518284" y="3047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6" name="object 170">
            <a:extLst>
              <a:ext uri="{FF2B5EF4-FFF2-40B4-BE49-F238E27FC236}">
                <a16:creationId xmlns:a16="http://schemas.microsoft.com/office/drawing/2014/main" id="{6A3F4795-FC8C-3642-8316-5ACCE9169077}"/>
              </a:ext>
            </a:extLst>
          </p:cNvPr>
          <p:cNvGrpSpPr/>
          <p:nvPr/>
        </p:nvGrpSpPr>
        <p:grpSpPr>
          <a:xfrm>
            <a:off x="176022" y="3147822"/>
            <a:ext cx="650875" cy="534670"/>
            <a:chOff x="23622" y="2995422"/>
            <a:chExt cx="650875" cy="534670"/>
          </a:xfrm>
        </p:grpSpPr>
        <p:pic>
          <p:nvPicPr>
            <p:cNvPr id="177" name="object 171">
              <a:extLst>
                <a:ext uri="{FF2B5EF4-FFF2-40B4-BE49-F238E27FC236}">
                  <a16:creationId xmlns:a16="http://schemas.microsoft.com/office/drawing/2014/main" id="{5833A284-2190-7E47-81E5-386A5C90D50A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23622" y="2995422"/>
              <a:ext cx="650748" cy="534162"/>
            </a:xfrm>
            <a:prstGeom prst="rect">
              <a:avLst/>
            </a:prstGeom>
          </p:spPr>
        </p:pic>
        <p:pic>
          <p:nvPicPr>
            <p:cNvPr id="178" name="object 172">
              <a:extLst>
                <a:ext uri="{FF2B5EF4-FFF2-40B4-BE49-F238E27FC236}">
                  <a16:creationId xmlns:a16="http://schemas.microsoft.com/office/drawing/2014/main" id="{F20DEFA3-2747-904F-A6D3-F4C20082D741}"/>
                </a:ext>
              </a:extLst>
            </p:cNvPr>
            <p:cNvPicPr/>
            <p:nvPr/>
          </p:nvPicPr>
          <p:blipFill>
            <a:blip r:embed="rId10"/>
            <a:stretch>
              <a:fillRect/>
            </a:stretch>
          </p:blipFill>
          <p:spPr>
            <a:xfrm>
              <a:off x="242315" y="3082290"/>
              <a:ext cx="245364" cy="246125"/>
            </a:xfrm>
            <a:prstGeom prst="rect">
              <a:avLst/>
            </a:prstGeom>
          </p:spPr>
        </p:pic>
        <p:pic>
          <p:nvPicPr>
            <p:cNvPr id="179" name="object 173">
              <a:extLst>
                <a:ext uri="{FF2B5EF4-FFF2-40B4-BE49-F238E27FC236}">
                  <a16:creationId xmlns:a16="http://schemas.microsoft.com/office/drawing/2014/main" id="{FAD92FBD-D107-ED4A-8F2B-DFD3BE4067E6}"/>
                </a:ext>
              </a:extLst>
            </p:cNvPr>
            <p:cNvPicPr/>
            <p:nvPr/>
          </p:nvPicPr>
          <p:blipFill>
            <a:blip r:embed="rId5"/>
            <a:stretch>
              <a:fillRect/>
            </a:stretch>
          </p:blipFill>
          <p:spPr>
            <a:xfrm>
              <a:off x="425196" y="3092196"/>
              <a:ext cx="244601" cy="245363"/>
            </a:xfrm>
            <a:prstGeom prst="rect">
              <a:avLst/>
            </a:prstGeom>
          </p:spPr>
        </p:pic>
      </p:grpSp>
      <p:grpSp>
        <p:nvGrpSpPr>
          <p:cNvPr id="180" name="object 174">
            <a:extLst>
              <a:ext uri="{FF2B5EF4-FFF2-40B4-BE49-F238E27FC236}">
                <a16:creationId xmlns:a16="http://schemas.microsoft.com/office/drawing/2014/main" id="{646F5DA5-4A70-F841-98A3-6C368E55CF8F}"/>
              </a:ext>
            </a:extLst>
          </p:cNvPr>
          <p:cNvGrpSpPr/>
          <p:nvPr/>
        </p:nvGrpSpPr>
        <p:grpSpPr>
          <a:xfrm>
            <a:off x="187451" y="2708910"/>
            <a:ext cx="957580" cy="361315"/>
            <a:chOff x="35051" y="2556510"/>
            <a:chExt cx="957580" cy="361315"/>
          </a:xfrm>
        </p:grpSpPr>
        <p:pic>
          <p:nvPicPr>
            <p:cNvPr id="181" name="object 175">
              <a:extLst>
                <a:ext uri="{FF2B5EF4-FFF2-40B4-BE49-F238E27FC236}">
                  <a16:creationId xmlns:a16="http://schemas.microsoft.com/office/drawing/2014/main" id="{8C0E6233-6714-7141-A7EF-4DFAC78DF8D2}"/>
                </a:ext>
              </a:extLst>
            </p:cNvPr>
            <p:cNvPicPr/>
            <p:nvPr/>
          </p:nvPicPr>
          <p:blipFill>
            <a:blip r:embed="rId21"/>
            <a:stretch>
              <a:fillRect/>
            </a:stretch>
          </p:blipFill>
          <p:spPr>
            <a:xfrm>
              <a:off x="689001" y="2620542"/>
              <a:ext cx="264106" cy="261318"/>
            </a:xfrm>
            <a:prstGeom prst="rect">
              <a:avLst/>
            </a:prstGeom>
          </p:spPr>
        </p:pic>
        <p:pic>
          <p:nvPicPr>
            <p:cNvPr id="182" name="object 176">
              <a:extLst>
                <a:ext uri="{FF2B5EF4-FFF2-40B4-BE49-F238E27FC236}">
                  <a16:creationId xmlns:a16="http://schemas.microsoft.com/office/drawing/2014/main" id="{61339A02-0345-F142-BEF9-DB758D320299}"/>
                </a:ext>
              </a:extLst>
            </p:cNvPr>
            <p:cNvPicPr/>
            <p:nvPr/>
          </p:nvPicPr>
          <p:blipFill>
            <a:blip r:embed="rId23"/>
            <a:stretch>
              <a:fillRect/>
            </a:stretch>
          </p:blipFill>
          <p:spPr>
            <a:xfrm>
              <a:off x="35051" y="2636893"/>
              <a:ext cx="342138" cy="247664"/>
            </a:xfrm>
            <a:prstGeom prst="rect">
              <a:avLst/>
            </a:prstGeom>
          </p:spPr>
        </p:pic>
        <p:pic>
          <p:nvPicPr>
            <p:cNvPr id="183" name="object 177">
              <a:extLst>
                <a:ext uri="{FF2B5EF4-FFF2-40B4-BE49-F238E27FC236}">
                  <a16:creationId xmlns:a16="http://schemas.microsoft.com/office/drawing/2014/main" id="{CDE5241C-1CFD-484C-9538-7E9BC4EF3F4E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383286" y="2556510"/>
              <a:ext cx="341376" cy="342138"/>
            </a:xfrm>
            <a:prstGeom prst="rect">
              <a:avLst/>
            </a:prstGeom>
          </p:spPr>
        </p:pic>
        <p:sp>
          <p:nvSpPr>
            <p:cNvPr id="184" name="object 178">
              <a:extLst>
                <a:ext uri="{FF2B5EF4-FFF2-40B4-BE49-F238E27FC236}">
                  <a16:creationId xmlns:a16="http://schemas.microsoft.com/office/drawing/2014/main" id="{BFF59A9A-86D2-A14E-B987-1B8C1317F813}"/>
                </a:ext>
              </a:extLst>
            </p:cNvPr>
            <p:cNvSpPr/>
            <p:nvPr/>
          </p:nvSpPr>
          <p:spPr>
            <a:xfrm>
              <a:off x="53340" y="2898648"/>
              <a:ext cx="939165" cy="0"/>
            </a:xfrm>
            <a:custGeom>
              <a:avLst/>
              <a:gdLst/>
              <a:ahLst/>
              <a:cxnLst/>
              <a:rect l="l" t="t" r="r" b="b"/>
              <a:pathLst>
                <a:path w="939165">
                  <a:moveTo>
                    <a:pt x="0" y="0"/>
                  </a:moveTo>
                  <a:lnTo>
                    <a:pt x="938784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5" name="object 179">
            <a:extLst>
              <a:ext uri="{FF2B5EF4-FFF2-40B4-BE49-F238E27FC236}">
                <a16:creationId xmlns:a16="http://schemas.microsoft.com/office/drawing/2014/main" id="{AC6E062A-D6CB-124D-9024-7D0FD463A179}"/>
              </a:ext>
            </a:extLst>
          </p:cNvPr>
          <p:cNvGrpSpPr/>
          <p:nvPr/>
        </p:nvGrpSpPr>
        <p:grpSpPr>
          <a:xfrm>
            <a:off x="1416558" y="2708910"/>
            <a:ext cx="777875" cy="361315"/>
            <a:chOff x="1264158" y="2556510"/>
            <a:chExt cx="777875" cy="361315"/>
          </a:xfrm>
        </p:grpSpPr>
        <p:pic>
          <p:nvPicPr>
            <p:cNvPr id="186" name="object 180">
              <a:extLst>
                <a:ext uri="{FF2B5EF4-FFF2-40B4-BE49-F238E27FC236}">
                  <a16:creationId xmlns:a16="http://schemas.microsoft.com/office/drawing/2014/main" id="{EC044A9F-CBA9-1443-8277-3DB91F2D193A}"/>
                </a:ext>
              </a:extLst>
            </p:cNvPr>
            <p:cNvPicPr/>
            <p:nvPr/>
          </p:nvPicPr>
          <p:blipFill>
            <a:blip r:embed="rId18"/>
            <a:stretch>
              <a:fillRect/>
            </a:stretch>
          </p:blipFill>
          <p:spPr>
            <a:xfrm>
              <a:off x="1272519" y="2559204"/>
              <a:ext cx="144058" cy="336750"/>
            </a:xfrm>
            <a:prstGeom prst="rect">
              <a:avLst/>
            </a:prstGeom>
          </p:spPr>
        </p:pic>
        <p:pic>
          <p:nvPicPr>
            <p:cNvPr id="187" name="object 181">
              <a:extLst>
                <a:ext uri="{FF2B5EF4-FFF2-40B4-BE49-F238E27FC236}">
                  <a16:creationId xmlns:a16="http://schemas.microsoft.com/office/drawing/2014/main" id="{B012CEE5-917C-D448-ABFC-A3D174629EA6}"/>
                </a:ext>
              </a:extLst>
            </p:cNvPr>
            <p:cNvPicPr/>
            <p:nvPr/>
          </p:nvPicPr>
          <p:blipFill>
            <a:blip r:embed="rId21"/>
            <a:stretch>
              <a:fillRect/>
            </a:stretch>
          </p:blipFill>
          <p:spPr>
            <a:xfrm>
              <a:off x="1738275" y="2625786"/>
              <a:ext cx="264106" cy="260735"/>
            </a:xfrm>
            <a:prstGeom prst="rect">
              <a:avLst/>
            </a:prstGeom>
          </p:spPr>
        </p:pic>
        <p:pic>
          <p:nvPicPr>
            <p:cNvPr id="188" name="object 182">
              <a:extLst>
                <a:ext uri="{FF2B5EF4-FFF2-40B4-BE49-F238E27FC236}">
                  <a16:creationId xmlns:a16="http://schemas.microsoft.com/office/drawing/2014/main" id="{45B4A9D4-915E-3845-8120-AF7A427BA243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1451610" y="2556510"/>
              <a:ext cx="342138" cy="342138"/>
            </a:xfrm>
            <a:prstGeom prst="rect">
              <a:avLst/>
            </a:prstGeom>
          </p:spPr>
        </p:pic>
        <p:sp>
          <p:nvSpPr>
            <p:cNvPr id="189" name="object 183">
              <a:extLst>
                <a:ext uri="{FF2B5EF4-FFF2-40B4-BE49-F238E27FC236}">
                  <a16:creationId xmlns:a16="http://schemas.microsoft.com/office/drawing/2014/main" id="{4A6BD0BB-9115-9046-A130-8BF378C95484}"/>
                </a:ext>
              </a:extLst>
            </p:cNvPr>
            <p:cNvSpPr/>
            <p:nvPr/>
          </p:nvSpPr>
          <p:spPr>
            <a:xfrm>
              <a:off x="1264158" y="2898648"/>
              <a:ext cx="777875" cy="0"/>
            </a:xfrm>
            <a:custGeom>
              <a:avLst/>
              <a:gdLst/>
              <a:ahLst/>
              <a:cxnLst/>
              <a:rect l="l" t="t" r="r" b="b"/>
              <a:pathLst>
                <a:path w="777875">
                  <a:moveTo>
                    <a:pt x="0" y="0"/>
                  </a:moveTo>
                  <a:lnTo>
                    <a:pt x="777366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0" name="object 184">
            <a:extLst>
              <a:ext uri="{FF2B5EF4-FFF2-40B4-BE49-F238E27FC236}">
                <a16:creationId xmlns:a16="http://schemas.microsoft.com/office/drawing/2014/main" id="{0679103A-28A6-5143-87D3-4FA5B3BE83CD}"/>
              </a:ext>
            </a:extLst>
          </p:cNvPr>
          <p:cNvGrpSpPr/>
          <p:nvPr/>
        </p:nvGrpSpPr>
        <p:grpSpPr>
          <a:xfrm>
            <a:off x="2460498" y="2711604"/>
            <a:ext cx="802005" cy="372745"/>
            <a:chOff x="2308098" y="2559204"/>
            <a:chExt cx="802005" cy="372745"/>
          </a:xfrm>
        </p:grpSpPr>
        <p:pic>
          <p:nvPicPr>
            <p:cNvPr id="191" name="object 185">
              <a:extLst>
                <a:ext uri="{FF2B5EF4-FFF2-40B4-BE49-F238E27FC236}">
                  <a16:creationId xmlns:a16="http://schemas.microsoft.com/office/drawing/2014/main" id="{43803A4D-A73F-564F-9901-0264F18D1418}"/>
                </a:ext>
              </a:extLst>
            </p:cNvPr>
            <p:cNvPicPr/>
            <p:nvPr/>
          </p:nvPicPr>
          <p:blipFill>
            <a:blip r:embed="rId18"/>
            <a:stretch>
              <a:fillRect/>
            </a:stretch>
          </p:blipFill>
          <p:spPr>
            <a:xfrm>
              <a:off x="2321794" y="2559204"/>
              <a:ext cx="144058" cy="336750"/>
            </a:xfrm>
            <a:prstGeom prst="rect">
              <a:avLst/>
            </a:prstGeom>
          </p:spPr>
        </p:pic>
        <p:pic>
          <p:nvPicPr>
            <p:cNvPr id="192" name="object 186">
              <a:extLst>
                <a:ext uri="{FF2B5EF4-FFF2-40B4-BE49-F238E27FC236}">
                  <a16:creationId xmlns:a16="http://schemas.microsoft.com/office/drawing/2014/main" id="{1694D289-77BA-C642-A354-5C5E9DACD64D}"/>
                </a:ext>
              </a:extLst>
            </p:cNvPr>
            <p:cNvPicPr/>
            <p:nvPr/>
          </p:nvPicPr>
          <p:blipFill>
            <a:blip r:embed="rId25"/>
            <a:stretch>
              <a:fillRect/>
            </a:stretch>
          </p:blipFill>
          <p:spPr>
            <a:xfrm>
              <a:off x="2456688" y="2590038"/>
              <a:ext cx="653033" cy="341375"/>
            </a:xfrm>
            <a:prstGeom prst="rect">
              <a:avLst/>
            </a:prstGeom>
          </p:spPr>
        </p:pic>
        <p:sp>
          <p:nvSpPr>
            <p:cNvPr id="193" name="object 187">
              <a:extLst>
                <a:ext uri="{FF2B5EF4-FFF2-40B4-BE49-F238E27FC236}">
                  <a16:creationId xmlns:a16="http://schemas.microsoft.com/office/drawing/2014/main" id="{630F70F8-03CA-C940-AE00-F3DBE1CA51A6}"/>
                </a:ext>
              </a:extLst>
            </p:cNvPr>
            <p:cNvSpPr/>
            <p:nvPr/>
          </p:nvSpPr>
          <p:spPr>
            <a:xfrm>
              <a:off x="2308098" y="2898648"/>
              <a:ext cx="792480" cy="0"/>
            </a:xfrm>
            <a:custGeom>
              <a:avLst/>
              <a:gdLst/>
              <a:ahLst/>
              <a:cxnLst/>
              <a:rect l="l" t="t" r="r" b="b"/>
              <a:pathLst>
                <a:path w="792480">
                  <a:moveTo>
                    <a:pt x="0" y="0"/>
                  </a:moveTo>
                  <a:lnTo>
                    <a:pt x="791971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4" name="object 188">
            <a:extLst>
              <a:ext uri="{FF2B5EF4-FFF2-40B4-BE49-F238E27FC236}">
                <a16:creationId xmlns:a16="http://schemas.microsoft.com/office/drawing/2014/main" id="{6B99D037-1FF4-F742-8088-41B33D462529}"/>
              </a:ext>
            </a:extLst>
          </p:cNvPr>
          <p:cNvGrpSpPr/>
          <p:nvPr/>
        </p:nvGrpSpPr>
        <p:grpSpPr>
          <a:xfrm>
            <a:off x="3542297" y="2711604"/>
            <a:ext cx="938530" cy="358775"/>
            <a:chOff x="3389897" y="2559204"/>
            <a:chExt cx="938530" cy="358775"/>
          </a:xfrm>
        </p:grpSpPr>
        <p:pic>
          <p:nvPicPr>
            <p:cNvPr id="195" name="object 189">
              <a:extLst>
                <a:ext uri="{FF2B5EF4-FFF2-40B4-BE49-F238E27FC236}">
                  <a16:creationId xmlns:a16="http://schemas.microsoft.com/office/drawing/2014/main" id="{8EBCDE5E-7724-584F-9F4E-DEF1C748ECB6}"/>
                </a:ext>
              </a:extLst>
            </p:cNvPr>
            <p:cNvPicPr/>
            <p:nvPr/>
          </p:nvPicPr>
          <p:blipFill>
            <a:blip r:embed="rId18"/>
            <a:stretch>
              <a:fillRect/>
            </a:stretch>
          </p:blipFill>
          <p:spPr>
            <a:xfrm>
              <a:off x="3389897" y="2559204"/>
              <a:ext cx="143737" cy="336750"/>
            </a:xfrm>
            <a:prstGeom prst="rect">
              <a:avLst/>
            </a:prstGeom>
          </p:spPr>
        </p:pic>
        <p:pic>
          <p:nvPicPr>
            <p:cNvPr id="196" name="object 190">
              <a:extLst>
                <a:ext uri="{FF2B5EF4-FFF2-40B4-BE49-F238E27FC236}">
                  <a16:creationId xmlns:a16="http://schemas.microsoft.com/office/drawing/2014/main" id="{C037642E-8EEF-D04D-8A09-8CF85366DCFD}"/>
                </a:ext>
              </a:extLst>
            </p:cNvPr>
            <p:cNvPicPr/>
            <p:nvPr/>
          </p:nvPicPr>
          <p:blipFill>
            <a:blip r:embed="rId11"/>
            <a:stretch>
              <a:fillRect/>
            </a:stretch>
          </p:blipFill>
          <p:spPr>
            <a:xfrm>
              <a:off x="3557777" y="2638422"/>
              <a:ext cx="342138" cy="244608"/>
            </a:xfrm>
            <a:prstGeom prst="rect">
              <a:avLst/>
            </a:prstGeom>
          </p:spPr>
        </p:pic>
        <p:pic>
          <p:nvPicPr>
            <p:cNvPr id="197" name="object 191">
              <a:extLst>
                <a:ext uri="{FF2B5EF4-FFF2-40B4-BE49-F238E27FC236}">
                  <a16:creationId xmlns:a16="http://schemas.microsoft.com/office/drawing/2014/main" id="{76B03C5D-8C8D-3F44-8EC4-15B6926BAA9D}"/>
                </a:ext>
              </a:extLst>
            </p:cNvPr>
            <p:cNvPicPr/>
            <p:nvPr/>
          </p:nvPicPr>
          <p:blipFill>
            <a:blip r:embed="rId19"/>
            <a:stretch>
              <a:fillRect/>
            </a:stretch>
          </p:blipFill>
          <p:spPr>
            <a:xfrm>
              <a:off x="3933964" y="2560397"/>
              <a:ext cx="333476" cy="334362"/>
            </a:xfrm>
            <a:prstGeom prst="rect">
              <a:avLst/>
            </a:prstGeom>
          </p:spPr>
        </p:pic>
        <p:sp>
          <p:nvSpPr>
            <p:cNvPr id="198" name="object 192">
              <a:extLst>
                <a:ext uri="{FF2B5EF4-FFF2-40B4-BE49-F238E27FC236}">
                  <a16:creationId xmlns:a16="http://schemas.microsoft.com/office/drawing/2014/main" id="{C54A8CDC-1798-9949-9DBC-526FC2B36D7C}"/>
                </a:ext>
              </a:extLst>
            </p:cNvPr>
            <p:cNvSpPr/>
            <p:nvPr/>
          </p:nvSpPr>
          <p:spPr>
            <a:xfrm>
              <a:off x="3390899" y="2898648"/>
              <a:ext cx="937260" cy="0"/>
            </a:xfrm>
            <a:custGeom>
              <a:avLst/>
              <a:gdLst/>
              <a:ahLst/>
              <a:cxnLst/>
              <a:rect l="l" t="t" r="r" b="b"/>
              <a:pathLst>
                <a:path w="937260">
                  <a:moveTo>
                    <a:pt x="0" y="0"/>
                  </a:moveTo>
                  <a:lnTo>
                    <a:pt x="937005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9" name="object 193">
            <a:extLst>
              <a:ext uri="{FF2B5EF4-FFF2-40B4-BE49-F238E27FC236}">
                <a16:creationId xmlns:a16="http://schemas.microsoft.com/office/drawing/2014/main" id="{824DAE1A-BC5D-4D4F-B5FC-F2419AD9189A}"/>
              </a:ext>
            </a:extLst>
          </p:cNvPr>
          <p:cNvGrpSpPr/>
          <p:nvPr/>
        </p:nvGrpSpPr>
        <p:grpSpPr>
          <a:xfrm>
            <a:off x="5807964" y="2708910"/>
            <a:ext cx="964565" cy="370840"/>
            <a:chOff x="5655564" y="2556510"/>
            <a:chExt cx="964565" cy="370840"/>
          </a:xfrm>
        </p:grpSpPr>
        <p:pic>
          <p:nvPicPr>
            <p:cNvPr id="200" name="object 194">
              <a:extLst>
                <a:ext uri="{FF2B5EF4-FFF2-40B4-BE49-F238E27FC236}">
                  <a16:creationId xmlns:a16="http://schemas.microsoft.com/office/drawing/2014/main" id="{B177EA4C-7023-744B-B931-5F6FB36992F3}"/>
                </a:ext>
              </a:extLst>
            </p:cNvPr>
            <p:cNvPicPr/>
            <p:nvPr/>
          </p:nvPicPr>
          <p:blipFill>
            <a:blip r:embed="rId17"/>
            <a:stretch>
              <a:fillRect/>
            </a:stretch>
          </p:blipFill>
          <p:spPr>
            <a:xfrm>
              <a:off x="5670322" y="2556510"/>
              <a:ext cx="287474" cy="342138"/>
            </a:xfrm>
            <a:prstGeom prst="rect">
              <a:avLst/>
            </a:prstGeom>
          </p:spPr>
        </p:pic>
        <p:pic>
          <p:nvPicPr>
            <p:cNvPr id="201" name="object 195">
              <a:extLst>
                <a:ext uri="{FF2B5EF4-FFF2-40B4-BE49-F238E27FC236}">
                  <a16:creationId xmlns:a16="http://schemas.microsoft.com/office/drawing/2014/main" id="{09504883-2C10-0E41-AD76-780418A4FA13}"/>
                </a:ext>
              </a:extLst>
            </p:cNvPr>
            <p:cNvPicPr/>
            <p:nvPr/>
          </p:nvPicPr>
          <p:blipFill>
            <a:blip r:embed="rId21"/>
            <a:stretch>
              <a:fillRect/>
            </a:stretch>
          </p:blipFill>
          <p:spPr>
            <a:xfrm>
              <a:off x="6278946" y="2625114"/>
              <a:ext cx="263518" cy="261318"/>
            </a:xfrm>
            <a:prstGeom prst="rect">
              <a:avLst/>
            </a:prstGeom>
          </p:spPr>
        </p:pic>
        <p:pic>
          <p:nvPicPr>
            <p:cNvPr id="202" name="object 196">
              <a:extLst>
                <a:ext uri="{FF2B5EF4-FFF2-40B4-BE49-F238E27FC236}">
                  <a16:creationId xmlns:a16="http://schemas.microsoft.com/office/drawing/2014/main" id="{62580149-F21F-AD46-A4CE-BBE28A071EC8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5948172" y="2585466"/>
              <a:ext cx="342138" cy="341375"/>
            </a:xfrm>
            <a:prstGeom prst="rect">
              <a:avLst/>
            </a:prstGeom>
          </p:spPr>
        </p:pic>
        <p:sp>
          <p:nvSpPr>
            <p:cNvPr id="203" name="object 197">
              <a:extLst>
                <a:ext uri="{FF2B5EF4-FFF2-40B4-BE49-F238E27FC236}">
                  <a16:creationId xmlns:a16="http://schemas.microsoft.com/office/drawing/2014/main" id="{BE2211C0-D1C5-9346-BD29-26FD1298E4EB}"/>
                </a:ext>
              </a:extLst>
            </p:cNvPr>
            <p:cNvSpPr/>
            <p:nvPr/>
          </p:nvSpPr>
          <p:spPr>
            <a:xfrm>
              <a:off x="5655564" y="2898648"/>
              <a:ext cx="964565" cy="0"/>
            </a:xfrm>
            <a:custGeom>
              <a:avLst/>
              <a:gdLst/>
              <a:ahLst/>
              <a:cxnLst/>
              <a:rect l="l" t="t" r="r" b="b"/>
              <a:pathLst>
                <a:path w="964565">
                  <a:moveTo>
                    <a:pt x="0" y="0"/>
                  </a:moveTo>
                  <a:lnTo>
                    <a:pt x="964184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4" name="object 198">
            <a:extLst>
              <a:ext uri="{FF2B5EF4-FFF2-40B4-BE49-F238E27FC236}">
                <a16:creationId xmlns:a16="http://schemas.microsoft.com/office/drawing/2014/main" id="{F739B403-99A2-C04E-9629-C53603AE7205}"/>
              </a:ext>
            </a:extLst>
          </p:cNvPr>
          <p:cNvGrpSpPr/>
          <p:nvPr/>
        </p:nvGrpSpPr>
        <p:grpSpPr>
          <a:xfrm>
            <a:off x="6953250" y="2708910"/>
            <a:ext cx="982344" cy="370840"/>
            <a:chOff x="6800850" y="2556510"/>
            <a:chExt cx="982344" cy="370840"/>
          </a:xfrm>
        </p:grpSpPr>
        <p:pic>
          <p:nvPicPr>
            <p:cNvPr id="205" name="object 199">
              <a:extLst>
                <a:ext uri="{FF2B5EF4-FFF2-40B4-BE49-F238E27FC236}">
                  <a16:creationId xmlns:a16="http://schemas.microsoft.com/office/drawing/2014/main" id="{7506B44C-3BF7-D643-B206-1F133F9B681D}"/>
                </a:ext>
              </a:extLst>
            </p:cNvPr>
            <p:cNvPicPr/>
            <p:nvPr/>
          </p:nvPicPr>
          <p:blipFill>
            <a:blip r:embed="rId17"/>
            <a:stretch>
              <a:fillRect/>
            </a:stretch>
          </p:blipFill>
          <p:spPr>
            <a:xfrm>
              <a:off x="6829384" y="2556510"/>
              <a:ext cx="288116" cy="342138"/>
            </a:xfrm>
            <a:prstGeom prst="rect">
              <a:avLst/>
            </a:prstGeom>
          </p:spPr>
        </p:pic>
        <p:pic>
          <p:nvPicPr>
            <p:cNvPr id="206" name="object 200">
              <a:extLst>
                <a:ext uri="{FF2B5EF4-FFF2-40B4-BE49-F238E27FC236}">
                  <a16:creationId xmlns:a16="http://schemas.microsoft.com/office/drawing/2014/main" id="{A4642929-B2CB-3749-8638-CCA5579D2353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7098029" y="2585466"/>
              <a:ext cx="342138" cy="341375"/>
            </a:xfrm>
            <a:prstGeom prst="rect">
              <a:avLst/>
            </a:prstGeom>
          </p:spPr>
        </p:pic>
        <p:pic>
          <p:nvPicPr>
            <p:cNvPr id="207" name="object 201">
              <a:extLst>
                <a:ext uri="{FF2B5EF4-FFF2-40B4-BE49-F238E27FC236}">
                  <a16:creationId xmlns:a16="http://schemas.microsoft.com/office/drawing/2014/main" id="{5F3A758B-F54E-A641-AC6A-62031BB70CA5}"/>
                </a:ext>
              </a:extLst>
            </p:cNvPr>
            <p:cNvPicPr/>
            <p:nvPr/>
          </p:nvPicPr>
          <p:blipFill>
            <a:blip r:embed="rId19"/>
            <a:stretch>
              <a:fillRect/>
            </a:stretch>
          </p:blipFill>
          <p:spPr>
            <a:xfrm>
              <a:off x="7446013" y="2560397"/>
              <a:ext cx="332733" cy="334362"/>
            </a:xfrm>
            <a:prstGeom prst="rect">
              <a:avLst/>
            </a:prstGeom>
          </p:spPr>
        </p:pic>
        <p:sp>
          <p:nvSpPr>
            <p:cNvPr id="208" name="object 202">
              <a:extLst>
                <a:ext uri="{FF2B5EF4-FFF2-40B4-BE49-F238E27FC236}">
                  <a16:creationId xmlns:a16="http://schemas.microsoft.com/office/drawing/2014/main" id="{271A4911-E1EE-B14B-9888-D510F093B515}"/>
                </a:ext>
              </a:extLst>
            </p:cNvPr>
            <p:cNvSpPr/>
            <p:nvPr/>
          </p:nvSpPr>
          <p:spPr>
            <a:xfrm>
              <a:off x="6800850" y="2898648"/>
              <a:ext cx="982344" cy="0"/>
            </a:xfrm>
            <a:custGeom>
              <a:avLst/>
              <a:gdLst/>
              <a:ahLst/>
              <a:cxnLst/>
              <a:rect l="l" t="t" r="r" b="b"/>
              <a:pathLst>
                <a:path w="982344">
                  <a:moveTo>
                    <a:pt x="0" y="0"/>
                  </a:moveTo>
                  <a:lnTo>
                    <a:pt x="982345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9" name="object 203">
            <a:extLst>
              <a:ext uri="{FF2B5EF4-FFF2-40B4-BE49-F238E27FC236}">
                <a16:creationId xmlns:a16="http://schemas.microsoft.com/office/drawing/2014/main" id="{E80FA27B-43AC-8344-BEB7-AFFF984D9785}"/>
              </a:ext>
            </a:extLst>
          </p:cNvPr>
          <p:cNvGrpSpPr/>
          <p:nvPr/>
        </p:nvGrpSpPr>
        <p:grpSpPr>
          <a:xfrm>
            <a:off x="8143834" y="2708910"/>
            <a:ext cx="745490" cy="375285"/>
            <a:chOff x="7991434" y="2556510"/>
            <a:chExt cx="745490" cy="375285"/>
          </a:xfrm>
        </p:grpSpPr>
        <p:pic>
          <p:nvPicPr>
            <p:cNvPr id="210" name="object 204">
              <a:extLst>
                <a:ext uri="{FF2B5EF4-FFF2-40B4-BE49-F238E27FC236}">
                  <a16:creationId xmlns:a16="http://schemas.microsoft.com/office/drawing/2014/main" id="{1FE873C4-C773-714C-ACC1-16F74385032A}"/>
                </a:ext>
              </a:extLst>
            </p:cNvPr>
            <p:cNvPicPr/>
            <p:nvPr/>
          </p:nvPicPr>
          <p:blipFill>
            <a:blip r:embed="rId17"/>
            <a:stretch>
              <a:fillRect/>
            </a:stretch>
          </p:blipFill>
          <p:spPr>
            <a:xfrm>
              <a:off x="7991434" y="2556510"/>
              <a:ext cx="288116" cy="342138"/>
            </a:xfrm>
            <a:prstGeom prst="rect">
              <a:avLst/>
            </a:prstGeom>
          </p:spPr>
        </p:pic>
        <p:pic>
          <p:nvPicPr>
            <p:cNvPr id="211" name="object 205">
              <a:extLst>
                <a:ext uri="{FF2B5EF4-FFF2-40B4-BE49-F238E27FC236}">
                  <a16:creationId xmlns:a16="http://schemas.microsoft.com/office/drawing/2014/main" id="{3974FDE3-EC59-B947-9BCE-2F01C6A01C42}"/>
                </a:ext>
              </a:extLst>
            </p:cNvPr>
            <p:cNvPicPr/>
            <p:nvPr/>
          </p:nvPicPr>
          <p:blipFill>
            <a:blip r:embed="rId5"/>
            <a:stretch>
              <a:fillRect/>
            </a:stretch>
          </p:blipFill>
          <p:spPr>
            <a:xfrm>
              <a:off x="8174735" y="2556510"/>
              <a:ext cx="342138" cy="342138"/>
            </a:xfrm>
            <a:prstGeom prst="rect">
              <a:avLst/>
            </a:prstGeom>
          </p:spPr>
        </p:pic>
        <p:pic>
          <p:nvPicPr>
            <p:cNvPr id="212" name="object 206">
              <a:extLst>
                <a:ext uri="{FF2B5EF4-FFF2-40B4-BE49-F238E27FC236}">
                  <a16:creationId xmlns:a16="http://schemas.microsoft.com/office/drawing/2014/main" id="{38D0DCF4-7C9A-5240-ADB1-99EBFB41E748}"/>
                </a:ext>
              </a:extLst>
            </p:cNvPr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8394953" y="2590038"/>
              <a:ext cx="341375" cy="341375"/>
            </a:xfrm>
            <a:prstGeom prst="rect">
              <a:avLst/>
            </a:prstGeom>
          </p:spPr>
        </p:pic>
        <p:sp>
          <p:nvSpPr>
            <p:cNvPr id="213" name="object 207">
              <a:extLst>
                <a:ext uri="{FF2B5EF4-FFF2-40B4-BE49-F238E27FC236}">
                  <a16:creationId xmlns:a16="http://schemas.microsoft.com/office/drawing/2014/main" id="{5FE00F74-0691-D846-A11E-772D07CA194A}"/>
                </a:ext>
              </a:extLst>
            </p:cNvPr>
            <p:cNvSpPr/>
            <p:nvPr/>
          </p:nvSpPr>
          <p:spPr>
            <a:xfrm>
              <a:off x="8002523" y="2898648"/>
              <a:ext cx="734695" cy="0"/>
            </a:xfrm>
            <a:custGeom>
              <a:avLst/>
              <a:gdLst/>
              <a:ahLst/>
              <a:cxnLst/>
              <a:rect l="l" t="t" r="r" b="b"/>
              <a:pathLst>
                <a:path w="734695">
                  <a:moveTo>
                    <a:pt x="0" y="0"/>
                  </a:moveTo>
                  <a:lnTo>
                    <a:pt x="734186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4" name="object 208">
            <a:extLst>
              <a:ext uri="{FF2B5EF4-FFF2-40B4-BE49-F238E27FC236}">
                <a16:creationId xmlns:a16="http://schemas.microsoft.com/office/drawing/2014/main" id="{474F5207-A5F0-E649-9B74-87E000D48983}"/>
              </a:ext>
            </a:extLst>
          </p:cNvPr>
          <p:cNvGrpSpPr/>
          <p:nvPr/>
        </p:nvGrpSpPr>
        <p:grpSpPr>
          <a:xfrm>
            <a:off x="10097261" y="2708910"/>
            <a:ext cx="876300" cy="375285"/>
            <a:chOff x="9944861" y="2556510"/>
            <a:chExt cx="876300" cy="375285"/>
          </a:xfrm>
        </p:grpSpPr>
        <p:pic>
          <p:nvPicPr>
            <p:cNvPr id="215" name="object 209">
              <a:extLst>
                <a:ext uri="{FF2B5EF4-FFF2-40B4-BE49-F238E27FC236}">
                  <a16:creationId xmlns:a16="http://schemas.microsoft.com/office/drawing/2014/main" id="{19584806-8E6E-274C-B334-1A15A977F735}"/>
                </a:ext>
              </a:extLst>
            </p:cNvPr>
            <p:cNvPicPr/>
            <p:nvPr/>
          </p:nvPicPr>
          <p:blipFill>
            <a:blip r:embed="rId17"/>
            <a:stretch>
              <a:fillRect/>
            </a:stretch>
          </p:blipFill>
          <p:spPr>
            <a:xfrm>
              <a:off x="9964252" y="2556510"/>
              <a:ext cx="288116" cy="342138"/>
            </a:xfrm>
            <a:prstGeom prst="rect">
              <a:avLst/>
            </a:prstGeom>
          </p:spPr>
        </p:pic>
        <p:pic>
          <p:nvPicPr>
            <p:cNvPr id="216" name="object 210">
              <a:extLst>
                <a:ext uri="{FF2B5EF4-FFF2-40B4-BE49-F238E27FC236}">
                  <a16:creationId xmlns:a16="http://schemas.microsoft.com/office/drawing/2014/main" id="{7870EBA0-EB23-694D-B811-07A2752ED4F5}"/>
                </a:ext>
              </a:extLst>
            </p:cNvPr>
            <p:cNvPicPr/>
            <p:nvPr/>
          </p:nvPicPr>
          <p:blipFill>
            <a:blip r:embed="rId5"/>
            <a:stretch>
              <a:fillRect/>
            </a:stretch>
          </p:blipFill>
          <p:spPr>
            <a:xfrm>
              <a:off x="10156697" y="2556510"/>
              <a:ext cx="342138" cy="342138"/>
            </a:xfrm>
            <a:prstGeom prst="rect">
              <a:avLst/>
            </a:prstGeom>
          </p:spPr>
        </p:pic>
        <p:pic>
          <p:nvPicPr>
            <p:cNvPr id="217" name="object 211">
              <a:extLst>
                <a:ext uri="{FF2B5EF4-FFF2-40B4-BE49-F238E27FC236}">
                  <a16:creationId xmlns:a16="http://schemas.microsoft.com/office/drawing/2014/main" id="{2F4708E0-19C6-6E49-BDB0-05C03F48427C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10424159" y="2590038"/>
              <a:ext cx="341375" cy="341375"/>
            </a:xfrm>
            <a:prstGeom prst="rect">
              <a:avLst/>
            </a:prstGeom>
          </p:spPr>
        </p:pic>
        <p:sp>
          <p:nvSpPr>
            <p:cNvPr id="218" name="object 212">
              <a:extLst>
                <a:ext uri="{FF2B5EF4-FFF2-40B4-BE49-F238E27FC236}">
                  <a16:creationId xmlns:a16="http://schemas.microsoft.com/office/drawing/2014/main" id="{7BB4CC44-5F06-EF44-96A3-D8C804E15EF7}"/>
                </a:ext>
              </a:extLst>
            </p:cNvPr>
            <p:cNvSpPr/>
            <p:nvPr/>
          </p:nvSpPr>
          <p:spPr>
            <a:xfrm>
              <a:off x="9944861" y="2898648"/>
              <a:ext cx="876300" cy="0"/>
            </a:xfrm>
            <a:custGeom>
              <a:avLst/>
              <a:gdLst/>
              <a:ahLst/>
              <a:cxnLst/>
              <a:rect l="l" t="t" r="r" b="b"/>
              <a:pathLst>
                <a:path w="876300">
                  <a:moveTo>
                    <a:pt x="0" y="0"/>
                  </a:moveTo>
                  <a:lnTo>
                    <a:pt x="875919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9" name="object 213">
            <a:extLst>
              <a:ext uri="{FF2B5EF4-FFF2-40B4-BE49-F238E27FC236}">
                <a16:creationId xmlns:a16="http://schemas.microsoft.com/office/drawing/2014/main" id="{3EE4AA20-7F5C-F341-BA48-070161B87D39}"/>
              </a:ext>
            </a:extLst>
          </p:cNvPr>
          <p:cNvGrpSpPr/>
          <p:nvPr/>
        </p:nvGrpSpPr>
        <p:grpSpPr>
          <a:xfrm>
            <a:off x="4688165" y="2708910"/>
            <a:ext cx="926465" cy="361315"/>
            <a:chOff x="4535765" y="2556510"/>
            <a:chExt cx="926465" cy="361315"/>
          </a:xfrm>
        </p:grpSpPr>
        <p:pic>
          <p:nvPicPr>
            <p:cNvPr id="220" name="object 214">
              <a:extLst>
                <a:ext uri="{FF2B5EF4-FFF2-40B4-BE49-F238E27FC236}">
                  <a16:creationId xmlns:a16="http://schemas.microsoft.com/office/drawing/2014/main" id="{EB2E6301-AE11-1C49-A1D2-4E12B550F8D9}"/>
                </a:ext>
              </a:extLst>
            </p:cNvPr>
            <p:cNvPicPr/>
            <p:nvPr/>
          </p:nvPicPr>
          <p:blipFill>
            <a:blip r:embed="rId17"/>
            <a:stretch>
              <a:fillRect/>
            </a:stretch>
          </p:blipFill>
          <p:spPr>
            <a:xfrm>
              <a:off x="4535765" y="2556510"/>
              <a:ext cx="288116" cy="342138"/>
            </a:xfrm>
            <a:prstGeom prst="rect">
              <a:avLst/>
            </a:prstGeom>
          </p:spPr>
        </p:pic>
        <p:pic>
          <p:nvPicPr>
            <p:cNvPr id="221" name="object 215">
              <a:extLst>
                <a:ext uri="{FF2B5EF4-FFF2-40B4-BE49-F238E27FC236}">
                  <a16:creationId xmlns:a16="http://schemas.microsoft.com/office/drawing/2014/main" id="{975FD304-E2C0-B248-B9E2-876CA4CB1AA1}"/>
                </a:ext>
              </a:extLst>
            </p:cNvPr>
            <p:cNvPicPr/>
            <p:nvPr/>
          </p:nvPicPr>
          <p:blipFill>
            <a:blip r:embed="rId21"/>
            <a:stretch>
              <a:fillRect/>
            </a:stretch>
          </p:blipFill>
          <p:spPr>
            <a:xfrm>
              <a:off x="5158893" y="2625786"/>
              <a:ext cx="264106" cy="260735"/>
            </a:xfrm>
            <a:prstGeom prst="rect">
              <a:avLst/>
            </a:prstGeom>
          </p:spPr>
        </p:pic>
        <p:pic>
          <p:nvPicPr>
            <p:cNvPr id="222" name="object 216">
              <a:extLst>
                <a:ext uri="{FF2B5EF4-FFF2-40B4-BE49-F238E27FC236}">
                  <a16:creationId xmlns:a16="http://schemas.microsoft.com/office/drawing/2014/main" id="{423DE6DD-ACE6-2040-A322-EF27054690A1}"/>
                </a:ext>
              </a:extLst>
            </p:cNvPr>
            <p:cNvPicPr/>
            <p:nvPr/>
          </p:nvPicPr>
          <p:blipFill>
            <a:blip r:embed="rId8"/>
            <a:stretch>
              <a:fillRect/>
            </a:stretch>
          </p:blipFill>
          <p:spPr>
            <a:xfrm>
              <a:off x="4852416" y="2556510"/>
              <a:ext cx="342138" cy="342138"/>
            </a:xfrm>
            <a:prstGeom prst="rect">
              <a:avLst/>
            </a:prstGeom>
          </p:spPr>
        </p:pic>
        <p:sp>
          <p:nvSpPr>
            <p:cNvPr id="223" name="object 217">
              <a:extLst>
                <a:ext uri="{FF2B5EF4-FFF2-40B4-BE49-F238E27FC236}">
                  <a16:creationId xmlns:a16="http://schemas.microsoft.com/office/drawing/2014/main" id="{E26ADCED-3D06-1341-9ACD-AB38C8DD5946}"/>
                </a:ext>
              </a:extLst>
            </p:cNvPr>
            <p:cNvSpPr/>
            <p:nvPr/>
          </p:nvSpPr>
          <p:spPr>
            <a:xfrm>
              <a:off x="4543806" y="2898648"/>
              <a:ext cx="918210" cy="0"/>
            </a:xfrm>
            <a:custGeom>
              <a:avLst/>
              <a:gdLst/>
              <a:ahLst/>
              <a:cxnLst/>
              <a:rect l="l" t="t" r="r" b="b"/>
              <a:pathLst>
                <a:path w="918210">
                  <a:moveTo>
                    <a:pt x="0" y="0"/>
                  </a:moveTo>
                  <a:lnTo>
                    <a:pt x="918210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4" name="object 218">
            <a:extLst>
              <a:ext uri="{FF2B5EF4-FFF2-40B4-BE49-F238E27FC236}">
                <a16:creationId xmlns:a16="http://schemas.microsoft.com/office/drawing/2014/main" id="{A05404A7-8148-B34E-9AB3-CAF5D6223D0E}"/>
              </a:ext>
            </a:extLst>
          </p:cNvPr>
          <p:cNvGrpSpPr/>
          <p:nvPr/>
        </p:nvGrpSpPr>
        <p:grpSpPr>
          <a:xfrm>
            <a:off x="9097096" y="2708910"/>
            <a:ext cx="812165" cy="361315"/>
            <a:chOff x="8944696" y="2556510"/>
            <a:chExt cx="812165" cy="361315"/>
          </a:xfrm>
        </p:grpSpPr>
        <p:pic>
          <p:nvPicPr>
            <p:cNvPr id="225" name="object 219">
              <a:extLst>
                <a:ext uri="{FF2B5EF4-FFF2-40B4-BE49-F238E27FC236}">
                  <a16:creationId xmlns:a16="http://schemas.microsoft.com/office/drawing/2014/main" id="{B2B729DD-61D9-7749-A524-D7977367204B}"/>
                </a:ext>
              </a:extLst>
            </p:cNvPr>
            <p:cNvPicPr/>
            <p:nvPr/>
          </p:nvPicPr>
          <p:blipFill>
            <a:blip r:embed="rId17"/>
            <a:stretch>
              <a:fillRect/>
            </a:stretch>
          </p:blipFill>
          <p:spPr>
            <a:xfrm>
              <a:off x="8944696" y="2556510"/>
              <a:ext cx="288116" cy="342138"/>
            </a:xfrm>
            <a:prstGeom prst="rect">
              <a:avLst/>
            </a:prstGeom>
          </p:spPr>
        </p:pic>
        <p:pic>
          <p:nvPicPr>
            <p:cNvPr id="226" name="object 220">
              <a:extLst>
                <a:ext uri="{FF2B5EF4-FFF2-40B4-BE49-F238E27FC236}">
                  <a16:creationId xmlns:a16="http://schemas.microsoft.com/office/drawing/2014/main" id="{D6E7EF62-ADCA-1A49-A079-D38DA2CA028C}"/>
                </a:ext>
              </a:extLst>
            </p:cNvPr>
            <p:cNvPicPr/>
            <p:nvPr/>
          </p:nvPicPr>
          <p:blipFill>
            <a:blip r:embed="rId5"/>
            <a:stretch>
              <a:fillRect/>
            </a:stretch>
          </p:blipFill>
          <p:spPr>
            <a:xfrm>
              <a:off x="9147047" y="2556510"/>
              <a:ext cx="341375" cy="342138"/>
            </a:xfrm>
            <a:prstGeom prst="rect">
              <a:avLst/>
            </a:prstGeom>
          </p:spPr>
        </p:pic>
        <p:pic>
          <p:nvPicPr>
            <p:cNvPr id="227" name="object 221">
              <a:extLst>
                <a:ext uri="{FF2B5EF4-FFF2-40B4-BE49-F238E27FC236}">
                  <a16:creationId xmlns:a16="http://schemas.microsoft.com/office/drawing/2014/main" id="{777EE3C1-7317-1648-B32D-4769BA14FF11}"/>
                </a:ext>
              </a:extLst>
            </p:cNvPr>
            <p:cNvPicPr/>
            <p:nvPr/>
          </p:nvPicPr>
          <p:blipFill>
            <a:blip r:embed="rId8"/>
            <a:stretch>
              <a:fillRect/>
            </a:stretch>
          </p:blipFill>
          <p:spPr>
            <a:xfrm>
              <a:off x="9414509" y="2556510"/>
              <a:ext cx="341375" cy="342138"/>
            </a:xfrm>
            <a:prstGeom prst="rect">
              <a:avLst/>
            </a:prstGeom>
          </p:spPr>
        </p:pic>
        <p:sp>
          <p:nvSpPr>
            <p:cNvPr id="228" name="object 222">
              <a:extLst>
                <a:ext uri="{FF2B5EF4-FFF2-40B4-BE49-F238E27FC236}">
                  <a16:creationId xmlns:a16="http://schemas.microsoft.com/office/drawing/2014/main" id="{C4DA8EB9-3834-2D40-A611-E75EE6D66ACC}"/>
                </a:ext>
              </a:extLst>
            </p:cNvPr>
            <p:cNvSpPr/>
            <p:nvPr/>
          </p:nvSpPr>
          <p:spPr>
            <a:xfrm>
              <a:off x="8957309" y="2898648"/>
              <a:ext cx="799465" cy="0"/>
            </a:xfrm>
            <a:custGeom>
              <a:avLst/>
              <a:gdLst/>
              <a:ahLst/>
              <a:cxnLst/>
              <a:rect l="l" t="t" r="r" b="b"/>
              <a:pathLst>
                <a:path w="799465">
                  <a:moveTo>
                    <a:pt x="0" y="0"/>
                  </a:moveTo>
                  <a:lnTo>
                    <a:pt x="799084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9" name="object 223">
            <a:extLst>
              <a:ext uri="{FF2B5EF4-FFF2-40B4-BE49-F238E27FC236}">
                <a16:creationId xmlns:a16="http://schemas.microsoft.com/office/drawing/2014/main" id="{AC82F629-73E3-044C-BB02-E1CFD21DBC9E}"/>
              </a:ext>
            </a:extLst>
          </p:cNvPr>
          <p:cNvGrpSpPr/>
          <p:nvPr/>
        </p:nvGrpSpPr>
        <p:grpSpPr>
          <a:xfrm>
            <a:off x="156972" y="4326635"/>
            <a:ext cx="678180" cy="596900"/>
            <a:chOff x="4572" y="4174235"/>
            <a:chExt cx="678180" cy="596900"/>
          </a:xfrm>
        </p:grpSpPr>
        <p:pic>
          <p:nvPicPr>
            <p:cNvPr id="230" name="object 224">
              <a:extLst>
                <a:ext uri="{FF2B5EF4-FFF2-40B4-BE49-F238E27FC236}">
                  <a16:creationId xmlns:a16="http://schemas.microsoft.com/office/drawing/2014/main" id="{A908AAAC-D4CA-2646-A53F-3D4ABC2FB50C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4572" y="4236719"/>
              <a:ext cx="650748" cy="534162"/>
            </a:xfrm>
            <a:prstGeom prst="rect">
              <a:avLst/>
            </a:prstGeom>
          </p:spPr>
        </p:pic>
        <p:pic>
          <p:nvPicPr>
            <p:cNvPr id="231" name="object 225">
              <a:extLst>
                <a:ext uri="{FF2B5EF4-FFF2-40B4-BE49-F238E27FC236}">
                  <a16:creationId xmlns:a16="http://schemas.microsoft.com/office/drawing/2014/main" id="{4E37C94E-B735-F040-9EAA-2198B6F29CB9}"/>
                </a:ext>
              </a:extLst>
            </p:cNvPr>
            <p:cNvPicPr/>
            <p:nvPr/>
          </p:nvPicPr>
          <p:blipFill>
            <a:blip r:embed="rId4"/>
            <a:stretch>
              <a:fillRect/>
            </a:stretch>
          </p:blipFill>
          <p:spPr>
            <a:xfrm>
              <a:off x="203453" y="4323587"/>
              <a:ext cx="246126" cy="246125"/>
            </a:xfrm>
            <a:prstGeom prst="rect">
              <a:avLst/>
            </a:prstGeom>
          </p:spPr>
        </p:pic>
        <p:pic>
          <p:nvPicPr>
            <p:cNvPr id="232" name="object 226">
              <a:extLst>
                <a:ext uri="{FF2B5EF4-FFF2-40B4-BE49-F238E27FC236}">
                  <a16:creationId xmlns:a16="http://schemas.microsoft.com/office/drawing/2014/main" id="{52AF9C5E-E3C8-E64F-9D20-74D56BA42BD9}"/>
                </a:ext>
              </a:extLst>
            </p:cNvPr>
            <p:cNvPicPr/>
            <p:nvPr/>
          </p:nvPicPr>
          <p:blipFill>
            <a:blip r:embed="rId8"/>
            <a:stretch>
              <a:fillRect/>
            </a:stretch>
          </p:blipFill>
          <p:spPr>
            <a:xfrm>
              <a:off x="437388" y="4353305"/>
              <a:ext cx="245364" cy="244601"/>
            </a:xfrm>
            <a:prstGeom prst="rect">
              <a:avLst/>
            </a:prstGeom>
          </p:spPr>
        </p:pic>
        <p:pic>
          <p:nvPicPr>
            <p:cNvPr id="233" name="object 227">
              <a:extLst>
                <a:ext uri="{FF2B5EF4-FFF2-40B4-BE49-F238E27FC236}">
                  <a16:creationId xmlns:a16="http://schemas.microsoft.com/office/drawing/2014/main" id="{56A6B978-F7F9-9148-B9F7-D640BC25FC74}"/>
                </a:ext>
              </a:extLst>
            </p:cNvPr>
            <p:cNvPicPr/>
            <p:nvPr/>
          </p:nvPicPr>
          <p:blipFill>
            <a:blip r:embed="rId5"/>
            <a:stretch>
              <a:fillRect/>
            </a:stretch>
          </p:blipFill>
          <p:spPr>
            <a:xfrm>
              <a:off x="279653" y="4174235"/>
              <a:ext cx="244602" cy="244601"/>
            </a:xfrm>
            <a:prstGeom prst="rect">
              <a:avLst/>
            </a:prstGeom>
          </p:spPr>
        </p:pic>
      </p:grpSp>
      <p:grpSp>
        <p:nvGrpSpPr>
          <p:cNvPr id="234" name="object 228">
            <a:extLst>
              <a:ext uri="{FF2B5EF4-FFF2-40B4-BE49-F238E27FC236}">
                <a16:creationId xmlns:a16="http://schemas.microsoft.com/office/drawing/2014/main" id="{93126097-44A3-814B-8C91-7C8FFE231377}"/>
              </a:ext>
            </a:extLst>
          </p:cNvPr>
          <p:cNvGrpSpPr/>
          <p:nvPr/>
        </p:nvGrpSpPr>
        <p:grpSpPr>
          <a:xfrm>
            <a:off x="152400" y="3935729"/>
            <a:ext cx="909955" cy="341630"/>
            <a:chOff x="0" y="3783329"/>
            <a:chExt cx="909955" cy="341630"/>
          </a:xfrm>
        </p:grpSpPr>
        <p:pic>
          <p:nvPicPr>
            <p:cNvPr id="235" name="object 229">
              <a:extLst>
                <a:ext uri="{FF2B5EF4-FFF2-40B4-BE49-F238E27FC236}">
                  <a16:creationId xmlns:a16="http://schemas.microsoft.com/office/drawing/2014/main" id="{015B0D05-C8EA-824C-A009-8801CD6E3522}"/>
                </a:ext>
              </a:extLst>
            </p:cNvPr>
            <p:cNvPicPr/>
            <p:nvPr/>
          </p:nvPicPr>
          <p:blipFill>
            <a:blip r:embed="rId26"/>
            <a:stretch>
              <a:fillRect/>
            </a:stretch>
          </p:blipFill>
          <p:spPr>
            <a:xfrm>
              <a:off x="87630" y="3783329"/>
              <a:ext cx="672846" cy="341375"/>
            </a:xfrm>
            <a:prstGeom prst="rect">
              <a:avLst/>
            </a:prstGeom>
          </p:spPr>
        </p:pic>
        <p:sp>
          <p:nvSpPr>
            <p:cNvPr id="236" name="object 230">
              <a:extLst>
                <a:ext uri="{FF2B5EF4-FFF2-40B4-BE49-F238E27FC236}">
                  <a16:creationId xmlns:a16="http://schemas.microsoft.com/office/drawing/2014/main" id="{5DA5261C-B1E1-CC42-A430-3E053DDD0B78}"/>
                </a:ext>
              </a:extLst>
            </p:cNvPr>
            <p:cNvSpPr/>
            <p:nvPr/>
          </p:nvSpPr>
          <p:spPr>
            <a:xfrm>
              <a:off x="0" y="4065269"/>
              <a:ext cx="909955" cy="38100"/>
            </a:xfrm>
            <a:custGeom>
              <a:avLst/>
              <a:gdLst/>
              <a:ahLst/>
              <a:cxnLst/>
              <a:rect l="l" t="t" r="r" b="b"/>
              <a:pathLst>
                <a:path w="909955" h="38100">
                  <a:moveTo>
                    <a:pt x="909828" y="0"/>
                  </a:moveTo>
                  <a:lnTo>
                    <a:pt x="0" y="0"/>
                  </a:lnTo>
                  <a:lnTo>
                    <a:pt x="0" y="38099"/>
                  </a:lnTo>
                  <a:lnTo>
                    <a:pt x="909828" y="38099"/>
                  </a:lnTo>
                  <a:lnTo>
                    <a:pt x="90982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7" name="object 231">
            <a:extLst>
              <a:ext uri="{FF2B5EF4-FFF2-40B4-BE49-F238E27FC236}">
                <a16:creationId xmlns:a16="http://schemas.microsoft.com/office/drawing/2014/main" id="{43EDFCBE-A41C-4F4A-AC59-62DA025A4AE3}"/>
              </a:ext>
            </a:extLst>
          </p:cNvPr>
          <p:cNvGrpSpPr/>
          <p:nvPr/>
        </p:nvGrpSpPr>
        <p:grpSpPr>
          <a:xfrm>
            <a:off x="199644" y="5090921"/>
            <a:ext cx="939165" cy="993775"/>
            <a:chOff x="47244" y="4938521"/>
            <a:chExt cx="939165" cy="993775"/>
          </a:xfrm>
        </p:grpSpPr>
        <p:pic>
          <p:nvPicPr>
            <p:cNvPr id="238" name="object 232">
              <a:extLst>
                <a:ext uri="{FF2B5EF4-FFF2-40B4-BE49-F238E27FC236}">
                  <a16:creationId xmlns:a16="http://schemas.microsoft.com/office/drawing/2014/main" id="{A01DC5FB-AAE7-F743-8510-56348880E48E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80009" y="5398007"/>
              <a:ext cx="650748" cy="534162"/>
            </a:xfrm>
            <a:prstGeom prst="rect">
              <a:avLst/>
            </a:prstGeom>
          </p:spPr>
        </p:pic>
        <p:pic>
          <p:nvPicPr>
            <p:cNvPr id="239" name="object 233">
              <a:extLst>
                <a:ext uri="{FF2B5EF4-FFF2-40B4-BE49-F238E27FC236}">
                  <a16:creationId xmlns:a16="http://schemas.microsoft.com/office/drawing/2014/main" id="{911533C6-36A4-3746-B862-20977EF90F5D}"/>
                </a:ext>
              </a:extLst>
            </p:cNvPr>
            <p:cNvPicPr/>
            <p:nvPr/>
          </p:nvPicPr>
          <p:blipFill>
            <a:blip r:embed="rId5"/>
            <a:stretch>
              <a:fillRect/>
            </a:stretch>
          </p:blipFill>
          <p:spPr>
            <a:xfrm>
              <a:off x="355853" y="5344667"/>
              <a:ext cx="233933" cy="233934"/>
            </a:xfrm>
            <a:prstGeom prst="rect">
              <a:avLst/>
            </a:prstGeom>
          </p:spPr>
        </p:pic>
        <p:pic>
          <p:nvPicPr>
            <p:cNvPr id="240" name="object 234">
              <a:extLst>
                <a:ext uri="{FF2B5EF4-FFF2-40B4-BE49-F238E27FC236}">
                  <a16:creationId xmlns:a16="http://schemas.microsoft.com/office/drawing/2014/main" id="{3EEC33E8-8FCC-8744-B101-F023DD51DB97}"/>
                </a:ext>
              </a:extLst>
            </p:cNvPr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496062" y="5346953"/>
              <a:ext cx="233934" cy="233934"/>
            </a:xfrm>
            <a:prstGeom prst="rect">
              <a:avLst/>
            </a:prstGeom>
          </p:spPr>
        </p:pic>
        <p:pic>
          <p:nvPicPr>
            <p:cNvPr id="241" name="object 235">
              <a:extLst>
                <a:ext uri="{FF2B5EF4-FFF2-40B4-BE49-F238E27FC236}">
                  <a16:creationId xmlns:a16="http://schemas.microsoft.com/office/drawing/2014/main" id="{FE268277-28CD-D44A-B696-699E88F4FA2B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280416" y="5533643"/>
              <a:ext cx="233934" cy="233934"/>
            </a:xfrm>
            <a:prstGeom prst="rect">
              <a:avLst/>
            </a:prstGeom>
          </p:spPr>
        </p:pic>
        <p:pic>
          <p:nvPicPr>
            <p:cNvPr id="242" name="object 236">
              <a:extLst>
                <a:ext uri="{FF2B5EF4-FFF2-40B4-BE49-F238E27FC236}">
                  <a16:creationId xmlns:a16="http://schemas.microsoft.com/office/drawing/2014/main" id="{5771ADE4-5ADE-C543-BAD3-37C81322B74A}"/>
                </a:ext>
              </a:extLst>
            </p:cNvPr>
            <p:cNvPicPr/>
            <p:nvPr/>
          </p:nvPicPr>
          <p:blipFill>
            <a:blip r:embed="rId8"/>
            <a:stretch>
              <a:fillRect/>
            </a:stretch>
          </p:blipFill>
          <p:spPr>
            <a:xfrm>
              <a:off x="523494" y="5519927"/>
              <a:ext cx="234696" cy="233934"/>
            </a:xfrm>
            <a:prstGeom prst="rect">
              <a:avLst/>
            </a:prstGeom>
          </p:spPr>
        </p:pic>
        <p:pic>
          <p:nvPicPr>
            <p:cNvPr id="243" name="object 237">
              <a:extLst>
                <a:ext uri="{FF2B5EF4-FFF2-40B4-BE49-F238E27FC236}">
                  <a16:creationId xmlns:a16="http://schemas.microsoft.com/office/drawing/2014/main" id="{EE160111-9EAA-F244-BC85-6A944BB5856B}"/>
                </a:ext>
              </a:extLst>
            </p:cNvPr>
            <p:cNvPicPr/>
            <p:nvPr/>
          </p:nvPicPr>
          <p:blipFill>
            <a:blip r:embed="rId17"/>
            <a:stretch>
              <a:fillRect/>
            </a:stretch>
          </p:blipFill>
          <p:spPr>
            <a:xfrm>
              <a:off x="391246" y="4938521"/>
              <a:ext cx="288116" cy="342138"/>
            </a:xfrm>
            <a:prstGeom prst="rect">
              <a:avLst/>
            </a:prstGeom>
          </p:spPr>
        </p:pic>
        <p:sp>
          <p:nvSpPr>
            <p:cNvPr id="244" name="object 238">
              <a:extLst>
                <a:ext uri="{FF2B5EF4-FFF2-40B4-BE49-F238E27FC236}">
                  <a16:creationId xmlns:a16="http://schemas.microsoft.com/office/drawing/2014/main" id="{FCAF3C44-9B0D-5E4D-82B6-70C97C821634}"/>
                </a:ext>
              </a:extLst>
            </p:cNvPr>
            <p:cNvSpPr/>
            <p:nvPr/>
          </p:nvSpPr>
          <p:spPr>
            <a:xfrm>
              <a:off x="47244" y="5282945"/>
              <a:ext cx="939165" cy="0"/>
            </a:xfrm>
            <a:custGeom>
              <a:avLst/>
              <a:gdLst/>
              <a:ahLst/>
              <a:cxnLst/>
              <a:rect l="l" t="t" r="r" b="b"/>
              <a:pathLst>
                <a:path w="939165">
                  <a:moveTo>
                    <a:pt x="0" y="0"/>
                  </a:moveTo>
                  <a:lnTo>
                    <a:pt x="938784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5" name="object 239">
            <a:extLst>
              <a:ext uri="{FF2B5EF4-FFF2-40B4-BE49-F238E27FC236}">
                <a16:creationId xmlns:a16="http://schemas.microsoft.com/office/drawing/2014/main" id="{424090D5-9AB3-A246-80B4-F57C05EFE3DC}"/>
              </a:ext>
            </a:extLst>
          </p:cNvPr>
          <p:cNvGrpSpPr/>
          <p:nvPr/>
        </p:nvGrpSpPr>
        <p:grpSpPr>
          <a:xfrm>
            <a:off x="1488186" y="5095902"/>
            <a:ext cx="939165" cy="358775"/>
            <a:chOff x="1335786" y="4943502"/>
            <a:chExt cx="939165" cy="358775"/>
          </a:xfrm>
        </p:grpSpPr>
        <p:pic>
          <p:nvPicPr>
            <p:cNvPr id="246" name="object 240">
              <a:extLst>
                <a:ext uri="{FF2B5EF4-FFF2-40B4-BE49-F238E27FC236}">
                  <a16:creationId xmlns:a16="http://schemas.microsoft.com/office/drawing/2014/main" id="{5C9B2905-F870-5542-8F75-82E563A4F412}"/>
                </a:ext>
              </a:extLst>
            </p:cNvPr>
            <p:cNvPicPr/>
            <p:nvPr/>
          </p:nvPicPr>
          <p:blipFill>
            <a:blip r:embed="rId18"/>
            <a:stretch>
              <a:fillRect/>
            </a:stretch>
          </p:blipFill>
          <p:spPr>
            <a:xfrm>
              <a:off x="1734833" y="4943502"/>
              <a:ext cx="143737" cy="336750"/>
            </a:xfrm>
            <a:prstGeom prst="rect">
              <a:avLst/>
            </a:prstGeom>
          </p:spPr>
        </p:pic>
        <p:sp>
          <p:nvSpPr>
            <p:cNvPr id="247" name="object 241">
              <a:extLst>
                <a:ext uri="{FF2B5EF4-FFF2-40B4-BE49-F238E27FC236}">
                  <a16:creationId xmlns:a16="http://schemas.microsoft.com/office/drawing/2014/main" id="{913BD5D6-AEEE-BF40-9109-E89D00FA18F6}"/>
                </a:ext>
              </a:extLst>
            </p:cNvPr>
            <p:cNvSpPr/>
            <p:nvPr/>
          </p:nvSpPr>
          <p:spPr>
            <a:xfrm>
              <a:off x="1335786" y="5282946"/>
              <a:ext cx="939165" cy="0"/>
            </a:xfrm>
            <a:custGeom>
              <a:avLst/>
              <a:gdLst/>
              <a:ahLst/>
              <a:cxnLst/>
              <a:rect l="l" t="t" r="r" b="b"/>
              <a:pathLst>
                <a:path w="939164">
                  <a:moveTo>
                    <a:pt x="0" y="0"/>
                  </a:moveTo>
                  <a:lnTo>
                    <a:pt x="938783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8" name="object 242">
            <a:extLst>
              <a:ext uri="{FF2B5EF4-FFF2-40B4-BE49-F238E27FC236}">
                <a16:creationId xmlns:a16="http://schemas.microsoft.com/office/drawing/2014/main" id="{88700BBD-05BD-8747-8200-76758BCBE97F}"/>
              </a:ext>
            </a:extLst>
          </p:cNvPr>
          <p:cNvGrpSpPr/>
          <p:nvPr/>
        </p:nvGrpSpPr>
        <p:grpSpPr>
          <a:xfrm>
            <a:off x="2776727" y="5179800"/>
            <a:ext cx="939165" cy="274955"/>
            <a:chOff x="2624327" y="5027400"/>
            <a:chExt cx="939165" cy="274955"/>
          </a:xfrm>
        </p:grpSpPr>
        <p:pic>
          <p:nvPicPr>
            <p:cNvPr id="249" name="object 243">
              <a:extLst>
                <a:ext uri="{FF2B5EF4-FFF2-40B4-BE49-F238E27FC236}">
                  <a16:creationId xmlns:a16="http://schemas.microsoft.com/office/drawing/2014/main" id="{C3719182-5762-934B-AF6F-246FA7E8EFF4}"/>
                </a:ext>
              </a:extLst>
            </p:cNvPr>
            <p:cNvPicPr/>
            <p:nvPr/>
          </p:nvPicPr>
          <p:blipFill>
            <a:blip r:embed="rId11"/>
            <a:stretch>
              <a:fillRect/>
            </a:stretch>
          </p:blipFill>
          <p:spPr>
            <a:xfrm>
              <a:off x="2907029" y="5027400"/>
              <a:ext cx="342138" cy="245154"/>
            </a:xfrm>
            <a:prstGeom prst="rect">
              <a:avLst/>
            </a:prstGeom>
          </p:spPr>
        </p:pic>
        <p:sp>
          <p:nvSpPr>
            <p:cNvPr id="250" name="object 244">
              <a:extLst>
                <a:ext uri="{FF2B5EF4-FFF2-40B4-BE49-F238E27FC236}">
                  <a16:creationId xmlns:a16="http://schemas.microsoft.com/office/drawing/2014/main" id="{DEEC7E57-5511-E848-82F5-A6C0F4A48150}"/>
                </a:ext>
              </a:extLst>
            </p:cNvPr>
            <p:cNvSpPr/>
            <p:nvPr/>
          </p:nvSpPr>
          <p:spPr>
            <a:xfrm>
              <a:off x="2624327" y="5282946"/>
              <a:ext cx="939165" cy="0"/>
            </a:xfrm>
            <a:custGeom>
              <a:avLst/>
              <a:gdLst/>
              <a:ahLst/>
              <a:cxnLst/>
              <a:rect l="l" t="t" r="r" b="b"/>
              <a:pathLst>
                <a:path w="939164">
                  <a:moveTo>
                    <a:pt x="0" y="0"/>
                  </a:moveTo>
                  <a:lnTo>
                    <a:pt x="938784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1" name="object 245">
            <a:extLst>
              <a:ext uri="{FF2B5EF4-FFF2-40B4-BE49-F238E27FC236}">
                <a16:creationId xmlns:a16="http://schemas.microsoft.com/office/drawing/2014/main" id="{C75B5346-8631-3443-83BC-211B1560F409}"/>
              </a:ext>
            </a:extLst>
          </p:cNvPr>
          <p:cNvGrpSpPr/>
          <p:nvPr/>
        </p:nvGrpSpPr>
        <p:grpSpPr>
          <a:xfrm>
            <a:off x="4188714" y="5162574"/>
            <a:ext cx="939165" cy="292100"/>
            <a:chOff x="4036314" y="5010174"/>
            <a:chExt cx="939165" cy="292100"/>
          </a:xfrm>
        </p:grpSpPr>
        <p:pic>
          <p:nvPicPr>
            <p:cNvPr id="252" name="object 246">
              <a:extLst>
                <a:ext uri="{FF2B5EF4-FFF2-40B4-BE49-F238E27FC236}">
                  <a16:creationId xmlns:a16="http://schemas.microsoft.com/office/drawing/2014/main" id="{5CAB1530-7018-AF40-95CA-CB9477EBDCE3}"/>
                </a:ext>
              </a:extLst>
            </p:cNvPr>
            <p:cNvPicPr/>
            <p:nvPr/>
          </p:nvPicPr>
          <p:blipFill>
            <a:blip r:embed="rId21"/>
            <a:stretch>
              <a:fillRect/>
            </a:stretch>
          </p:blipFill>
          <p:spPr>
            <a:xfrm>
              <a:off x="4340505" y="5010174"/>
              <a:ext cx="264106" cy="261318"/>
            </a:xfrm>
            <a:prstGeom prst="rect">
              <a:avLst/>
            </a:prstGeom>
          </p:spPr>
        </p:pic>
        <p:sp>
          <p:nvSpPr>
            <p:cNvPr id="253" name="object 247">
              <a:extLst>
                <a:ext uri="{FF2B5EF4-FFF2-40B4-BE49-F238E27FC236}">
                  <a16:creationId xmlns:a16="http://schemas.microsoft.com/office/drawing/2014/main" id="{96BA2501-7BE1-B441-B8E1-8B3910C46BE4}"/>
                </a:ext>
              </a:extLst>
            </p:cNvPr>
            <p:cNvSpPr/>
            <p:nvPr/>
          </p:nvSpPr>
          <p:spPr>
            <a:xfrm>
              <a:off x="4036314" y="5282946"/>
              <a:ext cx="939165" cy="0"/>
            </a:xfrm>
            <a:custGeom>
              <a:avLst/>
              <a:gdLst/>
              <a:ahLst/>
              <a:cxnLst/>
              <a:rect l="l" t="t" r="r" b="b"/>
              <a:pathLst>
                <a:path w="939164">
                  <a:moveTo>
                    <a:pt x="0" y="0"/>
                  </a:moveTo>
                  <a:lnTo>
                    <a:pt x="938784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4" name="object 248">
            <a:extLst>
              <a:ext uri="{FF2B5EF4-FFF2-40B4-BE49-F238E27FC236}">
                <a16:creationId xmlns:a16="http://schemas.microsoft.com/office/drawing/2014/main" id="{C487AD30-71D2-4445-AC7A-C6308EA3834C}"/>
              </a:ext>
            </a:extLst>
          </p:cNvPr>
          <p:cNvGrpSpPr/>
          <p:nvPr/>
        </p:nvGrpSpPr>
        <p:grpSpPr>
          <a:xfrm>
            <a:off x="7168133" y="1901189"/>
            <a:ext cx="650240" cy="532765"/>
            <a:chOff x="7015733" y="1748789"/>
            <a:chExt cx="650240" cy="532765"/>
          </a:xfrm>
        </p:grpSpPr>
        <p:pic>
          <p:nvPicPr>
            <p:cNvPr id="255" name="object 249">
              <a:extLst>
                <a:ext uri="{FF2B5EF4-FFF2-40B4-BE49-F238E27FC236}">
                  <a16:creationId xmlns:a16="http://schemas.microsoft.com/office/drawing/2014/main" id="{A798BFAD-BBCD-734C-AFF9-31D660A63A17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7015733" y="1748789"/>
              <a:ext cx="649985" cy="532638"/>
            </a:xfrm>
            <a:prstGeom prst="rect">
              <a:avLst/>
            </a:prstGeom>
          </p:spPr>
        </p:pic>
        <p:pic>
          <p:nvPicPr>
            <p:cNvPr id="256" name="object 250">
              <a:extLst>
                <a:ext uri="{FF2B5EF4-FFF2-40B4-BE49-F238E27FC236}">
                  <a16:creationId xmlns:a16="http://schemas.microsoft.com/office/drawing/2014/main" id="{4D2CE936-A2DD-EA41-BBF7-F0024DFF43A3}"/>
                </a:ext>
              </a:extLst>
            </p:cNvPr>
            <p:cNvPicPr/>
            <p:nvPr/>
          </p:nvPicPr>
          <p:blipFill>
            <a:blip r:embed="rId8"/>
            <a:stretch>
              <a:fillRect/>
            </a:stretch>
          </p:blipFill>
          <p:spPr>
            <a:xfrm>
              <a:off x="7278623" y="1859279"/>
              <a:ext cx="244601" cy="244601"/>
            </a:xfrm>
            <a:prstGeom prst="rect">
              <a:avLst/>
            </a:prstGeom>
          </p:spPr>
        </p:pic>
      </p:grpSp>
      <p:grpSp>
        <p:nvGrpSpPr>
          <p:cNvPr id="257" name="object 251">
            <a:extLst>
              <a:ext uri="{FF2B5EF4-FFF2-40B4-BE49-F238E27FC236}">
                <a16:creationId xmlns:a16="http://schemas.microsoft.com/office/drawing/2014/main" id="{95835B3E-D9E1-D648-925E-81DB69C4D9DF}"/>
              </a:ext>
            </a:extLst>
          </p:cNvPr>
          <p:cNvGrpSpPr/>
          <p:nvPr/>
        </p:nvGrpSpPr>
        <p:grpSpPr>
          <a:xfrm>
            <a:off x="7039356" y="1485138"/>
            <a:ext cx="1710689" cy="391795"/>
            <a:chOff x="6886956" y="1332738"/>
            <a:chExt cx="1710689" cy="391795"/>
          </a:xfrm>
        </p:grpSpPr>
        <p:pic>
          <p:nvPicPr>
            <p:cNvPr id="258" name="object 252">
              <a:extLst>
                <a:ext uri="{FF2B5EF4-FFF2-40B4-BE49-F238E27FC236}">
                  <a16:creationId xmlns:a16="http://schemas.microsoft.com/office/drawing/2014/main" id="{0CC2713B-2A31-774A-B67B-92A6E797566F}"/>
                </a:ext>
              </a:extLst>
            </p:cNvPr>
            <p:cNvPicPr/>
            <p:nvPr/>
          </p:nvPicPr>
          <p:blipFill>
            <a:blip r:embed="rId27"/>
            <a:stretch>
              <a:fillRect/>
            </a:stretch>
          </p:blipFill>
          <p:spPr>
            <a:xfrm>
              <a:off x="6975348" y="1332738"/>
              <a:ext cx="665988" cy="342138"/>
            </a:xfrm>
            <a:prstGeom prst="rect">
              <a:avLst/>
            </a:prstGeom>
          </p:spPr>
        </p:pic>
        <p:pic>
          <p:nvPicPr>
            <p:cNvPr id="259" name="object 253">
              <a:extLst>
                <a:ext uri="{FF2B5EF4-FFF2-40B4-BE49-F238E27FC236}">
                  <a16:creationId xmlns:a16="http://schemas.microsoft.com/office/drawing/2014/main" id="{27B63246-75BF-5245-A4E7-62566EDA8AA3}"/>
                </a:ext>
              </a:extLst>
            </p:cNvPr>
            <p:cNvPicPr/>
            <p:nvPr/>
          </p:nvPicPr>
          <p:blipFill>
            <a:blip r:embed="rId11"/>
            <a:stretch>
              <a:fillRect/>
            </a:stretch>
          </p:blipFill>
          <p:spPr>
            <a:xfrm>
              <a:off x="7642098" y="1429128"/>
              <a:ext cx="342138" cy="244608"/>
            </a:xfrm>
            <a:prstGeom prst="rect">
              <a:avLst/>
            </a:prstGeom>
          </p:spPr>
        </p:pic>
        <p:sp>
          <p:nvSpPr>
            <p:cNvPr id="260" name="object 254">
              <a:extLst>
                <a:ext uri="{FF2B5EF4-FFF2-40B4-BE49-F238E27FC236}">
                  <a16:creationId xmlns:a16="http://schemas.microsoft.com/office/drawing/2014/main" id="{18C46173-FBA2-E542-A8BD-6829048B1AF5}"/>
                </a:ext>
              </a:extLst>
            </p:cNvPr>
            <p:cNvSpPr/>
            <p:nvPr/>
          </p:nvSpPr>
          <p:spPr>
            <a:xfrm>
              <a:off x="6886956" y="1684782"/>
              <a:ext cx="1710689" cy="0"/>
            </a:xfrm>
            <a:custGeom>
              <a:avLst/>
              <a:gdLst/>
              <a:ahLst/>
              <a:cxnLst/>
              <a:rect l="l" t="t" r="r" b="b"/>
              <a:pathLst>
                <a:path w="1710689">
                  <a:moveTo>
                    <a:pt x="0" y="0"/>
                  </a:moveTo>
                  <a:lnTo>
                    <a:pt x="1710690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1" name="object 255">
              <a:extLst>
                <a:ext uri="{FF2B5EF4-FFF2-40B4-BE49-F238E27FC236}">
                  <a16:creationId xmlns:a16="http://schemas.microsoft.com/office/drawing/2014/main" id="{252105DA-AA27-7B47-92E5-467E6315AD27}"/>
                </a:ext>
              </a:extLst>
            </p:cNvPr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8098536" y="1383030"/>
              <a:ext cx="342138" cy="341375"/>
            </a:xfrm>
            <a:prstGeom prst="rect">
              <a:avLst/>
            </a:prstGeom>
          </p:spPr>
        </p:pic>
      </p:grpSp>
      <p:grpSp>
        <p:nvGrpSpPr>
          <p:cNvPr id="262" name="object 256">
            <a:extLst>
              <a:ext uri="{FF2B5EF4-FFF2-40B4-BE49-F238E27FC236}">
                <a16:creationId xmlns:a16="http://schemas.microsoft.com/office/drawing/2014/main" id="{98440A9A-FE25-BC4E-927C-325F5FA34771}"/>
              </a:ext>
            </a:extLst>
          </p:cNvPr>
          <p:cNvGrpSpPr/>
          <p:nvPr/>
        </p:nvGrpSpPr>
        <p:grpSpPr>
          <a:xfrm>
            <a:off x="5677661" y="5079569"/>
            <a:ext cx="1233805" cy="1020444"/>
            <a:chOff x="5525261" y="4927169"/>
            <a:chExt cx="1233805" cy="1020444"/>
          </a:xfrm>
        </p:grpSpPr>
        <p:pic>
          <p:nvPicPr>
            <p:cNvPr id="263" name="object 257">
              <a:extLst>
                <a:ext uri="{FF2B5EF4-FFF2-40B4-BE49-F238E27FC236}">
                  <a16:creationId xmlns:a16="http://schemas.microsoft.com/office/drawing/2014/main" id="{ADC1DEAE-AEFD-084D-A86A-F5F3A3962342}"/>
                </a:ext>
              </a:extLst>
            </p:cNvPr>
            <p:cNvPicPr/>
            <p:nvPr/>
          </p:nvPicPr>
          <p:blipFill>
            <a:blip r:embed="rId19"/>
            <a:stretch>
              <a:fillRect/>
            </a:stretch>
          </p:blipFill>
          <p:spPr>
            <a:xfrm>
              <a:off x="5892304" y="4927169"/>
              <a:ext cx="333476" cy="334362"/>
            </a:xfrm>
            <a:prstGeom prst="rect">
              <a:avLst/>
            </a:prstGeom>
          </p:spPr>
        </p:pic>
        <p:sp>
          <p:nvSpPr>
            <p:cNvPr id="264" name="object 258">
              <a:extLst>
                <a:ext uri="{FF2B5EF4-FFF2-40B4-BE49-F238E27FC236}">
                  <a16:creationId xmlns:a16="http://schemas.microsoft.com/office/drawing/2014/main" id="{BD384385-0E08-FF46-AF07-2E495CCF32C3}"/>
                </a:ext>
              </a:extLst>
            </p:cNvPr>
            <p:cNvSpPr/>
            <p:nvPr/>
          </p:nvSpPr>
          <p:spPr>
            <a:xfrm>
              <a:off x="5525261" y="5282945"/>
              <a:ext cx="939165" cy="0"/>
            </a:xfrm>
            <a:custGeom>
              <a:avLst/>
              <a:gdLst/>
              <a:ahLst/>
              <a:cxnLst/>
              <a:rect l="l" t="t" r="r" b="b"/>
              <a:pathLst>
                <a:path w="939164">
                  <a:moveTo>
                    <a:pt x="0" y="0"/>
                  </a:moveTo>
                  <a:lnTo>
                    <a:pt x="938784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59">
              <a:extLst>
                <a:ext uri="{FF2B5EF4-FFF2-40B4-BE49-F238E27FC236}">
                  <a16:creationId xmlns:a16="http://schemas.microsoft.com/office/drawing/2014/main" id="{34434193-AE1A-594B-8062-BBD3908613A5}"/>
                </a:ext>
              </a:extLst>
            </p:cNvPr>
            <p:cNvSpPr/>
            <p:nvPr/>
          </p:nvSpPr>
          <p:spPr>
            <a:xfrm>
              <a:off x="6486905" y="5040629"/>
              <a:ext cx="257810" cy="892810"/>
            </a:xfrm>
            <a:custGeom>
              <a:avLst/>
              <a:gdLst/>
              <a:ahLst/>
              <a:cxnLst/>
              <a:rect l="l" t="t" r="r" b="b"/>
              <a:pathLst>
                <a:path w="257809" h="892810">
                  <a:moveTo>
                    <a:pt x="0" y="0"/>
                  </a:moveTo>
                  <a:lnTo>
                    <a:pt x="50125" y="1692"/>
                  </a:lnTo>
                  <a:lnTo>
                    <a:pt x="91058" y="6302"/>
                  </a:lnTo>
                  <a:lnTo>
                    <a:pt x="118657" y="13126"/>
                  </a:lnTo>
                  <a:lnTo>
                    <a:pt x="128777" y="21463"/>
                  </a:lnTo>
                  <a:lnTo>
                    <a:pt x="128777" y="424688"/>
                  </a:lnTo>
                  <a:lnTo>
                    <a:pt x="138898" y="433024"/>
                  </a:lnTo>
                  <a:lnTo>
                    <a:pt x="166497" y="439848"/>
                  </a:lnTo>
                  <a:lnTo>
                    <a:pt x="207430" y="444458"/>
                  </a:lnTo>
                  <a:lnTo>
                    <a:pt x="257555" y="446151"/>
                  </a:lnTo>
                  <a:lnTo>
                    <a:pt x="207430" y="447843"/>
                  </a:lnTo>
                  <a:lnTo>
                    <a:pt x="166497" y="452453"/>
                  </a:lnTo>
                  <a:lnTo>
                    <a:pt x="138898" y="459277"/>
                  </a:lnTo>
                  <a:lnTo>
                    <a:pt x="128777" y="467614"/>
                  </a:lnTo>
                  <a:lnTo>
                    <a:pt x="128777" y="870839"/>
                  </a:lnTo>
                  <a:lnTo>
                    <a:pt x="118657" y="879191"/>
                  </a:lnTo>
                  <a:lnTo>
                    <a:pt x="91058" y="886013"/>
                  </a:lnTo>
                  <a:lnTo>
                    <a:pt x="50125" y="890614"/>
                  </a:lnTo>
                  <a:lnTo>
                    <a:pt x="0" y="892302"/>
                  </a:lnTo>
                </a:path>
              </a:pathLst>
            </a:custGeom>
            <a:ln w="285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6" name="object 260">
            <a:extLst>
              <a:ext uri="{FF2B5EF4-FFF2-40B4-BE49-F238E27FC236}">
                <a16:creationId xmlns:a16="http://schemas.microsoft.com/office/drawing/2014/main" id="{1379E094-E0F8-234D-B841-78212F1F0978}"/>
              </a:ext>
            </a:extLst>
          </p:cNvPr>
          <p:cNvGrpSpPr/>
          <p:nvPr/>
        </p:nvGrpSpPr>
        <p:grpSpPr>
          <a:xfrm>
            <a:off x="5721096" y="5500115"/>
            <a:ext cx="692150" cy="584835"/>
            <a:chOff x="5568696" y="5347715"/>
            <a:chExt cx="692150" cy="584835"/>
          </a:xfrm>
        </p:grpSpPr>
        <p:pic>
          <p:nvPicPr>
            <p:cNvPr id="267" name="object 261">
              <a:extLst>
                <a:ext uri="{FF2B5EF4-FFF2-40B4-BE49-F238E27FC236}">
                  <a16:creationId xmlns:a16="http://schemas.microsoft.com/office/drawing/2014/main" id="{7AC23750-6791-4747-94EC-74565427BB72}"/>
                </a:ext>
              </a:extLst>
            </p:cNvPr>
            <p:cNvPicPr/>
            <p:nvPr/>
          </p:nvPicPr>
          <p:blipFill>
            <a:blip r:embed="rId15"/>
            <a:stretch>
              <a:fillRect/>
            </a:stretch>
          </p:blipFill>
          <p:spPr>
            <a:xfrm>
              <a:off x="5788069" y="5375909"/>
              <a:ext cx="195998" cy="233934"/>
            </a:xfrm>
            <a:prstGeom prst="rect">
              <a:avLst/>
            </a:prstGeom>
          </p:spPr>
        </p:pic>
        <p:pic>
          <p:nvPicPr>
            <p:cNvPr id="268" name="object 262">
              <a:extLst>
                <a:ext uri="{FF2B5EF4-FFF2-40B4-BE49-F238E27FC236}">
                  <a16:creationId xmlns:a16="http://schemas.microsoft.com/office/drawing/2014/main" id="{210404C7-C010-AA4F-9053-D52A0436C884}"/>
                </a:ext>
              </a:extLst>
            </p:cNvPr>
            <p:cNvPicPr/>
            <p:nvPr/>
          </p:nvPicPr>
          <p:blipFill>
            <a:blip r:embed="rId28"/>
            <a:stretch>
              <a:fillRect/>
            </a:stretch>
          </p:blipFill>
          <p:spPr>
            <a:xfrm>
              <a:off x="5939790" y="5347715"/>
              <a:ext cx="233934" cy="233934"/>
            </a:xfrm>
            <a:prstGeom prst="rect">
              <a:avLst/>
            </a:prstGeom>
          </p:spPr>
        </p:pic>
        <p:pic>
          <p:nvPicPr>
            <p:cNvPr id="269" name="object 263">
              <a:extLst>
                <a:ext uri="{FF2B5EF4-FFF2-40B4-BE49-F238E27FC236}">
                  <a16:creationId xmlns:a16="http://schemas.microsoft.com/office/drawing/2014/main" id="{2B7F3469-23BF-8F42-B64F-298EB228AC9A}"/>
                </a:ext>
              </a:extLst>
            </p:cNvPr>
            <p:cNvPicPr/>
            <p:nvPr/>
          </p:nvPicPr>
          <p:blipFill>
            <a:blip r:embed="rId29"/>
            <a:stretch>
              <a:fillRect/>
            </a:stretch>
          </p:blipFill>
          <p:spPr>
            <a:xfrm>
              <a:off x="5788914" y="5534405"/>
              <a:ext cx="233934" cy="234696"/>
            </a:xfrm>
            <a:prstGeom prst="rect">
              <a:avLst/>
            </a:prstGeom>
          </p:spPr>
        </p:pic>
        <p:pic>
          <p:nvPicPr>
            <p:cNvPr id="270" name="object 264">
              <a:extLst>
                <a:ext uri="{FF2B5EF4-FFF2-40B4-BE49-F238E27FC236}">
                  <a16:creationId xmlns:a16="http://schemas.microsoft.com/office/drawing/2014/main" id="{2235AE3E-23EB-154F-B4BE-9F49FD4B7893}"/>
                </a:ext>
              </a:extLst>
            </p:cNvPr>
            <p:cNvPicPr/>
            <p:nvPr/>
          </p:nvPicPr>
          <p:blipFill>
            <a:blip r:embed="rId14"/>
            <a:stretch>
              <a:fillRect/>
            </a:stretch>
          </p:blipFill>
          <p:spPr>
            <a:xfrm>
              <a:off x="6026658" y="5521451"/>
              <a:ext cx="233934" cy="233934"/>
            </a:xfrm>
            <a:prstGeom prst="rect">
              <a:avLst/>
            </a:prstGeom>
          </p:spPr>
        </p:pic>
        <p:pic>
          <p:nvPicPr>
            <p:cNvPr id="271" name="object 265">
              <a:extLst>
                <a:ext uri="{FF2B5EF4-FFF2-40B4-BE49-F238E27FC236}">
                  <a16:creationId xmlns:a16="http://schemas.microsoft.com/office/drawing/2014/main" id="{4B6AA9FE-D0C8-EE4F-8F4A-21FBA7BD94F3}"/>
                </a:ext>
              </a:extLst>
            </p:cNvPr>
            <p:cNvPicPr/>
            <p:nvPr/>
          </p:nvPicPr>
          <p:blipFill>
            <a:blip r:embed="rId30"/>
            <a:stretch>
              <a:fillRect/>
            </a:stretch>
          </p:blipFill>
          <p:spPr>
            <a:xfrm>
              <a:off x="5568696" y="5399531"/>
              <a:ext cx="649986" cy="532638"/>
            </a:xfrm>
            <a:prstGeom prst="rect">
              <a:avLst/>
            </a:prstGeom>
          </p:spPr>
        </p:pic>
      </p:grpSp>
      <p:sp>
        <p:nvSpPr>
          <p:cNvPr id="272" name="object 266">
            <a:extLst>
              <a:ext uri="{FF2B5EF4-FFF2-40B4-BE49-F238E27FC236}">
                <a16:creationId xmlns:a16="http://schemas.microsoft.com/office/drawing/2014/main" id="{07565331-185E-4940-9AC1-4521276CFE54}"/>
              </a:ext>
            </a:extLst>
          </p:cNvPr>
          <p:cNvSpPr/>
          <p:nvPr/>
        </p:nvSpPr>
        <p:spPr>
          <a:xfrm>
            <a:off x="11171681" y="1686305"/>
            <a:ext cx="257810" cy="891540"/>
          </a:xfrm>
          <a:custGeom>
            <a:avLst/>
            <a:gdLst/>
            <a:ahLst/>
            <a:cxnLst/>
            <a:rect l="l" t="t" r="r" b="b"/>
            <a:pathLst>
              <a:path w="257809" h="891539">
                <a:moveTo>
                  <a:pt x="0" y="0"/>
                </a:moveTo>
                <a:lnTo>
                  <a:pt x="50125" y="1692"/>
                </a:lnTo>
                <a:lnTo>
                  <a:pt x="91058" y="6302"/>
                </a:lnTo>
                <a:lnTo>
                  <a:pt x="118657" y="13126"/>
                </a:lnTo>
                <a:lnTo>
                  <a:pt x="128777" y="21463"/>
                </a:lnTo>
                <a:lnTo>
                  <a:pt x="128777" y="424307"/>
                </a:lnTo>
                <a:lnTo>
                  <a:pt x="138898" y="432643"/>
                </a:lnTo>
                <a:lnTo>
                  <a:pt x="166497" y="439467"/>
                </a:lnTo>
                <a:lnTo>
                  <a:pt x="207430" y="444077"/>
                </a:lnTo>
                <a:lnTo>
                  <a:pt x="257556" y="445770"/>
                </a:lnTo>
                <a:lnTo>
                  <a:pt x="207430" y="447462"/>
                </a:lnTo>
                <a:lnTo>
                  <a:pt x="166497" y="452072"/>
                </a:lnTo>
                <a:lnTo>
                  <a:pt x="138898" y="458896"/>
                </a:lnTo>
                <a:lnTo>
                  <a:pt x="128777" y="467233"/>
                </a:lnTo>
                <a:lnTo>
                  <a:pt x="128777" y="870077"/>
                </a:lnTo>
                <a:lnTo>
                  <a:pt x="118657" y="878413"/>
                </a:lnTo>
                <a:lnTo>
                  <a:pt x="91058" y="885237"/>
                </a:lnTo>
                <a:lnTo>
                  <a:pt x="50125" y="889847"/>
                </a:lnTo>
                <a:lnTo>
                  <a:pt x="0" y="891540"/>
                </a:lnTo>
              </a:path>
            </a:pathLst>
          </a:custGeom>
          <a:ln w="285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67">
            <a:extLst>
              <a:ext uri="{FF2B5EF4-FFF2-40B4-BE49-F238E27FC236}">
                <a16:creationId xmlns:a16="http://schemas.microsoft.com/office/drawing/2014/main" id="{A6698C6C-7FC6-3C44-A7DA-AD85273FFB4B}"/>
              </a:ext>
            </a:extLst>
          </p:cNvPr>
          <p:cNvSpPr txBox="1"/>
          <p:nvPr/>
        </p:nvSpPr>
        <p:spPr>
          <a:xfrm>
            <a:off x="11759183" y="2069337"/>
            <a:ext cx="158750" cy="2927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750" spc="-50">
                <a:latin typeface="Cambria Math"/>
                <a:cs typeface="Cambria Math"/>
              </a:rPr>
              <a:t>𝟓</a:t>
            </a:r>
            <a:endParaRPr sz="1750">
              <a:latin typeface="Cambria Math"/>
              <a:cs typeface="Cambria Math"/>
            </a:endParaRPr>
          </a:p>
        </p:txBody>
      </p:sp>
      <p:sp>
        <p:nvSpPr>
          <p:cNvPr id="274" name="object 268">
            <a:extLst>
              <a:ext uri="{FF2B5EF4-FFF2-40B4-BE49-F238E27FC236}">
                <a16:creationId xmlns:a16="http://schemas.microsoft.com/office/drawing/2014/main" id="{312171E9-4566-674D-BF8D-475F19E62099}"/>
              </a:ext>
            </a:extLst>
          </p:cNvPr>
          <p:cNvSpPr txBox="1"/>
          <p:nvPr/>
        </p:nvSpPr>
        <p:spPr>
          <a:xfrm>
            <a:off x="11542521" y="1786635"/>
            <a:ext cx="40068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sz="3600" spc="-37" baseline="-23148">
                <a:latin typeface="Cambria Math"/>
                <a:cs typeface="Cambria Math"/>
              </a:rPr>
              <a:t>𝑪</a:t>
            </a:r>
            <a:r>
              <a:rPr sz="1750" spc="-25">
                <a:latin typeface="Cambria Math"/>
                <a:cs typeface="Cambria Math"/>
              </a:rPr>
              <a:t>𝟏</a:t>
            </a:r>
            <a:endParaRPr sz="1750">
              <a:latin typeface="Cambria Math"/>
              <a:cs typeface="Cambria Math"/>
            </a:endParaRPr>
          </a:p>
        </p:txBody>
      </p:sp>
      <p:sp>
        <p:nvSpPr>
          <p:cNvPr id="275" name="object 269">
            <a:extLst>
              <a:ext uri="{FF2B5EF4-FFF2-40B4-BE49-F238E27FC236}">
                <a16:creationId xmlns:a16="http://schemas.microsoft.com/office/drawing/2014/main" id="{2A28BFF2-4A23-D247-8BF0-633C6C03C901}"/>
              </a:ext>
            </a:extLst>
          </p:cNvPr>
          <p:cNvSpPr/>
          <p:nvPr/>
        </p:nvSpPr>
        <p:spPr>
          <a:xfrm>
            <a:off x="11153393" y="2773679"/>
            <a:ext cx="257810" cy="892810"/>
          </a:xfrm>
          <a:custGeom>
            <a:avLst/>
            <a:gdLst/>
            <a:ahLst/>
            <a:cxnLst/>
            <a:rect l="l" t="t" r="r" b="b"/>
            <a:pathLst>
              <a:path w="257809" h="892810">
                <a:moveTo>
                  <a:pt x="0" y="0"/>
                </a:moveTo>
                <a:lnTo>
                  <a:pt x="50125" y="1692"/>
                </a:lnTo>
                <a:lnTo>
                  <a:pt x="91058" y="6302"/>
                </a:lnTo>
                <a:lnTo>
                  <a:pt x="118657" y="13126"/>
                </a:lnTo>
                <a:lnTo>
                  <a:pt x="128777" y="21462"/>
                </a:lnTo>
                <a:lnTo>
                  <a:pt x="128777" y="424688"/>
                </a:lnTo>
                <a:lnTo>
                  <a:pt x="138898" y="433024"/>
                </a:lnTo>
                <a:lnTo>
                  <a:pt x="166497" y="439848"/>
                </a:lnTo>
                <a:lnTo>
                  <a:pt x="207430" y="444458"/>
                </a:lnTo>
                <a:lnTo>
                  <a:pt x="257555" y="446150"/>
                </a:lnTo>
                <a:lnTo>
                  <a:pt x="207430" y="447843"/>
                </a:lnTo>
                <a:lnTo>
                  <a:pt x="166497" y="452453"/>
                </a:lnTo>
                <a:lnTo>
                  <a:pt x="138898" y="459277"/>
                </a:lnTo>
                <a:lnTo>
                  <a:pt x="128777" y="467614"/>
                </a:lnTo>
                <a:lnTo>
                  <a:pt x="128777" y="870839"/>
                </a:lnTo>
                <a:lnTo>
                  <a:pt x="118657" y="879175"/>
                </a:lnTo>
                <a:lnTo>
                  <a:pt x="91058" y="885999"/>
                </a:lnTo>
                <a:lnTo>
                  <a:pt x="50125" y="890609"/>
                </a:lnTo>
                <a:lnTo>
                  <a:pt x="0" y="892302"/>
                </a:lnTo>
              </a:path>
            </a:pathLst>
          </a:custGeom>
          <a:ln w="285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0">
            <a:extLst>
              <a:ext uri="{FF2B5EF4-FFF2-40B4-BE49-F238E27FC236}">
                <a16:creationId xmlns:a16="http://schemas.microsoft.com/office/drawing/2014/main" id="{48BB956B-AAD0-8542-968B-E3463E6310C2}"/>
              </a:ext>
            </a:extLst>
          </p:cNvPr>
          <p:cNvSpPr txBox="1"/>
          <p:nvPr/>
        </p:nvSpPr>
        <p:spPr>
          <a:xfrm>
            <a:off x="11759183" y="3128010"/>
            <a:ext cx="158750" cy="2927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750" spc="-50">
                <a:latin typeface="Cambria Math"/>
                <a:cs typeface="Cambria Math"/>
              </a:rPr>
              <a:t>𝟓</a:t>
            </a:r>
            <a:endParaRPr sz="1750">
              <a:latin typeface="Cambria Math"/>
              <a:cs typeface="Cambria Math"/>
            </a:endParaRPr>
          </a:p>
        </p:txBody>
      </p:sp>
      <p:sp>
        <p:nvSpPr>
          <p:cNvPr id="277" name="object 271">
            <a:extLst>
              <a:ext uri="{FF2B5EF4-FFF2-40B4-BE49-F238E27FC236}">
                <a16:creationId xmlns:a16="http://schemas.microsoft.com/office/drawing/2014/main" id="{0E1775C0-B28A-9246-81E4-0CAFD83A4F05}"/>
              </a:ext>
            </a:extLst>
          </p:cNvPr>
          <p:cNvSpPr txBox="1"/>
          <p:nvPr/>
        </p:nvSpPr>
        <p:spPr>
          <a:xfrm>
            <a:off x="11542521" y="2845308"/>
            <a:ext cx="40068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sz="3600" spc="-37" baseline="-23148">
                <a:latin typeface="Cambria Math"/>
                <a:cs typeface="Cambria Math"/>
              </a:rPr>
              <a:t>𝑪</a:t>
            </a:r>
            <a:r>
              <a:rPr sz="1750" spc="-25">
                <a:latin typeface="Cambria Math"/>
                <a:cs typeface="Cambria Math"/>
              </a:rPr>
              <a:t>𝟐</a:t>
            </a:r>
            <a:endParaRPr sz="1750">
              <a:latin typeface="Cambria Math"/>
              <a:cs typeface="Cambria Math"/>
            </a:endParaRPr>
          </a:p>
        </p:txBody>
      </p:sp>
      <p:sp>
        <p:nvSpPr>
          <p:cNvPr id="278" name="object 272">
            <a:extLst>
              <a:ext uri="{FF2B5EF4-FFF2-40B4-BE49-F238E27FC236}">
                <a16:creationId xmlns:a16="http://schemas.microsoft.com/office/drawing/2014/main" id="{AA10D252-C0F5-5F4A-948F-F29715CD54A1}"/>
              </a:ext>
            </a:extLst>
          </p:cNvPr>
          <p:cNvSpPr/>
          <p:nvPr/>
        </p:nvSpPr>
        <p:spPr>
          <a:xfrm>
            <a:off x="11147297" y="3859529"/>
            <a:ext cx="258445" cy="892810"/>
          </a:xfrm>
          <a:custGeom>
            <a:avLst/>
            <a:gdLst/>
            <a:ahLst/>
            <a:cxnLst/>
            <a:rect l="l" t="t" r="r" b="b"/>
            <a:pathLst>
              <a:path w="258445" h="892810">
                <a:moveTo>
                  <a:pt x="0" y="0"/>
                </a:moveTo>
                <a:lnTo>
                  <a:pt x="50292" y="1692"/>
                </a:lnTo>
                <a:lnTo>
                  <a:pt x="91344" y="6302"/>
                </a:lnTo>
                <a:lnTo>
                  <a:pt x="119014" y="13126"/>
                </a:lnTo>
                <a:lnTo>
                  <a:pt x="129158" y="21463"/>
                </a:lnTo>
                <a:lnTo>
                  <a:pt x="129158" y="424688"/>
                </a:lnTo>
                <a:lnTo>
                  <a:pt x="139303" y="433024"/>
                </a:lnTo>
                <a:lnTo>
                  <a:pt x="166973" y="439848"/>
                </a:lnTo>
                <a:lnTo>
                  <a:pt x="208026" y="444458"/>
                </a:lnTo>
                <a:lnTo>
                  <a:pt x="258318" y="446151"/>
                </a:lnTo>
                <a:lnTo>
                  <a:pt x="208025" y="447843"/>
                </a:lnTo>
                <a:lnTo>
                  <a:pt x="166973" y="452453"/>
                </a:lnTo>
                <a:lnTo>
                  <a:pt x="139303" y="459277"/>
                </a:lnTo>
                <a:lnTo>
                  <a:pt x="129158" y="467614"/>
                </a:lnTo>
                <a:lnTo>
                  <a:pt x="129158" y="870712"/>
                </a:lnTo>
                <a:lnTo>
                  <a:pt x="119014" y="879121"/>
                </a:lnTo>
                <a:lnTo>
                  <a:pt x="91344" y="885983"/>
                </a:lnTo>
                <a:lnTo>
                  <a:pt x="50291" y="890607"/>
                </a:lnTo>
                <a:lnTo>
                  <a:pt x="0" y="892302"/>
                </a:lnTo>
              </a:path>
            </a:pathLst>
          </a:custGeom>
          <a:ln w="285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3">
            <a:extLst>
              <a:ext uri="{FF2B5EF4-FFF2-40B4-BE49-F238E27FC236}">
                <a16:creationId xmlns:a16="http://schemas.microsoft.com/office/drawing/2014/main" id="{B0C76117-BB81-8940-A687-2A0D06B34396}"/>
              </a:ext>
            </a:extLst>
          </p:cNvPr>
          <p:cNvSpPr txBox="1"/>
          <p:nvPr/>
        </p:nvSpPr>
        <p:spPr>
          <a:xfrm>
            <a:off x="11759183" y="4186682"/>
            <a:ext cx="158750" cy="2927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750" spc="-50">
                <a:latin typeface="Cambria Math"/>
                <a:cs typeface="Cambria Math"/>
              </a:rPr>
              <a:t>𝟓</a:t>
            </a:r>
            <a:endParaRPr sz="1750">
              <a:latin typeface="Cambria Math"/>
              <a:cs typeface="Cambria Math"/>
            </a:endParaRPr>
          </a:p>
        </p:txBody>
      </p:sp>
      <p:sp>
        <p:nvSpPr>
          <p:cNvPr id="280" name="object 274">
            <a:extLst>
              <a:ext uri="{FF2B5EF4-FFF2-40B4-BE49-F238E27FC236}">
                <a16:creationId xmlns:a16="http://schemas.microsoft.com/office/drawing/2014/main" id="{3924E5A2-847E-9442-A2D9-E477679C203D}"/>
              </a:ext>
            </a:extLst>
          </p:cNvPr>
          <p:cNvSpPr txBox="1"/>
          <p:nvPr/>
        </p:nvSpPr>
        <p:spPr>
          <a:xfrm>
            <a:off x="11542521" y="3902455"/>
            <a:ext cx="40068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sz="3600" spc="-37" baseline="-23148">
                <a:latin typeface="Cambria Math"/>
                <a:cs typeface="Cambria Math"/>
              </a:rPr>
              <a:t>𝑪</a:t>
            </a:r>
            <a:r>
              <a:rPr sz="1750" spc="-25">
                <a:latin typeface="Cambria Math"/>
                <a:cs typeface="Cambria Math"/>
              </a:rPr>
              <a:t>𝟑</a:t>
            </a:r>
            <a:endParaRPr sz="1750">
              <a:latin typeface="Cambria Math"/>
              <a:cs typeface="Cambria Math"/>
            </a:endParaRPr>
          </a:p>
        </p:txBody>
      </p:sp>
      <p:sp>
        <p:nvSpPr>
          <p:cNvPr id="281" name="object 275">
            <a:extLst>
              <a:ext uri="{FF2B5EF4-FFF2-40B4-BE49-F238E27FC236}">
                <a16:creationId xmlns:a16="http://schemas.microsoft.com/office/drawing/2014/main" id="{9A6A09B3-8735-1548-AFB6-E608D102A360}"/>
              </a:ext>
            </a:extLst>
          </p:cNvPr>
          <p:cNvSpPr txBox="1"/>
          <p:nvPr/>
        </p:nvSpPr>
        <p:spPr>
          <a:xfrm>
            <a:off x="7211568" y="5566155"/>
            <a:ext cx="158750" cy="2927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750" spc="-50">
                <a:latin typeface="Cambria Math"/>
                <a:cs typeface="Cambria Math"/>
              </a:rPr>
              <a:t>𝟓</a:t>
            </a:r>
            <a:endParaRPr sz="1750">
              <a:latin typeface="Cambria Math"/>
              <a:cs typeface="Cambria Math"/>
            </a:endParaRPr>
          </a:p>
        </p:txBody>
      </p:sp>
      <p:sp>
        <p:nvSpPr>
          <p:cNvPr id="282" name="object 276">
            <a:extLst>
              <a:ext uri="{FF2B5EF4-FFF2-40B4-BE49-F238E27FC236}">
                <a16:creationId xmlns:a16="http://schemas.microsoft.com/office/drawing/2014/main" id="{612F4D1B-5CC9-354B-9F79-C467A7B74062}"/>
              </a:ext>
            </a:extLst>
          </p:cNvPr>
          <p:cNvSpPr txBox="1"/>
          <p:nvPr/>
        </p:nvSpPr>
        <p:spPr>
          <a:xfrm>
            <a:off x="6994906" y="5283453"/>
            <a:ext cx="40068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sz="3600" spc="-37" baseline="-23148">
                <a:latin typeface="Cambria Math"/>
                <a:cs typeface="Cambria Math"/>
              </a:rPr>
              <a:t>𝑪</a:t>
            </a:r>
            <a:r>
              <a:rPr sz="1750" spc="-25">
                <a:latin typeface="Cambria Math"/>
                <a:cs typeface="Cambria Math"/>
              </a:rPr>
              <a:t>𝟒</a:t>
            </a:r>
            <a:endParaRPr sz="1750">
              <a:latin typeface="Cambria Math"/>
              <a:cs typeface="Cambria Math"/>
            </a:endParaRPr>
          </a:p>
        </p:txBody>
      </p:sp>
    </p:spTree>
    <p:extLst>
      <p:ext uri="{BB962C8B-B14F-4D97-AF65-F5344CB8AC3E}">
        <p14:creationId xmlns:p14="http://schemas.microsoft.com/office/powerpoint/2010/main" val="1131281031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3">
            <a:extLst>
              <a:ext uri="{FF2B5EF4-FFF2-40B4-BE49-F238E27FC236}">
                <a16:creationId xmlns:a16="http://schemas.microsoft.com/office/drawing/2014/main" id="{751451E1-25F7-294C-91A0-7FE054B79435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54626" y="219670"/>
            <a:ext cx="9507967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蛮力枚</a:t>
            </a: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举</a:t>
            </a:r>
            <a:r>
              <a:rPr lang="en-US" altLang="zh-CN" spc="-50" dirty="0">
                <a:latin typeface="SimSun" panose="02010600030101010101" pitchFamily="2" charset="-122"/>
                <a:ea typeface="SimSun" panose="02010600030101010101" pitchFamily="2" charset="-122"/>
              </a:rPr>
              <a:t>-</a:t>
            </a:r>
            <a:r>
              <a:rPr lang="zh-CN" altLang="en-US" sz="3600" spc="-50" dirty="0">
                <a:latin typeface="SimSun" panose="02010600030101010101" pitchFamily="2" charset="-122"/>
                <a:ea typeface="SimSun" panose="02010600030101010101" pitchFamily="2" charset="-122"/>
              </a:rPr>
              <a:t>枚举所有商品组合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graphicFrame>
        <p:nvGraphicFramePr>
          <p:cNvPr id="5" name="object 4">
            <a:extLst>
              <a:ext uri="{FF2B5EF4-FFF2-40B4-BE49-F238E27FC236}">
                <a16:creationId xmlns:a16="http://schemas.microsoft.com/office/drawing/2014/main" id="{E88F9E76-8B7C-3947-AF7F-A2DA44F1F20D}"/>
              </a:ext>
            </a:extLst>
          </p:cNvPr>
          <p:cNvGraphicFramePr>
            <a:graphicFrameLocks noGrp="1"/>
          </p:cNvGraphicFramePr>
          <p:nvPr/>
        </p:nvGraphicFramePr>
        <p:xfrm>
          <a:off x="8494903" y="4819650"/>
          <a:ext cx="3653789" cy="19945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255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1696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112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97510">
                <a:tc>
                  <a:txBody>
                    <a:bodyPr/>
                    <a:lstStyle/>
                    <a:p>
                      <a:pPr marR="388620" algn="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700" spc="-25">
                          <a:solidFill>
                            <a:srgbClr val="FFFFFF"/>
                          </a:solidFill>
                          <a:latin typeface="PMingLiU"/>
                          <a:cs typeface="PMingLiU"/>
                        </a:rPr>
                        <a:t>商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PMingLiU"/>
                          <a:cs typeface="PMingLiU"/>
                        </a:rPr>
                        <a:t>品</a:t>
                      </a:r>
                      <a:endParaRPr sz="1700">
                        <a:latin typeface="PMingLiU"/>
                        <a:cs typeface="PMingLiU"/>
                      </a:endParaRPr>
                    </a:p>
                  </a:txBody>
                  <a:tcPr marL="0" marR="0" marT="4254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700" spc="-25">
                          <a:solidFill>
                            <a:srgbClr val="FFFFFF"/>
                          </a:solidFill>
                          <a:latin typeface="PMingLiU"/>
                          <a:cs typeface="PMingLiU"/>
                        </a:rPr>
                        <a:t>价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PMingLiU"/>
                          <a:cs typeface="PMingLiU"/>
                        </a:rPr>
                        <a:t>格</a:t>
                      </a:r>
                      <a:endParaRPr sz="1700">
                        <a:latin typeface="PMingLiU"/>
                        <a:cs typeface="PMingLiU"/>
                      </a:endParaRPr>
                    </a:p>
                  </a:txBody>
                  <a:tcPr marL="0" marR="0" marT="4254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700" spc="-25">
                          <a:solidFill>
                            <a:srgbClr val="FFFFFF"/>
                          </a:solidFill>
                          <a:latin typeface="PMingLiU"/>
                          <a:cs typeface="PMingLiU"/>
                        </a:rPr>
                        <a:t>体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PMingLiU"/>
                          <a:cs typeface="PMingLiU"/>
                        </a:rPr>
                        <a:t>积</a:t>
                      </a:r>
                      <a:endParaRPr sz="1700">
                        <a:latin typeface="PMingLiU"/>
                        <a:cs typeface="PMingLiU"/>
                      </a:endParaRPr>
                    </a:p>
                  </a:txBody>
                  <a:tcPr marL="0" marR="0" marT="4254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405">
                <a:tc>
                  <a:txBody>
                    <a:bodyPr/>
                    <a:lstStyle/>
                    <a:p>
                      <a:pPr marR="388620" algn="r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1700" spc="-25">
                          <a:latin typeface="PMingLiU"/>
                          <a:cs typeface="PMingLiU"/>
                        </a:rPr>
                        <a:t>啤</a:t>
                      </a:r>
                      <a:r>
                        <a:rPr sz="1700" spc="-50">
                          <a:latin typeface="PMingLiU"/>
                          <a:cs typeface="PMingLiU"/>
                        </a:rPr>
                        <a:t>酒</a:t>
                      </a:r>
                      <a:endParaRPr sz="1700">
                        <a:latin typeface="PMingLiU"/>
                        <a:cs typeface="PMingLiU"/>
                      </a:endParaRPr>
                    </a:p>
                  </a:txBody>
                  <a:tcPr marL="0" marR="0" marT="381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9405">
                <a:tc>
                  <a:txBody>
                    <a:bodyPr/>
                    <a:lstStyle/>
                    <a:p>
                      <a:pPr marR="388620" algn="r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1700" spc="-25">
                          <a:latin typeface="PMingLiU"/>
                          <a:cs typeface="PMingLiU"/>
                        </a:rPr>
                        <a:t>汽</a:t>
                      </a:r>
                      <a:r>
                        <a:rPr sz="1700" spc="-50">
                          <a:latin typeface="PMingLiU"/>
                          <a:cs typeface="PMingLiU"/>
                        </a:rPr>
                        <a:t>水</a:t>
                      </a:r>
                      <a:endParaRPr sz="1700">
                        <a:latin typeface="PMingLiU"/>
                        <a:cs typeface="PMingLiU"/>
                      </a:endParaRPr>
                    </a:p>
                  </a:txBody>
                  <a:tcPr marL="0" marR="0" marT="381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2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3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19405">
                <a:tc>
                  <a:txBody>
                    <a:bodyPr/>
                    <a:lstStyle/>
                    <a:p>
                      <a:pPr marR="388620" algn="r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1700" spc="-30">
                          <a:latin typeface="PMingLiU"/>
                          <a:cs typeface="PMingLiU"/>
                        </a:rPr>
                        <a:t>饼干</a:t>
                      </a:r>
                      <a:endParaRPr sz="1700">
                        <a:latin typeface="PMingLiU"/>
                        <a:cs typeface="PMingLiU"/>
                      </a:endParaRPr>
                    </a:p>
                  </a:txBody>
                  <a:tcPr marL="0" marR="0" marT="381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9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4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19405">
                <a:tc>
                  <a:txBody>
                    <a:bodyPr/>
                    <a:lstStyle/>
                    <a:p>
                      <a:pPr marR="388620" algn="r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1700" spc="-25">
                          <a:latin typeface="PMingLiU"/>
                          <a:cs typeface="PMingLiU"/>
                        </a:rPr>
                        <a:t>面</a:t>
                      </a:r>
                      <a:r>
                        <a:rPr sz="1700" spc="-50">
                          <a:latin typeface="PMingLiU"/>
                          <a:cs typeface="PMingLiU"/>
                        </a:rPr>
                        <a:t>包</a:t>
                      </a:r>
                      <a:endParaRPr sz="1700">
                        <a:latin typeface="PMingLiU"/>
                        <a:cs typeface="PMingLiU"/>
                      </a:endParaRPr>
                    </a:p>
                  </a:txBody>
                  <a:tcPr marL="0" marR="0" marT="381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5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19405">
                <a:tc>
                  <a:txBody>
                    <a:bodyPr/>
                    <a:lstStyle/>
                    <a:p>
                      <a:pPr marR="388620" algn="r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1700" spc="-25">
                          <a:latin typeface="PMingLiU"/>
                          <a:cs typeface="PMingLiU"/>
                        </a:rPr>
                        <a:t>牛</a:t>
                      </a:r>
                      <a:r>
                        <a:rPr sz="1700" spc="-50">
                          <a:latin typeface="PMingLiU"/>
                          <a:cs typeface="PMingLiU"/>
                        </a:rPr>
                        <a:t>奶</a:t>
                      </a:r>
                      <a:endParaRPr sz="1700">
                        <a:latin typeface="PMingLiU"/>
                        <a:cs typeface="PMingLiU"/>
                      </a:endParaRPr>
                    </a:p>
                  </a:txBody>
                  <a:tcPr marL="0" marR="0" marT="381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9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4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pic>
        <p:nvPicPr>
          <p:cNvPr id="6" name="object 5">
            <a:extLst>
              <a:ext uri="{FF2B5EF4-FFF2-40B4-BE49-F238E27FC236}">
                <a16:creationId xmlns:a16="http://schemas.microsoft.com/office/drawing/2014/main" id="{4116E576-0435-8847-A916-5C3C5C9D9084}"/>
              </a:ext>
            </a:extLst>
          </p:cNvPr>
          <p:cNvPicPr/>
          <p:nvPr/>
        </p:nvPicPr>
        <p:blipFill>
          <a:blip r:embed="rId3"/>
          <a:stretch>
            <a:fillRect/>
          </a:stretch>
        </p:blipFill>
        <p:spPr>
          <a:xfrm>
            <a:off x="8602218" y="5904738"/>
            <a:ext cx="231648" cy="259842"/>
          </a:xfrm>
          <a:prstGeom prst="rect">
            <a:avLst/>
          </a:prstGeom>
        </p:spPr>
      </p:pic>
      <p:pic>
        <p:nvPicPr>
          <p:cNvPr id="7" name="object 6">
            <a:extLst>
              <a:ext uri="{FF2B5EF4-FFF2-40B4-BE49-F238E27FC236}">
                <a16:creationId xmlns:a16="http://schemas.microsoft.com/office/drawing/2014/main" id="{381D3764-BA3F-314B-BB87-008037F07F30}"/>
              </a:ext>
            </a:extLst>
          </p:cNvPr>
          <p:cNvPicPr/>
          <p:nvPr/>
        </p:nvPicPr>
        <p:blipFill>
          <a:blip r:embed="rId4"/>
          <a:stretch>
            <a:fillRect/>
          </a:stretch>
        </p:blipFill>
        <p:spPr>
          <a:xfrm>
            <a:off x="8611361" y="6230873"/>
            <a:ext cx="232409" cy="260603"/>
          </a:xfrm>
          <a:prstGeom prst="rect">
            <a:avLst/>
          </a:prstGeom>
        </p:spPr>
      </p:pic>
      <p:pic>
        <p:nvPicPr>
          <p:cNvPr id="8" name="object 7">
            <a:extLst>
              <a:ext uri="{FF2B5EF4-FFF2-40B4-BE49-F238E27FC236}">
                <a16:creationId xmlns:a16="http://schemas.microsoft.com/office/drawing/2014/main" id="{16A63A80-723F-6D42-9E5E-C7A0DEA1FDFE}"/>
              </a:ext>
            </a:extLst>
          </p:cNvPr>
          <p:cNvPicPr/>
          <p:nvPr/>
        </p:nvPicPr>
        <p:blipFill>
          <a:blip r:embed="rId5"/>
          <a:stretch>
            <a:fillRect/>
          </a:stretch>
        </p:blipFill>
        <p:spPr>
          <a:xfrm>
            <a:off x="8602218" y="5231891"/>
            <a:ext cx="231648" cy="259841"/>
          </a:xfrm>
          <a:prstGeom prst="rect">
            <a:avLst/>
          </a:prstGeom>
        </p:spPr>
      </p:pic>
      <p:pic>
        <p:nvPicPr>
          <p:cNvPr id="9" name="object 8">
            <a:extLst>
              <a:ext uri="{FF2B5EF4-FFF2-40B4-BE49-F238E27FC236}">
                <a16:creationId xmlns:a16="http://schemas.microsoft.com/office/drawing/2014/main" id="{E18692E7-A627-B145-900B-9DB55F0DE3D6}"/>
              </a:ext>
            </a:extLst>
          </p:cNvPr>
          <p:cNvPicPr/>
          <p:nvPr/>
        </p:nvPicPr>
        <p:blipFill>
          <a:blip r:embed="rId6"/>
          <a:stretch>
            <a:fillRect/>
          </a:stretch>
        </p:blipFill>
        <p:spPr>
          <a:xfrm>
            <a:off x="8602218" y="5567934"/>
            <a:ext cx="231648" cy="259842"/>
          </a:xfrm>
          <a:prstGeom prst="rect">
            <a:avLst/>
          </a:prstGeom>
        </p:spPr>
      </p:pic>
      <p:pic>
        <p:nvPicPr>
          <p:cNvPr id="10" name="object 9">
            <a:extLst>
              <a:ext uri="{FF2B5EF4-FFF2-40B4-BE49-F238E27FC236}">
                <a16:creationId xmlns:a16="http://schemas.microsoft.com/office/drawing/2014/main" id="{BA2B5642-B4BE-5F4F-9E9F-FE85E8D1ABEE}"/>
              </a:ext>
            </a:extLst>
          </p:cNvPr>
          <p:cNvPicPr/>
          <p:nvPr/>
        </p:nvPicPr>
        <p:blipFill>
          <a:blip r:embed="rId7"/>
          <a:stretch>
            <a:fillRect/>
          </a:stretch>
        </p:blipFill>
        <p:spPr>
          <a:xfrm>
            <a:off x="8611361" y="6539483"/>
            <a:ext cx="232409" cy="259842"/>
          </a:xfrm>
          <a:prstGeom prst="rect">
            <a:avLst/>
          </a:prstGeom>
        </p:spPr>
      </p:pic>
      <p:pic>
        <p:nvPicPr>
          <p:cNvPr id="11" name="object 10">
            <a:extLst>
              <a:ext uri="{FF2B5EF4-FFF2-40B4-BE49-F238E27FC236}">
                <a16:creationId xmlns:a16="http://schemas.microsoft.com/office/drawing/2014/main" id="{AD278B28-F4AD-524B-946C-1632F986D8E7}"/>
              </a:ext>
            </a:extLst>
          </p:cNvPr>
          <p:cNvPicPr/>
          <p:nvPr/>
        </p:nvPicPr>
        <p:blipFill>
          <a:blip r:embed="rId8"/>
          <a:stretch>
            <a:fillRect/>
          </a:stretch>
        </p:blipFill>
        <p:spPr>
          <a:xfrm>
            <a:off x="7459980" y="5135879"/>
            <a:ext cx="889253" cy="729234"/>
          </a:xfrm>
          <a:prstGeom prst="rect">
            <a:avLst/>
          </a:prstGeom>
        </p:spPr>
      </p:pic>
      <p:sp>
        <p:nvSpPr>
          <p:cNvPr id="12" name="object 11">
            <a:extLst>
              <a:ext uri="{FF2B5EF4-FFF2-40B4-BE49-F238E27FC236}">
                <a16:creationId xmlns:a16="http://schemas.microsoft.com/office/drawing/2014/main" id="{D70B4F24-9997-DD41-855A-3086E6C916A6}"/>
              </a:ext>
            </a:extLst>
          </p:cNvPr>
          <p:cNvSpPr txBox="1"/>
          <p:nvPr/>
        </p:nvSpPr>
        <p:spPr>
          <a:xfrm>
            <a:off x="7314438" y="5992876"/>
            <a:ext cx="11684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>
                <a:latin typeface="PMingLiU"/>
                <a:cs typeface="PMingLiU"/>
              </a:rPr>
              <a:t>背包体积</a:t>
            </a:r>
            <a:r>
              <a:rPr sz="1800" b="1" spc="-25">
                <a:latin typeface="Times New Roman"/>
                <a:cs typeface="Times New Roman"/>
              </a:rPr>
              <a:t>13</a:t>
            </a:r>
            <a:endParaRPr sz="1800">
              <a:latin typeface="Times New Roman"/>
              <a:cs typeface="Times New Roman"/>
            </a:endParaRPr>
          </a:p>
        </p:txBody>
      </p:sp>
      <p:grpSp>
        <p:nvGrpSpPr>
          <p:cNvPr id="16" name="object 10">
            <a:extLst>
              <a:ext uri="{FF2B5EF4-FFF2-40B4-BE49-F238E27FC236}">
                <a16:creationId xmlns:a16="http://schemas.microsoft.com/office/drawing/2014/main" id="{ABC36A11-78E5-ED4C-B5EB-5523A9240CBB}"/>
              </a:ext>
            </a:extLst>
          </p:cNvPr>
          <p:cNvGrpSpPr/>
          <p:nvPr/>
        </p:nvGrpSpPr>
        <p:grpSpPr>
          <a:xfrm>
            <a:off x="1838705" y="1901189"/>
            <a:ext cx="649605" cy="532765"/>
            <a:chOff x="1686305" y="1748789"/>
            <a:chExt cx="649605" cy="532765"/>
          </a:xfrm>
        </p:grpSpPr>
        <p:pic>
          <p:nvPicPr>
            <p:cNvPr id="17" name="object 11">
              <a:extLst>
                <a:ext uri="{FF2B5EF4-FFF2-40B4-BE49-F238E27FC236}">
                  <a16:creationId xmlns:a16="http://schemas.microsoft.com/office/drawing/2014/main" id="{BF25A649-BABC-3649-BBD7-660FA5FE4E54}"/>
                </a:ext>
              </a:extLst>
            </p:cNvPr>
            <p:cNvPicPr/>
            <p:nvPr/>
          </p:nvPicPr>
          <p:blipFill>
            <a:blip r:embed="rId8"/>
            <a:stretch>
              <a:fillRect/>
            </a:stretch>
          </p:blipFill>
          <p:spPr>
            <a:xfrm>
              <a:off x="1686305" y="1748789"/>
              <a:ext cx="649224" cy="532638"/>
            </a:xfrm>
            <a:prstGeom prst="rect">
              <a:avLst/>
            </a:prstGeom>
          </p:spPr>
        </p:pic>
        <p:pic>
          <p:nvPicPr>
            <p:cNvPr id="18" name="object 12">
              <a:extLst>
                <a:ext uri="{FF2B5EF4-FFF2-40B4-BE49-F238E27FC236}">
                  <a16:creationId xmlns:a16="http://schemas.microsoft.com/office/drawing/2014/main" id="{EE94BFF3-EB3B-DF40-8251-27AB4CF1501C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1897379" y="1845563"/>
              <a:ext cx="245363" cy="244601"/>
            </a:xfrm>
            <a:prstGeom prst="rect">
              <a:avLst/>
            </a:prstGeom>
          </p:spPr>
        </p:pic>
      </p:grpSp>
      <p:grpSp>
        <p:nvGrpSpPr>
          <p:cNvPr id="19" name="object 13">
            <a:extLst>
              <a:ext uri="{FF2B5EF4-FFF2-40B4-BE49-F238E27FC236}">
                <a16:creationId xmlns:a16="http://schemas.microsoft.com/office/drawing/2014/main" id="{37AA1D57-55C0-6342-8105-FDB4F0AFD7B4}"/>
              </a:ext>
            </a:extLst>
          </p:cNvPr>
          <p:cNvGrpSpPr/>
          <p:nvPr/>
        </p:nvGrpSpPr>
        <p:grpSpPr>
          <a:xfrm>
            <a:off x="3672078" y="1901189"/>
            <a:ext cx="650240" cy="532765"/>
            <a:chOff x="3519678" y="1748789"/>
            <a:chExt cx="650240" cy="532765"/>
          </a:xfrm>
        </p:grpSpPr>
        <p:pic>
          <p:nvPicPr>
            <p:cNvPr id="20" name="object 14">
              <a:extLst>
                <a:ext uri="{FF2B5EF4-FFF2-40B4-BE49-F238E27FC236}">
                  <a16:creationId xmlns:a16="http://schemas.microsoft.com/office/drawing/2014/main" id="{6BCEC6FB-B0B4-9A4A-9B37-2C1C0967392A}"/>
                </a:ext>
              </a:extLst>
            </p:cNvPr>
            <p:cNvPicPr/>
            <p:nvPr/>
          </p:nvPicPr>
          <p:blipFill>
            <a:blip r:embed="rId8"/>
            <a:stretch>
              <a:fillRect/>
            </a:stretch>
          </p:blipFill>
          <p:spPr>
            <a:xfrm>
              <a:off x="3519678" y="1748789"/>
              <a:ext cx="649986" cy="532638"/>
            </a:xfrm>
            <a:prstGeom prst="rect">
              <a:avLst/>
            </a:prstGeom>
          </p:spPr>
        </p:pic>
        <p:pic>
          <p:nvPicPr>
            <p:cNvPr id="21" name="object 15">
              <a:extLst>
                <a:ext uri="{FF2B5EF4-FFF2-40B4-BE49-F238E27FC236}">
                  <a16:creationId xmlns:a16="http://schemas.microsoft.com/office/drawing/2014/main" id="{41FF69DD-ED2E-974E-BCDA-E2B840880FEA}"/>
                </a:ext>
              </a:extLst>
            </p:cNvPr>
            <p:cNvPicPr/>
            <p:nvPr/>
          </p:nvPicPr>
          <p:blipFill>
            <a:blip r:embed="rId4"/>
            <a:stretch>
              <a:fillRect/>
            </a:stretch>
          </p:blipFill>
          <p:spPr>
            <a:xfrm>
              <a:off x="3772662" y="1869185"/>
              <a:ext cx="245363" cy="244601"/>
            </a:xfrm>
            <a:prstGeom prst="rect">
              <a:avLst/>
            </a:prstGeom>
          </p:spPr>
        </p:pic>
      </p:grpSp>
      <p:grpSp>
        <p:nvGrpSpPr>
          <p:cNvPr id="22" name="object 16">
            <a:extLst>
              <a:ext uri="{FF2B5EF4-FFF2-40B4-BE49-F238E27FC236}">
                <a16:creationId xmlns:a16="http://schemas.microsoft.com/office/drawing/2014/main" id="{98AD60A4-6797-6342-8723-A2F27EB48E8A}"/>
              </a:ext>
            </a:extLst>
          </p:cNvPr>
          <p:cNvGrpSpPr/>
          <p:nvPr/>
        </p:nvGrpSpPr>
        <p:grpSpPr>
          <a:xfrm>
            <a:off x="5515355" y="1901189"/>
            <a:ext cx="650240" cy="532765"/>
            <a:chOff x="5362955" y="1748789"/>
            <a:chExt cx="650240" cy="532765"/>
          </a:xfrm>
        </p:grpSpPr>
        <p:pic>
          <p:nvPicPr>
            <p:cNvPr id="23" name="object 17">
              <a:extLst>
                <a:ext uri="{FF2B5EF4-FFF2-40B4-BE49-F238E27FC236}">
                  <a16:creationId xmlns:a16="http://schemas.microsoft.com/office/drawing/2014/main" id="{A332C440-DAC0-6745-B16C-DD8FFEB94A78}"/>
                </a:ext>
              </a:extLst>
            </p:cNvPr>
            <p:cNvPicPr/>
            <p:nvPr/>
          </p:nvPicPr>
          <p:blipFill>
            <a:blip r:embed="rId8"/>
            <a:stretch>
              <a:fillRect/>
            </a:stretch>
          </p:blipFill>
          <p:spPr>
            <a:xfrm>
              <a:off x="5362955" y="1748789"/>
              <a:ext cx="649986" cy="532638"/>
            </a:xfrm>
            <a:prstGeom prst="rect">
              <a:avLst/>
            </a:prstGeom>
          </p:spPr>
        </p:pic>
        <p:pic>
          <p:nvPicPr>
            <p:cNvPr id="24" name="object 18">
              <a:extLst>
                <a:ext uri="{FF2B5EF4-FFF2-40B4-BE49-F238E27FC236}">
                  <a16:creationId xmlns:a16="http://schemas.microsoft.com/office/drawing/2014/main" id="{FE1B736A-437D-A448-B2A9-F1F732F7E27F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5626607" y="1868423"/>
              <a:ext cx="245363" cy="244601"/>
            </a:xfrm>
            <a:prstGeom prst="rect">
              <a:avLst/>
            </a:prstGeom>
          </p:spPr>
        </p:pic>
      </p:grpSp>
      <p:grpSp>
        <p:nvGrpSpPr>
          <p:cNvPr id="25" name="object 19">
            <a:extLst>
              <a:ext uri="{FF2B5EF4-FFF2-40B4-BE49-F238E27FC236}">
                <a16:creationId xmlns:a16="http://schemas.microsoft.com/office/drawing/2014/main" id="{E1B83356-DDD2-B646-9E36-B390271D201F}"/>
              </a:ext>
            </a:extLst>
          </p:cNvPr>
          <p:cNvGrpSpPr/>
          <p:nvPr/>
        </p:nvGrpSpPr>
        <p:grpSpPr>
          <a:xfrm>
            <a:off x="1325880" y="3147822"/>
            <a:ext cx="651510" cy="534670"/>
            <a:chOff x="1173480" y="2995422"/>
            <a:chExt cx="651510" cy="534670"/>
          </a:xfrm>
        </p:grpSpPr>
        <p:pic>
          <p:nvPicPr>
            <p:cNvPr id="26" name="object 20">
              <a:extLst>
                <a:ext uri="{FF2B5EF4-FFF2-40B4-BE49-F238E27FC236}">
                  <a16:creationId xmlns:a16="http://schemas.microsoft.com/office/drawing/2014/main" id="{1136B0FE-5F14-8842-AC53-D2AA8942AA23}"/>
                </a:ext>
              </a:extLst>
            </p:cNvPr>
            <p:cNvPicPr/>
            <p:nvPr/>
          </p:nvPicPr>
          <p:blipFill>
            <a:blip r:embed="rId8"/>
            <a:stretch>
              <a:fillRect/>
            </a:stretch>
          </p:blipFill>
          <p:spPr>
            <a:xfrm>
              <a:off x="1173480" y="2995422"/>
              <a:ext cx="650748" cy="534162"/>
            </a:xfrm>
            <a:prstGeom prst="rect">
              <a:avLst/>
            </a:prstGeom>
          </p:spPr>
        </p:pic>
        <p:pic>
          <p:nvPicPr>
            <p:cNvPr id="27" name="object 21">
              <a:extLst>
                <a:ext uri="{FF2B5EF4-FFF2-40B4-BE49-F238E27FC236}">
                  <a16:creationId xmlns:a16="http://schemas.microsoft.com/office/drawing/2014/main" id="{6F9A48C3-5DCF-7845-83F2-71C24BF83F52}"/>
                </a:ext>
              </a:extLst>
            </p:cNvPr>
            <p:cNvPicPr/>
            <p:nvPr/>
          </p:nvPicPr>
          <p:blipFill>
            <a:blip r:embed="rId5"/>
            <a:stretch>
              <a:fillRect/>
            </a:stretch>
          </p:blipFill>
          <p:spPr>
            <a:xfrm>
              <a:off x="1391412" y="3082290"/>
              <a:ext cx="246125" cy="246125"/>
            </a:xfrm>
            <a:prstGeom prst="rect">
              <a:avLst/>
            </a:prstGeom>
          </p:spPr>
        </p:pic>
        <p:pic>
          <p:nvPicPr>
            <p:cNvPr id="28" name="object 22">
              <a:extLst>
                <a:ext uri="{FF2B5EF4-FFF2-40B4-BE49-F238E27FC236}">
                  <a16:creationId xmlns:a16="http://schemas.microsoft.com/office/drawing/2014/main" id="{FF689DD7-54EB-9B46-8134-D19C50576CB2}"/>
                </a:ext>
              </a:extLst>
            </p:cNvPr>
            <p:cNvPicPr/>
            <p:nvPr/>
          </p:nvPicPr>
          <p:blipFill>
            <a:blip r:embed="rId4"/>
            <a:stretch>
              <a:fillRect/>
            </a:stretch>
          </p:blipFill>
          <p:spPr>
            <a:xfrm>
              <a:off x="1569720" y="3121914"/>
              <a:ext cx="255269" cy="255270"/>
            </a:xfrm>
            <a:prstGeom prst="rect">
              <a:avLst/>
            </a:prstGeom>
          </p:spPr>
        </p:pic>
      </p:grpSp>
      <p:grpSp>
        <p:nvGrpSpPr>
          <p:cNvPr id="29" name="object 23">
            <a:extLst>
              <a:ext uri="{FF2B5EF4-FFF2-40B4-BE49-F238E27FC236}">
                <a16:creationId xmlns:a16="http://schemas.microsoft.com/office/drawing/2014/main" id="{A5B86819-0293-774F-914B-6F94E2111839}"/>
              </a:ext>
            </a:extLst>
          </p:cNvPr>
          <p:cNvGrpSpPr/>
          <p:nvPr/>
        </p:nvGrpSpPr>
        <p:grpSpPr>
          <a:xfrm>
            <a:off x="2362961" y="3147822"/>
            <a:ext cx="691515" cy="534670"/>
            <a:chOff x="2210561" y="2995422"/>
            <a:chExt cx="691515" cy="534670"/>
          </a:xfrm>
        </p:grpSpPr>
        <p:pic>
          <p:nvPicPr>
            <p:cNvPr id="30" name="object 24">
              <a:extLst>
                <a:ext uri="{FF2B5EF4-FFF2-40B4-BE49-F238E27FC236}">
                  <a16:creationId xmlns:a16="http://schemas.microsoft.com/office/drawing/2014/main" id="{2D1A9358-6846-7A49-BCCA-FBED07F0D122}"/>
                </a:ext>
              </a:extLst>
            </p:cNvPr>
            <p:cNvPicPr/>
            <p:nvPr/>
          </p:nvPicPr>
          <p:blipFill>
            <a:blip r:embed="rId8"/>
            <a:stretch>
              <a:fillRect/>
            </a:stretch>
          </p:blipFill>
          <p:spPr>
            <a:xfrm>
              <a:off x="2210561" y="2995422"/>
              <a:ext cx="650748" cy="534162"/>
            </a:xfrm>
            <a:prstGeom prst="rect">
              <a:avLst/>
            </a:prstGeom>
          </p:spPr>
        </p:pic>
        <p:pic>
          <p:nvPicPr>
            <p:cNvPr id="31" name="object 25">
              <a:extLst>
                <a:ext uri="{FF2B5EF4-FFF2-40B4-BE49-F238E27FC236}">
                  <a16:creationId xmlns:a16="http://schemas.microsoft.com/office/drawing/2014/main" id="{19A49D86-F1E9-5B4C-AD63-C1E760897484}"/>
                </a:ext>
              </a:extLst>
            </p:cNvPr>
            <p:cNvPicPr/>
            <p:nvPr/>
          </p:nvPicPr>
          <p:blipFill>
            <a:blip r:embed="rId5"/>
            <a:stretch>
              <a:fillRect/>
            </a:stretch>
          </p:blipFill>
          <p:spPr>
            <a:xfrm>
              <a:off x="2428493" y="3082290"/>
              <a:ext cx="246125" cy="246125"/>
            </a:xfrm>
            <a:prstGeom prst="rect">
              <a:avLst/>
            </a:prstGeom>
          </p:spPr>
        </p:pic>
        <p:pic>
          <p:nvPicPr>
            <p:cNvPr id="32" name="object 26">
              <a:extLst>
                <a:ext uri="{FF2B5EF4-FFF2-40B4-BE49-F238E27FC236}">
                  <a16:creationId xmlns:a16="http://schemas.microsoft.com/office/drawing/2014/main" id="{12F65962-C071-6647-92EF-FC5E963E7A1D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2656331" y="3071622"/>
              <a:ext cx="245363" cy="244601"/>
            </a:xfrm>
            <a:prstGeom prst="rect">
              <a:avLst/>
            </a:prstGeom>
          </p:spPr>
        </p:pic>
      </p:grpSp>
      <p:grpSp>
        <p:nvGrpSpPr>
          <p:cNvPr id="33" name="object 27">
            <a:extLst>
              <a:ext uri="{FF2B5EF4-FFF2-40B4-BE49-F238E27FC236}">
                <a16:creationId xmlns:a16="http://schemas.microsoft.com/office/drawing/2014/main" id="{02211638-DDD0-0B49-9EFA-18CDC62F9CA2}"/>
              </a:ext>
            </a:extLst>
          </p:cNvPr>
          <p:cNvGrpSpPr/>
          <p:nvPr/>
        </p:nvGrpSpPr>
        <p:grpSpPr>
          <a:xfrm>
            <a:off x="3496055" y="3147822"/>
            <a:ext cx="650875" cy="534670"/>
            <a:chOff x="3343655" y="2995422"/>
            <a:chExt cx="650875" cy="534670"/>
          </a:xfrm>
        </p:grpSpPr>
        <p:pic>
          <p:nvPicPr>
            <p:cNvPr id="34" name="object 28">
              <a:extLst>
                <a:ext uri="{FF2B5EF4-FFF2-40B4-BE49-F238E27FC236}">
                  <a16:creationId xmlns:a16="http://schemas.microsoft.com/office/drawing/2014/main" id="{4A7CDB0B-412D-EB47-98AA-65C9A57EC975}"/>
                </a:ext>
              </a:extLst>
            </p:cNvPr>
            <p:cNvPicPr/>
            <p:nvPr/>
          </p:nvPicPr>
          <p:blipFill>
            <a:blip r:embed="rId8"/>
            <a:stretch>
              <a:fillRect/>
            </a:stretch>
          </p:blipFill>
          <p:spPr>
            <a:xfrm>
              <a:off x="3343655" y="2995422"/>
              <a:ext cx="650748" cy="534162"/>
            </a:xfrm>
            <a:prstGeom prst="rect">
              <a:avLst/>
            </a:prstGeom>
          </p:spPr>
        </p:pic>
        <p:pic>
          <p:nvPicPr>
            <p:cNvPr id="35" name="object 29">
              <a:extLst>
                <a:ext uri="{FF2B5EF4-FFF2-40B4-BE49-F238E27FC236}">
                  <a16:creationId xmlns:a16="http://schemas.microsoft.com/office/drawing/2014/main" id="{BDD96E99-B7E2-5B4C-8FAD-8E27B8ED6B72}"/>
                </a:ext>
              </a:extLst>
            </p:cNvPr>
            <p:cNvPicPr/>
            <p:nvPr/>
          </p:nvPicPr>
          <p:blipFill>
            <a:blip r:embed="rId5"/>
            <a:stretch>
              <a:fillRect/>
            </a:stretch>
          </p:blipFill>
          <p:spPr>
            <a:xfrm>
              <a:off x="3533393" y="3082290"/>
              <a:ext cx="245363" cy="246125"/>
            </a:xfrm>
            <a:prstGeom prst="rect">
              <a:avLst/>
            </a:prstGeom>
          </p:spPr>
        </p:pic>
        <p:pic>
          <p:nvPicPr>
            <p:cNvPr id="36" name="object 30">
              <a:extLst>
                <a:ext uri="{FF2B5EF4-FFF2-40B4-BE49-F238E27FC236}">
                  <a16:creationId xmlns:a16="http://schemas.microsoft.com/office/drawing/2014/main" id="{D7E9F090-D95F-B148-ABCD-9788C6F68BE7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3717797" y="3110484"/>
              <a:ext cx="245363" cy="244601"/>
            </a:xfrm>
            <a:prstGeom prst="rect">
              <a:avLst/>
            </a:prstGeom>
          </p:spPr>
        </p:pic>
      </p:grpSp>
      <p:grpSp>
        <p:nvGrpSpPr>
          <p:cNvPr id="37" name="object 31">
            <a:extLst>
              <a:ext uri="{FF2B5EF4-FFF2-40B4-BE49-F238E27FC236}">
                <a16:creationId xmlns:a16="http://schemas.microsoft.com/office/drawing/2014/main" id="{BA6FB5C8-39CC-9141-9742-061B593DD04F}"/>
              </a:ext>
            </a:extLst>
          </p:cNvPr>
          <p:cNvGrpSpPr/>
          <p:nvPr/>
        </p:nvGrpSpPr>
        <p:grpSpPr>
          <a:xfrm>
            <a:off x="4588764" y="3147822"/>
            <a:ext cx="650875" cy="534670"/>
            <a:chOff x="4436364" y="2995422"/>
            <a:chExt cx="650875" cy="534670"/>
          </a:xfrm>
        </p:grpSpPr>
        <p:pic>
          <p:nvPicPr>
            <p:cNvPr id="38" name="object 32">
              <a:extLst>
                <a:ext uri="{FF2B5EF4-FFF2-40B4-BE49-F238E27FC236}">
                  <a16:creationId xmlns:a16="http://schemas.microsoft.com/office/drawing/2014/main" id="{7256E2E2-08B5-AB4F-820E-DA9B1FA8F90E}"/>
                </a:ext>
              </a:extLst>
            </p:cNvPr>
            <p:cNvPicPr/>
            <p:nvPr/>
          </p:nvPicPr>
          <p:blipFill>
            <a:blip r:embed="rId8"/>
            <a:stretch>
              <a:fillRect/>
            </a:stretch>
          </p:blipFill>
          <p:spPr>
            <a:xfrm>
              <a:off x="4436364" y="2995422"/>
              <a:ext cx="650748" cy="534162"/>
            </a:xfrm>
            <a:prstGeom prst="rect">
              <a:avLst/>
            </a:prstGeom>
          </p:spPr>
        </p:pic>
        <p:pic>
          <p:nvPicPr>
            <p:cNvPr id="39" name="object 33">
              <a:extLst>
                <a:ext uri="{FF2B5EF4-FFF2-40B4-BE49-F238E27FC236}">
                  <a16:creationId xmlns:a16="http://schemas.microsoft.com/office/drawing/2014/main" id="{BE4E56E4-169B-174F-8F1E-7CFBD836B5A5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4837938" y="3092196"/>
              <a:ext cx="244601" cy="245363"/>
            </a:xfrm>
            <a:prstGeom prst="rect">
              <a:avLst/>
            </a:prstGeom>
          </p:spPr>
        </p:pic>
        <p:pic>
          <p:nvPicPr>
            <p:cNvPr id="40" name="object 34">
              <a:extLst>
                <a:ext uri="{FF2B5EF4-FFF2-40B4-BE49-F238E27FC236}">
                  <a16:creationId xmlns:a16="http://schemas.microsoft.com/office/drawing/2014/main" id="{346EE4E1-483A-9C4A-B0FF-969D1F053A56}"/>
                </a:ext>
              </a:extLst>
            </p:cNvPr>
            <p:cNvPicPr/>
            <p:nvPr/>
          </p:nvPicPr>
          <p:blipFill>
            <a:blip r:embed="rId4"/>
            <a:stretch>
              <a:fillRect/>
            </a:stretch>
          </p:blipFill>
          <p:spPr>
            <a:xfrm>
              <a:off x="4639056" y="3111246"/>
              <a:ext cx="245363" cy="245363"/>
            </a:xfrm>
            <a:prstGeom prst="rect">
              <a:avLst/>
            </a:prstGeom>
          </p:spPr>
        </p:pic>
      </p:grpSp>
      <p:grpSp>
        <p:nvGrpSpPr>
          <p:cNvPr id="41" name="object 35">
            <a:extLst>
              <a:ext uri="{FF2B5EF4-FFF2-40B4-BE49-F238E27FC236}">
                <a16:creationId xmlns:a16="http://schemas.microsoft.com/office/drawing/2014/main" id="{BFEB6827-B6E2-3543-99F4-B76B75D5FFDF}"/>
              </a:ext>
            </a:extLst>
          </p:cNvPr>
          <p:cNvGrpSpPr/>
          <p:nvPr/>
        </p:nvGrpSpPr>
        <p:grpSpPr>
          <a:xfrm>
            <a:off x="5681471" y="3147822"/>
            <a:ext cx="650875" cy="534670"/>
            <a:chOff x="5529071" y="2995422"/>
            <a:chExt cx="650875" cy="534670"/>
          </a:xfrm>
        </p:grpSpPr>
        <p:pic>
          <p:nvPicPr>
            <p:cNvPr id="42" name="object 36">
              <a:extLst>
                <a:ext uri="{FF2B5EF4-FFF2-40B4-BE49-F238E27FC236}">
                  <a16:creationId xmlns:a16="http://schemas.microsoft.com/office/drawing/2014/main" id="{8757D2D6-5EF5-ED4D-9DBC-AA305477EAEE}"/>
                </a:ext>
              </a:extLst>
            </p:cNvPr>
            <p:cNvPicPr/>
            <p:nvPr/>
          </p:nvPicPr>
          <p:blipFill>
            <a:blip r:embed="rId8"/>
            <a:stretch>
              <a:fillRect/>
            </a:stretch>
          </p:blipFill>
          <p:spPr>
            <a:xfrm>
              <a:off x="5529071" y="2995422"/>
              <a:ext cx="650748" cy="534162"/>
            </a:xfrm>
            <a:prstGeom prst="rect">
              <a:avLst/>
            </a:prstGeom>
          </p:spPr>
        </p:pic>
        <p:pic>
          <p:nvPicPr>
            <p:cNvPr id="43" name="object 37">
              <a:extLst>
                <a:ext uri="{FF2B5EF4-FFF2-40B4-BE49-F238E27FC236}">
                  <a16:creationId xmlns:a16="http://schemas.microsoft.com/office/drawing/2014/main" id="{E0554E47-4CC4-304B-A926-5EFD10E308A1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5930645" y="3092196"/>
              <a:ext cx="244601" cy="245363"/>
            </a:xfrm>
            <a:prstGeom prst="rect">
              <a:avLst/>
            </a:prstGeom>
          </p:spPr>
        </p:pic>
        <p:pic>
          <p:nvPicPr>
            <p:cNvPr id="44" name="object 38">
              <a:extLst>
                <a:ext uri="{FF2B5EF4-FFF2-40B4-BE49-F238E27FC236}">
                  <a16:creationId xmlns:a16="http://schemas.microsoft.com/office/drawing/2014/main" id="{83260DF9-9AC8-F24E-A113-0CCAEB5EFB90}"/>
                </a:ext>
              </a:extLst>
            </p:cNvPr>
            <p:cNvPicPr/>
            <p:nvPr/>
          </p:nvPicPr>
          <p:blipFill>
            <a:blip r:embed="rId9"/>
            <a:stretch>
              <a:fillRect/>
            </a:stretch>
          </p:blipFill>
          <p:spPr>
            <a:xfrm>
              <a:off x="5748527" y="3110484"/>
              <a:ext cx="244601" cy="244601"/>
            </a:xfrm>
            <a:prstGeom prst="rect">
              <a:avLst/>
            </a:prstGeom>
          </p:spPr>
        </p:pic>
      </p:grpSp>
      <p:grpSp>
        <p:nvGrpSpPr>
          <p:cNvPr id="45" name="object 39">
            <a:extLst>
              <a:ext uri="{FF2B5EF4-FFF2-40B4-BE49-F238E27FC236}">
                <a16:creationId xmlns:a16="http://schemas.microsoft.com/office/drawing/2014/main" id="{A2848144-7614-1646-A8B7-27E77AC6BDF9}"/>
              </a:ext>
            </a:extLst>
          </p:cNvPr>
          <p:cNvGrpSpPr/>
          <p:nvPr/>
        </p:nvGrpSpPr>
        <p:grpSpPr>
          <a:xfrm>
            <a:off x="6847331" y="3147822"/>
            <a:ext cx="650875" cy="534670"/>
            <a:chOff x="6694931" y="2995422"/>
            <a:chExt cx="650875" cy="534670"/>
          </a:xfrm>
        </p:grpSpPr>
        <p:pic>
          <p:nvPicPr>
            <p:cNvPr id="46" name="object 40">
              <a:extLst>
                <a:ext uri="{FF2B5EF4-FFF2-40B4-BE49-F238E27FC236}">
                  <a16:creationId xmlns:a16="http://schemas.microsoft.com/office/drawing/2014/main" id="{36DB3BBD-F607-FA43-8C97-8F089B32298A}"/>
                </a:ext>
              </a:extLst>
            </p:cNvPr>
            <p:cNvPicPr/>
            <p:nvPr/>
          </p:nvPicPr>
          <p:blipFill>
            <a:blip r:embed="rId8"/>
            <a:stretch>
              <a:fillRect/>
            </a:stretch>
          </p:blipFill>
          <p:spPr>
            <a:xfrm>
              <a:off x="6694931" y="2995422"/>
              <a:ext cx="650748" cy="534162"/>
            </a:xfrm>
            <a:prstGeom prst="rect">
              <a:avLst/>
            </a:prstGeom>
          </p:spPr>
        </p:pic>
        <p:pic>
          <p:nvPicPr>
            <p:cNvPr id="47" name="object 41">
              <a:extLst>
                <a:ext uri="{FF2B5EF4-FFF2-40B4-BE49-F238E27FC236}">
                  <a16:creationId xmlns:a16="http://schemas.microsoft.com/office/drawing/2014/main" id="{720A7DAC-F4F8-024A-8AB9-B3E279D97754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7096505" y="3092196"/>
              <a:ext cx="244601" cy="245363"/>
            </a:xfrm>
            <a:prstGeom prst="rect">
              <a:avLst/>
            </a:prstGeom>
          </p:spPr>
        </p:pic>
        <p:pic>
          <p:nvPicPr>
            <p:cNvPr id="48" name="object 42">
              <a:extLst>
                <a:ext uri="{FF2B5EF4-FFF2-40B4-BE49-F238E27FC236}">
                  <a16:creationId xmlns:a16="http://schemas.microsoft.com/office/drawing/2014/main" id="{66373696-2D63-3C41-BE9F-A3BB5FEFAE36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6905243" y="3111246"/>
              <a:ext cx="244601" cy="245363"/>
            </a:xfrm>
            <a:prstGeom prst="rect">
              <a:avLst/>
            </a:prstGeom>
          </p:spPr>
        </p:pic>
      </p:grpSp>
      <p:grpSp>
        <p:nvGrpSpPr>
          <p:cNvPr id="49" name="object 43">
            <a:extLst>
              <a:ext uri="{FF2B5EF4-FFF2-40B4-BE49-F238E27FC236}">
                <a16:creationId xmlns:a16="http://schemas.microsoft.com/office/drawing/2014/main" id="{D5F1CDCC-A030-D744-9E91-EDE2807D7AC1}"/>
              </a:ext>
            </a:extLst>
          </p:cNvPr>
          <p:cNvGrpSpPr/>
          <p:nvPr/>
        </p:nvGrpSpPr>
        <p:grpSpPr>
          <a:xfrm>
            <a:off x="7896606" y="3147822"/>
            <a:ext cx="650875" cy="534670"/>
            <a:chOff x="7744206" y="2995422"/>
            <a:chExt cx="650875" cy="534670"/>
          </a:xfrm>
        </p:grpSpPr>
        <p:pic>
          <p:nvPicPr>
            <p:cNvPr id="50" name="object 44">
              <a:extLst>
                <a:ext uri="{FF2B5EF4-FFF2-40B4-BE49-F238E27FC236}">
                  <a16:creationId xmlns:a16="http://schemas.microsoft.com/office/drawing/2014/main" id="{7DA1F032-52F4-9041-9101-AB895DCCDC93}"/>
                </a:ext>
              </a:extLst>
            </p:cNvPr>
            <p:cNvPicPr/>
            <p:nvPr/>
          </p:nvPicPr>
          <p:blipFill>
            <a:blip r:embed="rId8"/>
            <a:stretch>
              <a:fillRect/>
            </a:stretch>
          </p:blipFill>
          <p:spPr>
            <a:xfrm>
              <a:off x="7744206" y="2995422"/>
              <a:ext cx="650748" cy="534162"/>
            </a:xfrm>
            <a:prstGeom prst="rect">
              <a:avLst/>
            </a:prstGeom>
          </p:spPr>
        </p:pic>
        <p:pic>
          <p:nvPicPr>
            <p:cNvPr id="51" name="object 45">
              <a:extLst>
                <a:ext uri="{FF2B5EF4-FFF2-40B4-BE49-F238E27FC236}">
                  <a16:creationId xmlns:a16="http://schemas.microsoft.com/office/drawing/2014/main" id="{1A5F5368-BCA2-DE40-96C1-BE8790DDD405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7962900" y="3091434"/>
              <a:ext cx="244601" cy="245363"/>
            </a:xfrm>
            <a:prstGeom prst="rect">
              <a:avLst/>
            </a:prstGeom>
          </p:spPr>
        </p:pic>
        <p:pic>
          <p:nvPicPr>
            <p:cNvPr id="52" name="object 46">
              <a:extLst>
                <a:ext uri="{FF2B5EF4-FFF2-40B4-BE49-F238E27FC236}">
                  <a16:creationId xmlns:a16="http://schemas.microsoft.com/office/drawing/2014/main" id="{F3D2B786-6538-DF49-A3D2-CDE1358276B1}"/>
                </a:ext>
              </a:extLst>
            </p:cNvPr>
            <p:cNvPicPr/>
            <p:nvPr/>
          </p:nvPicPr>
          <p:blipFill>
            <a:blip r:embed="rId10"/>
            <a:stretch>
              <a:fillRect/>
            </a:stretch>
          </p:blipFill>
          <p:spPr>
            <a:xfrm>
              <a:off x="8135112" y="3113532"/>
              <a:ext cx="245364" cy="245363"/>
            </a:xfrm>
            <a:prstGeom prst="rect">
              <a:avLst/>
            </a:prstGeom>
          </p:spPr>
        </p:pic>
      </p:grpSp>
      <p:grpSp>
        <p:nvGrpSpPr>
          <p:cNvPr id="53" name="object 47">
            <a:extLst>
              <a:ext uri="{FF2B5EF4-FFF2-40B4-BE49-F238E27FC236}">
                <a16:creationId xmlns:a16="http://schemas.microsoft.com/office/drawing/2014/main" id="{9D78887E-D30A-F240-A80B-CFB62591D1E4}"/>
              </a:ext>
            </a:extLst>
          </p:cNvPr>
          <p:cNvGrpSpPr/>
          <p:nvPr/>
        </p:nvGrpSpPr>
        <p:grpSpPr>
          <a:xfrm>
            <a:off x="8960357" y="3147822"/>
            <a:ext cx="650875" cy="534670"/>
            <a:chOff x="8807957" y="2995422"/>
            <a:chExt cx="650875" cy="534670"/>
          </a:xfrm>
        </p:grpSpPr>
        <p:pic>
          <p:nvPicPr>
            <p:cNvPr id="54" name="object 48">
              <a:extLst>
                <a:ext uri="{FF2B5EF4-FFF2-40B4-BE49-F238E27FC236}">
                  <a16:creationId xmlns:a16="http://schemas.microsoft.com/office/drawing/2014/main" id="{847413BB-6CF3-F044-9A4E-857174FB1FD4}"/>
                </a:ext>
              </a:extLst>
            </p:cNvPr>
            <p:cNvPicPr/>
            <p:nvPr/>
          </p:nvPicPr>
          <p:blipFill>
            <a:blip r:embed="rId8"/>
            <a:stretch>
              <a:fillRect/>
            </a:stretch>
          </p:blipFill>
          <p:spPr>
            <a:xfrm>
              <a:off x="8807957" y="2995422"/>
              <a:ext cx="650748" cy="534162"/>
            </a:xfrm>
            <a:prstGeom prst="rect">
              <a:avLst/>
            </a:prstGeom>
          </p:spPr>
        </p:pic>
        <p:pic>
          <p:nvPicPr>
            <p:cNvPr id="55" name="object 49">
              <a:extLst>
                <a:ext uri="{FF2B5EF4-FFF2-40B4-BE49-F238E27FC236}">
                  <a16:creationId xmlns:a16="http://schemas.microsoft.com/office/drawing/2014/main" id="{D0467732-356F-B444-BD26-76B77EC7DF6F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8996171" y="3111246"/>
              <a:ext cx="244601" cy="245363"/>
            </a:xfrm>
            <a:prstGeom prst="rect">
              <a:avLst/>
            </a:prstGeom>
          </p:spPr>
        </p:pic>
        <p:pic>
          <p:nvPicPr>
            <p:cNvPr id="56" name="object 50">
              <a:extLst>
                <a:ext uri="{FF2B5EF4-FFF2-40B4-BE49-F238E27FC236}">
                  <a16:creationId xmlns:a16="http://schemas.microsoft.com/office/drawing/2014/main" id="{D6C75362-0317-3D4F-B77D-0E6050306687}"/>
                </a:ext>
              </a:extLst>
            </p:cNvPr>
            <p:cNvPicPr/>
            <p:nvPr/>
          </p:nvPicPr>
          <p:blipFill>
            <a:blip r:embed="rId10"/>
            <a:stretch>
              <a:fillRect/>
            </a:stretch>
          </p:blipFill>
          <p:spPr>
            <a:xfrm>
              <a:off x="9178289" y="3086100"/>
              <a:ext cx="245364" cy="244601"/>
            </a:xfrm>
            <a:prstGeom prst="rect">
              <a:avLst/>
            </a:prstGeom>
          </p:spPr>
        </p:pic>
      </p:grpSp>
      <p:grpSp>
        <p:nvGrpSpPr>
          <p:cNvPr id="57" name="object 51">
            <a:extLst>
              <a:ext uri="{FF2B5EF4-FFF2-40B4-BE49-F238E27FC236}">
                <a16:creationId xmlns:a16="http://schemas.microsoft.com/office/drawing/2014/main" id="{45792D02-EABF-2C45-80AB-39C93AEA8FFB}"/>
              </a:ext>
            </a:extLst>
          </p:cNvPr>
          <p:cNvGrpSpPr/>
          <p:nvPr/>
        </p:nvGrpSpPr>
        <p:grpSpPr>
          <a:xfrm>
            <a:off x="10053066" y="3147822"/>
            <a:ext cx="651510" cy="534670"/>
            <a:chOff x="9900666" y="2995422"/>
            <a:chExt cx="651510" cy="534670"/>
          </a:xfrm>
        </p:grpSpPr>
        <p:pic>
          <p:nvPicPr>
            <p:cNvPr id="58" name="object 52">
              <a:extLst>
                <a:ext uri="{FF2B5EF4-FFF2-40B4-BE49-F238E27FC236}">
                  <a16:creationId xmlns:a16="http://schemas.microsoft.com/office/drawing/2014/main" id="{A2B1009B-29A5-B34F-A587-B989269A244E}"/>
                </a:ext>
              </a:extLst>
            </p:cNvPr>
            <p:cNvPicPr/>
            <p:nvPr/>
          </p:nvPicPr>
          <p:blipFill>
            <a:blip r:embed="rId8"/>
            <a:stretch>
              <a:fillRect/>
            </a:stretch>
          </p:blipFill>
          <p:spPr>
            <a:xfrm>
              <a:off x="9900666" y="2995422"/>
              <a:ext cx="651509" cy="534162"/>
            </a:xfrm>
            <a:prstGeom prst="rect">
              <a:avLst/>
            </a:prstGeom>
          </p:spPr>
        </p:pic>
        <p:pic>
          <p:nvPicPr>
            <p:cNvPr id="59" name="object 53">
              <a:extLst>
                <a:ext uri="{FF2B5EF4-FFF2-40B4-BE49-F238E27FC236}">
                  <a16:creationId xmlns:a16="http://schemas.microsoft.com/office/drawing/2014/main" id="{C185D929-E736-A74C-B394-49A80E6FFD35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10122408" y="3091434"/>
              <a:ext cx="244601" cy="245363"/>
            </a:xfrm>
            <a:prstGeom prst="rect">
              <a:avLst/>
            </a:prstGeom>
          </p:spPr>
        </p:pic>
        <p:pic>
          <p:nvPicPr>
            <p:cNvPr id="60" name="object 54">
              <a:extLst>
                <a:ext uri="{FF2B5EF4-FFF2-40B4-BE49-F238E27FC236}">
                  <a16:creationId xmlns:a16="http://schemas.microsoft.com/office/drawing/2014/main" id="{75701E90-A47B-A84E-997F-51566DAFF29A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10274046" y="3111246"/>
              <a:ext cx="244601" cy="245363"/>
            </a:xfrm>
            <a:prstGeom prst="rect">
              <a:avLst/>
            </a:prstGeom>
          </p:spPr>
        </p:pic>
      </p:grpSp>
      <p:grpSp>
        <p:nvGrpSpPr>
          <p:cNvPr id="61" name="object 55">
            <a:extLst>
              <a:ext uri="{FF2B5EF4-FFF2-40B4-BE49-F238E27FC236}">
                <a16:creationId xmlns:a16="http://schemas.microsoft.com/office/drawing/2014/main" id="{E08CC2CC-FC0B-E343-924E-2B6597A1354B}"/>
              </a:ext>
            </a:extLst>
          </p:cNvPr>
          <p:cNvGrpSpPr/>
          <p:nvPr/>
        </p:nvGrpSpPr>
        <p:grpSpPr>
          <a:xfrm>
            <a:off x="4530852" y="3940343"/>
            <a:ext cx="961390" cy="965200"/>
            <a:chOff x="4378452" y="3787943"/>
            <a:chExt cx="961390" cy="965200"/>
          </a:xfrm>
        </p:grpSpPr>
        <p:pic>
          <p:nvPicPr>
            <p:cNvPr id="62" name="object 56">
              <a:extLst>
                <a:ext uri="{FF2B5EF4-FFF2-40B4-BE49-F238E27FC236}">
                  <a16:creationId xmlns:a16="http://schemas.microsoft.com/office/drawing/2014/main" id="{6EC8524F-FA2B-F947-AF68-08FA0FE439F3}"/>
                </a:ext>
              </a:extLst>
            </p:cNvPr>
            <p:cNvPicPr/>
            <p:nvPr/>
          </p:nvPicPr>
          <p:blipFill>
            <a:blip r:embed="rId8"/>
            <a:stretch>
              <a:fillRect/>
            </a:stretch>
          </p:blipFill>
          <p:spPr>
            <a:xfrm>
              <a:off x="4378452" y="4219194"/>
              <a:ext cx="650748" cy="533400"/>
            </a:xfrm>
            <a:prstGeom prst="rect">
              <a:avLst/>
            </a:prstGeom>
          </p:spPr>
        </p:pic>
        <p:pic>
          <p:nvPicPr>
            <p:cNvPr id="63" name="object 57">
              <a:extLst>
                <a:ext uri="{FF2B5EF4-FFF2-40B4-BE49-F238E27FC236}">
                  <a16:creationId xmlns:a16="http://schemas.microsoft.com/office/drawing/2014/main" id="{B100A889-4136-2047-BDEF-9750287EED31}"/>
                </a:ext>
              </a:extLst>
            </p:cNvPr>
            <p:cNvPicPr/>
            <p:nvPr/>
          </p:nvPicPr>
          <p:blipFill>
            <a:blip r:embed="rId11"/>
            <a:stretch>
              <a:fillRect/>
            </a:stretch>
          </p:blipFill>
          <p:spPr>
            <a:xfrm>
              <a:off x="4581906" y="4308348"/>
              <a:ext cx="246125" cy="246125"/>
            </a:xfrm>
            <a:prstGeom prst="rect">
              <a:avLst/>
            </a:prstGeom>
          </p:spPr>
        </p:pic>
        <p:pic>
          <p:nvPicPr>
            <p:cNvPr id="64" name="object 58">
              <a:extLst>
                <a:ext uri="{FF2B5EF4-FFF2-40B4-BE49-F238E27FC236}">
                  <a16:creationId xmlns:a16="http://schemas.microsoft.com/office/drawing/2014/main" id="{EF9A65A5-F642-F041-8E0C-498723A19FBA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4799838" y="4341113"/>
              <a:ext cx="245363" cy="245363"/>
            </a:xfrm>
            <a:prstGeom prst="rect">
              <a:avLst/>
            </a:prstGeom>
          </p:spPr>
        </p:pic>
        <p:pic>
          <p:nvPicPr>
            <p:cNvPr id="65" name="object 59">
              <a:extLst>
                <a:ext uri="{FF2B5EF4-FFF2-40B4-BE49-F238E27FC236}">
                  <a16:creationId xmlns:a16="http://schemas.microsoft.com/office/drawing/2014/main" id="{C7C951AE-DD65-794A-B000-4597BF17F31B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4696206" y="4174236"/>
              <a:ext cx="244601" cy="244601"/>
            </a:xfrm>
            <a:prstGeom prst="rect">
              <a:avLst/>
            </a:prstGeom>
          </p:spPr>
        </p:pic>
        <p:pic>
          <p:nvPicPr>
            <p:cNvPr id="66" name="object 60">
              <a:extLst>
                <a:ext uri="{FF2B5EF4-FFF2-40B4-BE49-F238E27FC236}">
                  <a16:creationId xmlns:a16="http://schemas.microsoft.com/office/drawing/2014/main" id="{7200EBC9-329F-5F49-A281-04942296D783}"/>
                </a:ext>
              </a:extLst>
            </p:cNvPr>
            <p:cNvPicPr/>
            <p:nvPr/>
          </p:nvPicPr>
          <p:blipFill>
            <a:blip r:embed="rId12"/>
            <a:stretch>
              <a:fillRect/>
            </a:stretch>
          </p:blipFill>
          <p:spPr>
            <a:xfrm>
              <a:off x="4511040" y="3860670"/>
              <a:ext cx="342138" cy="244607"/>
            </a:xfrm>
            <a:prstGeom prst="rect">
              <a:avLst/>
            </a:prstGeom>
          </p:spPr>
        </p:pic>
        <p:pic>
          <p:nvPicPr>
            <p:cNvPr id="67" name="object 61">
              <a:extLst>
                <a:ext uri="{FF2B5EF4-FFF2-40B4-BE49-F238E27FC236}">
                  <a16:creationId xmlns:a16="http://schemas.microsoft.com/office/drawing/2014/main" id="{871C645C-2AA2-DF4A-9933-436759EA908E}"/>
                </a:ext>
              </a:extLst>
            </p:cNvPr>
            <p:cNvPicPr/>
            <p:nvPr/>
          </p:nvPicPr>
          <p:blipFill>
            <a:blip r:embed="rId13"/>
            <a:stretch>
              <a:fillRect/>
            </a:stretch>
          </p:blipFill>
          <p:spPr>
            <a:xfrm>
              <a:off x="4887519" y="3787943"/>
              <a:ext cx="332891" cy="332149"/>
            </a:xfrm>
            <a:prstGeom prst="rect">
              <a:avLst/>
            </a:prstGeom>
          </p:spPr>
        </p:pic>
        <p:sp>
          <p:nvSpPr>
            <p:cNvPr id="68" name="object 62">
              <a:extLst>
                <a:ext uri="{FF2B5EF4-FFF2-40B4-BE49-F238E27FC236}">
                  <a16:creationId xmlns:a16="http://schemas.microsoft.com/office/drawing/2014/main" id="{F25E3CDD-5991-6C48-91BC-3919E9AAC777}"/>
                </a:ext>
              </a:extLst>
            </p:cNvPr>
            <p:cNvSpPr/>
            <p:nvPr/>
          </p:nvSpPr>
          <p:spPr>
            <a:xfrm>
              <a:off x="4400550" y="4113276"/>
              <a:ext cx="939165" cy="0"/>
            </a:xfrm>
            <a:custGeom>
              <a:avLst/>
              <a:gdLst/>
              <a:ahLst/>
              <a:cxnLst/>
              <a:rect l="l" t="t" r="r" b="b"/>
              <a:pathLst>
                <a:path w="939164">
                  <a:moveTo>
                    <a:pt x="0" y="0"/>
                  </a:moveTo>
                  <a:lnTo>
                    <a:pt x="938784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9" name="object 63">
            <a:extLst>
              <a:ext uri="{FF2B5EF4-FFF2-40B4-BE49-F238E27FC236}">
                <a16:creationId xmlns:a16="http://schemas.microsoft.com/office/drawing/2014/main" id="{2561AC43-1DB8-ED4E-AA76-7BF7FDCDC2FF}"/>
              </a:ext>
            </a:extLst>
          </p:cNvPr>
          <p:cNvGrpSpPr/>
          <p:nvPr/>
        </p:nvGrpSpPr>
        <p:grpSpPr>
          <a:xfrm>
            <a:off x="5622797" y="3935729"/>
            <a:ext cx="976630" cy="925194"/>
            <a:chOff x="5470397" y="3783329"/>
            <a:chExt cx="976630" cy="925194"/>
          </a:xfrm>
        </p:grpSpPr>
        <p:pic>
          <p:nvPicPr>
            <p:cNvPr id="70" name="object 64">
              <a:extLst>
                <a:ext uri="{FF2B5EF4-FFF2-40B4-BE49-F238E27FC236}">
                  <a16:creationId xmlns:a16="http://schemas.microsoft.com/office/drawing/2014/main" id="{23FDBDE9-5110-B545-BE87-14EB727B956F}"/>
                </a:ext>
              </a:extLst>
            </p:cNvPr>
            <p:cNvPicPr/>
            <p:nvPr/>
          </p:nvPicPr>
          <p:blipFill>
            <a:blip r:embed="rId8"/>
            <a:stretch>
              <a:fillRect/>
            </a:stretch>
          </p:blipFill>
          <p:spPr>
            <a:xfrm>
              <a:off x="5470397" y="4174235"/>
              <a:ext cx="651510" cy="534162"/>
            </a:xfrm>
            <a:prstGeom prst="rect">
              <a:avLst/>
            </a:prstGeom>
          </p:spPr>
        </p:pic>
        <p:pic>
          <p:nvPicPr>
            <p:cNvPr id="71" name="object 65">
              <a:extLst>
                <a:ext uri="{FF2B5EF4-FFF2-40B4-BE49-F238E27FC236}">
                  <a16:creationId xmlns:a16="http://schemas.microsoft.com/office/drawing/2014/main" id="{A3AC1320-C3F1-EF4E-B28F-34A4F05029FA}"/>
                </a:ext>
              </a:extLst>
            </p:cNvPr>
            <p:cNvPicPr/>
            <p:nvPr/>
          </p:nvPicPr>
          <p:blipFill>
            <a:blip r:embed="rId11"/>
            <a:stretch>
              <a:fillRect/>
            </a:stretch>
          </p:blipFill>
          <p:spPr>
            <a:xfrm>
              <a:off x="5660135" y="4261103"/>
              <a:ext cx="246125" cy="246125"/>
            </a:xfrm>
            <a:prstGeom prst="rect">
              <a:avLst/>
            </a:prstGeom>
          </p:spPr>
        </p:pic>
        <p:pic>
          <p:nvPicPr>
            <p:cNvPr id="72" name="object 66">
              <a:extLst>
                <a:ext uri="{FF2B5EF4-FFF2-40B4-BE49-F238E27FC236}">
                  <a16:creationId xmlns:a16="http://schemas.microsoft.com/office/drawing/2014/main" id="{EBC28C0E-D240-504B-9A3F-5F7E2011A941}"/>
                </a:ext>
              </a:extLst>
            </p:cNvPr>
            <p:cNvPicPr/>
            <p:nvPr/>
          </p:nvPicPr>
          <p:blipFill>
            <a:blip r:embed="rId10"/>
            <a:stretch>
              <a:fillRect/>
            </a:stretch>
          </p:blipFill>
          <p:spPr>
            <a:xfrm>
              <a:off x="5793485" y="4318253"/>
              <a:ext cx="245363" cy="244601"/>
            </a:xfrm>
            <a:prstGeom prst="rect">
              <a:avLst/>
            </a:prstGeom>
          </p:spPr>
        </p:pic>
        <p:pic>
          <p:nvPicPr>
            <p:cNvPr id="73" name="object 67">
              <a:extLst>
                <a:ext uri="{FF2B5EF4-FFF2-40B4-BE49-F238E27FC236}">
                  <a16:creationId xmlns:a16="http://schemas.microsoft.com/office/drawing/2014/main" id="{E0F47AC8-7E3A-6C4A-BDCB-273949D280D7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5929121" y="4175759"/>
              <a:ext cx="244601" cy="244601"/>
            </a:xfrm>
            <a:prstGeom prst="rect">
              <a:avLst/>
            </a:prstGeom>
          </p:spPr>
        </p:pic>
        <p:pic>
          <p:nvPicPr>
            <p:cNvPr id="74" name="object 68">
              <a:extLst>
                <a:ext uri="{FF2B5EF4-FFF2-40B4-BE49-F238E27FC236}">
                  <a16:creationId xmlns:a16="http://schemas.microsoft.com/office/drawing/2014/main" id="{387691BB-F6BF-F740-91F7-0BD03686134B}"/>
                </a:ext>
              </a:extLst>
            </p:cNvPr>
            <p:cNvPicPr/>
            <p:nvPr/>
          </p:nvPicPr>
          <p:blipFill>
            <a:blip r:embed="rId14"/>
            <a:stretch>
              <a:fillRect/>
            </a:stretch>
          </p:blipFill>
          <p:spPr>
            <a:xfrm>
              <a:off x="6007175" y="3849191"/>
              <a:ext cx="267564" cy="267564"/>
            </a:xfrm>
            <a:prstGeom prst="rect">
              <a:avLst/>
            </a:prstGeom>
          </p:spPr>
        </p:pic>
        <p:pic>
          <p:nvPicPr>
            <p:cNvPr id="75" name="object 69">
              <a:extLst>
                <a:ext uri="{FF2B5EF4-FFF2-40B4-BE49-F238E27FC236}">
                  <a16:creationId xmlns:a16="http://schemas.microsoft.com/office/drawing/2014/main" id="{DCE8A0B9-1718-0540-8274-95D05809508A}"/>
                </a:ext>
              </a:extLst>
            </p:cNvPr>
            <p:cNvPicPr/>
            <p:nvPr/>
          </p:nvPicPr>
          <p:blipFill>
            <a:blip r:embed="rId15"/>
            <a:stretch>
              <a:fillRect/>
            </a:stretch>
          </p:blipFill>
          <p:spPr>
            <a:xfrm>
              <a:off x="5702807" y="3783329"/>
              <a:ext cx="342138" cy="341375"/>
            </a:xfrm>
            <a:prstGeom prst="rect">
              <a:avLst/>
            </a:prstGeom>
          </p:spPr>
        </p:pic>
        <p:sp>
          <p:nvSpPr>
            <p:cNvPr id="76" name="object 70">
              <a:extLst>
                <a:ext uri="{FF2B5EF4-FFF2-40B4-BE49-F238E27FC236}">
                  <a16:creationId xmlns:a16="http://schemas.microsoft.com/office/drawing/2014/main" id="{6EAF86B5-34B8-FC43-BA7A-AB2C5DBABA6C}"/>
                </a:ext>
              </a:extLst>
            </p:cNvPr>
            <p:cNvSpPr/>
            <p:nvPr/>
          </p:nvSpPr>
          <p:spPr>
            <a:xfrm>
              <a:off x="5507735" y="4113275"/>
              <a:ext cx="939165" cy="0"/>
            </a:xfrm>
            <a:custGeom>
              <a:avLst/>
              <a:gdLst/>
              <a:ahLst/>
              <a:cxnLst/>
              <a:rect l="l" t="t" r="r" b="b"/>
              <a:pathLst>
                <a:path w="939164">
                  <a:moveTo>
                    <a:pt x="0" y="0"/>
                  </a:moveTo>
                  <a:lnTo>
                    <a:pt x="938784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7" name="object 71">
            <a:extLst>
              <a:ext uri="{FF2B5EF4-FFF2-40B4-BE49-F238E27FC236}">
                <a16:creationId xmlns:a16="http://schemas.microsoft.com/office/drawing/2014/main" id="{0435B816-6DB3-024C-B557-9FBD18072900}"/>
              </a:ext>
            </a:extLst>
          </p:cNvPr>
          <p:cNvGrpSpPr/>
          <p:nvPr/>
        </p:nvGrpSpPr>
        <p:grpSpPr>
          <a:xfrm>
            <a:off x="6752081" y="3935729"/>
            <a:ext cx="954405" cy="953769"/>
            <a:chOff x="6599681" y="3783329"/>
            <a:chExt cx="954405" cy="953769"/>
          </a:xfrm>
        </p:grpSpPr>
        <p:pic>
          <p:nvPicPr>
            <p:cNvPr id="78" name="object 72">
              <a:extLst>
                <a:ext uri="{FF2B5EF4-FFF2-40B4-BE49-F238E27FC236}">
                  <a16:creationId xmlns:a16="http://schemas.microsoft.com/office/drawing/2014/main" id="{D9B05313-6104-4A40-85C8-8144BA74B5F1}"/>
                </a:ext>
              </a:extLst>
            </p:cNvPr>
            <p:cNvPicPr/>
            <p:nvPr/>
          </p:nvPicPr>
          <p:blipFill>
            <a:blip r:embed="rId8"/>
            <a:stretch>
              <a:fillRect/>
            </a:stretch>
          </p:blipFill>
          <p:spPr>
            <a:xfrm>
              <a:off x="6599681" y="4202429"/>
              <a:ext cx="650748" cy="534162"/>
            </a:xfrm>
            <a:prstGeom prst="rect">
              <a:avLst/>
            </a:prstGeom>
          </p:spPr>
        </p:pic>
        <p:pic>
          <p:nvPicPr>
            <p:cNvPr id="79" name="object 73">
              <a:extLst>
                <a:ext uri="{FF2B5EF4-FFF2-40B4-BE49-F238E27FC236}">
                  <a16:creationId xmlns:a16="http://schemas.microsoft.com/office/drawing/2014/main" id="{63C50EAD-9199-0E48-9873-BCCE7C044887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6908291" y="4174235"/>
              <a:ext cx="244601" cy="244601"/>
            </a:xfrm>
            <a:prstGeom prst="rect">
              <a:avLst/>
            </a:prstGeom>
          </p:spPr>
        </p:pic>
        <p:pic>
          <p:nvPicPr>
            <p:cNvPr id="80" name="object 74">
              <a:extLst>
                <a:ext uri="{FF2B5EF4-FFF2-40B4-BE49-F238E27FC236}">
                  <a16:creationId xmlns:a16="http://schemas.microsoft.com/office/drawing/2014/main" id="{BCC8BD80-9DB6-A143-9CFD-D9E4EFE6B023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6771131" y="4318253"/>
              <a:ext cx="244601" cy="245363"/>
            </a:xfrm>
            <a:prstGeom prst="rect">
              <a:avLst/>
            </a:prstGeom>
          </p:spPr>
        </p:pic>
        <p:pic>
          <p:nvPicPr>
            <p:cNvPr id="81" name="object 75">
              <a:extLst>
                <a:ext uri="{FF2B5EF4-FFF2-40B4-BE49-F238E27FC236}">
                  <a16:creationId xmlns:a16="http://schemas.microsoft.com/office/drawing/2014/main" id="{03F9DFE9-7063-A24B-A45B-39ED6ED7E315}"/>
                </a:ext>
              </a:extLst>
            </p:cNvPr>
            <p:cNvPicPr/>
            <p:nvPr/>
          </p:nvPicPr>
          <p:blipFill>
            <a:blip r:embed="rId10"/>
            <a:stretch>
              <a:fillRect/>
            </a:stretch>
          </p:blipFill>
          <p:spPr>
            <a:xfrm>
              <a:off x="6989063" y="4328921"/>
              <a:ext cx="244601" cy="245363"/>
            </a:xfrm>
            <a:prstGeom prst="rect">
              <a:avLst/>
            </a:prstGeom>
          </p:spPr>
        </p:pic>
        <p:pic>
          <p:nvPicPr>
            <p:cNvPr id="82" name="object 76">
              <a:extLst>
                <a:ext uri="{FF2B5EF4-FFF2-40B4-BE49-F238E27FC236}">
                  <a16:creationId xmlns:a16="http://schemas.microsoft.com/office/drawing/2014/main" id="{9110A771-29CB-E94E-9D56-4B33C8E98E18}"/>
                </a:ext>
              </a:extLst>
            </p:cNvPr>
            <p:cNvPicPr/>
            <p:nvPr/>
          </p:nvPicPr>
          <p:blipFill>
            <a:blip r:embed="rId16"/>
            <a:stretch>
              <a:fillRect/>
            </a:stretch>
          </p:blipFill>
          <p:spPr>
            <a:xfrm>
              <a:off x="6817860" y="3783329"/>
              <a:ext cx="286017" cy="341375"/>
            </a:xfrm>
            <a:prstGeom prst="rect">
              <a:avLst/>
            </a:prstGeom>
          </p:spPr>
        </p:pic>
        <p:pic>
          <p:nvPicPr>
            <p:cNvPr id="83" name="object 77">
              <a:extLst>
                <a:ext uri="{FF2B5EF4-FFF2-40B4-BE49-F238E27FC236}">
                  <a16:creationId xmlns:a16="http://schemas.microsoft.com/office/drawing/2014/main" id="{FBC37E02-3A85-104E-A07B-5542238F2D89}"/>
                </a:ext>
              </a:extLst>
            </p:cNvPr>
            <p:cNvPicPr/>
            <p:nvPr/>
          </p:nvPicPr>
          <p:blipFill>
            <a:blip r:embed="rId13"/>
            <a:stretch>
              <a:fillRect/>
            </a:stretch>
          </p:blipFill>
          <p:spPr>
            <a:xfrm>
              <a:off x="7147611" y="3787943"/>
              <a:ext cx="332891" cy="332149"/>
            </a:xfrm>
            <a:prstGeom prst="rect">
              <a:avLst/>
            </a:prstGeom>
          </p:spPr>
        </p:pic>
        <p:sp>
          <p:nvSpPr>
            <p:cNvPr id="84" name="object 78">
              <a:extLst>
                <a:ext uri="{FF2B5EF4-FFF2-40B4-BE49-F238E27FC236}">
                  <a16:creationId xmlns:a16="http://schemas.microsoft.com/office/drawing/2014/main" id="{500D59C4-79BF-5046-AD7E-FA70B8F9DEF0}"/>
                </a:ext>
              </a:extLst>
            </p:cNvPr>
            <p:cNvSpPr/>
            <p:nvPr/>
          </p:nvSpPr>
          <p:spPr>
            <a:xfrm>
              <a:off x="6614921" y="4113275"/>
              <a:ext cx="939165" cy="0"/>
            </a:xfrm>
            <a:custGeom>
              <a:avLst/>
              <a:gdLst/>
              <a:ahLst/>
              <a:cxnLst/>
              <a:rect l="l" t="t" r="r" b="b"/>
              <a:pathLst>
                <a:path w="939165">
                  <a:moveTo>
                    <a:pt x="0" y="0"/>
                  </a:moveTo>
                  <a:lnTo>
                    <a:pt x="938783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5" name="object 79">
            <a:extLst>
              <a:ext uri="{FF2B5EF4-FFF2-40B4-BE49-F238E27FC236}">
                <a16:creationId xmlns:a16="http://schemas.microsoft.com/office/drawing/2014/main" id="{1819BBE6-019E-7744-BC13-A3D3E5770256}"/>
              </a:ext>
            </a:extLst>
          </p:cNvPr>
          <p:cNvGrpSpPr/>
          <p:nvPr/>
        </p:nvGrpSpPr>
        <p:grpSpPr>
          <a:xfrm>
            <a:off x="7828788" y="3935729"/>
            <a:ext cx="985519" cy="925194"/>
            <a:chOff x="7676388" y="3783329"/>
            <a:chExt cx="985519" cy="925194"/>
          </a:xfrm>
        </p:grpSpPr>
        <p:pic>
          <p:nvPicPr>
            <p:cNvPr id="86" name="object 80">
              <a:extLst>
                <a:ext uri="{FF2B5EF4-FFF2-40B4-BE49-F238E27FC236}">
                  <a16:creationId xmlns:a16="http://schemas.microsoft.com/office/drawing/2014/main" id="{75522049-CA05-5B42-8159-8784512D02F1}"/>
                </a:ext>
              </a:extLst>
            </p:cNvPr>
            <p:cNvPicPr/>
            <p:nvPr/>
          </p:nvPicPr>
          <p:blipFill>
            <a:blip r:embed="rId8"/>
            <a:stretch>
              <a:fillRect/>
            </a:stretch>
          </p:blipFill>
          <p:spPr>
            <a:xfrm>
              <a:off x="7676388" y="4174235"/>
              <a:ext cx="650748" cy="534162"/>
            </a:xfrm>
            <a:prstGeom prst="rect">
              <a:avLst/>
            </a:prstGeom>
          </p:spPr>
        </p:pic>
        <p:pic>
          <p:nvPicPr>
            <p:cNvPr id="87" name="object 81">
              <a:extLst>
                <a:ext uri="{FF2B5EF4-FFF2-40B4-BE49-F238E27FC236}">
                  <a16:creationId xmlns:a16="http://schemas.microsoft.com/office/drawing/2014/main" id="{98DB80EB-68C8-8F49-8B86-89F6EE0335D9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8020050" y="4185665"/>
              <a:ext cx="244601" cy="244601"/>
            </a:xfrm>
            <a:prstGeom prst="rect">
              <a:avLst/>
            </a:prstGeom>
          </p:spPr>
        </p:pic>
        <p:pic>
          <p:nvPicPr>
            <p:cNvPr id="88" name="object 82">
              <a:extLst>
                <a:ext uri="{FF2B5EF4-FFF2-40B4-BE49-F238E27FC236}">
                  <a16:creationId xmlns:a16="http://schemas.microsoft.com/office/drawing/2014/main" id="{DFDF9346-8297-634D-9C12-499421FC3B77}"/>
                </a:ext>
              </a:extLst>
            </p:cNvPr>
            <p:cNvPicPr/>
            <p:nvPr/>
          </p:nvPicPr>
          <p:blipFill>
            <a:blip r:embed="rId17"/>
            <a:stretch>
              <a:fillRect/>
            </a:stretch>
          </p:blipFill>
          <p:spPr>
            <a:xfrm>
              <a:off x="7893558" y="4271009"/>
              <a:ext cx="486155" cy="246887"/>
            </a:xfrm>
            <a:prstGeom prst="rect">
              <a:avLst/>
            </a:prstGeom>
          </p:spPr>
        </p:pic>
        <p:pic>
          <p:nvPicPr>
            <p:cNvPr id="89" name="object 83">
              <a:extLst>
                <a:ext uri="{FF2B5EF4-FFF2-40B4-BE49-F238E27FC236}">
                  <a16:creationId xmlns:a16="http://schemas.microsoft.com/office/drawing/2014/main" id="{DACA363E-61FE-4B43-A731-8BA7B4E5B2EF}"/>
                </a:ext>
              </a:extLst>
            </p:cNvPr>
            <p:cNvPicPr/>
            <p:nvPr/>
          </p:nvPicPr>
          <p:blipFill>
            <a:blip r:embed="rId18"/>
            <a:stretch>
              <a:fillRect/>
            </a:stretch>
          </p:blipFill>
          <p:spPr>
            <a:xfrm>
              <a:off x="7867168" y="3783329"/>
              <a:ext cx="287474" cy="341375"/>
            </a:xfrm>
            <a:prstGeom prst="rect">
              <a:avLst/>
            </a:prstGeom>
          </p:spPr>
        </p:pic>
        <p:pic>
          <p:nvPicPr>
            <p:cNvPr id="90" name="object 84">
              <a:extLst>
                <a:ext uri="{FF2B5EF4-FFF2-40B4-BE49-F238E27FC236}">
                  <a16:creationId xmlns:a16="http://schemas.microsoft.com/office/drawing/2014/main" id="{845D4699-21FC-0D46-9684-52270816D946}"/>
                </a:ext>
              </a:extLst>
            </p:cNvPr>
            <p:cNvPicPr/>
            <p:nvPr/>
          </p:nvPicPr>
          <p:blipFill>
            <a:blip r:embed="rId12"/>
            <a:stretch>
              <a:fillRect/>
            </a:stretch>
          </p:blipFill>
          <p:spPr>
            <a:xfrm>
              <a:off x="8154924" y="3860669"/>
              <a:ext cx="342138" cy="244607"/>
            </a:xfrm>
            <a:prstGeom prst="rect">
              <a:avLst/>
            </a:prstGeom>
          </p:spPr>
        </p:pic>
        <p:sp>
          <p:nvSpPr>
            <p:cNvPr id="91" name="object 85">
              <a:extLst>
                <a:ext uri="{FF2B5EF4-FFF2-40B4-BE49-F238E27FC236}">
                  <a16:creationId xmlns:a16="http://schemas.microsoft.com/office/drawing/2014/main" id="{4414F06D-9AF6-674F-B009-BECFFA2EE65F}"/>
                </a:ext>
              </a:extLst>
            </p:cNvPr>
            <p:cNvSpPr/>
            <p:nvPr/>
          </p:nvSpPr>
          <p:spPr>
            <a:xfrm>
              <a:off x="7722870" y="4113275"/>
              <a:ext cx="939165" cy="0"/>
            </a:xfrm>
            <a:custGeom>
              <a:avLst/>
              <a:gdLst/>
              <a:ahLst/>
              <a:cxnLst/>
              <a:rect l="l" t="t" r="r" b="b"/>
              <a:pathLst>
                <a:path w="939165">
                  <a:moveTo>
                    <a:pt x="0" y="0"/>
                  </a:moveTo>
                  <a:lnTo>
                    <a:pt x="938783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2" name="object 86">
            <a:extLst>
              <a:ext uri="{FF2B5EF4-FFF2-40B4-BE49-F238E27FC236}">
                <a16:creationId xmlns:a16="http://schemas.microsoft.com/office/drawing/2014/main" id="{B0CA0FD0-9F73-EC46-82D1-DAF293EDD0EF}"/>
              </a:ext>
            </a:extLst>
          </p:cNvPr>
          <p:cNvGrpSpPr/>
          <p:nvPr/>
        </p:nvGrpSpPr>
        <p:grpSpPr>
          <a:xfrm>
            <a:off x="8958071" y="3935729"/>
            <a:ext cx="963294" cy="925194"/>
            <a:chOff x="8805671" y="3783329"/>
            <a:chExt cx="963294" cy="925194"/>
          </a:xfrm>
        </p:grpSpPr>
        <p:pic>
          <p:nvPicPr>
            <p:cNvPr id="93" name="object 87">
              <a:extLst>
                <a:ext uri="{FF2B5EF4-FFF2-40B4-BE49-F238E27FC236}">
                  <a16:creationId xmlns:a16="http://schemas.microsoft.com/office/drawing/2014/main" id="{9E3BE11A-D98E-6D4F-87C6-26E444A44157}"/>
                </a:ext>
              </a:extLst>
            </p:cNvPr>
            <p:cNvPicPr/>
            <p:nvPr/>
          </p:nvPicPr>
          <p:blipFill>
            <a:blip r:embed="rId8"/>
            <a:stretch>
              <a:fillRect/>
            </a:stretch>
          </p:blipFill>
          <p:spPr>
            <a:xfrm>
              <a:off x="8805671" y="4174235"/>
              <a:ext cx="650748" cy="534162"/>
            </a:xfrm>
            <a:prstGeom prst="rect">
              <a:avLst/>
            </a:prstGeom>
          </p:spPr>
        </p:pic>
        <p:pic>
          <p:nvPicPr>
            <p:cNvPr id="94" name="object 88">
              <a:extLst>
                <a:ext uri="{FF2B5EF4-FFF2-40B4-BE49-F238E27FC236}">
                  <a16:creationId xmlns:a16="http://schemas.microsoft.com/office/drawing/2014/main" id="{DFEA97D0-8C5E-9340-9944-2D247A9B6628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9043415" y="4205477"/>
              <a:ext cx="244601" cy="244601"/>
            </a:xfrm>
            <a:prstGeom prst="rect">
              <a:avLst/>
            </a:prstGeom>
          </p:spPr>
        </p:pic>
        <p:pic>
          <p:nvPicPr>
            <p:cNvPr id="95" name="object 89">
              <a:extLst>
                <a:ext uri="{FF2B5EF4-FFF2-40B4-BE49-F238E27FC236}">
                  <a16:creationId xmlns:a16="http://schemas.microsoft.com/office/drawing/2014/main" id="{D39EA318-6523-E04E-B6BB-5D9F80943005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9005315" y="4289297"/>
              <a:ext cx="245364" cy="244601"/>
            </a:xfrm>
            <a:prstGeom prst="rect">
              <a:avLst/>
            </a:prstGeom>
          </p:spPr>
        </p:pic>
        <p:pic>
          <p:nvPicPr>
            <p:cNvPr id="96" name="object 90">
              <a:extLst>
                <a:ext uri="{FF2B5EF4-FFF2-40B4-BE49-F238E27FC236}">
                  <a16:creationId xmlns:a16="http://schemas.microsoft.com/office/drawing/2014/main" id="{21AA97ED-5065-B043-AB2F-AC2BCE267DA7}"/>
                </a:ext>
              </a:extLst>
            </p:cNvPr>
            <p:cNvPicPr/>
            <p:nvPr/>
          </p:nvPicPr>
          <p:blipFill>
            <a:blip r:embed="rId10"/>
            <a:stretch>
              <a:fillRect/>
            </a:stretch>
          </p:blipFill>
          <p:spPr>
            <a:xfrm>
              <a:off x="9180575" y="4324349"/>
              <a:ext cx="244601" cy="244601"/>
            </a:xfrm>
            <a:prstGeom prst="rect">
              <a:avLst/>
            </a:prstGeom>
          </p:spPr>
        </p:pic>
        <p:pic>
          <p:nvPicPr>
            <p:cNvPr id="97" name="object 91">
              <a:extLst>
                <a:ext uri="{FF2B5EF4-FFF2-40B4-BE49-F238E27FC236}">
                  <a16:creationId xmlns:a16="http://schemas.microsoft.com/office/drawing/2014/main" id="{ADECF2A8-7EF2-E949-8EE7-30FFF70DA478}"/>
                </a:ext>
              </a:extLst>
            </p:cNvPr>
            <p:cNvPicPr/>
            <p:nvPr/>
          </p:nvPicPr>
          <p:blipFill>
            <a:blip r:embed="rId18"/>
            <a:stretch>
              <a:fillRect/>
            </a:stretch>
          </p:blipFill>
          <p:spPr>
            <a:xfrm>
              <a:off x="8980450" y="3783329"/>
              <a:ext cx="287474" cy="341375"/>
            </a:xfrm>
            <a:prstGeom prst="rect">
              <a:avLst/>
            </a:prstGeom>
          </p:spPr>
        </p:pic>
        <p:pic>
          <p:nvPicPr>
            <p:cNvPr id="98" name="object 92">
              <a:extLst>
                <a:ext uri="{FF2B5EF4-FFF2-40B4-BE49-F238E27FC236}">
                  <a16:creationId xmlns:a16="http://schemas.microsoft.com/office/drawing/2014/main" id="{D0182C3A-97BB-FF46-B966-41658F670C23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9244583" y="3812285"/>
              <a:ext cx="342138" cy="341375"/>
            </a:xfrm>
            <a:prstGeom prst="rect">
              <a:avLst/>
            </a:prstGeom>
          </p:spPr>
        </p:pic>
        <p:sp>
          <p:nvSpPr>
            <p:cNvPr id="99" name="object 93">
              <a:extLst>
                <a:ext uri="{FF2B5EF4-FFF2-40B4-BE49-F238E27FC236}">
                  <a16:creationId xmlns:a16="http://schemas.microsoft.com/office/drawing/2014/main" id="{5F2D9F53-A005-9F41-98E7-1CED86A8C4B4}"/>
                </a:ext>
              </a:extLst>
            </p:cNvPr>
            <p:cNvSpPr/>
            <p:nvPr/>
          </p:nvSpPr>
          <p:spPr>
            <a:xfrm>
              <a:off x="8830055" y="4113275"/>
              <a:ext cx="939165" cy="0"/>
            </a:xfrm>
            <a:custGeom>
              <a:avLst/>
              <a:gdLst/>
              <a:ahLst/>
              <a:cxnLst/>
              <a:rect l="l" t="t" r="r" b="b"/>
              <a:pathLst>
                <a:path w="939165">
                  <a:moveTo>
                    <a:pt x="0" y="0"/>
                  </a:moveTo>
                  <a:lnTo>
                    <a:pt x="938784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0" name="object 94">
            <a:extLst>
              <a:ext uri="{FF2B5EF4-FFF2-40B4-BE49-F238E27FC236}">
                <a16:creationId xmlns:a16="http://schemas.microsoft.com/office/drawing/2014/main" id="{A42C394A-11E7-6B44-BC06-A3D49E765AB5}"/>
              </a:ext>
            </a:extLst>
          </p:cNvPr>
          <p:cNvGrpSpPr/>
          <p:nvPr/>
        </p:nvGrpSpPr>
        <p:grpSpPr>
          <a:xfrm>
            <a:off x="2337816" y="3938418"/>
            <a:ext cx="939165" cy="969010"/>
            <a:chOff x="2185416" y="3786018"/>
            <a:chExt cx="939165" cy="969010"/>
          </a:xfrm>
        </p:grpSpPr>
        <p:pic>
          <p:nvPicPr>
            <p:cNvPr id="101" name="object 95">
              <a:extLst>
                <a:ext uri="{FF2B5EF4-FFF2-40B4-BE49-F238E27FC236}">
                  <a16:creationId xmlns:a16="http://schemas.microsoft.com/office/drawing/2014/main" id="{6E43D262-3D82-7342-95F0-D155520688AF}"/>
                </a:ext>
              </a:extLst>
            </p:cNvPr>
            <p:cNvPicPr/>
            <p:nvPr/>
          </p:nvPicPr>
          <p:blipFill>
            <a:blip r:embed="rId8"/>
            <a:stretch>
              <a:fillRect/>
            </a:stretch>
          </p:blipFill>
          <p:spPr>
            <a:xfrm>
              <a:off x="2185416" y="4221480"/>
              <a:ext cx="650748" cy="533400"/>
            </a:xfrm>
            <a:prstGeom prst="rect">
              <a:avLst/>
            </a:prstGeom>
          </p:spPr>
        </p:pic>
        <p:pic>
          <p:nvPicPr>
            <p:cNvPr id="102" name="object 96">
              <a:extLst>
                <a:ext uri="{FF2B5EF4-FFF2-40B4-BE49-F238E27FC236}">
                  <a16:creationId xmlns:a16="http://schemas.microsoft.com/office/drawing/2014/main" id="{81C75697-BBED-5245-BD66-8C9FB8D93C79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2485644" y="4174236"/>
              <a:ext cx="244601" cy="244601"/>
            </a:xfrm>
            <a:prstGeom prst="rect">
              <a:avLst/>
            </a:prstGeom>
          </p:spPr>
        </p:pic>
        <p:pic>
          <p:nvPicPr>
            <p:cNvPr id="103" name="object 97">
              <a:extLst>
                <a:ext uri="{FF2B5EF4-FFF2-40B4-BE49-F238E27FC236}">
                  <a16:creationId xmlns:a16="http://schemas.microsoft.com/office/drawing/2014/main" id="{E5BF2EA6-F3AA-C44D-AB8C-BA9BFB0DD55B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2631186" y="4335780"/>
              <a:ext cx="245363" cy="244601"/>
            </a:xfrm>
            <a:prstGeom prst="rect">
              <a:avLst/>
            </a:prstGeom>
          </p:spPr>
        </p:pic>
        <p:pic>
          <p:nvPicPr>
            <p:cNvPr id="104" name="object 98">
              <a:extLst>
                <a:ext uri="{FF2B5EF4-FFF2-40B4-BE49-F238E27FC236}">
                  <a16:creationId xmlns:a16="http://schemas.microsoft.com/office/drawing/2014/main" id="{CA9622DE-C71E-0D41-88D6-C92B3DE720B6}"/>
                </a:ext>
              </a:extLst>
            </p:cNvPr>
            <p:cNvPicPr/>
            <p:nvPr/>
          </p:nvPicPr>
          <p:blipFill>
            <a:blip r:embed="rId11"/>
            <a:stretch>
              <a:fillRect/>
            </a:stretch>
          </p:blipFill>
          <p:spPr>
            <a:xfrm>
              <a:off x="2375154" y="4308348"/>
              <a:ext cx="246125" cy="245363"/>
            </a:xfrm>
            <a:prstGeom prst="rect">
              <a:avLst/>
            </a:prstGeom>
          </p:spPr>
        </p:pic>
        <p:pic>
          <p:nvPicPr>
            <p:cNvPr id="105" name="object 99">
              <a:extLst>
                <a:ext uri="{FF2B5EF4-FFF2-40B4-BE49-F238E27FC236}">
                  <a16:creationId xmlns:a16="http://schemas.microsoft.com/office/drawing/2014/main" id="{2D2CBC34-31AD-B54A-8BF3-ECF85F104387}"/>
                </a:ext>
              </a:extLst>
            </p:cNvPr>
            <p:cNvPicPr/>
            <p:nvPr/>
          </p:nvPicPr>
          <p:blipFill>
            <a:blip r:embed="rId19"/>
            <a:stretch>
              <a:fillRect/>
            </a:stretch>
          </p:blipFill>
          <p:spPr>
            <a:xfrm>
              <a:off x="2397773" y="3786018"/>
              <a:ext cx="143737" cy="336000"/>
            </a:xfrm>
            <a:prstGeom prst="rect">
              <a:avLst/>
            </a:prstGeom>
          </p:spPr>
        </p:pic>
        <p:pic>
          <p:nvPicPr>
            <p:cNvPr id="106" name="object 100">
              <a:extLst>
                <a:ext uri="{FF2B5EF4-FFF2-40B4-BE49-F238E27FC236}">
                  <a16:creationId xmlns:a16="http://schemas.microsoft.com/office/drawing/2014/main" id="{C70BC70F-38DD-3E44-8C05-43340F5713A8}"/>
                </a:ext>
              </a:extLst>
            </p:cNvPr>
            <p:cNvPicPr/>
            <p:nvPr/>
          </p:nvPicPr>
          <p:blipFill>
            <a:blip r:embed="rId12"/>
            <a:stretch>
              <a:fillRect/>
            </a:stretch>
          </p:blipFill>
          <p:spPr>
            <a:xfrm>
              <a:off x="2575560" y="3860670"/>
              <a:ext cx="341375" cy="244607"/>
            </a:xfrm>
            <a:prstGeom prst="rect">
              <a:avLst/>
            </a:prstGeom>
          </p:spPr>
        </p:pic>
        <p:sp>
          <p:nvSpPr>
            <p:cNvPr id="107" name="object 101">
              <a:extLst>
                <a:ext uri="{FF2B5EF4-FFF2-40B4-BE49-F238E27FC236}">
                  <a16:creationId xmlns:a16="http://schemas.microsoft.com/office/drawing/2014/main" id="{304294EF-0BB1-DD49-B0DF-C8E9F9BC1E3F}"/>
                </a:ext>
              </a:extLst>
            </p:cNvPr>
            <p:cNvSpPr/>
            <p:nvPr/>
          </p:nvSpPr>
          <p:spPr>
            <a:xfrm>
              <a:off x="2185416" y="4113276"/>
              <a:ext cx="939165" cy="0"/>
            </a:xfrm>
            <a:custGeom>
              <a:avLst/>
              <a:gdLst/>
              <a:ahLst/>
              <a:cxnLst/>
              <a:rect l="l" t="t" r="r" b="b"/>
              <a:pathLst>
                <a:path w="939164">
                  <a:moveTo>
                    <a:pt x="0" y="0"/>
                  </a:moveTo>
                  <a:lnTo>
                    <a:pt x="938783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8" name="object 102">
            <a:extLst>
              <a:ext uri="{FF2B5EF4-FFF2-40B4-BE49-F238E27FC236}">
                <a16:creationId xmlns:a16="http://schemas.microsoft.com/office/drawing/2014/main" id="{4F4900B3-AFCC-6243-853C-08E3B7E0C47D}"/>
              </a:ext>
            </a:extLst>
          </p:cNvPr>
          <p:cNvGrpSpPr/>
          <p:nvPr/>
        </p:nvGrpSpPr>
        <p:grpSpPr>
          <a:xfrm>
            <a:off x="3445002" y="3938418"/>
            <a:ext cx="939165" cy="936625"/>
            <a:chOff x="3292602" y="3786018"/>
            <a:chExt cx="939165" cy="936625"/>
          </a:xfrm>
        </p:grpSpPr>
        <p:pic>
          <p:nvPicPr>
            <p:cNvPr id="109" name="object 103">
              <a:extLst>
                <a:ext uri="{FF2B5EF4-FFF2-40B4-BE49-F238E27FC236}">
                  <a16:creationId xmlns:a16="http://schemas.microsoft.com/office/drawing/2014/main" id="{F00AAC31-0A23-054E-8E1D-144F7D3D13F4}"/>
                </a:ext>
              </a:extLst>
            </p:cNvPr>
            <p:cNvPicPr/>
            <p:nvPr/>
          </p:nvPicPr>
          <p:blipFill>
            <a:blip r:embed="rId8"/>
            <a:stretch>
              <a:fillRect/>
            </a:stretch>
          </p:blipFill>
          <p:spPr>
            <a:xfrm>
              <a:off x="3301746" y="4187952"/>
              <a:ext cx="651510" cy="534162"/>
            </a:xfrm>
            <a:prstGeom prst="rect">
              <a:avLst/>
            </a:prstGeom>
          </p:spPr>
        </p:pic>
        <p:pic>
          <p:nvPicPr>
            <p:cNvPr id="110" name="object 104">
              <a:extLst>
                <a:ext uri="{FF2B5EF4-FFF2-40B4-BE49-F238E27FC236}">
                  <a16:creationId xmlns:a16="http://schemas.microsoft.com/office/drawing/2014/main" id="{D5DE8361-CDCA-9844-ABB2-6536914863B5}"/>
                </a:ext>
              </a:extLst>
            </p:cNvPr>
            <p:cNvPicPr/>
            <p:nvPr/>
          </p:nvPicPr>
          <p:blipFill>
            <a:blip r:embed="rId11"/>
            <a:stretch>
              <a:fillRect/>
            </a:stretch>
          </p:blipFill>
          <p:spPr>
            <a:xfrm>
              <a:off x="3491484" y="4274820"/>
              <a:ext cx="246125" cy="246125"/>
            </a:xfrm>
            <a:prstGeom prst="rect">
              <a:avLst/>
            </a:prstGeom>
          </p:spPr>
        </p:pic>
        <p:pic>
          <p:nvPicPr>
            <p:cNvPr id="111" name="object 105">
              <a:extLst>
                <a:ext uri="{FF2B5EF4-FFF2-40B4-BE49-F238E27FC236}">
                  <a16:creationId xmlns:a16="http://schemas.microsoft.com/office/drawing/2014/main" id="{05030AC6-9D35-EF49-8037-65CA54C3F47F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3643122" y="4174236"/>
              <a:ext cx="245363" cy="244601"/>
            </a:xfrm>
            <a:prstGeom prst="rect">
              <a:avLst/>
            </a:prstGeom>
          </p:spPr>
        </p:pic>
        <p:pic>
          <p:nvPicPr>
            <p:cNvPr id="112" name="object 106">
              <a:extLst>
                <a:ext uri="{FF2B5EF4-FFF2-40B4-BE49-F238E27FC236}">
                  <a16:creationId xmlns:a16="http://schemas.microsoft.com/office/drawing/2014/main" id="{1F240734-1E70-7342-973A-F2ED25E502AE}"/>
                </a:ext>
              </a:extLst>
            </p:cNvPr>
            <p:cNvPicPr/>
            <p:nvPr/>
          </p:nvPicPr>
          <p:blipFill>
            <a:blip r:embed="rId10"/>
            <a:stretch>
              <a:fillRect/>
            </a:stretch>
          </p:blipFill>
          <p:spPr>
            <a:xfrm>
              <a:off x="3694176" y="4315206"/>
              <a:ext cx="245363" cy="244601"/>
            </a:xfrm>
            <a:prstGeom prst="rect">
              <a:avLst/>
            </a:prstGeom>
          </p:spPr>
        </p:pic>
        <p:pic>
          <p:nvPicPr>
            <p:cNvPr id="113" name="object 107">
              <a:extLst>
                <a:ext uri="{FF2B5EF4-FFF2-40B4-BE49-F238E27FC236}">
                  <a16:creationId xmlns:a16="http://schemas.microsoft.com/office/drawing/2014/main" id="{D3F5526B-2F53-074A-BE0D-85D25347722A}"/>
                </a:ext>
              </a:extLst>
            </p:cNvPr>
            <p:cNvPicPr/>
            <p:nvPr/>
          </p:nvPicPr>
          <p:blipFill>
            <a:blip r:embed="rId19"/>
            <a:stretch>
              <a:fillRect/>
            </a:stretch>
          </p:blipFill>
          <p:spPr>
            <a:xfrm>
              <a:off x="3494291" y="3786018"/>
              <a:ext cx="143737" cy="336000"/>
            </a:xfrm>
            <a:prstGeom prst="rect">
              <a:avLst/>
            </a:prstGeom>
          </p:spPr>
        </p:pic>
        <p:pic>
          <p:nvPicPr>
            <p:cNvPr id="114" name="object 108">
              <a:extLst>
                <a:ext uri="{FF2B5EF4-FFF2-40B4-BE49-F238E27FC236}">
                  <a16:creationId xmlns:a16="http://schemas.microsoft.com/office/drawing/2014/main" id="{EADBAB9D-19C6-CD45-9C94-B20FE3FCBE62}"/>
                </a:ext>
              </a:extLst>
            </p:cNvPr>
            <p:cNvPicPr/>
            <p:nvPr/>
          </p:nvPicPr>
          <p:blipFill>
            <a:blip r:embed="rId20"/>
            <a:stretch>
              <a:fillRect/>
            </a:stretch>
          </p:blipFill>
          <p:spPr>
            <a:xfrm>
              <a:off x="3695458" y="3787209"/>
              <a:ext cx="333476" cy="333617"/>
            </a:xfrm>
            <a:prstGeom prst="rect">
              <a:avLst/>
            </a:prstGeom>
          </p:spPr>
        </p:pic>
        <p:sp>
          <p:nvSpPr>
            <p:cNvPr id="115" name="object 109">
              <a:extLst>
                <a:ext uri="{FF2B5EF4-FFF2-40B4-BE49-F238E27FC236}">
                  <a16:creationId xmlns:a16="http://schemas.microsoft.com/office/drawing/2014/main" id="{E17D392F-E24B-B440-81AB-51778E1A62D8}"/>
                </a:ext>
              </a:extLst>
            </p:cNvPr>
            <p:cNvSpPr/>
            <p:nvPr/>
          </p:nvSpPr>
          <p:spPr>
            <a:xfrm>
              <a:off x="3292602" y="4113276"/>
              <a:ext cx="939165" cy="0"/>
            </a:xfrm>
            <a:custGeom>
              <a:avLst/>
              <a:gdLst/>
              <a:ahLst/>
              <a:cxnLst/>
              <a:rect l="l" t="t" r="r" b="b"/>
              <a:pathLst>
                <a:path w="939164">
                  <a:moveTo>
                    <a:pt x="0" y="0"/>
                  </a:moveTo>
                  <a:lnTo>
                    <a:pt x="938784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6" name="object 110">
            <a:extLst>
              <a:ext uri="{FF2B5EF4-FFF2-40B4-BE49-F238E27FC236}">
                <a16:creationId xmlns:a16="http://schemas.microsoft.com/office/drawing/2014/main" id="{3E3D2ABF-7EE6-D64B-B693-29AA470DA189}"/>
              </a:ext>
            </a:extLst>
          </p:cNvPr>
          <p:cNvGrpSpPr/>
          <p:nvPr/>
        </p:nvGrpSpPr>
        <p:grpSpPr>
          <a:xfrm>
            <a:off x="1230630" y="3938418"/>
            <a:ext cx="939165" cy="978535"/>
            <a:chOff x="1078230" y="3786018"/>
            <a:chExt cx="939165" cy="978535"/>
          </a:xfrm>
        </p:grpSpPr>
        <p:pic>
          <p:nvPicPr>
            <p:cNvPr id="117" name="object 111">
              <a:extLst>
                <a:ext uri="{FF2B5EF4-FFF2-40B4-BE49-F238E27FC236}">
                  <a16:creationId xmlns:a16="http://schemas.microsoft.com/office/drawing/2014/main" id="{FDE665A4-4B5D-3C4F-8295-CE3439983510}"/>
                </a:ext>
              </a:extLst>
            </p:cNvPr>
            <p:cNvPicPr/>
            <p:nvPr/>
          </p:nvPicPr>
          <p:blipFill>
            <a:blip r:embed="rId21"/>
            <a:stretch>
              <a:fillRect/>
            </a:stretch>
          </p:blipFill>
          <p:spPr>
            <a:xfrm>
              <a:off x="1385937" y="4176162"/>
              <a:ext cx="240310" cy="240750"/>
            </a:xfrm>
            <a:prstGeom prst="rect">
              <a:avLst/>
            </a:prstGeom>
          </p:spPr>
        </p:pic>
        <p:pic>
          <p:nvPicPr>
            <p:cNvPr id="118" name="object 112">
              <a:extLst>
                <a:ext uri="{FF2B5EF4-FFF2-40B4-BE49-F238E27FC236}">
                  <a16:creationId xmlns:a16="http://schemas.microsoft.com/office/drawing/2014/main" id="{53568922-A74A-9D44-84FA-3122E53FE38A}"/>
                </a:ext>
              </a:extLst>
            </p:cNvPr>
            <p:cNvPicPr/>
            <p:nvPr/>
          </p:nvPicPr>
          <p:blipFill>
            <a:blip r:embed="rId8"/>
            <a:stretch>
              <a:fillRect/>
            </a:stretch>
          </p:blipFill>
          <p:spPr>
            <a:xfrm>
              <a:off x="1107948" y="4230624"/>
              <a:ext cx="650747" cy="533400"/>
            </a:xfrm>
            <a:prstGeom prst="rect">
              <a:avLst/>
            </a:prstGeom>
          </p:spPr>
        </p:pic>
        <p:pic>
          <p:nvPicPr>
            <p:cNvPr id="119" name="object 113">
              <a:extLst>
                <a:ext uri="{FF2B5EF4-FFF2-40B4-BE49-F238E27FC236}">
                  <a16:creationId xmlns:a16="http://schemas.microsoft.com/office/drawing/2014/main" id="{D802D89F-396D-EF42-B01D-BAEC5D118887}"/>
                </a:ext>
              </a:extLst>
            </p:cNvPr>
            <p:cNvPicPr/>
            <p:nvPr/>
          </p:nvPicPr>
          <p:blipFill>
            <a:blip r:embed="rId11"/>
            <a:stretch>
              <a:fillRect/>
            </a:stretch>
          </p:blipFill>
          <p:spPr>
            <a:xfrm>
              <a:off x="1259586" y="4316730"/>
              <a:ext cx="246125" cy="246125"/>
            </a:xfrm>
            <a:prstGeom prst="rect">
              <a:avLst/>
            </a:prstGeom>
          </p:spPr>
        </p:pic>
        <p:pic>
          <p:nvPicPr>
            <p:cNvPr id="120" name="object 114">
              <a:extLst>
                <a:ext uri="{FF2B5EF4-FFF2-40B4-BE49-F238E27FC236}">
                  <a16:creationId xmlns:a16="http://schemas.microsoft.com/office/drawing/2014/main" id="{FB236D36-5211-DD4E-8381-69AFA59CF113}"/>
                </a:ext>
              </a:extLst>
            </p:cNvPr>
            <p:cNvPicPr/>
            <p:nvPr/>
          </p:nvPicPr>
          <p:blipFill>
            <a:blip r:embed="rId10"/>
            <a:stretch>
              <a:fillRect/>
            </a:stretch>
          </p:blipFill>
          <p:spPr>
            <a:xfrm>
              <a:off x="1504188" y="4356354"/>
              <a:ext cx="255269" cy="256031"/>
            </a:xfrm>
            <a:prstGeom prst="rect">
              <a:avLst/>
            </a:prstGeom>
          </p:spPr>
        </p:pic>
        <p:pic>
          <p:nvPicPr>
            <p:cNvPr id="121" name="object 115">
              <a:extLst>
                <a:ext uri="{FF2B5EF4-FFF2-40B4-BE49-F238E27FC236}">
                  <a16:creationId xmlns:a16="http://schemas.microsoft.com/office/drawing/2014/main" id="{30F33327-10C7-DA42-BA99-29E77F6A65A2}"/>
                </a:ext>
              </a:extLst>
            </p:cNvPr>
            <p:cNvPicPr/>
            <p:nvPr/>
          </p:nvPicPr>
          <p:blipFill>
            <a:blip r:embed="rId19"/>
            <a:stretch>
              <a:fillRect/>
            </a:stretch>
          </p:blipFill>
          <p:spPr>
            <a:xfrm>
              <a:off x="1337289" y="3786018"/>
              <a:ext cx="144058" cy="336000"/>
            </a:xfrm>
            <a:prstGeom prst="rect">
              <a:avLst/>
            </a:prstGeom>
          </p:spPr>
        </p:pic>
        <p:pic>
          <p:nvPicPr>
            <p:cNvPr id="122" name="object 116">
              <a:extLst>
                <a:ext uri="{FF2B5EF4-FFF2-40B4-BE49-F238E27FC236}">
                  <a16:creationId xmlns:a16="http://schemas.microsoft.com/office/drawing/2014/main" id="{6D380A10-8296-8443-A06C-30A8060D1FFD}"/>
                </a:ext>
              </a:extLst>
            </p:cNvPr>
            <p:cNvPicPr/>
            <p:nvPr/>
          </p:nvPicPr>
          <p:blipFill>
            <a:blip r:embed="rId22"/>
            <a:stretch>
              <a:fillRect/>
            </a:stretch>
          </p:blipFill>
          <p:spPr>
            <a:xfrm>
              <a:off x="1517970" y="3845076"/>
              <a:ext cx="263518" cy="261317"/>
            </a:xfrm>
            <a:prstGeom prst="rect">
              <a:avLst/>
            </a:prstGeom>
          </p:spPr>
        </p:pic>
        <p:sp>
          <p:nvSpPr>
            <p:cNvPr id="123" name="object 117">
              <a:extLst>
                <a:ext uri="{FF2B5EF4-FFF2-40B4-BE49-F238E27FC236}">
                  <a16:creationId xmlns:a16="http://schemas.microsoft.com/office/drawing/2014/main" id="{2D4C7FB7-6926-1F44-A254-BBB6BAC17003}"/>
                </a:ext>
              </a:extLst>
            </p:cNvPr>
            <p:cNvSpPr/>
            <p:nvPr/>
          </p:nvSpPr>
          <p:spPr>
            <a:xfrm>
              <a:off x="1078230" y="4113276"/>
              <a:ext cx="939165" cy="0"/>
            </a:xfrm>
            <a:custGeom>
              <a:avLst/>
              <a:gdLst/>
              <a:ahLst/>
              <a:cxnLst/>
              <a:rect l="l" t="t" r="r" b="b"/>
              <a:pathLst>
                <a:path w="939164">
                  <a:moveTo>
                    <a:pt x="0" y="0"/>
                  </a:moveTo>
                  <a:lnTo>
                    <a:pt x="938783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4" name="object 118">
            <a:extLst>
              <a:ext uri="{FF2B5EF4-FFF2-40B4-BE49-F238E27FC236}">
                <a16:creationId xmlns:a16="http://schemas.microsoft.com/office/drawing/2014/main" id="{00CB9A14-F47A-2843-8506-B40A6B2406D4}"/>
              </a:ext>
            </a:extLst>
          </p:cNvPr>
          <p:cNvGrpSpPr/>
          <p:nvPr/>
        </p:nvGrpSpPr>
        <p:grpSpPr>
          <a:xfrm>
            <a:off x="10034016" y="3935729"/>
            <a:ext cx="994410" cy="952500"/>
            <a:chOff x="9881616" y="3783329"/>
            <a:chExt cx="994410" cy="952500"/>
          </a:xfrm>
        </p:grpSpPr>
        <p:pic>
          <p:nvPicPr>
            <p:cNvPr id="125" name="object 119">
              <a:extLst>
                <a:ext uri="{FF2B5EF4-FFF2-40B4-BE49-F238E27FC236}">
                  <a16:creationId xmlns:a16="http://schemas.microsoft.com/office/drawing/2014/main" id="{00389854-AC43-B247-9CD5-027B7F222C10}"/>
                </a:ext>
              </a:extLst>
            </p:cNvPr>
            <p:cNvPicPr/>
            <p:nvPr/>
          </p:nvPicPr>
          <p:blipFill>
            <a:blip r:embed="rId8"/>
            <a:stretch>
              <a:fillRect/>
            </a:stretch>
          </p:blipFill>
          <p:spPr>
            <a:xfrm>
              <a:off x="9881616" y="4201667"/>
              <a:ext cx="651509" cy="534162"/>
            </a:xfrm>
            <a:prstGeom prst="rect">
              <a:avLst/>
            </a:prstGeom>
          </p:spPr>
        </p:pic>
        <p:pic>
          <p:nvPicPr>
            <p:cNvPr id="126" name="object 120">
              <a:extLst>
                <a:ext uri="{FF2B5EF4-FFF2-40B4-BE49-F238E27FC236}">
                  <a16:creationId xmlns:a16="http://schemas.microsoft.com/office/drawing/2014/main" id="{B1B42050-36EE-F141-8B36-64CA413C01F0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10100310" y="4298441"/>
              <a:ext cx="244601" cy="244601"/>
            </a:xfrm>
            <a:prstGeom prst="rect">
              <a:avLst/>
            </a:prstGeom>
          </p:spPr>
        </p:pic>
        <p:pic>
          <p:nvPicPr>
            <p:cNvPr id="127" name="object 121">
              <a:extLst>
                <a:ext uri="{FF2B5EF4-FFF2-40B4-BE49-F238E27FC236}">
                  <a16:creationId xmlns:a16="http://schemas.microsoft.com/office/drawing/2014/main" id="{47363571-BF4D-7D4A-BA91-ED7B61C15836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10184892" y="4174235"/>
              <a:ext cx="244601" cy="244601"/>
            </a:xfrm>
            <a:prstGeom prst="rect">
              <a:avLst/>
            </a:prstGeom>
          </p:spPr>
        </p:pic>
        <p:pic>
          <p:nvPicPr>
            <p:cNvPr id="128" name="object 122">
              <a:extLst>
                <a:ext uri="{FF2B5EF4-FFF2-40B4-BE49-F238E27FC236}">
                  <a16:creationId xmlns:a16="http://schemas.microsoft.com/office/drawing/2014/main" id="{A9D571EF-6E03-3641-873B-8CF459F13AC5}"/>
                </a:ext>
              </a:extLst>
            </p:cNvPr>
            <p:cNvPicPr/>
            <p:nvPr/>
          </p:nvPicPr>
          <p:blipFill>
            <a:blip r:embed="rId10"/>
            <a:stretch>
              <a:fillRect/>
            </a:stretch>
          </p:blipFill>
          <p:spPr>
            <a:xfrm>
              <a:off x="10273284" y="4320539"/>
              <a:ext cx="244601" cy="244601"/>
            </a:xfrm>
            <a:prstGeom prst="rect">
              <a:avLst/>
            </a:prstGeom>
          </p:spPr>
        </p:pic>
        <p:pic>
          <p:nvPicPr>
            <p:cNvPr id="129" name="object 123">
              <a:extLst>
                <a:ext uri="{FF2B5EF4-FFF2-40B4-BE49-F238E27FC236}">
                  <a16:creationId xmlns:a16="http://schemas.microsoft.com/office/drawing/2014/main" id="{4D7F2E98-0866-F441-8FB6-E5A9F00AF743}"/>
                </a:ext>
              </a:extLst>
            </p:cNvPr>
            <p:cNvPicPr/>
            <p:nvPr/>
          </p:nvPicPr>
          <p:blipFill>
            <a:blip r:embed="rId18"/>
            <a:stretch>
              <a:fillRect/>
            </a:stretch>
          </p:blipFill>
          <p:spPr>
            <a:xfrm>
              <a:off x="10026676" y="3783329"/>
              <a:ext cx="287474" cy="341375"/>
            </a:xfrm>
            <a:prstGeom prst="rect">
              <a:avLst/>
            </a:prstGeom>
          </p:spPr>
        </p:pic>
        <p:pic>
          <p:nvPicPr>
            <p:cNvPr id="130" name="object 124">
              <a:extLst>
                <a:ext uri="{FF2B5EF4-FFF2-40B4-BE49-F238E27FC236}">
                  <a16:creationId xmlns:a16="http://schemas.microsoft.com/office/drawing/2014/main" id="{BF60FBB1-A208-2F40-AE94-25180AE4C5AA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10258044" y="3783329"/>
              <a:ext cx="341375" cy="341375"/>
            </a:xfrm>
            <a:prstGeom prst="rect">
              <a:avLst/>
            </a:prstGeom>
          </p:spPr>
        </p:pic>
        <p:sp>
          <p:nvSpPr>
            <p:cNvPr id="131" name="object 125">
              <a:extLst>
                <a:ext uri="{FF2B5EF4-FFF2-40B4-BE49-F238E27FC236}">
                  <a16:creationId xmlns:a16="http://schemas.microsoft.com/office/drawing/2014/main" id="{5BE6D291-7483-F54E-AEE5-CAEE06AE8AB7}"/>
                </a:ext>
              </a:extLst>
            </p:cNvPr>
            <p:cNvSpPr/>
            <p:nvPr/>
          </p:nvSpPr>
          <p:spPr>
            <a:xfrm>
              <a:off x="9937242" y="4113275"/>
              <a:ext cx="939165" cy="0"/>
            </a:xfrm>
            <a:custGeom>
              <a:avLst/>
              <a:gdLst/>
              <a:ahLst/>
              <a:cxnLst/>
              <a:rect l="l" t="t" r="r" b="b"/>
              <a:pathLst>
                <a:path w="939165">
                  <a:moveTo>
                    <a:pt x="0" y="0"/>
                  </a:moveTo>
                  <a:lnTo>
                    <a:pt x="938783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2" name="object 126">
            <a:extLst>
              <a:ext uri="{FF2B5EF4-FFF2-40B4-BE49-F238E27FC236}">
                <a16:creationId xmlns:a16="http://schemas.microsoft.com/office/drawing/2014/main" id="{2257CF61-02F9-1747-B847-000F93E44986}"/>
              </a:ext>
            </a:extLst>
          </p:cNvPr>
          <p:cNvGrpSpPr/>
          <p:nvPr/>
        </p:nvGrpSpPr>
        <p:grpSpPr>
          <a:xfrm>
            <a:off x="1574291" y="5500115"/>
            <a:ext cx="657225" cy="584835"/>
            <a:chOff x="1421891" y="5347715"/>
            <a:chExt cx="657225" cy="584835"/>
          </a:xfrm>
        </p:grpSpPr>
        <p:pic>
          <p:nvPicPr>
            <p:cNvPr id="133" name="object 127">
              <a:extLst>
                <a:ext uri="{FF2B5EF4-FFF2-40B4-BE49-F238E27FC236}">
                  <a16:creationId xmlns:a16="http://schemas.microsoft.com/office/drawing/2014/main" id="{5ADA603E-21D3-1D49-9B0D-676015D7ED89}"/>
                </a:ext>
              </a:extLst>
            </p:cNvPr>
            <p:cNvPicPr/>
            <p:nvPr/>
          </p:nvPicPr>
          <p:blipFill>
            <a:blip r:embed="rId23"/>
            <a:stretch>
              <a:fillRect/>
            </a:stretch>
          </p:blipFill>
          <p:spPr>
            <a:xfrm>
              <a:off x="1629215" y="5361431"/>
              <a:ext cx="197238" cy="233934"/>
            </a:xfrm>
            <a:prstGeom prst="rect">
              <a:avLst/>
            </a:prstGeom>
          </p:spPr>
        </p:pic>
        <p:pic>
          <p:nvPicPr>
            <p:cNvPr id="134" name="object 128">
              <a:extLst>
                <a:ext uri="{FF2B5EF4-FFF2-40B4-BE49-F238E27FC236}">
                  <a16:creationId xmlns:a16="http://schemas.microsoft.com/office/drawing/2014/main" id="{15B10CA0-ADD6-5240-B2E5-D89EA965D454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1816607" y="5347715"/>
              <a:ext cx="233933" cy="233934"/>
            </a:xfrm>
            <a:prstGeom prst="rect">
              <a:avLst/>
            </a:prstGeom>
          </p:spPr>
        </p:pic>
        <p:pic>
          <p:nvPicPr>
            <p:cNvPr id="135" name="object 129">
              <a:extLst>
                <a:ext uri="{FF2B5EF4-FFF2-40B4-BE49-F238E27FC236}">
                  <a16:creationId xmlns:a16="http://schemas.microsoft.com/office/drawing/2014/main" id="{8316BB9D-00D5-1841-80C4-822B1954E743}"/>
                </a:ext>
              </a:extLst>
            </p:cNvPr>
            <p:cNvPicPr/>
            <p:nvPr/>
          </p:nvPicPr>
          <p:blipFill>
            <a:blip r:embed="rId10"/>
            <a:stretch>
              <a:fillRect/>
            </a:stretch>
          </p:blipFill>
          <p:spPr>
            <a:xfrm>
              <a:off x="1633727" y="5551931"/>
              <a:ext cx="233934" cy="233934"/>
            </a:xfrm>
            <a:prstGeom prst="rect">
              <a:avLst/>
            </a:prstGeom>
          </p:spPr>
        </p:pic>
        <p:pic>
          <p:nvPicPr>
            <p:cNvPr id="136" name="object 130">
              <a:extLst>
                <a:ext uri="{FF2B5EF4-FFF2-40B4-BE49-F238E27FC236}">
                  <a16:creationId xmlns:a16="http://schemas.microsoft.com/office/drawing/2014/main" id="{4EDF234D-7A78-7640-83BB-3EED1262557F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1844801" y="5521451"/>
              <a:ext cx="233934" cy="233934"/>
            </a:xfrm>
            <a:prstGeom prst="rect">
              <a:avLst/>
            </a:prstGeom>
          </p:spPr>
        </p:pic>
        <p:pic>
          <p:nvPicPr>
            <p:cNvPr id="137" name="object 131">
              <a:extLst>
                <a:ext uri="{FF2B5EF4-FFF2-40B4-BE49-F238E27FC236}">
                  <a16:creationId xmlns:a16="http://schemas.microsoft.com/office/drawing/2014/main" id="{84FD2238-EA28-3149-962F-694B464E57BB}"/>
                </a:ext>
              </a:extLst>
            </p:cNvPr>
            <p:cNvPicPr/>
            <p:nvPr/>
          </p:nvPicPr>
          <p:blipFill>
            <a:blip r:embed="rId8"/>
            <a:stretch>
              <a:fillRect/>
            </a:stretch>
          </p:blipFill>
          <p:spPr>
            <a:xfrm>
              <a:off x="1421891" y="5399531"/>
              <a:ext cx="649985" cy="532638"/>
            </a:xfrm>
            <a:prstGeom prst="rect">
              <a:avLst/>
            </a:prstGeom>
          </p:spPr>
        </p:pic>
      </p:grpSp>
      <p:grpSp>
        <p:nvGrpSpPr>
          <p:cNvPr id="138" name="object 132">
            <a:extLst>
              <a:ext uri="{FF2B5EF4-FFF2-40B4-BE49-F238E27FC236}">
                <a16:creationId xmlns:a16="http://schemas.microsoft.com/office/drawing/2014/main" id="{36F0F109-37B9-A74B-84A1-F8AB1B6F5B71}"/>
              </a:ext>
            </a:extLst>
          </p:cNvPr>
          <p:cNvGrpSpPr/>
          <p:nvPr/>
        </p:nvGrpSpPr>
        <p:grpSpPr>
          <a:xfrm>
            <a:off x="2895600" y="5537453"/>
            <a:ext cx="654050" cy="547370"/>
            <a:chOff x="2743200" y="5385053"/>
            <a:chExt cx="654050" cy="547370"/>
          </a:xfrm>
        </p:grpSpPr>
        <p:pic>
          <p:nvPicPr>
            <p:cNvPr id="139" name="object 133">
              <a:extLst>
                <a:ext uri="{FF2B5EF4-FFF2-40B4-BE49-F238E27FC236}">
                  <a16:creationId xmlns:a16="http://schemas.microsoft.com/office/drawing/2014/main" id="{58F9F3A4-D83E-3B49-AF84-67B706716B44}"/>
                </a:ext>
              </a:extLst>
            </p:cNvPr>
            <p:cNvPicPr/>
            <p:nvPr/>
          </p:nvPicPr>
          <p:blipFill>
            <a:blip r:embed="rId23"/>
            <a:stretch>
              <a:fillRect/>
            </a:stretch>
          </p:blipFill>
          <p:spPr>
            <a:xfrm>
              <a:off x="3199697" y="5509259"/>
              <a:ext cx="197238" cy="233934"/>
            </a:xfrm>
            <a:prstGeom prst="rect">
              <a:avLst/>
            </a:prstGeom>
          </p:spPr>
        </p:pic>
        <p:pic>
          <p:nvPicPr>
            <p:cNvPr id="140" name="object 134">
              <a:extLst>
                <a:ext uri="{FF2B5EF4-FFF2-40B4-BE49-F238E27FC236}">
                  <a16:creationId xmlns:a16="http://schemas.microsoft.com/office/drawing/2014/main" id="{0F74AB46-58D1-704F-AB14-0456171E6A63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3061715" y="5453633"/>
              <a:ext cx="233933" cy="233934"/>
            </a:xfrm>
            <a:prstGeom prst="rect">
              <a:avLst/>
            </a:prstGeom>
          </p:spPr>
        </p:pic>
        <p:pic>
          <p:nvPicPr>
            <p:cNvPr id="141" name="object 135">
              <a:extLst>
                <a:ext uri="{FF2B5EF4-FFF2-40B4-BE49-F238E27FC236}">
                  <a16:creationId xmlns:a16="http://schemas.microsoft.com/office/drawing/2014/main" id="{460F893A-B7E7-C449-95E7-9BC9041C57A9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2891028" y="5385053"/>
              <a:ext cx="233934" cy="233934"/>
            </a:xfrm>
            <a:prstGeom prst="rect">
              <a:avLst/>
            </a:prstGeom>
          </p:spPr>
        </p:pic>
        <p:pic>
          <p:nvPicPr>
            <p:cNvPr id="142" name="object 136">
              <a:extLst>
                <a:ext uri="{FF2B5EF4-FFF2-40B4-BE49-F238E27FC236}">
                  <a16:creationId xmlns:a16="http://schemas.microsoft.com/office/drawing/2014/main" id="{6C9E1B56-7D7D-4047-8E88-4DBF3C36CD25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2980181" y="5521451"/>
              <a:ext cx="233933" cy="233934"/>
            </a:xfrm>
            <a:prstGeom prst="rect">
              <a:avLst/>
            </a:prstGeom>
          </p:spPr>
        </p:pic>
        <p:pic>
          <p:nvPicPr>
            <p:cNvPr id="143" name="object 137">
              <a:extLst>
                <a:ext uri="{FF2B5EF4-FFF2-40B4-BE49-F238E27FC236}">
                  <a16:creationId xmlns:a16="http://schemas.microsoft.com/office/drawing/2014/main" id="{6CF2DAE8-6F51-9345-A369-0BC567C64B86}"/>
                </a:ext>
              </a:extLst>
            </p:cNvPr>
            <p:cNvPicPr/>
            <p:nvPr/>
          </p:nvPicPr>
          <p:blipFill>
            <a:blip r:embed="rId8"/>
            <a:stretch>
              <a:fillRect/>
            </a:stretch>
          </p:blipFill>
          <p:spPr>
            <a:xfrm>
              <a:off x="2743200" y="5399531"/>
              <a:ext cx="649224" cy="532638"/>
            </a:xfrm>
            <a:prstGeom prst="rect">
              <a:avLst/>
            </a:prstGeom>
          </p:spPr>
        </p:pic>
      </p:grpSp>
      <p:grpSp>
        <p:nvGrpSpPr>
          <p:cNvPr id="144" name="object 138">
            <a:extLst>
              <a:ext uri="{FF2B5EF4-FFF2-40B4-BE49-F238E27FC236}">
                <a16:creationId xmlns:a16="http://schemas.microsoft.com/office/drawing/2014/main" id="{5429AB6F-B23D-B34A-9DD9-2CF606A36A25}"/>
              </a:ext>
            </a:extLst>
          </p:cNvPr>
          <p:cNvGrpSpPr/>
          <p:nvPr/>
        </p:nvGrpSpPr>
        <p:grpSpPr>
          <a:xfrm>
            <a:off x="4231385" y="5500115"/>
            <a:ext cx="692785" cy="584835"/>
            <a:chOff x="4078985" y="5347715"/>
            <a:chExt cx="692785" cy="584835"/>
          </a:xfrm>
        </p:grpSpPr>
        <p:pic>
          <p:nvPicPr>
            <p:cNvPr id="145" name="object 139">
              <a:extLst>
                <a:ext uri="{FF2B5EF4-FFF2-40B4-BE49-F238E27FC236}">
                  <a16:creationId xmlns:a16="http://schemas.microsoft.com/office/drawing/2014/main" id="{B10496A1-F066-254B-A2A9-A3E83AE87FCF}"/>
                </a:ext>
              </a:extLst>
            </p:cNvPr>
            <p:cNvPicPr/>
            <p:nvPr/>
          </p:nvPicPr>
          <p:blipFill>
            <a:blip r:embed="rId23"/>
            <a:stretch>
              <a:fillRect/>
            </a:stretch>
          </p:blipFill>
          <p:spPr>
            <a:xfrm>
              <a:off x="4297799" y="5375909"/>
              <a:ext cx="197880" cy="233934"/>
            </a:xfrm>
            <a:prstGeom prst="rect">
              <a:avLst/>
            </a:prstGeom>
          </p:spPr>
        </p:pic>
        <p:pic>
          <p:nvPicPr>
            <p:cNvPr id="146" name="object 140">
              <a:extLst>
                <a:ext uri="{FF2B5EF4-FFF2-40B4-BE49-F238E27FC236}">
                  <a16:creationId xmlns:a16="http://schemas.microsoft.com/office/drawing/2014/main" id="{F183913F-42C2-C54D-829D-388796D570C4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4450079" y="5347715"/>
              <a:ext cx="233934" cy="233934"/>
            </a:xfrm>
            <a:prstGeom prst="rect">
              <a:avLst/>
            </a:prstGeom>
          </p:spPr>
        </p:pic>
        <p:pic>
          <p:nvPicPr>
            <p:cNvPr id="147" name="object 141">
              <a:extLst>
                <a:ext uri="{FF2B5EF4-FFF2-40B4-BE49-F238E27FC236}">
                  <a16:creationId xmlns:a16="http://schemas.microsoft.com/office/drawing/2014/main" id="{205BFDC5-88DE-B949-87C4-9C915A2627DA}"/>
                </a:ext>
              </a:extLst>
            </p:cNvPr>
            <p:cNvPicPr/>
            <p:nvPr/>
          </p:nvPicPr>
          <p:blipFill>
            <a:blip r:embed="rId10"/>
            <a:stretch>
              <a:fillRect/>
            </a:stretch>
          </p:blipFill>
          <p:spPr>
            <a:xfrm>
              <a:off x="4299203" y="5534405"/>
              <a:ext cx="234696" cy="234696"/>
            </a:xfrm>
            <a:prstGeom prst="rect">
              <a:avLst/>
            </a:prstGeom>
          </p:spPr>
        </p:pic>
        <p:pic>
          <p:nvPicPr>
            <p:cNvPr id="148" name="object 142">
              <a:extLst>
                <a:ext uri="{FF2B5EF4-FFF2-40B4-BE49-F238E27FC236}">
                  <a16:creationId xmlns:a16="http://schemas.microsoft.com/office/drawing/2014/main" id="{BEEDBD83-247C-964A-AE88-117D6B3156D1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4536947" y="5521451"/>
              <a:ext cx="234696" cy="233934"/>
            </a:xfrm>
            <a:prstGeom prst="rect">
              <a:avLst/>
            </a:prstGeom>
          </p:spPr>
        </p:pic>
        <p:pic>
          <p:nvPicPr>
            <p:cNvPr id="149" name="object 143">
              <a:extLst>
                <a:ext uri="{FF2B5EF4-FFF2-40B4-BE49-F238E27FC236}">
                  <a16:creationId xmlns:a16="http://schemas.microsoft.com/office/drawing/2014/main" id="{B3E1CBE6-4228-7F49-806E-86CC5D91758F}"/>
                </a:ext>
              </a:extLst>
            </p:cNvPr>
            <p:cNvPicPr/>
            <p:nvPr/>
          </p:nvPicPr>
          <p:blipFill>
            <a:blip r:embed="rId8"/>
            <a:stretch>
              <a:fillRect/>
            </a:stretch>
          </p:blipFill>
          <p:spPr>
            <a:xfrm>
              <a:off x="4078985" y="5399531"/>
              <a:ext cx="649986" cy="532638"/>
            </a:xfrm>
            <a:prstGeom prst="rect">
              <a:avLst/>
            </a:prstGeom>
          </p:spPr>
        </p:pic>
      </p:grpSp>
      <p:grpSp>
        <p:nvGrpSpPr>
          <p:cNvPr id="150" name="object 144">
            <a:extLst>
              <a:ext uri="{FF2B5EF4-FFF2-40B4-BE49-F238E27FC236}">
                <a16:creationId xmlns:a16="http://schemas.microsoft.com/office/drawing/2014/main" id="{572B72B5-133C-954B-850F-BEA64ED8BF0F}"/>
              </a:ext>
            </a:extLst>
          </p:cNvPr>
          <p:cNvGrpSpPr/>
          <p:nvPr/>
        </p:nvGrpSpPr>
        <p:grpSpPr>
          <a:xfrm>
            <a:off x="203453" y="1901189"/>
            <a:ext cx="650875" cy="534670"/>
            <a:chOff x="51053" y="1748789"/>
            <a:chExt cx="650875" cy="534670"/>
          </a:xfrm>
        </p:grpSpPr>
        <p:pic>
          <p:nvPicPr>
            <p:cNvPr id="151" name="object 145">
              <a:extLst>
                <a:ext uri="{FF2B5EF4-FFF2-40B4-BE49-F238E27FC236}">
                  <a16:creationId xmlns:a16="http://schemas.microsoft.com/office/drawing/2014/main" id="{8F55E8DE-59AD-D948-8002-C931B944052D}"/>
                </a:ext>
              </a:extLst>
            </p:cNvPr>
            <p:cNvPicPr/>
            <p:nvPr/>
          </p:nvPicPr>
          <p:blipFill>
            <a:blip r:embed="rId8"/>
            <a:stretch>
              <a:fillRect/>
            </a:stretch>
          </p:blipFill>
          <p:spPr>
            <a:xfrm>
              <a:off x="51053" y="1748789"/>
              <a:ext cx="650748" cy="534162"/>
            </a:xfrm>
            <a:prstGeom prst="rect">
              <a:avLst/>
            </a:prstGeom>
          </p:spPr>
        </p:pic>
        <p:pic>
          <p:nvPicPr>
            <p:cNvPr id="152" name="object 146">
              <a:extLst>
                <a:ext uri="{FF2B5EF4-FFF2-40B4-BE49-F238E27FC236}">
                  <a16:creationId xmlns:a16="http://schemas.microsoft.com/office/drawing/2014/main" id="{78D879CF-E3E3-CD49-8DE6-A3D67234F858}"/>
                </a:ext>
              </a:extLst>
            </p:cNvPr>
            <p:cNvPicPr/>
            <p:nvPr/>
          </p:nvPicPr>
          <p:blipFill>
            <a:blip r:embed="rId11"/>
            <a:stretch>
              <a:fillRect/>
            </a:stretch>
          </p:blipFill>
          <p:spPr>
            <a:xfrm>
              <a:off x="307085" y="1835657"/>
              <a:ext cx="246126" cy="246125"/>
            </a:xfrm>
            <a:prstGeom prst="rect">
              <a:avLst/>
            </a:prstGeom>
          </p:spPr>
        </p:pic>
      </p:grpSp>
      <p:grpSp>
        <p:nvGrpSpPr>
          <p:cNvPr id="153" name="object 147">
            <a:extLst>
              <a:ext uri="{FF2B5EF4-FFF2-40B4-BE49-F238E27FC236}">
                <a16:creationId xmlns:a16="http://schemas.microsoft.com/office/drawing/2014/main" id="{EA9E8773-249D-5F4C-9AE7-E29C88D412AA}"/>
              </a:ext>
            </a:extLst>
          </p:cNvPr>
          <p:cNvGrpSpPr/>
          <p:nvPr/>
        </p:nvGrpSpPr>
        <p:grpSpPr>
          <a:xfrm>
            <a:off x="168401" y="1487831"/>
            <a:ext cx="1556385" cy="360045"/>
            <a:chOff x="16001" y="1335431"/>
            <a:chExt cx="1556385" cy="360045"/>
          </a:xfrm>
        </p:grpSpPr>
        <p:pic>
          <p:nvPicPr>
            <p:cNvPr id="154" name="object 148">
              <a:extLst>
                <a:ext uri="{FF2B5EF4-FFF2-40B4-BE49-F238E27FC236}">
                  <a16:creationId xmlns:a16="http://schemas.microsoft.com/office/drawing/2014/main" id="{0E2EFE3E-D8E3-824C-90DF-4AD1C502ACC6}"/>
                </a:ext>
              </a:extLst>
            </p:cNvPr>
            <p:cNvPicPr/>
            <p:nvPr/>
          </p:nvPicPr>
          <p:blipFill>
            <a:blip r:embed="rId19"/>
            <a:stretch>
              <a:fillRect/>
            </a:stretch>
          </p:blipFill>
          <p:spPr>
            <a:xfrm>
              <a:off x="142473" y="1335431"/>
              <a:ext cx="144058" cy="336750"/>
            </a:xfrm>
            <a:prstGeom prst="rect">
              <a:avLst/>
            </a:prstGeom>
          </p:spPr>
        </p:pic>
        <p:pic>
          <p:nvPicPr>
            <p:cNvPr id="155" name="object 149">
              <a:extLst>
                <a:ext uri="{FF2B5EF4-FFF2-40B4-BE49-F238E27FC236}">
                  <a16:creationId xmlns:a16="http://schemas.microsoft.com/office/drawing/2014/main" id="{811A1727-F548-B34B-9AD9-E88FE97A9776}"/>
                </a:ext>
              </a:extLst>
            </p:cNvPr>
            <p:cNvPicPr/>
            <p:nvPr/>
          </p:nvPicPr>
          <p:blipFill>
            <a:blip r:embed="rId22"/>
            <a:stretch>
              <a:fillRect/>
            </a:stretch>
          </p:blipFill>
          <p:spPr>
            <a:xfrm>
              <a:off x="1169061" y="1411247"/>
              <a:ext cx="264106" cy="261318"/>
            </a:xfrm>
            <a:prstGeom prst="rect">
              <a:avLst/>
            </a:prstGeom>
          </p:spPr>
        </p:pic>
        <p:pic>
          <p:nvPicPr>
            <p:cNvPr id="156" name="object 150">
              <a:extLst>
                <a:ext uri="{FF2B5EF4-FFF2-40B4-BE49-F238E27FC236}">
                  <a16:creationId xmlns:a16="http://schemas.microsoft.com/office/drawing/2014/main" id="{C0976616-8E5F-0547-82F7-5820167DCA06}"/>
                </a:ext>
              </a:extLst>
            </p:cNvPr>
            <p:cNvPicPr/>
            <p:nvPr/>
          </p:nvPicPr>
          <p:blipFill>
            <a:blip r:embed="rId24"/>
            <a:stretch>
              <a:fillRect/>
            </a:stretch>
          </p:blipFill>
          <p:spPr>
            <a:xfrm>
              <a:off x="386333" y="1417798"/>
              <a:ext cx="342138" cy="248217"/>
            </a:xfrm>
            <a:prstGeom prst="rect">
              <a:avLst/>
            </a:prstGeom>
          </p:spPr>
        </p:pic>
        <p:pic>
          <p:nvPicPr>
            <p:cNvPr id="157" name="object 151">
              <a:extLst>
                <a:ext uri="{FF2B5EF4-FFF2-40B4-BE49-F238E27FC236}">
                  <a16:creationId xmlns:a16="http://schemas.microsoft.com/office/drawing/2014/main" id="{E3D31E38-4405-EF45-B756-C4E1CFC40499}"/>
                </a:ext>
              </a:extLst>
            </p:cNvPr>
            <p:cNvPicPr/>
            <p:nvPr/>
          </p:nvPicPr>
          <p:blipFill>
            <a:blip r:embed="rId21"/>
            <a:stretch>
              <a:fillRect/>
            </a:stretch>
          </p:blipFill>
          <p:spPr>
            <a:xfrm>
              <a:off x="761191" y="1335431"/>
              <a:ext cx="336135" cy="336750"/>
            </a:xfrm>
            <a:prstGeom prst="rect">
              <a:avLst/>
            </a:prstGeom>
          </p:spPr>
        </p:pic>
        <p:sp>
          <p:nvSpPr>
            <p:cNvPr id="158" name="object 152">
              <a:extLst>
                <a:ext uri="{FF2B5EF4-FFF2-40B4-BE49-F238E27FC236}">
                  <a16:creationId xmlns:a16="http://schemas.microsoft.com/office/drawing/2014/main" id="{DF9192D7-D04C-4347-87F2-CCEFA2607403}"/>
                </a:ext>
              </a:extLst>
            </p:cNvPr>
            <p:cNvSpPr/>
            <p:nvPr/>
          </p:nvSpPr>
          <p:spPr>
            <a:xfrm>
              <a:off x="35051" y="1673351"/>
              <a:ext cx="1518285" cy="3175"/>
            </a:xfrm>
            <a:custGeom>
              <a:avLst/>
              <a:gdLst/>
              <a:ahLst/>
              <a:cxnLst/>
              <a:rect l="l" t="t" r="r" b="b"/>
              <a:pathLst>
                <a:path w="1518285" h="3175">
                  <a:moveTo>
                    <a:pt x="0" y="0"/>
                  </a:moveTo>
                  <a:lnTo>
                    <a:pt x="1518285" y="3048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9" name="object 153">
            <a:extLst>
              <a:ext uri="{FF2B5EF4-FFF2-40B4-BE49-F238E27FC236}">
                <a16:creationId xmlns:a16="http://schemas.microsoft.com/office/drawing/2014/main" id="{6498EF3E-018F-D74D-91AC-14AA02080682}"/>
              </a:ext>
            </a:extLst>
          </p:cNvPr>
          <p:cNvGrpSpPr/>
          <p:nvPr/>
        </p:nvGrpSpPr>
        <p:grpSpPr>
          <a:xfrm>
            <a:off x="1798320" y="1485138"/>
            <a:ext cx="1734185" cy="363220"/>
            <a:chOff x="1645920" y="1332738"/>
            <a:chExt cx="1734185" cy="363220"/>
          </a:xfrm>
        </p:grpSpPr>
        <p:pic>
          <p:nvPicPr>
            <p:cNvPr id="160" name="object 154">
              <a:extLst>
                <a:ext uri="{FF2B5EF4-FFF2-40B4-BE49-F238E27FC236}">
                  <a16:creationId xmlns:a16="http://schemas.microsoft.com/office/drawing/2014/main" id="{942ED244-15D8-3D46-B837-A3876AFEE407}"/>
                </a:ext>
              </a:extLst>
            </p:cNvPr>
            <p:cNvPicPr/>
            <p:nvPr/>
          </p:nvPicPr>
          <p:blipFill>
            <a:blip r:embed="rId23"/>
            <a:stretch>
              <a:fillRect/>
            </a:stretch>
          </p:blipFill>
          <p:spPr>
            <a:xfrm>
              <a:off x="1807628" y="1332738"/>
              <a:ext cx="288469" cy="342138"/>
            </a:xfrm>
            <a:prstGeom prst="rect">
              <a:avLst/>
            </a:prstGeom>
          </p:spPr>
        </p:pic>
        <p:pic>
          <p:nvPicPr>
            <p:cNvPr id="161" name="object 155">
              <a:extLst>
                <a:ext uri="{FF2B5EF4-FFF2-40B4-BE49-F238E27FC236}">
                  <a16:creationId xmlns:a16="http://schemas.microsoft.com/office/drawing/2014/main" id="{689412FA-160F-8C4D-9471-FFAC19538074}"/>
                </a:ext>
              </a:extLst>
            </p:cNvPr>
            <p:cNvPicPr/>
            <p:nvPr/>
          </p:nvPicPr>
          <p:blipFill>
            <a:blip r:embed="rId22"/>
            <a:stretch>
              <a:fillRect/>
            </a:stretch>
          </p:blipFill>
          <p:spPr>
            <a:xfrm>
              <a:off x="2964333" y="1411248"/>
              <a:ext cx="264106" cy="261318"/>
            </a:xfrm>
            <a:prstGeom prst="rect">
              <a:avLst/>
            </a:prstGeom>
          </p:spPr>
        </p:pic>
        <p:pic>
          <p:nvPicPr>
            <p:cNvPr id="162" name="object 156">
              <a:extLst>
                <a:ext uri="{FF2B5EF4-FFF2-40B4-BE49-F238E27FC236}">
                  <a16:creationId xmlns:a16="http://schemas.microsoft.com/office/drawing/2014/main" id="{0C0D5DD6-E8FC-EA49-8442-A680253772F3}"/>
                </a:ext>
              </a:extLst>
            </p:cNvPr>
            <p:cNvPicPr/>
            <p:nvPr/>
          </p:nvPicPr>
          <p:blipFill>
            <a:blip r:embed="rId24"/>
            <a:stretch>
              <a:fillRect/>
            </a:stretch>
          </p:blipFill>
          <p:spPr>
            <a:xfrm>
              <a:off x="2181606" y="1417798"/>
              <a:ext cx="342138" cy="248217"/>
            </a:xfrm>
            <a:prstGeom prst="rect">
              <a:avLst/>
            </a:prstGeom>
          </p:spPr>
        </p:pic>
        <p:pic>
          <p:nvPicPr>
            <p:cNvPr id="163" name="object 157">
              <a:extLst>
                <a:ext uri="{FF2B5EF4-FFF2-40B4-BE49-F238E27FC236}">
                  <a16:creationId xmlns:a16="http://schemas.microsoft.com/office/drawing/2014/main" id="{0DE4A1A4-5807-9347-8134-4523FA6820AB}"/>
                </a:ext>
              </a:extLst>
            </p:cNvPr>
            <p:cNvPicPr/>
            <p:nvPr/>
          </p:nvPicPr>
          <p:blipFill>
            <a:blip r:embed="rId21"/>
            <a:stretch>
              <a:fillRect/>
            </a:stretch>
          </p:blipFill>
          <p:spPr>
            <a:xfrm>
              <a:off x="2556463" y="1335432"/>
              <a:ext cx="336135" cy="336750"/>
            </a:xfrm>
            <a:prstGeom prst="rect">
              <a:avLst/>
            </a:prstGeom>
          </p:spPr>
        </p:pic>
        <p:sp>
          <p:nvSpPr>
            <p:cNvPr id="164" name="object 158">
              <a:extLst>
                <a:ext uri="{FF2B5EF4-FFF2-40B4-BE49-F238E27FC236}">
                  <a16:creationId xmlns:a16="http://schemas.microsoft.com/office/drawing/2014/main" id="{18DB1657-C2E6-CB4A-B1E5-0B06F344280B}"/>
                </a:ext>
              </a:extLst>
            </p:cNvPr>
            <p:cNvSpPr/>
            <p:nvPr/>
          </p:nvSpPr>
          <p:spPr>
            <a:xfrm>
              <a:off x="1645920" y="1676400"/>
              <a:ext cx="1734185" cy="0"/>
            </a:xfrm>
            <a:custGeom>
              <a:avLst/>
              <a:gdLst/>
              <a:ahLst/>
              <a:cxnLst/>
              <a:rect l="l" t="t" r="r" b="b"/>
              <a:pathLst>
                <a:path w="1734185">
                  <a:moveTo>
                    <a:pt x="0" y="0"/>
                  </a:moveTo>
                  <a:lnTo>
                    <a:pt x="1734184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5" name="object 159">
            <a:extLst>
              <a:ext uri="{FF2B5EF4-FFF2-40B4-BE49-F238E27FC236}">
                <a16:creationId xmlns:a16="http://schemas.microsoft.com/office/drawing/2014/main" id="{F8D23635-19FE-614E-AE62-85D1F42A3E50}"/>
              </a:ext>
            </a:extLst>
          </p:cNvPr>
          <p:cNvGrpSpPr/>
          <p:nvPr/>
        </p:nvGrpSpPr>
        <p:grpSpPr>
          <a:xfrm>
            <a:off x="5236464" y="1485138"/>
            <a:ext cx="1710689" cy="371475"/>
            <a:chOff x="5084064" y="1332738"/>
            <a:chExt cx="1710689" cy="371475"/>
          </a:xfrm>
        </p:grpSpPr>
        <p:pic>
          <p:nvPicPr>
            <p:cNvPr id="166" name="object 160">
              <a:extLst>
                <a:ext uri="{FF2B5EF4-FFF2-40B4-BE49-F238E27FC236}">
                  <a16:creationId xmlns:a16="http://schemas.microsoft.com/office/drawing/2014/main" id="{0BC80664-99C6-F54C-B186-11D40304857A}"/>
                </a:ext>
              </a:extLst>
            </p:cNvPr>
            <p:cNvPicPr/>
            <p:nvPr/>
          </p:nvPicPr>
          <p:blipFill>
            <a:blip r:embed="rId25"/>
            <a:stretch>
              <a:fillRect/>
            </a:stretch>
          </p:blipFill>
          <p:spPr>
            <a:xfrm>
              <a:off x="5171694" y="1332738"/>
              <a:ext cx="665988" cy="342138"/>
            </a:xfrm>
            <a:prstGeom prst="rect">
              <a:avLst/>
            </a:prstGeom>
          </p:spPr>
        </p:pic>
        <p:pic>
          <p:nvPicPr>
            <p:cNvPr id="167" name="object 161">
              <a:extLst>
                <a:ext uri="{FF2B5EF4-FFF2-40B4-BE49-F238E27FC236}">
                  <a16:creationId xmlns:a16="http://schemas.microsoft.com/office/drawing/2014/main" id="{DF2FC981-923E-0D4A-95E9-75C2D8772AB5}"/>
                </a:ext>
              </a:extLst>
            </p:cNvPr>
            <p:cNvPicPr/>
            <p:nvPr/>
          </p:nvPicPr>
          <p:blipFill>
            <a:blip r:embed="rId24"/>
            <a:stretch>
              <a:fillRect/>
            </a:stretch>
          </p:blipFill>
          <p:spPr>
            <a:xfrm>
              <a:off x="5839206" y="1427599"/>
              <a:ext cx="342138" cy="247664"/>
            </a:xfrm>
            <a:prstGeom prst="rect">
              <a:avLst/>
            </a:prstGeom>
          </p:spPr>
        </p:pic>
        <p:pic>
          <p:nvPicPr>
            <p:cNvPr id="168" name="object 162">
              <a:extLst>
                <a:ext uri="{FF2B5EF4-FFF2-40B4-BE49-F238E27FC236}">
                  <a16:creationId xmlns:a16="http://schemas.microsoft.com/office/drawing/2014/main" id="{BE2012B2-DCC1-0C41-A2C4-3845310EC59E}"/>
                </a:ext>
              </a:extLst>
            </p:cNvPr>
            <p:cNvPicPr/>
            <p:nvPr/>
          </p:nvPicPr>
          <p:blipFill>
            <a:blip r:embed="rId21"/>
            <a:stretch>
              <a:fillRect/>
            </a:stretch>
          </p:blipFill>
          <p:spPr>
            <a:xfrm>
              <a:off x="6214056" y="1335432"/>
              <a:ext cx="335386" cy="336750"/>
            </a:xfrm>
            <a:prstGeom prst="rect">
              <a:avLst/>
            </a:prstGeom>
          </p:spPr>
        </p:pic>
        <p:sp>
          <p:nvSpPr>
            <p:cNvPr id="169" name="object 163">
              <a:extLst>
                <a:ext uri="{FF2B5EF4-FFF2-40B4-BE49-F238E27FC236}">
                  <a16:creationId xmlns:a16="http://schemas.microsoft.com/office/drawing/2014/main" id="{4025BDD5-16B4-9F41-A832-73D86BFFFAF2}"/>
                </a:ext>
              </a:extLst>
            </p:cNvPr>
            <p:cNvSpPr/>
            <p:nvPr/>
          </p:nvSpPr>
          <p:spPr>
            <a:xfrm>
              <a:off x="5084064" y="1684782"/>
              <a:ext cx="1710689" cy="0"/>
            </a:xfrm>
            <a:custGeom>
              <a:avLst/>
              <a:gdLst/>
              <a:ahLst/>
              <a:cxnLst/>
              <a:rect l="l" t="t" r="r" b="b"/>
              <a:pathLst>
                <a:path w="1710689">
                  <a:moveTo>
                    <a:pt x="0" y="0"/>
                  </a:moveTo>
                  <a:lnTo>
                    <a:pt x="1710689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0" name="object 164">
            <a:extLst>
              <a:ext uri="{FF2B5EF4-FFF2-40B4-BE49-F238E27FC236}">
                <a16:creationId xmlns:a16="http://schemas.microsoft.com/office/drawing/2014/main" id="{8BA96460-03FD-C24A-AF11-D6A84161278A}"/>
              </a:ext>
            </a:extLst>
          </p:cNvPr>
          <p:cNvGrpSpPr/>
          <p:nvPr/>
        </p:nvGrpSpPr>
        <p:grpSpPr>
          <a:xfrm>
            <a:off x="3606546" y="1485138"/>
            <a:ext cx="1556385" cy="353695"/>
            <a:chOff x="3454146" y="1332738"/>
            <a:chExt cx="1556385" cy="353695"/>
          </a:xfrm>
        </p:grpSpPr>
        <p:pic>
          <p:nvPicPr>
            <p:cNvPr id="171" name="object 165">
              <a:extLst>
                <a:ext uri="{FF2B5EF4-FFF2-40B4-BE49-F238E27FC236}">
                  <a16:creationId xmlns:a16="http://schemas.microsoft.com/office/drawing/2014/main" id="{FAF7B137-94BB-794E-BC3F-A94E5FE6FB3B}"/>
                </a:ext>
              </a:extLst>
            </p:cNvPr>
            <p:cNvPicPr/>
            <p:nvPr/>
          </p:nvPicPr>
          <p:blipFill>
            <a:blip r:embed="rId23"/>
            <a:stretch>
              <a:fillRect/>
            </a:stretch>
          </p:blipFill>
          <p:spPr>
            <a:xfrm>
              <a:off x="3640238" y="1332738"/>
              <a:ext cx="288469" cy="342138"/>
            </a:xfrm>
            <a:prstGeom prst="rect">
              <a:avLst/>
            </a:prstGeom>
          </p:spPr>
        </p:pic>
        <p:pic>
          <p:nvPicPr>
            <p:cNvPr id="172" name="object 166">
              <a:extLst>
                <a:ext uri="{FF2B5EF4-FFF2-40B4-BE49-F238E27FC236}">
                  <a16:creationId xmlns:a16="http://schemas.microsoft.com/office/drawing/2014/main" id="{4839EA21-E4E1-F14D-92CD-EDA796E685E6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3890010" y="1332738"/>
              <a:ext cx="342138" cy="342138"/>
            </a:xfrm>
            <a:prstGeom prst="rect">
              <a:avLst/>
            </a:prstGeom>
          </p:spPr>
        </p:pic>
        <p:pic>
          <p:nvPicPr>
            <p:cNvPr id="173" name="object 167">
              <a:extLst>
                <a:ext uri="{FF2B5EF4-FFF2-40B4-BE49-F238E27FC236}">
                  <a16:creationId xmlns:a16="http://schemas.microsoft.com/office/drawing/2014/main" id="{915B1D22-E167-ED44-8EB5-DFD71369617D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4224528" y="1332738"/>
              <a:ext cx="341375" cy="342138"/>
            </a:xfrm>
            <a:prstGeom prst="rect">
              <a:avLst/>
            </a:prstGeom>
          </p:spPr>
        </p:pic>
        <p:pic>
          <p:nvPicPr>
            <p:cNvPr id="174" name="object 168">
              <a:extLst>
                <a:ext uri="{FF2B5EF4-FFF2-40B4-BE49-F238E27FC236}">
                  <a16:creationId xmlns:a16="http://schemas.microsoft.com/office/drawing/2014/main" id="{9FABCF16-FBC4-D243-A6DC-680B41BE86AE}"/>
                </a:ext>
              </a:extLst>
            </p:cNvPr>
            <p:cNvPicPr/>
            <p:nvPr/>
          </p:nvPicPr>
          <p:blipFill>
            <a:blip r:embed="rId22"/>
            <a:stretch>
              <a:fillRect/>
            </a:stretch>
          </p:blipFill>
          <p:spPr>
            <a:xfrm>
              <a:off x="4634637" y="1402014"/>
              <a:ext cx="264106" cy="260735"/>
            </a:xfrm>
            <a:prstGeom prst="rect">
              <a:avLst/>
            </a:prstGeom>
          </p:spPr>
        </p:pic>
        <p:sp>
          <p:nvSpPr>
            <p:cNvPr id="175" name="object 169">
              <a:extLst>
                <a:ext uri="{FF2B5EF4-FFF2-40B4-BE49-F238E27FC236}">
                  <a16:creationId xmlns:a16="http://schemas.microsoft.com/office/drawing/2014/main" id="{BD28CC42-20A5-E245-A169-4B9D1A33FB3B}"/>
                </a:ext>
              </a:extLst>
            </p:cNvPr>
            <p:cNvSpPr/>
            <p:nvPr/>
          </p:nvSpPr>
          <p:spPr>
            <a:xfrm>
              <a:off x="3473196" y="1664208"/>
              <a:ext cx="1518285" cy="3175"/>
            </a:xfrm>
            <a:custGeom>
              <a:avLst/>
              <a:gdLst/>
              <a:ahLst/>
              <a:cxnLst/>
              <a:rect l="l" t="t" r="r" b="b"/>
              <a:pathLst>
                <a:path w="1518285" h="3175">
                  <a:moveTo>
                    <a:pt x="0" y="0"/>
                  </a:moveTo>
                  <a:lnTo>
                    <a:pt x="1518284" y="3047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6" name="object 170">
            <a:extLst>
              <a:ext uri="{FF2B5EF4-FFF2-40B4-BE49-F238E27FC236}">
                <a16:creationId xmlns:a16="http://schemas.microsoft.com/office/drawing/2014/main" id="{6A3F4795-FC8C-3642-8316-5ACCE9169077}"/>
              </a:ext>
            </a:extLst>
          </p:cNvPr>
          <p:cNvGrpSpPr/>
          <p:nvPr/>
        </p:nvGrpSpPr>
        <p:grpSpPr>
          <a:xfrm>
            <a:off x="176022" y="3147822"/>
            <a:ext cx="650875" cy="534670"/>
            <a:chOff x="23622" y="2995422"/>
            <a:chExt cx="650875" cy="534670"/>
          </a:xfrm>
        </p:grpSpPr>
        <p:pic>
          <p:nvPicPr>
            <p:cNvPr id="177" name="object 171">
              <a:extLst>
                <a:ext uri="{FF2B5EF4-FFF2-40B4-BE49-F238E27FC236}">
                  <a16:creationId xmlns:a16="http://schemas.microsoft.com/office/drawing/2014/main" id="{5833A284-2190-7E47-81E5-386A5C90D50A}"/>
                </a:ext>
              </a:extLst>
            </p:cNvPr>
            <p:cNvPicPr/>
            <p:nvPr/>
          </p:nvPicPr>
          <p:blipFill>
            <a:blip r:embed="rId8"/>
            <a:stretch>
              <a:fillRect/>
            </a:stretch>
          </p:blipFill>
          <p:spPr>
            <a:xfrm>
              <a:off x="23622" y="2995422"/>
              <a:ext cx="650748" cy="534162"/>
            </a:xfrm>
            <a:prstGeom prst="rect">
              <a:avLst/>
            </a:prstGeom>
          </p:spPr>
        </p:pic>
        <p:pic>
          <p:nvPicPr>
            <p:cNvPr id="178" name="object 172">
              <a:extLst>
                <a:ext uri="{FF2B5EF4-FFF2-40B4-BE49-F238E27FC236}">
                  <a16:creationId xmlns:a16="http://schemas.microsoft.com/office/drawing/2014/main" id="{F20DEFA3-2747-904F-A6D3-F4C20082D741}"/>
                </a:ext>
              </a:extLst>
            </p:cNvPr>
            <p:cNvPicPr/>
            <p:nvPr/>
          </p:nvPicPr>
          <p:blipFill>
            <a:blip r:embed="rId11"/>
            <a:stretch>
              <a:fillRect/>
            </a:stretch>
          </p:blipFill>
          <p:spPr>
            <a:xfrm>
              <a:off x="242315" y="3082290"/>
              <a:ext cx="245364" cy="246125"/>
            </a:xfrm>
            <a:prstGeom prst="rect">
              <a:avLst/>
            </a:prstGeom>
          </p:spPr>
        </p:pic>
        <p:pic>
          <p:nvPicPr>
            <p:cNvPr id="179" name="object 173">
              <a:extLst>
                <a:ext uri="{FF2B5EF4-FFF2-40B4-BE49-F238E27FC236}">
                  <a16:creationId xmlns:a16="http://schemas.microsoft.com/office/drawing/2014/main" id="{FAD92FBD-D107-ED4A-8F2B-DFD3BE4067E6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425196" y="3092196"/>
              <a:ext cx="244601" cy="245363"/>
            </a:xfrm>
            <a:prstGeom prst="rect">
              <a:avLst/>
            </a:prstGeom>
          </p:spPr>
        </p:pic>
      </p:grpSp>
      <p:grpSp>
        <p:nvGrpSpPr>
          <p:cNvPr id="180" name="object 174">
            <a:extLst>
              <a:ext uri="{FF2B5EF4-FFF2-40B4-BE49-F238E27FC236}">
                <a16:creationId xmlns:a16="http://schemas.microsoft.com/office/drawing/2014/main" id="{646F5DA5-4A70-F841-98A3-6C368E55CF8F}"/>
              </a:ext>
            </a:extLst>
          </p:cNvPr>
          <p:cNvGrpSpPr/>
          <p:nvPr/>
        </p:nvGrpSpPr>
        <p:grpSpPr>
          <a:xfrm>
            <a:off x="187451" y="2708910"/>
            <a:ext cx="957580" cy="361315"/>
            <a:chOff x="35051" y="2556510"/>
            <a:chExt cx="957580" cy="361315"/>
          </a:xfrm>
        </p:grpSpPr>
        <p:pic>
          <p:nvPicPr>
            <p:cNvPr id="181" name="object 175">
              <a:extLst>
                <a:ext uri="{FF2B5EF4-FFF2-40B4-BE49-F238E27FC236}">
                  <a16:creationId xmlns:a16="http://schemas.microsoft.com/office/drawing/2014/main" id="{8C0E6233-6714-7141-A7EF-4DFAC78DF8D2}"/>
                </a:ext>
              </a:extLst>
            </p:cNvPr>
            <p:cNvPicPr/>
            <p:nvPr/>
          </p:nvPicPr>
          <p:blipFill>
            <a:blip r:embed="rId22"/>
            <a:stretch>
              <a:fillRect/>
            </a:stretch>
          </p:blipFill>
          <p:spPr>
            <a:xfrm>
              <a:off x="689001" y="2620542"/>
              <a:ext cx="264106" cy="261318"/>
            </a:xfrm>
            <a:prstGeom prst="rect">
              <a:avLst/>
            </a:prstGeom>
          </p:spPr>
        </p:pic>
        <p:pic>
          <p:nvPicPr>
            <p:cNvPr id="182" name="object 176">
              <a:extLst>
                <a:ext uri="{FF2B5EF4-FFF2-40B4-BE49-F238E27FC236}">
                  <a16:creationId xmlns:a16="http://schemas.microsoft.com/office/drawing/2014/main" id="{61339A02-0345-F142-BEF9-DB758D320299}"/>
                </a:ext>
              </a:extLst>
            </p:cNvPr>
            <p:cNvPicPr/>
            <p:nvPr/>
          </p:nvPicPr>
          <p:blipFill>
            <a:blip r:embed="rId24"/>
            <a:stretch>
              <a:fillRect/>
            </a:stretch>
          </p:blipFill>
          <p:spPr>
            <a:xfrm>
              <a:off x="35051" y="2636893"/>
              <a:ext cx="342138" cy="247664"/>
            </a:xfrm>
            <a:prstGeom prst="rect">
              <a:avLst/>
            </a:prstGeom>
          </p:spPr>
        </p:pic>
        <p:pic>
          <p:nvPicPr>
            <p:cNvPr id="183" name="object 177">
              <a:extLst>
                <a:ext uri="{FF2B5EF4-FFF2-40B4-BE49-F238E27FC236}">
                  <a16:creationId xmlns:a16="http://schemas.microsoft.com/office/drawing/2014/main" id="{CDE5241C-1CFD-484C-9538-7E9BC4EF3F4E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383286" y="2556510"/>
              <a:ext cx="341376" cy="342138"/>
            </a:xfrm>
            <a:prstGeom prst="rect">
              <a:avLst/>
            </a:prstGeom>
          </p:spPr>
        </p:pic>
        <p:sp>
          <p:nvSpPr>
            <p:cNvPr id="184" name="object 178">
              <a:extLst>
                <a:ext uri="{FF2B5EF4-FFF2-40B4-BE49-F238E27FC236}">
                  <a16:creationId xmlns:a16="http://schemas.microsoft.com/office/drawing/2014/main" id="{BFF59A9A-86D2-A14E-B987-1B8C1317F813}"/>
                </a:ext>
              </a:extLst>
            </p:cNvPr>
            <p:cNvSpPr/>
            <p:nvPr/>
          </p:nvSpPr>
          <p:spPr>
            <a:xfrm>
              <a:off x="53340" y="2898648"/>
              <a:ext cx="939165" cy="0"/>
            </a:xfrm>
            <a:custGeom>
              <a:avLst/>
              <a:gdLst/>
              <a:ahLst/>
              <a:cxnLst/>
              <a:rect l="l" t="t" r="r" b="b"/>
              <a:pathLst>
                <a:path w="939165">
                  <a:moveTo>
                    <a:pt x="0" y="0"/>
                  </a:moveTo>
                  <a:lnTo>
                    <a:pt x="938784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5" name="object 179">
            <a:extLst>
              <a:ext uri="{FF2B5EF4-FFF2-40B4-BE49-F238E27FC236}">
                <a16:creationId xmlns:a16="http://schemas.microsoft.com/office/drawing/2014/main" id="{AC6E062A-D6CB-124D-9024-7D0FD463A179}"/>
              </a:ext>
            </a:extLst>
          </p:cNvPr>
          <p:cNvGrpSpPr/>
          <p:nvPr/>
        </p:nvGrpSpPr>
        <p:grpSpPr>
          <a:xfrm>
            <a:off x="1416558" y="2708910"/>
            <a:ext cx="777875" cy="361315"/>
            <a:chOff x="1264158" y="2556510"/>
            <a:chExt cx="777875" cy="361315"/>
          </a:xfrm>
        </p:grpSpPr>
        <p:pic>
          <p:nvPicPr>
            <p:cNvPr id="186" name="object 180">
              <a:extLst>
                <a:ext uri="{FF2B5EF4-FFF2-40B4-BE49-F238E27FC236}">
                  <a16:creationId xmlns:a16="http://schemas.microsoft.com/office/drawing/2014/main" id="{EC044A9F-CBA9-1443-8277-3DB91F2D193A}"/>
                </a:ext>
              </a:extLst>
            </p:cNvPr>
            <p:cNvPicPr/>
            <p:nvPr/>
          </p:nvPicPr>
          <p:blipFill>
            <a:blip r:embed="rId19"/>
            <a:stretch>
              <a:fillRect/>
            </a:stretch>
          </p:blipFill>
          <p:spPr>
            <a:xfrm>
              <a:off x="1272519" y="2559204"/>
              <a:ext cx="144058" cy="336750"/>
            </a:xfrm>
            <a:prstGeom prst="rect">
              <a:avLst/>
            </a:prstGeom>
          </p:spPr>
        </p:pic>
        <p:pic>
          <p:nvPicPr>
            <p:cNvPr id="187" name="object 181">
              <a:extLst>
                <a:ext uri="{FF2B5EF4-FFF2-40B4-BE49-F238E27FC236}">
                  <a16:creationId xmlns:a16="http://schemas.microsoft.com/office/drawing/2014/main" id="{B012CEE5-917C-D448-ABFC-A3D174629EA6}"/>
                </a:ext>
              </a:extLst>
            </p:cNvPr>
            <p:cNvPicPr/>
            <p:nvPr/>
          </p:nvPicPr>
          <p:blipFill>
            <a:blip r:embed="rId22"/>
            <a:stretch>
              <a:fillRect/>
            </a:stretch>
          </p:blipFill>
          <p:spPr>
            <a:xfrm>
              <a:off x="1738275" y="2625786"/>
              <a:ext cx="264106" cy="260735"/>
            </a:xfrm>
            <a:prstGeom prst="rect">
              <a:avLst/>
            </a:prstGeom>
          </p:spPr>
        </p:pic>
        <p:pic>
          <p:nvPicPr>
            <p:cNvPr id="188" name="object 182">
              <a:extLst>
                <a:ext uri="{FF2B5EF4-FFF2-40B4-BE49-F238E27FC236}">
                  <a16:creationId xmlns:a16="http://schemas.microsoft.com/office/drawing/2014/main" id="{45B4A9D4-915E-3845-8120-AF7A427BA243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1451610" y="2556510"/>
              <a:ext cx="342138" cy="342138"/>
            </a:xfrm>
            <a:prstGeom prst="rect">
              <a:avLst/>
            </a:prstGeom>
          </p:spPr>
        </p:pic>
        <p:sp>
          <p:nvSpPr>
            <p:cNvPr id="189" name="object 183">
              <a:extLst>
                <a:ext uri="{FF2B5EF4-FFF2-40B4-BE49-F238E27FC236}">
                  <a16:creationId xmlns:a16="http://schemas.microsoft.com/office/drawing/2014/main" id="{4A6BD0BB-9115-9046-A130-8BF378C95484}"/>
                </a:ext>
              </a:extLst>
            </p:cNvPr>
            <p:cNvSpPr/>
            <p:nvPr/>
          </p:nvSpPr>
          <p:spPr>
            <a:xfrm>
              <a:off x="1264158" y="2898648"/>
              <a:ext cx="777875" cy="0"/>
            </a:xfrm>
            <a:custGeom>
              <a:avLst/>
              <a:gdLst/>
              <a:ahLst/>
              <a:cxnLst/>
              <a:rect l="l" t="t" r="r" b="b"/>
              <a:pathLst>
                <a:path w="777875">
                  <a:moveTo>
                    <a:pt x="0" y="0"/>
                  </a:moveTo>
                  <a:lnTo>
                    <a:pt x="777366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0" name="object 184">
            <a:extLst>
              <a:ext uri="{FF2B5EF4-FFF2-40B4-BE49-F238E27FC236}">
                <a16:creationId xmlns:a16="http://schemas.microsoft.com/office/drawing/2014/main" id="{0679103A-28A6-5143-87D3-4FA5B3BE83CD}"/>
              </a:ext>
            </a:extLst>
          </p:cNvPr>
          <p:cNvGrpSpPr/>
          <p:nvPr/>
        </p:nvGrpSpPr>
        <p:grpSpPr>
          <a:xfrm>
            <a:off x="2460498" y="2711604"/>
            <a:ext cx="802005" cy="372745"/>
            <a:chOff x="2308098" y="2559204"/>
            <a:chExt cx="802005" cy="372745"/>
          </a:xfrm>
        </p:grpSpPr>
        <p:pic>
          <p:nvPicPr>
            <p:cNvPr id="191" name="object 185">
              <a:extLst>
                <a:ext uri="{FF2B5EF4-FFF2-40B4-BE49-F238E27FC236}">
                  <a16:creationId xmlns:a16="http://schemas.microsoft.com/office/drawing/2014/main" id="{43803A4D-A73F-564F-9901-0264F18D1418}"/>
                </a:ext>
              </a:extLst>
            </p:cNvPr>
            <p:cNvPicPr/>
            <p:nvPr/>
          </p:nvPicPr>
          <p:blipFill>
            <a:blip r:embed="rId19"/>
            <a:stretch>
              <a:fillRect/>
            </a:stretch>
          </p:blipFill>
          <p:spPr>
            <a:xfrm>
              <a:off x="2321794" y="2559204"/>
              <a:ext cx="144058" cy="336750"/>
            </a:xfrm>
            <a:prstGeom prst="rect">
              <a:avLst/>
            </a:prstGeom>
          </p:spPr>
        </p:pic>
        <p:pic>
          <p:nvPicPr>
            <p:cNvPr id="192" name="object 186">
              <a:extLst>
                <a:ext uri="{FF2B5EF4-FFF2-40B4-BE49-F238E27FC236}">
                  <a16:creationId xmlns:a16="http://schemas.microsoft.com/office/drawing/2014/main" id="{1694D289-77BA-C642-A354-5C5E9DACD64D}"/>
                </a:ext>
              </a:extLst>
            </p:cNvPr>
            <p:cNvPicPr/>
            <p:nvPr/>
          </p:nvPicPr>
          <p:blipFill>
            <a:blip r:embed="rId26"/>
            <a:stretch>
              <a:fillRect/>
            </a:stretch>
          </p:blipFill>
          <p:spPr>
            <a:xfrm>
              <a:off x="2456688" y="2590038"/>
              <a:ext cx="653033" cy="341375"/>
            </a:xfrm>
            <a:prstGeom prst="rect">
              <a:avLst/>
            </a:prstGeom>
          </p:spPr>
        </p:pic>
        <p:sp>
          <p:nvSpPr>
            <p:cNvPr id="193" name="object 187">
              <a:extLst>
                <a:ext uri="{FF2B5EF4-FFF2-40B4-BE49-F238E27FC236}">
                  <a16:creationId xmlns:a16="http://schemas.microsoft.com/office/drawing/2014/main" id="{630F70F8-03CA-C940-AE00-F3DBE1CA51A6}"/>
                </a:ext>
              </a:extLst>
            </p:cNvPr>
            <p:cNvSpPr/>
            <p:nvPr/>
          </p:nvSpPr>
          <p:spPr>
            <a:xfrm>
              <a:off x="2308098" y="2898648"/>
              <a:ext cx="792480" cy="0"/>
            </a:xfrm>
            <a:custGeom>
              <a:avLst/>
              <a:gdLst/>
              <a:ahLst/>
              <a:cxnLst/>
              <a:rect l="l" t="t" r="r" b="b"/>
              <a:pathLst>
                <a:path w="792480">
                  <a:moveTo>
                    <a:pt x="0" y="0"/>
                  </a:moveTo>
                  <a:lnTo>
                    <a:pt x="791971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4" name="object 188">
            <a:extLst>
              <a:ext uri="{FF2B5EF4-FFF2-40B4-BE49-F238E27FC236}">
                <a16:creationId xmlns:a16="http://schemas.microsoft.com/office/drawing/2014/main" id="{6B99D037-1FF4-F742-8088-41B33D462529}"/>
              </a:ext>
            </a:extLst>
          </p:cNvPr>
          <p:cNvGrpSpPr/>
          <p:nvPr/>
        </p:nvGrpSpPr>
        <p:grpSpPr>
          <a:xfrm>
            <a:off x="3542297" y="2711604"/>
            <a:ext cx="938530" cy="358775"/>
            <a:chOff x="3389897" y="2559204"/>
            <a:chExt cx="938530" cy="358775"/>
          </a:xfrm>
        </p:grpSpPr>
        <p:pic>
          <p:nvPicPr>
            <p:cNvPr id="195" name="object 189">
              <a:extLst>
                <a:ext uri="{FF2B5EF4-FFF2-40B4-BE49-F238E27FC236}">
                  <a16:creationId xmlns:a16="http://schemas.microsoft.com/office/drawing/2014/main" id="{8EBCDE5E-7724-584F-9F4E-DEF1C748ECB6}"/>
                </a:ext>
              </a:extLst>
            </p:cNvPr>
            <p:cNvPicPr/>
            <p:nvPr/>
          </p:nvPicPr>
          <p:blipFill>
            <a:blip r:embed="rId19"/>
            <a:stretch>
              <a:fillRect/>
            </a:stretch>
          </p:blipFill>
          <p:spPr>
            <a:xfrm>
              <a:off x="3389897" y="2559204"/>
              <a:ext cx="143737" cy="336750"/>
            </a:xfrm>
            <a:prstGeom prst="rect">
              <a:avLst/>
            </a:prstGeom>
          </p:spPr>
        </p:pic>
        <p:pic>
          <p:nvPicPr>
            <p:cNvPr id="196" name="object 190">
              <a:extLst>
                <a:ext uri="{FF2B5EF4-FFF2-40B4-BE49-F238E27FC236}">
                  <a16:creationId xmlns:a16="http://schemas.microsoft.com/office/drawing/2014/main" id="{C037642E-8EEF-D04D-8A09-8CF85366DCFD}"/>
                </a:ext>
              </a:extLst>
            </p:cNvPr>
            <p:cNvPicPr/>
            <p:nvPr/>
          </p:nvPicPr>
          <p:blipFill>
            <a:blip r:embed="rId12"/>
            <a:stretch>
              <a:fillRect/>
            </a:stretch>
          </p:blipFill>
          <p:spPr>
            <a:xfrm>
              <a:off x="3557777" y="2638422"/>
              <a:ext cx="342138" cy="244608"/>
            </a:xfrm>
            <a:prstGeom prst="rect">
              <a:avLst/>
            </a:prstGeom>
          </p:spPr>
        </p:pic>
        <p:pic>
          <p:nvPicPr>
            <p:cNvPr id="197" name="object 191">
              <a:extLst>
                <a:ext uri="{FF2B5EF4-FFF2-40B4-BE49-F238E27FC236}">
                  <a16:creationId xmlns:a16="http://schemas.microsoft.com/office/drawing/2014/main" id="{76B03C5D-8C8D-3F44-8EC4-15B6926BAA9D}"/>
                </a:ext>
              </a:extLst>
            </p:cNvPr>
            <p:cNvPicPr/>
            <p:nvPr/>
          </p:nvPicPr>
          <p:blipFill>
            <a:blip r:embed="rId20"/>
            <a:stretch>
              <a:fillRect/>
            </a:stretch>
          </p:blipFill>
          <p:spPr>
            <a:xfrm>
              <a:off x="3933964" y="2560397"/>
              <a:ext cx="333476" cy="334362"/>
            </a:xfrm>
            <a:prstGeom prst="rect">
              <a:avLst/>
            </a:prstGeom>
          </p:spPr>
        </p:pic>
        <p:sp>
          <p:nvSpPr>
            <p:cNvPr id="198" name="object 192">
              <a:extLst>
                <a:ext uri="{FF2B5EF4-FFF2-40B4-BE49-F238E27FC236}">
                  <a16:creationId xmlns:a16="http://schemas.microsoft.com/office/drawing/2014/main" id="{C54A8CDC-1798-9949-9DBC-526FC2B36D7C}"/>
                </a:ext>
              </a:extLst>
            </p:cNvPr>
            <p:cNvSpPr/>
            <p:nvPr/>
          </p:nvSpPr>
          <p:spPr>
            <a:xfrm>
              <a:off x="3390899" y="2898648"/>
              <a:ext cx="937260" cy="0"/>
            </a:xfrm>
            <a:custGeom>
              <a:avLst/>
              <a:gdLst/>
              <a:ahLst/>
              <a:cxnLst/>
              <a:rect l="l" t="t" r="r" b="b"/>
              <a:pathLst>
                <a:path w="937260">
                  <a:moveTo>
                    <a:pt x="0" y="0"/>
                  </a:moveTo>
                  <a:lnTo>
                    <a:pt x="937005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9" name="object 193">
            <a:extLst>
              <a:ext uri="{FF2B5EF4-FFF2-40B4-BE49-F238E27FC236}">
                <a16:creationId xmlns:a16="http://schemas.microsoft.com/office/drawing/2014/main" id="{824DAE1A-BC5D-4D4F-B5FC-F2419AD9189A}"/>
              </a:ext>
            </a:extLst>
          </p:cNvPr>
          <p:cNvGrpSpPr/>
          <p:nvPr/>
        </p:nvGrpSpPr>
        <p:grpSpPr>
          <a:xfrm>
            <a:off x="5807964" y="2708910"/>
            <a:ext cx="964565" cy="370840"/>
            <a:chOff x="5655564" y="2556510"/>
            <a:chExt cx="964565" cy="370840"/>
          </a:xfrm>
        </p:grpSpPr>
        <p:pic>
          <p:nvPicPr>
            <p:cNvPr id="200" name="object 194">
              <a:extLst>
                <a:ext uri="{FF2B5EF4-FFF2-40B4-BE49-F238E27FC236}">
                  <a16:creationId xmlns:a16="http://schemas.microsoft.com/office/drawing/2014/main" id="{B177EA4C-7023-744B-B931-5F6FB36992F3}"/>
                </a:ext>
              </a:extLst>
            </p:cNvPr>
            <p:cNvPicPr/>
            <p:nvPr/>
          </p:nvPicPr>
          <p:blipFill>
            <a:blip r:embed="rId18"/>
            <a:stretch>
              <a:fillRect/>
            </a:stretch>
          </p:blipFill>
          <p:spPr>
            <a:xfrm>
              <a:off x="5670322" y="2556510"/>
              <a:ext cx="287474" cy="342138"/>
            </a:xfrm>
            <a:prstGeom prst="rect">
              <a:avLst/>
            </a:prstGeom>
          </p:spPr>
        </p:pic>
        <p:pic>
          <p:nvPicPr>
            <p:cNvPr id="201" name="object 195">
              <a:extLst>
                <a:ext uri="{FF2B5EF4-FFF2-40B4-BE49-F238E27FC236}">
                  <a16:creationId xmlns:a16="http://schemas.microsoft.com/office/drawing/2014/main" id="{09504883-2C10-0E41-AD76-780418A4FA13}"/>
                </a:ext>
              </a:extLst>
            </p:cNvPr>
            <p:cNvPicPr/>
            <p:nvPr/>
          </p:nvPicPr>
          <p:blipFill>
            <a:blip r:embed="rId22"/>
            <a:stretch>
              <a:fillRect/>
            </a:stretch>
          </p:blipFill>
          <p:spPr>
            <a:xfrm>
              <a:off x="6278946" y="2625114"/>
              <a:ext cx="263518" cy="261318"/>
            </a:xfrm>
            <a:prstGeom prst="rect">
              <a:avLst/>
            </a:prstGeom>
          </p:spPr>
        </p:pic>
        <p:pic>
          <p:nvPicPr>
            <p:cNvPr id="202" name="object 196">
              <a:extLst>
                <a:ext uri="{FF2B5EF4-FFF2-40B4-BE49-F238E27FC236}">
                  <a16:creationId xmlns:a16="http://schemas.microsoft.com/office/drawing/2014/main" id="{62580149-F21F-AD46-A4CE-BBE28A071EC8}"/>
                </a:ext>
              </a:extLst>
            </p:cNvPr>
            <p:cNvPicPr/>
            <p:nvPr/>
          </p:nvPicPr>
          <p:blipFill>
            <a:blip r:embed="rId4"/>
            <a:stretch>
              <a:fillRect/>
            </a:stretch>
          </p:blipFill>
          <p:spPr>
            <a:xfrm>
              <a:off x="5948172" y="2585466"/>
              <a:ext cx="342138" cy="341375"/>
            </a:xfrm>
            <a:prstGeom prst="rect">
              <a:avLst/>
            </a:prstGeom>
          </p:spPr>
        </p:pic>
        <p:sp>
          <p:nvSpPr>
            <p:cNvPr id="203" name="object 197">
              <a:extLst>
                <a:ext uri="{FF2B5EF4-FFF2-40B4-BE49-F238E27FC236}">
                  <a16:creationId xmlns:a16="http://schemas.microsoft.com/office/drawing/2014/main" id="{BE2211C0-D1C5-9346-BD29-26FD1298E4EB}"/>
                </a:ext>
              </a:extLst>
            </p:cNvPr>
            <p:cNvSpPr/>
            <p:nvPr/>
          </p:nvSpPr>
          <p:spPr>
            <a:xfrm>
              <a:off x="5655564" y="2898648"/>
              <a:ext cx="964565" cy="0"/>
            </a:xfrm>
            <a:custGeom>
              <a:avLst/>
              <a:gdLst/>
              <a:ahLst/>
              <a:cxnLst/>
              <a:rect l="l" t="t" r="r" b="b"/>
              <a:pathLst>
                <a:path w="964565">
                  <a:moveTo>
                    <a:pt x="0" y="0"/>
                  </a:moveTo>
                  <a:lnTo>
                    <a:pt x="964184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4" name="object 198">
            <a:extLst>
              <a:ext uri="{FF2B5EF4-FFF2-40B4-BE49-F238E27FC236}">
                <a16:creationId xmlns:a16="http://schemas.microsoft.com/office/drawing/2014/main" id="{F739B403-99A2-C04E-9629-C53603AE7205}"/>
              </a:ext>
            </a:extLst>
          </p:cNvPr>
          <p:cNvGrpSpPr/>
          <p:nvPr/>
        </p:nvGrpSpPr>
        <p:grpSpPr>
          <a:xfrm>
            <a:off x="6953250" y="2708910"/>
            <a:ext cx="982344" cy="370840"/>
            <a:chOff x="6800850" y="2556510"/>
            <a:chExt cx="982344" cy="370840"/>
          </a:xfrm>
        </p:grpSpPr>
        <p:pic>
          <p:nvPicPr>
            <p:cNvPr id="205" name="object 199">
              <a:extLst>
                <a:ext uri="{FF2B5EF4-FFF2-40B4-BE49-F238E27FC236}">
                  <a16:creationId xmlns:a16="http://schemas.microsoft.com/office/drawing/2014/main" id="{7506B44C-3BF7-D643-B206-1F133F9B681D}"/>
                </a:ext>
              </a:extLst>
            </p:cNvPr>
            <p:cNvPicPr/>
            <p:nvPr/>
          </p:nvPicPr>
          <p:blipFill>
            <a:blip r:embed="rId18"/>
            <a:stretch>
              <a:fillRect/>
            </a:stretch>
          </p:blipFill>
          <p:spPr>
            <a:xfrm>
              <a:off x="6829384" y="2556510"/>
              <a:ext cx="288116" cy="342138"/>
            </a:xfrm>
            <a:prstGeom prst="rect">
              <a:avLst/>
            </a:prstGeom>
          </p:spPr>
        </p:pic>
        <p:pic>
          <p:nvPicPr>
            <p:cNvPr id="206" name="object 200">
              <a:extLst>
                <a:ext uri="{FF2B5EF4-FFF2-40B4-BE49-F238E27FC236}">
                  <a16:creationId xmlns:a16="http://schemas.microsoft.com/office/drawing/2014/main" id="{A4642929-B2CB-3749-8638-CCA5579D2353}"/>
                </a:ext>
              </a:extLst>
            </p:cNvPr>
            <p:cNvPicPr/>
            <p:nvPr/>
          </p:nvPicPr>
          <p:blipFill>
            <a:blip r:embed="rId4"/>
            <a:stretch>
              <a:fillRect/>
            </a:stretch>
          </p:blipFill>
          <p:spPr>
            <a:xfrm>
              <a:off x="7098029" y="2585466"/>
              <a:ext cx="342138" cy="341375"/>
            </a:xfrm>
            <a:prstGeom prst="rect">
              <a:avLst/>
            </a:prstGeom>
          </p:spPr>
        </p:pic>
        <p:pic>
          <p:nvPicPr>
            <p:cNvPr id="207" name="object 201">
              <a:extLst>
                <a:ext uri="{FF2B5EF4-FFF2-40B4-BE49-F238E27FC236}">
                  <a16:creationId xmlns:a16="http://schemas.microsoft.com/office/drawing/2014/main" id="{5F3A758B-F54E-A641-AC6A-62031BB70CA5}"/>
                </a:ext>
              </a:extLst>
            </p:cNvPr>
            <p:cNvPicPr/>
            <p:nvPr/>
          </p:nvPicPr>
          <p:blipFill>
            <a:blip r:embed="rId20"/>
            <a:stretch>
              <a:fillRect/>
            </a:stretch>
          </p:blipFill>
          <p:spPr>
            <a:xfrm>
              <a:off x="7446013" y="2560397"/>
              <a:ext cx="332733" cy="334362"/>
            </a:xfrm>
            <a:prstGeom prst="rect">
              <a:avLst/>
            </a:prstGeom>
          </p:spPr>
        </p:pic>
        <p:sp>
          <p:nvSpPr>
            <p:cNvPr id="208" name="object 202">
              <a:extLst>
                <a:ext uri="{FF2B5EF4-FFF2-40B4-BE49-F238E27FC236}">
                  <a16:creationId xmlns:a16="http://schemas.microsoft.com/office/drawing/2014/main" id="{271A4911-E1EE-B14B-9888-D510F093B515}"/>
                </a:ext>
              </a:extLst>
            </p:cNvPr>
            <p:cNvSpPr/>
            <p:nvPr/>
          </p:nvSpPr>
          <p:spPr>
            <a:xfrm>
              <a:off x="6800850" y="2898648"/>
              <a:ext cx="982344" cy="0"/>
            </a:xfrm>
            <a:custGeom>
              <a:avLst/>
              <a:gdLst/>
              <a:ahLst/>
              <a:cxnLst/>
              <a:rect l="l" t="t" r="r" b="b"/>
              <a:pathLst>
                <a:path w="982344">
                  <a:moveTo>
                    <a:pt x="0" y="0"/>
                  </a:moveTo>
                  <a:lnTo>
                    <a:pt x="982345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9" name="object 203">
            <a:extLst>
              <a:ext uri="{FF2B5EF4-FFF2-40B4-BE49-F238E27FC236}">
                <a16:creationId xmlns:a16="http://schemas.microsoft.com/office/drawing/2014/main" id="{E80FA27B-43AC-8344-BEB7-AFFF984D9785}"/>
              </a:ext>
            </a:extLst>
          </p:cNvPr>
          <p:cNvGrpSpPr/>
          <p:nvPr/>
        </p:nvGrpSpPr>
        <p:grpSpPr>
          <a:xfrm>
            <a:off x="8143834" y="2708910"/>
            <a:ext cx="745490" cy="375285"/>
            <a:chOff x="7991434" y="2556510"/>
            <a:chExt cx="745490" cy="375285"/>
          </a:xfrm>
        </p:grpSpPr>
        <p:pic>
          <p:nvPicPr>
            <p:cNvPr id="210" name="object 204">
              <a:extLst>
                <a:ext uri="{FF2B5EF4-FFF2-40B4-BE49-F238E27FC236}">
                  <a16:creationId xmlns:a16="http://schemas.microsoft.com/office/drawing/2014/main" id="{1FE873C4-C773-714C-ACC1-16F74385032A}"/>
                </a:ext>
              </a:extLst>
            </p:cNvPr>
            <p:cNvPicPr/>
            <p:nvPr/>
          </p:nvPicPr>
          <p:blipFill>
            <a:blip r:embed="rId18"/>
            <a:stretch>
              <a:fillRect/>
            </a:stretch>
          </p:blipFill>
          <p:spPr>
            <a:xfrm>
              <a:off x="7991434" y="2556510"/>
              <a:ext cx="288116" cy="342138"/>
            </a:xfrm>
            <a:prstGeom prst="rect">
              <a:avLst/>
            </a:prstGeom>
          </p:spPr>
        </p:pic>
        <p:pic>
          <p:nvPicPr>
            <p:cNvPr id="211" name="object 205">
              <a:extLst>
                <a:ext uri="{FF2B5EF4-FFF2-40B4-BE49-F238E27FC236}">
                  <a16:creationId xmlns:a16="http://schemas.microsoft.com/office/drawing/2014/main" id="{3974FDE3-EC59-B947-9BCE-2F01C6A01C42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8174735" y="2556510"/>
              <a:ext cx="342138" cy="342138"/>
            </a:xfrm>
            <a:prstGeom prst="rect">
              <a:avLst/>
            </a:prstGeom>
          </p:spPr>
        </p:pic>
        <p:pic>
          <p:nvPicPr>
            <p:cNvPr id="212" name="object 206">
              <a:extLst>
                <a:ext uri="{FF2B5EF4-FFF2-40B4-BE49-F238E27FC236}">
                  <a16:creationId xmlns:a16="http://schemas.microsoft.com/office/drawing/2014/main" id="{38D0DCF4-7C9A-5240-ADB1-99EBFB41E748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8394953" y="2590038"/>
              <a:ext cx="341375" cy="341375"/>
            </a:xfrm>
            <a:prstGeom prst="rect">
              <a:avLst/>
            </a:prstGeom>
          </p:spPr>
        </p:pic>
        <p:sp>
          <p:nvSpPr>
            <p:cNvPr id="213" name="object 207">
              <a:extLst>
                <a:ext uri="{FF2B5EF4-FFF2-40B4-BE49-F238E27FC236}">
                  <a16:creationId xmlns:a16="http://schemas.microsoft.com/office/drawing/2014/main" id="{5FE00F74-0691-D846-A11E-772D07CA194A}"/>
                </a:ext>
              </a:extLst>
            </p:cNvPr>
            <p:cNvSpPr/>
            <p:nvPr/>
          </p:nvSpPr>
          <p:spPr>
            <a:xfrm>
              <a:off x="8002523" y="2898648"/>
              <a:ext cx="734695" cy="0"/>
            </a:xfrm>
            <a:custGeom>
              <a:avLst/>
              <a:gdLst/>
              <a:ahLst/>
              <a:cxnLst/>
              <a:rect l="l" t="t" r="r" b="b"/>
              <a:pathLst>
                <a:path w="734695">
                  <a:moveTo>
                    <a:pt x="0" y="0"/>
                  </a:moveTo>
                  <a:lnTo>
                    <a:pt x="734186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4" name="object 208">
            <a:extLst>
              <a:ext uri="{FF2B5EF4-FFF2-40B4-BE49-F238E27FC236}">
                <a16:creationId xmlns:a16="http://schemas.microsoft.com/office/drawing/2014/main" id="{474F5207-A5F0-E649-9B74-87E000D48983}"/>
              </a:ext>
            </a:extLst>
          </p:cNvPr>
          <p:cNvGrpSpPr/>
          <p:nvPr/>
        </p:nvGrpSpPr>
        <p:grpSpPr>
          <a:xfrm>
            <a:off x="10097261" y="2708910"/>
            <a:ext cx="876300" cy="375285"/>
            <a:chOff x="9944861" y="2556510"/>
            <a:chExt cx="876300" cy="375285"/>
          </a:xfrm>
        </p:grpSpPr>
        <p:pic>
          <p:nvPicPr>
            <p:cNvPr id="215" name="object 209">
              <a:extLst>
                <a:ext uri="{FF2B5EF4-FFF2-40B4-BE49-F238E27FC236}">
                  <a16:creationId xmlns:a16="http://schemas.microsoft.com/office/drawing/2014/main" id="{19584806-8E6E-274C-B334-1A15A977F735}"/>
                </a:ext>
              </a:extLst>
            </p:cNvPr>
            <p:cNvPicPr/>
            <p:nvPr/>
          </p:nvPicPr>
          <p:blipFill>
            <a:blip r:embed="rId18"/>
            <a:stretch>
              <a:fillRect/>
            </a:stretch>
          </p:blipFill>
          <p:spPr>
            <a:xfrm>
              <a:off x="9964252" y="2556510"/>
              <a:ext cx="288116" cy="342138"/>
            </a:xfrm>
            <a:prstGeom prst="rect">
              <a:avLst/>
            </a:prstGeom>
          </p:spPr>
        </p:pic>
        <p:pic>
          <p:nvPicPr>
            <p:cNvPr id="216" name="object 210">
              <a:extLst>
                <a:ext uri="{FF2B5EF4-FFF2-40B4-BE49-F238E27FC236}">
                  <a16:creationId xmlns:a16="http://schemas.microsoft.com/office/drawing/2014/main" id="{7870EBA0-EB23-694D-B811-07A2752ED4F5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10156697" y="2556510"/>
              <a:ext cx="342138" cy="342138"/>
            </a:xfrm>
            <a:prstGeom prst="rect">
              <a:avLst/>
            </a:prstGeom>
          </p:spPr>
        </p:pic>
        <p:pic>
          <p:nvPicPr>
            <p:cNvPr id="217" name="object 211">
              <a:extLst>
                <a:ext uri="{FF2B5EF4-FFF2-40B4-BE49-F238E27FC236}">
                  <a16:creationId xmlns:a16="http://schemas.microsoft.com/office/drawing/2014/main" id="{2F4708E0-19C6-6E49-BDB0-05C03F48427C}"/>
                </a:ext>
              </a:extLst>
            </p:cNvPr>
            <p:cNvPicPr/>
            <p:nvPr/>
          </p:nvPicPr>
          <p:blipFill>
            <a:blip r:embed="rId4"/>
            <a:stretch>
              <a:fillRect/>
            </a:stretch>
          </p:blipFill>
          <p:spPr>
            <a:xfrm>
              <a:off x="10424159" y="2590038"/>
              <a:ext cx="341375" cy="341375"/>
            </a:xfrm>
            <a:prstGeom prst="rect">
              <a:avLst/>
            </a:prstGeom>
          </p:spPr>
        </p:pic>
        <p:sp>
          <p:nvSpPr>
            <p:cNvPr id="218" name="object 212">
              <a:extLst>
                <a:ext uri="{FF2B5EF4-FFF2-40B4-BE49-F238E27FC236}">
                  <a16:creationId xmlns:a16="http://schemas.microsoft.com/office/drawing/2014/main" id="{7BB4CC44-5F06-EF44-96A3-D8C804E15EF7}"/>
                </a:ext>
              </a:extLst>
            </p:cNvPr>
            <p:cNvSpPr/>
            <p:nvPr/>
          </p:nvSpPr>
          <p:spPr>
            <a:xfrm>
              <a:off x="9944861" y="2898648"/>
              <a:ext cx="876300" cy="0"/>
            </a:xfrm>
            <a:custGeom>
              <a:avLst/>
              <a:gdLst/>
              <a:ahLst/>
              <a:cxnLst/>
              <a:rect l="l" t="t" r="r" b="b"/>
              <a:pathLst>
                <a:path w="876300">
                  <a:moveTo>
                    <a:pt x="0" y="0"/>
                  </a:moveTo>
                  <a:lnTo>
                    <a:pt x="875919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9" name="object 213">
            <a:extLst>
              <a:ext uri="{FF2B5EF4-FFF2-40B4-BE49-F238E27FC236}">
                <a16:creationId xmlns:a16="http://schemas.microsoft.com/office/drawing/2014/main" id="{3EE4AA20-7F5C-F341-BA48-070161B87D39}"/>
              </a:ext>
            </a:extLst>
          </p:cNvPr>
          <p:cNvGrpSpPr/>
          <p:nvPr/>
        </p:nvGrpSpPr>
        <p:grpSpPr>
          <a:xfrm>
            <a:off x="4688165" y="2708910"/>
            <a:ext cx="926465" cy="361315"/>
            <a:chOff x="4535765" y="2556510"/>
            <a:chExt cx="926465" cy="361315"/>
          </a:xfrm>
        </p:grpSpPr>
        <p:pic>
          <p:nvPicPr>
            <p:cNvPr id="220" name="object 214">
              <a:extLst>
                <a:ext uri="{FF2B5EF4-FFF2-40B4-BE49-F238E27FC236}">
                  <a16:creationId xmlns:a16="http://schemas.microsoft.com/office/drawing/2014/main" id="{EB2E6301-AE11-1C49-A1D2-4E12B550F8D9}"/>
                </a:ext>
              </a:extLst>
            </p:cNvPr>
            <p:cNvPicPr/>
            <p:nvPr/>
          </p:nvPicPr>
          <p:blipFill>
            <a:blip r:embed="rId18"/>
            <a:stretch>
              <a:fillRect/>
            </a:stretch>
          </p:blipFill>
          <p:spPr>
            <a:xfrm>
              <a:off x="4535765" y="2556510"/>
              <a:ext cx="288116" cy="342138"/>
            </a:xfrm>
            <a:prstGeom prst="rect">
              <a:avLst/>
            </a:prstGeom>
          </p:spPr>
        </p:pic>
        <p:pic>
          <p:nvPicPr>
            <p:cNvPr id="221" name="object 215">
              <a:extLst>
                <a:ext uri="{FF2B5EF4-FFF2-40B4-BE49-F238E27FC236}">
                  <a16:creationId xmlns:a16="http://schemas.microsoft.com/office/drawing/2014/main" id="{975FD304-E2C0-B248-B9E2-876CA4CB1AA1}"/>
                </a:ext>
              </a:extLst>
            </p:cNvPr>
            <p:cNvPicPr/>
            <p:nvPr/>
          </p:nvPicPr>
          <p:blipFill>
            <a:blip r:embed="rId22"/>
            <a:stretch>
              <a:fillRect/>
            </a:stretch>
          </p:blipFill>
          <p:spPr>
            <a:xfrm>
              <a:off x="5158893" y="2625786"/>
              <a:ext cx="264106" cy="260735"/>
            </a:xfrm>
            <a:prstGeom prst="rect">
              <a:avLst/>
            </a:prstGeom>
          </p:spPr>
        </p:pic>
        <p:pic>
          <p:nvPicPr>
            <p:cNvPr id="222" name="object 216">
              <a:extLst>
                <a:ext uri="{FF2B5EF4-FFF2-40B4-BE49-F238E27FC236}">
                  <a16:creationId xmlns:a16="http://schemas.microsoft.com/office/drawing/2014/main" id="{423DE6DD-ACE6-2040-A322-EF27054690A1}"/>
                </a:ext>
              </a:extLst>
            </p:cNvPr>
            <p:cNvPicPr/>
            <p:nvPr/>
          </p:nvPicPr>
          <p:blipFill>
            <a:blip r:embed="rId9"/>
            <a:stretch>
              <a:fillRect/>
            </a:stretch>
          </p:blipFill>
          <p:spPr>
            <a:xfrm>
              <a:off x="4852416" y="2556510"/>
              <a:ext cx="342138" cy="342138"/>
            </a:xfrm>
            <a:prstGeom prst="rect">
              <a:avLst/>
            </a:prstGeom>
          </p:spPr>
        </p:pic>
        <p:sp>
          <p:nvSpPr>
            <p:cNvPr id="223" name="object 217">
              <a:extLst>
                <a:ext uri="{FF2B5EF4-FFF2-40B4-BE49-F238E27FC236}">
                  <a16:creationId xmlns:a16="http://schemas.microsoft.com/office/drawing/2014/main" id="{E26ADCED-3D06-1341-9ACD-AB38C8DD5946}"/>
                </a:ext>
              </a:extLst>
            </p:cNvPr>
            <p:cNvSpPr/>
            <p:nvPr/>
          </p:nvSpPr>
          <p:spPr>
            <a:xfrm>
              <a:off x="4543806" y="2898648"/>
              <a:ext cx="918210" cy="0"/>
            </a:xfrm>
            <a:custGeom>
              <a:avLst/>
              <a:gdLst/>
              <a:ahLst/>
              <a:cxnLst/>
              <a:rect l="l" t="t" r="r" b="b"/>
              <a:pathLst>
                <a:path w="918210">
                  <a:moveTo>
                    <a:pt x="0" y="0"/>
                  </a:moveTo>
                  <a:lnTo>
                    <a:pt x="918210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4" name="object 218">
            <a:extLst>
              <a:ext uri="{FF2B5EF4-FFF2-40B4-BE49-F238E27FC236}">
                <a16:creationId xmlns:a16="http://schemas.microsoft.com/office/drawing/2014/main" id="{A05404A7-8148-B34E-9AB3-CAF5D6223D0E}"/>
              </a:ext>
            </a:extLst>
          </p:cNvPr>
          <p:cNvGrpSpPr/>
          <p:nvPr/>
        </p:nvGrpSpPr>
        <p:grpSpPr>
          <a:xfrm>
            <a:off x="9097096" y="2708910"/>
            <a:ext cx="812165" cy="361315"/>
            <a:chOff x="8944696" y="2556510"/>
            <a:chExt cx="812165" cy="361315"/>
          </a:xfrm>
        </p:grpSpPr>
        <p:pic>
          <p:nvPicPr>
            <p:cNvPr id="225" name="object 219">
              <a:extLst>
                <a:ext uri="{FF2B5EF4-FFF2-40B4-BE49-F238E27FC236}">
                  <a16:creationId xmlns:a16="http://schemas.microsoft.com/office/drawing/2014/main" id="{B2B729DD-61D9-7749-A524-D7977367204B}"/>
                </a:ext>
              </a:extLst>
            </p:cNvPr>
            <p:cNvPicPr/>
            <p:nvPr/>
          </p:nvPicPr>
          <p:blipFill>
            <a:blip r:embed="rId18"/>
            <a:stretch>
              <a:fillRect/>
            </a:stretch>
          </p:blipFill>
          <p:spPr>
            <a:xfrm>
              <a:off x="8944696" y="2556510"/>
              <a:ext cx="288116" cy="342138"/>
            </a:xfrm>
            <a:prstGeom prst="rect">
              <a:avLst/>
            </a:prstGeom>
          </p:spPr>
        </p:pic>
        <p:pic>
          <p:nvPicPr>
            <p:cNvPr id="226" name="object 220">
              <a:extLst>
                <a:ext uri="{FF2B5EF4-FFF2-40B4-BE49-F238E27FC236}">
                  <a16:creationId xmlns:a16="http://schemas.microsoft.com/office/drawing/2014/main" id="{D6E7EF62-ADCA-1A49-A079-D38DA2CA028C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9147047" y="2556510"/>
              <a:ext cx="341375" cy="342138"/>
            </a:xfrm>
            <a:prstGeom prst="rect">
              <a:avLst/>
            </a:prstGeom>
          </p:spPr>
        </p:pic>
        <p:pic>
          <p:nvPicPr>
            <p:cNvPr id="227" name="object 221">
              <a:extLst>
                <a:ext uri="{FF2B5EF4-FFF2-40B4-BE49-F238E27FC236}">
                  <a16:creationId xmlns:a16="http://schemas.microsoft.com/office/drawing/2014/main" id="{777EE3C1-7317-1648-B32D-4769BA14FF11}"/>
                </a:ext>
              </a:extLst>
            </p:cNvPr>
            <p:cNvPicPr/>
            <p:nvPr/>
          </p:nvPicPr>
          <p:blipFill>
            <a:blip r:embed="rId9"/>
            <a:stretch>
              <a:fillRect/>
            </a:stretch>
          </p:blipFill>
          <p:spPr>
            <a:xfrm>
              <a:off x="9414509" y="2556510"/>
              <a:ext cx="341375" cy="342138"/>
            </a:xfrm>
            <a:prstGeom prst="rect">
              <a:avLst/>
            </a:prstGeom>
          </p:spPr>
        </p:pic>
        <p:sp>
          <p:nvSpPr>
            <p:cNvPr id="228" name="object 222">
              <a:extLst>
                <a:ext uri="{FF2B5EF4-FFF2-40B4-BE49-F238E27FC236}">
                  <a16:creationId xmlns:a16="http://schemas.microsoft.com/office/drawing/2014/main" id="{C4DA8EB9-3834-2D40-A611-E75EE6D66ACC}"/>
                </a:ext>
              </a:extLst>
            </p:cNvPr>
            <p:cNvSpPr/>
            <p:nvPr/>
          </p:nvSpPr>
          <p:spPr>
            <a:xfrm>
              <a:off x="8957309" y="2898648"/>
              <a:ext cx="799465" cy="0"/>
            </a:xfrm>
            <a:custGeom>
              <a:avLst/>
              <a:gdLst/>
              <a:ahLst/>
              <a:cxnLst/>
              <a:rect l="l" t="t" r="r" b="b"/>
              <a:pathLst>
                <a:path w="799465">
                  <a:moveTo>
                    <a:pt x="0" y="0"/>
                  </a:moveTo>
                  <a:lnTo>
                    <a:pt x="799084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9" name="object 223">
            <a:extLst>
              <a:ext uri="{FF2B5EF4-FFF2-40B4-BE49-F238E27FC236}">
                <a16:creationId xmlns:a16="http://schemas.microsoft.com/office/drawing/2014/main" id="{AC82F629-73E3-044C-BB02-E1CFD21DBC9E}"/>
              </a:ext>
            </a:extLst>
          </p:cNvPr>
          <p:cNvGrpSpPr/>
          <p:nvPr/>
        </p:nvGrpSpPr>
        <p:grpSpPr>
          <a:xfrm>
            <a:off x="156972" y="4326635"/>
            <a:ext cx="678180" cy="596900"/>
            <a:chOff x="4572" y="4174235"/>
            <a:chExt cx="678180" cy="596900"/>
          </a:xfrm>
        </p:grpSpPr>
        <p:pic>
          <p:nvPicPr>
            <p:cNvPr id="230" name="object 224">
              <a:extLst>
                <a:ext uri="{FF2B5EF4-FFF2-40B4-BE49-F238E27FC236}">
                  <a16:creationId xmlns:a16="http://schemas.microsoft.com/office/drawing/2014/main" id="{A908AAAC-D4CA-2646-A53F-3D4ABC2FB50C}"/>
                </a:ext>
              </a:extLst>
            </p:cNvPr>
            <p:cNvPicPr/>
            <p:nvPr/>
          </p:nvPicPr>
          <p:blipFill>
            <a:blip r:embed="rId8"/>
            <a:stretch>
              <a:fillRect/>
            </a:stretch>
          </p:blipFill>
          <p:spPr>
            <a:xfrm>
              <a:off x="4572" y="4236719"/>
              <a:ext cx="650748" cy="534162"/>
            </a:xfrm>
            <a:prstGeom prst="rect">
              <a:avLst/>
            </a:prstGeom>
          </p:spPr>
        </p:pic>
        <p:pic>
          <p:nvPicPr>
            <p:cNvPr id="231" name="object 225">
              <a:extLst>
                <a:ext uri="{FF2B5EF4-FFF2-40B4-BE49-F238E27FC236}">
                  <a16:creationId xmlns:a16="http://schemas.microsoft.com/office/drawing/2014/main" id="{4E37C94E-B735-F040-9EAA-2198B6F29CB9}"/>
                </a:ext>
              </a:extLst>
            </p:cNvPr>
            <p:cNvPicPr/>
            <p:nvPr/>
          </p:nvPicPr>
          <p:blipFill>
            <a:blip r:embed="rId5"/>
            <a:stretch>
              <a:fillRect/>
            </a:stretch>
          </p:blipFill>
          <p:spPr>
            <a:xfrm>
              <a:off x="203453" y="4323587"/>
              <a:ext cx="246126" cy="246125"/>
            </a:xfrm>
            <a:prstGeom prst="rect">
              <a:avLst/>
            </a:prstGeom>
          </p:spPr>
        </p:pic>
        <p:pic>
          <p:nvPicPr>
            <p:cNvPr id="232" name="object 226">
              <a:extLst>
                <a:ext uri="{FF2B5EF4-FFF2-40B4-BE49-F238E27FC236}">
                  <a16:creationId xmlns:a16="http://schemas.microsoft.com/office/drawing/2014/main" id="{52AF9C5E-E3C8-E64F-9D20-74D56BA42BD9}"/>
                </a:ext>
              </a:extLst>
            </p:cNvPr>
            <p:cNvPicPr/>
            <p:nvPr/>
          </p:nvPicPr>
          <p:blipFill>
            <a:blip r:embed="rId9"/>
            <a:stretch>
              <a:fillRect/>
            </a:stretch>
          </p:blipFill>
          <p:spPr>
            <a:xfrm>
              <a:off x="437388" y="4353305"/>
              <a:ext cx="245364" cy="244601"/>
            </a:xfrm>
            <a:prstGeom prst="rect">
              <a:avLst/>
            </a:prstGeom>
          </p:spPr>
        </p:pic>
        <p:pic>
          <p:nvPicPr>
            <p:cNvPr id="233" name="object 227">
              <a:extLst>
                <a:ext uri="{FF2B5EF4-FFF2-40B4-BE49-F238E27FC236}">
                  <a16:creationId xmlns:a16="http://schemas.microsoft.com/office/drawing/2014/main" id="{56A6B978-F7F9-9148-B9F7-D640BC25FC74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279653" y="4174235"/>
              <a:ext cx="244602" cy="244601"/>
            </a:xfrm>
            <a:prstGeom prst="rect">
              <a:avLst/>
            </a:prstGeom>
          </p:spPr>
        </p:pic>
      </p:grpSp>
      <p:grpSp>
        <p:nvGrpSpPr>
          <p:cNvPr id="234" name="object 228">
            <a:extLst>
              <a:ext uri="{FF2B5EF4-FFF2-40B4-BE49-F238E27FC236}">
                <a16:creationId xmlns:a16="http://schemas.microsoft.com/office/drawing/2014/main" id="{93126097-44A3-814B-8C91-7C8FFE231377}"/>
              </a:ext>
            </a:extLst>
          </p:cNvPr>
          <p:cNvGrpSpPr/>
          <p:nvPr/>
        </p:nvGrpSpPr>
        <p:grpSpPr>
          <a:xfrm>
            <a:off x="152400" y="3935729"/>
            <a:ext cx="909955" cy="341630"/>
            <a:chOff x="0" y="3783329"/>
            <a:chExt cx="909955" cy="341630"/>
          </a:xfrm>
        </p:grpSpPr>
        <p:pic>
          <p:nvPicPr>
            <p:cNvPr id="235" name="object 229">
              <a:extLst>
                <a:ext uri="{FF2B5EF4-FFF2-40B4-BE49-F238E27FC236}">
                  <a16:creationId xmlns:a16="http://schemas.microsoft.com/office/drawing/2014/main" id="{015B0D05-C8EA-824C-A009-8801CD6E3522}"/>
                </a:ext>
              </a:extLst>
            </p:cNvPr>
            <p:cNvPicPr/>
            <p:nvPr/>
          </p:nvPicPr>
          <p:blipFill>
            <a:blip r:embed="rId27"/>
            <a:stretch>
              <a:fillRect/>
            </a:stretch>
          </p:blipFill>
          <p:spPr>
            <a:xfrm>
              <a:off x="87630" y="3783329"/>
              <a:ext cx="672846" cy="341375"/>
            </a:xfrm>
            <a:prstGeom prst="rect">
              <a:avLst/>
            </a:prstGeom>
          </p:spPr>
        </p:pic>
        <p:sp>
          <p:nvSpPr>
            <p:cNvPr id="236" name="object 230">
              <a:extLst>
                <a:ext uri="{FF2B5EF4-FFF2-40B4-BE49-F238E27FC236}">
                  <a16:creationId xmlns:a16="http://schemas.microsoft.com/office/drawing/2014/main" id="{5DA5261C-B1E1-CC42-A430-3E053DDD0B78}"/>
                </a:ext>
              </a:extLst>
            </p:cNvPr>
            <p:cNvSpPr/>
            <p:nvPr/>
          </p:nvSpPr>
          <p:spPr>
            <a:xfrm>
              <a:off x="0" y="4065269"/>
              <a:ext cx="909955" cy="38100"/>
            </a:xfrm>
            <a:custGeom>
              <a:avLst/>
              <a:gdLst/>
              <a:ahLst/>
              <a:cxnLst/>
              <a:rect l="l" t="t" r="r" b="b"/>
              <a:pathLst>
                <a:path w="909955" h="38100">
                  <a:moveTo>
                    <a:pt x="909828" y="0"/>
                  </a:moveTo>
                  <a:lnTo>
                    <a:pt x="0" y="0"/>
                  </a:lnTo>
                  <a:lnTo>
                    <a:pt x="0" y="38099"/>
                  </a:lnTo>
                  <a:lnTo>
                    <a:pt x="909828" y="38099"/>
                  </a:lnTo>
                  <a:lnTo>
                    <a:pt x="90982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7" name="object 231">
            <a:extLst>
              <a:ext uri="{FF2B5EF4-FFF2-40B4-BE49-F238E27FC236}">
                <a16:creationId xmlns:a16="http://schemas.microsoft.com/office/drawing/2014/main" id="{43EDFCBE-A41C-4F4A-AC59-62DA025A4AE3}"/>
              </a:ext>
            </a:extLst>
          </p:cNvPr>
          <p:cNvGrpSpPr/>
          <p:nvPr/>
        </p:nvGrpSpPr>
        <p:grpSpPr>
          <a:xfrm>
            <a:off x="199644" y="5090921"/>
            <a:ext cx="939165" cy="993775"/>
            <a:chOff x="47244" y="4938521"/>
            <a:chExt cx="939165" cy="993775"/>
          </a:xfrm>
        </p:grpSpPr>
        <p:pic>
          <p:nvPicPr>
            <p:cNvPr id="238" name="object 232">
              <a:extLst>
                <a:ext uri="{FF2B5EF4-FFF2-40B4-BE49-F238E27FC236}">
                  <a16:creationId xmlns:a16="http://schemas.microsoft.com/office/drawing/2014/main" id="{A01DC5FB-AAE7-F743-8510-56348880E48E}"/>
                </a:ext>
              </a:extLst>
            </p:cNvPr>
            <p:cNvPicPr/>
            <p:nvPr/>
          </p:nvPicPr>
          <p:blipFill>
            <a:blip r:embed="rId8"/>
            <a:stretch>
              <a:fillRect/>
            </a:stretch>
          </p:blipFill>
          <p:spPr>
            <a:xfrm>
              <a:off x="80009" y="5398007"/>
              <a:ext cx="650748" cy="534162"/>
            </a:xfrm>
            <a:prstGeom prst="rect">
              <a:avLst/>
            </a:prstGeom>
          </p:spPr>
        </p:pic>
        <p:pic>
          <p:nvPicPr>
            <p:cNvPr id="239" name="object 233">
              <a:extLst>
                <a:ext uri="{FF2B5EF4-FFF2-40B4-BE49-F238E27FC236}">
                  <a16:creationId xmlns:a16="http://schemas.microsoft.com/office/drawing/2014/main" id="{911533C6-36A4-3746-B862-20977EF90F5D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355853" y="5344667"/>
              <a:ext cx="233933" cy="233934"/>
            </a:xfrm>
            <a:prstGeom prst="rect">
              <a:avLst/>
            </a:prstGeom>
          </p:spPr>
        </p:pic>
        <p:pic>
          <p:nvPicPr>
            <p:cNvPr id="240" name="object 234">
              <a:extLst>
                <a:ext uri="{FF2B5EF4-FFF2-40B4-BE49-F238E27FC236}">
                  <a16:creationId xmlns:a16="http://schemas.microsoft.com/office/drawing/2014/main" id="{3EEC33E8-8FCC-8744-B101-F023DD51DB97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496062" y="5346953"/>
              <a:ext cx="233934" cy="233934"/>
            </a:xfrm>
            <a:prstGeom prst="rect">
              <a:avLst/>
            </a:prstGeom>
          </p:spPr>
        </p:pic>
        <p:pic>
          <p:nvPicPr>
            <p:cNvPr id="241" name="object 235">
              <a:extLst>
                <a:ext uri="{FF2B5EF4-FFF2-40B4-BE49-F238E27FC236}">
                  <a16:creationId xmlns:a16="http://schemas.microsoft.com/office/drawing/2014/main" id="{FE268277-28CD-D44A-B696-699E88F4FA2B}"/>
                </a:ext>
              </a:extLst>
            </p:cNvPr>
            <p:cNvPicPr/>
            <p:nvPr/>
          </p:nvPicPr>
          <p:blipFill>
            <a:blip r:embed="rId4"/>
            <a:stretch>
              <a:fillRect/>
            </a:stretch>
          </p:blipFill>
          <p:spPr>
            <a:xfrm>
              <a:off x="280416" y="5533643"/>
              <a:ext cx="233934" cy="233934"/>
            </a:xfrm>
            <a:prstGeom prst="rect">
              <a:avLst/>
            </a:prstGeom>
          </p:spPr>
        </p:pic>
        <p:pic>
          <p:nvPicPr>
            <p:cNvPr id="242" name="object 236">
              <a:extLst>
                <a:ext uri="{FF2B5EF4-FFF2-40B4-BE49-F238E27FC236}">
                  <a16:creationId xmlns:a16="http://schemas.microsoft.com/office/drawing/2014/main" id="{5771ADE4-5ADE-C543-BAD3-37C81322B74A}"/>
                </a:ext>
              </a:extLst>
            </p:cNvPr>
            <p:cNvPicPr/>
            <p:nvPr/>
          </p:nvPicPr>
          <p:blipFill>
            <a:blip r:embed="rId9"/>
            <a:stretch>
              <a:fillRect/>
            </a:stretch>
          </p:blipFill>
          <p:spPr>
            <a:xfrm>
              <a:off x="523494" y="5519927"/>
              <a:ext cx="234696" cy="233934"/>
            </a:xfrm>
            <a:prstGeom prst="rect">
              <a:avLst/>
            </a:prstGeom>
          </p:spPr>
        </p:pic>
        <p:pic>
          <p:nvPicPr>
            <p:cNvPr id="243" name="object 237">
              <a:extLst>
                <a:ext uri="{FF2B5EF4-FFF2-40B4-BE49-F238E27FC236}">
                  <a16:creationId xmlns:a16="http://schemas.microsoft.com/office/drawing/2014/main" id="{EE160111-9EAA-F244-BC85-6A944BB5856B}"/>
                </a:ext>
              </a:extLst>
            </p:cNvPr>
            <p:cNvPicPr/>
            <p:nvPr/>
          </p:nvPicPr>
          <p:blipFill>
            <a:blip r:embed="rId18"/>
            <a:stretch>
              <a:fillRect/>
            </a:stretch>
          </p:blipFill>
          <p:spPr>
            <a:xfrm>
              <a:off x="391246" y="4938521"/>
              <a:ext cx="288116" cy="342138"/>
            </a:xfrm>
            <a:prstGeom prst="rect">
              <a:avLst/>
            </a:prstGeom>
          </p:spPr>
        </p:pic>
        <p:sp>
          <p:nvSpPr>
            <p:cNvPr id="244" name="object 238">
              <a:extLst>
                <a:ext uri="{FF2B5EF4-FFF2-40B4-BE49-F238E27FC236}">
                  <a16:creationId xmlns:a16="http://schemas.microsoft.com/office/drawing/2014/main" id="{FCAF3C44-9B0D-5E4D-82B6-70C97C821634}"/>
                </a:ext>
              </a:extLst>
            </p:cNvPr>
            <p:cNvSpPr/>
            <p:nvPr/>
          </p:nvSpPr>
          <p:spPr>
            <a:xfrm>
              <a:off x="47244" y="5282945"/>
              <a:ext cx="939165" cy="0"/>
            </a:xfrm>
            <a:custGeom>
              <a:avLst/>
              <a:gdLst/>
              <a:ahLst/>
              <a:cxnLst/>
              <a:rect l="l" t="t" r="r" b="b"/>
              <a:pathLst>
                <a:path w="939165">
                  <a:moveTo>
                    <a:pt x="0" y="0"/>
                  </a:moveTo>
                  <a:lnTo>
                    <a:pt x="938784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5" name="object 239">
            <a:extLst>
              <a:ext uri="{FF2B5EF4-FFF2-40B4-BE49-F238E27FC236}">
                <a16:creationId xmlns:a16="http://schemas.microsoft.com/office/drawing/2014/main" id="{424090D5-9AB3-A246-80B4-F57C05EFE3DC}"/>
              </a:ext>
            </a:extLst>
          </p:cNvPr>
          <p:cNvGrpSpPr/>
          <p:nvPr/>
        </p:nvGrpSpPr>
        <p:grpSpPr>
          <a:xfrm>
            <a:off x="1488186" y="5095902"/>
            <a:ext cx="939165" cy="358775"/>
            <a:chOff x="1335786" y="4943502"/>
            <a:chExt cx="939165" cy="358775"/>
          </a:xfrm>
        </p:grpSpPr>
        <p:pic>
          <p:nvPicPr>
            <p:cNvPr id="246" name="object 240">
              <a:extLst>
                <a:ext uri="{FF2B5EF4-FFF2-40B4-BE49-F238E27FC236}">
                  <a16:creationId xmlns:a16="http://schemas.microsoft.com/office/drawing/2014/main" id="{5C9B2905-F870-5542-8F75-82E563A4F412}"/>
                </a:ext>
              </a:extLst>
            </p:cNvPr>
            <p:cNvPicPr/>
            <p:nvPr/>
          </p:nvPicPr>
          <p:blipFill>
            <a:blip r:embed="rId19"/>
            <a:stretch>
              <a:fillRect/>
            </a:stretch>
          </p:blipFill>
          <p:spPr>
            <a:xfrm>
              <a:off x="1734833" y="4943502"/>
              <a:ext cx="143737" cy="336750"/>
            </a:xfrm>
            <a:prstGeom prst="rect">
              <a:avLst/>
            </a:prstGeom>
          </p:spPr>
        </p:pic>
        <p:sp>
          <p:nvSpPr>
            <p:cNvPr id="247" name="object 241">
              <a:extLst>
                <a:ext uri="{FF2B5EF4-FFF2-40B4-BE49-F238E27FC236}">
                  <a16:creationId xmlns:a16="http://schemas.microsoft.com/office/drawing/2014/main" id="{913BD5D6-AEEE-BF40-9109-E89D00FA18F6}"/>
                </a:ext>
              </a:extLst>
            </p:cNvPr>
            <p:cNvSpPr/>
            <p:nvPr/>
          </p:nvSpPr>
          <p:spPr>
            <a:xfrm>
              <a:off x="1335786" y="5282946"/>
              <a:ext cx="939165" cy="0"/>
            </a:xfrm>
            <a:custGeom>
              <a:avLst/>
              <a:gdLst/>
              <a:ahLst/>
              <a:cxnLst/>
              <a:rect l="l" t="t" r="r" b="b"/>
              <a:pathLst>
                <a:path w="939164">
                  <a:moveTo>
                    <a:pt x="0" y="0"/>
                  </a:moveTo>
                  <a:lnTo>
                    <a:pt x="938783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8" name="object 242">
            <a:extLst>
              <a:ext uri="{FF2B5EF4-FFF2-40B4-BE49-F238E27FC236}">
                <a16:creationId xmlns:a16="http://schemas.microsoft.com/office/drawing/2014/main" id="{88700BBD-05BD-8747-8200-76758BCBE97F}"/>
              </a:ext>
            </a:extLst>
          </p:cNvPr>
          <p:cNvGrpSpPr/>
          <p:nvPr/>
        </p:nvGrpSpPr>
        <p:grpSpPr>
          <a:xfrm>
            <a:off x="2776727" y="5179800"/>
            <a:ext cx="939165" cy="274955"/>
            <a:chOff x="2624327" y="5027400"/>
            <a:chExt cx="939165" cy="274955"/>
          </a:xfrm>
        </p:grpSpPr>
        <p:pic>
          <p:nvPicPr>
            <p:cNvPr id="249" name="object 243">
              <a:extLst>
                <a:ext uri="{FF2B5EF4-FFF2-40B4-BE49-F238E27FC236}">
                  <a16:creationId xmlns:a16="http://schemas.microsoft.com/office/drawing/2014/main" id="{C3719182-5762-934B-AF6F-246FA7E8EFF4}"/>
                </a:ext>
              </a:extLst>
            </p:cNvPr>
            <p:cNvPicPr/>
            <p:nvPr/>
          </p:nvPicPr>
          <p:blipFill>
            <a:blip r:embed="rId12"/>
            <a:stretch>
              <a:fillRect/>
            </a:stretch>
          </p:blipFill>
          <p:spPr>
            <a:xfrm>
              <a:off x="2907029" y="5027400"/>
              <a:ext cx="342138" cy="245154"/>
            </a:xfrm>
            <a:prstGeom prst="rect">
              <a:avLst/>
            </a:prstGeom>
          </p:spPr>
        </p:pic>
        <p:sp>
          <p:nvSpPr>
            <p:cNvPr id="250" name="object 244">
              <a:extLst>
                <a:ext uri="{FF2B5EF4-FFF2-40B4-BE49-F238E27FC236}">
                  <a16:creationId xmlns:a16="http://schemas.microsoft.com/office/drawing/2014/main" id="{DEEC7E57-5511-E848-82F5-A6C0F4A48150}"/>
                </a:ext>
              </a:extLst>
            </p:cNvPr>
            <p:cNvSpPr/>
            <p:nvPr/>
          </p:nvSpPr>
          <p:spPr>
            <a:xfrm>
              <a:off x="2624327" y="5282946"/>
              <a:ext cx="939165" cy="0"/>
            </a:xfrm>
            <a:custGeom>
              <a:avLst/>
              <a:gdLst/>
              <a:ahLst/>
              <a:cxnLst/>
              <a:rect l="l" t="t" r="r" b="b"/>
              <a:pathLst>
                <a:path w="939164">
                  <a:moveTo>
                    <a:pt x="0" y="0"/>
                  </a:moveTo>
                  <a:lnTo>
                    <a:pt x="938784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1" name="object 245">
            <a:extLst>
              <a:ext uri="{FF2B5EF4-FFF2-40B4-BE49-F238E27FC236}">
                <a16:creationId xmlns:a16="http://schemas.microsoft.com/office/drawing/2014/main" id="{C75B5346-8631-3443-83BC-211B1560F409}"/>
              </a:ext>
            </a:extLst>
          </p:cNvPr>
          <p:cNvGrpSpPr/>
          <p:nvPr/>
        </p:nvGrpSpPr>
        <p:grpSpPr>
          <a:xfrm>
            <a:off x="4188714" y="5162574"/>
            <a:ext cx="939165" cy="292100"/>
            <a:chOff x="4036314" y="5010174"/>
            <a:chExt cx="939165" cy="292100"/>
          </a:xfrm>
        </p:grpSpPr>
        <p:pic>
          <p:nvPicPr>
            <p:cNvPr id="252" name="object 246">
              <a:extLst>
                <a:ext uri="{FF2B5EF4-FFF2-40B4-BE49-F238E27FC236}">
                  <a16:creationId xmlns:a16="http://schemas.microsoft.com/office/drawing/2014/main" id="{5CAB1530-7018-AF40-95CA-CB9477EBDCE3}"/>
                </a:ext>
              </a:extLst>
            </p:cNvPr>
            <p:cNvPicPr/>
            <p:nvPr/>
          </p:nvPicPr>
          <p:blipFill>
            <a:blip r:embed="rId22"/>
            <a:stretch>
              <a:fillRect/>
            </a:stretch>
          </p:blipFill>
          <p:spPr>
            <a:xfrm>
              <a:off x="4340505" y="5010174"/>
              <a:ext cx="264106" cy="261318"/>
            </a:xfrm>
            <a:prstGeom prst="rect">
              <a:avLst/>
            </a:prstGeom>
          </p:spPr>
        </p:pic>
        <p:sp>
          <p:nvSpPr>
            <p:cNvPr id="253" name="object 247">
              <a:extLst>
                <a:ext uri="{FF2B5EF4-FFF2-40B4-BE49-F238E27FC236}">
                  <a16:creationId xmlns:a16="http://schemas.microsoft.com/office/drawing/2014/main" id="{96BA2501-7BE1-B441-B8E1-8B3910C46BE4}"/>
                </a:ext>
              </a:extLst>
            </p:cNvPr>
            <p:cNvSpPr/>
            <p:nvPr/>
          </p:nvSpPr>
          <p:spPr>
            <a:xfrm>
              <a:off x="4036314" y="5282946"/>
              <a:ext cx="939165" cy="0"/>
            </a:xfrm>
            <a:custGeom>
              <a:avLst/>
              <a:gdLst/>
              <a:ahLst/>
              <a:cxnLst/>
              <a:rect l="l" t="t" r="r" b="b"/>
              <a:pathLst>
                <a:path w="939164">
                  <a:moveTo>
                    <a:pt x="0" y="0"/>
                  </a:moveTo>
                  <a:lnTo>
                    <a:pt x="938784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4" name="object 248">
            <a:extLst>
              <a:ext uri="{FF2B5EF4-FFF2-40B4-BE49-F238E27FC236}">
                <a16:creationId xmlns:a16="http://schemas.microsoft.com/office/drawing/2014/main" id="{C487AD30-71D2-4445-AC7A-C6308EA3834C}"/>
              </a:ext>
            </a:extLst>
          </p:cNvPr>
          <p:cNvGrpSpPr/>
          <p:nvPr/>
        </p:nvGrpSpPr>
        <p:grpSpPr>
          <a:xfrm>
            <a:off x="7168133" y="1901189"/>
            <a:ext cx="650240" cy="532765"/>
            <a:chOff x="7015733" y="1748789"/>
            <a:chExt cx="650240" cy="532765"/>
          </a:xfrm>
        </p:grpSpPr>
        <p:pic>
          <p:nvPicPr>
            <p:cNvPr id="255" name="object 249">
              <a:extLst>
                <a:ext uri="{FF2B5EF4-FFF2-40B4-BE49-F238E27FC236}">
                  <a16:creationId xmlns:a16="http://schemas.microsoft.com/office/drawing/2014/main" id="{A798BFAD-BBCD-734C-AFF9-31D660A63A17}"/>
                </a:ext>
              </a:extLst>
            </p:cNvPr>
            <p:cNvPicPr/>
            <p:nvPr/>
          </p:nvPicPr>
          <p:blipFill>
            <a:blip r:embed="rId8"/>
            <a:stretch>
              <a:fillRect/>
            </a:stretch>
          </p:blipFill>
          <p:spPr>
            <a:xfrm>
              <a:off x="7015733" y="1748789"/>
              <a:ext cx="649985" cy="532638"/>
            </a:xfrm>
            <a:prstGeom prst="rect">
              <a:avLst/>
            </a:prstGeom>
          </p:spPr>
        </p:pic>
        <p:pic>
          <p:nvPicPr>
            <p:cNvPr id="256" name="object 250">
              <a:extLst>
                <a:ext uri="{FF2B5EF4-FFF2-40B4-BE49-F238E27FC236}">
                  <a16:creationId xmlns:a16="http://schemas.microsoft.com/office/drawing/2014/main" id="{4D2CE936-A2DD-EA41-BBF7-F0024DFF43A3}"/>
                </a:ext>
              </a:extLst>
            </p:cNvPr>
            <p:cNvPicPr/>
            <p:nvPr/>
          </p:nvPicPr>
          <p:blipFill>
            <a:blip r:embed="rId9"/>
            <a:stretch>
              <a:fillRect/>
            </a:stretch>
          </p:blipFill>
          <p:spPr>
            <a:xfrm>
              <a:off x="7278623" y="1859279"/>
              <a:ext cx="244601" cy="244601"/>
            </a:xfrm>
            <a:prstGeom prst="rect">
              <a:avLst/>
            </a:prstGeom>
          </p:spPr>
        </p:pic>
      </p:grpSp>
      <p:grpSp>
        <p:nvGrpSpPr>
          <p:cNvPr id="257" name="object 251">
            <a:extLst>
              <a:ext uri="{FF2B5EF4-FFF2-40B4-BE49-F238E27FC236}">
                <a16:creationId xmlns:a16="http://schemas.microsoft.com/office/drawing/2014/main" id="{95835B3E-D9E1-D648-925E-81DB69C4D9DF}"/>
              </a:ext>
            </a:extLst>
          </p:cNvPr>
          <p:cNvGrpSpPr/>
          <p:nvPr/>
        </p:nvGrpSpPr>
        <p:grpSpPr>
          <a:xfrm>
            <a:off x="7039356" y="1485138"/>
            <a:ext cx="1710689" cy="391795"/>
            <a:chOff x="6886956" y="1332738"/>
            <a:chExt cx="1710689" cy="391795"/>
          </a:xfrm>
        </p:grpSpPr>
        <p:pic>
          <p:nvPicPr>
            <p:cNvPr id="258" name="object 252">
              <a:extLst>
                <a:ext uri="{FF2B5EF4-FFF2-40B4-BE49-F238E27FC236}">
                  <a16:creationId xmlns:a16="http://schemas.microsoft.com/office/drawing/2014/main" id="{0CC2713B-2A31-774A-B67B-92A6E797566F}"/>
                </a:ext>
              </a:extLst>
            </p:cNvPr>
            <p:cNvPicPr/>
            <p:nvPr/>
          </p:nvPicPr>
          <p:blipFill>
            <a:blip r:embed="rId28"/>
            <a:stretch>
              <a:fillRect/>
            </a:stretch>
          </p:blipFill>
          <p:spPr>
            <a:xfrm>
              <a:off x="6975348" y="1332738"/>
              <a:ext cx="665988" cy="342138"/>
            </a:xfrm>
            <a:prstGeom prst="rect">
              <a:avLst/>
            </a:prstGeom>
          </p:spPr>
        </p:pic>
        <p:pic>
          <p:nvPicPr>
            <p:cNvPr id="259" name="object 253">
              <a:extLst>
                <a:ext uri="{FF2B5EF4-FFF2-40B4-BE49-F238E27FC236}">
                  <a16:creationId xmlns:a16="http://schemas.microsoft.com/office/drawing/2014/main" id="{27B63246-75BF-5245-A4E7-62566EDA8AA3}"/>
                </a:ext>
              </a:extLst>
            </p:cNvPr>
            <p:cNvPicPr/>
            <p:nvPr/>
          </p:nvPicPr>
          <p:blipFill>
            <a:blip r:embed="rId12"/>
            <a:stretch>
              <a:fillRect/>
            </a:stretch>
          </p:blipFill>
          <p:spPr>
            <a:xfrm>
              <a:off x="7642098" y="1429128"/>
              <a:ext cx="342138" cy="244608"/>
            </a:xfrm>
            <a:prstGeom prst="rect">
              <a:avLst/>
            </a:prstGeom>
          </p:spPr>
        </p:pic>
        <p:sp>
          <p:nvSpPr>
            <p:cNvPr id="260" name="object 254">
              <a:extLst>
                <a:ext uri="{FF2B5EF4-FFF2-40B4-BE49-F238E27FC236}">
                  <a16:creationId xmlns:a16="http://schemas.microsoft.com/office/drawing/2014/main" id="{18C46173-FBA2-E542-A8BD-6829048B1AF5}"/>
                </a:ext>
              </a:extLst>
            </p:cNvPr>
            <p:cNvSpPr/>
            <p:nvPr/>
          </p:nvSpPr>
          <p:spPr>
            <a:xfrm>
              <a:off x="6886956" y="1684782"/>
              <a:ext cx="1710689" cy="0"/>
            </a:xfrm>
            <a:custGeom>
              <a:avLst/>
              <a:gdLst/>
              <a:ahLst/>
              <a:cxnLst/>
              <a:rect l="l" t="t" r="r" b="b"/>
              <a:pathLst>
                <a:path w="1710689">
                  <a:moveTo>
                    <a:pt x="0" y="0"/>
                  </a:moveTo>
                  <a:lnTo>
                    <a:pt x="1710690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1" name="object 255">
              <a:extLst>
                <a:ext uri="{FF2B5EF4-FFF2-40B4-BE49-F238E27FC236}">
                  <a16:creationId xmlns:a16="http://schemas.microsoft.com/office/drawing/2014/main" id="{252105DA-AA27-7B47-92E5-467E6315AD27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8098536" y="1383030"/>
              <a:ext cx="342138" cy="341375"/>
            </a:xfrm>
            <a:prstGeom prst="rect">
              <a:avLst/>
            </a:prstGeom>
          </p:spPr>
        </p:pic>
      </p:grpSp>
      <p:grpSp>
        <p:nvGrpSpPr>
          <p:cNvPr id="262" name="object 256">
            <a:extLst>
              <a:ext uri="{FF2B5EF4-FFF2-40B4-BE49-F238E27FC236}">
                <a16:creationId xmlns:a16="http://schemas.microsoft.com/office/drawing/2014/main" id="{98440A9A-FE25-BC4E-927C-325F5FA34771}"/>
              </a:ext>
            </a:extLst>
          </p:cNvPr>
          <p:cNvGrpSpPr/>
          <p:nvPr/>
        </p:nvGrpSpPr>
        <p:grpSpPr>
          <a:xfrm>
            <a:off x="5677661" y="5079569"/>
            <a:ext cx="1233805" cy="1020444"/>
            <a:chOff x="5525261" y="4927169"/>
            <a:chExt cx="1233805" cy="1020444"/>
          </a:xfrm>
        </p:grpSpPr>
        <p:pic>
          <p:nvPicPr>
            <p:cNvPr id="263" name="object 257">
              <a:extLst>
                <a:ext uri="{FF2B5EF4-FFF2-40B4-BE49-F238E27FC236}">
                  <a16:creationId xmlns:a16="http://schemas.microsoft.com/office/drawing/2014/main" id="{ADC1DEAE-AEFD-084D-A86A-F5F3A3962342}"/>
                </a:ext>
              </a:extLst>
            </p:cNvPr>
            <p:cNvPicPr/>
            <p:nvPr/>
          </p:nvPicPr>
          <p:blipFill>
            <a:blip r:embed="rId20"/>
            <a:stretch>
              <a:fillRect/>
            </a:stretch>
          </p:blipFill>
          <p:spPr>
            <a:xfrm>
              <a:off x="5892304" y="4927169"/>
              <a:ext cx="333476" cy="334362"/>
            </a:xfrm>
            <a:prstGeom prst="rect">
              <a:avLst/>
            </a:prstGeom>
          </p:spPr>
        </p:pic>
        <p:sp>
          <p:nvSpPr>
            <p:cNvPr id="264" name="object 258">
              <a:extLst>
                <a:ext uri="{FF2B5EF4-FFF2-40B4-BE49-F238E27FC236}">
                  <a16:creationId xmlns:a16="http://schemas.microsoft.com/office/drawing/2014/main" id="{BD384385-0E08-FF46-AF07-2E495CCF32C3}"/>
                </a:ext>
              </a:extLst>
            </p:cNvPr>
            <p:cNvSpPr/>
            <p:nvPr/>
          </p:nvSpPr>
          <p:spPr>
            <a:xfrm>
              <a:off x="5525261" y="5282945"/>
              <a:ext cx="939165" cy="0"/>
            </a:xfrm>
            <a:custGeom>
              <a:avLst/>
              <a:gdLst/>
              <a:ahLst/>
              <a:cxnLst/>
              <a:rect l="l" t="t" r="r" b="b"/>
              <a:pathLst>
                <a:path w="939164">
                  <a:moveTo>
                    <a:pt x="0" y="0"/>
                  </a:moveTo>
                  <a:lnTo>
                    <a:pt x="938784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59">
              <a:extLst>
                <a:ext uri="{FF2B5EF4-FFF2-40B4-BE49-F238E27FC236}">
                  <a16:creationId xmlns:a16="http://schemas.microsoft.com/office/drawing/2014/main" id="{34434193-AE1A-594B-8062-BBD3908613A5}"/>
                </a:ext>
              </a:extLst>
            </p:cNvPr>
            <p:cNvSpPr/>
            <p:nvPr/>
          </p:nvSpPr>
          <p:spPr>
            <a:xfrm>
              <a:off x="6486905" y="5040629"/>
              <a:ext cx="257810" cy="892810"/>
            </a:xfrm>
            <a:custGeom>
              <a:avLst/>
              <a:gdLst/>
              <a:ahLst/>
              <a:cxnLst/>
              <a:rect l="l" t="t" r="r" b="b"/>
              <a:pathLst>
                <a:path w="257809" h="892810">
                  <a:moveTo>
                    <a:pt x="0" y="0"/>
                  </a:moveTo>
                  <a:lnTo>
                    <a:pt x="50125" y="1692"/>
                  </a:lnTo>
                  <a:lnTo>
                    <a:pt x="91058" y="6302"/>
                  </a:lnTo>
                  <a:lnTo>
                    <a:pt x="118657" y="13126"/>
                  </a:lnTo>
                  <a:lnTo>
                    <a:pt x="128777" y="21463"/>
                  </a:lnTo>
                  <a:lnTo>
                    <a:pt x="128777" y="424688"/>
                  </a:lnTo>
                  <a:lnTo>
                    <a:pt x="138898" y="433024"/>
                  </a:lnTo>
                  <a:lnTo>
                    <a:pt x="166497" y="439848"/>
                  </a:lnTo>
                  <a:lnTo>
                    <a:pt x="207430" y="444458"/>
                  </a:lnTo>
                  <a:lnTo>
                    <a:pt x="257555" y="446151"/>
                  </a:lnTo>
                  <a:lnTo>
                    <a:pt x="207430" y="447843"/>
                  </a:lnTo>
                  <a:lnTo>
                    <a:pt x="166497" y="452453"/>
                  </a:lnTo>
                  <a:lnTo>
                    <a:pt x="138898" y="459277"/>
                  </a:lnTo>
                  <a:lnTo>
                    <a:pt x="128777" y="467614"/>
                  </a:lnTo>
                  <a:lnTo>
                    <a:pt x="128777" y="870839"/>
                  </a:lnTo>
                  <a:lnTo>
                    <a:pt x="118657" y="879191"/>
                  </a:lnTo>
                  <a:lnTo>
                    <a:pt x="91058" y="886013"/>
                  </a:lnTo>
                  <a:lnTo>
                    <a:pt x="50125" y="890614"/>
                  </a:lnTo>
                  <a:lnTo>
                    <a:pt x="0" y="892302"/>
                  </a:lnTo>
                </a:path>
              </a:pathLst>
            </a:custGeom>
            <a:ln w="285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6" name="object 260">
            <a:extLst>
              <a:ext uri="{FF2B5EF4-FFF2-40B4-BE49-F238E27FC236}">
                <a16:creationId xmlns:a16="http://schemas.microsoft.com/office/drawing/2014/main" id="{1379E094-E0F8-234D-B841-78212F1F0978}"/>
              </a:ext>
            </a:extLst>
          </p:cNvPr>
          <p:cNvGrpSpPr/>
          <p:nvPr/>
        </p:nvGrpSpPr>
        <p:grpSpPr>
          <a:xfrm>
            <a:off x="5721096" y="5500115"/>
            <a:ext cx="692150" cy="584835"/>
            <a:chOff x="5568696" y="5347715"/>
            <a:chExt cx="692150" cy="584835"/>
          </a:xfrm>
        </p:grpSpPr>
        <p:pic>
          <p:nvPicPr>
            <p:cNvPr id="267" name="object 261">
              <a:extLst>
                <a:ext uri="{FF2B5EF4-FFF2-40B4-BE49-F238E27FC236}">
                  <a16:creationId xmlns:a16="http://schemas.microsoft.com/office/drawing/2014/main" id="{7AC23750-6791-4747-94EC-74565427BB72}"/>
                </a:ext>
              </a:extLst>
            </p:cNvPr>
            <p:cNvPicPr/>
            <p:nvPr/>
          </p:nvPicPr>
          <p:blipFill>
            <a:blip r:embed="rId16"/>
            <a:stretch>
              <a:fillRect/>
            </a:stretch>
          </p:blipFill>
          <p:spPr>
            <a:xfrm>
              <a:off x="5788069" y="5375909"/>
              <a:ext cx="195998" cy="233934"/>
            </a:xfrm>
            <a:prstGeom prst="rect">
              <a:avLst/>
            </a:prstGeom>
          </p:spPr>
        </p:pic>
        <p:pic>
          <p:nvPicPr>
            <p:cNvPr id="268" name="object 262">
              <a:extLst>
                <a:ext uri="{FF2B5EF4-FFF2-40B4-BE49-F238E27FC236}">
                  <a16:creationId xmlns:a16="http://schemas.microsoft.com/office/drawing/2014/main" id="{210404C7-C010-AA4F-9053-D52A0436C884}"/>
                </a:ext>
              </a:extLst>
            </p:cNvPr>
            <p:cNvPicPr/>
            <p:nvPr/>
          </p:nvPicPr>
          <p:blipFill>
            <a:blip r:embed="rId29"/>
            <a:stretch>
              <a:fillRect/>
            </a:stretch>
          </p:blipFill>
          <p:spPr>
            <a:xfrm>
              <a:off x="5939790" y="5347715"/>
              <a:ext cx="233934" cy="233934"/>
            </a:xfrm>
            <a:prstGeom prst="rect">
              <a:avLst/>
            </a:prstGeom>
          </p:spPr>
        </p:pic>
        <p:pic>
          <p:nvPicPr>
            <p:cNvPr id="269" name="object 263">
              <a:extLst>
                <a:ext uri="{FF2B5EF4-FFF2-40B4-BE49-F238E27FC236}">
                  <a16:creationId xmlns:a16="http://schemas.microsoft.com/office/drawing/2014/main" id="{2B7F3469-23BF-8F42-B64F-298EB228AC9A}"/>
                </a:ext>
              </a:extLst>
            </p:cNvPr>
            <p:cNvPicPr/>
            <p:nvPr/>
          </p:nvPicPr>
          <p:blipFill>
            <a:blip r:embed="rId30"/>
            <a:stretch>
              <a:fillRect/>
            </a:stretch>
          </p:blipFill>
          <p:spPr>
            <a:xfrm>
              <a:off x="5788914" y="5534405"/>
              <a:ext cx="233934" cy="234696"/>
            </a:xfrm>
            <a:prstGeom prst="rect">
              <a:avLst/>
            </a:prstGeom>
          </p:spPr>
        </p:pic>
        <p:pic>
          <p:nvPicPr>
            <p:cNvPr id="270" name="object 264">
              <a:extLst>
                <a:ext uri="{FF2B5EF4-FFF2-40B4-BE49-F238E27FC236}">
                  <a16:creationId xmlns:a16="http://schemas.microsoft.com/office/drawing/2014/main" id="{2235AE3E-23EB-154F-B4BE-9F49FD4B7893}"/>
                </a:ext>
              </a:extLst>
            </p:cNvPr>
            <p:cNvPicPr/>
            <p:nvPr/>
          </p:nvPicPr>
          <p:blipFill>
            <a:blip r:embed="rId15"/>
            <a:stretch>
              <a:fillRect/>
            </a:stretch>
          </p:blipFill>
          <p:spPr>
            <a:xfrm>
              <a:off x="6026658" y="5521451"/>
              <a:ext cx="233934" cy="233934"/>
            </a:xfrm>
            <a:prstGeom prst="rect">
              <a:avLst/>
            </a:prstGeom>
          </p:spPr>
        </p:pic>
        <p:pic>
          <p:nvPicPr>
            <p:cNvPr id="271" name="object 265">
              <a:extLst>
                <a:ext uri="{FF2B5EF4-FFF2-40B4-BE49-F238E27FC236}">
                  <a16:creationId xmlns:a16="http://schemas.microsoft.com/office/drawing/2014/main" id="{4B6AA9FE-D0C8-EE4F-8F4A-21FBA7BD94F3}"/>
                </a:ext>
              </a:extLst>
            </p:cNvPr>
            <p:cNvPicPr/>
            <p:nvPr/>
          </p:nvPicPr>
          <p:blipFill>
            <a:blip r:embed="rId31"/>
            <a:stretch>
              <a:fillRect/>
            </a:stretch>
          </p:blipFill>
          <p:spPr>
            <a:xfrm>
              <a:off x="5568696" y="5399531"/>
              <a:ext cx="649986" cy="532638"/>
            </a:xfrm>
            <a:prstGeom prst="rect">
              <a:avLst/>
            </a:prstGeom>
          </p:spPr>
        </p:pic>
      </p:grpSp>
      <p:sp>
        <p:nvSpPr>
          <p:cNvPr id="272" name="object 266">
            <a:extLst>
              <a:ext uri="{FF2B5EF4-FFF2-40B4-BE49-F238E27FC236}">
                <a16:creationId xmlns:a16="http://schemas.microsoft.com/office/drawing/2014/main" id="{07565331-185E-4940-9AC1-4521276CFE54}"/>
              </a:ext>
            </a:extLst>
          </p:cNvPr>
          <p:cNvSpPr/>
          <p:nvPr/>
        </p:nvSpPr>
        <p:spPr>
          <a:xfrm>
            <a:off x="11171681" y="1686305"/>
            <a:ext cx="257810" cy="891540"/>
          </a:xfrm>
          <a:custGeom>
            <a:avLst/>
            <a:gdLst/>
            <a:ahLst/>
            <a:cxnLst/>
            <a:rect l="l" t="t" r="r" b="b"/>
            <a:pathLst>
              <a:path w="257809" h="891539">
                <a:moveTo>
                  <a:pt x="0" y="0"/>
                </a:moveTo>
                <a:lnTo>
                  <a:pt x="50125" y="1692"/>
                </a:lnTo>
                <a:lnTo>
                  <a:pt x="91058" y="6302"/>
                </a:lnTo>
                <a:lnTo>
                  <a:pt x="118657" y="13126"/>
                </a:lnTo>
                <a:lnTo>
                  <a:pt x="128777" y="21463"/>
                </a:lnTo>
                <a:lnTo>
                  <a:pt x="128777" y="424307"/>
                </a:lnTo>
                <a:lnTo>
                  <a:pt x="138898" y="432643"/>
                </a:lnTo>
                <a:lnTo>
                  <a:pt x="166497" y="439467"/>
                </a:lnTo>
                <a:lnTo>
                  <a:pt x="207430" y="444077"/>
                </a:lnTo>
                <a:lnTo>
                  <a:pt x="257556" y="445770"/>
                </a:lnTo>
                <a:lnTo>
                  <a:pt x="207430" y="447462"/>
                </a:lnTo>
                <a:lnTo>
                  <a:pt x="166497" y="452072"/>
                </a:lnTo>
                <a:lnTo>
                  <a:pt x="138898" y="458896"/>
                </a:lnTo>
                <a:lnTo>
                  <a:pt x="128777" y="467233"/>
                </a:lnTo>
                <a:lnTo>
                  <a:pt x="128777" y="870077"/>
                </a:lnTo>
                <a:lnTo>
                  <a:pt x="118657" y="878413"/>
                </a:lnTo>
                <a:lnTo>
                  <a:pt x="91058" y="885237"/>
                </a:lnTo>
                <a:lnTo>
                  <a:pt x="50125" y="889847"/>
                </a:lnTo>
                <a:lnTo>
                  <a:pt x="0" y="891540"/>
                </a:lnTo>
              </a:path>
            </a:pathLst>
          </a:custGeom>
          <a:ln w="285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67">
            <a:extLst>
              <a:ext uri="{FF2B5EF4-FFF2-40B4-BE49-F238E27FC236}">
                <a16:creationId xmlns:a16="http://schemas.microsoft.com/office/drawing/2014/main" id="{A6698C6C-7FC6-3C44-A7DA-AD85273FFB4B}"/>
              </a:ext>
            </a:extLst>
          </p:cNvPr>
          <p:cNvSpPr txBox="1"/>
          <p:nvPr/>
        </p:nvSpPr>
        <p:spPr>
          <a:xfrm>
            <a:off x="11759183" y="2069337"/>
            <a:ext cx="158750" cy="2927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750" spc="-50">
                <a:latin typeface="Cambria Math"/>
                <a:cs typeface="Cambria Math"/>
              </a:rPr>
              <a:t>𝟓</a:t>
            </a:r>
            <a:endParaRPr sz="1750">
              <a:latin typeface="Cambria Math"/>
              <a:cs typeface="Cambria Math"/>
            </a:endParaRPr>
          </a:p>
        </p:txBody>
      </p:sp>
      <p:sp>
        <p:nvSpPr>
          <p:cNvPr id="274" name="object 268">
            <a:extLst>
              <a:ext uri="{FF2B5EF4-FFF2-40B4-BE49-F238E27FC236}">
                <a16:creationId xmlns:a16="http://schemas.microsoft.com/office/drawing/2014/main" id="{312171E9-4566-674D-BF8D-475F19E62099}"/>
              </a:ext>
            </a:extLst>
          </p:cNvPr>
          <p:cNvSpPr txBox="1"/>
          <p:nvPr/>
        </p:nvSpPr>
        <p:spPr>
          <a:xfrm>
            <a:off x="11542521" y="1786635"/>
            <a:ext cx="40068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sz="3600" spc="-37" baseline="-23148">
                <a:latin typeface="Cambria Math"/>
                <a:cs typeface="Cambria Math"/>
              </a:rPr>
              <a:t>𝑪</a:t>
            </a:r>
            <a:r>
              <a:rPr sz="1750" spc="-25">
                <a:latin typeface="Cambria Math"/>
                <a:cs typeface="Cambria Math"/>
              </a:rPr>
              <a:t>𝟏</a:t>
            </a:r>
            <a:endParaRPr sz="1750">
              <a:latin typeface="Cambria Math"/>
              <a:cs typeface="Cambria Math"/>
            </a:endParaRPr>
          </a:p>
        </p:txBody>
      </p:sp>
      <p:sp>
        <p:nvSpPr>
          <p:cNvPr id="275" name="object 269">
            <a:extLst>
              <a:ext uri="{FF2B5EF4-FFF2-40B4-BE49-F238E27FC236}">
                <a16:creationId xmlns:a16="http://schemas.microsoft.com/office/drawing/2014/main" id="{2A28BFF2-4A23-D247-8BF0-633C6C03C901}"/>
              </a:ext>
            </a:extLst>
          </p:cNvPr>
          <p:cNvSpPr/>
          <p:nvPr/>
        </p:nvSpPr>
        <p:spPr>
          <a:xfrm>
            <a:off x="11153393" y="2773679"/>
            <a:ext cx="257810" cy="892810"/>
          </a:xfrm>
          <a:custGeom>
            <a:avLst/>
            <a:gdLst/>
            <a:ahLst/>
            <a:cxnLst/>
            <a:rect l="l" t="t" r="r" b="b"/>
            <a:pathLst>
              <a:path w="257809" h="892810">
                <a:moveTo>
                  <a:pt x="0" y="0"/>
                </a:moveTo>
                <a:lnTo>
                  <a:pt x="50125" y="1692"/>
                </a:lnTo>
                <a:lnTo>
                  <a:pt x="91058" y="6302"/>
                </a:lnTo>
                <a:lnTo>
                  <a:pt x="118657" y="13126"/>
                </a:lnTo>
                <a:lnTo>
                  <a:pt x="128777" y="21462"/>
                </a:lnTo>
                <a:lnTo>
                  <a:pt x="128777" y="424688"/>
                </a:lnTo>
                <a:lnTo>
                  <a:pt x="138898" y="433024"/>
                </a:lnTo>
                <a:lnTo>
                  <a:pt x="166497" y="439848"/>
                </a:lnTo>
                <a:lnTo>
                  <a:pt x="207430" y="444458"/>
                </a:lnTo>
                <a:lnTo>
                  <a:pt x="257555" y="446150"/>
                </a:lnTo>
                <a:lnTo>
                  <a:pt x="207430" y="447843"/>
                </a:lnTo>
                <a:lnTo>
                  <a:pt x="166497" y="452453"/>
                </a:lnTo>
                <a:lnTo>
                  <a:pt x="138898" y="459277"/>
                </a:lnTo>
                <a:lnTo>
                  <a:pt x="128777" y="467614"/>
                </a:lnTo>
                <a:lnTo>
                  <a:pt x="128777" y="870839"/>
                </a:lnTo>
                <a:lnTo>
                  <a:pt x="118657" y="879175"/>
                </a:lnTo>
                <a:lnTo>
                  <a:pt x="91058" y="885999"/>
                </a:lnTo>
                <a:lnTo>
                  <a:pt x="50125" y="890609"/>
                </a:lnTo>
                <a:lnTo>
                  <a:pt x="0" y="892302"/>
                </a:lnTo>
              </a:path>
            </a:pathLst>
          </a:custGeom>
          <a:ln w="285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0">
            <a:extLst>
              <a:ext uri="{FF2B5EF4-FFF2-40B4-BE49-F238E27FC236}">
                <a16:creationId xmlns:a16="http://schemas.microsoft.com/office/drawing/2014/main" id="{48BB956B-AAD0-8542-968B-E3463E6310C2}"/>
              </a:ext>
            </a:extLst>
          </p:cNvPr>
          <p:cNvSpPr txBox="1"/>
          <p:nvPr/>
        </p:nvSpPr>
        <p:spPr>
          <a:xfrm>
            <a:off x="11759183" y="3128010"/>
            <a:ext cx="158750" cy="2927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750" spc="-50">
                <a:latin typeface="Cambria Math"/>
                <a:cs typeface="Cambria Math"/>
              </a:rPr>
              <a:t>𝟓</a:t>
            </a:r>
            <a:endParaRPr sz="1750">
              <a:latin typeface="Cambria Math"/>
              <a:cs typeface="Cambria Math"/>
            </a:endParaRPr>
          </a:p>
        </p:txBody>
      </p:sp>
      <p:sp>
        <p:nvSpPr>
          <p:cNvPr id="277" name="object 271">
            <a:extLst>
              <a:ext uri="{FF2B5EF4-FFF2-40B4-BE49-F238E27FC236}">
                <a16:creationId xmlns:a16="http://schemas.microsoft.com/office/drawing/2014/main" id="{0E1775C0-B28A-9246-81E4-0CAFD83A4F05}"/>
              </a:ext>
            </a:extLst>
          </p:cNvPr>
          <p:cNvSpPr txBox="1"/>
          <p:nvPr/>
        </p:nvSpPr>
        <p:spPr>
          <a:xfrm>
            <a:off x="11542521" y="2845308"/>
            <a:ext cx="40068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sz="3600" spc="-37" baseline="-23148">
                <a:latin typeface="Cambria Math"/>
                <a:cs typeface="Cambria Math"/>
              </a:rPr>
              <a:t>𝑪</a:t>
            </a:r>
            <a:r>
              <a:rPr sz="1750" spc="-25">
                <a:latin typeface="Cambria Math"/>
                <a:cs typeface="Cambria Math"/>
              </a:rPr>
              <a:t>𝟐</a:t>
            </a:r>
            <a:endParaRPr sz="1750">
              <a:latin typeface="Cambria Math"/>
              <a:cs typeface="Cambria Math"/>
            </a:endParaRPr>
          </a:p>
        </p:txBody>
      </p:sp>
      <p:sp>
        <p:nvSpPr>
          <p:cNvPr id="278" name="object 272">
            <a:extLst>
              <a:ext uri="{FF2B5EF4-FFF2-40B4-BE49-F238E27FC236}">
                <a16:creationId xmlns:a16="http://schemas.microsoft.com/office/drawing/2014/main" id="{AA10D252-C0F5-5F4A-948F-F29715CD54A1}"/>
              </a:ext>
            </a:extLst>
          </p:cNvPr>
          <p:cNvSpPr/>
          <p:nvPr/>
        </p:nvSpPr>
        <p:spPr>
          <a:xfrm>
            <a:off x="11147297" y="3859529"/>
            <a:ext cx="258445" cy="892810"/>
          </a:xfrm>
          <a:custGeom>
            <a:avLst/>
            <a:gdLst/>
            <a:ahLst/>
            <a:cxnLst/>
            <a:rect l="l" t="t" r="r" b="b"/>
            <a:pathLst>
              <a:path w="258445" h="892810">
                <a:moveTo>
                  <a:pt x="0" y="0"/>
                </a:moveTo>
                <a:lnTo>
                  <a:pt x="50292" y="1692"/>
                </a:lnTo>
                <a:lnTo>
                  <a:pt x="91344" y="6302"/>
                </a:lnTo>
                <a:lnTo>
                  <a:pt x="119014" y="13126"/>
                </a:lnTo>
                <a:lnTo>
                  <a:pt x="129158" y="21463"/>
                </a:lnTo>
                <a:lnTo>
                  <a:pt x="129158" y="424688"/>
                </a:lnTo>
                <a:lnTo>
                  <a:pt x="139303" y="433024"/>
                </a:lnTo>
                <a:lnTo>
                  <a:pt x="166973" y="439848"/>
                </a:lnTo>
                <a:lnTo>
                  <a:pt x="208026" y="444458"/>
                </a:lnTo>
                <a:lnTo>
                  <a:pt x="258318" y="446151"/>
                </a:lnTo>
                <a:lnTo>
                  <a:pt x="208025" y="447843"/>
                </a:lnTo>
                <a:lnTo>
                  <a:pt x="166973" y="452453"/>
                </a:lnTo>
                <a:lnTo>
                  <a:pt x="139303" y="459277"/>
                </a:lnTo>
                <a:lnTo>
                  <a:pt x="129158" y="467614"/>
                </a:lnTo>
                <a:lnTo>
                  <a:pt x="129158" y="870712"/>
                </a:lnTo>
                <a:lnTo>
                  <a:pt x="119014" y="879121"/>
                </a:lnTo>
                <a:lnTo>
                  <a:pt x="91344" y="885983"/>
                </a:lnTo>
                <a:lnTo>
                  <a:pt x="50291" y="890607"/>
                </a:lnTo>
                <a:lnTo>
                  <a:pt x="0" y="892302"/>
                </a:lnTo>
              </a:path>
            </a:pathLst>
          </a:custGeom>
          <a:ln w="285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3">
            <a:extLst>
              <a:ext uri="{FF2B5EF4-FFF2-40B4-BE49-F238E27FC236}">
                <a16:creationId xmlns:a16="http://schemas.microsoft.com/office/drawing/2014/main" id="{B0C76117-BB81-8940-A687-2A0D06B34396}"/>
              </a:ext>
            </a:extLst>
          </p:cNvPr>
          <p:cNvSpPr txBox="1"/>
          <p:nvPr/>
        </p:nvSpPr>
        <p:spPr>
          <a:xfrm>
            <a:off x="11759183" y="4186682"/>
            <a:ext cx="158750" cy="2927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750" spc="-50">
                <a:latin typeface="Cambria Math"/>
                <a:cs typeface="Cambria Math"/>
              </a:rPr>
              <a:t>𝟓</a:t>
            </a:r>
            <a:endParaRPr sz="1750">
              <a:latin typeface="Cambria Math"/>
              <a:cs typeface="Cambria Math"/>
            </a:endParaRPr>
          </a:p>
        </p:txBody>
      </p:sp>
      <p:sp>
        <p:nvSpPr>
          <p:cNvPr id="280" name="object 274">
            <a:extLst>
              <a:ext uri="{FF2B5EF4-FFF2-40B4-BE49-F238E27FC236}">
                <a16:creationId xmlns:a16="http://schemas.microsoft.com/office/drawing/2014/main" id="{3924E5A2-847E-9442-A2D9-E477679C203D}"/>
              </a:ext>
            </a:extLst>
          </p:cNvPr>
          <p:cNvSpPr txBox="1"/>
          <p:nvPr/>
        </p:nvSpPr>
        <p:spPr>
          <a:xfrm>
            <a:off x="11542521" y="3902455"/>
            <a:ext cx="40068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sz="3600" spc="-37" baseline="-23148">
                <a:latin typeface="Cambria Math"/>
                <a:cs typeface="Cambria Math"/>
              </a:rPr>
              <a:t>𝑪</a:t>
            </a:r>
            <a:r>
              <a:rPr sz="1750" spc="-25">
                <a:latin typeface="Cambria Math"/>
                <a:cs typeface="Cambria Math"/>
              </a:rPr>
              <a:t>𝟑</a:t>
            </a:r>
            <a:endParaRPr sz="1750">
              <a:latin typeface="Cambria Math"/>
              <a:cs typeface="Cambria Math"/>
            </a:endParaRPr>
          </a:p>
        </p:txBody>
      </p:sp>
      <p:sp>
        <p:nvSpPr>
          <p:cNvPr id="281" name="object 275">
            <a:extLst>
              <a:ext uri="{FF2B5EF4-FFF2-40B4-BE49-F238E27FC236}">
                <a16:creationId xmlns:a16="http://schemas.microsoft.com/office/drawing/2014/main" id="{9A6A09B3-8735-1548-AFB6-E608D102A360}"/>
              </a:ext>
            </a:extLst>
          </p:cNvPr>
          <p:cNvSpPr txBox="1"/>
          <p:nvPr/>
        </p:nvSpPr>
        <p:spPr>
          <a:xfrm>
            <a:off x="7211568" y="5566155"/>
            <a:ext cx="158750" cy="2927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750" spc="-50">
                <a:latin typeface="Cambria Math"/>
                <a:cs typeface="Cambria Math"/>
              </a:rPr>
              <a:t>𝟓</a:t>
            </a:r>
            <a:endParaRPr sz="1750">
              <a:latin typeface="Cambria Math"/>
              <a:cs typeface="Cambria Math"/>
            </a:endParaRPr>
          </a:p>
        </p:txBody>
      </p:sp>
      <p:sp>
        <p:nvSpPr>
          <p:cNvPr id="282" name="object 276">
            <a:extLst>
              <a:ext uri="{FF2B5EF4-FFF2-40B4-BE49-F238E27FC236}">
                <a16:creationId xmlns:a16="http://schemas.microsoft.com/office/drawing/2014/main" id="{612F4D1B-5CC9-354B-9F79-C467A7B74062}"/>
              </a:ext>
            </a:extLst>
          </p:cNvPr>
          <p:cNvSpPr txBox="1"/>
          <p:nvPr/>
        </p:nvSpPr>
        <p:spPr>
          <a:xfrm>
            <a:off x="6994906" y="5283453"/>
            <a:ext cx="40068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sz="3600" spc="-37" baseline="-23148">
                <a:latin typeface="Cambria Math"/>
                <a:cs typeface="Cambria Math"/>
              </a:rPr>
              <a:t>𝑪</a:t>
            </a:r>
            <a:r>
              <a:rPr sz="1750" spc="-25">
                <a:latin typeface="Cambria Math"/>
                <a:cs typeface="Cambria Math"/>
              </a:rPr>
              <a:t>𝟒</a:t>
            </a:r>
            <a:endParaRPr sz="1750">
              <a:latin typeface="Cambria Math"/>
              <a:cs typeface="Cambria Math"/>
            </a:endParaRPr>
          </a:p>
        </p:txBody>
      </p:sp>
      <p:grpSp>
        <p:nvGrpSpPr>
          <p:cNvPr id="283" name="object 249">
            <a:extLst>
              <a:ext uri="{FF2B5EF4-FFF2-40B4-BE49-F238E27FC236}">
                <a16:creationId xmlns:a16="http://schemas.microsoft.com/office/drawing/2014/main" id="{03BC2DCE-62DC-3447-8506-E538C6859D38}"/>
              </a:ext>
            </a:extLst>
          </p:cNvPr>
          <p:cNvGrpSpPr/>
          <p:nvPr/>
        </p:nvGrpSpPr>
        <p:grpSpPr>
          <a:xfrm>
            <a:off x="4160754" y="6169281"/>
            <a:ext cx="939165" cy="680720"/>
            <a:chOff x="4024121" y="6127241"/>
            <a:chExt cx="939165" cy="680720"/>
          </a:xfrm>
        </p:grpSpPr>
        <p:pic>
          <p:nvPicPr>
            <p:cNvPr id="284" name="object 250">
              <a:extLst>
                <a:ext uri="{FF2B5EF4-FFF2-40B4-BE49-F238E27FC236}">
                  <a16:creationId xmlns:a16="http://schemas.microsoft.com/office/drawing/2014/main" id="{93A7EED6-315E-9744-A75C-5E7ECBCA41C3}"/>
                </a:ext>
              </a:extLst>
            </p:cNvPr>
            <p:cNvPicPr/>
            <p:nvPr/>
          </p:nvPicPr>
          <p:blipFill>
            <a:blip r:embed="rId31"/>
            <a:stretch>
              <a:fillRect/>
            </a:stretch>
          </p:blipFill>
          <p:spPr>
            <a:xfrm>
              <a:off x="4078985" y="6273545"/>
              <a:ext cx="650748" cy="534162"/>
            </a:xfrm>
            <a:prstGeom prst="rect">
              <a:avLst/>
            </a:prstGeom>
          </p:spPr>
        </p:pic>
        <p:pic>
          <p:nvPicPr>
            <p:cNvPr id="285" name="object 251">
              <a:extLst>
                <a:ext uri="{FF2B5EF4-FFF2-40B4-BE49-F238E27FC236}">
                  <a16:creationId xmlns:a16="http://schemas.microsoft.com/office/drawing/2014/main" id="{4FBEC2F6-A642-7B4E-BF2D-9BA45A0146E6}"/>
                </a:ext>
              </a:extLst>
            </p:cNvPr>
            <p:cNvPicPr/>
            <p:nvPr/>
          </p:nvPicPr>
          <p:blipFill>
            <a:blip r:embed="rId29"/>
            <a:stretch>
              <a:fillRect/>
            </a:stretch>
          </p:blipFill>
          <p:spPr>
            <a:xfrm>
              <a:off x="4355591" y="6220205"/>
              <a:ext cx="233934" cy="233933"/>
            </a:xfrm>
            <a:prstGeom prst="rect">
              <a:avLst/>
            </a:prstGeom>
          </p:spPr>
        </p:pic>
        <p:pic>
          <p:nvPicPr>
            <p:cNvPr id="286" name="object 252">
              <a:extLst>
                <a:ext uri="{FF2B5EF4-FFF2-40B4-BE49-F238E27FC236}">
                  <a16:creationId xmlns:a16="http://schemas.microsoft.com/office/drawing/2014/main" id="{17202003-F238-E445-9AD6-1B0E0D78B1B7}"/>
                </a:ext>
              </a:extLst>
            </p:cNvPr>
            <p:cNvPicPr/>
            <p:nvPr/>
          </p:nvPicPr>
          <p:blipFill>
            <a:blip r:embed="rId32"/>
            <a:stretch>
              <a:fillRect/>
            </a:stretch>
          </p:blipFill>
          <p:spPr>
            <a:xfrm>
              <a:off x="4495799" y="6222491"/>
              <a:ext cx="233934" cy="233934"/>
            </a:xfrm>
            <a:prstGeom prst="rect">
              <a:avLst/>
            </a:prstGeom>
          </p:spPr>
        </p:pic>
        <p:pic>
          <p:nvPicPr>
            <p:cNvPr id="287" name="object 253">
              <a:extLst>
                <a:ext uri="{FF2B5EF4-FFF2-40B4-BE49-F238E27FC236}">
                  <a16:creationId xmlns:a16="http://schemas.microsoft.com/office/drawing/2014/main" id="{C2C2C266-7C81-A744-80C8-FF23BB54A635}"/>
                </a:ext>
              </a:extLst>
            </p:cNvPr>
            <p:cNvPicPr/>
            <p:nvPr/>
          </p:nvPicPr>
          <p:blipFill>
            <a:blip r:embed="rId30"/>
            <a:stretch>
              <a:fillRect/>
            </a:stretch>
          </p:blipFill>
          <p:spPr>
            <a:xfrm>
              <a:off x="4279391" y="6409181"/>
              <a:ext cx="233934" cy="233934"/>
            </a:xfrm>
            <a:prstGeom prst="rect">
              <a:avLst/>
            </a:prstGeom>
          </p:spPr>
        </p:pic>
        <p:pic>
          <p:nvPicPr>
            <p:cNvPr id="288" name="object 254">
              <a:extLst>
                <a:ext uri="{FF2B5EF4-FFF2-40B4-BE49-F238E27FC236}">
                  <a16:creationId xmlns:a16="http://schemas.microsoft.com/office/drawing/2014/main" id="{BACE410D-3254-0148-AD77-380F65F12BE3}"/>
                </a:ext>
              </a:extLst>
            </p:cNvPr>
            <p:cNvPicPr/>
            <p:nvPr/>
          </p:nvPicPr>
          <p:blipFill>
            <a:blip r:embed="rId15"/>
            <a:stretch>
              <a:fillRect/>
            </a:stretch>
          </p:blipFill>
          <p:spPr>
            <a:xfrm>
              <a:off x="4523231" y="6395465"/>
              <a:ext cx="233934" cy="233934"/>
            </a:xfrm>
            <a:prstGeom prst="rect">
              <a:avLst/>
            </a:prstGeom>
          </p:spPr>
        </p:pic>
        <p:pic>
          <p:nvPicPr>
            <p:cNvPr id="289" name="object 255">
              <a:extLst>
                <a:ext uri="{FF2B5EF4-FFF2-40B4-BE49-F238E27FC236}">
                  <a16:creationId xmlns:a16="http://schemas.microsoft.com/office/drawing/2014/main" id="{4CEB5A46-9FD1-0A44-91B9-B05FE2F7399C}"/>
                </a:ext>
              </a:extLst>
            </p:cNvPr>
            <p:cNvPicPr/>
            <p:nvPr/>
          </p:nvPicPr>
          <p:blipFill>
            <a:blip r:embed="rId33"/>
            <a:stretch>
              <a:fillRect/>
            </a:stretch>
          </p:blipFill>
          <p:spPr>
            <a:xfrm>
              <a:off x="4229861" y="6208013"/>
              <a:ext cx="233934" cy="233934"/>
            </a:xfrm>
            <a:prstGeom prst="rect">
              <a:avLst/>
            </a:prstGeom>
          </p:spPr>
        </p:pic>
        <p:sp>
          <p:nvSpPr>
            <p:cNvPr id="290" name="object 256">
              <a:extLst>
                <a:ext uri="{FF2B5EF4-FFF2-40B4-BE49-F238E27FC236}">
                  <a16:creationId xmlns:a16="http://schemas.microsoft.com/office/drawing/2014/main" id="{4E1CC8B0-1AF6-584C-A1AE-B5AE51394869}"/>
                </a:ext>
              </a:extLst>
            </p:cNvPr>
            <p:cNvSpPr/>
            <p:nvPr/>
          </p:nvSpPr>
          <p:spPr>
            <a:xfrm>
              <a:off x="4024121" y="6146291"/>
              <a:ext cx="939165" cy="0"/>
            </a:xfrm>
            <a:custGeom>
              <a:avLst/>
              <a:gdLst/>
              <a:ahLst/>
              <a:cxnLst/>
              <a:rect l="l" t="t" r="r" b="b"/>
              <a:pathLst>
                <a:path w="939164">
                  <a:moveTo>
                    <a:pt x="0" y="0"/>
                  </a:moveTo>
                  <a:lnTo>
                    <a:pt x="938783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91" name="object 286">
            <a:extLst>
              <a:ext uri="{FF2B5EF4-FFF2-40B4-BE49-F238E27FC236}">
                <a16:creationId xmlns:a16="http://schemas.microsoft.com/office/drawing/2014/main" id="{85476A24-0B2D-A644-B2B4-626B46707E52}"/>
              </a:ext>
            </a:extLst>
          </p:cNvPr>
          <p:cNvSpPr/>
          <p:nvPr/>
        </p:nvSpPr>
        <p:spPr>
          <a:xfrm>
            <a:off x="6667735" y="6125086"/>
            <a:ext cx="200025" cy="727710"/>
          </a:xfrm>
          <a:custGeom>
            <a:avLst/>
            <a:gdLst/>
            <a:ahLst/>
            <a:cxnLst/>
            <a:rect l="l" t="t" r="r" b="b"/>
            <a:pathLst>
              <a:path w="200025" h="727709">
                <a:moveTo>
                  <a:pt x="0" y="0"/>
                </a:moveTo>
                <a:lnTo>
                  <a:pt x="38850" y="1306"/>
                </a:lnTo>
                <a:lnTo>
                  <a:pt x="70580" y="4870"/>
                </a:lnTo>
                <a:lnTo>
                  <a:pt x="91975" y="10158"/>
                </a:lnTo>
                <a:lnTo>
                  <a:pt x="99822" y="16636"/>
                </a:lnTo>
                <a:lnTo>
                  <a:pt x="99822" y="347217"/>
                </a:lnTo>
                <a:lnTo>
                  <a:pt x="107668" y="353696"/>
                </a:lnTo>
                <a:lnTo>
                  <a:pt x="129063" y="358984"/>
                </a:lnTo>
                <a:lnTo>
                  <a:pt x="160793" y="362548"/>
                </a:lnTo>
                <a:lnTo>
                  <a:pt x="199644" y="363854"/>
                </a:lnTo>
                <a:lnTo>
                  <a:pt x="160793" y="365161"/>
                </a:lnTo>
                <a:lnTo>
                  <a:pt x="129063" y="368725"/>
                </a:lnTo>
                <a:lnTo>
                  <a:pt x="107668" y="374013"/>
                </a:lnTo>
                <a:lnTo>
                  <a:pt x="99822" y="380491"/>
                </a:lnTo>
                <a:lnTo>
                  <a:pt x="99822" y="711072"/>
                </a:lnTo>
                <a:lnTo>
                  <a:pt x="91975" y="717548"/>
                </a:lnTo>
                <a:lnTo>
                  <a:pt x="70580" y="722837"/>
                </a:lnTo>
                <a:lnTo>
                  <a:pt x="38850" y="726402"/>
                </a:lnTo>
                <a:lnTo>
                  <a:pt x="0" y="727709"/>
                </a:lnTo>
              </a:path>
            </a:pathLst>
          </a:custGeom>
          <a:ln w="285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87">
            <a:extLst>
              <a:ext uri="{FF2B5EF4-FFF2-40B4-BE49-F238E27FC236}">
                <a16:creationId xmlns:a16="http://schemas.microsoft.com/office/drawing/2014/main" id="{E937D013-23E6-5F47-8B19-3C392095F61C}"/>
              </a:ext>
            </a:extLst>
          </p:cNvPr>
          <p:cNvSpPr txBox="1"/>
          <p:nvPr/>
        </p:nvSpPr>
        <p:spPr>
          <a:xfrm>
            <a:off x="7195801" y="6428869"/>
            <a:ext cx="158750" cy="2927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750" spc="-50">
                <a:latin typeface="Cambria Math"/>
                <a:cs typeface="Cambria Math"/>
              </a:rPr>
              <a:t>𝟓</a:t>
            </a:r>
            <a:endParaRPr sz="1750">
              <a:latin typeface="Cambria Math"/>
              <a:cs typeface="Cambria Math"/>
            </a:endParaRPr>
          </a:p>
        </p:txBody>
      </p:sp>
      <p:sp>
        <p:nvSpPr>
          <p:cNvPr id="293" name="object 288">
            <a:extLst>
              <a:ext uri="{FF2B5EF4-FFF2-40B4-BE49-F238E27FC236}">
                <a16:creationId xmlns:a16="http://schemas.microsoft.com/office/drawing/2014/main" id="{1A0EF516-5323-164C-8893-88EAF1C1F5BA}"/>
              </a:ext>
            </a:extLst>
          </p:cNvPr>
          <p:cNvSpPr txBox="1"/>
          <p:nvPr/>
        </p:nvSpPr>
        <p:spPr>
          <a:xfrm>
            <a:off x="6979139" y="6144643"/>
            <a:ext cx="40068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sz="3600" spc="-37" baseline="-23148">
                <a:latin typeface="Cambria Math"/>
                <a:cs typeface="Cambria Math"/>
              </a:rPr>
              <a:t>𝑪</a:t>
            </a:r>
            <a:r>
              <a:rPr sz="1750" spc="-25">
                <a:latin typeface="Cambria Math"/>
                <a:cs typeface="Cambria Math"/>
              </a:rPr>
              <a:t>𝟓</a:t>
            </a:r>
            <a:endParaRPr sz="1750">
              <a:latin typeface="Cambria Math"/>
              <a:cs typeface="Cambria Math"/>
            </a:endParaRPr>
          </a:p>
        </p:txBody>
      </p:sp>
      <p:sp>
        <p:nvSpPr>
          <p:cNvPr id="294" name="文本框 293">
            <a:extLst>
              <a:ext uri="{FF2B5EF4-FFF2-40B4-BE49-F238E27FC236}">
                <a16:creationId xmlns:a16="http://schemas.microsoft.com/office/drawing/2014/main" id="{2C7918B1-3ED1-2A40-B716-765746C3DC8C}"/>
              </a:ext>
            </a:extLst>
          </p:cNvPr>
          <p:cNvSpPr txBox="1"/>
          <p:nvPr/>
        </p:nvSpPr>
        <p:spPr>
          <a:xfrm>
            <a:off x="7326145" y="447296"/>
            <a:ext cx="3448155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40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（共</a:t>
            </a:r>
            <a:r>
              <a:rPr lang="zh-CN" altLang="en-US" sz="2400" dirty="0">
                <a:latin typeface="SimSun" panose="02010600030101010101" pitchFamily="2" charset="-122"/>
                <a:ea typeface="SimSun" panose="02010600030101010101" pitchFamily="2" charset="-122"/>
                <a:cs typeface="Cambria Math"/>
              </a:rPr>
              <a:t>𝟐</a:t>
            </a:r>
            <a:r>
              <a:rPr lang="zh-CN" altLang="en-US" sz="2800" baseline="28455" dirty="0">
                <a:latin typeface="SimSun" panose="02010600030101010101" pitchFamily="2" charset="-122"/>
                <a:ea typeface="SimSun" panose="02010600030101010101" pitchFamily="2" charset="-122"/>
                <a:cs typeface="Cambria Math"/>
              </a:rPr>
              <a:t>𝒏</a:t>
            </a:r>
            <a:r>
              <a:rPr lang="zh-CN" altLang="en-US" sz="2800" spc="412" baseline="28455" dirty="0">
                <a:latin typeface="SimSun" panose="02010600030101010101" pitchFamily="2" charset="-122"/>
                <a:ea typeface="SimSun" panose="02010600030101010101" pitchFamily="2" charset="-122"/>
                <a:cs typeface="Cambria Math"/>
              </a:rPr>
              <a:t> </a:t>
            </a:r>
            <a:r>
              <a:rPr lang="zh-CN" altLang="en-US" sz="2400" spc="-10" dirty="0">
                <a:latin typeface="SimSun" panose="02010600030101010101" pitchFamily="2" charset="-122"/>
                <a:ea typeface="SimSun" panose="02010600030101010101" pitchFamily="2" charset="-122"/>
                <a:cs typeface="Cambria Math"/>
              </a:rPr>
              <a:t>− </a:t>
            </a:r>
            <a:r>
              <a:rPr lang="en-US" altLang="zh-CN" sz="2400" dirty="0">
                <a:latin typeface="SimSun" panose="02010600030101010101" pitchFamily="2" charset="-122"/>
                <a:ea typeface="SimSun" panose="02010600030101010101" pitchFamily="2" charset="-122"/>
                <a:cs typeface="Cambria Math"/>
              </a:rPr>
              <a:t>1</a:t>
            </a:r>
            <a:r>
              <a:rPr lang="zh-CN" altLang="en-US" sz="240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种情况</a:t>
            </a:r>
            <a:r>
              <a:rPr lang="zh-CN" altLang="en-US" sz="2400" spc="-5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）</a:t>
            </a:r>
            <a:endParaRPr lang="zh-CN" altLang="en-US" sz="2400" dirty="0"/>
          </a:p>
        </p:txBody>
      </p:sp>
    </p:spTree>
    <p:extLst>
      <p:ext uri="{BB962C8B-B14F-4D97-AF65-F5344CB8AC3E}">
        <p14:creationId xmlns:p14="http://schemas.microsoft.com/office/powerpoint/2010/main" val="19801408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1" grpId="0" animBg="1"/>
      <p:bldP spid="292" grpId="0"/>
      <p:bldP spid="293" grpId="0"/>
      <p:bldP spid="294" grpId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3">
            <a:extLst>
              <a:ext uri="{FF2B5EF4-FFF2-40B4-BE49-F238E27FC236}">
                <a16:creationId xmlns:a16="http://schemas.microsoft.com/office/drawing/2014/main" id="{751451E1-25F7-294C-91A0-7FE054B79435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54626" y="219670"/>
            <a:ext cx="9507967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蛮力枚</a:t>
            </a: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举</a:t>
            </a:r>
            <a:r>
              <a:rPr lang="en-US" altLang="zh-CN" spc="-50" dirty="0">
                <a:latin typeface="SimSun" panose="02010600030101010101" pitchFamily="2" charset="-122"/>
                <a:ea typeface="SimSun" panose="02010600030101010101" pitchFamily="2" charset="-122"/>
              </a:rPr>
              <a:t>-</a:t>
            </a:r>
            <a:r>
              <a:rPr lang="zh-CN" altLang="en-US" sz="3600" spc="-50" dirty="0">
                <a:latin typeface="SimSun" panose="02010600030101010101" pitchFamily="2" charset="-122"/>
                <a:ea typeface="SimSun" panose="02010600030101010101" pitchFamily="2" charset="-122"/>
              </a:rPr>
              <a:t>枚举所有商品组合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sp>
        <p:nvSpPr>
          <p:cNvPr id="294" name="文本框 293">
            <a:extLst>
              <a:ext uri="{FF2B5EF4-FFF2-40B4-BE49-F238E27FC236}">
                <a16:creationId xmlns:a16="http://schemas.microsoft.com/office/drawing/2014/main" id="{2C7918B1-3ED1-2A40-B716-765746C3DC8C}"/>
              </a:ext>
            </a:extLst>
          </p:cNvPr>
          <p:cNvSpPr txBox="1"/>
          <p:nvPr/>
        </p:nvSpPr>
        <p:spPr>
          <a:xfrm>
            <a:off x="7326145" y="447296"/>
            <a:ext cx="3448155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40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（共</a:t>
            </a:r>
            <a:r>
              <a:rPr lang="zh-CN" altLang="en-US" sz="2400" dirty="0">
                <a:latin typeface="SimSun" panose="02010600030101010101" pitchFamily="2" charset="-122"/>
                <a:ea typeface="SimSun" panose="02010600030101010101" pitchFamily="2" charset="-122"/>
                <a:cs typeface="Cambria Math"/>
              </a:rPr>
              <a:t>𝟐</a:t>
            </a:r>
            <a:r>
              <a:rPr lang="zh-CN" altLang="en-US" sz="2800" baseline="28455" dirty="0">
                <a:latin typeface="SimSun" panose="02010600030101010101" pitchFamily="2" charset="-122"/>
                <a:ea typeface="SimSun" panose="02010600030101010101" pitchFamily="2" charset="-122"/>
                <a:cs typeface="Cambria Math"/>
              </a:rPr>
              <a:t>𝒏</a:t>
            </a:r>
            <a:r>
              <a:rPr lang="zh-CN" altLang="en-US" sz="2800" spc="412" baseline="28455" dirty="0">
                <a:latin typeface="SimSun" panose="02010600030101010101" pitchFamily="2" charset="-122"/>
                <a:ea typeface="SimSun" panose="02010600030101010101" pitchFamily="2" charset="-122"/>
                <a:cs typeface="Cambria Math"/>
              </a:rPr>
              <a:t> </a:t>
            </a:r>
            <a:r>
              <a:rPr lang="zh-CN" altLang="en-US" sz="2400" spc="-10" dirty="0">
                <a:latin typeface="SimSun" panose="02010600030101010101" pitchFamily="2" charset="-122"/>
                <a:ea typeface="SimSun" panose="02010600030101010101" pitchFamily="2" charset="-122"/>
                <a:cs typeface="Cambria Math"/>
              </a:rPr>
              <a:t>− </a:t>
            </a:r>
            <a:r>
              <a:rPr lang="en-US" altLang="zh-CN" sz="2400" dirty="0">
                <a:latin typeface="SimSun" panose="02010600030101010101" pitchFamily="2" charset="-122"/>
                <a:ea typeface="SimSun" panose="02010600030101010101" pitchFamily="2" charset="-122"/>
                <a:cs typeface="Cambria Math"/>
              </a:rPr>
              <a:t>1</a:t>
            </a:r>
            <a:r>
              <a:rPr lang="zh-CN" altLang="en-US" sz="240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种情况</a:t>
            </a:r>
            <a:r>
              <a:rPr lang="zh-CN" altLang="en-US" sz="2400" spc="-5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）</a:t>
            </a:r>
            <a:endParaRPr lang="zh-CN" altLang="en-US" sz="2400" dirty="0"/>
          </a:p>
        </p:txBody>
      </p:sp>
      <p:grpSp>
        <p:nvGrpSpPr>
          <p:cNvPr id="295" name="object 4">
            <a:extLst>
              <a:ext uri="{FF2B5EF4-FFF2-40B4-BE49-F238E27FC236}">
                <a16:creationId xmlns:a16="http://schemas.microsoft.com/office/drawing/2014/main" id="{19509181-6E27-0446-99A5-490503E90A03}"/>
              </a:ext>
            </a:extLst>
          </p:cNvPr>
          <p:cNvGrpSpPr/>
          <p:nvPr/>
        </p:nvGrpSpPr>
        <p:grpSpPr>
          <a:xfrm>
            <a:off x="1686305" y="1748789"/>
            <a:ext cx="649605" cy="532765"/>
            <a:chOff x="1686305" y="1748789"/>
            <a:chExt cx="649605" cy="532765"/>
          </a:xfrm>
        </p:grpSpPr>
        <p:pic>
          <p:nvPicPr>
            <p:cNvPr id="296" name="object 5">
              <a:extLst>
                <a:ext uri="{FF2B5EF4-FFF2-40B4-BE49-F238E27FC236}">
                  <a16:creationId xmlns:a16="http://schemas.microsoft.com/office/drawing/2014/main" id="{8DC7E655-5F2F-4F48-8E17-5499B9194879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1686305" y="1748789"/>
              <a:ext cx="649224" cy="532638"/>
            </a:xfrm>
            <a:prstGeom prst="rect">
              <a:avLst/>
            </a:prstGeom>
          </p:spPr>
        </p:pic>
        <p:pic>
          <p:nvPicPr>
            <p:cNvPr id="297" name="object 6">
              <a:extLst>
                <a:ext uri="{FF2B5EF4-FFF2-40B4-BE49-F238E27FC236}">
                  <a16:creationId xmlns:a16="http://schemas.microsoft.com/office/drawing/2014/main" id="{D9CB8D3C-F7AA-DE40-B406-F72B63E70B65}"/>
                </a:ext>
              </a:extLst>
            </p:cNvPr>
            <p:cNvPicPr/>
            <p:nvPr/>
          </p:nvPicPr>
          <p:blipFill>
            <a:blip r:embed="rId4"/>
            <a:stretch>
              <a:fillRect/>
            </a:stretch>
          </p:blipFill>
          <p:spPr>
            <a:xfrm>
              <a:off x="1897379" y="1845563"/>
              <a:ext cx="245363" cy="244601"/>
            </a:xfrm>
            <a:prstGeom prst="rect">
              <a:avLst/>
            </a:prstGeom>
          </p:spPr>
        </p:pic>
      </p:grpSp>
      <p:grpSp>
        <p:nvGrpSpPr>
          <p:cNvPr id="298" name="object 7">
            <a:extLst>
              <a:ext uri="{FF2B5EF4-FFF2-40B4-BE49-F238E27FC236}">
                <a16:creationId xmlns:a16="http://schemas.microsoft.com/office/drawing/2014/main" id="{EDDC106A-4E0C-8B40-BE6A-758A7B07E043}"/>
              </a:ext>
            </a:extLst>
          </p:cNvPr>
          <p:cNvGrpSpPr/>
          <p:nvPr/>
        </p:nvGrpSpPr>
        <p:grpSpPr>
          <a:xfrm>
            <a:off x="3519678" y="1748789"/>
            <a:ext cx="650240" cy="532765"/>
            <a:chOff x="3519678" y="1748789"/>
            <a:chExt cx="650240" cy="532765"/>
          </a:xfrm>
        </p:grpSpPr>
        <p:pic>
          <p:nvPicPr>
            <p:cNvPr id="299" name="object 8">
              <a:extLst>
                <a:ext uri="{FF2B5EF4-FFF2-40B4-BE49-F238E27FC236}">
                  <a16:creationId xmlns:a16="http://schemas.microsoft.com/office/drawing/2014/main" id="{CA88CB2C-9943-CA4D-A04E-A0041C684234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3519678" y="1748789"/>
              <a:ext cx="649986" cy="532638"/>
            </a:xfrm>
            <a:prstGeom prst="rect">
              <a:avLst/>
            </a:prstGeom>
          </p:spPr>
        </p:pic>
        <p:pic>
          <p:nvPicPr>
            <p:cNvPr id="300" name="object 9">
              <a:extLst>
                <a:ext uri="{FF2B5EF4-FFF2-40B4-BE49-F238E27FC236}">
                  <a16:creationId xmlns:a16="http://schemas.microsoft.com/office/drawing/2014/main" id="{65783E3B-6213-044B-A936-C116F3B09836}"/>
                </a:ext>
              </a:extLst>
            </p:cNvPr>
            <p:cNvPicPr/>
            <p:nvPr/>
          </p:nvPicPr>
          <p:blipFill>
            <a:blip r:embed="rId5"/>
            <a:stretch>
              <a:fillRect/>
            </a:stretch>
          </p:blipFill>
          <p:spPr>
            <a:xfrm>
              <a:off x="3772662" y="1869185"/>
              <a:ext cx="245363" cy="244601"/>
            </a:xfrm>
            <a:prstGeom prst="rect">
              <a:avLst/>
            </a:prstGeom>
          </p:spPr>
        </p:pic>
      </p:grpSp>
      <p:grpSp>
        <p:nvGrpSpPr>
          <p:cNvPr id="301" name="object 10">
            <a:extLst>
              <a:ext uri="{FF2B5EF4-FFF2-40B4-BE49-F238E27FC236}">
                <a16:creationId xmlns:a16="http://schemas.microsoft.com/office/drawing/2014/main" id="{89C054A0-B12F-D440-A31A-3C77AF2503E9}"/>
              </a:ext>
            </a:extLst>
          </p:cNvPr>
          <p:cNvGrpSpPr/>
          <p:nvPr/>
        </p:nvGrpSpPr>
        <p:grpSpPr>
          <a:xfrm>
            <a:off x="5362955" y="1748789"/>
            <a:ext cx="650240" cy="532765"/>
            <a:chOff x="5362955" y="1748789"/>
            <a:chExt cx="650240" cy="532765"/>
          </a:xfrm>
        </p:grpSpPr>
        <p:pic>
          <p:nvPicPr>
            <p:cNvPr id="302" name="object 11">
              <a:extLst>
                <a:ext uri="{FF2B5EF4-FFF2-40B4-BE49-F238E27FC236}">
                  <a16:creationId xmlns:a16="http://schemas.microsoft.com/office/drawing/2014/main" id="{90251D18-EBEE-814F-B992-08763A98BDED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5362955" y="1748789"/>
              <a:ext cx="649986" cy="532638"/>
            </a:xfrm>
            <a:prstGeom prst="rect">
              <a:avLst/>
            </a:prstGeom>
          </p:spPr>
        </p:pic>
        <p:pic>
          <p:nvPicPr>
            <p:cNvPr id="303" name="object 12">
              <a:extLst>
                <a:ext uri="{FF2B5EF4-FFF2-40B4-BE49-F238E27FC236}">
                  <a16:creationId xmlns:a16="http://schemas.microsoft.com/office/drawing/2014/main" id="{4894C1D0-3B98-D94B-BD64-2120E74F7932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5626607" y="1868423"/>
              <a:ext cx="245363" cy="244601"/>
            </a:xfrm>
            <a:prstGeom prst="rect">
              <a:avLst/>
            </a:prstGeom>
          </p:spPr>
        </p:pic>
      </p:grpSp>
      <p:grpSp>
        <p:nvGrpSpPr>
          <p:cNvPr id="304" name="object 13">
            <a:extLst>
              <a:ext uri="{FF2B5EF4-FFF2-40B4-BE49-F238E27FC236}">
                <a16:creationId xmlns:a16="http://schemas.microsoft.com/office/drawing/2014/main" id="{526A3911-DB36-794F-A995-DFF2F316E9C9}"/>
              </a:ext>
            </a:extLst>
          </p:cNvPr>
          <p:cNvGrpSpPr/>
          <p:nvPr/>
        </p:nvGrpSpPr>
        <p:grpSpPr>
          <a:xfrm>
            <a:off x="1173480" y="2995422"/>
            <a:ext cx="651510" cy="534670"/>
            <a:chOff x="1173480" y="2995422"/>
            <a:chExt cx="651510" cy="534670"/>
          </a:xfrm>
        </p:grpSpPr>
        <p:pic>
          <p:nvPicPr>
            <p:cNvPr id="305" name="object 14">
              <a:extLst>
                <a:ext uri="{FF2B5EF4-FFF2-40B4-BE49-F238E27FC236}">
                  <a16:creationId xmlns:a16="http://schemas.microsoft.com/office/drawing/2014/main" id="{339AD2FF-E493-FB45-81D3-D7AABC0DC320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1173480" y="2995422"/>
              <a:ext cx="650748" cy="534162"/>
            </a:xfrm>
            <a:prstGeom prst="rect">
              <a:avLst/>
            </a:prstGeom>
          </p:spPr>
        </p:pic>
        <p:pic>
          <p:nvPicPr>
            <p:cNvPr id="306" name="object 15">
              <a:extLst>
                <a:ext uri="{FF2B5EF4-FFF2-40B4-BE49-F238E27FC236}">
                  <a16:creationId xmlns:a16="http://schemas.microsoft.com/office/drawing/2014/main" id="{648DF68A-E44E-344C-8925-098AC105A185}"/>
                </a:ext>
              </a:extLst>
            </p:cNvPr>
            <p:cNvPicPr/>
            <p:nvPr/>
          </p:nvPicPr>
          <p:blipFill>
            <a:blip r:embed="rId5"/>
            <a:stretch>
              <a:fillRect/>
            </a:stretch>
          </p:blipFill>
          <p:spPr>
            <a:xfrm>
              <a:off x="1569720" y="3121914"/>
              <a:ext cx="255269" cy="255270"/>
            </a:xfrm>
            <a:prstGeom prst="rect">
              <a:avLst/>
            </a:prstGeom>
          </p:spPr>
        </p:pic>
      </p:grpSp>
      <p:pic>
        <p:nvPicPr>
          <p:cNvPr id="307" name="object 16">
            <a:extLst>
              <a:ext uri="{FF2B5EF4-FFF2-40B4-BE49-F238E27FC236}">
                <a16:creationId xmlns:a16="http://schemas.microsoft.com/office/drawing/2014/main" id="{F117EFF5-7D31-AD4F-AC54-BD0F83EBAAD9}"/>
              </a:ext>
            </a:extLst>
          </p:cNvPr>
          <p:cNvPicPr/>
          <p:nvPr/>
        </p:nvPicPr>
        <p:blipFill>
          <a:blip r:embed="rId7"/>
          <a:stretch>
            <a:fillRect/>
          </a:stretch>
        </p:blipFill>
        <p:spPr>
          <a:xfrm>
            <a:off x="1391411" y="3082289"/>
            <a:ext cx="246125" cy="246125"/>
          </a:xfrm>
          <a:prstGeom prst="rect">
            <a:avLst/>
          </a:prstGeom>
        </p:spPr>
      </p:pic>
      <p:pic>
        <p:nvPicPr>
          <p:cNvPr id="308" name="object 17">
            <a:extLst>
              <a:ext uri="{FF2B5EF4-FFF2-40B4-BE49-F238E27FC236}">
                <a16:creationId xmlns:a16="http://schemas.microsoft.com/office/drawing/2014/main" id="{AC2F43A4-6B96-FB41-B6C4-8EFB06DBD8D8}"/>
              </a:ext>
            </a:extLst>
          </p:cNvPr>
          <p:cNvPicPr/>
          <p:nvPr/>
        </p:nvPicPr>
        <p:blipFill>
          <a:blip r:embed="rId3"/>
          <a:stretch>
            <a:fillRect/>
          </a:stretch>
        </p:blipFill>
        <p:spPr>
          <a:xfrm>
            <a:off x="2210561" y="2995422"/>
            <a:ext cx="650748" cy="534162"/>
          </a:xfrm>
          <a:prstGeom prst="rect">
            <a:avLst/>
          </a:prstGeom>
        </p:spPr>
      </p:pic>
      <p:grpSp>
        <p:nvGrpSpPr>
          <p:cNvPr id="309" name="object 18">
            <a:extLst>
              <a:ext uri="{FF2B5EF4-FFF2-40B4-BE49-F238E27FC236}">
                <a16:creationId xmlns:a16="http://schemas.microsoft.com/office/drawing/2014/main" id="{EA53A4AA-BFF1-F94E-AD59-BF3F2C0B30A8}"/>
              </a:ext>
            </a:extLst>
          </p:cNvPr>
          <p:cNvGrpSpPr/>
          <p:nvPr/>
        </p:nvGrpSpPr>
        <p:grpSpPr>
          <a:xfrm>
            <a:off x="2428494" y="3071622"/>
            <a:ext cx="473709" cy="257175"/>
            <a:chOff x="2428494" y="3071622"/>
            <a:chExt cx="473709" cy="257175"/>
          </a:xfrm>
        </p:grpSpPr>
        <p:pic>
          <p:nvPicPr>
            <p:cNvPr id="310" name="object 19">
              <a:extLst>
                <a:ext uri="{FF2B5EF4-FFF2-40B4-BE49-F238E27FC236}">
                  <a16:creationId xmlns:a16="http://schemas.microsoft.com/office/drawing/2014/main" id="{4860C832-CE3F-2C4F-BF4E-BBD57B8E889F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2428494" y="3082290"/>
              <a:ext cx="246125" cy="246125"/>
            </a:xfrm>
            <a:prstGeom prst="rect">
              <a:avLst/>
            </a:prstGeom>
          </p:spPr>
        </p:pic>
        <p:pic>
          <p:nvPicPr>
            <p:cNvPr id="311" name="object 20">
              <a:extLst>
                <a:ext uri="{FF2B5EF4-FFF2-40B4-BE49-F238E27FC236}">
                  <a16:creationId xmlns:a16="http://schemas.microsoft.com/office/drawing/2014/main" id="{B9EDC27D-01E2-5F4B-9A47-284DFE80E1BE}"/>
                </a:ext>
              </a:extLst>
            </p:cNvPr>
            <p:cNvPicPr/>
            <p:nvPr/>
          </p:nvPicPr>
          <p:blipFill>
            <a:blip r:embed="rId8"/>
            <a:stretch>
              <a:fillRect/>
            </a:stretch>
          </p:blipFill>
          <p:spPr>
            <a:xfrm>
              <a:off x="2656332" y="3071622"/>
              <a:ext cx="245363" cy="244601"/>
            </a:xfrm>
            <a:prstGeom prst="rect">
              <a:avLst/>
            </a:prstGeom>
          </p:spPr>
        </p:pic>
      </p:grpSp>
      <p:grpSp>
        <p:nvGrpSpPr>
          <p:cNvPr id="312" name="object 21">
            <a:extLst>
              <a:ext uri="{FF2B5EF4-FFF2-40B4-BE49-F238E27FC236}">
                <a16:creationId xmlns:a16="http://schemas.microsoft.com/office/drawing/2014/main" id="{181AD8FE-438A-BC4E-B4E0-111DCF726006}"/>
              </a:ext>
            </a:extLst>
          </p:cNvPr>
          <p:cNvGrpSpPr/>
          <p:nvPr/>
        </p:nvGrpSpPr>
        <p:grpSpPr>
          <a:xfrm>
            <a:off x="3343655" y="2995422"/>
            <a:ext cx="650875" cy="534670"/>
            <a:chOff x="3343655" y="2995422"/>
            <a:chExt cx="650875" cy="534670"/>
          </a:xfrm>
        </p:grpSpPr>
        <p:pic>
          <p:nvPicPr>
            <p:cNvPr id="313" name="object 22">
              <a:extLst>
                <a:ext uri="{FF2B5EF4-FFF2-40B4-BE49-F238E27FC236}">
                  <a16:creationId xmlns:a16="http://schemas.microsoft.com/office/drawing/2014/main" id="{5E597EF9-2BFA-E442-BCF3-559DD47384B1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3343655" y="2995422"/>
              <a:ext cx="650748" cy="534162"/>
            </a:xfrm>
            <a:prstGeom prst="rect">
              <a:avLst/>
            </a:prstGeom>
          </p:spPr>
        </p:pic>
        <p:pic>
          <p:nvPicPr>
            <p:cNvPr id="314" name="object 23">
              <a:extLst>
                <a:ext uri="{FF2B5EF4-FFF2-40B4-BE49-F238E27FC236}">
                  <a16:creationId xmlns:a16="http://schemas.microsoft.com/office/drawing/2014/main" id="{A7F42CF8-45C0-4241-AAA6-15394CF1808C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3717797" y="3110484"/>
              <a:ext cx="245363" cy="244601"/>
            </a:xfrm>
            <a:prstGeom prst="rect">
              <a:avLst/>
            </a:prstGeom>
          </p:spPr>
        </p:pic>
      </p:grpSp>
      <p:pic>
        <p:nvPicPr>
          <p:cNvPr id="315" name="object 24">
            <a:extLst>
              <a:ext uri="{FF2B5EF4-FFF2-40B4-BE49-F238E27FC236}">
                <a16:creationId xmlns:a16="http://schemas.microsoft.com/office/drawing/2014/main" id="{E84FCE90-DB9B-2842-9A92-827645387C14}"/>
              </a:ext>
            </a:extLst>
          </p:cNvPr>
          <p:cNvPicPr/>
          <p:nvPr/>
        </p:nvPicPr>
        <p:blipFill>
          <a:blip r:embed="rId7"/>
          <a:stretch>
            <a:fillRect/>
          </a:stretch>
        </p:blipFill>
        <p:spPr>
          <a:xfrm>
            <a:off x="3533394" y="3082289"/>
            <a:ext cx="245363" cy="246125"/>
          </a:xfrm>
          <a:prstGeom prst="rect">
            <a:avLst/>
          </a:prstGeom>
        </p:spPr>
      </p:pic>
      <p:grpSp>
        <p:nvGrpSpPr>
          <p:cNvPr id="316" name="object 25">
            <a:extLst>
              <a:ext uri="{FF2B5EF4-FFF2-40B4-BE49-F238E27FC236}">
                <a16:creationId xmlns:a16="http://schemas.microsoft.com/office/drawing/2014/main" id="{C9AD94D9-8D59-E44C-ABA6-D01217ACFC77}"/>
              </a:ext>
            </a:extLst>
          </p:cNvPr>
          <p:cNvGrpSpPr/>
          <p:nvPr/>
        </p:nvGrpSpPr>
        <p:grpSpPr>
          <a:xfrm>
            <a:off x="4436364" y="2995422"/>
            <a:ext cx="650875" cy="534670"/>
            <a:chOff x="4436364" y="2995422"/>
            <a:chExt cx="650875" cy="534670"/>
          </a:xfrm>
        </p:grpSpPr>
        <p:pic>
          <p:nvPicPr>
            <p:cNvPr id="317" name="object 26">
              <a:extLst>
                <a:ext uri="{FF2B5EF4-FFF2-40B4-BE49-F238E27FC236}">
                  <a16:creationId xmlns:a16="http://schemas.microsoft.com/office/drawing/2014/main" id="{4D530CE1-D3BC-D841-A6EE-F298A077C7AB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4436364" y="2995422"/>
              <a:ext cx="650748" cy="534162"/>
            </a:xfrm>
            <a:prstGeom prst="rect">
              <a:avLst/>
            </a:prstGeom>
          </p:spPr>
        </p:pic>
        <p:pic>
          <p:nvPicPr>
            <p:cNvPr id="318" name="object 27">
              <a:extLst>
                <a:ext uri="{FF2B5EF4-FFF2-40B4-BE49-F238E27FC236}">
                  <a16:creationId xmlns:a16="http://schemas.microsoft.com/office/drawing/2014/main" id="{7D721C65-69FE-A64B-B9B5-E7BE20A9DD77}"/>
                </a:ext>
              </a:extLst>
            </p:cNvPr>
            <p:cNvPicPr/>
            <p:nvPr/>
          </p:nvPicPr>
          <p:blipFill>
            <a:blip r:embed="rId4"/>
            <a:stretch>
              <a:fillRect/>
            </a:stretch>
          </p:blipFill>
          <p:spPr>
            <a:xfrm>
              <a:off x="4837938" y="3092196"/>
              <a:ext cx="244601" cy="245363"/>
            </a:xfrm>
            <a:prstGeom prst="rect">
              <a:avLst/>
            </a:prstGeom>
          </p:spPr>
        </p:pic>
        <p:pic>
          <p:nvPicPr>
            <p:cNvPr id="319" name="object 28">
              <a:extLst>
                <a:ext uri="{FF2B5EF4-FFF2-40B4-BE49-F238E27FC236}">
                  <a16:creationId xmlns:a16="http://schemas.microsoft.com/office/drawing/2014/main" id="{D56EE5B4-9DE7-054B-B8ED-AE4573031E0D}"/>
                </a:ext>
              </a:extLst>
            </p:cNvPr>
            <p:cNvPicPr/>
            <p:nvPr/>
          </p:nvPicPr>
          <p:blipFill>
            <a:blip r:embed="rId5"/>
            <a:stretch>
              <a:fillRect/>
            </a:stretch>
          </p:blipFill>
          <p:spPr>
            <a:xfrm>
              <a:off x="4639056" y="3111246"/>
              <a:ext cx="245363" cy="245363"/>
            </a:xfrm>
            <a:prstGeom prst="rect">
              <a:avLst/>
            </a:prstGeom>
          </p:spPr>
        </p:pic>
      </p:grpSp>
      <p:grpSp>
        <p:nvGrpSpPr>
          <p:cNvPr id="320" name="object 29">
            <a:extLst>
              <a:ext uri="{FF2B5EF4-FFF2-40B4-BE49-F238E27FC236}">
                <a16:creationId xmlns:a16="http://schemas.microsoft.com/office/drawing/2014/main" id="{CB1BD2B5-8CBA-114C-8181-A2F077A78C8A}"/>
              </a:ext>
            </a:extLst>
          </p:cNvPr>
          <p:cNvGrpSpPr/>
          <p:nvPr/>
        </p:nvGrpSpPr>
        <p:grpSpPr>
          <a:xfrm>
            <a:off x="5529071" y="2995422"/>
            <a:ext cx="650875" cy="534670"/>
            <a:chOff x="5529071" y="2995422"/>
            <a:chExt cx="650875" cy="534670"/>
          </a:xfrm>
        </p:grpSpPr>
        <p:pic>
          <p:nvPicPr>
            <p:cNvPr id="321" name="object 30">
              <a:extLst>
                <a:ext uri="{FF2B5EF4-FFF2-40B4-BE49-F238E27FC236}">
                  <a16:creationId xmlns:a16="http://schemas.microsoft.com/office/drawing/2014/main" id="{7BCA6289-B778-D649-A58D-B9AB7BA6CDAE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5529071" y="2995422"/>
              <a:ext cx="650748" cy="534162"/>
            </a:xfrm>
            <a:prstGeom prst="rect">
              <a:avLst/>
            </a:prstGeom>
          </p:spPr>
        </p:pic>
        <p:pic>
          <p:nvPicPr>
            <p:cNvPr id="322" name="object 31">
              <a:extLst>
                <a:ext uri="{FF2B5EF4-FFF2-40B4-BE49-F238E27FC236}">
                  <a16:creationId xmlns:a16="http://schemas.microsoft.com/office/drawing/2014/main" id="{5F308DA7-E776-BB45-B9F3-0A81E4AB8C4A}"/>
                </a:ext>
              </a:extLst>
            </p:cNvPr>
            <p:cNvPicPr/>
            <p:nvPr/>
          </p:nvPicPr>
          <p:blipFill>
            <a:blip r:embed="rId4"/>
            <a:stretch>
              <a:fillRect/>
            </a:stretch>
          </p:blipFill>
          <p:spPr>
            <a:xfrm>
              <a:off x="5930645" y="3092196"/>
              <a:ext cx="244601" cy="245363"/>
            </a:xfrm>
            <a:prstGeom prst="rect">
              <a:avLst/>
            </a:prstGeom>
          </p:spPr>
        </p:pic>
        <p:pic>
          <p:nvPicPr>
            <p:cNvPr id="323" name="object 32">
              <a:extLst>
                <a:ext uri="{FF2B5EF4-FFF2-40B4-BE49-F238E27FC236}">
                  <a16:creationId xmlns:a16="http://schemas.microsoft.com/office/drawing/2014/main" id="{97EDB5B8-50D1-7847-8EA8-A5BCDF06DCD8}"/>
                </a:ext>
              </a:extLst>
            </p:cNvPr>
            <p:cNvPicPr/>
            <p:nvPr/>
          </p:nvPicPr>
          <p:blipFill>
            <a:blip r:embed="rId8"/>
            <a:stretch>
              <a:fillRect/>
            </a:stretch>
          </p:blipFill>
          <p:spPr>
            <a:xfrm>
              <a:off x="5748527" y="3110484"/>
              <a:ext cx="244601" cy="244601"/>
            </a:xfrm>
            <a:prstGeom prst="rect">
              <a:avLst/>
            </a:prstGeom>
          </p:spPr>
        </p:pic>
      </p:grpSp>
      <p:grpSp>
        <p:nvGrpSpPr>
          <p:cNvPr id="324" name="object 33">
            <a:extLst>
              <a:ext uri="{FF2B5EF4-FFF2-40B4-BE49-F238E27FC236}">
                <a16:creationId xmlns:a16="http://schemas.microsoft.com/office/drawing/2014/main" id="{D10B0BDC-DD4D-5143-9D47-3CD97C3CDEB6}"/>
              </a:ext>
            </a:extLst>
          </p:cNvPr>
          <p:cNvGrpSpPr/>
          <p:nvPr/>
        </p:nvGrpSpPr>
        <p:grpSpPr>
          <a:xfrm>
            <a:off x="6694931" y="2995422"/>
            <a:ext cx="650875" cy="534670"/>
            <a:chOff x="6694931" y="2995422"/>
            <a:chExt cx="650875" cy="534670"/>
          </a:xfrm>
        </p:grpSpPr>
        <p:pic>
          <p:nvPicPr>
            <p:cNvPr id="325" name="object 34">
              <a:extLst>
                <a:ext uri="{FF2B5EF4-FFF2-40B4-BE49-F238E27FC236}">
                  <a16:creationId xmlns:a16="http://schemas.microsoft.com/office/drawing/2014/main" id="{DA73D67F-957A-2E49-982F-81E52591F61C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6694931" y="2995422"/>
              <a:ext cx="650748" cy="534162"/>
            </a:xfrm>
            <a:prstGeom prst="rect">
              <a:avLst/>
            </a:prstGeom>
          </p:spPr>
        </p:pic>
        <p:pic>
          <p:nvPicPr>
            <p:cNvPr id="326" name="object 35">
              <a:extLst>
                <a:ext uri="{FF2B5EF4-FFF2-40B4-BE49-F238E27FC236}">
                  <a16:creationId xmlns:a16="http://schemas.microsoft.com/office/drawing/2014/main" id="{CF2FFA32-C83B-9A43-9A34-2AF30DDA86FC}"/>
                </a:ext>
              </a:extLst>
            </p:cNvPr>
            <p:cNvPicPr/>
            <p:nvPr/>
          </p:nvPicPr>
          <p:blipFill>
            <a:blip r:embed="rId4"/>
            <a:stretch>
              <a:fillRect/>
            </a:stretch>
          </p:blipFill>
          <p:spPr>
            <a:xfrm>
              <a:off x="7096505" y="3092196"/>
              <a:ext cx="244601" cy="245363"/>
            </a:xfrm>
            <a:prstGeom prst="rect">
              <a:avLst/>
            </a:prstGeom>
          </p:spPr>
        </p:pic>
        <p:pic>
          <p:nvPicPr>
            <p:cNvPr id="327" name="object 36">
              <a:extLst>
                <a:ext uri="{FF2B5EF4-FFF2-40B4-BE49-F238E27FC236}">
                  <a16:creationId xmlns:a16="http://schemas.microsoft.com/office/drawing/2014/main" id="{324A3242-36E1-484E-A5CC-B608395DB1E1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6905243" y="3111246"/>
              <a:ext cx="244601" cy="245363"/>
            </a:xfrm>
            <a:prstGeom prst="rect">
              <a:avLst/>
            </a:prstGeom>
          </p:spPr>
        </p:pic>
      </p:grpSp>
      <p:grpSp>
        <p:nvGrpSpPr>
          <p:cNvPr id="328" name="object 37">
            <a:extLst>
              <a:ext uri="{FF2B5EF4-FFF2-40B4-BE49-F238E27FC236}">
                <a16:creationId xmlns:a16="http://schemas.microsoft.com/office/drawing/2014/main" id="{A9C5454B-166A-1746-B3D3-2E124752944F}"/>
              </a:ext>
            </a:extLst>
          </p:cNvPr>
          <p:cNvGrpSpPr/>
          <p:nvPr/>
        </p:nvGrpSpPr>
        <p:grpSpPr>
          <a:xfrm>
            <a:off x="7744206" y="2995422"/>
            <a:ext cx="650875" cy="534670"/>
            <a:chOff x="7744206" y="2995422"/>
            <a:chExt cx="650875" cy="534670"/>
          </a:xfrm>
        </p:grpSpPr>
        <p:pic>
          <p:nvPicPr>
            <p:cNvPr id="329" name="object 38">
              <a:extLst>
                <a:ext uri="{FF2B5EF4-FFF2-40B4-BE49-F238E27FC236}">
                  <a16:creationId xmlns:a16="http://schemas.microsoft.com/office/drawing/2014/main" id="{11752A7A-D0C3-2D4C-8C2E-CF488BE9781B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7744206" y="2995422"/>
              <a:ext cx="650748" cy="534162"/>
            </a:xfrm>
            <a:prstGeom prst="rect">
              <a:avLst/>
            </a:prstGeom>
          </p:spPr>
        </p:pic>
        <p:pic>
          <p:nvPicPr>
            <p:cNvPr id="330" name="object 39">
              <a:extLst>
                <a:ext uri="{FF2B5EF4-FFF2-40B4-BE49-F238E27FC236}">
                  <a16:creationId xmlns:a16="http://schemas.microsoft.com/office/drawing/2014/main" id="{FE230C59-C64D-4649-8021-7BDB10E2FDC4}"/>
                </a:ext>
              </a:extLst>
            </p:cNvPr>
            <p:cNvPicPr/>
            <p:nvPr/>
          </p:nvPicPr>
          <p:blipFill>
            <a:blip r:embed="rId8"/>
            <a:stretch>
              <a:fillRect/>
            </a:stretch>
          </p:blipFill>
          <p:spPr>
            <a:xfrm>
              <a:off x="7962900" y="3091434"/>
              <a:ext cx="244601" cy="245363"/>
            </a:xfrm>
            <a:prstGeom prst="rect">
              <a:avLst/>
            </a:prstGeom>
          </p:spPr>
        </p:pic>
        <p:pic>
          <p:nvPicPr>
            <p:cNvPr id="331" name="object 40">
              <a:extLst>
                <a:ext uri="{FF2B5EF4-FFF2-40B4-BE49-F238E27FC236}">
                  <a16:creationId xmlns:a16="http://schemas.microsoft.com/office/drawing/2014/main" id="{A0C74A27-79EB-ED47-A9DD-E1789A4366A7}"/>
                </a:ext>
              </a:extLst>
            </p:cNvPr>
            <p:cNvPicPr/>
            <p:nvPr/>
          </p:nvPicPr>
          <p:blipFill>
            <a:blip r:embed="rId5"/>
            <a:stretch>
              <a:fillRect/>
            </a:stretch>
          </p:blipFill>
          <p:spPr>
            <a:xfrm>
              <a:off x="8135112" y="3113532"/>
              <a:ext cx="245364" cy="245363"/>
            </a:xfrm>
            <a:prstGeom prst="rect">
              <a:avLst/>
            </a:prstGeom>
          </p:spPr>
        </p:pic>
      </p:grpSp>
      <p:grpSp>
        <p:nvGrpSpPr>
          <p:cNvPr id="332" name="object 41">
            <a:extLst>
              <a:ext uri="{FF2B5EF4-FFF2-40B4-BE49-F238E27FC236}">
                <a16:creationId xmlns:a16="http://schemas.microsoft.com/office/drawing/2014/main" id="{EF7C9579-8208-9646-8FF4-79E47F7D915E}"/>
              </a:ext>
            </a:extLst>
          </p:cNvPr>
          <p:cNvGrpSpPr/>
          <p:nvPr/>
        </p:nvGrpSpPr>
        <p:grpSpPr>
          <a:xfrm>
            <a:off x="8807957" y="2995422"/>
            <a:ext cx="650875" cy="534670"/>
            <a:chOff x="8807957" y="2995422"/>
            <a:chExt cx="650875" cy="534670"/>
          </a:xfrm>
        </p:grpSpPr>
        <p:pic>
          <p:nvPicPr>
            <p:cNvPr id="333" name="object 42">
              <a:extLst>
                <a:ext uri="{FF2B5EF4-FFF2-40B4-BE49-F238E27FC236}">
                  <a16:creationId xmlns:a16="http://schemas.microsoft.com/office/drawing/2014/main" id="{1E9F3869-F27B-8442-ACB0-843C59C5A9EF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8807957" y="2995422"/>
              <a:ext cx="650748" cy="534162"/>
            </a:xfrm>
            <a:prstGeom prst="rect">
              <a:avLst/>
            </a:prstGeom>
          </p:spPr>
        </p:pic>
        <p:pic>
          <p:nvPicPr>
            <p:cNvPr id="334" name="object 43">
              <a:extLst>
                <a:ext uri="{FF2B5EF4-FFF2-40B4-BE49-F238E27FC236}">
                  <a16:creationId xmlns:a16="http://schemas.microsoft.com/office/drawing/2014/main" id="{E81913F6-7E4B-8149-8D5C-4EF6BC107601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8996171" y="3111246"/>
              <a:ext cx="244601" cy="245363"/>
            </a:xfrm>
            <a:prstGeom prst="rect">
              <a:avLst/>
            </a:prstGeom>
          </p:spPr>
        </p:pic>
      </p:grpSp>
      <p:pic>
        <p:nvPicPr>
          <p:cNvPr id="335" name="object 44">
            <a:extLst>
              <a:ext uri="{FF2B5EF4-FFF2-40B4-BE49-F238E27FC236}">
                <a16:creationId xmlns:a16="http://schemas.microsoft.com/office/drawing/2014/main" id="{DD6E100D-7558-B142-99BA-FEC4E1A06FAF}"/>
              </a:ext>
            </a:extLst>
          </p:cNvPr>
          <p:cNvPicPr/>
          <p:nvPr/>
        </p:nvPicPr>
        <p:blipFill>
          <a:blip r:embed="rId9"/>
          <a:stretch>
            <a:fillRect/>
          </a:stretch>
        </p:blipFill>
        <p:spPr>
          <a:xfrm>
            <a:off x="9178290" y="3086100"/>
            <a:ext cx="245364" cy="244601"/>
          </a:xfrm>
          <a:prstGeom prst="rect">
            <a:avLst/>
          </a:prstGeom>
        </p:spPr>
      </p:pic>
      <p:grpSp>
        <p:nvGrpSpPr>
          <p:cNvPr id="336" name="object 45">
            <a:extLst>
              <a:ext uri="{FF2B5EF4-FFF2-40B4-BE49-F238E27FC236}">
                <a16:creationId xmlns:a16="http://schemas.microsoft.com/office/drawing/2014/main" id="{33F72215-705B-E04F-9775-5E779A0C9D3B}"/>
              </a:ext>
            </a:extLst>
          </p:cNvPr>
          <p:cNvGrpSpPr/>
          <p:nvPr/>
        </p:nvGrpSpPr>
        <p:grpSpPr>
          <a:xfrm>
            <a:off x="9900666" y="2995422"/>
            <a:ext cx="651510" cy="534670"/>
            <a:chOff x="9900666" y="2995422"/>
            <a:chExt cx="651510" cy="534670"/>
          </a:xfrm>
        </p:grpSpPr>
        <p:pic>
          <p:nvPicPr>
            <p:cNvPr id="337" name="object 46">
              <a:extLst>
                <a:ext uri="{FF2B5EF4-FFF2-40B4-BE49-F238E27FC236}">
                  <a16:creationId xmlns:a16="http://schemas.microsoft.com/office/drawing/2014/main" id="{97338170-7B4E-9040-AA4D-5631F9279420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9900666" y="2995422"/>
              <a:ext cx="651509" cy="534162"/>
            </a:xfrm>
            <a:prstGeom prst="rect">
              <a:avLst/>
            </a:prstGeom>
          </p:spPr>
        </p:pic>
        <p:pic>
          <p:nvPicPr>
            <p:cNvPr id="338" name="object 47">
              <a:extLst>
                <a:ext uri="{FF2B5EF4-FFF2-40B4-BE49-F238E27FC236}">
                  <a16:creationId xmlns:a16="http://schemas.microsoft.com/office/drawing/2014/main" id="{1F596FC4-1F25-2A49-A92C-9D19F9C7107C}"/>
                </a:ext>
              </a:extLst>
            </p:cNvPr>
            <p:cNvPicPr/>
            <p:nvPr/>
          </p:nvPicPr>
          <p:blipFill>
            <a:blip r:embed="rId8"/>
            <a:stretch>
              <a:fillRect/>
            </a:stretch>
          </p:blipFill>
          <p:spPr>
            <a:xfrm>
              <a:off x="10122408" y="3091434"/>
              <a:ext cx="244601" cy="245363"/>
            </a:xfrm>
            <a:prstGeom prst="rect">
              <a:avLst/>
            </a:prstGeom>
          </p:spPr>
        </p:pic>
        <p:pic>
          <p:nvPicPr>
            <p:cNvPr id="339" name="object 48">
              <a:extLst>
                <a:ext uri="{FF2B5EF4-FFF2-40B4-BE49-F238E27FC236}">
                  <a16:creationId xmlns:a16="http://schemas.microsoft.com/office/drawing/2014/main" id="{1A56D1F7-9191-0241-9B90-FC57B677DDFB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10274046" y="3111246"/>
              <a:ext cx="244601" cy="245363"/>
            </a:xfrm>
            <a:prstGeom prst="rect">
              <a:avLst/>
            </a:prstGeom>
          </p:spPr>
        </p:pic>
      </p:grpSp>
      <p:grpSp>
        <p:nvGrpSpPr>
          <p:cNvPr id="340" name="object 49">
            <a:extLst>
              <a:ext uri="{FF2B5EF4-FFF2-40B4-BE49-F238E27FC236}">
                <a16:creationId xmlns:a16="http://schemas.microsoft.com/office/drawing/2014/main" id="{81E0F62D-CACE-384B-94B3-1EED917C8A6F}"/>
              </a:ext>
            </a:extLst>
          </p:cNvPr>
          <p:cNvGrpSpPr/>
          <p:nvPr/>
        </p:nvGrpSpPr>
        <p:grpSpPr>
          <a:xfrm>
            <a:off x="4378452" y="4219194"/>
            <a:ext cx="666750" cy="533400"/>
            <a:chOff x="4378452" y="4219194"/>
            <a:chExt cx="666750" cy="533400"/>
          </a:xfrm>
        </p:grpSpPr>
        <p:pic>
          <p:nvPicPr>
            <p:cNvPr id="341" name="object 50">
              <a:extLst>
                <a:ext uri="{FF2B5EF4-FFF2-40B4-BE49-F238E27FC236}">
                  <a16:creationId xmlns:a16="http://schemas.microsoft.com/office/drawing/2014/main" id="{7AAEE3C7-302B-DF43-8F11-C58D6B31E5CC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4378452" y="4219194"/>
              <a:ext cx="650748" cy="533400"/>
            </a:xfrm>
            <a:prstGeom prst="rect">
              <a:avLst/>
            </a:prstGeom>
          </p:spPr>
        </p:pic>
        <p:pic>
          <p:nvPicPr>
            <p:cNvPr id="342" name="object 51">
              <a:extLst>
                <a:ext uri="{FF2B5EF4-FFF2-40B4-BE49-F238E27FC236}">
                  <a16:creationId xmlns:a16="http://schemas.microsoft.com/office/drawing/2014/main" id="{BC734A23-1DCE-7C47-A0DA-FF38E2E0E18D}"/>
                </a:ext>
              </a:extLst>
            </p:cNvPr>
            <p:cNvPicPr/>
            <p:nvPr/>
          </p:nvPicPr>
          <p:blipFill>
            <a:blip r:embed="rId10"/>
            <a:stretch>
              <a:fillRect/>
            </a:stretch>
          </p:blipFill>
          <p:spPr>
            <a:xfrm>
              <a:off x="4581906" y="4308348"/>
              <a:ext cx="246125" cy="246125"/>
            </a:xfrm>
            <a:prstGeom prst="rect">
              <a:avLst/>
            </a:prstGeom>
          </p:spPr>
        </p:pic>
        <p:pic>
          <p:nvPicPr>
            <p:cNvPr id="343" name="object 52">
              <a:extLst>
                <a:ext uri="{FF2B5EF4-FFF2-40B4-BE49-F238E27FC236}">
                  <a16:creationId xmlns:a16="http://schemas.microsoft.com/office/drawing/2014/main" id="{696E1115-5EF1-F740-88B7-7FCCD62D6BC1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4799838" y="4341114"/>
              <a:ext cx="245363" cy="245363"/>
            </a:xfrm>
            <a:prstGeom prst="rect">
              <a:avLst/>
            </a:prstGeom>
          </p:spPr>
        </p:pic>
      </p:grpSp>
      <p:pic>
        <p:nvPicPr>
          <p:cNvPr id="344" name="object 53">
            <a:extLst>
              <a:ext uri="{FF2B5EF4-FFF2-40B4-BE49-F238E27FC236}">
                <a16:creationId xmlns:a16="http://schemas.microsoft.com/office/drawing/2014/main" id="{21791F83-F95B-8C4D-86A2-2237D8985662}"/>
              </a:ext>
            </a:extLst>
          </p:cNvPr>
          <p:cNvPicPr/>
          <p:nvPr/>
        </p:nvPicPr>
        <p:blipFill>
          <a:blip r:embed="rId4"/>
          <a:stretch>
            <a:fillRect/>
          </a:stretch>
        </p:blipFill>
        <p:spPr>
          <a:xfrm>
            <a:off x="4696205" y="4174235"/>
            <a:ext cx="244601" cy="244601"/>
          </a:xfrm>
          <a:prstGeom prst="rect">
            <a:avLst/>
          </a:prstGeom>
        </p:spPr>
      </p:pic>
      <p:grpSp>
        <p:nvGrpSpPr>
          <p:cNvPr id="345" name="object 54">
            <a:extLst>
              <a:ext uri="{FF2B5EF4-FFF2-40B4-BE49-F238E27FC236}">
                <a16:creationId xmlns:a16="http://schemas.microsoft.com/office/drawing/2014/main" id="{C29D59A2-F7B5-6642-B1C2-0825631E792D}"/>
              </a:ext>
            </a:extLst>
          </p:cNvPr>
          <p:cNvGrpSpPr/>
          <p:nvPr/>
        </p:nvGrpSpPr>
        <p:grpSpPr>
          <a:xfrm>
            <a:off x="5470397" y="4174235"/>
            <a:ext cx="651510" cy="534670"/>
            <a:chOff x="5470397" y="4174235"/>
            <a:chExt cx="651510" cy="534670"/>
          </a:xfrm>
        </p:grpSpPr>
        <p:pic>
          <p:nvPicPr>
            <p:cNvPr id="346" name="object 55">
              <a:extLst>
                <a:ext uri="{FF2B5EF4-FFF2-40B4-BE49-F238E27FC236}">
                  <a16:creationId xmlns:a16="http://schemas.microsoft.com/office/drawing/2014/main" id="{FEA4E32A-E32C-3E42-AFF3-F4D12248261D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5470397" y="4174235"/>
              <a:ext cx="651510" cy="534162"/>
            </a:xfrm>
            <a:prstGeom prst="rect">
              <a:avLst/>
            </a:prstGeom>
          </p:spPr>
        </p:pic>
        <p:pic>
          <p:nvPicPr>
            <p:cNvPr id="347" name="object 56">
              <a:extLst>
                <a:ext uri="{FF2B5EF4-FFF2-40B4-BE49-F238E27FC236}">
                  <a16:creationId xmlns:a16="http://schemas.microsoft.com/office/drawing/2014/main" id="{1AEDA534-EBA2-EB45-9D8B-185871F71527}"/>
                </a:ext>
              </a:extLst>
            </p:cNvPr>
            <p:cNvPicPr/>
            <p:nvPr/>
          </p:nvPicPr>
          <p:blipFill>
            <a:blip r:embed="rId10"/>
            <a:stretch>
              <a:fillRect/>
            </a:stretch>
          </p:blipFill>
          <p:spPr>
            <a:xfrm>
              <a:off x="5660135" y="4261103"/>
              <a:ext cx="246125" cy="246125"/>
            </a:xfrm>
            <a:prstGeom prst="rect">
              <a:avLst/>
            </a:prstGeom>
          </p:spPr>
        </p:pic>
        <p:pic>
          <p:nvPicPr>
            <p:cNvPr id="348" name="object 57">
              <a:extLst>
                <a:ext uri="{FF2B5EF4-FFF2-40B4-BE49-F238E27FC236}">
                  <a16:creationId xmlns:a16="http://schemas.microsoft.com/office/drawing/2014/main" id="{CFABD8D5-8A24-3346-BF1B-B44D738B29AB}"/>
                </a:ext>
              </a:extLst>
            </p:cNvPr>
            <p:cNvPicPr/>
            <p:nvPr/>
          </p:nvPicPr>
          <p:blipFill>
            <a:blip r:embed="rId9"/>
            <a:stretch>
              <a:fillRect/>
            </a:stretch>
          </p:blipFill>
          <p:spPr>
            <a:xfrm>
              <a:off x="5793485" y="4318253"/>
              <a:ext cx="245363" cy="244601"/>
            </a:xfrm>
            <a:prstGeom prst="rect">
              <a:avLst/>
            </a:prstGeom>
          </p:spPr>
        </p:pic>
      </p:grpSp>
      <p:pic>
        <p:nvPicPr>
          <p:cNvPr id="349" name="object 58">
            <a:extLst>
              <a:ext uri="{FF2B5EF4-FFF2-40B4-BE49-F238E27FC236}">
                <a16:creationId xmlns:a16="http://schemas.microsoft.com/office/drawing/2014/main" id="{C6B5CB01-3D50-8E4C-B970-BD488014D642}"/>
              </a:ext>
            </a:extLst>
          </p:cNvPr>
          <p:cNvPicPr/>
          <p:nvPr/>
        </p:nvPicPr>
        <p:blipFill>
          <a:blip r:embed="rId4"/>
          <a:stretch>
            <a:fillRect/>
          </a:stretch>
        </p:blipFill>
        <p:spPr>
          <a:xfrm>
            <a:off x="5929121" y="4175759"/>
            <a:ext cx="244601" cy="244601"/>
          </a:xfrm>
          <a:prstGeom prst="rect">
            <a:avLst/>
          </a:prstGeom>
        </p:spPr>
      </p:pic>
      <p:grpSp>
        <p:nvGrpSpPr>
          <p:cNvPr id="350" name="object 59">
            <a:extLst>
              <a:ext uri="{FF2B5EF4-FFF2-40B4-BE49-F238E27FC236}">
                <a16:creationId xmlns:a16="http://schemas.microsoft.com/office/drawing/2014/main" id="{A8F5FE7E-FE7D-6142-9332-D1D03C12D9D9}"/>
              </a:ext>
            </a:extLst>
          </p:cNvPr>
          <p:cNvGrpSpPr/>
          <p:nvPr/>
        </p:nvGrpSpPr>
        <p:grpSpPr>
          <a:xfrm>
            <a:off x="6599681" y="4202429"/>
            <a:ext cx="650875" cy="534670"/>
            <a:chOff x="6599681" y="4202429"/>
            <a:chExt cx="650875" cy="534670"/>
          </a:xfrm>
        </p:grpSpPr>
        <p:pic>
          <p:nvPicPr>
            <p:cNvPr id="351" name="object 60">
              <a:extLst>
                <a:ext uri="{FF2B5EF4-FFF2-40B4-BE49-F238E27FC236}">
                  <a16:creationId xmlns:a16="http://schemas.microsoft.com/office/drawing/2014/main" id="{96FAD442-330E-F942-8B63-1310539A7BD5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6599681" y="4202429"/>
              <a:ext cx="650748" cy="534162"/>
            </a:xfrm>
            <a:prstGeom prst="rect">
              <a:avLst/>
            </a:prstGeom>
          </p:spPr>
        </p:pic>
        <p:pic>
          <p:nvPicPr>
            <p:cNvPr id="352" name="object 61">
              <a:extLst>
                <a:ext uri="{FF2B5EF4-FFF2-40B4-BE49-F238E27FC236}">
                  <a16:creationId xmlns:a16="http://schemas.microsoft.com/office/drawing/2014/main" id="{0A6A5FE2-79DB-284B-B341-707F7896957A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6771131" y="4318253"/>
              <a:ext cx="244601" cy="245363"/>
            </a:xfrm>
            <a:prstGeom prst="rect">
              <a:avLst/>
            </a:prstGeom>
          </p:spPr>
        </p:pic>
        <p:pic>
          <p:nvPicPr>
            <p:cNvPr id="353" name="object 62">
              <a:extLst>
                <a:ext uri="{FF2B5EF4-FFF2-40B4-BE49-F238E27FC236}">
                  <a16:creationId xmlns:a16="http://schemas.microsoft.com/office/drawing/2014/main" id="{EA9952DA-DC58-A24C-B6FA-D1266EFFB915}"/>
                </a:ext>
              </a:extLst>
            </p:cNvPr>
            <p:cNvPicPr/>
            <p:nvPr/>
          </p:nvPicPr>
          <p:blipFill>
            <a:blip r:embed="rId9"/>
            <a:stretch>
              <a:fillRect/>
            </a:stretch>
          </p:blipFill>
          <p:spPr>
            <a:xfrm>
              <a:off x="6989063" y="4328921"/>
              <a:ext cx="244601" cy="245363"/>
            </a:xfrm>
            <a:prstGeom prst="rect">
              <a:avLst/>
            </a:prstGeom>
          </p:spPr>
        </p:pic>
      </p:grpSp>
      <p:pic>
        <p:nvPicPr>
          <p:cNvPr id="354" name="object 63">
            <a:extLst>
              <a:ext uri="{FF2B5EF4-FFF2-40B4-BE49-F238E27FC236}">
                <a16:creationId xmlns:a16="http://schemas.microsoft.com/office/drawing/2014/main" id="{FEF9C963-DD28-744C-9926-65171B2A1D81}"/>
              </a:ext>
            </a:extLst>
          </p:cNvPr>
          <p:cNvPicPr/>
          <p:nvPr/>
        </p:nvPicPr>
        <p:blipFill>
          <a:blip r:embed="rId4"/>
          <a:stretch>
            <a:fillRect/>
          </a:stretch>
        </p:blipFill>
        <p:spPr>
          <a:xfrm>
            <a:off x="6908292" y="4174235"/>
            <a:ext cx="244601" cy="244601"/>
          </a:xfrm>
          <a:prstGeom prst="rect">
            <a:avLst/>
          </a:prstGeom>
        </p:spPr>
      </p:pic>
      <p:pic>
        <p:nvPicPr>
          <p:cNvPr id="355" name="object 64">
            <a:extLst>
              <a:ext uri="{FF2B5EF4-FFF2-40B4-BE49-F238E27FC236}">
                <a16:creationId xmlns:a16="http://schemas.microsoft.com/office/drawing/2014/main" id="{5FE0A67E-A0C4-034C-ABB0-9D3A33C64A97}"/>
              </a:ext>
            </a:extLst>
          </p:cNvPr>
          <p:cNvPicPr/>
          <p:nvPr/>
        </p:nvPicPr>
        <p:blipFill>
          <a:blip r:embed="rId3"/>
          <a:stretch>
            <a:fillRect/>
          </a:stretch>
        </p:blipFill>
        <p:spPr>
          <a:xfrm>
            <a:off x="7676388" y="4174235"/>
            <a:ext cx="650748" cy="534162"/>
          </a:xfrm>
          <a:prstGeom prst="rect">
            <a:avLst/>
          </a:prstGeom>
        </p:spPr>
      </p:pic>
      <p:pic>
        <p:nvPicPr>
          <p:cNvPr id="356" name="object 65">
            <a:extLst>
              <a:ext uri="{FF2B5EF4-FFF2-40B4-BE49-F238E27FC236}">
                <a16:creationId xmlns:a16="http://schemas.microsoft.com/office/drawing/2014/main" id="{A7A5201C-62A1-9B49-9833-FF9518FD1B24}"/>
              </a:ext>
            </a:extLst>
          </p:cNvPr>
          <p:cNvPicPr/>
          <p:nvPr/>
        </p:nvPicPr>
        <p:blipFill>
          <a:blip r:embed="rId6"/>
          <a:stretch>
            <a:fillRect/>
          </a:stretch>
        </p:blipFill>
        <p:spPr>
          <a:xfrm>
            <a:off x="8020050" y="4185665"/>
            <a:ext cx="244601" cy="244601"/>
          </a:xfrm>
          <a:prstGeom prst="rect">
            <a:avLst/>
          </a:prstGeom>
        </p:spPr>
      </p:pic>
      <p:pic>
        <p:nvPicPr>
          <p:cNvPr id="357" name="object 66">
            <a:extLst>
              <a:ext uri="{FF2B5EF4-FFF2-40B4-BE49-F238E27FC236}">
                <a16:creationId xmlns:a16="http://schemas.microsoft.com/office/drawing/2014/main" id="{161E3221-3AEB-3840-B99A-86A110DA87F7}"/>
              </a:ext>
            </a:extLst>
          </p:cNvPr>
          <p:cNvPicPr/>
          <p:nvPr/>
        </p:nvPicPr>
        <p:blipFill>
          <a:blip r:embed="rId11"/>
          <a:stretch>
            <a:fillRect/>
          </a:stretch>
        </p:blipFill>
        <p:spPr>
          <a:xfrm>
            <a:off x="7893557" y="4271009"/>
            <a:ext cx="486155" cy="246887"/>
          </a:xfrm>
          <a:prstGeom prst="rect">
            <a:avLst/>
          </a:prstGeom>
        </p:spPr>
      </p:pic>
      <p:grpSp>
        <p:nvGrpSpPr>
          <p:cNvPr id="358" name="object 67">
            <a:extLst>
              <a:ext uri="{FF2B5EF4-FFF2-40B4-BE49-F238E27FC236}">
                <a16:creationId xmlns:a16="http://schemas.microsoft.com/office/drawing/2014/main" id="{1E981026-7EF6-D342-B898-0FC799B86F3B}"/>
              </a:ext>
            </a:extLst>
          </p:cNvPr>
          <p:cNvGrpSpPr/>
          <p:nvPr/>
        </p:nvGrpSpPr>
        <p:grpSpPr>
          <a:xfrm>
            <a:off x="8805671" y="4174235"/>
            <a:ext cx="650875" cy="534670"/>
            <a:chOff x="8805671" y="4174235"/>
            <a:chExt cx="650875" cy="534670"/>
          </a:xfrm>
        </p:grpSpPr>
        <p:pic>
          <p:nvPicPr>
            <p:cNvPr id="359" name="object 68">
              <a:extLst>
                <a:ext uri="{FF2B5EF4-FFF2-40B4-BE49-F238E27FC236}">
                  <a16:creationId xmlns:a16="http://schemas.microsoft.com/office/drawing/2014/main" id="{0A5C9B24-6500-1F4F-A9A3-290FE4707CBC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8805671" y="4174235"/>
              <a:ext cx="650748" cy="534162"/>
            </a:xfrm>
            <a:prstGeom prst="rect">
              <a:avLst/>
            </a:prstGeom>
          </p:spPr>
        </p:pic>
        <p:pic>
          <p:nvPicPr>
            <p:cNvPr id="360" name="object 69">
              <a:extLst>
                <a:ext uri="{FF2B5EF4-FFF2-40B4-BE49-F238E27FC236}">
                  <a16:creationId xmlns:a16="http://schemas.microsoft.com/office/drawing/2014/main" id="{AFDE0ACF-6510-5C4A-B130-FE8350DEAC3A}"/>
                </a:ext>
              </a:extLst>
            </p:cNvPr>
            <p:cNvPicPr/>
            <p:nvPr/>
          </p:nvPicPr>
          <p:blipFill>
            <a:blip r:embed="rId8"/>
            <a:stretch>
              <a:fillRect/>
            </a:stretch>
          </p:blipFill>
          <p:spPr>
            <a:xfrm>
              <a:off x="9005315" y="4289297"/>
              <a:ext cx="245364" cy="244601"/>
            </a:xfrm>
            <a:prstGeom prst="rect">
              <a:avLst/>
            </a:prstGeom>
          </p:spPr>
        </p:pic>
        <p:pic>
          <p:nvPicPr>
            <p:cNvPr id="361" name="object 70">
              <a:extLst>
                <a:ext uri="{FF2B5EF4-FFF2-40B4-BE49-F238E27FC236}">
                  <a16:creationId xmlns:a16="http://schemas.microsoft.com/office/drawing/2014/main" id="{56F342B9-FF30-2D48-8891-CCE89E4C59ED}"/>
                </a:ext>
              </a:extLst>
            </p:cNvPr>
            <p:cNvPicPr/>
            <p:nvPr/>
          </p:nvPicPr>
          <p:blipFill>
            <a:blip r:embed="rId9"/>
            <a:stretch>
              <a:fillRect/>
            </a:stretch>
          </p:blipFill>
          <p:spPr>
            <a:xfrm>
              <a:off x="9180575" y="4324349"/>
              <a:ext cx="244601" cy="244601"/>
            </a:xfrm>
            <a:prstGeom prst="rect">
              <a:avLst/>
            </a:prstGeom>
          </p:spPr>
        </p:pic>
      </p:grpSp>
      <p:pic>
        <p:nvPicPr>
          <p:cNvPr id="362" name="object 71">
            <a:extLst>
              <a:ext uri="{FF2B5EF4-FFF2-40B4-BE49-F238E27FC236}">
                <a16:creationId xmlns:a16="http://schemas.microsoft.com/office/drawing/2014/main" id="{25C2398A-3696-8749-9EA1-6A888E1E408F}"/>
              </a:ext>
            </a:extLst>
          </p:cNvPr>
          <p:cNvPicPr/>
          <p:nvPr/>
        </p:nvPicPr>
        <p:blipFill>
          <a:blip r:embed="rId4"/>
          <a:stretch>
            <a:fillRect/>
          </a:stretch>
        </p:blipFill>
        <p:spPr>
          <a:xfrm>
            <a:off x="9043416" y="4205478"/>
            <a:ext cx="244601" cy="244601"/>
          </a:xfrm>
          <a:prstGeom prst="rect">
            <a:avLst/>
          </a:prstGeom>
        </p:spPr>
      </p:pic>
      <p:grpSp>
        <p:nvGrpSpPr>
          <p:cNvPr id="363" name="object 72">
            <a:extLst>
              <a:ext uri="{FF2B5EF4-FFF2-40B4-BE49-F238E27FC236}">
                <a16:creationId xmlns:a16="http://schemas.microsoft.com/office/drawing/2014/main" id="{176587C3-C293-6447-9FB3-CFEDBED27F7D}"/>
              </a:ext>
            </a:extLst>
          </p:cNvPr>
          <p:cNvGrpSpPr/>
          <p:nvPr/>
        </p:nvGrpSpPr>
        <p:grpSpPr>
          <a:xfrm>
            <a:off x="2185416" y="4221479"/>
            <a:ext cx="691515" cy="533400"/>
            <a:chOff x="2185416" y="4221479"/>
            <a:chExt cx="691515" cy="533400"/>
          </a:xfrm>
        </p:grpSpPr>
        <p:pic>
          <p:nvPicPr>
            <p:cNvPr id="364" name="object 73">
              <a:extLst>
                <a:ext uri="{FF2B5EF4-FFF2-40B4-BE49-F238E27FC236}">
                  <a16:creationId xmlns:a16="http://schemas.microsoft.com/office/drawing/2014/main" id="{57E6C6C6-575C-404E-8FE9-EA014C4C8A73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2185416" y="4221479"/>
              <a:ext cx="650748" cy="533400"/>
            </a:xfrm>
            <a:prstGeom prst="rect">
              <a:avLst/>
            </a:prstGeom>
          </p:spPr>
        </p:pic>
        <p:pic>
          <p:nvPicPr>
            <p:cNvPr id="365" name="object 74">
              <a:extLst>
                <a:ext uri="{FF2B5EF4-FFF2-40B4-BE49-F238E27FC236}">
                  <a16:creationId xmlns:a16="http://schemas.microsoft.com/office/drawing/2014/main" id="{93CE2DFB-7611-6D4C-A2E0-C5164A3673CE}"/>
                </a:ext>
              </a:extLst>
            </p:cNvPr>
            <p:cNvPicPr/>
            <p:nvPr/>
          </p:nvPicPr>
          <p:blipFill>
            <a:blip r:embed="rId8"/>
            <a:stretch>
              <a:fillRect/>
            </a:stretch>
          </p:blipFill>
          <p:spPr>
            <a:xfrm>
              <a:off x="2631186" y="4335779"/>
              <a:ext cx="245363" cy="244601"/>
            </a:xfrm>
            <a:prstGeom prst="rect">
              <a:avLst/>
            </a:prstGeom>
          </p:spPr>
        </p:pic>
        <p:pic>
          <p:nvPicPr>
            <p:cNvPr id="366" name="object 75">
              <a:extLst>
                <a:ext uri="{FF2B5EF4-FFF2-40B4-BE49-F238E27FC236}">
                  <a16:creationId xmlns:a16="http://schemas.microsoft.com/office/drawing/2014/main" id="{E51D8282-07CA-094D-901C-17AA4B289450}"/>
                </a:ext>
              </a:extLst>
            </p:cNvPr>
            <p:cNvPicPr/>
            <p:nvPr/>
          </p:nvPicPr>
          <p:blipFill>
            <a:blip r:embed="rId10"/>
            <a:stretch>
              <a:fillRect/>
            </a:stretch>
          </p:blipFill>
          <p:spPr>
            <a:xfrm>
              <a:off x="2375154" y="4308347"/>
              <a:ext cx="246125" cy="245363"/>
            </a:xfrm>
            <a:prstGeom prst="rect">
              <a:avLst/>
            </a:prstGeom>
          </p:spPr>
        </p:pic>
      </p:grpSp>
      <p:pic>
        <p:nvPicPr>
          <p:cNvPr id="367" name="object 76">
            <a:extLst>
              <a:ext uri="{FF2B5EF4-FFF2-40B4-BE49-F238E27FC236}">
                <a16:creationId xmlns:a16="http://schemas.microsoft.com/office/drawing/2014/main" id="{C679D158-9861-C641-8392-552AB8AAB876}"/>
              </a:ext>
            </a:extLst>
          </p:cNvPr>
          <p:cNvPicPr/>
          <p:nvPr/>
        </p:nvPicPr>
        <p:blipFill>
          <a:blip r:embed="rId6"/>
          <a:stretch>
            <a:fillRect/>
          </a:stretch>
        </p:blipFill>
        <p:spPr>
          <a:xfrm>
            <a:off x="2485644" y="4174235"/>
            <a:ext cx="244601" cy="244601"/>
          </a:xfrm>
          <a:prstGeom prst="rect">
            <a:avLst/>
          </a:prstGeom>
        </p:spPr>
      </p:pic>
      <p:grpSp>
        <p:nvGrpSpPr>
          <p:cNvPr id="368" name="object 77">
            <a:extLst>
              <a:ext uri="{FF2B5EF4-FFF2-40B4-BE49-F238E27FC236}">
                <a16:creationId xmlns:a16="http://schemas.microsoft.com/office/drawing/2014/main" id="{7F48056C-E25B-D745-8E39-5A0A2878D97B}"/>
              </a:ext>
            </a:extLst>
          </p:cNvPr>
          <p:cNvGrpSpPr/>
          <p:nvPr/>
        </p:nvGrpSpPr>
        <p:grpSpPr>
          <a:xfrm>
            <a:off x="3301746" y="4174235"/>
            <a:ext cx="651510" cy="548005"/>
            <a:chOff x="3301746" y="4174235"/>
            <a:chExt cx="651510" cy="548005"/>
          </a:xfrm>
        </p:grpSpPr>
        <p:pic>
          <p:nvPicPr>
            <p:cNvPr id="369" name="object 78">
              <a:extLst>
                <a:ext uri="{FF2B5EF4-FFF2-40B4-BE49-F238E27FC236}">
                  <a16:creationId xmlns:a16="http://schemas.microsoft.com/office/drawing/2014/main" id="{9E37F742-E018-EB4F-930D-25D05BC8E539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3301746" y="4187951"/>
              <a:ext cx="651510" cy="534162"/>
            </a:xfrm>
            <a:prstGeom prst="rect">
              <a:avLst/>
            </a:prstGeom>
          </p:spPr>
        </p:pic>
        <p:pic>
          <p:nvPicPr>
            <p:cNvPr id="370" name="object 79">
              <a:extLst>
                <a:ext uri="{FF2B5EF4-FFF2-40B4-BE49-F238E27FC236}">
                  <a16:creationId xmlns:a16="http://schemas.microsoft.com/office/drawing/2014/main" id="{7C2383DE-7BBF-484D-A753-4F137DA9566A}"/>
                </a:ext>
              </a:extLst>
            </p:cNvPr>
            <p:cNvPicPr/>
            <p:nvPr/>
          </p:nvPicPr>
          <p:blipFill>
            <a:blip r:embed="rId10"/>
            <a:stretch>
              <a:fillRect/>
            </a:stretch>
          </p:blipFill>
          <p:spPr>
            <a:xfrm>
              <a:off x="3491484" y="4274819"/>
              <a:ext cx="246125" cy="246125"/>
            </a:xfrm>
            <a:prstGeom prst="rect">
              <a:avLst/>
            </a:prstGeom>
          </p:spPr>
        </p:pic>
        <p:pic>
          <p:nvPicPr>
            <p:cNvPr id="371" name="object 80">
              <a:extLst>
                <a:ext uri="{FF2B5EF4-FFF2-40B4-BE49-F238E27FC236}">
                  <a16:creationId xmlns:a16="http://schemas.microsoft.com/office/drawing/2014/main" id="{DD271FAF-150A-CD43-BE53-EB1C35BDD526}"/>
                </a:ext>
              </a:extLst>
            </p:cNvPr>
            <p:cNvPicPr/>
            <p:nvPr/>
          </p:nvPicPr>
          <p:blipFill>
            <a:blip r:embed="rId12"/>
            <a:stretch>
              <a:fillRect/>
            </a:stretch>
          </p:blipFill>
          <p:spPr>
            <a:xfrm>
              <a:off x="3643122" y="4174235"/>
              <a:ext cx="245363" cy="244601"/>
            </a:xfrm>
            <a:prstGeom prst="rect">
              <a:avLst/>
            </a:prstGeom>
          </p:spPr>
        </p:pic>
        <p:pic>
          <p:nvPicPr>
            <p:cNvPr id="372" name="object 81">
              <a:extLst>
                <a:ext uri="{FF2B5EF4-FFF2-40B4-BE49-F238E27FC236}">
                  <a16:creationId xmlns:a16="http://schemas.microsoft.com/office/drawing/2014/main" id="{155484A6-F421-074D-90D5-7AFEF0FC5DE0}"/>
                </a:ext>
              </a:extLst>
            </p:cNvPr>
            <p:cNvPicPr/>
            <p:nvPr/>
          </p:nvPicPr>
          <p:blipFill>
            <a:blip r:embed="rId13"/>
            <a:stretch>
              <a:fillRect/>
            </a:stretch>
          </p:blipFill>
          <p:spPr>
            <a:xfrm>
              <a:off x="3694176" y="4315205"/>
              <a:ext cx="245363" cy="244601"/>
            </a:xfrm>
            <a:prstGeom prst="rect">
              <a:avLst/>
            </a:prstGeom>
          </p:spPr>
        </p:pic>
      </p:grpSp>
      <p:pic>
        <p:nvPicPr>
          <p:cNvPr id="373" name="object 82">
            <a:extLst>
              <a:ext uri="{FF2B5EF4-FFF2-40B4-BE49-F238E27FC236}">
                <a16:creationId xmlns:a16="http://schemas.microsoft.com/office/drawing/2014/main" id="{684C38D8-7D47-C64B-B072-061DCEE90195}"/>
              </a:ext>
            </a:extLst>
          </p:cNvPr>
          <p:cNvPicPr/>
          <p:nvPr/>
        </p:nvPicPr>
        <p:blipFill>
          <a:blip r:embed="rId14"/>
          <a:stretch>
            <a:fillRect/>
          </a:stretch>
        </p:blipFill>
        <p:spPr>
          <a:xfrm>
            <a:off x="1387097" y="4177541"/>
            <a:ext cx="237991" cy="237991"/>
          </a:xfrm>
          <a:prstGeom prst="rect">
            <a:avLst/>
          </a:prstGeom>
        </p:spPr>
      </p:pic>
      <p:grpSp>
        <p:nvGrpSpPr>
          <p:cNvPr id="374" name="object 83">
            <a:extLst>
              <a:ext uri="{FF2B5EF4-FFF2-40B4-BE49-F238E27FC236}">
                <a16:creationId xmlns:a16="http://schemas.microsoft.com/office/drawing/2014/main" id="{B7690F9C-A185-2A4F-8442-E50B3170B3B7}"/>
              </a:ext>
            </a:extLst>
          </p:cNvPr>
          <p:cNvGrpSpPr/>
          <p:nvPr/>
        </p:nvGrpSpPr>
        <p:grpSpPr>
          <a:xfrm>
            <a:off x="1107947" y="4230623"/>
            <a:ext cx="651510" cy="533400"/>
            <a:chOff x="1107947" y="4230623"/>
            <a:chExt cx="651510" cy="533400"/>
          </a:xfrm>
        </p:grpSpPr>
        <p:pic>
          <p:nvPicPr>
            <p:cNvPr id="375" name="object 84">
              <a:extLst>
                <a:ext uri="{FF2B5EF4-FFF2-40B4-BE49-F238E27FC236}">
                  <a16:creationId xmlns:a16="http://schemas.microsoft.com/office/drawing/2014/main" id="{03D73AF3-D460-644C-A3C0-F836AFA89BA4}"/>
                </a:ext>
              </a:extLst>
            </p:cNvPr>
            <p:cNvPicPr/>
            <p:nvPr/>
          </p:nvPicPr>
          <p:blipFill>
            <a:blip r:embed="rId15"/>
            <a:stretch>
              <a:fillRect/>
            </a:stretch>
          </p:blipFill>
          <p:spPr>
            <a:xfrm>
              <a:off x="1107947" y="4230623"/>
              <a:ext cx="650747" cy="533400"/>
            </a:xfrm>
            <a:prstGeom prst="rect">
              <a:avLst/>
            </a:prstGeom>
          </p:spPr>
        </p:pic>
        <p:pic>
          <p:nvPicPr>
            <p:cNvPr id="376" name="object 85">
              <a:extLst>
                <a:ext uri="{FF2B5EF4-FFF2-40B4-BE49-F238E27FC236}">
                  <a16:creationId xmlns:a16="http://schemas.microsoft.com/office/drawing/2014/main" id="{DD2702C0-A937-C442-A8C1-C046C39CDFC0}"/>
                </a:ext>
              </a:extLst>
            </p:cNvPr>
            <p:cNvPicPr/>
            <p:nvPr/>
          </p:nvPicPr>
          <p:blipFill>
            <a:blip r:embed="rId16"/>
            <a:stretch>
              <a:fillRect/>
            </a:stretch>
          </p:blipFill>
          <p:spPr>
            <a:xfrm>
              <a:off x="1259585" y="4316729"/>
              <a:ext cx="246125" cy="246125"/>
            </a:xfrm>
            <a:prstGeom prst="rect">
              <a:avLst/>
            </a:prstGeom>
          </p:spPr>
        </p:pic>
        <p:pic>
          <p:nvPicPr>
            <p:cNvPr id="377" name="object 86">
              <a:extLst>
                <a:ext uri="{FF2B5EF4-FFF2-40B4-BE49-F238E27FC236}">
                  <a16:creationId xmlns:a16="http://schemas.microsoft.com/office/drawing/2014/main" id="{240A00A6-8568-354B-9C87-1DE65548BA8C}"/>
                </a:ext>
              </a:extLst>
            </p:cNvPr>
            <p:cNvPicPr/>
            <p:nvPr/>
          </p:nvPicPr>
          <p:blipFill>
            <a:blip r:embed="rId13"/>
            <a:stretch>
              <a:fillRect/>
            </a:stretch>
          </p:blipFill>
          <p:spPr>
            <a:xfrm>
              <a:off x="1504187" y="4356353"/>
              <a:ext cx="255269" cy="256031"/>
            </a:xfrm>
            <a:prstGeom prst="rect">
              <a:avLst/>
            </a:prstGeom>
          </p:spPr>
        </p:pic>
      </p:grpSp>
      <p:grpSp>
        <p:nvGrpSpPr>
          <p:cNvPr id="378" name="object 87">
            <a:extLst>
              <a:ext uri="{FF2B5EF4-FFF2-40B4-BE49-F238E27FC236}">
                <a16:creationId xmlns:a16="http://schemas.microsoft.com/office/drawing/2014/main" id="{F809AF39-09D1-9943-944E-7C05A73FD78A}"/>
              </a:ext>
            </a:extLst>
          </p:cNvPr>
          <p:cNvGrpSpPr/>
          <p:nvPr/>
        </p:nvGrpSpPr>
        <p:grpSpPr>
          <a:xfrm>
            <a:off x="9881616" y="4201667"/>
            <a:ext cx="651510" cy="534670"/>
            <a:chOff x="9881616" y="4201667"/>
            <a:chExt cx="651510" cy="534670"/>
          </a:xfrm>
        </p:grpSpPr>
        <p:pic>
          <p:nvPicPr>
            <p:cNvPr id="379" name="object 88">
              <a:extLst>
                <a:ext uri="{FF2B5EF4-FFF2-40B4-BE49-F238E27FC236}">
                  <a16:creationId xmlns:a16="http://schemas.microsoft.com/office/drawing/2014/main" id="{A4A7394A-C48B-1046-B37A-58B22DCB4242}"/>
                </a:ext>
              </a:extLst>
            </p:cNvPr>
            <p:cNvPicPr/>
            <p:nvPr/>
          </p:nvPicPr>
          <p:blipFill>
            <a:blip r:embed="rId15"/>
            <a:stretch>
              <a:fillRect/>
            </a:stretch>
          </p:blipFill>
          <p:spPr>
            <a:xfrm>
              <a:off x="9881616" y="4201667"/>
              <a:ext cx="651509" cy="534162"/>
            </a:xfrm>
            <a:prstGeom prst="rect">
              <a:avLst/>
            </a:prstGeom>
          </p:spPr>
        </p:pic>
        <p:pic>
          <p:nvPicPr>
            <p:cNvPr id="380" name="object 89">
              <a:extLst>
                <a:ext uri="{FF2B5EF4-FFF2-40B4-BE49-F238E27FC236}">
                  <a16:creationId xmlns:a16="http://schemas.microsoft.com/office/drawing/2014/main" id="{18F90D1D-62C5-F14E-8918-1BB1814152D5}"/>
                </a:ext>
              </a:extLst>
            </p:cNvPr>
            <p:cNvPicPr/>
            <p:nvPr/>
          </p:nvPicPr>
          <p:blipFill>
            <a:blip r:embed="rId17"/>
            <a:stretch>
              <a:fillRect/>
            </a:stretch>
          </p:blipFill>
          <p:spPr>
            <a:xfrm>
              <a:off x="10100310" y="4298441"/>
              <a:ext cx="244601" cy="244601"/>
            </a:xfrm>
            <a:prstGeom prst="rect">
              <a:avLst/>
            </a:prstGeom>
          </p:spPr>
        </p:pic>
        <p:pic>
          <p:nvPicPr>
            <p:cNvPr id="381" name="object 90">
              <a:extLst>
                <a:ext uri="{FF2B5EF4-FFF2-40B4-BE49-F238E27FC236}">
                  <a16:creationId xmlns:a16="http://schemas.microsoft.com/office/drawing/2014/main" id="{E69F5A85-DFE8-D84C-B2F4-6DDAF6582876}"/>
                </a:ext>
              </a:extLst>
            </p:cNvPr>
            <p:cNvPicPr/>
            <p:nvPr/>
          </p:nvPicPr>
          <p:blipFill>
            <a:blip r:embed="rId13"/>
            <a:stretch>
              <a:fillRect/>
            </a:stretch>
          </p:blipFill>
          <p:spPr>
            <a:xfrm>
              <a:off x="10273284" y="4320539"/>
              <a:ext cx="244601" cy="244601"/>
            </a:xfrm>
            <a:prstGeom prst="rect">
              <a:avLst/>
            </a:prstGeom>
          </p:spPr>
        </p:pic>
      </p:grpSp>
      <p:pic>
        <p:nvPicPr>
          <p:cNvPr id="382" name="object 91">
            <a:extLst>
              <a:ext uri="{FF2B5EF4-FFF2-40B4-BE49-F238E27FC236}">
                <a16:creationId xmlns:a16="http://schemas.microsoft.com/office/drawing/2014/main" id="{29CBACB4-21BE-EF46-8AEB-C01C90955868}"/>
              </a:ext>
            </a:extLst>
          </p:cNvPr>
          <p:cNvPicPr/>
          <p:nvPr/>
        </p:nvPicPr>
        <p:blipFill>
          <a:blip r:embed="rId12"/>
          <a:stretch>
            <a:fillRect/>
          </a:stretch>
        </p:blipFill>
        <p:spPr>
          <a:xfrm>
            <a:off x="10184892" y="4174235"/>
            <a:ext cx="244601" cy="244601"/>
          </a:xfrm>
          <a:prstGeom prst="rect">
            <a:avLst/>
          </a:prstGeom>
        </p:spPr>
      </p:pic>
      <p:grpSp>
        <p:nvGrpSpPr>
          <p:cNvPr id="383" name="object 92">
            <a:extLst>
              <a:ext uri="{FF2B5EF4-FFF2-40B4-BE49-F238E27FC236}">
                <a16:creationId xmlns:a16="http://schemas.microsoft.com/office/drawing/2014/main" id="{69658F4F-D486-4C47-8F74-678A2E339AC0}"/>
              </a:ext>
            </a:extLst>
          </p:cNvPr>
          <p:cNvGrpSpPr/>
          <p:nvPr/>
        </p:nvGrpSpPr>
        <p:grpSpPr>
          <a:xfrm>
            <a:off x="1421891" y="5347715"/>
            <a:ext cx="657225" cy="584835"/>
            <a:chOff x="1421891" y="5347715"/>
            <a:chExt cx="657225" cy="584835"/>
          </a:xfrm>
        </p:grpSpPr>
        <p:pic>
          <p:nvPicPr>
            <p:cNvPr id="384" name="object 93">
              <a:extLst>
                <a:ext uri="{FF2B5EF4-FFF2-40B4-BE49-F238E27FC236}">
                  <a16:creationId xmlns:a16="http://schemas.microsoft.com/office/drawing/2014/main" id="{92A17517-3AD4-594C-AE82-C4AE4AC3E1A5}"/>
                </a:ext>
              </a:extLst>
            </p:cNvPr>
            <p:cNvPicPr/>
            <p:nvPr/>
          </p:nvPicPr>
          <p:blipFill>
            <a:blip r:embed="rId18"/>
            <a:stretch>
              <a:fillRect/>
            </a:stretch>
          </p:blipFill>
          <p:spPr>
            <a:xfrm>
              <a:off x="1629835" y="5361431"/>
              <a:ext cx="195998" cy="233934"/>
            </a:xfrm>
            <a:prstGeom prst="rect">
              <a:avLst/>
            </a:prstGeom>
          </p:spPr>
        </p:pic>
        <p:pic>
          <p:nvPicPr>
            <p:cNvPr id="385" name="object 94">
              <a:extLst>
                <a:ext uri="{FF2B5EF4-FFF2-40B4-BE49-F238E27FC236}">
                  <a16:creationId xmlns:a16="http://schemas.microsoft.com/office/drawing/2014/main" id="{7CC05D12-D66C-B94A-B16E-15730BD30B15}"/>
                </a:ext>
              </a:extLst>
            </p:cNvPr>
            <p:cNvPicPr/>
            <p:nvPr/>
          </p:nvPicPr>
          <p:blipFill>
            <a:blip r:embed="rId12"/>
            <a:stretch>
              <a:fillRect/>
            </a:stretch>
          </p:blipFill>
          <p:spPr>
            <a:xfrm>
              <a:off x="1816607" y="5347715"/>
              <a:ext cx="233933" cy="233934"/>
            </a:xfrm>
            <a:prstGeom prst="rect">
              <a:avLst/>
            </a:prstGeom>
          </p:spPr>
        </p:pic>
        <p:pic>
          <p:nvPicPr>
            <p:cNvPr id="386" name="object 95">
              <a:extLst>
                <a:ext uri="{FF2B5EF4-FFF2-40B4-BE49-F238E27FC236}">
                  <a16:creationId xmlns:a16="http://schemas.microsoft.com/office/drawing/2014/main" id="{2594A8E2-F92C-664E-915E-3FAF81B1B7D9}"/>
                </a:ext>
              </a:extLst>
            </p:cNvPr>
            <p:cNvPicPr/>
            <p:nvPr/>
          </p:nvPicPr>
          <p:blipFill>
            <a:blip r:embed="rId13"/>
            <a:stretch>
              <a:fillRect/>
            </a:stretch>
          </p:blipFill>
          <p:spPr>
            <a:xfrm>
              <a:off x="1633727" y="5551931"/>
              <a:ext cx="233934" cy="233934"/>
            </a:xfrm>
            <a:prstGeom prst="rect">
              <a:avLst/>
            </a:prstGeom>
          </p:spPr>
        </p:pic>
        <p:pic>
          <p:nvPicPr>
            <p:cNvPr id="387" name="object 96">
              <a:extLst>
                <a:ext uri="{FF2B5EF4-FFF2-40B4-BE49-F238E27FC236}">
                  <a16:creationId xmlns:a16="http://schemas.microsoft.com/office/drawing/2014/main" id="{4DEE5989-9196-0E45-B5CA-2C2B7F550209}"/>
                </a:ext>
              </a:extLst>
            </p:cNvPr>
            <p:cNvPicPr/>
            <p:nvPr/>
          </p:nvPicPr>
          <p:blipFill>
            <a:blip r:embed="rId17"/>
            <a:stretch>
              <a:fillRect/>
            </a:stretch>
          </p:blipFill>
          <p:spPr>
            <a:xfrm>
              <a:off x="1844801" y="5521451"/>
              <a:ext cx="233934" cy="233934"/>
            </a:xfrm>
            <a:prstGeom prst="rect">
              <a:avLst/>
            </a:prstGeom>
          </p:spPr>
        </p:pic>
        <p:pic>
          <p:nvPicPr>
            <p:cNvPr id="388" name="object 97">
              <a:extLst>
                <a:ext uri="{FF2B5EF4-FFF2-40B4-BE49-F238E27FC236}">
                  <a16:creationId xmlns:a16="http://schemas.microsoft.com/office/drawing/2014/main" id="{F3980FBB-62B1-6740-89E4-70E9D77F102B}"/>
                </a:ext>
              </a:extLst>
            </p:cNvPr>
            <p:cNvPicPr/>
            <p:nvPr/>
          </p:nvPicPr>
          <p:blipFill>
            <a:blip r:embed="rId15"/>
            <a:stretch>
              <a:fillRect/>
            </a:stretch>
          </p:blipFill>
          <p:spPr>
            <a:xfrm>
              <a:off x="1421891" y="5399531"/>
              <a:ext cx="649985" cy="532638"/>
            </a:xfrm>
            <a:prstGeom prst="rect">
              <a:avLst/>
            </a:prstGeom>
          </p:spPr>
        </p:pic>
      </p:grpSp>
      <p:grpSp>
        <p:nvGrpSpPr>
          <p:cNvPr id="389" name="object 98">
            <a:extLst>
              <a:ext uri="{FF2B5EF4-FFF2-40B4-BE49-F238E27FC236}">
                <a16:creationId xmlns:a16="http://schemas.microsoft.com/office/drawing/2014/main" id="{D46F440D-92C2-9744-9C46-A7FF4998325A}"/>
              </a:ext>
            </a:extLst>
          </p:cNvPr>
          <p:cNvGrpSpPr/>
          <p:nvPr/>
        </p:nvGrpSpPr>
        <p:grpSpPr>
          <a:xfrm>
            <a:off x="2743200" y="5385053"/>
            <a:ext cx="653415" cy="547370"/>
            <a:chOff x="2743200" y="5385053"/>
            <a:chExt cx="653415" cy="547370"/>
          </a:xfrm>
        </p:grpSpPr>
        <p:pic>
          <p:nvPicPr>
            <p:cNvPr id="390" name="object 99">
              <a:extLst>
                <a:ext uri="{FF2B5EF4-FFF2-40B4-BE49-F238E27FC236}">
                  <a16:creationId xmlns:a16="http://schemas.microsoft.com/office/drawing/2014/main" id="{6E8C9BA8-0877-7243-B8EE-CE26B05EC70C}"/>
                </a:ext>
              </a:extLst>
            </p:cNvPr>
            <p:cNvPicPr/>
            <p:nvPr/>
          </p:nvPicPr>
          <p:blipFill>
            <a:blip r:embed="rId18"/>
            <a:stretch>
              <a:fillRect/>
            </a:stretch>
          </p:blipFill>
          <p:spPr>
            <a:xfrm>
              <a:off x="3200317" y="5509259"/>
              <a:ext cx="195998" cy="233934"/>
            </a:xfrm>
            <a:prstGeom prst="rect">
              <a:avLst/>
            </a:prstGeom>
          </p:spPr>
        </p:pic>
        <p:pic>
          <p:nvPicPr>
            <p:cNvPr id="391" name="object 100">
              <a:extLst>
                <a:ext uri="{FF2B5EF4-FFF2-40B4-BE49-F238E27FC236}">
                  <a16:creationId xmlns:a16="http://schemas.microsoft.com/office/drawing/2014/main" id="{7C425DC5-E475-9743-9C92-DBAB0FC2F60C}"/>
                </a:ext>
              </a:extLst>
            </p:cNvPr>
            <p:cNvPicPr/>
            <p:nvPr/>
          </p:nvPicPr>
          <p:blipFill>
            <a:blip r:embed="rId19"/>
            <a:stretch>
              <a:fillRect/>
            </a:stretch>
          </p:blipFill>
          <p:spPr>
            <a:xfrm>
              <a:off x="3061715" y="5453633"/>
              <a:ext cx="233933" cy="233934"/>
            </a:xfrm>
            <a:prstGeom prst="rect">
              <a:avLst/>
            </a:prstGeom>
          </p:spPr>
        </p:pic>
        <p:pic>
          <p:nvPicPr>
            <p:cNvPr id="392" name="object 101">
              <a:extLst>
                <a:ext uri="{FF2B5EF4-FFF2-40B4-BE49-F238E27FC236}">
                  <a16:creationId xmlns:a16="http://schemas.microsoft.com/office/drawing/2014/main" id="{D22B22F2-8856-E249-8C6F-407D02DBCE0A}"/>
                </a:ext>
              </a:extLst>
            </p:cNvPr>
            <p:cNvPicPr/>
            <p:nvPr/>
          </p:nvPicPr>
          <p:blipFill>
            <a:blip r:embed="rId12"/>
            <a:stretch>
              <a:fillRect/>
            </a:stretch>
          </p:blipFill>
          <p:spPr>
            <a:xfrm>
              <a:off x="2891028" y="5385053"/>
              <a:ext cx="233934" cy="233934"/>
            </a:xfrm>
            <a:prstGeom prst="rect">
              <a:avLst/>
            </a:prstGeom>
          </p:spPr>
        </p:pic>
        <p:pic>
          <p:nvPicPr>
            <p:cNvPr id="393" name="object 102">
              <a:extLst>
                <a:ext uri="{FF2B5EF4-FFF2-40B4-BE49-F238E27FC236}">
                  <a16:creationId xmlns:a16="http://schemas.microsoft.com/office/drawing/2014/main" id="{7F97F387-42BB-E24C-80CF-091840871C3B}"/>
                </a:ext>
              </a:extLst>
            </p:cNvPr>
            <p:cNvPicPr/>
            <p:nvPr/>
          </p:nvPicPr>
          <p:blipFill>
            <a:blip r:embed="rId17"/>
            <a:stretch>
              <a:fillRect/>
            </a:stretch>
          </p:blipFill>
          <p:spPr>
            <a:xfrm>
              <a:off x="2980181" y="5521451"/>
              <a:ext cx="233933" cy="233934"/>
            </a:xfrm>
            <a:prstGeom prst="rect">
              <a:avLst/>
            </a:prstGeom>
          </p:spPr>
        </p:pic>
        <p:pic>
          <p:nvPicPr>
            <p:cNvPr id="394" name="object 103">
              <a:extLst>
                <a:ext uri="{FF2B5EF4-FFF2-40B4-BE49-F238E27FC236}">
                  <a16:creationId xmlns:a16="http://schemas.microsoft.com/office/drawing/2014/main" id="{9106A8FB-A47F-3048-B6B5-E4884A0F254D}"/>
                </a:ext>
              </a:extLst>
            </p:cNvPr>
            <p:cNvPicPr/>
            <p:nvPr/>
          </p:nvPicPr>
          <p:blipFill>
            <a:blip r:embed="rId15"/>
            <a:stretch>
              <a:fillRect/>
            </a:stretch>
          </p:blipFill>
          <p:spPr>
            <a:xfrm>
              <a:off x="2743200" y="5399531"/>
              <a:ext cx="649224" cy="532638"/>
            </a:xfrm>
            <a:prstGeom prst="rect">
              <a:avLst/>
            </a:prstGeom>
          </p:spPr>
        </p:pic>
      </p:grpSp>
      <p:grpSp>
        <p:nvGrpSpPr>
          <p:cNvPr id="395" name="object 104">
            <a:extLst>
              <a:ext uri="{FF2B5EF4-FFF2-40B4-BE49-F238E27FC236}">
                <a16:creationId xmlns:a16="http://schemas.microsoft.com/office/drawing/2014/main" id="{03496A25-4E1D-5F42-9B1D-9149AACDA79D}"/>
              </a:ext>
            </a:extLst>
          </p:cNvPr>
          <p:cNvGrpSpPr/>
          <p:nvPr/>
        </p:nvGrpSpPr>
        <p:grpSpPr>
          <a:xfrm>
            <a:off x="4078985" y="5347715"/>
            <a:ext cx="692785" cy="584835"/>
            <a:chOff x="4078985" y="5347715"/>
            <a:chExt cx="692785" cy="584835"/>
          </a:xfrm>
        </p:grpSpPr>
        <p:pic>
          <p:nvPicPr>
            <p:cNvPr id="396" name="object 105">
              <a:extLst>
                <a:ext uri="{FF2B5EF4-FFF2-40B4-BE49-F238E27FC236}">
                  <a16:creationId xmlns:a16="http://schemas.microsoft.com/office/drawing/2014/main" id="{DD1788B3-D86B-7C42-809B-3CF41D55B5F9}"/>
                </a:ext>
              </a:extLst>
            </p:cNvPr>
            <p:cNvPicPr/>
            <p:nvPr/>
          </p:nvPicPr>
          <p:blipFill>
            <a:blip r:embed="rId18"/>
            <a:stretch>
              <a:fillRect/>
            </a:stretch>
          </p:blipFill>
          <p:spPr>
            <a:xfrm>
              <a:off x="4298421" y="5375909"/>
              <a:ext cx="196637" cy="233934"/>
            </a:xfrm>
            <a:prstGeom prst="rect">
              <a:avLst/>
            </a:prstGeom>
          </p:spPr>
        </p:pic>
        <p:pic>
          <p:nvPicPr>
            <p:cNvPr id="397" name="object 106">
              <a:extLst>
                <a:ext uri="{FF2B5EF4-FFF2-40B4-BE49-F238E27FC236}">
                  <a16:creationId xmlns:a16="http://schemas.microsoft.com/office/drawing/2014/main" id="{8353D433-7723-1942-97C3-06ECF1AEAA16}"/>
                </a:ext>
              </a:extLst>
            </p:cNvPr>
            <p:cNvPicPr/>
            <p:nvPr/>
          </p:nvPicPr>
          <p:blipFill>
            <a:blip r:embed="rId19"/>
            <a:stretch>
              <a:fillRect/>
            </a:stretch>
          </p:blipFill>
          <p:spPr>
            <a:xfrm>
              <a:off x="4450079" y="5347715"/>
              <a:ext cx="233934" cy="233934"/>
            </a:xfrm>
            <a:prstGeom prst="rect">
              <a:avLst/>
            </a:prstGeom>
          </p:spPr>
        </p:pic>
        <p:pic>
          <p:nvPicPr>
            <p:cNvPr id="398" name="object 107">
              <a:extLst>
                <a:ext uri="{FF2B5EF4-FFF2-40B4-BE49-F238E27FC236}">
                  <a16:creationId xmlns:a16="http://schemas.microsoft.com/office/drawing/2014/main" id="{E446F8A0-BF2D-D048-8602-64E504EDA57A}"/>
                </a:ext>
              </a:extLst>
            </p:cNvPr>
            <p:cNvPicPr/>
            <p:nvPr/>
          </p:nvPicPr>
          <p:blipFill>
            <a:blip r:embed="rId13"/>
            <a:stretch>
              <a:fillRect/>
            </a:stretch>
          </p:blipFill>
          <p:spPr>
            <a:xfrm>
              <a:off x="4299203" y="5534405"/>
              <a:ext cx="234696" cy="234696"/>
            </a:xfrm>
            <a:prstGeom prst="rect">
              <a:avLst/>
            </a:prstGeom>
          </p:spPr>
        </p:pic>
        <p:pic>
          <p:nvPicPr>
            <p:cNvPr id="399" name="object 108">
              <a:extLst>
                <a:ext uri="{FF2B5EF4-FFF2-40B4-BE49-F238E27FC236}">
                  <a16:creationId xmlns:a16="http://schemas.microsoft.com/office/drawing/2014/main" id="{DE6B1307-9947-9F4B-9059-1793BC83E02B}"/>
                </a:ext>
              </a:extLst>
            </p:cNvPr>
            <p:cNvPicPr/>
            <p:nvPr/>
          </p:nvPicPr>
          <p:blipFill>
            <a:blip r:embed="rId17"/>
            <a:stretch>
              <a:fillRect/>
            </a:stretch>
          </p:blipFill>
          <p:spPr>
            <a:xfrm>
              <a:off x="4536947" y="5521451"/>
              <a:ext cx="234696" cy="233934"/>
            </a:xfrm>
            <a:prstGeom prst="rect">
              <a:avLst/>
            </a:prstGeom>
          </p:spPr>
        </p:pic>
        <p:pic>
          <p:nvPicPr>
            <p:cNvPr id="400" name="object 109">
              <a:extLst>
                <a:ext uri="{FF2B5EF4-FFF2-40B4-BE49-F238E27FC236}">
                  <a16:creationId xmlns:a16="http://schemas.microsoft.com/office/drawing/2014/main" id="{347BDC10-02FE-794F-91AF-982CC409AB3A}"/>
                </a:ext>
              </a:extLst>
            </p:cNvPr>
            <p:cNvPicPr/>
            <p:nvPr/>
          </p:nvPicPr>
          <p:blipFill>
            <a:blip r:embed="rId15"/>
            <a:stretch>
              <a:fillRect/>
            </a:stretch>
          </p:blipFill>
          <p:spPr>
            <a:xfrm>
              <a:off x="4078985" y="5399531"/>
              <a:ext cx="649986" cy="532638"/>
            </a:xfrm>
            <a:prstGeom prst="rect">
              <a:avLst/>
            </a:prstGeom>
          </p:spPr>
        </p:pic>
      </p:grpSp>
      <p:grpSp>
        <p:nvGrpSpPr>
          <p:cNvPr id="401" name="object 110">
            <a:extLst>
              <a:ext uri="{FF2B5EF4-FFF2-40B4-BE49-F238E27FC236}">
                <a16:creationId xmlns:a16="http://schemas.microsoft.com/office/drawing/2014/main" id="{714F0560-A34D-0149-AB8A-C2D733AA02E5}"/>
              </a:ext>
            </a:extLst>
          </p:cNvPr>
          <p:cNvGrpSpPr/>
          <p:nvPr/>
        </p:nvGrpSpPr>
        <p:grpSpPr>
          <a:xfrm>
            <a:off x="51053" y="1748789"/>
            <a:ext cx="650875" cy="534670"/>
            <a:chOff x="51053" y="1748789"/>
            <a:chExt cx="650875" cy="534670"/>
          </a:xfrm>
        </p:grpSpPr>
        <p:pic>
          <p:nvPicPr>
            <p:cNvPr id="402" name="object 111">
              <a:extLst>
                <a:ext uri="{FF2B5EF4-FFF2-40B4-BE49-F238E27FC236}">
                  <a16:creationId xmlns:a16="http://schemas.microsoft.com/office/drawing/2014/main" id="{A56B69FA-6900-7A4E-82C7-DE603C943EFC}"/>
                </a:ext>
              </a:extLst>
            </p:cNvPr>
            <p:cNvPicPr/>
            <p:nvPr/>
          </p:nvPicPr>
          <p:blipFill>
            <a:blip r:embed="rId15"/>
            <a:stretch>
              <a:fillRect/>
            </a:stretch>
          </p:blipFill>
          <p:spPr>
            <a:xfrm>
              <a:off x="51053" y="1748789"/>
              <a:ext cx="650748" cy="534162"/>
            </a:xfrm>
            <a:prstGeom prst="rect">
              <a:avLst/>
            </a:prstGeom>
          </p:spPr>
        </p:pic>
        <p:pic>
          <p:nvPicPr>
            <p:cNvPr id="403" name="object 112">
              <a:extLst>
                <a:ext uri="{FF2B5EF4-FFF2-40B4-BE49-F238E27FC236}">
                  <a16:creationId xmlns:a16="http://schemas.microsoft.com/office/drawing/2014/main" id="{E0962E33-9A20-064A-84C2-B6ABAD58F3F8}"/>
                </a:ext>
              </a:extLst>
            </p:cNvPr>
            <p:cNvPicPr/>
            <p:nvPr/>
          </p:nvPicPr>
          <p:blipFill>
            <a:blip r:embed="rId16"/>
            <a:stretch>
              <a:fillRect/>
            </a:stretch>
          </p:blipFill>
          <p:spPr>
            <a:xfrm>
              <a:off x="307085" y="1835657"/>
              <a:ext cx="246126" cy="246125"/>
            </a:xfrm>
            <a:prstGeom prst="rect">
              <a:avLst/>
            </a:prstGeom>
          </p:spPr>
        </p:pic>
      </p:grpSp>
      <p:grpSp>
        <p:nvGrpSpPr>
          <p:cNvPr id="404" name="object 113">
            <a:extLst>
              <a:ext uri="{FF2B5EF4-FFF2-40B4-BE49-F238E27FC236}">
                <a16:creationId xmlns:a16="http://schemas.microsoft.com/office/drawing/2014/main" id="{575A1E78-8FE1-C445-AD80-DDE5FCE63B08}"/>
              </a:ext>
            </a:extLst>
          </p:cNvPr>
          <p:cNvGrpSpPr/>
          <p:nvPr/>
        </p:nvGrpSpPr>
        <p:grpSpPr>
          <a:xfrm>
            <a:off x="16001" y="1337361"/>
            <a:ext cx="1556385" cy="358140"/>
            <a:chOff x="16001" y="1337361"/>
            <a:chExt cx="1556385" cy="358140"/>
          </a:xfrm>
        </p:grpSpPr>
        <p:pic>
          <p:nvPicPr>
            <p:cNvPr id="405" name="object 114">
              <a:extLst>
                <a:ext uri="{FF2B5EF4-FFF2-40B4-BE49-F238E27FC236}">
                  <a16:creationId xmlns:a16="http://schemas.microsoft.com/office/drawing/2014/main" id="{D64A5939-73BA-8442-8CBB-8CFCA25CBA85}"/>
                </a:ext>
              </a:extLst>
            </p:cNvPr>
            <p:cNvPicPr/>
            <p:nvPr/>
          </p:nvPicPr>
          <p:blipFill>
            <a:blip r:embed="rId20"/>
            <a:stretch>
              <a:fillRect/>
            </a:stretch>
          </p:blipFill>
          <p:spPr>
            <a:xfrm>
              <a:off x="140527" y="1337361"/>
              <a:ext cx="147951" cy="332891"/>
            </a:xfrm>
            <a:prstGeom prst="rect">
              <a:avLst/>
            </a:prstGeom>
          </p:spPr>
        </p:pic>
        <p:pic>
          <p:nvPicPr>
            <p:cNvPr id="406" name="object 115">
              <a:extLst>
                <a:ext uri="{FF2B5EF4-FFF2-40B4-BE49-F238E27FC236}">
                  <a16:creationId xmlns:a16="http://schemas.microsoft.com/office/drawing/2014/main" id="{4034D777-E206-AD47-999F-07A79A8CCF31}"/>
                </a:ext>
              </a:extLst>
            </p:cNvPr>
            <p:cNvPicPr/>
            <p:nvPr/>
          </p:nvPicPr>
          <p:blipFill>
            <a:blip r:embed="rId21"/>
            <a:stretch>
              <a:fillRect/>
            </a:stretch>
          </p:blipFill>
          <p:spPr>
            <a:xfrm>
              <a:off x="1167033" y="1407825"/>
              <a:ext cx="268162" cy="268162"/>
            </a:xfrm>
            <a:prstGeom prst="rect">
              <a:avLst/>
            </a:prstGeom>
          </p:spPr>
        </p:pic>
        <p:pic>
          <p:nvPicPr>
            <p:cNvPr id="407" name="object 116">
              <a:extLst>
                <a:ext uri="{FF2B5EF4-FFF2-40B4-BE49-F238E27FC236}">
                  <a16:creationId xmlns:a16="http://schemas.microsoft.com/office/drawing/2014/main" id="{F5535AF4-3C12-9741-95E7-8367BDE682EA}"/>
                </a:ext>
              </a:extLst>
            </p:cNvPr>
            <p:cNvPicPr/>
            <p:nvPr/>
          </p:nvPicPr>
          <p:blipFill>
            <a:blip r:embed="rId22"/>
            <a:stretch>
              <a:fillRect/>
            </a:stretch>
          </p:blipFill>
          <p:spPr>
            <a:xfrm>
              <a:off x="386333" y="1417072"/>
              <a:ext cx="342138" cy="249668"/>
            </a:xfrm>
            <a:prstGeom prst="rect">
              <a:avLst/>
            </a:prstGeom>
          </p:spPr>
        </p:pic>
        <p:pic>
          <p:nvPicPr>
            <p:cNvPr id="408" name="object 117">
              <a:extLst>
                <a:ext uri="{FF2B5EF4-FFF2-40B4-BE49-F238E27FC236}">
                  <a16:creationId xmlns:a16="http://schemas.microsoft.com/office/drawing/2014/main" id="{625E32DB-D412-314A-8BC9-ED0D359CF903}"/>
                </a:ext>
              </a:extLst>
            </p:cNvPr>
            <p:cNvPicPr/>
            <p:nvPr/>
          </p:nvPicPr>
          <p:blipFill>
            <a:blip r:embed="rId14"/>
            <a:stretch>
              <a:fillRect/>
            </a:stretch>
          </p:blipFill>
          <p:spPr>
            <a:xfrm>
              <a:off x="762813" y="1337361"/>
              <a:ext cx="332891" cy="332891"/>
            </a:xfrm>
            <a:prstGeom prst="rect">
              <a:avLst/>
            </a:prstGeom>
          </p:spPr>
        </p:pic>
        <p:sp>
          <p:nvSpPr>
            <p:cNvPr id="409" name="object 118">
              <a:extLst>
                <a:ext uri="{FF2B5EF4-FFF2-40B4-BE49-F238E27FC236}">
                  <a16:creationId xmlns:a16="http://schemas.microsoft.com/office/drawing/2014/main" id="{578D94E2-5A29-F14C-98B6-F83B709AEB4E}"/>
                </a:ext>
              </a:extLst>
            </p:cNvPr>
            <p:cNvSpPr/>
            <p:nvPr/>
          </p:nvSpPr>
          <p:spPr>
            <a:xfrm>
              <a:off x="35051" y="1673352"/>
              <a:ext cx="1518285" cy="3175"/>
            </a:xfrm>
            <a:custGeom>
              <a:avLst/>
              <a:gdLst/>
              <a:ahLst/>
              <a:cxnLst/>
              <a:rect l="l" t="t" r="r" b="b"/>
              <a:pathLst>
                <a:path w="1518285" h="3175">
                  <a:moveTo>
                    <a:pt x="0" y="0"/>
                  </a:moveTo>
                  <a:lnTo>
                    <a:pt x="1518285" y="3048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10" name="object 119">
            <a:extLst>
              <a:ext uri="{FF2B5EF4-FFF2-40B4-BE49-F238E27FC236}">
                <a16:creationId xmlns:a16="http://schemas.microsoft.com/office/drawing/2014/main" id="{A65BD9A7-DCCE-C942-B600-9D0D024A960C}"/>
              </a:ext>
            </a:extLst>
          </p:cNvPr>
          <p:cNvGrpSpPr/>
          <p:nvPr/>
        </p:nvGrpSpPr>
        <p:grpSpPr>
          <a:xfrm>
            <a:off x="1645920" y="1332738"/>
            <a:ext cx="1734185" cy="363220"/>
            <a:chOff x="1645920" y="1332738"/>
            <a:chExt cx="1734185" cy="363220"/>
          </a:xfrm>
        </p:grpSpPr>
        <p:pic>
          <p:nvPicPr>
            <p:cNvPr id="411" name="object 120">
              <a:extLst>
                <a:ext uri="{FF2B5EF4-FFF2-40B4-BE49-F238E27FC236}">
                  <a16:creationId xmlns:a16="http://schemas.microsoft.com/office/drawing/2014/main" id="{0F4CAFE9-E896-AE43-A5DA-803687BD29B1}"/>
                </a:ext>
              </a:extLst>
            </p:cNvPr>
            <p:cNvPicPr/>
            <p:nvPr/>
          </p:nvPicPr>
          <p:blipFill>
            <a:blip r:embed="rId18"/>
            <a:stretch>
              <a:fillRect/>
            </a:stretch>
          </p:blipFill>
          <p:spPr>
            <a:xfrm>
              <a:off x="1808534" y="1332738"/>
              <a:ext cx="286656" cy="342138"/>
            </a:xfrm>
            <a:prstGeom prst="rect">
              <a:avLst/>
            </a:prstGeom>
          </p:spPr>
        </p:pic>
        <p:pic>
          <p:nvPicPr>
            <p:cNvPr id="412" name="object 121">
              <a:extLst>
                <a:ext uri="{FF2B5EF4-FFF2-40B4-BE49-F238E27FC236}">
                  <a16:creationId xmlns:a16="http://schemas.microsoft.com/office/drawing/2014/main" id="{6D14C497-D60E-CD4B-A81B-2B32E9CF5D38}"/>
                </a:ext>
              </a:extLst>
            </p:cNvPr>
            <p:cNvPicPr/>
            <p:nvPr/>
          </p:nvPicPr>
          <p:blipFill>
            <a:blip r:embed="rId21"/>
            <a:stretch>
              <a:fillRect/>
            </a:stretch>
          </p:blipFill>
          <p:spPr>
            <a:xfrm>
              <a:off x="2962306" y="1407825"/>
              <a:ext cx="268162" cy="268162"/>
            </a:xfrm>
            <a:prstGeom prst="rect">
              <a:avLst/>
            </a:prstGeom>
          </p:spPr>
        </p:pic>
        <p:pic>
          <p:nvPicPr>
            <p:cNvPr id="413" name="object 122">
              <a:extLst>
                <a:ext uri="{FF2B5EF4-FFF2-40B4-BE49-F238E27FC236}">
                  <a16:creationId xmlns:a16="http://schemas.microsoft.com/office/drawing/2014/main" id="{7B00E6B3-8EC5-4744-929E-63087C00219B}"/>
                </a:ext>
              </a:extLst>
            </p:cNvPr>
            <p:cNvPicPr/>
            <p:nvPr/>
          </p:nvPicPr>
          <p:blipFill>
            <a:blip r:embed="rId22"/>
            <a:stretch>
              <a:fillRect/>
            </a:stretch>
          </p:blipFill>
          <p:spPr>
            <a:xfrm>
              <a:off x="2181606" y="1417072"/>
              <a:ext cx="342138" cy="249668"/>
            </a:xfrm>
            <a:prstGeom prst="rect">
              <a:avLst/>
            </a:prstGeom>
          </p:spPr>
        </p:pic>
        <p:pic>
          <p:nvPicPr>
            <p:cNvPr id="414" name="object 123">
              <a:extLst>
                <a:ext uri="{FF2B5EF4-FFF2-40B4-BE49-F238E27FC236}">
                  <a16:creationId xmlns:a16="http://schemas.microsoft.com/office/drawing/2014/main" id="{ACF63348-EB9C-974B-93A6-E0E7C38EA0F5}"/>
                </a:ext>
              </a:extLst>
            </p:cNvPr>
            <p:cNvPicPr/>
            <p:nvPr/>
          </p:nvPicPr>
          <p:blipFill>
            <a:blip r:embed="rId14"/>
            <a:stretch>
              <a:fillRect/>
            </a:stretch>
          </p:blipFill>
          <p:spPr>
            <a:xfrm>
              <a:off x="2558085" y="1337361"/>
              <a:ext cx="332891" cy="332891"/>
            </a:xfrm>
            <a:prstGeom prst="rect">
              <a:avLst/>
            </a:prstGeom>
          </p:spPr>
        </p:pic>
        <p:sp>
          <p:nvSpPr>
            <p:cNvPr id="415" name="object 124">
              <a:extLst>
                <a:ext uri="{FF2B5EF4-FFF2-40B4-BE49-F238E27FC236}">
                  <a16:creationId xmlns:a16="http://schemas.microsoft.com/office/drawing/2014/main" id="{63E2A8FD-36BD-2245-8476-E18815EB4CDD}"/>
                </a:ext>
              </a:extLst>
            </p:cNvPr>
            <p:cNvSpPr/>
            <p:nvPr/>
          </p:nvSpPr>
          <p:spPr>
            <a:xfrm>
              <a:off x="1645920" y="1676400"/>
              <a:ext cx="1734185" cy="0"/>
            </a:xfrm>
            <a:custGeom>
              <a:avLst/>
              <a:gdLst/>
              <a:ahLst/>
              <a:cxnLst/>
              <a:rect l="l" t="t" r="r" b="b"/>
              <a:pathLst>
                <a:path w="1734185">
                  <a:moveTo>
                    <a:pt x="0" y="0"/>
                  </a:moveTo>
                  <a:lnTo>
                    <a:pt x="1734184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16" name="object 125">
            <a:extLst>
              <a:ext uri="{FF2B5EF4-FFF2-40B4-BE49-F238E27FC236}">
                <a16:creationId xmlns:a16="http://schemas.microsoft.com/office/drawing/2014/main" id="{056FC4D4-4CDE-964B-87EE-9A6914004852}"/>
              </a:ext>
            </a:extLst>
          </p:cNvPr>
          <p:cNvGrpSpPr/>
          <p:nvPr/>
        </p:nvGrpSpPr>
        <p:grpSpPr>
          <a:xfrm>
            <a:off x="5084064" y="1332738"/>
            <a:ext cx="1710689" cy="371475"/>
            <a:chOff x="5084064" y="1332738"/>
            <a:chExt cx="1710689" cy="371475"/>
          </a:xfrm>
        </p:grpSpPr>
        <p:pic>
          <p:nvPicPr>
            <p:cNvPr id="417" name="object 126">
              <a:extLst>
                <a:ext uri="{FF2B5EF4-FFF2-40B4-BE49-F238E27FC236}">
                  <a16:creationId xmlns:a16="http://schemas.microsoft.com/office/drawing/2014/main" id="{79EE5F24-39EA-A948-93E4-6F030EBC0D20}"/>
                </a:ext>
              </a:extLst>
            </p:cNvPr>
            <p:cNvPicPr/>
            <p:nvPr/>
          </p:nvPicPr>
          <p:blipFill>
            <a:blip r:embed="rId23"/>
            <a:stretch>
              <a:fillRect/>
            </a:stretch>
          </p:blipFill>
          <p:spPr>
            <a:xfrm>
              <a:off x="5171694" y="1332738"/>
              <a:ext cx="665988" cy="342138"/>
            </a:xfrm>
            <a:prstGeom prst="rect">
              <a:avLst/>
            </a:prstGeom>
          </p:spPr>
        </p:pic>
        <p:pic>
          <p:nvPicPr>
            <p:cNvPr id="418" name="object 127">
              <a:extLst>
                <a:ext uri="{FF2B5EF4-FFF2-40B4-BE49-F238E27FC236}">
                  <a16:creationId xmlns:a16="http://schemas.microsoft.com/office/drawing/2014/main" id="{CA41D674-2D66-4E41-B87E-DB8AF59A2756}"/>
                </a:ext>
              </a:extLst>
            </p:cNvPr>
            <p:cNvPicPr/>
            <p:nvPr/>
          </p:nvPicPr>
          <p:blipFill>
            <a:blip r:embed="rId22"/>
            <a:stretch>
              <a:fillRect/>
            </a:stretch>
          </p:blipFill>
          <p:spPr>
            <a:xfrm>
              <a:off x="5839206" y="1426875"/>
              <a:ext cx="342138" cy="249112"/>
            </a:xfrm>
            <a:prstGeom prst="rect">
              <a:avLst/>
            </a:prstGeom>
          </p:spPr>
        </p:pic>
        <p:pic>
          <p:nvPicPr>
            <p:cNvPr id="419" name="object 128">
              <a:extLst>
                <a:ext uri="{FF2B5EF4-FFF2-40B4-BE49-F238E27FC236}">
                  <a16:creationId xmlns:a16="http://schemas.microsoft.com/office/drawing/2014/main" id="{EA06A10B-E824-FD43-8F6F-2865B70ABBA5}"/>
                </a:ext>
              </a:extLst>
            </p:cNvPr>
            <p:cNvPicPr/>
            <p:nvPr/>
          </p:nvPicPr>
          <p:blipFill>
            <a:blip r:embed="rId14"/>
            <a:stretch>
              <a:fillRect/>
            </a:stretch>
          </p:blipFill>
          <p:spPr>
            <a:xfrm>
              <a:off x="6215675" y="1337361"/>
              <a:ext cx="332149" cy="332891"/>
            </a:xfrm>
            <a:prstGeom prst="rect">
              <a:avLst/>
            </a:prstGeom>
          </p:spPr>
        </p:pic>
        <p:sp>
          <p:nvSpPr>
            <p:cNvPr id="420" name="object 129">
              <a:extLst>
                <a:ext uri="{FF2B5EF4-FFF2-40B4-BE49-F238E27FC236}">
                  <a16:creationId xmlns:a16="http://schemas.microsoft.com/office/drawing/2014/main" id="{0E6F41DB-B240-8E44-9552-4BB98C5419EC}"/>
                </a:ext>
              </a:extLst>
            </p:cNvPr>
            <p:cNvSpPr/>
            <p:nvPr/>
          </p:nvSpPr>
          <p:spPr>
            <a:xfrm>
              <a:off x="5084064" y="1684782"/>
              <a:ext cx="1710689" cy="0"/>
            </a:xfrm>
            <a:custGeom>
              <a:avLst/>
              <a:gdLst/>
              <a:ahLst/>
              <a:cxnLst/>
              <a:rect l="l" t="t" r="r" b="b"/>
              <a:pathLst>
                <a:path w="1710689">
                  <a:moveTo>
                    <a:pt x="0" y="0"/>
                  </a:moveTo>
                  <a:lnTo>
                    <a:pt x="1710689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21" name="object 130">
            <a:extLst>
              <a:ext uri="{FF2B5EF4-FFF2-40B4-BE49-F238E27FC236}">
                <a16:creationId xmlns:a16="http://schemas.microsoft.com/office/drawing/2014/main" id="{8741E2B0-FB04-684A-AD46-0CAE351C25AE}"/>
              </a:ext>
            </a:extLst>
          </p:cNvPr>
          <p:cNvGrpSpPr/>
          <p:nvPr/>
        </p:nvGrpSpPr>
        <p:grpSpPr>
          <a:xfrm>
            <a:off x="3454146" y="1332738"/>
            <a:ext cx="1556385" cy="353695"/>
            <a:chOff x="3454146" y="1332738"/>
            <a:chExt cx="1556385" cy="353695"/>
          </a:xfrm>
        </p:grpSpPr>
        <p:pic>
          <p:nvPicPr>
            <p:cNvPr id="422" name="object 131">
              <a:extLst>
                <a:ext uri="{FF2B5EF4-FFF2-40B4-BE49-F238E27FC236}">
                  <a16:creationId xmlns:a16="http://schemas.microsoft.com/office/drawing/2014/main" id="{7408CEDE-3142-9D41-A637-7719E33A85A4}"/>
                </a:ext>
              </a:extLst>
            </p:cNvPr>
            <p:cNvPicPr/>
            <p:nvPr/>
          </p:nvPicPr>
          <p:blipFill>
            <a:blip r:embed="rId18"/>
            <a:stretch>
              <a:fillRect/>
            </a:stretch>
          </p:blipFill>
          <p:spPr>
            <a:xfrm>
              <a:off x="3641145" y="1332738"/>
              <a:ext cx="286656" cy="342138"/>
            </a:xfrm>
            <a:prstGeom prst="rect">
              <a:avLst/>
            </a:prstGeom>
          </p:spPr>
        </p:pic>
        <p:pic>
          <p:nvPicPr>
            <p:cNvPr id="423" name="object 132">
              <a:extLst>
                <a:ext uri="{FF2B5EF4-FFF2-40B4-BE49-F238E27FC236}">
                  <a16:creationId xmlns:a16="http://schemas.microsoft.com/office/drawing/2014/main" id="{A4B02ED9-E3E5-634D-BA06-F119A4BD8200}"/>
                </a:ext>
              </a:extLst>
            </p:cNvPr>
            <p:cNvPicPr/>
            <p:nvPr/>
          </p:nvPicPr>
          <p:blipFill>
            <a:blip r:embed="rId19"/>
            <a:stretch>
              <a:fillRect/>
            </a:stretch>
          </p:blipFill>
          <p:spPr>
            <a:xfrm>
              <a:off x="3890010" y="1332738"/>
              <a:ext cx="342138" cy="342138"/>
            </a:xfrm>
            <a:prstGeom prst="rect">
              <a:avLst/>
            </a:prstGeom>
          </p:spPr>
        </p:pic>
        <p:pic>
          <p:nvPicPr>
            <p:cNvPr id="424" name="object 133">
              <a:extLst>
                <a:ext uri="{FF2B5EF4-FFF2-40B4-BE49-F238E27FC236}">
                  <a16:creationId xmlns:a16="http://schemas.microsoft.com/office/drawing/2014/main" id="{3F5E7D21-1625-AC4C-BE3E-DAD1ACE8EB1B}"/>
                </a:ext>
              </a:extLst>
            </p:cNvPr>
            <p:cNvPicPr/>
            <p:nvPr/>
          </p:nvPicPr>
          <p:blipFill>
            <a:blip r:embed="rId17"/>
            <a:stretch>
              <a:fillRect/>
            </a:stretch>
          </p:blipFill>
          <p:spPr>
            <a:xfrm>
              <a:off x="4224528" y="1332738"/>
              <a:ext cx="341375" cy="342138"/>
            </a:xfrm>
            <a:prstGeom prst="rect">
              <a:avLst/>
            </a:prstGeom>
          </p:spPr>
        </p:pic>
        <p:pic>
          <p:nvPicPr>
            <p:cNvPr id="425" name="object 134">
              <a:extLst>
                <a:ext uri="{FF2B5EF4-FFF2-40B4-BE49-F238E27FC236}">
                  <a16:creationId xmlns:a16="http://schemas.microsoft.com/office/drawing/2014/main" id="{23C3537B-426A-EE4E-8513-622BF2B80C20}"/>
                </a:ext>
              </a:extLst>
            </p:cNvPr>
            <p:cNvPicPr/>
            <p:nvPr/>
          </p:nvPicPr>
          <p:blipFill>
            <a:blip r:embed="rId21"/>
            <a:stretch>
              <a:fillRect/>
            </a:stretch>
          </p:blipFill>
          <p:spPr>
            <a:xfrm>
              <a:off x="4632610" y="1398599"/>
              <a:ext cx="268162" cy="267564"/>
            </a:xfrm>
            <a:prstGeom prst="rect">
              <a:avLst/>
            </a:prstGeom>
          </p:spPr>
        </p:pic>
        <p:sp>
          <p:nvSpPr>
            <p:cNvPr id="426" name="object 135">
              <a:extLst>
                <a:ext uri="{FF2B5EF4-FFF2-40B4-BE49-F238E27FC236}">
                  <a16:creationId xmlns:a16="http://schemas.microsoft.com/office/drawing/2014/main" id="{DD958FDD-9B41-214B-B2AD-6AC93947DE62}"/>
                </a:ext>
              </a:extLst>
            </p:cNvPr>
            <p:cNvSpPr/>
            <p:nvPr/>
          </p:nvSpPr>
          <p:spPr>
            <a:xfrm>
              <a:off x="3473196" y="1664208"/>
              <a:ext cx="1518285" cy="3175"/>
            </a:xfrm>
            <a:custGeom>
              <a:avLst/>
              <a:gdLst/>
              <a:ahLst/>
              <a:cxnLst/>
              <a:rect l="l" t="t" r="r" b="b"/>
              <a:pathLst>
                <a:path w="1518285" h="3175">
                  <a:moveTo>
                    <a:pt x="0" y="0"/>
                  </a:moveTo>
                  <a:lnTo>
                    <a:pt x="1518284" y="3047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27" name="object 136">
            <a:extLst>
              <a:ext uri="{FF2B5EF4-FFF2-40B4-BE49-F238E27FC236}">
                <a16:creationId xmlns:a16="http://schemas.microsoft.com/office/drawing/2014/main" id="{D28811E8-C1F5-AD4B-9165-46C4A2A675D5}"/>
              </a:ext>
            </a:extLst>
          </p:cNvPr>
          <p:cNvGrpSpPr/>
          <p:nvPr/>
        </p:nvGrpSpPr>
        <p:grpSpPr>
          <a:xfrm>
            <a:off x="23622" y="2995422"/>
            <a:ext cx="650875" cy="534670"/>
            <a:chOff x="23622" y="2995422"/>
            <a:chExt cx="650875" cy="534670"/>
          </a:xfrm>
        </p:grpSpPr>
        <p:pic>
          <p:nvPicPr>
            <p:cNvPr id="428" name="object 137">
              <a:extLst>
                <a:ext uri="{FF2B5EF4-FFF2-40B4-BE49-F238E27FC236}">
                  <a16:creationId xmlns:a16="http://schemas.microsoft.com/office/drawing/2014/main" id="{B0575A30-8BCB-EA41-9FEF-5C63DEDC1270}"/>
                </a:ext>
              </a:extLst>
            </p:cNvPr>
            <p:cNvPicPr/>
            <p:nvPr/>
          </p:nvPicPr>
          <p:blipFill>
            <a:blip r:embed="rId15"/>
            <a:stretch>
              <a:fillRect/>
            </a:stretch>
          </p:blipFill>
          <p:spPr>
            <a:xfrm>
              <a:off x="23622" y="2995422"/>
              <a:ext cx="650748" cy="534162"/>
            </a:xfrm>
            <a:prstGeom prst="rect">
              <a:avLst/>
            </a:prstGeom>
          </p:spPr>
        </p:pic>
        <p:pic>
          <p:nvPicPr>
            <p:cNvPr id="429" name="object 138">
              <a:extLst>
                <a:ext uri="{FF2B5EF4-FFF2-40B4-BE49-F238E27FC236}">
                  <a16:creationId xmlns:a16="http://schemas.microsoft.com/office/drawing/2014/main" id="{F9AD28CA-22DB-4D49-AAD6-7025B65600FC}"/>
                </a:ext>
              </a:extLst>
            </p:cNvPr>
            <p:cNvPicPr/>
            <p:nvPr/>
          </p:nvPicPr>
          <p:blipFill>
            <a:blip r:embed="rId16"/>
            <a:stretch>
              <a:fillRect/>
            </a:stretch>
          </p:blipFill>
          <p:spPr>
            <a:xfrm>
              <a:off x="242315" y="3082290"/>
              <a:ext cx="245364" cy="246125"/>
            </a:xfrm>
            <a:prstGeom prst="rect">
              <a:avLst/>
            </a:prstGeom>
          </p:spPr>
        </p:pic>
        <p:pic>
          <p:nvPicPr>
            <p:cNvPr id="430" name="object 139">
              <a:extLst>
                <a:ext uri="{FF2B5EF4-FFF2-40B4-BE49-F238E27FC236}">
                  <a16:creationId xmlns:a16="http://schemas.microsoft.com/office/drawing/2014/main" id="{4A004CA4-8BB1-9B40-B0BE-7412AA57A8CA}"/>
                </a:ext>
              </a:extLst>
            </p:cNvPr>
            <p:cNvPicPr/>
            <p:nvPr/>
          </p:nvPicPr>
          <p:blipFill>
            <a:blip r:embed="rId19"/>
            <a:stretch>
              <a:fillRect/>
            </a:stretch>
          </p:blipFill>
          <p:spPr>
            <a:xfrm>
              <a:off x="425196" y="3092196"/>
              <a:ext cx="244601" cy="245363"/>
            </a:xfrm>
            <a:prstGeom prst="rect">
              <a:avLst/>
            </a:prstGeom>
          </p:spPr>
        </p:pic>
      </p:grpSp>
      <p:grpSp>
        <p:nvGrpSpPr>
          <p:cNvPr id="431" name="object 140">
            <a:extLst>
              <a:ext uri="{FF2B5EF4-FFF2-40B4-BE49-F238E27FC236}">
                <a16:creationId xmlns:a16="http://schemas.microsoft.com/office/drawing/2014/main" id="{F031B83D-C6A9-0F47-B962-BDBBBDCBE067}"/>
              </a:ext>
            </a:extLst>
          </p:cNvPr>
          <p:cNvGrpSpPr/>
          <p:nvPr/>
        </p:nvGrpSpPr>
        <p:grpSpPr>
          <a:xfrm>
            <a:off x="35051" y="2556510"/>
            <a:ext cx="920115" cy="342265"/>
            <a:chOff x="35051" y="2556510"/>
            <a:chExt cx="920115" cy="342265"/>
          </a:xfrm>
        </p:grpSpPr>
        <p:pic>
          <p:nvPicPr>
            <p:cNvPr id="432" name="object 141">
              <a:extLst>
                <a:ext uri="{FF2B5EF4-FFF2-40B4-BE49-F238E27FC236}">
                  <a16:creationId xmlns:a16="http://schemas.microsoft.com/office/drawing/2014/main" id="{F75B3BF4-CF0F-0C4C-9B57-6CEE82548839}"/>
                </a:ext>
              </a:extLst>
            </p:cNvPr>
            <p:cNvPicPr/>
            <p:nvPr/>
          </p:nvPicPr>
          <p:blipFill>
            <a:blip r:embed="rId21"/>
            <a:stretch>
              <a:fillRect/>
            </a:stretch>
          </p:blipFill>
          <p:spPr>
            <a:xfrm>
              <a:off x="686973" y="2617119"/>
              <a:ext cx="268162" cy="268162"/>
            </a:xfrm>
            <a:prstGeom prst="rect">
              <a:avLst/>
            </a:prstGeom>
          </p:spPr>
        </p:pic>
        <p:pic>
          <p:nvPicPr>
            <p:cNvPr id="433" name="object 142">
              <a:extLst>
                <a:ext uri="{FF2B5EF4-FFF2-40B4-BE49-F238E27FC236}">
                  <a16:creationId xmlns:a16="http://schemas.microsoft.com/office/drawing/2014/main" id="{68D55DBB-3AE0-E148-ACBB-7512547E97C2}"/>
                </a:ext>
              </a:extLst>
            </p:cNvPr>
            <p:cNvPicPr/>
            <p:nvPr/>
          </p:nvPicPr>
          <p:blipFill>
            <a:blip r:embed="rId22"/>
            <a:stretch>
              <a:fillRect/>
            </a:stretch>
          </p:blipFill>
          <p:spPr>
            <a:xfrm>
              <a:off x="35051" y="2636169"/>
              <a:ext cx="342138" cy="249112"/>
            </a:xfrm>
            <a:prstGeom prst="rect">
              <a:avLst/>
            </a:prstGeom>
          </p:spPr>
        </p:pic>
        <p:pic>
          <p:nvPicPr>
            <p:cNvPr id="434" name="object 143">
              <a:extLst>
                <a:ext uri="{FF2B5EF4-FFF2-40B4-BE49-F238E27FC236}">
                  <a16:creationId xmlns:a16="http://schemas.microsoft.com/office/drawing/2014/main" id="{A6E7870F-ECBB-6D45-B97F-0A8D354AB0BA}"/>
                </a:ext>
              </a:extLst>
            </p:cNvPr>
            <p:cNvPicPr/>
            <p:nvPr/>
          </p:nvPicPr>
          <p:blipFill>
            <a:blip r:embed="rId17"/>
            <a:stretch>
              <a:fillRect/>
            </a:stretch>
          </p:blipFill>
          <p:spPr>
            <a:xfrm>
              <a:off x="383286" y="2556510"/>
              <a:ext cx="341376" cy="342138"/>
            </a:xfrm>
            <a:prstGeom prst="rect">
              <a:avLst/>
            </a:prstGeom>
          </p:spPr>
        </p:pic>
      </p:grpSp>
      <p:grpSp>
        <p:nvGrpSpPr>
          <p:cNvPr id="435" name="object 144">
            <a:extLst>
              <a:ext uri="{FF2B5EF4-FFF2-40B4-BE49-F238E27FC236}">
                <a16:creationId xmlns:a16="http://schemas.microsoft.com/office/drawing/2014/main" id="{96C490E7-4F54-C14E-B1D9-0070AFB4A0F5}"/>
              </a:ext>
            </a:extLst>
          </p:cNvPr>
          <p:cNvGrpSpPr/>
          <p:nvPr/>
        </p:nvGrpSpPr>
        <p:grpSpPr>
          <a:xfrm>
            <a:off x="3387954" y="2561133"/>
            <a:ext cx="879475" cy="333375"/>
            <a:chOff x="3387954" y="2561133"/>
            <a:chExt cx="879475" cy="333375"/>
          </a:xfrm>
        </p:grpSpPr>
        <p:pic>
          <p:nvPicPr>
            <p:cNvPr id="436" name="object 145">
              <a:extLst>
                <a:ext uri="{FF2B5EF4-FFF2-40B4-BE49-F238E27FC236}">
                  <a16:creationId xmlns:a16="http://schemas.microsoft.com/office/drawing/2014/main" id="{DE7AA958-8A1C-FD49-8FBC-F2AF319A640F}"/>
                </a:ext>
              </a:extLst>
            </p:cNvPr>
            <p:cNvPicPr/>
            <p:nvPr/>
          </p:nvPicPr>
          <p:blipFill>
            <a:blip r:embed="rId20"/>
            <a:stretch>
              <a:fillRect/>
            </a:stretch>
          </p:blipFill>
          <p:spPr>
            <a:xfrm>
              <a:off x="3387954" y="2561133"/>
              <a:ext cx="147622" cy="332891"/>
            </a:xfrm>
            <a:prstGeom prst="rect">
              <a:avLst/>
            </a:prstGeom>
          </p:spPr>
        </p:pic>
        <p:pic>
          <p:nvPicPr>
            <p:cNvPr id="437" name="object 146">
              <a:extLst>
                <a:ext uri="{FF2B5EF4-FFF2-40B4-BE49-F238E27FC236}">
                  <a16:creationId xmlns:a16="http://schemas.microsoft.com/office/drawing/2014/main" id="{6197EC89-21A3-6141-AC98-81960CC218D0}"/>
                </a:ext>
              </a:extLst>
            </p:cNvPr>
            <p:cNvPicPr/>
            <p:nvPr/>
          </p:nvPicPr>
          <p:blipFill>
            <a:blip r:embed="rId22"/>
            <a:stretch>
              <a:fillRect/>
            </a:stretch>
          </p:blipFill>
          <p:spPr>
            <a:xfrm>
              <a:off x="3557777" y="2636169"/>
              <a:ext cx="342138" cy="249112"/>
            </a:xfrm>
            <a:prstGeom prst="rect">
              <a:avLst/>
            </a:prstGeom>
          </p:spPr>
        </p:pic>
        <p:pic>
          <p:nvPicPr>
            <p:cNvPr id="438" name="object 147">
              <a:extLst>
                <a:ext uri="{FF2B5EF4-FFF2-40B4-BE49-F238E27FC236}">
                  <a16:creationId xmlns:a16="http://schemas.microsoft.com/office/drawing/2014/main" id="{729BDAB7-E75A-EE49-BED6-F648CBF0E7E6}"/>
                </a:ext>
              </a:extLst>
            </p:cNvPr>
            <p:cNvPicPr/>
            <p:nvPr/>
          </p:nvPicPr>
          <p:blipFill>
            <a:blip r:embed="rId14"/>
            <a:stretch>
              <a:fillRect/>
            </a:stretch>
          </p:blipFill>
          <p:spPr>
            <a:xfrm>
              <a:off x="3934257" y="2561133"/>
              <a:ext cx="332891" cy="332891"/>
            </a:xfrm>
            <a:prstGeom prst="rect">
              <a:avLst/>
            </a:prstGeom>
          </p:spPr>
        </p:pic>
      </p:grpSp>
      <p:grpSp>
        <p:nvGrpSpPr>
          <p:cNvPr id="439" name="object 148">
            <a:extLst>
              <a:ext uri="{FF2B5EF4-FFF2-40B4-BE49-F238E27FC236}">
                <a16:creationId xmlns:a16="http://schemas.microsoft.com/office/drawing/2014/main" id="{001C6E76-1866-4741-8BD2-D5C81E4329C8}"/>
              </a:ext>
            </a:extLst>
          </p:cNvPr>
          <p:cNvGrpSpPr/>
          <p:nvPr/>
        </p:nvGrpSpPr>
        <p:grpSpPr>
          <a:xfrm>
            <a:off x="5671051" y="2556510"/>
            <a:ext cx="873760" cy="370840"/>
            <a:chOff x="5671051" y="2556510"/>
            <a:chExt cx="873760" cy="370840"/>
          </a:xfrm>
        </p:grpSpPr>
        <p:pic>
          <p:nvPicPr>
            <p:cNvPr id="440" name="object 149">
              <a:extLst>
                <a:ext uri="{FF2B5EF4-FFF2-40B4-BE49-F238E27FC236}">
                  <a16:creationId xmlns:a16="http://schemas.microsoft.com/office/drawing/2014/main" id="{D332A5F2-AFC1-DC46-B3B3-CEF6A8D0CD2E}"/>
                </a:ext>
              </a:extLst>
            </p:cNvPr>
            <p:cNvPicPr/>
            <p:nvPr/>
          </p:nvPicPr>
          <p:blipFill>
            <a:blip r:embed="rId18"/>
            <a:stretch>
              <a:fillRect/>
            </a:stretch>
          </p:blipFill>
          <p:spPr>
            <a:xfrm>
              <a:off x="5671051" y="2556510"/>
              <a:ext cx="286017" cy="342138"/>
            </a:xfrm>
            <a:prstGeom prst="rect">
              <a:avLst/>
            </a:prstGeom>
          </p:spPr>
        </p:pic>
        <p:pic>
          <p:nvPicPr>
            <p:cNvPr id="441" name="object 150">
              <a:extLst>
                <a:ext uri="{FF2B5EF4-FFF2-40B4-BE49-F238E27FC236}">
                  <a16:creationId xmlns:a16="http://schemas.microsoft.com/office/drawing/2014/main" id="{A1FBF7C1-E185-6249-82CC-42F405EA9B43}"/>
                </a:ext>
              </a:extLst>
            </p:cNvPr>
            <p:cNvPicPr/>
            <p:nvPr/>
          </p:nvPicPr>
          <p:blipFill>
            <a:blip r:embed="rId21"/>
            <a:stretch>
              <a:fillRect/>
            </a:stretch>
          </p:blipFill>
          <p:spPr>
            <a:xfrm>
              <a:off x="6276923" y="2621691"/>
              <a:ext cx="267564" cy="268162"/>
            </a:xfrm>
            <a:prstGeom prst="rect">
              <a:avLst/>
            </a:prstGeom>
          </p:spPr>
        </p:pic>
        <p:pic>
          <p:nvPicPr>
            <p:cNvPr id="442" name="object 151">
              <a:extLst>
                <a:ext uri="{FF2B5EF4-FFF2-40B4-BE49-F238E27FC236}">
                  <a16:creationId xmlns:a16="http://schemas.microsoft.com/office/drawing/2014/main" id="{7B78F816-A9FE-1045-B817-7C377CFDC483}"/>
                </a:ext>
              </a:extLst>
            </p:cNvPr>
            <p:cNvPicPr/>
            <p:nvPr/>
          </p:nvPicPr>
          <p:blipFill>
            <a:blip r:embed="rId13"/>
            <a:stretch>
              <a:fillRect/>
            </a:stretch>
          </p:blipFill>
          <p:spPr>
            <a:xfrm>
              <a:off x="5948172" y="2585466"/>
              <a:ext cx="342138" cy="341375"/>
            </a:xfrm>
            <a:prstGeom prst="rect">
              <a:avLst/>
            </a:prstGeom>
          </p:spPr>
        </p:pic>
      </p:grpSp>
      <p:grpSp>
        <p:nvGrpSpPr>
          <p:cNvPr id="443" name="object 152">
            <a:extLst>
              <a:ext uri="{FF2B5EF4-FFF2-40B4-BE49-F238E27FC236}">
                <a16:creationId xmlns:a16="http://schemas.microsoft.com/office/drawing/2014/main" id="{A5E8C366-EC0B-FE4F-991D-FE14D6A8AEDA}"/>
              </a:ext>
            </a:extLst>
          </p:cNvPr>
          <p:cNvGrpSpPr/>
          <p:nvPr/>
        </p:nvGrpSpPr>
        <p:grpSpPr>
          <a:xfrm>
            <a:off x="6830114" y="2556510"/>
            <a:ext cx="948690" cy="370840"/>
            <a:chOff x="6830114" y="2556510"/>
            <a:chExt cx="948690" cy="370840"/>
          </a:xfrm>
        </p:grpSpPr>
        <p:pic>
          <p:nvPicPr>
            <p:cNvPr id="444" name="object 153">
              <a:extLst>
                <a:ext uri="{FF2B5EF4-FFF2-40B4-BE49-F238E27FC236}">
                  <a16:creationId xmlns:a16="http://schemas.microsoft.com/office/drawing/2014/main" id="{5E817589-1D83-3C4F-8C93-3A0A491B16FB}"/>
                </a:ext>
              </a:extLst>
            </p:cNvPr>
            <p:cNvPicPr/>
            <p:nvPr/>
          </p:nvPicPr>
          <p:blipFill>
            <a:blip r:embed="rId18"/>
            <a:stretch>
              <a:fillRect/>
            </a:stretch>
          </p:blipFill>
          <p:spPr>
            <a:xfrm>
              <a:off x="6830114" y="2556510"/>
              <a:ext cx="286656" cy="342138"/>
            </a:xfrm>
            <a:prstGeom prst="rect">
              <a:avLst/>
            </a:prstGeom>
          </p:spPr>
        </p:pic>
        <p:pic>
          <p:nvPicPr>
            <p:cNvPr id="445" name="object 154">
              <a:extLst>
                <a:ext uri="{FF2B5EF4-FFF2-40B4-BE49-F238E27FC236}">
                  <a16:creationId xmlns:a16="http://schemas.microsoft.com/office/drawing/2014/main" id="{DEE2EFED-3FD2-BA4B-A22C-57CD1EDF7993}"/>
                </a:ext>
              </a:extLst>
            </p:cNvPr>
            <p:cNvPicPr/>
            <p:nvPr/>
          </p:nvPicPr>
          <p:blipFill>
            <a:blip r:embed="rId13"/>
            <a:stretch>
              <a:fillRect/>
            </a:stretch>
          </p:blipFill>
          <p:spPr>
            <a:xfrm>
              <a:off x="7098029" y="2585466"/>
              <a:ext cx="342138" cy="341375"/>
            </a:xfrm>
            <a:prstGeom prst="rect">
              <a:avLst/>
            </a:prstGeom>
          </p:spPr>
        </p:pic>
        <p:pic>
          <p:nvPicPr>
            <p:cNvPr id="446" name="object 155">
              <a:extLst>
                <a:ext uri="{FF2B5EF4-FFF2-40B4-BE49-F238E27FC236}">
                  <a16:creationId xmlns:a16="http://schemas.microsoft.com/office/drawing/2014/main" id="{5EB20ADF-01AC-4F4B-9253-AD8B23E595F4}"/>
                </a:ext>
              </a:extLst>
            </p:cNvPr>
            <p:cNvPicPr/>
            <p:nvPr/>
          </p:nvPicPr>
          <p:blipFill>
            <a:blip r:embed="rId14"/>
            <a:stretch>
              <a:fillRect/>
            </a:stretch>
          </p:blipFill>
          <p:spPr>
            <a:xfrm>
              <a:off x="7446305" y="2561133"/>
              <a:ext cx="332149" cy="332891"/>
            </a:xfrm>
            <a:prstGeom prst="rect">
              <a:avLst/>
            </a:prstGeom>
          </p:spPr>
        </p:pic>
      </p:grpSp>
      <p:grpSp>
        <p:nvGrpSpPr>
          <p:cNvPr id="447" name="object 156">
            <a:extLst>
              <a:ext uri="{FF2B5EF4-FFF2-40B4-BE49-F238E27FC236}">
                <a16:creationId xmlns:a16="http://schemas.microsoft.com/office/drawing/2014/main" id="{488278E8-2CDF-DE4D-9BE0-DBF267E328F2}"/>
              </a:ext>
            </a:extLst>
          </p:cNvPr>
          <p:cNvGrpSpPr/>
          <p:nvPr/>
        </p:nvGrpSpPr>
        <p:grpSpPr>
          <a:xfrm>
            <a:off x="7992164" y="2556510"/>
            <a:ext cx="744220" cy="375285"/>
            <a:chOff x="7992164" y="2556510"/>
            <a:chExt cx="744220" cy="375285"/>
          </a:xfrm>
        </p:grpSpPr>
        <p:pic>
          <p:nvPicPr>
            <p:cNvPr id="448" name="object 157">
              <a:extLst>
                <a:ext uri="{FF2B5EF4-FFF2-40B4-BE49-F238E27FC236}">
                  <a16:creationId xmlns:a16="http://schemas.microsoft.com/office/drawing/2014/main" id="{DF22CB20-162E-FF41-AF48-BF4D40744AA7}"/>
                </a:ext>
              </a:extLst>
            </p:cNvPr>
            <p:cNvPicPr/>
            <p:nvPr/>
          </p:nvPicPr>
          <p:blipFill>
            <a:blip r:embed="rId18"/>
            <a:stretch>
              <a:fillRect/>
            </a:stretch>
          </p:blipFill>
          <p:spPr>
            <a:xfrm>
              <a:off x="7992164" y="2556510"/>
              <a:ext cx="286656" cy="342138"/>
            </a:xfrm>
            <a:prstGeom prst="rect">
              <a:avLst/>
            </a:prstGeom>
          </p:spPr>
        </p:pic>
        <p:pic>
          <p:nvPicPr>
            <p:cNvPr id="449" name="object 158">
              <a:extLst>
                <a:ext uri="{FF2B5EF4-FFF2-40B4-BE49-F238E27FC236}">
                  <a16:creationId xmlns:a16="http://schemas.microsoft.com/office/drawing/2014/main" id="{1DBDBFAD-ABF6-5E41-BF87-8227A19CCC1B}"/>
                </a:ext>
              </a:extLst>
            </p:cNvPr>
            <p:cNvPicPr/>
            <p:nvPr/>
          </p:nvPicPr>
          <p:blipFill>
            <a:blip r:embed="rId19"/>
            <a:stretch>
              <a:fillRect/>
            </a:stretch>
          </p:blipFill>
          <p:spPr>
            <a:xfrm>
              <a:off x="8174735" y="2556510"/>
              <a:ext cx="342138" cy="342138"/>
            </a:xfrm>
            <a:prstGeom prst="rect">
              <a:avLst/>
            </a:prstGeom>
          </p:spPr>
        </p:pic>
        <p:pic>
          <p:nvPicPr>
            <p:cNvPr id="450" name="object 159">
              <a:extLst>
                <a:ext uri="{FF2B5EF4-FFF2-40B4-BE49-F238E27FC236}">
                  <a16:creationId xmlns:a16="http://schemas.microsoft.com/office/drawing/2014/main" id="{A2568FDB-7193-A94E-B538-6B314217D692}"/>
                </a:ext>
              </a:extLst>
            </p:cNvPr>
            <p:cNvPicPr/>
            <p:nvPr/>
          </p:nvPicPr>
          <p:blipFill>
            <a:blip r:embed="rId12"/>
            <a:stretch>
              <a:fillRect/>
            </a:stretch>
          </p:blipFill>
          <p:spPr>
            <a:xfrm>
              <a:off x="8394953" y="2590038"/>
              <a:ext cx="341375" cy="341375"/>
            </a:xfrm>
            <a:prstGeom prst="rect">
              <a:avLst/>
            </a:prstGeom>
          </p:spPr>
        </p:pic>
      </p:grpSp>
      <p:grpSp>
        <p:nvGrpSpPr>
          <p:cNvPr id="451" name="object 160">
            <a:extLst>
              <a:ext uri="{FF2B5EF4-FFF2-40B4-BE49-F238E27FC236}">
                <a16:creationId xmlns:a16="http://schemas.microsoft.com/office/drawing/2014/main" id="{DC2A460B-25C7-E14B-8DE1-A223B0DAEF65}"/>
              </a:ext>
            </a:extLst>
          </p:cNvPr>
          <p:cNvGrpSpPr/>
          <p:nvPr/>
        </p:nvGrpSpPr>
        <p:grpSpPr>
          <a:xfrm>
            <a:off x="4536494" y="2556510"/>
            <a:ext cx="887094" cy="342265"/>
            <a:chOff x="4536494" y="2556510"/>
            <a:chExt cx="887094" cy="342265"/>
          </a:xfrm>
        </p:grpSpPr>
        <p:pic>
          <p:nvPicPr>
            <p:cNvPr id="452" name="object 161">
              <a:extLst>
                <a:ext uri="{FF2B5EF4-FFF2-40B4-BE49-F238E27FC236}">
                  <a16:creationId xmlns:a16="http://schemas.microsoft.com/office/drawing/2014/main" id="{68A04D81-0293-CF48-9683-943F7FA241FC}"/>
                </a:ext>
              </a:extLst>
            </p:cNvPr>
            <p:cNvPicPr/>
            <p:nvPr/>
          </p:nvPicPr>
          <p:blipFill>
            <a:blip r:embed="rId18"/>
            <a:stretch>
              <a:fillRect/>
            </a:stretch>
          </p:blipFill>
          <p:spPr>
            <a:xfrm>
              <a:off x="4536494" y="2556510"/>
              <a:ext cx="286656" cy="342138"/>
            </a:xfrm>
            <a:prstGeom prst="rect">
              <a:avLst/>
            </a:prstGeom>
          </p:spPr>
        </p:pic>
        <p:pic>
          <p:nvPicPr>
            <p:cNvPr id="453" name="object 162">
              <a:extLst>
                <a:ext uri="{FF2B5EF4-FFF2-40B4-BE49-F238E27FC236}">
                  <a16:creationId xmlns:a16="http://schemas.microsoft.com/office/drawing/2014/main" id="{7837C442-B6FE-E34F-AA77-ED6E6F5B7FC9}"/>
                </a:ext>
              </a:extLst>
            </p:cNvPr>
            <p:cNvPicPr/>
            <p:nvPr/>
          </p:nvPicPr>
          <p:blipFill>
            <a:blip r:embed="rId24"/>
            <a:stretch>
              <a:fillRect/>
            </a:stretch>
          </p:blipFill>
          <p:spPr>
            <a:xfrm>
              <a:off x="5158893" y="2625786"/>
              <a:ext cx="264106" cy="260735"/>
            </a:xfrm>
            <a:prstGeom prst="rect">
              <a:avLst/>
            </a:prstGeom>
          </p:spPr>
        </p:pic>
        <p:pic>
          <p:nvPicPr>
            <p:cNvPr id="454" name="object 163">
              <a:extLst>
                <a:ext uri="{FF2B5EF4-FFF2-40B4-BE49-F238E27FC236}">
                  <a16:creationId xmlns:a16="http://schemas.microsoft.com/office/drawing/2014/main" id="{41688AB3-F5CC-1B41-BFA5-924761486ADF}"/>
                </a:ext>
              </a:extLst>
            </p:cNvPr>
            <p:cNvPicPr/>
            <p:nvPr/>
          </p:nvPicPr>
          <p:blipFill>
            <a:blip r:embed="rId8"/>
            <a:stretch>
              <a:fillRect/>
            </a:stretch>
          </p:blipFill>
          <p:spPr>
            <a:xfrm>
              <a:off x="4852415" y="2556510"/>
              <a:ext cx="342138" cy="342138"/>
            </a:xfrm>
            <a:prstGeom prst="rect">
              <a:avLst/>
            </a:prstGeom>
          </p:spPr>
        </p:pic>
      </p:grpSp>
      <p:pic>
        <p:nvPicPr>
          <p:cNvPr id="455" name="object 164">
            <a:extLst>
              <a:ext uri="{FF2B5EF4-FFF2-40B4-BE49-F238E27FC236}">
                <a16:creationId xmlns:a16="http://schemas.microsoft.com/office/drawing/2014/main" id="{A83F17E9-1D38-0449-A790-74E696E5B605}"/>
              </a:ext>
            </a:extLst>
          </p:cNvPr>
          <p:cNvPicPr/>
          <p:nvPr/>
        </p:nvPicPr>
        <p:blipFill>
          <a:blip r:embed="rId25"/>
          <a:stretch>
            <a:fillRect/>
          </a:stretch>
        </p:blipFill>
        <p:spPr>
          <a:xfrm>
            <a:off x="87630" y="3783329"/>
            <a:ext cx="672846" cy="341375"/>
          </a:xfrm>
          <a:prstGeom prst="rect">
            <a:avLst/>
          </a:prstGeom>
        </p:spPr>
      </p:pic>
      <p:grpSp>
        <p:nvGrpSpPr>
          <p:cNvPr id="456" name="object 165">
            <a:extLst>
              <a:ext uri="{FF2B5EF4-FFF2-40B4-BE49-F238E27FC236}">
                <a16:creationId xmlns:a16="http://schemas.microsoft.com/office/drawing/2014/main" id="{D3C97A51-5FE0-A041-8722-D70B832F6C98}"/>
              </a:ext>
            </a:extLst>
          </p:cNvPr>
          <p:cNvGrpSpPr/>
          <p:nvPr/>
        </p:nvGrpSpPr>
        <p:grpSpPr>
          <a:xfrm>
            <a:off x="1337289" y="3786018"/>
            <a:ext cx="444500" cy="336550"/>
            <a:chOff x="1337289" y="3786018"/>
            <a:chExt cx="444500" cy="336550"/>
          </a:xfrm>
        </p:grpSpPr>
        <p:pic>
          <p:nvPicPr>
            <p:cNvPr id="457" name="object 166">
              <a:extLst>
                <a:ext uri="{FF2B5EF4-FFF2-40B4-BE49-F238E27FC236}">
                  <a16:creationId xmlns:a16="http://schemas.microsoft.com/office/drawing/2014/main" id="{0FCEF8B3-9191-7840-84C1-7123D03AC490}"/>
                </a:ext>
              </a:extLst>
            </p:cNvPr>
            <p:cNvPicPr/>
            <p:nvPr/>
          </p:nvPicPr>
          <p:blipFill>
            <a:blip r:embed="rId26"/>
            <a:stretch>
              <a:fillRect/>
            </a:stretch>
          </p:blipFill>
          <p:spPr>
            <a:xfrm>
              <a:off x="1337289" y="3786018"/>
              <a:ext cx="144058" cy="336000"/>
            </a:xfrm>
            <a:prstGeom prst="rect">
              <a:avLst/>
            </a:prstGeom>
          </p:spPr>
        </p:pic>
        <p:pic>
          <p:nvPicPr>
            <p:cNvPr id="458" name="object 167">
              <a:extLst>
                <a:ext uri="{FF2B5EF4-FFF2-40B4-BE49-F238E27FC236}">
                  <a16:creationId xmlns:a16="http://schemas.microsoft.com/office/drawing/2014/main" id="{8B786E4B-02BF-3044-802B-C1965AD64C5C}"/>
                </a:ext>
              </a:extLst>
            </p:cNvPr>
            <p:cNvPicPr/>
            <p:nvPr/>
          </p:nvPicPr>
          <p:blipFill>
            <a:blip r:embed="rId24"/>
            <a:stretch>
              <a:fillRect/>
            </a:stretch>
          </p:blipFill>
          <p:spPr>
            <a:xfrm>
              <a:off x="1517970" y="3845076"/>
              <a:ext cx="263518" cy="261317"/>
            </a:xfrm>
            <a:prstGeom prst="rect">
              <a:avLst/>
            </a:prstGeom>
          </p:spPr>
        </p:pic>
      </p:grpSp>
      <p:grpSp>
        <p:nvGrpSpPr>
          <p:cNvPr id="459" name="object 168">
            <a:extLst>
              <a:ext uri="{FF2B5EF4-FFF2-40B4-BE49-F238E27FC236}">
                <a16:creationId xmlns:a16="http://schemas.microsoft.com/office/drawing/2014/main" id="{C88CB97F-9FE7-3C46-83B6-473D800593BE}"/>
              </a:ext>
            </a:extLst>
          </p:cNvPr>
          <p:cNvGrpSpPr/>
          <p:nvPr/>
        </p:nvGrpSpPr>
        <p:grpSpPr>
          <a:xfrm>
            <a:off x="2397773" y="3786018"/>
            <a:ext cx="519430" cy="336550"/>
            <a:chOff x="2397773" y="3786018"/>
            <a:chExt cx="519430" cy="336550"/>
          </a:xfrm>
        </p:grpSpPr>
        <p:pic>
          <p:nvPicPr>
            <p:cNvPr id="460" name="object 169">
              <a:extLst>
                <a:ext uri="{FF2B5EF4-FFF2-40B4-BE49-F238E27FC236}">
                  <a16:creationId xmlns:a16="http://schemas.microsoft.com/office/drawing/2014/main" id="{30AE6490-4678-B242-8686-96592C9A898E}"/>
                </a:ext>
              </a:extLst>
            </p:cNvPr>
            <p:cNvPicPr/>
            <p:nvPr/>
          </p:nvPicPr>
          <p:blipFill>
            <a:blip r:embed="rId26"/>
            <a:stretch>
              <a:fillRect/>
            </a:stretch>
          </p:blipFill>
          <p:spPr>
            <a:xfrm>
              <a:off x="2397773" y="3786018"/>
              <a:ext cx="143737" cy="336000"/>
            </a:xfrm>
            <a:prstGeom prst="rect">
              <a:avLst/>
            </a:prstGeom>
          </p:spPr>
        </p:pic>
        <p:pic>
          <p:nvPicPr>
            <p:cNvPr id="461" name="object 170">
              <a:extLst>
                <a:ext uri="{FF2B5EF4-FFF2-40B4-BE49-F238E27FC236}">
                  <a16:creationId xmlns:a16="http://schemas.microsoft.com/office/drawing/2014/main" id="{1B9E66F9-A7D1-B742-B6D3-9E5168F83CDE}"/>
                </a:ext>
              </a:extLst>
            </p:cNvPr>
            <p:cNvPicPr/>
            <p:nvPr/>
          </p:nvPicPr>
          <p:blipFill>
            <a:blip r:embed="rId27"/>
            <a:stretch>
              <a:fillRect/>
            </a:stretch>
          </p:blipFill>
          <p:spPr>
            <a:xfrm>
              <a:off x="2575560" y="3859141"/>
              <a:ext cx="341375" cy="247664"/>
            </a:xfrm>
            <a:prstGeom prst="rect">
              <a:avLst/>
            </a:prstGeom>
          </p:spPr>
        </p:pic>
      </p:grpSp>
      <p:pic>
        <p:nvPicPr>
          <p:cNvPr id="462" name="object 171">
            <a:extLst>
              <a:ext uri="{FF2B5EF4-FFF2-40B4-BE49-F238E27FC236}">
                <a16:creationId xmlns:a16="http://schemas.microsoft.com/office/drawing/2014/main" id="{11A6D8D6-3E01-3C4E-AB65-C5C1DCEB5E44}"/>
              </a:ext>
            </a:extLst>
          </p:cNvPr>
          <p:cNvPicPr/>
          <p:nvPr/>
        </p:nvPicPr>
        <p:blipFill>
          <a:blip r:embed="rId26"/>
          <a:stretch>
            <a:fillRect/>
          </a:stretch>
        </p:blipFill>
        <p:spPr>
          <a:xfrm>
            <a:off x="3494291" y="3786018"/>
            <a:ext cx="143737" cy="336000"/>
          </a:xfrm>
          <a:prstGeom prst="rect">
            <a:avLst/>
          </a:prstGeom>
        </p:spPr>
      </p:pic>
      <p:pic>
        <p:nvPicPr>
          <p:cNvPr id="463" name="object 172">
            <a:extLst>
              <a:ext uri="{FF2B5EF4-FFF2-40B4-BE49-F238E27FC236}">
                <a16:creationId xmlns:a16="http://schemas.microsoft.com/office/drawing/2014/main" id="{C4D636C1-8D79-F64C-AFDD-7EB2021526B7}"/>
              </a:ext>
            </a:extLst>
          </p:cNvPr>
          <p:cNvPicPr/>
          <p:nvPr/>
        </p:nvPicPr>
        <p:blipFill>
          <a:blip r:embed="rId28"/>
          <a:stretch>
            <a:fillRect/>
          </a:stretch>
        </p:blipFill>
        <p:spPr>
          <a:xfrm>
            <a:off x="3694129" y="3786018"/>
            <a:ext cx="336135" cy="336000"/>
          </a:xfrm>
          <a:prstGeom prst="rect">
            <a:avLst/>
          </a:prstGeom>
        </p:spPr>
      </p:pic>
      <p:grpSp>
        <p:nvGrpSpPr>
          <p:cNvPr id="464" name="object 173">
            <a:extLst>
              <a:ext uri="{FF2B5EF4-FFF2-40B4-BE49-F238E27FC236}">
                <a16:creationId xmlns:a16="http://schemas.microsoft.com/office/drawing/2014/main" id="{A07E620C-9E19-864E-8977-2AABE447AC35}"/>
              </a:ext>
            </a:extLst>
          </p:cNvPr>
          <p:cNvGrpSpPr/>
          <p:nvPr/>
        </p:nvGrpSpPr>
        <p:grpSpPr>
          <a:xfrm>
            <a:off x="4511040" y="3786018"/>
            <a:ext cx="711200" cy="336550"/>
            <a:chOff x="4511040" y="3786018"/>
            <a:chExt cx="711200" cy="336550"/>
          </a:xfrm>
        </p:grpSpPr>
        <p:pic>
          <p:nvPicPr>
            <p:cNvPr id="465" name="object 174">
              <a:extLst>
                <a:ext uri="{FF2B5EF4-FFF2-40B4-BE49-F238E27FC236}">
                  <a16:creationId xmlns:a16="http://schemas.microsoft.com/office/drawing/2014/main" id="{31CC7F7D-D830-9546-B62C-C2FB0B3F3E63}"/>
                </a:ext>
              </a:extLst>
            </p:cNvPr>
            <p:cNvPicPr/>
            <p:nvPr/>
          </p:nvPicPr>
          <p:blipFill>
            <a:blip r:embed="rId27"/>
            <a:stretch>
              <a:fillRect/>
            </a:stretch>
          </p:blipFill>
          <p:spPr>
            <a:xfrm>
              <a:off x="4511040" y="3859141"/>
              <a:ext cx="342138" cy="247664"/>
            </a:xfrm>
            <a:prstGeom prst="rect">
              <a:avLst/>
            </a:prstGeom>
          </p:spPr>
        </p:pic>
        <p:pic>
          <p:nvPicPr>
            <p:cNvPr id="466" name="object 175">
              <a:extLst>
                <a:ext uri="{FF2B5EF4-FFF2-40B4-BE49-F238E27FC236}">
                  <a16:creationId xmlns:a16="http://schemas.microsoft.com/office/drawing/2014/main" id="{627FED1E-DE79-D346-B7BB-49ED31D83E97}"/>
                </a:ext>
              </a:extLst>
            </p:cNvPr>
            <p:cNvPicPr/>
            <p:nvPr/>
          </p:nvPicPr>
          <p:blipFill>
            <a:blip r:embed="rId28"/>
            <a:stretch>
              <a:fillRect/>
            </a:stretch>
          </p:blipFill>
          <p:spPr>
            <a:xfrm>
              <a:off x="4885897" y="3786018"/>
              <a:ext cx="336135" cy="336000"/>
            </a:xfrm>
            <a:prstGeom prst="rect">
              <a:avLst/>
            </a:prstGeom>
          </p:spPr>
        </p:pic>
      </p:grpSp>
      <p:grpSp>
        <p:nvGrpSpPr>
          <p:cNvPr id="467" name="object 176">
            <a:extLst>
              <a:ext uri="{FF2B5EF4-FFF2-40B4-BE49-F238E27FC236}">
                <a16:creationId xmlns:a16="http://schemas.microsoft.com/office/drawing/2014/main" id="{62F6575F-E3C4-5E45-A036-E126BAC39273}"/>
              </a:ext>
            </a:extLst>
          </p:cNvPr>
          <p:cNvGrpSpPr/>
          <p:nvPr/>
        </p:nvGrpSpPr>
        <p:grpSpPr>
          <a:xfrm>
            <a:off x="5702808" y="3783329"/>
            <a:ext cx="570230" cy="341630"/>
            <a:chOff x="5702808" y="3783329"/>
            <a:chExt cx="570230" cy="341630"/>
          </a:xfrm>
        </p:grpSpPr>
        <p:pic>
          <p:nvPicPr>
            <p:cNvPr id="468" name="object 177">
              <a:extLst>
                <a:ext uri="{FF2B5EF4-FFF2-40B4-BE49-F238E27FC236}">
                  <a16:creationId xmlns:a16="http://schemas.microsoft.com/office/drawing/2014/main" id="{41567EE8-D1AC-3A43-B5C6-7DABD7C7B180}"/>
                </a:ext>
              </a:extLst>
            </p:cNvPr>
            <p:cNvPicPr/>
            <p:nvPr/>
          </p:nvPicPr>
          <p:blipFill>
            <a:blip r:embed="rId24"/>
            <a:stretch>
              <a:fillRect/>
            </a:stretch>
          </p:blipFill>
          <p:spPr>
            <a:xfrm>
              <a:off x="6009198" y="3852605"/>
              <a:ext cx="263518" cy="260735"/>
            </a:xfrm>
            <a:prstGeom prst="rect">
              <a:avLst/>
            </a:prstGeom>
          </p:spPr>
        </p:pic>
        <p:pic>
          <p:nvPicPr>
            <p:cNvPr id="469" name="object 178">
              <a:extLst>
                <a:ext uri="{FF2B5EF4-FFF2-40B4-BE49-F238E27FC236}">
                  <a16:creationId xmlns:a16="http://schemas.microsoft.com/office/drawing/2014/main" id="{E023A098-208A-D147-A45B-D6756013DCEF}"/>
                </a:ext>
              </a:extLst>
            </p:cNvPr>
            <p:cNvPicPr/>
            <p:nvPr/>
          </p:nvPicPr>
          <p:blipFill>
            <a:blip r:embed="rId8"/>
            <a:stretch>
              <a:fillRect/>
            </a:stretch>
          </p:blipFill>
          <p:spPr>
            <a:xfrm>
              <a:off x="5702808" y="3783329"/>
              <a:ext cx="342138" cy="341375"/>
            </a:xfrm>
            <a:prstGeom prst="rect">
              <a:avLst/>
            </a:prstGeom>
          </p:spPr>
        </p:pic>
      </p:grpSp>
      <p:grpSp>
        <p:nvGrpSpPr>
          <p:cNvPr id="470" name="object 179">
            <a:extLst>
              <a:ext uri="{FF2B5EF4-FFF2-40B4-BE49-F238E27FC236}">
                <a16:creationId xmlns:a16="http://schemas.microsoft.com/office/drawing/2014/main" id="{05BD3FB4-1AE7-374E-BE0C-83FA597BBE04}"/>
              </a:ext>
            </a:extLst>
          </p:cNvPr>
          <p:cNvGrpSpPr/>
          <p:nvPr/>
        </p:nvGrpSpPr>
        <p:grpSpPr>
          <a:xfrm>
            <a:off x="6816956" y="3783329"/>
            <a:ext cx="665480" cy="341630"/>
            <a:chOff x="6816956" y="3783329"/>
            <a:chExt cx="665480" cy="341630"/>
          </a:xfrm>
        </p:grpSpPr>
        <p:pic>
          <p:nvPicPr>
            <p:cNvPr id="471" name="object 180">
              <a:extLst>
                <a:ext uri="{FF2B5EF4-FFF2-40B4-BE49-F238E27FC236}">
                  <a16:creationId xmlns:a16="http://schemas.microsoft.com/office/drawing/2014/main" id="{BED890E8-9905-7444-BEE7-B2EAD4288673}"/>
                </a:ext>
              </a:extLst>
            </p:cNvPr>
            <p:cNvPicPr/>
            <p:nvPr/>
          </p:nvPicPr>
          <p:blipFill>
            <a:blip r:embed="rId29"/>
            <a:stretch>
              <a:fillRect/>
            </a:stretch>
          </p:blipFill>
          <p:spPr>
            <a:xfrm>
              <a:off x="6816956" y="3783329"/>
              <a:ext cx="287826" cy="341375"/>
            </a:xfrm>
            <a:prstGeom prst="rect">
              <a:avLst/>
            </a:prstGeom>
          </p:spPr>
        </p:pic>
        <p:pic>
          <p:nvPicPr>
            <p:cNvPr id="472" name="object 181">
              <a:extLst>
                <a:ext uri="{FF2B5EF4-FFF2-40B4-BE49-F238E27FC236}">
                  <a16:creationId xmlns:a16="http://schemas.microsoft.com/office/drawing/2014/main" id="{09C54ABC-0035-3D40-81E7-8813A9D9EE0B}"/>
                </a:ext>
              </a:extLst>
            </p:cNvPr>
            <p:cNvPicPr/>
            <p:nvPr/>
          </p:nvPicPr>
          <p:blipFill>
            <a:blip r:embed="rId28"/>
            <a:stretch>
              <a:fillRect/>
            </a:stretch>
          </p:blipFill>
          <p:spPr>
            <a:xfrm>
              <a:off x="7145989" y="3786017"/>
              <a:ext cx="336135" cy="336000"/>
            </a:xfrm>
            <a:prstGeom prst="rect">
              <a:avLst/>
            </a:prstGeom>
          </p:spPr>
        </p:pic>
      </p:grpSp>
      <p:pic>
        <p:nvPicPr>
          <p:cNvPr id="473" name="object 182">
            <a:extLst>
              <a:ext uri="{FF2B5EF4-FFF2-40B4-BE49-F238E27FC236}">
                <a16:creationId xmlns:a16="http://schemas.microsoft.com/office/drawing/2014/main" id="{712F9630-CBF1-4347-89C6-194DB39E42EC}"/>
              </a:ext>
            </a:extLst>
          </p:cNvPr>
          <p:cNvPicPr/>
          <p:nvPr/>
        </p:nvPicPr>
        <p:blipFill>
          <a:blip r:embed="rId29"/>
          <a:stretch>
            <a:fillRect/>
          </a:stretch>
        </p:blipFill>
        <p:spPr>
          <a:xfrm>
            <a:off x="7866992" y="3783329"/>
            <a:ext cx="287826" cy="341375"/>
          </a:xfrm>
          <a:prstGeom prst="rect">
            <a:avLst/>
          </a:prstGeom>
        </p:spPr>
      </p:pic>
      <p:pic>
        <p:nvPicPr>
          <p:cNvPr id="474" name="object 183">
            <a:extLst>
              <a:ext uri="{FF2B5EF4-FFF2-40B4-BE49-F238E27FC236}">
                <a16:creationId xmlns:a16="http://schemas.microsoft.com/office/drawing/2014/main" id="{19FC1C90-4CA4-604D-B5BA-6BD9E15ABA3D}"/>
              </a:ext>
            </a:extLst>
          </p:cNvPr>
          <p:cNvPicPr/>
          <p:nvPr/>
        </p:nvPicPr>
        <p:blipFill>
          <a:blip r:embed="rId27"/>
          <a:stretch>
            <a:fillRect/>
          </a:stretch>
        </p:blipFill>
        <p:spPr>
          <a:xfrm>
            <a:off x="8154923" y="3859141"/>
            <a:ext cx="342138" cy="247664"/>
          </a:xfrm>
          <a:prstGeom prst="rect">
            <a:avLst/>
          </a:prstGeom>
        </p:spPr>
      </p:pic>
      <p:pic>
        <p:nvPicPr>
          <p:cNvPr id="475" name="object 184">
            <a:extLst>
              <a:ext uri="{FF2B5EF4-FFF2-40B4-BE49-F238E27FC236}">
                <a16:creationId xmlns:a16="http://schemas.microsoft.com/office/drawing/2014/main" id="{42E78578-B9FB-2649-9607-F21767C465F3}"/>
              </a:ext>
            </a:extLst>
          </p:cNvPr>
          <p:cNvPicPr/>
          <p:nvPr/>
        </p:nvPicPr>
        <p:blipFill>
          <a:blip r:embed="rId29"/>
          <a:stretch>
            <a:fillRect/>
          </a:stretch>
        </p:blipFill>
        <p:spPr>
          <a:xfrm>
            <a:off x="8980274" y="3783329"/>
            <a:ext cx="287826" cy="341375"/>
          </a:xfrm>
          <a:prstGeom prst="rect">
            <a:avLst/>
          </a:prstGeom>
        </p:spPr>
      </p:pic>
      <p:pic>
        <p:nvPicPr>
          <p:cNvPr id="476" name="object 185">
            <a:extLst>
              <a:ext uri="{FF2B5EF4-FFF2-40B4-BE49-F238E27FC236}">
                <a16:creationId xmlns:a16="http://schemas.microsoft.com/office/drawing/2014/main" id="{7BBF5197-7CDB-C245-8A1A-70A886EC3AB0}"/>
              </a:ext>
            </a:extLst>
          </p:cNvPr>
          <p:cNvPicPr/>
          <p:nvPr/>
        </p:nvPicPr>
        <p:blipFill>
          <a:blip r:embed="rId6"/>
          <a:stretch>
            <a:fillRect/>
          </a:stretch>
        </p:blipFill>
        <p:spPr>
          <a:xfrm>
            <a:off x="9244583" y="3812285"/>
            <a:ext cx="342138" cy="341375"/>
          </a:xfrm>
          <a:prstGeom prst="rect">
            <a:avLst/>
          </a:prstGeom>
        </p:spPr>
      </p:pic>
      <p:graphicFrame>
        <p:nvGraphicFramePr>
          <p:cNvPr id="477" name="object 186">
            <a:extLst>
              <a:ext uri="{FF2B5EF4-FFF2-40B4-BE49-F238E27FC236}">
                <a16:creationId xmlns:a16="http://schemas.microsoft.com/office/drawing/2014/main" id="{50A8B9B3-B898-034B-B0C7-9200D817A10D}"/>
              </a:ext>
            </a:extLst>
          </p:cNvPr>
          <p:cNvGraphicFramePr>
            <a:graphicFrameLocks noGrp="1"/>
          </p:cNvGraphicFramePr>
          <p:nvPr/>
        </p:nvGraphicFramePr>
        <p:xfrm>
          <a:off x="0" y="2898648"/>
          <a:ext cx="10956912" cy="16224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34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448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93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8541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2074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2191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98361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97154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93598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1754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422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9169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444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14668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960754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182245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920750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59054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17804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732790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92075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125729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982345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1038859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</a:tblGrid>
              <a:tr h="121412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81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464"/>
                        </a:spcBef>
                      </a:pPr>
                      <a:r>
                        <a:rPr sz="2400" b="1" spc="-25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59054" marB="0">
                    <a:lnT w="38100">
                      <a:solidFill>
                        <a:srgbClr val="000000"/>
                      </a:solidFill>
                      <a:prstDash val="solid"/>
                    </a:lnT>
                    <a:lnB w="381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81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3495" algn="r">
                        <a:lnSpc>
                          <a:spcPct val="100000"/>
                        </a:lnSpc>
                        <a:spcBef>
                          <a:spcPts val="464"/>
                        </a:spcBef>
                      </a:pPr>
                      <a:r>
                        <a:rPr sz="2400" b="1" spc="-25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15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59054" marB="0">
                    <a:lnB w="381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81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74930" algn="r">
                        <a:lnSpc>
                          <a:spcPct val="100000"/>
                        </a:lnSpc>
                        <a:spcBef>
                          <a:spcPts val="464"/>
                        </a:spcBef>
                      </a:pPr>
                      <a:r>
                        <a:rPr sz="2400" b="1" spc="-25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14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59054" marB="0">
                    <a:lnB w="381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81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445" algn="r">
                        <a:lnSpc>
                          <a:spcPct val="100000"/>
                        </a:lnSpc>
                        <a:spcBef>
                          <a:spcPts val="464"/>
                        </a:spcBef>
                      </a:pPr>
                      <a:r>
                        <a:rPr sz="2400" b="1" spc="-25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14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59054" marB="0">
                    <a:lnT w="38100">
                      <a:solidFill>
                        <a:srgbClr val="000000"/>
                      </a:solidFill>
                      <a:prstDash val="solid"/>
                    </a:lnT>
                    <a:lnB w="381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81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2135">
                        <a:lnSpc>
                          <a:spcPct val="100000"/>
                        </a:lnSpc>
                        <a:spcBef>
                          <a:spcPts val="464"/>
                        </a:spcBef>
                      </a:pPr>
                      <a:r>
                        <a:rPr sz="24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59054" marB="0">
                    <a:lnT w="38100">
                      <a:solidFill>
                        <a:srgbClr val="000000"/>
                      </a:solidFill>
                      <a:prstDash val="solid"/>
                    </a:lnT>
                    <a:lnB w="381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81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66420">
                        <a:lnSpc>
                          <a:spcPct val="100000"/>
                        </a:lnSpc>
                        <a:spcBef>
                          <a:spcPts val="464"/>
                        </a:spcBef>
                      </a:pPr>
                      <a:r>
                        <a:rPr sz="24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59054" marB="0">
                    <a:lnT w="38100">
                      <a:solidFill>
                        <a:srgbClr val="000000"/>
                      </a:solidFill>
                      <a:prstDash val="solid"/>
                    </a:lnT>
                    <a:lnB w="381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81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27050">
                        <a:lnSpc>
                          <a:spcPct val="100000"/>
                        </a:lnSpc>
                        <a:spcBef>
                          <a:spcPts val="464"/>
                        </a:spcBef>
                      </a:pPr>
                      <a:r>
                        <a:rPr sz="24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59054" marB="0">
                    <a:lnT w="38100">
                      <a:solidFill>
                        <a:srgbClr val="000000"/>
                      </a:solidFill>
                      <a:prstDash val="solid"/>
                    </a:lnT>
                    <a:lnB w="381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8100">
                      <a:solidFill>
                        <a:srgbClr val="000000"/>
                      </a:solidFill>
                      <a:prstDash val="solid"/>
                    </a:lnT>
                    <a:lnB w="381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81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0530">
                        <a:lnSpc>
                          <a:spcPct val="100000"/>
                        </a:lnSpc>
                        <a:spcBef>
                          <a:spcPts val="464"/>
                        </a:spcBef>
                      </a:pPr>
                      <a:r>
                        <a:rPr sz="24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59054" marB="0">
                    <a:lnT w="38100">
                      <a:solidFill>
                        <a:srgbClr val="000000"/>
                      </a:solidFill>
                      <a:prstDash val="solid"/>
                    </a:lnT>
                    <a:lnB w="381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81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81660">
                        <a:lnSpc>
                          <a:spcPct val="100000"/>
                        </a:lnSpc>
                        <a:spcBef>
                          <a:spcPts val="464"/>
                        </a:spcBef>
                      </a:pPr>
                      <a:r>
                        <a:rPr sz="24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59054" marB="0">
                    <a:lnB w="381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03580">
                        <a:lnSpc>
                          <a:spcPct val="100000"/>
                        </a:lnSpc>
                        <a:spcBef>
                          <a:spcPts val="464"/>
                        </a:spcBef>
                      </a:pPr>
                      <a:r>
                        <a:rPr sz="24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59054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43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810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2820"/>
                        </a:lnSpc>
                        <a:spcBef>
                          <a:spcPts val="415"/>
                        </a:spcBef>
                      </a:pPr>
                      <a:r>
                        <a:rPr sz="2400" b="1" spc="-25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17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52705" marB="0">
                    <a:lnT w="3810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810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R="23495" algn="r">
                        <a:lnSpc>
                          <a:spcPts val="2820"/>
                        </a:lnSpc>
                        <a:spcBef>
                          <a:spcPts val="185"/>
                        </a:spcBef>
                      </a:pPr>
                      <a:r>
                        <a:rPr sz="2400" b="1" spc="-25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19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T w="3810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810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R="74930" algn="r">
                        <a:lnSpc>
                          <a:spcPts val="2820"/>
                        </a:lnSpc>
                        <a:spcBef>
                          <a:spcPts val="185"/>
                        </a:spcBef>
                      </a:pPr>
                      <a:r>
                        <a:rPr sz="2400" b="1" spc="-25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18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T w="3810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810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R="4445" algn="r">
                        <a:lnSpc>
                          <a:spcPts val="2820"/>
                        </a:lnSpc>
                        <a:spcBef>
                          <a:spcPts val="185"/>
                        </a:spcBef>
                      </a:pPr>
                      <a:r>
                        <a:rPr sz="2400" b="1" spc="-25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19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T w="3810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810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572135">
                        <a:lnSpc>
                          <a:spcPts val="2820"/>
                        </a:lnSpc>
                        <a:spcBef>
                          <a:spcPts val="185"/>
                        </a:spcBef>
                      </a:pPr>
                      <a:r>
                        <a:rPr sz="2400" b="1" spc="-25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17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T w="3810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810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566420">
                        <a:lnSpc>
                          <a:spcPts val="2820"/>
                        </a:lnSpc>
                        <a:spcBef>
                          <a:spcPts val="185"/>
                        </a:spcBef>
                      </a:pPr>
                      <a:r>
                        <a:rPr sz="2400" b="1" spc="-25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18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T w="3810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810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527050">
                        <a:lnSpc>
                          <a:spcPts val="2820"/>
                        </a:lnSpc>
                        <a:spcBef>
                          <a:spcPts val="185"/>
                        </a:spcBef>
                      </a:pPr>
                      <a:r>
                        <a:rPr sz="2400" b="1" spc="-25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T w="3810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810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810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430530">
                        <a:lnSpc>
                          <a:spcPts val="2820"/>
                        </a:lnSpc>
                        <a:spcBef>
                          <a:spcPts val="185"/>
                        </a:spcBef>
                      </a:pPr>
                      <a:r>
                        <a:rPr sz="2400" b="1" spc="-35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T w="3810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810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581660">
                        <a:lnSpc>
                          <a:spcPts val="2820"/>
                        </a:lnSpc>
                        <a:spcBef>
                          <a:spcPts val="185"/>
                        </a:spcBef>
                      </a:pPr>
                      <a:r>
                        <a:rPr sz="2400" b="1" spc="-25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T w="3810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703580">
                        <a:lnSpc>
                          <a:spcPts val="2820"/>
                        </a:lnSpc>
                        <a:spcBef>
                          <a:spcPts val="185"/>
                        </a:spcBef>
                      </a:pPr>
                      <a:r>
                        <a:rPr sz="2400" b="1" spc="-25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478" name="object 187">
            <a:extLst>
              <a:ext uri="{FF2B5EF4-FFF2-40B4-BE49-F238E27FC236}">
                <a16:creationId xmlns:a16="http://schemas.microsoft.com/office/drawing/2014/main" id="{E92C7272-DE3B-4C46-BF2A-FE09FC28F202}"/>
              </a:ext>
            </a:extLst>
          </p:cNvPr>
          <p:cNvGrpSpPr/>
          <p:nvPr/>
        </p:nvGrpSpPr>
        <p:grpSpPr>
          <a:xfrm>
            <a:off x="1270573" y="2556510"/>
            <a:ext cx="734060" cy="342265"/>
            <a:chOff x="1270573" y="2556510"/>
            <a:chExt cx="734060" cy="342265"/>
          </a:xfrm>
        </p:grpSpPr>
        <p:pic>
          <p:nvPicPr>
            <p:cNvPr id="479" name="object 188">
              <a:extLst>
                <a:ext uri="{FF2B5EF4-FFF2-40B4-BE49-F238E27FC236}">
                  <a16:creationId xmlns:a16="http://schemas.microsoft.com/office/drawing/2014/main" id="{13B39946-E7B1-4C48-A742-EE040F562752}"/>
                </a:ext>
              </a:extLst>
            </p:cNvPr>
            <p:cNvPicPr/>
            <p:nvPr/>
          </p:nvPicPr>
          <p:blipFill>
            <a:blip r:embed="rId20"/>
            <a:stretch>
              <a:fillRect/>
            </a:stretch>
          </p:blipFill>
          <p:spPr>
            <a:xfrm>
              <a:off x="1270573" y="2561133"/>
              <a:ext cx="147951" cy="332891"/>
            </a:xfrm>
            <a:prstGeom prst="rect">
              <a:avLst/>
            </a:prstGeom>
          </p:spPr>
        </p:pic>
        <p:pic>
          <p:nvPicPr>
            <p:cNvPr id="480" name="object 189">
              <a:extLst>
                <a:ext uri="{FF2B5EF4-FFF2-40B4-BE49-F238E27FC236}">
                  <a16:creationId xmlns:a16="http://schemas.microsoft.com/office/drawing/2014/main" id="{74891EC4-C578-3748-8ED4-E8611E9896F8}"/>
                </a:ext>
              </a:extLst>
            </p:cNvPr>
            <p:cNvPicPr/>
            <p:nvPr/>
          </p:nvPicPr>
          <p:blipFill>
            <a:blip r:embed="rId21"/>
            <a:stretch>
              <a:fillRect/>
            </a:stretch>
          </p:blipFill>
          <p:spPr>
            <a:xfrm>
              <a:off x="1736247" y="2622371"/>
              <a:ext cx="268162" cy="267564"/>
            </a:xfrm>
            <a:prstGeom prst="rect">
              <a:avLst/>
            </a:prstGeom>
          </p:spPr>
        </p:pic>
        <p:pic>
          <p:nvPicPr>
            <p:cNvPr id="481" name="object 190">
              <a:extLst>
                <a:ext uri="{FF2B5EF4-FFF2-40B4-BE49-F238E27FC236}">
                  <a16:creationId xmlns:a16="http://schemas.microsoft.com/office/drawing/2014/main" id="{C87CCF76-586E-6F4F-839B-CDFF7C099620}"/>
                </a:ext>
              </a:extLst>
            </p:cNvPr>
            <p:cNvPicPr/>
            <p:nvPr/>
          </p:nvPicPr>
          <p:blipFill>
            <a:blip r:embed="rId17"/>
            <a:stretch>
              <a:fillRect/>
            </a:stretch>
          </p:blipFill>
          <p:spPr>
            <a:xfrm>
              <a:off x="1451610" y="2556510"/>
              <a:ext cx="342138" cy="342138"/>
            </a:xfrm>
            <a:prstGeom prst="rect">
              <a:avLst/>
            </a:prstGeom>
          </p:spPr>
        </p:pic>
      </p:grpSp>
      <p:sp>
        <p:nvSpPr>
          <p:cNvPr id="482" name="object 191">
            <a:extLst>
              <a:ext uri="{FF2B5EF4-FFF2-40B4-BE49-F238E27FC236}">
                <a16:creationId xmlns:a16="http://schemas.microsoft.com/office/drawing/2014/main" id="{A6801A2C-65F5-A44B-8C08-CF74242F322E}"/>
              </a:ext>
            </a:extLst>
          </p:cNvPr>
          <p:cNvSpPr/>
          <p:nvPr/>
        </p:nvSpPr>
        <p:spPr>
          <a:xfrm>
            <a:off x="1264158" y="2898648"/>
            <a:ext cx="777875" cy="0"/>
          </a:xfrm>
          <a:custGeom>
            <a:avLst/>
            <a:gdLst/>
            <a:ahLst/>
            <a:cxnLst/>
            <a:rect l="l" t="t" r="r" b="b"/>
            <a:pathLst>
              <a:path w="777875">
                <a:moveTo>
                  <a:pt x="0" y="0"/>
                </a:moveTo>
                <a:lnTo>
                  <a:pt x="777366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83" name="object 192">
            <a:extLst>
              <a:ext uri="{FF2B5EF4-FFF2-40B4-BE49-F238E27FC236}">
                <a16:creationId xmlns:a16="http://schemas.microsoft.com/office/drawing/2014/main" id="{2A498B54-5B12-3F42-A47F-CEA9026017C6}"/>
              </a:ext>
            </a:extLst>
          </p:cNvPr>
          <p:cNvGrpSpPr/>
          <p:nvPr/>
        </p:nvGrpSpPr>
        <p:grpSpPr>
          <a:xfrm>
            <a:off x="2319847" y="2561133"/>
            <a:ext cx="789940" cy="370840"/>
            <a:chOff x="2319847" y="2561133"/>
            <a:chExt cx="789940" cy="370840"/>
          </a:xfrm>
        </p:grpSpPr>
        <p:pic>
          <p:nvPicPr>
            <p:cNvPr id="484" name="object 193">
              <a:extLst>
                <a:ext uri="{FF2B5EF4-FFF2-40B4-BE49-F238E27FC236}">
                  <a16:creationId xmlns:a16="http://schemas.microsoft.com/office/drawing/2014/main" id="{1C11C2CF-B3F7-614B-BEAC-3707C9FDFEBC}"/>
                </a:ext>
              </a:extLst>
            </p:cNvPr>
            <p:cNvPicPr/>
            <p:nvPr/>
          </p:nvPicPr>
          <p:blipFill>
            <a:blip r:embed="rId20"/>
            <a:stretch>
              <a:fillRect/>
            </a:stretch>
          </p:blipFill>
          <p:spPr>
            <a:xfrm>
              <a:off x="2319847" y="2561133"/>
              <a:ext cx="147951" cy="332891"/>
            </a:xfrm>
            <a:prstGeom prst="rect">
              <a:avLst/>
            </a:prstGeom>
          </p:spPr>
        </p:pic>
        <p:pic>
          <p:nvPicPr>
            <p:cNvPr id="485" name="object 194">
              <a:extLst>
                <a:ext uri="{FF2B5EF4-FFF2-40B4-BE49-F238E27FC236}">
                  <a16:creationId xmlns:a16="http://schemas.microsoft.com/office/drawing/2014/main" id="{1E3730EA-8E81-F447-A091-3DA78D69228A}"/>
                </a:ext>
              </a:extLst>
            </p:cNvPr>
            <p:cNvPicPr/>
            <p:nvPr/>
          </p:nvPicPr>
          <p:blipFill>
            <a:blip r:embed="rId30"/>
            <a:stretch>
              <a:fillRect/>
            </a:stretch>
          </p:blipFill>
          <p:spPr>
            <a:xfrm>
              <a:off x="2456687" y="2590037"/>
              <a:ext cx="653033" cy="341375"/>
            </a:xfrm>
            <a:prstGeom prst="rect">
              <a:avLst/>
            </a:prstGeom>
          </p:spPr>
        </p:pic>
      </p:grpSp>
      <p:sp>
        <p:nvSpPr>
          <p:cNvPr id="486" name="object 195">
            <a:extLst>
              <a:ext uri="{FF2B5EF4-FFF2-40B4-BE49-F238E27FC236}">
                <a16:creationId xmlns:a16="http://schemas.microsoft.com/office/drawing/2014/main" id="{2B886BA0-3888-0541-9373-75F1EA7451FC}"/>
              </a:ext>
            </a:extLst>
          </p:cNvPr>
          <p:cNvSpPr/>
          <p:nvPr/>
        </p:nvSpPr>
        <p:spPr>
          <a:xfrm>
            <a:off x="2308098" y="2898648"/>
            <a:ext cx="792480" cy="0"/>
          </a:xfrm>
          <a:custGeom>
            <a:avLst/>
            <a:gdLst/>
            <a:ahLst/>
            <a:cxnLst/>
            <a:rect l="l" t="t" r="r" b="b"/>
            <a:pathLst>
              <a:path w="792480">
                <a:moveTo>
                  <a:pt x="0" y="0"/>
                </a:moveTo>
                <a:lnTo>
                  <a:pt x="791971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87" name="object 196">
            <a:extLst>
              <a:ext uri="{FF2B5EF4-FFF2-40B4-BE49-F238E27FC236}">
                <a16:creationId xmlns:a16="http://schemas.microsoft.com/office/drawing/2014/main" id="{B3B27806-1297-1D48-AD2B-D4CB10BB0259}"/>
              </a:ext>
            </a:extLst>
          </p:cNvPr>
          <p:cNvGrpSpPr/>
          <p:nvPr/>
        </p:nvGrpSpPr>
        <p:grpSpPr>
          <a:xfrm>
            <a:off x="9964983" y="2556510"/>
            <a:ext cx="800735" cy="375285"/>
            <a:chOff x="9964983" y="2556510"/>
            <a:chExt cx="800735" cy="375285"/>
          </a:xfrm>
        </p:grpSpPr>
        <p:pic>
          <p:nvPicPr>
            <p:cNvPr id="488" name="object 197">
              <a:extLst>
                <a:ext uri="{FF2B5EF4-FFF2-40B4-BE49-F238E27FC236}">
                  <a16:creationId xmlns:a16="http://schemas.microsoft.com/office/drawing/2014/main" id="{EE6E5FD2-078C-C045-8FA1-A2D430AD3A7E}"/>
                </a:ext>
              </a:extLst>
            </p:cNvPr>
            <p:cNvPicPr/>
            <p:nvPr/>
          </p:nvPicPr>
          <p:blipFill>
            <a:blip r:embed="rId18"/>
            <a:stretch>
              <a:fillRect/>
            </a:stretch>
          </p:blipFill>
          <p:spPr>
            <a:xfrm>
              <a:off x="9964983" y="2556510"/>
              <a:ext cx="286656" cy="342138"/>
            </a:xfrm>
            <a:prstGeom prst="rect">
              <a:avLst/>
            </a:prstGeom>
          </p:spPr>
        </p:pic>
        <p:pic>
          <p:nvPicPr>
            <p:cNvPr id="489" name="object 198">
              <a:extLst>
                <a:ext uri="{FF2B5EF4-FFF2-40B4-BE49-F238E27FC236}">
                  <a16:creationId xmlns:a16="http://schemas.microsoft.com/office/drawing/2014/main" id="{3353A155-2A57-FD4D-8C14-5B50EF3A35A3}"/>
                </a:ext>
              </a:extLst>
            </p:cNvPr>
            <p:cNvPicPr/>
            <p:nvPr/>
          </p:nvPicPr>
          <p:blipFill>
            <a:blip r:embed="rId19"/>
            <a:stretch>
              <a:fillRect/>
            </a:stretch>
          </p:blipFill>
          <p:spPr>
            <a:xfrm>
              <a:off x="10156698" y="2556510"/>
              <a:ext cx="342138" cy="342138"/>
            </a:xfrm>
            <a:prstGeom prst="rect">
              <a:avLst/>
            </a:prstGeom>
          </p:spPr>
        </p:pic>
        <p:pic>
          <p:nvPicPr>
            <p:cNvPr id="490" name="object 199">
              <a:extLst>
                <a:ext uri="{FF2B5EF4-FFF2-40B4-BE49-F238E27FC236}">
                  <a16:creationId xmlns:a16="http://schemas.microsoft.com/office/drawing/2014/main" id="{413E62FF-FFD8-A640-8A44-287747D0B100}"/>
                </a:ext>
              </a:extLst>
            </p:cNvPr>
            <p:cNvPicPr/>
            <p:nvPr/>
          </p:nvPicPr>
          <p:blipFill>
            <a:blip r:embed="rId13"/>
            <a:stretch>
              <a:fillRect/>
            </a:stretch>
          </p:blipFill>
          <p:spPr>
            <a:xfrm>
              <a:off x="10424160" y="2590038"/>
              <a:ext cx="341375" cy="341375"/>
            </a:xfrm>
            <a:prstGeom prst="rect">
              <a:avLst/>
            </a:prstGeom>
          </p:spPr>
        </p:pic>
      </p:grpSp>
      <p:sp>
        <p:nvSpPr>
          <p:cNvPr id="491" name="object 200">
            <a:extLst>
              <a:ext uri="{FF2B5EF4-FFF2-40B4-BE49-F238E27FC236}">
                <a16:creationId xmlns:a16="http://schemas.microsoft.com/office/drawing/2014/main" id="{A58F345C-1360-D74F-B63B-5AB1E0FF6409}"/>
              </a:ext>
            </a:extLst>
          </p:cNvPr>
          <p:cNvSpPr/>
          <p:nvPr/>
        </p:nvSpPr>
        <p:spPr>
          <a:xfrm>
            <a:off x="9944861" y="2898648"/>
            <a:ext cx="876300" cy="0"/>
          </a:xfrm>
          <a:custGeom>
            <a:avLst/>
            <a:gdLst/>
            <a:ahLst/>
            <a:cxnLst/>
            <a:rect l="l" t="t" r="r" b="b"/>
            <a:pathLst>
              <a:path w="876300">
                <a:moveTo>
                  <a:pt x="0" y="0"/>
                </a:moveTo>
                <a:lnTo>
                  <a:pt x="875919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92" name="object 201">
            <a:extLst>
              <a:ext uri="{FF2B5EF4-FFF2-40B4-BE49-F238E27FC236}">
                <a16:creationId xmlns:a16="http://schemas.microsoft.com/office/drawing/2014/main" id="{79E39650-18CD-4043-832B-FDF0B7436D65}"/>
              </a:ext>
            </a:extLst>
          </p:cNvPr>
          <p:cNvGrpSpPr/>
          <p:nvPr/>
        </p:nvGrpSpPr>
        <p:grpSpPr>
          <a:xfrm>
            <a:off x="8944520" y="2556510"/>
            <a:ext cx="811530" cy="342265"/>
            <a:chOff x="8944520" y="2556510"/>
            <a:chExt cx="811530" cy="342265"/>
          </a:xfrm>
        </p:grpSpPr>
        <p:pic>
          <p:nvPicPr>
            <p:cNvPr id="493" name="object 202">
              <a:extLst>
                <a:ext uri="{FF2B5EF4-FFF2-40B4-BE49-F238E27FC236}">
                  <a16:creationId xmlns:a16="http://schemas.microsoft.com/office/drawing/2014/main" id="{B5713A7E-A839-7847-9EC6-18AC8D24561B}"/>
                </a:ext>
              </a:extLst>
            </p:cNvPr>
            <p:cNvPicPr/>
            <p:nvPr/>
          </p:nvPicPr>
          <p:blipFill>
            <a:blip r:embed="rId29"/>
            <a:stretch>
              <a:fillRect/>
            </a:stretch>
          </p:blipFill>
          <p:spPr>
            <a:xfrm>
              <a:off x="8944520" y="2556510"/>
              <a:ext cx="288469" cy="342138"/>
            </a:xfrm>
            <a:prstGeom prst="rect">
              <a:avLst/>
            </a:prstGeom>
          </p:spPr>
        </p:pic>
        <p:pic>
          <p:nvPicPr>
            <p:cNvPr id="494" name="object 203">
              <a:extLst>
                <a:ext uri="{FF2B5EF4-FFF2-40B4-BE49-F238E27FC236}">
                  <a16:creationId xmlns:a16="http://schemas.microsoft.com/office/drawing/2014/main" id="{B07523A1-B407-084C-A1C8-5A9098CBFB7B}"/>
                </a:ext>
              </a:extLst>
            </p:cNvPr>
            <p:cNvPicPr/>
            <p:nvPr/>
          </p:nvPicPr>
          <p:blipFill>
            <a:blip r:embed="rId4"/>
            <a:stretch>
              <a:fillRect/>
            </a:stretch>
          </p:blipFill>
          <p:spPr>
            <a:xfrm>
              <a:off x="9147048" y="2556510"/>
              <a:ext cx="341375" cy="342138"/>
            </a:xfrm>
            <a:prstGeom prst="rect">
              <a:avLst/>
            </a:prstGeom>
          </p:spPr>
        </p:pic>
        <p:pic>
          <p:nvPicPr>
            <p:cNvPr id="495" name="object 204">
              <a:extLst>
                <a:ext uri="{FF2B5EF4-FFF2-40B4-BE49-F238E27FC236}">
                  <a16:creationId xmlns:a16="http://schemas.microsoft.com/office/drawing/2014/main" id="{711600AA-4B99-E643-AAB6-604AD53512DF}"/>
                </a:ext>
              </a:extLst>
            </p:cNvPr>
            <p:cNvPicPr/>
            <p:nvPr/>
          </p:nvPicPr>
          <p:blipFill>
            <a:blip r:embed="rId8"/>
            <a:stretch>
              <a:fillRect/>
            </a:stretch>
          </p:blipFill>
          <p:spPr>
            <a:xfrm>
              <a:off x="9414510" y="2556510"/>
              <a:ext cx="341375" cy="342138"/>
            </a:xfrm>
            <a:prstGeom prst="rect">
              <a:avLst/>
            </a:prstGeom>
          </p:spPr>
        </p:pic>
      </p:grpSp>
      <p:sp>
        <p:nvSpPr>
          <p:cNvPr id="496" name="object 205">
            <a:extLst>
              <a:ext uri="{FF2B5EF4-FFF2-40B4-BE49-F238E27FC236}">
                <a16:creationId xmlns:a16="http://schemas.microsoft.com/office/drawing/2014/main" id="{58C022FD-081E-DB45-AC25-68435AB92D6D}"/>
              </a:ext>
            </a:extLst>
          </p:cNvPr>
          <p:cNvSpPr/>
          <p:nvPr/>
        </p:nvSpPr>
        <p:spPr>
          <a:xfrm>
            <a:off x="8957309" y="2898648"/>
            <a:ext cx="799465" cy="0"/>
          </a:xfrm>
          <a:custGeom>
            <a:avLst/>
            <a:gdLst/>
            <a:ahLst/>
            <a:cxnLst/>
            <a:rect l="l" t="t" r="r" b="b"/>
            <a:pathLst>
              <a:path w="799465">
                <a:moveTo>
                  <a:pt x="0" y="0"/>
                </a:moveTo>
                <a:lnTo>
                  <a:pt x="799084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97" name="object 206">
            <a:extLst>
              <a:ext uri="{FF2B5EF4-FFF2-40B4-BE49-F238E27FC236}">
                <a16:creationId xmlns:a16="http://schemas.microsoft.com/office/drawing/2014/main" id="{31027723-3191-5D44-9ED0-A2ED57017FEB}"/>
              </a:ext>
            </a:extLst>
          </p:cNvPr>
          <p:cNvGrpSpPr/>
          <p:nvPr/>
        </p:nvGrpSpPr>
        <p:grpSpPr>
          <a:xfrm>
            <a:off x="4572" y="4236720"/>
            <a:ext cx="678180" cy="534670"/>
            <a:chOff x="4572" y="4236720"/>
            <a:chExt cx="678180" cy="534670"/>
          </a:xfrm>
        </p:grpSpPr>
        <p:pic>
          <p:nvPicPr>
            <p:cNvPr id="498" name="object 207">
              <a:extLst>
                <a:ext uri="{FF2B5EF4-FFF2-40B4-BE49-F238E27FC236}">
                  <a16:creationId xmlns:a16="http://schemas.microsoft.com/office/drawing/2014/main" id="{930E5020-94CB-3742-90EE-589FA49537D9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4572" y="4236720"/>
              <a:ext cx="650748" cy="534162"/>
            </a:xfrm>
            <a:prstGeom prst="rect">
              <a:avLst/>
            </a:prstGeom>
          </p:spPr>
        </p:pic>
        <p:pic>
          <p:nvPicPr>
            <p:cNvPr id="499" name="object 208">
              <a:extLst>
                <a:ext uri="{FF2B5EF4-FFF2-40B4-BE49-F238E27FC236}">
                  <a16:creationId xmlns:a16="http://schemas.microsoft.com/office/drawing/2014/main" id="{208E1340-9F7A-9740-A826-2B820CDA727C}"/>
                </a:ext>
              </a:extLst>
            </p:cNvPr>
            <p:cNvPicPr/>
            <p:nvPr/>
          </p:nvPicPr>
          <p:blipFill>
            <a:blip r:embed="rId10"/>
            <a:stretch>
              <a:fillRect/>
            </a:stretch>
          </p:blipFill>
          <p:spPr>
            <a:xfrm>
              <a:off x="203453" y="4323588"/>
              <a:ext cx="246126" cy="246125"/>
            </a:xfrm>
            <a:prstGeom prst="rect">
              <a:avLst/>
            </a:prstGeom>
          </p:spPr>
        </p:pic>
        <p:pic>
          <p:nvPicPr>
            <p:cNvPr id="500" name="object 209">
              <a:extLst>
                <a:ext uri="{FF2B5EF4-FFF2-40B4-BE49-F238E27FC236}">
                  <a16:creationId xmlns:a16="http://schemas.microsoft.com/office/drawing/2014/main" id="{71A5A612-64CD-0345-9EB3-DE91E09E0F29}"/>
                </a:ext>
              </a:extLst>
            </p:cNvPr>
            <p:cNvPicPr/>
            <p:nvPr/>
          </p:nvPicPr>
          <p:blipFill>
            <a:blip r:embed="rId8"/>
            <a:stretch>
              <a:fillRect/>
            </a:stretch>
          </p:blipFill>
          <p:spPr>
            <a:xfrm>
              <a:off x="437388" y="4353306"/>
              <a:ext cx="245364" cy="244601"/>
            </a:xfrm>
            <a:prstGeom prst="rect">
              <a:avLst/>
            </a:prstGeom>
          </p:spPr>
        </p:pic>
      </p:grpSp>
      <p:pic>
        <p:nvPicPr>
          <p:cNvPr id="501" name="object 210">
            <a:extLst>
              <a:ext uri="{FF2B5EF4-FFF2-40B4-BE49-F238E27FC236}">
                <a16:creationId xmlns:a16="http://schemas.microsoft.com/office/drawing/2014/main" id="{A5EA670B-C771-8C4B-B02A-91821A115516}"/>
              </a:ext>
            </a:extLst>
          </p:cNvPr>
          <p:cNvPicPr/>
          <p:nvPr/>
        </p:nvPicPr>
        <p:blipFill>
          <a:blip r:embed="rId4"/>
          <a:stretch>
            <a:fillRect/>
          </a:stretch>
        </p:blipFill>
        <p:spPr>
          <a:xfrm>
            <a:off x="279654" y="4174235"/>
            <a:ext cx="244602" cy="244601"/>
          </a:xfrm>
          <a:prstGeom prst="rect">
            <a:avLst/>
          </a:prstGeom>
        </p:spPr>
      </p:pic>
      <p:grpSp>
        <p:nvGrpSpPr>
          <p:cNvPr id="502" name="object 211">
            <a:extLst>
              <a:ext uri="{FF2B5EF4-FFF2-40B4-BE49-F238E27FC236}">
                <a16:creationId xmlns:a16="http://schemas.microsoft.com/office/drawing/2014/main" id="{6D8A4F67-5E05-8941-83C7-45E80A3899EA}"/>
              </a:ext>
            </a:extLst>
          </p:cNvPr>
          <p:cNvGrpSpPr/>
          <p:nvPr/>
        </p:nvGrpSpPr>
        <p:grpSpPr>
          <a:xfrm>
            <a:off x="10026500" y="3783329"/>
            <a:ext cx="573405" cy="341630"/>
            <a:chOff x="10026500" y="3783329"/>
            <a:chExt cx="573405" cy="341630"/>
          </a:xfrm>
        </p:grpSpPr>
        <p:pic>
          <p:nvPicPr>
            <p:cNvPr id="503" name="object 212">
              <a:extLst>
                <a:ext uri="{FF2B5EF4-FFF2-40B4-BE49-F238E27FC236}">
                  <a16:creationId xmlns:a16="http://schemas.microsoft.com/office/drawing/2014/main" id="{A35A9084-DA3D-1943-809F-0D5E32BF79F1}"/>
                </a:ext>
              </a:extLst>
            </p:cNvPr>
            <p:cNvPicPr/>
            <p:nvPr/>
          </p:nvPicPr>
          <p:blipFill>
            <a:blip r:embed="rId29"/>
            <a:stretch>
              <a:fillRect/>
            </a:stretch>
          </p:blipFill>
          <p:spPr>
            <a:xfrm>
              <a:off x="10026500" y="3783329"/>
              <a:ext cx="287826" cy="341375"/>
            </a:xfrm>
            <a:prstGeom prst="rect">
              <a:avLst/>
            </a:prstGeom>
          </p:spPr>
        </p:pic>
        <p:pic>
          <p:nvPicPr>
            <p:cNvPr id="504" name="object 213">
              <a:extLst>
                <a:ext uri="{FF2B5EF4-FFF2-40B4-BE49-F238E27FC236}">
                  <a16:creationId xmlns:a16="http://schemas.microsoft.com/office/drawing/2014/main" id="{642E9F8E-47A1-DE45-A45F-770C6E10BDAB}"/>
                </a:ext>
              </a:extLst>
            </p:cNvPr>
            <p:cNvPicPr/>
            <p:nvPr/>
          </p:nvPicPr>
          <p:blipFill>
            <a:blip r:embed="rId4"/>
            <a:stretch>
              <a:fillRect/>
            </a:stretch>
          </p:blipFill>
          <p:spPr>
            <a:xfrm>
              <a:off x="10258043" y="3783329"/>
              <a:ext cx="341375" cy="341375"/>
            </a:xfrm>
            <a:prstGeom prst="rect">
              <a:avLst/>
            </a:prstGeom>
          </p:spPr>
        </p:pic>
      </p:grpSp>
      <p:sp>
        <p:nvSpPr>
          <p:cNvPr id="505" name="object 214">
            <a:extLst>
              <a:ext uri="{FF2B5EF4-FFF2-40B4-BE49-F238E27FC236}">
                <a16:creationId xmlns:a16="http://schemas.microsoft.com/office/drawing/2014/main" id="{17D8723C-0978-CB48-B38E-C1B665C63873}"/>
              </a:ext>
            </a:extLst>
          </p:cNvPr>
          <p:cNvSpPr/>
          <p:nvPr/>
        </p:nvSpPr>
        <p:spPr>
          <a:xfrm>
            <a:off x="9937242" y="4113276"/>
            <a:ext cx="939165" cy="0"/>
          </a:xfrm>
          <a:custGeom>
            <a:avLst/>
            <a:gdLst/>
            <a:ahLst/>
            <a:cxnLst/>
            <a:rect l="l" t="t" r="r" b="b"/>
            <a:pathLst>
              <a:path w="939165">
                <a:moveTo>
                  <a:pt x="0" y="0"/>
                </a:moveTo>
                <a:lnTo>
                  <a:pt x="938783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06" name="object 215">
            <a:extLst>
              <a:ext uri="{FF2B5EF4-FFF2-40B4-BE49-F238E27FC236}">
                <a16:creationId xmlns:a16="http://schemas.microsoft.com/office/drawing/2014/main" id="{544A6C48-D8E9-1443-B12A-D64FDCB3990A}"/>
              </a:ext>
            </a:extLst>
          </p:cNvPr>
          <p:cNvGrpSpPr/>
          <p:nvPr/>
        </p:nvGrpSpPr>
        <p:grpSpPr>
          <a:xfrm>
            <a:off x="47244" y="4938521"/>
            <a:ext cx="939165" cy="993775"/>
            <a:chOff x="47244" y="4938521"/>
            <a:chExt cx="939165" cy="993775"/>
          </a:xfrm>
        </p:grpSpPr>
        <p:pic>
          <p:nvPicPr>
            <p:cNvPr id="507" name="object 216">
              <a:extLst>
                <a:ext uri="{FF2B5EF4-FFF2-40B4-BE49-F238E27FC236}">
                  <a16:creationId xmlns:a16="http://schemas.microsoft.com/office/drawing/2014/main" id="{969878BC-C7EF-0B45-9F41-DD7CD6A00E7E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80009" y="5398007"/>
              <a:ext cx="650748" cy="534162"/>
            </a:xfrm>
            <a:prstGeom prst="rect">
              <a:avLst/>
            </a:prstGeom>
          </p:spPr>
        </p:pic>
        <p:pic>
          <p:nvPicPr>
            <p:cNvPr id="508" name="object 217">
              <a:extLst>
                <a:ext uri="{FF2B5EF4-FFF2-40B4-BE49-F238E27FC236}">
                  <a16:creationId xmlns:a16="http://schemas.microsoft.com/office/drawing/2014/main" id="{707B3726-EB64-D34E-B4E4-B484F170C5F6}"/>
                </a:ext>
              </a:extLst>
            </p:cNvPr>
            <p:cNvPicPr/>
            <p:nvPr/>
          </p:nvPicPr>
          <p:blipFill>
            <a:blip r:embed="rId4"/>
            <a:stretch>
              <a:fillRect/>
            </a:stretch>
          </p:blipFill>
          <p:spPr>
            <a:xfrm>
              <a:off x="355853" y="5344667"/>
              <a:ext cx="233933" cy="233934"/>
            </a:xfrm>
            <a:prstGeom prst="rect">
              <a:avLst/>
            </a:prstGeom>
          </p:spPr>
        </p:pic>
        <p:pic>
          <p:nvPicPr>
            <p:cNvPr id="509" name="object 218">
              <a:extLst>
                <a:ext uri="{FF2B5EF4-FFF2-40B4-BE49-F238E27FC236}">
                  <a16:creationId xmlns:a16="http://schemas.microsoft.com/office/drawing/2014/main" id="{BF1CCA89-9DFC-AF43-B01A-110ACFEF6022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496062" y="5346953"/>
              <a:ext cx="233934" cy="233934"/>
            </a:xfrm>
            <a:prstGeom prst="rect">
              <a:avLst/>
            </a:prstGeom>
          </p:spPr>
        </p:pic>
        <p:pic>
          <p:nvPicPr>
            <p:cNvPr id="510" name="object 219">
              <a:extLst>
                <a:ext uri="{FF2B5EF4-FFF2-40B4-BE49-F238E27FC236}">
                  <a16:creationId xmlns:a16="http://schemas.microsoft.com/office/drawing/2014/main" id="{0E331EF7-8B6C-2040-B2B5-99CD599F9F02}"/>
                </a:ext>
              </a:extLst>
            </p:cNvPr>
            <p:cNvPicPr/>
            <p:nvPr/>
          </p:nvPicPr>
          <p:blipFill>
            <a:blip r:embed="rId9"/>
            <a:stretch>
              <a:fillRect/>
            </a:stretch>
          </p:blipFill>
          <p:spPr>
            <a:xfrm>
              <a:off x="280416" y="5533643"/>
              <a:ext cx="233934" cy="233934"/>
            </a:xfrm>
            <a:prstGeom prst="rect">
              <a:avLst/>
            </a:prstGeom>
          </p:spPr>
        </p:pic>
        <p:pic>
          <p:nvPicPr>
            <p:cNvPr id="511" name="object 220">
              <a:extLst>
                <a:ext uri="{FF2B5EF4-FFF2-40B4-BE49-F238E27FC236}">
                  <a16:creationId xmlns:a16="http://schemas.microsoft.com/office/drawing/2014/main" id="{339E4AB9-5BEB-5D45-9AC2-B107F3279042}"/>
                </a:ext>
              </a:extLst>
            </p:cNvPr>
            <p:cNvPicPr/>
            <p:nvPr/>
          </p:nvPicPr>
          <p:blipFill>
            <a:blip r:embed="rId8"/>
            <a:stretch>
              <a:fillRect/>
            </a:stretch>
          </p:blipFill>
          <p:spPr>
            <a:xfrm>
              <a:off x="523494" y="5519927"/>
              <a:ext cx="234696" cy="233934"/>
            </a:xfrm>
            <a:prstGeom prst="rect">
              <a:avLst/>
            </a:prstGeom>
          </p:spPr>
        </p:pic>
        <p:pic>
          <p:nvPicPr>
            <p:cNvPr id="512" name="object 221">
              <a:extLst>
                <a:ext uri="{FF2B5EF4-FFF2-40B4-BE49-F238E27FC236}">
                  <a16:creationId xmlns:a16="http://schemas.microsoft.com/office/drawing/2014/main" id="{DC230922-0275-8242-84CA-1B21AC64FA27}"/>
                </a:ext>
              </a:extLst>
            </p:cNvPr>
            <p:cNvPicPr/>
            <p:nvPr/>
          </p:nvPicPr>
          <p:blipFill>
            <a:blip r:embed="rId29"/>
            <a:stretch>
              <a:fillRect/>
            </a:stretch>
          </p:blipFill>
          <p:spPr>
            <a:xfrm>
              <a:off x="391070" y="4938521"/>
              <a:ext cx="288469" cy="342138"/>
            </a:xfrm>
            <a:prstGeom prst="rect">
              <a:avLst/>
            </a:prstGeom>
          </p:spPr>
        </p:pic>
        <p:sp>
          <p:nvSpPr>
            <p:cNvPr id="513" name="object 222">
              <a:extLst>
                <a:ext uri="{FF2B5EF4-FFF2-40B4-BE49-F238E27FC236}">
                  <a16:creationId xmlns:a16="http://schemas.microsoft.com/office/drawing/2014/main" id="{D60A3C9F-0B76-2F44-8CA0-9142FA7B1282}"/>
                </a:ext>
              </a:extLst>
            </p:cNvPr>
            <p:cNvSpPr/>
            <p:nvPr/>
          </p:nvSpPr>
          <p:spPr>
            <a:xfrm>
              <a:off x="47244" y="5282945"/>
              <a:ext cx="939165" cy="0"/>
            </a:xfrm>
            <a:custGeom>
              <a:avLst/>
              <a:gdLst/>
              <a:ahLst/>
              <a:cxnLst/>
              <a:rect l="l" t="t" r="r" b="b"/>
              <a:pathLst>
                <a:path w="939165">
                  <a:moveTo>
                    <a:pt x="0" y="0"/>
                  </a:moveTo>
                  <a:lnTo>
                    <a:pt x="938784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14" name="object 223">
            <a:extLst>
              <a:ext uri="{FF2B5EF4-FFF2-40B4-BE49-F238E27FC236}">
                <a16:creationId xmlns:a16="http://schemas.microsoft.com/office/drawing/2014/main" id="{DFC22749-EF89-E943-B1A0-82CFB18F2651}"/>
              </a:ext>
            </a:extLst>
          </p:cNvPr>
          <p:cNvGrpSpPr/>
          <p:nvPr/>
        </p:nvGrpSpPr>
        <p:grpSpPr>
          <a:xfrm>
            <a:off x="1335786" y="4943502"/>
            <a:ext cx="939165" cy="358775"/>
            <a:chOff x="1335786" y="4943502"/>
            <a:chExt cx="939165" cy="358775"/>
          </a:xfrm>
        </p:grpSpPr>
        <p:pic>
          <p:nvPicPr>
            <p:cNvPr id="515" name="object 224">
              <a:extLst>
                <a:ext uri="{FF2B5EF4-FFF2-40B4-BE49-F238E27FC236}">
                  <a16:creationId xmlns:a16="http://schemas.microsoft.com/office/drawing/2014/main" id="{E911BC6D-19D2-114F-9085-8F8A15C5F493}"/>
                </a:ext>
              </a:extLst>
            </p:cNvPr>
            <p:cNvPicPr/>
            <p:nvPr/>
          </p:nvPicPr>
          <p:blipFill>
            <a:blip r:embed="rId26"/>
            <a:stretch>
              <a:fillRect/>
            </a:stretch>
          </p:blipFill>
          <p:spPr>
            <a:xfrm>
              <a:off x="1734833" y="4943502"/>
              <a:ext cx="143737" cy="336750"/>
            </a:xfrm>
            <a:prstGeom prst="rect">
              <a:avLst/>
            </a:prstGeom>
          </p:spPr>
        </p:pic>
        <p:sp>
          <p:nvSpPr>
            <p:cNvPr id="516" name="object 225">
              <a:extLst>
                <a:ext uri="{FF2B5EF4-FFF2-40B4-BE49-F238E27FC236}">
                  <a16:creationId xmlns:a16="http://schemas.microsoft.com/office/drawing/2014/main" id="{8FC9780F-DD7C-0246-83D6-D45B5503D590}"/>
                </a:ext>
              </a:extLst>
            </p:cNvPr>
            <p:cNvSpPr/>
            <p:nvPr/>
          </p:nvSpPr>
          <p:spPr>
            <a:xfrm>
              <a:off x="1335786" y="5282946"/>
              <a:ext cx="939165" cy="0"/>
            </a:xfrm>
            <a:custGeom>
              <a:avLst/>
              <a:gdLst/>
              <a:ahLst/>
              <a:cxnLst/>
              <a:rect l="l" t="t" r="r" b="b"/>
              <a:pathLst>
                <a:path w="939164">
                  <a:moveTo>
                    <a:pt x="0" y="0"/>
                  </a:moveTo>
                  <a:lnTo>
                    <a:pt x="938783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17" name="object 226">
            <a:extLst>
              <a:ext uri="{FF2B5EF4-FFF2-40B4-BE49-F238E27FC236}">
                <a16:creationId xmlns:a16="http://schemas.microsoft.com/office/drawing/2014/main" id="{73BA208C-E7EA-DA46-B3F2-C73E18F51F7C}"/>
              </a:ext>
            </a:extLst>
          </p:cNvPr>
          <p:cNvGrpSpPr/>
          <p:nvPr/>
        </p:nvGrpSpPr>
        <p:grpSpPr>
          <a:xfrm>
            <a:off x="2624327" y="5025868"/>
            <a:ext cx="939165" cy="276225"/>
            <a:chOff x="2624327" y="5025868"/>
            <a:chExt cx="939165" cy="276225"/>
          </a:xfrm>
        </p:grpSpPr>
        <p:pic>
          <p:nvPicPr>
            <p:cNvPr id="518" name="object 227">
              <a:extLst>
                <a:ext uri="{FF2B5EF4-FFF2-40B4-BE49-F238E27FC236}">
                  <a16:creationId xmlns:a16="http://schemas.microsoft.com/office/drawing/2014/main" id="{AFB19BBB-28B7-9A4C-8137-EDAB32A5619D}"/>
                </a:ext>
              </a:extLst>
            </p:cNvPr>
            <p:cNvPicPr/>
            <p:nvPr/>
          </p:nvPicPr>
          <p:blipFill>
            <a:blip r:embed="rId27"/>
            <a:stretch>
              <a:fillRect/>
            </a:stretch>
          </p:blipFill>
          <p:spPr>
            <a:xfrm>
              <a:off x="2907029" y="5025868"/>
              <a:ext cx="342138" cy="248217"/>
            </a:xfrm>
            <a:prstGeom prst="rect">
              <a:avLst/>
            </a:prstGeom>
          </p:spPr>
        </p:pic>
        <p:sp>
          <p:nvSpPr>
            <p:cNvPr id="519" name="object 228">
              <a:extLst>
                <a:ext uri="{FF2B5EF4-FFF2-40B4-BE49-F238E27FC236}">
                  <a16:creationId xmlns:a16="http://schemas.microsoft.com/office/drawing/2014/main" id="{0D935827-3933-1348-BCE2-849BB0C4BF08}"/>
                </a:ext>
              </a:extLst>
            </p:cNvPr>
            <p:cNvSpPr/>
            <p:nvPr/>
          </p:nvSpPr>
          <p:spPr>
            <a:xfrm>
              <a:off x="2624327" y="5282945"/>
              <a:ext cx="939165" cy="0"/>
            </a:xfrm>
            <a:custGeom>
              <a:avLst/>
              <a:gdLst/>
              <a:ahLst/>
              <a:cxnLst/>
              <a:rect l="l" t="t" r="r" b="b"/>
              <a:pathLst>
                <a:path w="939164">
                  <a:moveTo>
                    <a:pt x="0" y="0"/>
                  </a:moveTo>
                  <a:lnTo>
                    <a:pt x="938784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20" name="object 229">
            <a:extLst>
              <a:ext uri="{FF2B5EF4-FFF2-40B4-BE49-F238E27FC236}">
                <a16:creationId xmlns:a16="http://schemas.microsoft.com/office/drawing/2014/main" id="{4ACF181B-EF61-A44F-9F40-8C93D28E369D}"/>
              </a:ext>
            </a:extLst>
          </p:cNvPr>
          <p:cNvGrpSpPr/>
          <p:nvPr/>
        </p:nvGrpSpPr>
        <p:grpSpPr>
          <a:xfrm>
            <a:off x="4036314" y="5010174"/>
            <a:ext cx="939165" cy="292100"/>
            <a:chOff x="4036314" y="5010174"/>
            <a:chExt cx="939165" cy="292100"/>
          </a:xfrm>
        </p:grpSpPr>
        <p:pic>
          <p:nvPicPr>
            <p:cNvPr id="521" name="object 230">
              <a:extLst>
                <a:ext uri="{FF2B5EF4-FFF2-40B4-BE49-F238E27FC236}">
                  <a16:creationId xmlns:a16="http://schemas.microsoft.com/office/drawing/2014/main" id="{B16F34C3-CD50-5E4B-B6B0-D87E79D0D3CF}"/>
                </a:ext>
              </a:extLst>
            </p:cNvPr>
            <p:cNvPicPr/>
            <p:nvPr/>
          </p:nvPicPr>
          <p:blipFill>
            <a:blip r:embed="rId24"/>
            <a:stretch>
              <a:fillRect/>
            </a:stretch>
          </p:blipFill>
          <p:spPr>
            <a:xfrm>
              <a:off x="4340505" y="5010174"/>
              <a:ext cx="264106" cy="261318"/>
            </a:xfrm>
            <a:prstGeom prst="rect">
              <a:avLst/>
            </a:prstGeom>
          </p:spPr>
        </p:pic>
        <p:sp>
          <p:nvSpPr>
            <p:cNvPr id="522" name="object 231">
              <a:extLst>
                <a:ext uri="{FF2B5EF4-FFF2-40B4-BE49-F238E27FC236}">
                  <a16:creationId xmlns:a16="http://schemas.microsoft.com/office/drawing/2014/main" id="{1931A3DA-7417-AB48-A771-25F2E0EC34E4}"/>
                </a:ext>
              </a:extLst>
            </p:cNvPr>
            <p:cNvSpPr/>
            <p:nvPr/>
          </p:nvSpPr>
          <p:spPr>
            <a:xfrm>
              <a:off x="4036314" y="5282946"/>
              <a:ext cx="939165" cy="0"/>
            </a:xfrm>
            <a:custGeom>
              <a:avLst/>
              <a:gdLst/>
              <a:ahLst/>
              <a:cxnLst/>
              <a:rect l="l" t="t" r="r" b="b"/>
              <a:pathLst>
                <a:path w="939164">
                  <a:moveTo>
                    <a:pt x="0" y="0"/>
                  </a:moveTo>
                  <a:lnTo>
                    <a:pt x="938784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23" name="object 232">
            <a:extLst>
              <a:ext uri="{FF2B5EF4-FFF2-40B4-BE49-F238E27FC236}">
                <a16:creationId xmlns:a16="http://schemas.microsoft.com/office/drawing/2014/main" id="{FA5AEFAD-4E42-1A44-B6CB-0D3C9B2731E8}"/>
              </a:ext>
            </a:extLst>
          </p:cNvPr>
          <p:cNvGrpSpPr/>
          <p:nvPr/>
        </p:nvGrpSpPr>
        <p:grpSpPr>
          <a:xfrm>
            <a:off x="4024121" y="6127241"/>
            <a:ext cx="939165" cy="680720"/>
            <a:chOff x="4024121" y="6127241"/>
            <a:chExt cx="939165" cy="680720"/>
          </a:xfrm>
        </p:grpSpPr>
        <p:pic>
          <p:nvPicPr>
            <p:cNvPr id="524" name="object 233">
              <a:extLst>
                <a:ext uri="{FF2B5EF4-FFF2-40B4-BE49-F238E27FC236}">
                  <a16:creationId xmlns:a16="http://schemas.microsoft.com/office/drawing/2014/main" id="{514312B5-9C68-CA4E-B279-2FD00385B639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4078985" y="6273545"/>
              <a:ext cx="650748" cy="534162"/>
            </a:xfrm>
            <a:prstGeom prst="rect">
              <a:avLst/>
            </a:prstGeom>
          </p:spPr>
        </p:pic>
        <p:pic>
          <p:nvPicPr>
            <p:cNvPr id="525" name="object 234">
              <a:extLst>
                <a:ext uri="{FF2B5EF4-FFF2-40B4-BE49-F238E27FC236}">
                  <a16:creationId xmlns:a16="http://schemas.microsoft.com/office/drawing/2014/main" id="{E7255B6C-EF21-7A40-814C-1106B052D554}"/>
                </a:ext>
              </a:extLst>
            </p:cNvPr>
            <p:cNvPicPr/>
            <p:nvPr/>
          </p:nvPicPr>
          <p:blipFill>
            <a:blip r:embed="rId4"/>
            <a:stretch>
              <a:fillRect/>
            </a:stretch>
          </p:blipFill>
          <p:spPr>
            <a:xfrm>
              <a:off x="4355591" y="6220205"/>
              <a:ext cx="233934" cy="233933"/>
            </a:xfrm>
            <a:prstGeom prst="rect">
              <a:avLst/>
            </a:prstGeom>
          </p:spPr>
        </p:pic>
        <p:pic>
          <p:nvPicPr>
            <p:cNvPr id="526" name="object 235">
              <a:extLst>
                <a:ext uri="{FF2B5EF4-FFF2-40B4-BE49-F238E27FC236}">
                  <a16:creationId xmlns:a16="http://schemas.microsoft.com/office/drawing/2014/main" id="{0E2704D9-BF6A-9444-A10B-77313DF9C428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4495799" y="6222491"/>
              <a:ext cx="233934" cy="233934"/>
            </a:xfrm>
            <a:prstGeom prst="rect">
              <a:avLst/>
            </a:prstGeom>
          </p:spPr>
        </p:pic>
        <p:pic>
          <p:nvPicPr>
            <p:cNvPr id="527" name="object 236">
              <a:extLst>
                <a:ext uri="{FF2B5EF4-FFF2-40B4-BE49-F238E27FC236}">
                  <a16:creationId xmlns:a16="http://schemas.microsoft.com/office/drawing/2014/main" id="{E25835FA-4ECF-FA46-89C3-FA8031B11CF7}"/>
                </a:ext>
              </a:extLst>
            </p:cNvPr>
            <p:cNvPicPr/>
            <p:nvPr/>
          </p:nvPicPr>
          <p:blipFill>
            <a:blip r:embed="rId9"/>
            <a:stretch>
              <a:fillRect/>
            </a:stretch>
          </p:blipFill>
          <p:spPr>
            <a:xfrm>
              <a:off x="4279391" y="6409181"/>
              <a:ext cx="233934" cy="233934"/>
            </a:xfrm>
            <a:prstGeom prst="rect">
              <a:avLst/>
            </a:prstGeom>
          </p:spPr>
        </p:pic>
        <p:pic>
          <p:nvPicPr>
            <p:cNvPr id="528" name="object 237">
              <a:extLst>
                <a:ext uri="{FF2B5EF4-FFF2-40B4-BE49-F238E27FC236}">
                  <a16:creationId xmlns:a16="http://schemas.microsoft.com/office/drawing/2014/main" id="{6CBC5B8E-A135-9849-A6CD-97021F64AB2C}"/>
                </a:ext>
              </a:extLst>
            </p:cNvPr>
            <p:cNvPicPr/>
            <p:nvPr/>
          </p:nvPicPr>
          <p:blipFill>
            <a:blip r:embed="rId17"/>
            <a:stretch>
              <a:fillRect/>
            </a:stretch>
          </p:blipFill>
          <p:spPr>
            <a:xfrm>
              <a:off x="4523231" y="6395465"/>
              <a:ext cx="233934" cy="233934"/>
            </a:xfrm>
            <a:prstGeom prst="rect">
              <a:avLst/>
            </a:prstGeom>
          </p:spPr>
        </p:pic>
        <p:pic>
          <p:nvPicPr>
            <p:cNvPr id="529" name="object 238">
              <a:extLst>
                <a:ext uri="{FF2B5EF4-FFF2-40B4-BE49-F238E27FC236}">
                  <a16:creationId xmlns:a16="http://schemas.microsoft.com/office/drawing/2014/main" id="{5413B15A-3EE5-4A42-AB53-E87C6B635333}"/>
                </a:ext>
              </a:extLst>
            </p:cNvPr>
            <p:cNvPicPr/>
            <p:nvPr/>
          </p:nvPicPr>
          <p:blipFill>
            <a:blip r:embed="rId16"/>
            <a:stretch>
              <a:fillRect/>
            </a:stretch>
          </p:blipFill>
          <p:spPr>
            <a:xfrm>
              <a:off x="4229861" y="6208013"/>
              <a:ext cx="233934" cy="233934"/>
            </a:xfrm>
            <a:prstGeom prst="rect">
              <a:avLst/>
            </a:prstGeom>
          </p:spPr>
        </p:pic>
        <p:sp>
          <p:nvSpPr>
            <p:cNvPr id="530" name="object 239">
              <a:extLst>
                <a:ext uri="{FF2B5EF4-FFF2-40B4-BE49-F238E27FC236}">
                  <a16:creationId xmlns:a16="http://schemas.microsoft.com/office/drawing/2014/main" id="{262F23E0-E88A-1644-B9B7-765298B218BB}"/>
                </a:ext>
              </a:extLst>
            </p:cNvPr>
            <p:cNvSpPr/>
            <p:nvPr/>
          </p:nvSpPr>
          <p:spPr>
            <a:xfrm>
              <a:off x="4024121" y="6146291"/>
              <a:ext cx="939165" cy="0"/>
            </a:xfrm>
            <a:custGeom>
              <a:avLst/>
              <a:gdLst/>
              <a:ahLst/>
              <a:cxnLst/>
              <a:rect l="l" t="t" r="r" b="b"/>
              <a:pathLst>
                <a:path w="939164">
                  <a:moveTo>
                    <a:pt x="0" y="0"/>
                  </a:moveTo>
                  <a:lnTo>
                    <a:pt x="938783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31" name="object 240">
            <a:extLst>
              <a:ext uri="{FF2B5EF4-FFF2-40B4-BE49-F238E27FC236}">
                <a16:creationId xmlns:a16="http://schemas.microsoft.com/office/drawing/2014/main" id="{34EAD0A3-F267-C343-9E9C-39471DD574EA}"/>
              </a:ext>
            </a:extLst>
          </p:cNvPr>
          <p:cNvGrpSpPr/>
          <p:nvPr/>
        </p:nvGrpSpPr>
        <p:grpSpPr>
          <a:xfrm>
            <a:off x="7015733" y="1748789"/>
            <a:ext cx="650240" cy="532765"/>
            <a:chOff x="7015733" y="1748789"/>
            <a:chExt cx="650240" cy="532765"/>
          </a:xfrm>
        </p:grpSpPr>
        <p:pic>
          <p:nvPicPr>
            <p:cNvPr id="532" name="object 241">
              <a:extLst>
                <a:ext uri="{FF2B5EF4-FFF2-40B4-BE49-F238E27FC236}">
                  <a16:creationId xmlns:a16="http://schemas.microsoft.com/office/drawing/2014/main" id="{759442AD-AF2B-9C4A-AE32-1424F9596FA6}"/>
                </a:ext>
              </a:extLst>
            </p:cNvPr>
            <p:cNvPicPr/>
            <p:nvPr/>
          </p:nvPicPr>
          <p:blipFill>
            <a:blip r:embed="rId15"/>
            <a:stretch>
              <a:fillRect/>
            </a:stretch>
          </p:blipFill>
          <p:spPr>
            <a:xfrm>
              <a:off x="7015733" y="1748789"/>
              <a:ext cx="649985" cy="532638"/>
            </a:xfrm>
            <a:prstGeom prst="rect">
              <a:avLst/>
            </a:prstGeom>
          </p:spPr>
        </p:pic>
        <p:pic>
          <p:nvPicPr>
            <p:cNvPr id="533" name="object 242">
              <a:extLst>
                <a:ext uri="{FF2B5EF4-FFF2-40B4-BE49-F238E27FC236}">
                  <a16:creationId xmlns:a16="http://schemas.microsoft.com/office/drawing/2014/main" id="{CDAF00B9-0368-0A4D-8E69-581D09DFDD46}"/>
                </a:ext>
              </a:extLst>
            </p:cNvPr>
            <p:cNvPicPr/>
            <p:nvPr/>
          </p:nvPicPr>
          <p:blipFill>
            <a:blip r:embed="rId17"/>
            <a:stretch>
              <a:fillRect/>
            </a:stretch>
          </p:blipFill>
          <p:spPr>
            <a:xfrm>
              <a:off x="7278623" y="1859279"/>
              <a:ext cx="244601" cy="244601"/>
            </a:xfrm>
            <a:prstGeom prst="rect">
              <a:avLst/>
            </a:prstGeom>
          </p:spPr>
        </p:pic>
      </p:grpSp>
      <p:grpSp>
        <p:nvGrpSpPr>
          <p:cNvPr id="534" name="object 243">
            <a:extLst>
              <a:ext uri="{FF2B5EF4-FFF2-40B4-BE49-F238E27FC236}">
                <a16:creationId xmlns:a16="http://schemas.microsoft.com/office/drawing/2014/main" id="{45961FDC-B029-584C-A482-237F9C764561}"/>
              </a:ext>
            </a:extLst>
          </p:cNvPr>
          <p:cNvGrpSpPr/>
          <p:nvPr/>
        </p:nvGrpSpPr>
        <p:grpSpPr>
          <a:xfrm>
            <a:off x="6886956" y="1332738"/>
            <a:ext cx="1710689" cy="391795"/>
            <a:chOff x="6886956" y="1332738"/>
            <a:chExt cx="1710689" cy="391795"/>
          </a:xfrm>
        </p:grpSpPr>
        <p:pic>
          <p:nvPicPr>
            <p:cNvPr id="535" name="object 244">
              <a:extLst>
                <a:ext uri="{FF2B5EF4-FFF2-40B4-BE49-F238E27FC236}">
                  <a16:creationId xmlns:a16="http://schemas.microsoft.com/office/drawing/2014/main" id="{A592DFAB-03C6-3041-AEF7-8699049D8BF5}"/>
                </a:ext>
              </a:extLst>
            </p:cNvPr>
            <p:cNvPicPr/>
            <p:nvPr/>
          </p:nvPicPr>
          <p:blipFill>
            <a:blip r:embed="rId23"/>
            <a:stretch>
              <a:fillRect/>
            </a:stretch>
          </p:blipFill>
          <p:spPr>
            <a:xfrm>
              <a:off x="6975348" y="1332738"/>
              <a:ext cx="665988" cy="342138"/>
            </a:xfrm>
            <a:prstGeom prst="rect">
              <a:avLst/>
            </a:prstGeom>
          </p:spPr>
        </p:pic>
        <p:pic>
          <p:nvPicPr>
            <p:cNvPr id="536" name="object 245">
              <a:extLst>
                <a:ext uri="{FF2B5EF4-FFF2-40B4-BE49-F238E27FC236}">
                  <a16:creationId xmlns:a16="http://schemas.microsoft.com/office/drawing/2014/main" id="{988028C3-D0D3-C341-9CAA-BB93303DB681}"/>
                </a:ext>
              </a:extLst>
            </p:cNvPr>
            <p:cNvPicPr/>
            <p:nvPr/>
          </p:nvPicPr>
          <p:blipFill>
            <a:blip r:embed="rId22"/>
            <a:stretch>
              <a:fillRect/>
            </a:stretch>
          </p:blipFill>
          <p:spPr>
            <a:xfrm>
              <a:off x="7642098" y="1426875"/>
              <a:ext cx="342138" cy="249112"/>
            </a:xfrm>
            <a:prstGeom prst="rect">
              <a:avLst/>
            </a:prstGeom>
          </p:spPr>
        </p:pic>
        <p:sp>
          <p:nvSpPr>
            <p:cNvPr id="537" name="object 246">
              <a:extLst>
                <a:ext uri="{FF2B5EF4-FFF2-40B4-BE49-F238E27FC236}">
                  <a16:creationId xmlns:a16="http://schemas.microsoft.com/office/drawing/2014/main" id="{572401CD-E6F8-B942-9852-0922E1793EE1}"/>
                </a:ext>
              </a:extLst>
            </p:cNvPr>
            <p:cNvSpPr/>
            <p:nvPr/>
          </p:nvSpPr>
          <p:spPr>
            <a:xfrm>
              <a:off x="6886956" y="1684782"/>
              <a:ext cx="1710689" cy="0"/>
            </a:xfrm>
            <a:custGeom>
              <a:avLst/>
              <a:gdLst/>
              <a:ahLst/>
              <a:cxnLst/>
              <a:rect l="l" t="t" r="r" b="b"/>
              <a:pathLst>
                <a:path w="1710689">
                  <a:moveTo>
                    <a:pt x="0" y="0"/>
                  </a:moveTo>
                  <a:lnTo>
                    <a:pt x="1710690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38" name="object 247">
              <a:extLst>
                <a:ext uri="{FF2B5EF4-FFF2-40B4-BE49-F238E27FC236}">
                  <a16:creationId xmlns:a16="http://schemas.microsoft.com/office/drawing/2014/main" id="{5D732D66-C6BD-914B-944F-556E25897BC4}"/>
                </a:ext>
              </a:extLst>
            </p:cNvPr>
            <p:cNvPicPr/>
            <p:nvPr/>
          </p:nvPicPr>
          <p:blipFill>
            <a:blip r:embed="rId12"/>
            <a:stretch>
              <a:fillRect/>
            </a:stretch>
          </p:blipFill>
          <p:spPr>
            <a:xfrm>
              <a:off x="8098536" y="1383030"/>
              <a:ext cx="342138" cy="341375"/>
            </a:xfrm>
            <a:prstGeom prst="rect">
              <a:avLst/>
            </a:prstGeom>
          </p:spPr>
        </p:pic>
      </p:grpSp>
      <p:grpSp>
        <p:nvGrpSpPr>
          <p:cNvPr id="539" name="object 248">
            <a:extLst>
              <a:ext uri="{FF2B5EF4-FFF2-40B4-BE49-F238E27FC236}">
                <a16:creationId xmlns:a16="http://schemas.microsoft.com/office/drawing/2014/main" id="{EF453EE2-C3B2-2A46-AEE3-05F0BB50ABBA}"/>
              </a:ext>
            </a:extLst>
          </p:cNvPr>
          <p:cNvGrpSpPr/>
          <p:nvPr/>
        </p:nvGrpSpPr>
        <p:grpSpPr>
          <a:xfrm>
            <a:off x="5525261" y="4927905"/>
            <a:ext cx="939165" cy="374650"/>
            <a:chOff x="5525261" y="4927905"/>
            <a:chExt cx="939165" cy="374650"/>
          </a:xfrm>
        </p:grpSpPr>
        <p:pic>
          <p:nvPicPr>
            <p:cNvPr id="540" name="object 249">
              <a:extLst>
                <a:ext uri="{FF2B5EF4-FFF2-40B4-BE49-F238E27FC236}">
                  <a16:creationId xmlns:a16="http://schemas.microsoft.com/office/drawing/2014/main" id="{11684478-DED5-CB41-B4DF-A8689825BBAD}"/>
                </a:ext>
              </a:extLst>
            </p:cNvPr>
            <p:cNvPicPr/>
            <p:nvPr/>
          </p:nvPicPr>
          <p:blipFill>
            <a:blip r:embed="rId14"/>
            <a:stretch>
              <a:fillRect/>
            </a:stretch>
          </p:blipFill>
          <p:spPr>
            <a:xfrm>
              <a:off x="5892597" y="4927905"/>
              <a:ext cx="332891" cy="332891"/>
            </a:xfrm>
            <a:prstGeom prst="rect">
              <a:avLst/>
            </a:prstGeom>
          </p:spPr>
        </p:pic>
        <p:sp>
          <p:nvSpPr>
            <p:cNvPr id="541" name="object 250">
              <a:extLst>
                <a:ext uri="{FF2B5EF4-FFF2-40B4-BE49-F238E27FC236}">
                  <a16:creationId xmlns:a16="http://schemas.microsoft.com/office/drawing/2014/main" id="{6B43334D-E57D-E649-9D12-4C9989AD14DE}"/>
                </a:ext>
              </a:extLst>
            </p:cNvPr>
            <p:cNvSpPr/>
            <p:nvPr/>
          </p:nvSpPr>
          <p:spPr>
            <a:xfrm>
              <a:off x="5525261" y="5282945"/>
              <a:ext cx="939165" cy="0"/>
            </a:xfrm>
            <a:custGeom>
              <a:avLst/>
              <a:gdLst/>
              <a:ahLst/>
              <a:cxnLst/>
              <a:rect l="l" t="t" r="r" b="b"/>
              <a:pathLst>
                <a:path w="939164">
                  <a:moveTo>
                    <a:pt x="0" y="0"/>
                  </a:moveTo>
                  <a:lnTo>
                    <a:pt x="938784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42" name="object 251">
            <a:extLst>
              <a:ext uri="{FF2B5EF4-FFF2-40B4-BE49-F238E27FC236}">
                <a16:creationId xmlns:a16="http://schemas.microsoft.com/office/drawing/2014/main" id="{B18B6283-187F-4140-8B14-490320B99D3D}"/>
              </a:ext>
            </a:extLst>
          </p:cNvPr>
          <p:cNvGrpSpPr/>
          <p:nvPr/>
        </p:nvGrpSpPr>
        <p:grpSpPr>
          <a:xfrm>
            <a:off x="5568696" y="5347715"/>
            <a:ext cx="692150" cy="584835"/>
            <a:chOff x="5568696" y="5347715"/>
            <a:chExt cx="692150" cy="584835"/>
          </a:xfrm>
        </p:grpSpPr>
        <p:pic>
          <p:nvPicPr>
            <p:cNvPr id="543" name="object 252">
              <a:extLst>
                <a:ext uri="{FF2B5EF4-FFF2-40B4-BE49-F238E27FC236}">
                  <a16:creationId xmlns:a16="http://schemas.microsoft.com/office/drawing/2014/main" id="{D8CE6542-F99B-C04C-B6DF-ABB172C9DD47}"/>
                </a:ext>
              </a:extLst>
            </p:cNvPr>
            <p:cNvPicPr/>
            <p:nvPr/>
          </p:nvPicPr>
          <p:blipFill>
            <a:blip r:embed="rId18"/>
            <a:stretch>
              <a:fillRect/>
            </a:stretch>
          </p:blipFill>
          <p:spPr>
            <a:xfrm>
              <a:off x="5788069" y="5375909"/>
              <a:ext cx="195998" cy="233934"/>
            </a:xfrm>
            <a:prstGeom prst="rect">
              <a:avLst/>
            </a:prstGeom>
          </p:spPr>
        </p:pic>
        <p:pic>
          <p:nvPicPr>
            <p:cNvPr id="544" name="object 253">
              <a:extLst>
                <a:ext uri="{FF2B5EF4-FFF2-40B4-BE49-F238E27FC236}">
                  <a16:creationId xmlns:a16="http://schemas.microsoft.com/office/drawing/2014/main" id="{D4AF3239-34C9-7F4D-9DB5-F51374DFD196}"/>
                </a:ext>
              </a:extLst>
            </p:cNvPr>
            <p:cNvPicPr/>
            <p:nvPr/>
          </p:nvPicPr>
          <p:blipFill>
            <a:blip r:embed="rId19"/>
            <a:stretch>
              <a:fillRect/>
            </a:stretch>
          </p:blipFill>
          <p:spPr>
            <a:xfrm>
              <a:off x="5939790" y="5347715"/>
              <a:ext cx="233934" cy="233934"/>
            </a:xfrm>
            <a:prstGeom prst="rect">
              <a:avLst/>
            </a:prstGeom>
          </p:spPr>
        </p:pic>
        <p:pic>
          <p:nvPicPr>
            <p:cNvPr id="545" name="object 254">
              <a:extLst>
                <a:ext uri="{FF2B5EF4-FFF2-40B4-BE49-F238E27FC236}">
                  <a16:creationId xmlns:a16="http://schemas.microsoft.com/office/drawing/2014/main" id="{C30F3FFE-3F3B-6443-9828-DFD89AF8C135}"/>
                </a:ext>
              </a:extLst>
            </p:cNvPr>
            <p:cNvPicPr/>
            <p:nvPr/>
          </p:nvPicPr>
          <p:blipFill>
            <a:blip r:embed="rId13"/>
            <a:stretch>
              <a:fillRect/>
            </a:stretch>
          </p:blipFill>
          <p:spPr>
            <a:xfrm>
              <a:off x="5788914" y="5534405"/>
              <a:ext cx="233934" cy="234696"/>
            </a:xfrm>
            <a:prstGeom prst="rect">
              <a:avLst/>
            </a:prstGeom>
          </p:spPr>
        </p:pic>
        <p:pic>
          <p:nvPicPr>
            <p:cNvPr id="546" name="object 255">
              <a:extLst>
                <a:ext uri="{FF2B5EF4-FFF2-40B4-BE49-F238E27FC236}">
                  <a16:creationId xmlns:a16="http://schemas.microsoft.com/office/drawing/2014/main" id="{78D3EEC1-7943-8849-9514-54495750327F}"/>
                </a:ext>
              </a:extLst>
            </p:cNvPr>
            <p:cNvPicPr/>
            <p:nvPr/>
          </p:nvPicPr>
          <p:blipFill>
            <a:blip r:embed="rId17"/>
            <a:stretch>
              <a:fillRect/>
            </a:stretch>
          </p:blipFill>
          <p:spPr>
            <a:xfrm>
              <a:off x="6026658" y="5521451"/>
              <a:ext cx="233934" cy="233934"/>
            </a:xfrm>
            <a:prstGeom prst="rect">
              <a:avLst/>
            </a:prstGeom>
          </p:spPr>
        </p:pic>
        <p:pic>
          <p:nvPicPr>
            <p:cNvPr id="547" name="object 256">
              <a:extLst>
                <a:ext uri="{FF2B5EF4-FFF2-40B4-BE49-F238E27FC236}">
                  <a16:creationId xmlns:a16="http://schemas.microsoft.com/office/drawing/2014/main" id="{3E9A83AC-9071-2B4A-895A-5F709290C134}"/>
                </a:ext>
              </a:extLst>
            </p:cNvPr>
            <p:cNvPicPr/>
            <p:nvPr/>
          </p:nvPicPr>
          <p:blipFill>
            <a:blip r:embed="rId15"/>
            <a:stretch>
              <a:fillRect/>
            </a:stretch>
          </p:blipFill>
          <p:spPr>
            <a:xfrm>
              <a:off x="5568696" y="5399531"/>
              <a:ext cx="649986" cy="532638"/>
            </a:xfrm>
            <a:prstGeom prst="rect">
              <a:avLst/>
            </a:prstGeom>
          </p:spPr>
        </p:pic>
      </p:grpSp>
      <p:sp>
        <p:nvSpPr>
          <p:cNvPr id="548" name="object 257">
            <a:extLst>
              <a:ext uri="{FF2B5EF4-FFF2-40B4-BE49-F238E27FC236}">
                <a16:creationId xmlns:a16="http://schemas.microsoft.com/office/drawing/2014/main" id="{9AE23694-4D5A-AF46-8A72-7586499C3A93}"/>
              </a:ext>
            </a:extLst>
          </p:cNvPr>
          <p:cNvSpPr txBox="1"/>
          <p:nvPr/>
        </p:nvSpPr>
        <p:spPr>
          <a:xfrm>
            <a:off x="843280" y="1753615"/>
            <a:ext cx="729297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710055" algn="l"/>
                <a:tab pos="3484245" algn="l"/>
                <a:tab pos="5296535" algn="l"/>
                <a:tab pos="7127240" algn="l"/>
              </a:tabLst>
            </a:pPr>
            <a:r>
              <a:rPr sz="3600" b="1" spc="-37" baseline="1157">
                <a:solidFill>
                  <a:srgbClr val="00AF50"/>
                </a:solidFill>
                <a:latin typeface="Times New Roman"/>
                <a:cs typeface="Times New Roman"/>
              </a:rPr>
              <a:t>10</a:t>
            </a:r>
            <a:r>
              <a:rPr sz="3600" b="1" baseline="1157">
                <a:solidFill>
                  <a:srgbClr val="00AF50"/>
                </a:solidFill>
                <a:latin typeface="Times New Roman"/>
                <a:cs typeface="Times New Roman"/>
              </a:rPr>
              <a:t>	</a:t>
            </a:r>
            <a:r>
              <a:rPr sz="2400" b="1" spc="-50">
                <a:solidFill>
                  <a:srgbClr val="00AF50"/>
                </a:solidFill>
                <a:latin typeface="Times New Roman"/>
                <a:cs typeface="Times New Roman"/>
              </a:rPr>
              <a:t>3</a:t>
            </a:r>
            <a:r>
              <a:rPr sz="2400" b="1">
                <a:solidFill>
                  <a:srgbClr val="00AF50"/>
                </a:solidFill>
                <a:latin typeface="Times New Roman"/>
                <a:cs typeface="Times New Roman"/>
              </a:rPr>
              <a:t>	</a:t>
            </a:r>
            <a:r>
              <a:rPr sz="3600" b="1" spc="-75" baseline="1157">
                <a:solidFill>
                  <a:srgbClr val="00AF50"/>
                </a:solidFill>
                <a:latin typeface="Times New Roman"/>
                <a:cs typeface="Times New Roman"/>
              </a:rPr>
              <a:t>5</a:t>
            </a:r>
            <a:r>
              <a:rPr sz="3600" b="1" baseline="1157">
                <a:solidFill>
                  <a:srgbClr val="00AF50"/>
                </a:solidFill>
                <a:latin typeface="Times New Roman"/>
                <a:cs typeface="Times New Roman"/>
              </a:rPr>
              <a:t>	</a:t>
            </a:r>
            <a:r>
              <a:rPr sz="3600" b="1" spc="-75" baseline="1157">
                <a:solidFill>
                  <a:srgbClr val="00AF50"/>
                </a:solidFill>
                <a:latin typeface="Times New Roman"/>
                <a:cs typeface="Times New Roman"/>
              </a:rPr>
              <a:t>4</a:t>
            </a:r>
            <a:r>
              <a:rPr sz="3600" b="1" baseline="1157">
                <a:solidFill>
                  <a:srgbClr val="00AF50"/>
                </a:solidFill>
                <a:latin typeface="Times New Roman"/>
                <a:cs typeface="Times New Roman"/>
              </a:rPr>
              <a:t>	</a:t>
            </a:r>
            <a:r>
              <a:rPr sz="3600" b="1" spc="-75" baseline="1157">
                <a:solidFill>
                  <a:srgbClr val="00AF50"/>
                </a:solidFill>
                <a:latin typeface="Times New Roman"/>
                <a:cs typeface="Times New Roman"/>
              </a:rPr>
              <a:t>4</a:t>
            </a:r>
            <a:endParaRPr sz="3600" baseline="1157">
              <a:latin typeface="Times New Roman"/>
              <a:cs typeface="Times New Roman"/>
            </a:endParaRPr>
          </a:p>
        </p:txBody>
      </p:sp>
      <p:sp>
        <p:nvSpPr>
          <p:cNvPr id="549" name="object 258">
            <a:extLst>
              <a:ext uri="{FF2B5EF4-FFF2-40B4-BE49-F238E27FC236}">
                <a16:creationId xmlns:a16="http://schemas.microsoft.com/office/drawing/2014/main" id="{CCAD6681-F719-ED4F-ABA9-3478EDCFF136}"/>
              </a:ext>
            </a:extLst>
          </p:cNvPr>
          <p:cNvSpPr txBox="1"/>
          <p:nvPr/>
        </p:nvSpPr>
        <p:spPr>
          <a:xfrm>
            <a:off x="880872" y="5320791"/>
            <a:ext cx="33020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b="1" spc="-25">
                <a:solidFill>
                  <a:srgbClr val="00AF50"/>
                </a:solidFill>
                <a:latin typeface="Times New Roman"/>
                <a:cs typeface="Times New Roman"/>
              </a:rPr>
              <a:t>16</a:t>
            </a:r>
            <a:endParaRPr sz="2400">
              <a:latin typeface="Times New Roman"/>
              <a:cs typeface="Times New Roman"/>
            </a:endParaRPr>
          </a:p>
        </p:txBody>
      </p:sp>
      <p:sp>
        <p:nvSpPr>
          <p:cNvPr id="550" name="object 259">
            <a:extLst>
              <a:ext uri="{FF2B5EF4-FFF2-40B4-BE49-F238E27FC236}">
                <a16:creationId xmlns:a16="http://schemas.microsoft.com/office/drawing/2014/main" id="{AB322420-A25E-7B40-9B05-A7C64360CDE1}"/>
              </a:ext>
            </a:extLst>
          </p:cNvPr>
          <p:cNvSpPr txBox="1"/>
          <p:nvPr/>
        </p:nvSpPr>
        <p:spPr>
          <a:xfrm>
            <a:off x="6202679" y="5320791"/>
            <a:ext cx="33020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b="1" spc="-25">
                <a:solidFill>
                  <a:srgbClr val="00AF50"/>
                </a:solidFill>
                <a:latin typeface="Times New Roman"/>
                <a:cs typeface="Times New Roman"/>
              </a:rPr>
              <a:t>22</a:t>
            </a:r>
            <a:endParaRPr sz="2400">
              <a:latin typeface="Times New Roman"/>
              <a:cs typeface="Times New Roman"/>
            </a:endParaRPr>
          </a:p>
        </p:txBody>
      </p:sp>
      <p:sp>
        <p:nvSpPr>
          <p:cNvPr id="551" name="object 260">
            <a:extLst>
              <a:ext uri="{FF2B5EF4-FFF2-40B4-BE49-F238E27FC236}">
                <a16:creationId xmlns:a16="http://schemas.microsoft.com/office/drawing/2014/main" id="{4C31D9B3-F37B-F346-BEBB-9E38CF6710DD}"/>
              </a:ext>
            </a:extLst>
          </p:cNvPr>
          <p:cNvSpPr txBox="1"/>
          <p:nvPr/>
        </p:nvSpPr>
        <p:spPr>
          <a:xfrm>
            <a:off x="2173732" y="5320791"/>
            <a:ext cx="33020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b="1" spc="-25">
                <a:solidFill>
                  <a:srgbClr val="00AF50"/>
                </a:solidFill>
                <a:latin typeface="Times New Roman"/>
                <a:cs typeface="Times New Roman"/>
              </a:rPr>
              <a:t>23</a:t>
            </a:r>
            <a:endParaRPr sz="2400">
              <a:latin typeface="Times New Roman"/>
              <a:cs typeface="Times New Roman"/>
            </a:endParaRPr>
          </a:p>
        </p:txBody>
      </p:sp>
      <p:sp>
        <p:nvSpPr>
          <p:cNvPr id="552" name="object 261">
            <a:extLst>
              <a:ext uri="{FF2B5EF4-FFF2-40B4-BE49-F238E27FC236}">
                <a16:creationId xmlns:a16="http://schemas.microsoft.com/office/drawing/2014/main" id="{E3EE1A87-D2CB-734A-99A7-885906F95136}"/>
              </a:ext>
            </a:extLst>
          </p:cNvPr>
          <p:cNvSpPr txBox="1"/>
          <p:nvPr/>
        </p:nvSpPr>
        <p:spPr>
          <a:xfrm>
            <a:off x="4881626" y="5320791"/>
            <a:ext cx="33020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b="1" spc="-25">
                <a:solidFill>
                  <a:srgbClr val="00AF50"/>
                </a:solidFill>
                <a:latin typeface="Times New Roman"/>
                <a:cs typeface="Times New Roman"/>
              </a:rPr>
              <a:t>22</a:t>
            </a:r>
            <a:endParaRPr sz="2400">
              <a:latin typeface="Times New Roman"/>
              <a:cs typeface="Times New Roman"/>
            </a:endParaRPr>
          </a:p>
        </p:txBody>
      </p:sp>
      <p:sp>
        <p:nvSpPr>
          <p:cNvPr id="553" name="object 262">
            <a:extLst>
              <a:ext uri="{FF2B5EF4-FFF2-40B4-BE49-F238E27FC236}">
                <a16:creationId xmlns:a16="http://schemas.microsoft.com/office/drawing/2014/main" id="{928A6983-4E33-9E49-8E8A-4ACB30CBC058}"/>
              </a:ext>
            </a:extLst>
          </p:cNvPr>
          <p:cNvSpPr txBox="1"/>
          <p:nvPr/>
        </p:nvSpPr>
        <p:spPr>
          <a:xfrm>
            <a:off x="3504184" y="5320791"/>
            <a:ext cx="33020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b="1" spc="-25">
                <a:solidFill>
                  <a:srgbClr val="00AF50"/>
                </a:solidFill>
                <a:latin typeface="Times New Roman"/>
                <a:cs typeface="Times New Roman"/>
              </a:rPr>
              <a:t>21</a:t>
            </a:r>
            <a:endParaRPr sz="2400">
              <a:latin typeface="Times New Roman"/>
              <a:cs typeface="Times New Roman"/>
            </a:endParaRPr>
          </a:p>
        </p:txBody>
      </p:sp>
      <p:sp>
        <p:nvSpPr>
          <p:cNvPr id="554" name="object 263">
            <a:extLst>
              <a:ext uri="{FF2B5EF4-FFF2-40B4-BE49-F238E27FC236}">
                <a16:creationId xmlns:a16="http://schemas.microsoft.com/office/drawing/2014/main" id="{0162F388-8CF4-BB47-8D3E-D3D6CD991CDC}"/>
              </a:ext>
            </a:extLst>
          </p:cNvPr>
          <p:cNvSpPr txBox="1"/>
          <p:nvPr/>
        </p:nvSpPr>
        <p:spPr>
          <a:xfrm>
            <a:off x="4940300" y="6302502"/>
            <a:ext cx="33020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b="1" spc="-25">
                <a:solidFill>
                  <a:srgbClr val="00AF50"/>
                </a:solidFill>
                <a:latin typeface="Times New Roman"/>
                <a:cs typeface="Times New Roman"/>
              </a:rPr>
              <a:t>26</a:t>
            </a:r>
            <a:endParaRPr sz="2400">
              <a:latin typeface="Times New Roman"/>
              <a:cs typeface="Times New Roman"/>
            </a:endParaRPr>
          </a:p>
        </p:txBody>
      </p:sp>
      <p:graphicFrame>
        <p:nvGraphicFramePr>
          <p:cNvPr id="555" name="object 264">
            <a:extLst>
              <a:ext uri="{FF2B5EF4-FFF2-40B4-BE49-F238E27FC236}">
                <a16:creationId xmlns:a16="http://schemas.microsoft.com/office/drawing/2014/main" id="{A6644C03-C612-344A-9FB0-BC93720610EB}"/>
              </a:ext>
            </a:extLst>
          </p:cNvPr>
          <p:cNvGraphicFramePr>
            <a:graphicFrameLocks noGrp="1"/>
          </p:cNvGraphicFramePr>
          <p:nvPr/>
        </p:nvGraphicFramePr>
        <p:xfrm>
          <a:off x="8494903" y="4819650"/>
          <a:ext cx="3653789" cy="19945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255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1696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112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97510">
                <a:tc>
                  <a:txBody>
                    <a:bodyPr/>
                    <a:lstStyle/>
                    <a:p>
                      <a:pPr marR="388620" algn="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700" spc="-25">
                          <a:solidFill>
                            <a:srgbClr val="FFFFFF"/>
                          </a:solidFill>
                          <a:latin typeface="PMingLiU"/>
                          <a:cs typeface="PMingLiU"/>
                        </a:rPr>
                        <a:t>商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PMingLiU"/>
                          <a:cs typeface="PMingLiU"/>
                        </a:rPr>
                        <a:t>品</a:t>
                      </a:r>
                      <a:endParaRPr sz="1700">
                        <a:latin typeface="PMingLiU"/>
                        <a:cs typeface="PMingLiU"/>
                      </a:endParaRPr>
                    </a:p>
                  </a:txBody>
                  <a:tcPr marL="0" marR="0" marT="4254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700" spc="-25">
                          <a:solidFill>
                            <a:srgbClr val="FFFFFF"/>
                          </a:solidFill>
                          <a:latin typeface="PMingLiU"/>
                          <a:cs typeface="PMingLiU"/>
                        </a:rPr>
                        <a:t>价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PMingLiU"/>
                          <a:cs typeface="PMingLiU"/>
                        </a:rPr>
                        <a:t>格</a:t>
                      </a:r>
                      <a:endParaRPr sz="1700">
                        <a:latin typeface="PMingLiU"/>
                        <a:cs typeface="PMingLiU"/>
                      </a:endParaRPr>
                    </a:p>
                  </a:txBody>
                  <a:tcPr marL="0" marR="0" marT="4254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700" spc="-25">
                          <a:solidFill>
                            <a:srgbClr val="FFFFFF"/>
                          </a:solidFill>
                          <a:latin typeface="PMingLiU"/>
                          <a:cs typeface="PMingLiU"/>
                        </a:rPr>
                        <a:t>体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PMingLiU"/>
                          <a:cs typeface="PMingLiU"/>
                        </a:rPr>
                        <a:t>积</a:t>
                      </a:r>
                      <a:endParaRPr sz="1700">
                        <a:latin typeface="PMingLiU"/>
                        <a:cs typeface="PMingLiU"/>
                      </a:endParaRPr>
                    </a:p>
                  </a:txBody>
                  <a:tcPr marL="0" marR="0" marT="4254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405">
                <a:tc>
                  <a:txBody>
                    <a:bodyPr/>
                    <a:lstStyle/>
                    <a:p>
                      <a:pPr marR="388620" algn="r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1700" spc="-25">
                          <a:latin typeface="PMingLiU"/>
                          <a:cs typeface="PMingLiU"/>
                        </a:rPr>
                        <a:t>啤</a:t>
                      </a:r>
                      <a:r>
                        <a:rPr sz="1700" spc="-50">
                          <a:latin typeface="PMingLiU"/>
                          <a:cs typeface="PMingLiU"/>
                        </a:rPr>
                        <a:t>酒</a:t>
                      </a:r>
                      <a:endParaRPr sz="1700">
                        <a:latin typeface="PMingLiU"/>
                        <a:cs typeface="PMingLiU"/>
                      </a:endParaRPr>
                    </a:p>
                  </a:txBody>
                  <a:tcPr marL="0" marR="0" marT="381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9405">
                <a:tc>
                  <a:txBody>
                    <a:bodyPr/>
                    <a:lstStyle/>
                    <a:p>
                      <a:pPr marR="388620" algn="r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1700" spc="-25">
                          <a:latin typeface="PMingLiU"/>
                          <a:cs typeface="PMingLiU"/>
                        </a:rPr>
                        <a:t>汽</a:t>
                      </a:r>
                      <a:r>
                        <a:rPr sz="1700" spc="-50">
                          <a:latin typeface="PMingLiU"/>
                          <a:cs typeface="PMingLiU"/>
                        </a:rPr>
                        <a:t>水</a:t>
                      </a:r>
                      <a:endParaRPr sz="1700">
                        <a:latin typeface="PMingLiU"/>
                        <a:cs typeface="PMingLiU"/>
                      </a:endParaRPr>
                    </a:p>
                  </a:txBody>
                  <a:tcPr marL="0" marR="0" marT="381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2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3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19405">
                <a:tc>
                  <a:txBody>
                    <a:bodyPr/>
                    <a:lstStyle/>
                    <a:p>
                      <a:pPr marR="388620" algn="r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1700" spc="-30">
                          <a:latin typeface="PMingLiU"/>
                          <a:cs typeface="PMingLiU"/>
                        </a:rPr>
                        <a:t>饼干</a:t>
                      </a:r>
                      <a:endParaRPr sz="1700">
                        <a:latin typeface="PMingLiU"/>
                        <a:cs typeface="PMingLiU"/>
                      </a:endParaRPr>
                    </a:p>
                  </a:txBody>
                  <a:tcPr marL="0" marR="0" marT="381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9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4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19405">
                <a:tc>
                  <a:txBody>
                    <a:bodyPr/>
                    <a:lstStyle/>
                    <a:p>
                      <a:pPr marR="388620" algn="r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1700" spc="-25">
                          <a:latin typeface="PMingLiU"/>
                          <a:cs typeface="PMingLiU"/>
                        </a:rPr>
                        <a:t>面</a:t>
                      </a:r>
                      <a:r>
                        <a:rPr sz="1700" spc="-50">
                          <a:latin typeface="PMingLiU"/>
                          <a:cs typeface="PMingLiU"/>
                        </a:rPr>
                        <a:t>包</a:t>
                      </a:r>
                      <a:endParaRPr sz="1700">
                        <a:latin typeface="PMingLiU"/>
                        <a:cs typeface="PMingLiU"/>
                      </a:endParaRPr>
                    </a:p>
                  </a:txBody>
                  <a:tcPr marL="0" marR="0" marT="381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5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19405">
                <a:tc>
                  <a:txBody>
                    <a:bodyPr/>
                    <a:lstStyle/>
                    <a:p>
                      <a:pPr marR="388620" algn="r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1700" spc="-25">
                          <a:latin typeface="PMingLiU"/>
                          <a:cs typeface="PMingLiU"/>
                        </a:rPr>
                        <a:t>牛</a:t>
                      </a:r>
                      <a:r>
                        <a:rPr sz="1700" spc="-50">
                          <a:latin typeface="PMingLiU"/>
                          <a:cs typeface="PMingLiU"/>
                        </a:rPr>
                        <a:t>奶</a:t>
                      </a:r>
                      <a:endParaRPr sz="1700">
                        <a:latin typeface="PMingLiU"/>
                        <a:cs typeface="PMingLiU"/>
                      </a:endParaRPr>
                    </a:p>
                  </a:txBody>
                  <a:tcPr marL="0" marR="0" marT="381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9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4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pic>
        <p:nvPicPr>
          <p:cNvPr id="556" name="object 265">
            <a:extLst>
              <a:ext uri="{FF2B5EF4-FFF2-40B4-BE49-F238E27FC236}">
                <a16:creationId xmlns:a16="http://schemas.microsoft.com/office/drawing/2014/main" id="{A69B0CB9-A98F-344B-B74C-326DD428A3B4}"/>
              </a:ext>
            </a:extLst>
          </p:cNvPr>
          <p:cNvPicPr/>
          <p:nvPr/>
        </p:nvPicPr>
        <p:blipFill>
          <a:blip r:embed="rId6"/>
          <a:stretch>
            <a:fillRect/>
          </a:stretch>
        </p:blipFill>
        <p:spPr>
          <a:xfrm>
            <a:off x="8602218" y="5904738"/>
            <a:ext cx="231648" cy="259842"/>
          </a:xfrm>
          <a:prstGeom prst="rect">
            <a:avLst/>
          </a:prstGeom>
        </p:spPr>
      </p:pic>
      <p:pic>
        <p:nvPicPr>
          <p:cNvPr id="557" name="object 266">
            <a:extLst>
              <a:ext uri="{FF2B5EF4-FFF2-40B4-BE49-F238E27FC236}">
                <a16:creationId xmlns:a16="http://schemas.microsoft.com/office/drawing/2014/main" id="{5888D5F4-F738-D447-813A-F1C925C88365}"/>
              </a:ext>
            </a:extLst>
          </p:cNvPr>
          <p:cNvPicPr/>
          <p:nvPr/>
        </p:nvPicPr>
        <p:blipFill>
          <a:blip r:embed="rId5"/>
          <a:stretch>
            <a:fillRect/>
          </a:stretch>
        </p:blipFill>
        <p:spPr>
          <a:xfrm>
            <a:off x="8611361" y="6230873"/>
            <a:ext cx="232409" cy="260603"/>
          </a:xfrm>
          <a:prstGeom prst="rect">
            <a:avLst/>
          </a:prstGeom>
        </p:spPr>
      </p:pic>
      <p:pic>
        <p:nvPicPr>
          <p:cNvPr id="558" name="object 267">
            <a:extLst>
              <a:ext uri="{FF2B5EF4-FFF2-40B4-BE49-F238E27FC236}">
                <a16:creationId xmlns:a16="http://schemas.microsoft.com/office/drawing/2014/main" id="{8A5C0B77-2EA5-1B4A-9864-4BFE2CBDA472}"/>
              </a:ext>
            </a:extLst>
          </p:cNvPr>
          <p:cNvPicPr/>
          <p:nvPr/>
        </p:nvPicPr>
        <p:blipFill>
          <a:blip r:embed="rId7"/>
          <a:stretch>
            <a:fillRect/>
          </a:stretch>
        </p:blipFill>
        <p:spPr>
          <a:xfrm>
            <a:off x="8602218" y="5231891"/>
            <a:ext cx="231648" cy="259841"/>
          </a:xfrm>
          <a:prstGeom prst="rect">
            <a:avLst/>
          </a:prstGeom>
        </p:spPr>
      </p:pic>
      <p:pic>
        <p:nvPicPr>
          <p:cNvPr id="559" name="object 268">
            <a:extLst>
              <a:ext uri="{FF2B5EF4-FFF2-40B4-BE49-F238E27FC236}">
                <a16:creationId xmlns:a16="http://schemas.microsoft.com/office/drawing/2014/main" id="{DCBFEFD7-E355-6F43-BBAD-4F69327A651A}"/>
              </a:ext>
            </a:extLst>
          </p:cNvPr>
          <p:cNvPicPr/>
          <p:nvPr/>
        </p:nvPicPr>
        <p:blipFill>
          <a:blip r:embed="rId4"/>
          <a:stretch>
            <a:fillRect/>
          </a:stretch>
        </p:blipFill>
        <p:spPr>
          <a:xfrm>
            <a:off x="8602218" y="5567934"/>
            <a:ext cx="231648" cy="259842"/>
          </a:xfrm>
          <a:prstGeom prst="rect">
            <a:avLst/>
          </a:prstGeom>
        </p:spPr>
      </p:pic>
      <p:pic>
        <p:nvPicPr>
          <p:cNvPr id="560" name="object 269">
            <a:extLst>
              <a:ext uri="{FF2B5EF4-FFF2-40B4-BE49-F238E27FC236}">
                <a16:creationId xmlns:a16="http://schemas.microsoft.com/office/drawing/2014/main" id="{6920DC17-AB14-BA4D-8404-9B4293FC0D86}"/>
              </a:ext>
            </a:extLst>
          </p:cNvPr>
          <p:cNvPicPr/>
          <p:nvPr/>
        </p:nvPicPr>
        <p:blipFill>
          <a:blip r:embed="rId8"/>
          <a:stretch>
            <a:fillRect/>
          </a:stretch>
        </p:blipFill>
        <p:spPr>
          <a:xfrm>
            <a:off x="8611361" y="6539483"/>
            <a:ext cx="232409" cy="259842"/>
          </a:xfrm>
          <a:prstGeom prst="rect">
            <a:avLst/>
          </a:prstGeom>
        </p:spPr>
      </p:pic>
      <p:pic>
        <p:nvPicPr>
          <p:cNvPr id="561" name="object 270">
            <a:extLst>
              <a:ext uri="{FF2B5EF4-FFF2-40B4-BE49-F238E27FC236}">
                <a16:creationId xmlns:a16="http://schemas.microsoft.com/office/drawing/2014/main" id="{5C8EED4C-7CE6-1244-AC06-06A85467EABB}"/>
              </a:ext>
            </a:extLst>
          </p:cNvPr>
          <p:cNvPicPr/>
          <p:nvPr/>
        </p:nvPicPr>
        <p:blipFill>
          <a:blip r:embed="rId3"/>
          <a:stretch>
            <a:fillRect/>
          </a:stretch>
        </p:blipFill>
        <p:spPr>
          <a:xfrm>
            <a:off x="7459980" y="5135879"/>
            <a:ext cx="889253" cy="729234"/>
          </a:xfrm>
          <a:prstGeom prst="rect">
            <a:avLst/>
          </a:prstGeom>
        </p:spPr>
      </p:pic>
      <p:sp>
        <p:nvSpPr>
          <p:cNvPr id="562" name="object 271">
            <a:extLst>
              <a:ext uri="{FF2B5EF4-FFF2-40B4-BE49-F238E27FC236}">
                <a16:creationId xmlns:a16="http://schemas.microsoft.com/office/drawing/2014/main" id="{7F0F42A3-CC10-864F-BC3A-C88826EFA2FA}"/>
              </a:ext>
            </a:extLst>
          </p:cNvPr>
          <p:cNvSpPr txBox="1"/>
          <p:nvPr/>
        </p:nvSpPr>
        <p:spPr>
          <a:xfrm>
            <a:off x="7314438" y="5992876"/>
            <a:ext cx="11684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>
                <a:latin typeface="PMingLiU"/>
                <a:cs typeface="PMingLiU"/>
              </a:rPr>
              <a:t>背包体积</a:t>
            </a:r>
            <a:r>
              <a:rPr sz="1800" b="1" spc="-25">
                <a:latin typeface="Times New Roman"/>
                <a:cs typeface="Times New Roman"/>
              </a:rPr>
              <a:t>13</a:t>
            </a:r>
            <a:endParaRPr sz="1800">
              <a:latin typeface="Times New Roman"/>
              <a:cs typeface="Times New Roman"/>
            </a:endParaRPr>
          </a:p>
        </p:txBody>
      </p:sp>
      <p:sp>
        <p:nvSpPr>
          <p:cNvPr id="563" name="object 272">
            <a:extLst>
              <a:ext uri="{FF2B5EF4-FFF2-40B4-BE49-F238E27FC236}">
                <a16:creationId xmlns:a16="http://schemas.microsoft.com/office/drawing/2014/main" id="{5FDDAA80-F596-B949-AD28-B2696C4FB869}"/>
              </a:ext>
            </a:extLst>
          </p:cNvPr>
          <p:cNvSpPr txBox="1"/>
          <p:nvPr/>
        </p:nvSpPr>
        <p:spPr>
          <a:xfrm>
            <a:off x="8825738" y="1541272"/>
            <a:ext cx="3101975" cy="3613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200">
                <a:solidFill>
                  <a:srgbClr val="00AF50"/>
                </a:solidFill>
                <a:latin typeface="PMingLiU"/>
                <a:cs typeface="PMingLiU"/>
              </a:rPr>
              <a:t>绿色数字</a:t>
            </a:r>
            <a:r>
              <a:rPr sz="2200" spc="-10">
                <a:latin typeface="PMingLiU"/>
                <a:cs typeface="PMingLiU"/>
              </a:rPr>
              <a:t>：商品组合体积</a:t>
            </a:r>
            <a:endParaRPr sz="2200">
              <a:latin typeface="PMingLiU"/>
              <a:cs typeface="PMingLiU"/>
            </a:endParaRPr>
          </a:p>
        </p:txBody>
      </p:sp>
    </p:spTree>
    <p:extLst>
      <p:ext uri="{BB962C8B-B14F-4D97-AF65-F5344CB8AC3E}">
        <p14:creationId xmlns:p14="http://schemas.microsoft.com/office/powerpoint/2010/main" val="570523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4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3">
            <a:extLst>
              <a:ext uri="{FF2B5EF4-FFF2-40B4-BE49-F238E27FC236}">
                <a16:creationId xmlns:a16="http://schemas.microsoft.com/office/drawing/2014/main" id="{751451E1-25F7-294C-91A0-7FE054B79435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54626" y="219670"/>
            <a:ext cx="9507967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蛮力枚</a:t>
            </a: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举</a:t>
            </a:r>
            <a:r>
              <a:rPr lang="en-US" altLang="zh-CN" spc="-50" dirty="0">
                <a:latin typeface="SimSun" panose="02010600030101010101" pitchFamily="2" charset="-122"/>
                <a:ea typeface="SimSun" panose="02010600030101010101" pitchFamily="2" charset="-122"/>
              </a:rPr>
              <a:t>-</a:t>
            </a:r>
            <a:r>
              <a:rPr lang="zh-CN" altLang="en-US" sz="3600" spc="-50" dirty="0">
                <a:latin typeface="SimSun" panose="02010600030101010101" pitchFamily="2" charset="-122"/>
                <a:ea typeface="SimSun" panose="02010600030101010101" pitchFamily="2" charset="-122"/>
              </a:rPr>
              <a:t>枚举所有商品组合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sp>
        <p:nvSpPr>
          <p:cNvPr id="294" name="文本框 293">
            <a:extLst>
              <a:ext uri="{FF2B5EF4-FFF2-40B4-BE49-F238E27FC236}">
                <a16:creationId xmlns:a16="http://schemas.microsoft.com/office/drawing/2014/main" id="{2C7918B1-3ED1-2A40-B716-765746C3DC8C}"/>
              </a:ext>
            </a:extLst>
          </p:cNvPr>
          <p:cNvSpPr txBox="1"/>
          <p:nvPr/>
        </p:nvSpPr>
        <p:spPr>
          <a:xfrm>
            <a:off x="7326145" y="447296"/>
            <a:ext cx="3448155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40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（共</a:t>
            </a:r>
            <a:r>
              <a:rPr lang="zh-CN" altLang="en-US" sz="2400" dirty="0">
                <a:latin typeface="SimSun" panose="02010600030101010101" pitchFamily="2" charset="-122"/>
                <a:ea typeface="SimSun" panose="02010600030101010101" pitchFamily="2" charset="-122"/>
                <a:cs typeface="Cambria Math"/>
              </a:rPr>
              <a:t>𝟐</a:t>
            </a:r>
            <a:r>
              <a:rPr lang="zh-CN" altLang="en-US" sz="2800" baseline="28455" dirty="0">
                <a:latin typeface="SimSun" panose="02010600030101010101" pitchFamily="2" charset="-122"/>
                <a:ea typeface="SimSun" panose="02010600030101010101" pitchFamily="2" charset="-122"/>
                <a:cs typeface="Cambria Math"/>
              </a:rPr>
              <a:t>𝒏</a:t>
            </a:r>
            <a:r>
              <a:rPr lang="zh-CN" altLang="en-US" sz="2800" spc="412" baseline="28455" dirty="0">
                <a:latin typeface="SimSun" panose="02010600030101010101" pitchFamily="2" charset="-122"/>
                <a:ea typeface="SimSun" panose="02010600030101010101" pitchFamily="2" charset="-122"/>
                <a:cs typeface="Cambria Math"/>
              </a:rPr>
              <a:t> </a:t>
            </a:r>
            <a:r>
              <a:rPr lang="zh-CN" altLang="en-US" sz="2400" spc="-10" dirty="0">
                <a:latin typeface="SimSun" panose="02010600030101010101" pitchFamily="2" charset="-122"/>
                <a:ea typeface="SimSun" panose="02010600030101010101" pitchFamily="2" charset="-122"/>
                <a:cs typeface="Cambria Math"/>
              </a:rPr>
              <a:t>− </a:t>
            </a:r>
            <a:r>
              <a:rPr lang="en-US" altLang="zh-CN" sz="2400" dirty="0">
                <a:latin typeface="SimSun" panose="02010600030101010101" pitchFamily="2" charset="-122"/>
                <a:ea typeface="SimSun" panose="02010600030101010101" pitchFamily="2" charset="-122"/>
                <a:cs typeface="Cambria Math"/>
              </a:rPr>
              <a:t>1</a:t>
            </a:r>
            <a:r>
              <a:rPr lang="zh-CN" altLang="en-US" sz="240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种情况</a:t>
            </a:r>
            <a:r>
              <a:rPr lang="zh-CN" altLang="en-US" sz="2400" spc="-5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）</a:t>
            </a:r>
            <a:endParaRPr lang="zh-CN" altLang="en-US" sz="2400" dirty="0"/>
          </a:p>
        </p:txBody>
      </p:sp>
      <p:pic>
        <p:nvPicPr>
          <p:cNvPr id="273" name="object 4">
            <a:extLst>
              <a:ext uri="{FF2B5EF4-FFF2-40B4-BE49-F238E27FC236}">
                <a16:creationId xmlns:a16="http://schemas.microsoft.com/office/drawing/2014/main" id="{0586BBD1-0AE6-EB46-928A-C6DEAAA332E1}"/>
              </a:ext>
            </a:extLst>
          </p:cNvPr>
          <p:cNvPicPr/>
          <p:nvPr/>
        </p:nvPicPr>
        <p:blipFill>
          <a:blip r:embed="rId3"/>
          <a:stretch>
            <a:fillRect/>
          </a:stretch>
        </p:blipFill>
        <p:spPr>
          <a:xfrm>
            <a:off x="1686305" y="1748789"/>
            <a:ext cx="649224" cy="532638"/>
          </a:xfrm>
          <a:prstGeom prst="rect">
            <a:avLst/>
          </a:prstGeom>
        </p:spPr>
      </p:pic>
      <p:pic>
        <p:nvPicPr>
          <p:cNvPr id="274" name="object 5">
            <a:extLst>
              <a:ext uri="{FF2B5EF4-FFF2-40B4-BE49-F238E27FC236}">
                <a16:creationId xmlns:a16="http://schemas.microsoft.com/office/drawing/2014/main" id="{304E7FD9-CF85-2649-BC18-93C607BB292E}"/>
              </a:ext>
            </a:extLst>
          </p:cNvPr>
          <p:cNvPicPr/>
          <p:nvPr/>
        </p:nvPicPr>
        <p:blipFill>
          <a:blip r:embed="rId4"/>
          <a:stretch>
            <a:fillRect/>
          </a:stretch>
        </p:blipFill>
        <p:spPr>
          <a:xfrm>
            <a:off x="1897379" y="1845564"/>
            <a:ext cx="245363" cy="244601"/>
          </a:xfrm>
          <a:prstGeom prst="rect">
            <a:avLst/>
          </a:prstGeom>
        </p:spPr>
      </p:pic>
      <p:grpSp>
        <p:nvGrpSpPr>
          <p:cNvPr id="275" name="object 6">
            <a:extLst>
              <a:ext uri="{FF2B5EF4-FFF2-40B4-BE49-F238E27FC236}">
                <a16:creationId xmlns:a16="http://schemas.microsoft.com/office/drawing/2014/main" id="{560BEA15-E5C1-914A-B4BB-8F6B013A26A7}"/>
              </a:ext>
            </a:extLst>
          </p:cNvPr>
          <p:cNvGrpSpPr/>
          <p:nvPr/>
        </p:nvGrpSpPr>
        <p:grpSpPr>
          <a:xfrm>
            <a:off x="3519678" y="1748789"/>
            <a:ext cx="650240" cy="532765"/>
            <a:chOff x="3519678" y="1748789"/>
            <a:chExt cx="650240" cy="532765"/>
          </a:xfrm>
        </p:grpSpPr>
        <p:pic>
          <p:nvPicPr>
            <p:cNvPr id="276" name="object 7">
              <a:extLst>
                <a:ext uri="{FF2B5EF4-FFF2-40B4-BE49-F238E27FC236}">
                  <a16:creationId xmlns:a16="http://schemas.microsoft.com/office/drawing/2014/main" id="{DCE4A9BA-05AC-C842-9A7B-5C011AD27D4C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3519678" y="1748789"/>
              <a:ext cx="649986" cy="532638"/>
            </a:xfrm>
            <a:prstGeom prst="rect">
              <a:avLst/>
            </a:prstGeom>
          </p:spPr>
        </p:pic>
        <p:pic>
          <p:nvPicPr>
            <p:cNvPr id="277" name="object 8">
              <a:extLst>
                <a:ext uri="{FF2B5EF4-FFF2-40B4-BE49-F238E27FC236}">
                  <a16:creationId xmlns:a16="http://schemas.microsoft.com/office/drawing/2014/main" id="{C5806DD8-E6FB-1C47-B0B0-3E3C5A9EB8A2}"/>
                </a:ext>
              </a:extLst>
            </p:cNvPr>
            <p:cNvPicPr/>
            <p:nvPr/>
          </p:nvPicPr>
          <p:blipFill>
            <a:blip r:embed="rId5"/>
            <a:stretch>
              <a:fillRect/>
            </a:stretch>
          </p:blipFill>
          <p:spPr>
            <a:xfrm>
              <a:off x="3772662" y="1869185"/>
              <a:ext cx="245363" cy="244601"/>
            </a:xfrm>
            <a:prstGeom prst="rect">
              <a:avLst/>
            </a:prstGeom>
          </p:spPr>
        </p:pic>
      </p:grpSp>
      <p:pic>
        <p:nvPicPr>
          <p:cNvPr id="278" name="object 9">
            <a:extLst>
              <a:ext uri="{FF2B5EF4-FFF2-40B4-BE49-F238E27FC236}">
                <a16:creationId xmlns:a16="http://schemas.microsoft.com/office/drawing/2014/main" id="{7267B999-BF29-C24A-A47F-BD904A2EA2FA}"/>
              </a:ext>
            </a:extLst>
          </p:cNvPr>
          <p:cNvPicPr/>
          <p:nvPr/>
        </p:nvPicPr>
        <p:blipFill>
          <a:blip r:embed="rId3"/>
          <a:stretch>
            <a:fillRect/>
          </a:stretch>
        </p:blipFill>
        <p:spPr>
          <a:xfrm>
            <a:off x="5362955" y="1748789"/>
            <a:ext cx="649986" cy="532638"/>
          </a:xfrm>
          <a:prstGeom prst="rect">
            <a:avLst/>
          </a:prstGeom>
        </p:spPr>
      </p:pic>
      <p:pic>
        <p:nvPicPr>
          <p:cNvPr id="279" name="object 10">
            <a:extLst>
              <a:ext uri="{FF2B5EF4-FFF2-40B4-BE49-F238E27FC236}">
                <a16:creationId xmlns:a16="http://schemas.microsoft.com/office/drawing/2014/main" id="{C6F55FB9-2529-7441-A074-9DD7FEAF2CB9}"/>
              </a:ext>
            </a:extLst>
          </p:cNvPr>
          <p:cNvPicPr/>
          <p:nvPr/>
        </p:nvPicPr>
        <p:blipFill>
          <a:blip r:embed="rId6"/>
          <a:stretch>
            <a:fillRect/>
          </a:stretch>
        </p:blipFill>
        <p:spPr>
          <a:xfrm>
            <a:off x="5626608" y="1868423"/>
            <a:ext cx="245363" cy="244601"/>
          </a:xfrm>
          <a:prstGeom prst="rect">
            <a:avLst/>
          </a:prstGeom>
        </p:spPr>
      </p:pic>
      <p:grpSp>
        <p:nvGrpSpPr>
          <p:cNvPr id="280" name="object 11">
            <a:extLst>
              <a:ext uri="{FF2B5EF4-FFF2-40B4-BE49-F238E27FC236}">
                <a16:creationId xmlns:a16="http://schemas.microsoft.com/office/drawing/2014/main" id="{679BF708-78DF-194D-ADE5-E4B7280225E5}"/>
              </a:ext>
            </a:extLst>
          </p:cNvPr>
          <p:cNvGrpSpPr/>
          <p:nvPr/>
        </p:nvGrpSpPr>
        <p:grpSpPr>
          <a:xfrm>
            <a:off x="1173480" y="2995422"/>
            <a:ext cx="651510" cy="534670"/>
            <a:chOff x="1173480" y="2995422"/>
            <a:chExt cx="651510" cy="534670"/>
          </a:xfrm>
        </p:grpSpPr>
        <p:pic>
          <p:nvPicPr>
            <p:cNvPr id="281" name="object 12">
              <a:extLst>
                <a:ext uri="{FF2B5EF4-FFF2-40B4-BE49-F238E27FC236}">
                  <a16:creationId xmlns:a16="http://schemas.microsoft.com/office/drawing/2014/main" id="{193F5DF5-2E71-FC43-9330-2F23384BC40B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1173480" y="2995422"/>
              <a:ext cx="650748" cy="534162"/>
            </a:xfrm>
            <a:prstGeom prst="rect">
              <a:avLst/>
            </a:prstGeom>
          </p:spPr>
        </p:pic>
        <p:pic>
          <p:nvPicPr>
            <p:cNvPr id="282" name="object 13">
              <a:extLst>
                <a:ext uri="{FF2B5EF4-FFF2-40B4-BE49-F238E27FC236}">
                  <a16:creationId xmlns:a16="http://schemas.microsoft.com/office/drawing/2014/main" id="{619DB74D-5BA5-0F49-84F5-0A00064F6ACA}"/>
                </a:ext>
              </a:extLst>
            </p:cNvPr>
            <p:cNvPicPr/>
            <p:nvPr/>
          </p:nvPicPr>
          <p:blipFill>
            <a:blip r:embed="rId8"/>
            <a:stretch>
              <a:fillRect/>
            </a:stretch>
          </p:blipFill>
          <p:spPr>
            <a:xfrm>
              <a:off x="1569720" y="3121914"/>
              <a:ext cx="255269" cy="255270"/>
            </a:xfrm>
            <a:prstGeom prst="rect">
              <a:avLst/>
            </a:prstGeom>
          </p:spPr>
        </p:pic>
      </p:grpSp>
      <p:pic>
        <p:nvPicPr>
          <p:cNvPr id="283" name="object 14">
            <a:extLst>
              <a:ext uri="{FF2B5EF4-FFF2-40B4-BE49-F238E27FC236}">
                <a16:creationId xmlns:a16="http://schemas.microsoft.com/office/drawing/2014/main" id="{B4364271-C637-8146-9C97-3817ADC2AA42}"/>
              </a:ext>
            </a:extLst>
          </p:cNvPr>
          <p:cNvPicPr/>
          <p:nvPr/>
        </p:nvPicPr>
        <p:blipFill>
          <a:blip r:embed="rId9"/>
          <a:stretch>
            <a:fillRect/>
          </a:stretch>
        </p:blipFill>
        <p:spPr>
          <a:xfrm>
            <a:off x="1391411" y="3082289"/>
            <a:ext cx="246125" cy="246125"/>
          </a:xfrm>
          <a:prstGeom prst="rect">
            <a:avLst/>
          </a:prstGeom>
        </p:spPr>
      </p:pic>
      <p:grpSp>
        <p:nvGrpSpPr>
          <p:cNvPr id="284" name="object 15">
            <a:extLst>
              <a:ext uri="{FF2B5EF4-FFF2-40B4-BE49-F238E27FC236}">
                <a16:creationId xmlns:a16="http://schemas.microsoft.com/office/drawing/2014/main" id="{9C696841-E95E-594F-B0BF-F90A1A94091D}"/>
              </a:ext>
            </a:extLst>
          </p:cNvPr>
          <p:cNvGrpSpPr/>
          <p:nvPr/>
        </p:nvGrpSpPr>
        <p:grpSpPr>
          <a:xfrm>
            <a:off x="2210561" y="2995422"/>
            <a:ext cx="691515" cy="534670"/>
            <a:chOff x="2210561" y="2995422"/>
            <a:chExt cx="691515" cy="534670"/>
          </a:xfrm>
        </p:grpSpPr>
        <p:pic>
          <p:nvPicPr>
            <p:cNvPr id="285" name="object 16">
              <a:extLst>
                <a:ext uri="{FF2B5EF4-FFF2-40B4-BE49-F238E27FC236}">
                  <a16:creationId xmlns:a16="http://schemas.microsoft.com/office/drawing/2014/main" id="{8A6DBD99-D38B-8148-9ECD-E690F7E07AE9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2210561" y="2995422"/>
              <a:ext cx="650748" cy="534162"/>
            </a:xfrm>
            <a:prstGeom prst="rect">
              <a:avLst/>
            </a:prstGeom>
          </p:spPr>
        </p:pic>
        <p:pic>
          <p:nvPicPr>
            <p:cNvPr id="286" name="object 17">
              <a:extLst>
                <a:ext uri="{FF2B5EF4-FFF2-40B4-BE49-F238E27FC236}">
                  <a16:creationId xmlns:a16="http://schemas.microsoft.com/office/drawing/2014/main" id="{14BED995-F114-6B4F-8D46-8EA8C8AE82FC}"/>
                </a:ext>
              </a:extLst>
            </p:cNvPr>
            <p:cNvPicPr/>
            <p:nvPr/>
          </p:nvPicPr>
          <p:blipFill>
            <a:blip r:embed="rId10"/>
            <a:stretch>
              <a:fillRect/>
            </a:stretch>
          </p:blipFill>
          <p:spPr>
            <a:xfrm>
              <a:off x="2656331" y="3071622"/>
              <a:ext cx="245363" cy="244601"/>
            </a:xfrm>
            <a:prstGeom prst="rect">
              <a:avLst/>
            </a:prstGeom>
          </p:spPr>
        </p:pic>
      </p:grpSp>
      <p:pic>
        <p:nvPicPr>
          <p:cNvPr id="287" name="object 18">
            <a:extLst>
              <a:ext uri="{FF2B5EF4-FFF2-40B4-BE49-F238E27FC236}">
                <a16:creationId xmlns:a16="http://schemas.microsoft.com/office/drawing/2014/main" id="{256AA7FE-55D1-C74E-9E12-ACB651691E5C}"/>
              </a:ext>
            </a:extLst>
          </p:cNvPr>
          <p:cNvPicPr/>
          <p:nvPr/>
        </p:nvPicPr>
        <p:blipFill>
          <a:blip r:embed="rId9"/>
          <a:stretch>
            <a:fillRect/>
          </a:stretch>
        </p:blipFill>
        <p:spPr>
          <a:xfrm>
            <a:off x="2428494" y="3082289"/>
            <a:ext cx="246125" cy="246125"/>
          </a:xfrm>
          <a:prstGeom prst="rect">
            <a:avLst/>
          </a:prstGeom>
        </p:spPr>
      </p:pic>
      <p:grpSp>
        <p:nvGrpSpPr>
          <p:cNvPr id="288" name="object 19">
            <a:extLst>
              <a:ext uri="{FF2B5EF4-FFF2-40B4-BE49-F238E27FC236}">
                <a16:creationId xmlns:a16="http://schemas.microsoft.com/office/drawing/2014/main" id="{786C3F66-950C-A447-88D4-1C2785A9BE39}"/>
              </a:ext>
            </a:extLst>
          </p:cNvPr>
          <p:cNvGrpSpPr/>
          <p:nvPr/>
        </p:nvGrpSpPr>
        <p:grpSpPr>
          <a:xfrm>
            <a:off x="3343655" y="2995422"/>
            <a:ext cx="650875" cy="534670"/>
            <a:chOff x="3343655" y="2995422"/>
            <a:chExt cx="650875" cy="534670"/>
          </a:xfrm>
        </p:grpSpPr>
        <p:pic>
          <p:nvPicPr>
            <p:cNvPr id="289" name="object 20">
              <a:extLst>
                <a:ext uri="{FF2B5EF4-FFF2-40B4-BE49-F238E27FC236}">
                  <a16:creationId xmlns:a16="http://schemas.microsoft.com/office/drawing/2014/main" id="{1CFDD729-5C19-4B4F-B199-34B5A6C8D838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3343655" y="2995422"/>
              <a:ext cx="650748" cy="534162"/>
            </a:xfrm>
            <a:prstGeom prst="rect">
              <a:avLst/>
            </a:prstGeom>
          </p:spPr>
        </p:pic>
        <p:pic>
          <p:nvPicPr>
            <p:cNvPr id="290" name="object 21">
              <a:extLst>
                <a:ext uri="{FF2B5EF4-FFF2-40B4-BE49-F238E27FC236}">
                  <a16:creationId xmlns:a16="http://schemas.microsoft.com/office/drawing/2014/main" id="{E2E91914-9C25-5F4E-AE8B-F2739D63498D}"/>
                </a:ext>
              </a:extLst>
            </p:cNvPr>
            <p:cNvPicPr/>
            <p:nvPr/>
          </p:nvPicPr>
          <p:blipFill>
            <a:blip r:embed="rId11"/>
            <a:stretch>
              <a:fillRect/>
            </a:stretch>
          </p:blipFill>
          <p:spPr>
            <a:xfrm>
              <a:off x="3717797" y="3110484"/>
              <a:ext cx="245363" cy="244601"/>
            </a:xfrm>
            <a:prstGeom prst="rect">
              <a:avLst/>
            </a:prstGeom>
          </p:spPr>
        </p:pic>
      </p:grpSp>
      <p:pic>
        <p:nvPicPr>
          <p:cNvPr id="291" name="object 22">
            <a:extLst>
              <a:ext uri="{FF2B5EF4-FFF2-40B4-BE49-F238E27FC236}">
                <a16:creationId xmlns:a16="http://schemas.microsoft.com/office/drawing/2014/main" id="{28180B7C-712F-504F-945B-5EB204C5AEFD}"/>
              </a:ext>
            </a:extLst>
          </p:cNvPr>
          <p:cNvPicPr/>
          <p:nvPr/>
        </p:nvPicPr>
        <p:blipFill>
          <a:blip r:embed="rId12"/>
          <a:stretch>
            <a:fillRect/>
          </a:stretch>
        </p:blipFill>
        <p:spPr>
          <a:xfrm>
            <a:off x="3533394" y="3082289"/>
            <a:ext cx="245363" cy="246125"/>
          </a:xfrm>
          <a:prstGeom prst="rect">
            <a:avLst/>
          </a:prstGeom>
        </p:spPr>
      </p:pic>
      <p:grpSp>
        <p:nvGrpSpPr>
          <p:cNvPr id="292" name="object 23">
            <a:extLst>
              <a:ext uri="{FF2B5EF4-FFF2-40B4-BE49-F238E27FC236}">
                <a16:creationId xmlns:a16="http://schemas.microsoft.com/office/drawing/2014/main" id="{B267B29D-5639-244E-8FC8-60D8ED13C918}"/>
              </a:ext>
            </a:extLst>
          </p:cNvPr>
          <p:cNvGrpSpPr/>
          <p:nvPr/>
        </p:nvGrpSpPr>
        <p:grpSpPr>
          <a:xfrm>
            <a:off x="4436364" y="2995422"/>
            <a:ext cx="650875" cy="534670"/>
            <a:chOff x="4436364" y="2995422"/>
            <a:chExt cx="650875" cy="534670"/>
          </a:xfrm>
        </p:grpSpPr>
        <p:pic>
          <p:nvPicPr>
            <p:cNvPr id="293" name="object 24">
              <a:extLst>
                <a:ext uri="{FF2B5EF4-FFF2-40B4-BE49-F238E27FC236}">
                  <a16:creationId xmlns:a16="http://schemas.microsoft.com/office/drawing/2014/main" id="{8B2EF6B7-5327-4247-8404-8F841881BEC6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4436364" y="2995422"/>
              <a:ext cx="650748" cy="534162"/>
            </a:xfrm>
            <a:prstGeom prst="rect">
              <a:avLst/>
            </a:prstGeom>
          </p:spPr>
        </p:pic>
        <p:pic>
          <p:nvPicPr>
            <p:cNvPr id="564" name="object 25">
              <a:extLst>
                <a:ext uri="{FF2B5EF4-FFF2-40B4-BE49-F238E27FC236}">
                  <a16:creationId xmlns:a16="http://schemas.microsoft.com/office/drawing/2014/main" id="{C789E7C4-2ED3-1A4F-AE91-6DFEC9EB095E}"/>
                </a:ext>
              </a:extLst>
            </p:cNvPr>
            <p:cNvPicPr/>
            <p:nvPr/>
          </p:nvPicPr>
          <p:blipFill>
            <a:blip r:embed="rId4"/>
            <a:stretch>
              <a:fillRect/>
            </a:stretch>
          </p:blipFill>
          <p:spPr>
            <a:xfrm>
              <a:off x="4837938" y="3092196"/>
              <a:ext cx="244601" cy="245363"/>
            </a:xfrm>
            <a:prstGeom prst="rect">
              <a:avLst/>
            </a:prstGeom>
          </p:spPr>
        </p:pic>
        <p:pic>
          <p:nvPicPr>
            <p:cNvPr id="565" name="object 26">
              <a:extLst>
                <a:ext uri="{FF2B5EF4-FFF2-40B4-BE49-F238E27FC236}">
                  <a16:creationId xmlns:a16="http://schemas.microsoft.com/office/drawing/2014/main" id="{ECDD7EED-8F11-8541-983E-EF7AE686620B}"/>
                </a:ext>
              </a:extLst>
            </p:cNvPr>
            <p:cNvPicPr/>
            <p:nvPr/>
          </p:nvPicPr>
          <p:blipFill>
            <a:blip r:embed="rId5"/>
            <a:stretch>
              <a:fillRect/>
            </a:stretch>
          </p:blipFill>
          <p:spPr>
            <a:xfrm>
              <a:off x="4639056" y="3111246"/>
              <a:ext cx="245363" cy="245363"/>
            </a:xfrm>
            <a:prstGeom prst="rect">
              <a:avLst/>
            </a:prstGeom>
          </p:spPr>
        </p:pic>
      </p:grpSp>
      <p:grpSp>
        <p:nvGrpSpPr>
          <p:cNvPr id="566" name="object 27">
            <a:extLst>
              <a:ext uri="{FF2B5EF4-FFF2-40B4-BE49-F238E27FC236}">
                <a16:creationId xmlns:a16="http://schemas.microsoft.com/office/drawing/2014/main" id="{28405788-D6CC-DB46-BB21-09F0B1D869C1}"/>
              </a:ext>
            </a:extLst>
          </p:cNvPr>
          <p:cNvGrpSpPr/>
          <p:nvPr/>
        </p:nvGrpSpPr>
        <p:grpSpPr>
          <a:xfrm>
            <a:off x="5529071" y="2995422"/>
            <a:ext cx="650875" cy="534670"/>
            <a:chOff x="5529071" y="2995422"/>
            <a:chExt cx="650875" cy="534670"/>
          </a:xfrm>
        </p:grpSpPr>
        <p:pic>
          <p:nvPicPr>
            <p:cNvPr id="567" name="object 28">
              <a:extLst>
                <a:ext uri="{FF2B5EF4-FFF2-40B4-BE49-F238E27FC236}">
                  <a16:creationId xmlns:a16="http://schemas.microsoft.com/office/drawing/2014/main" id="{B6C65A94-D869-F74E-B2EA-52B44EF29BB3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5529071" y="2995422"/>
              <a:ext cx="650748" cy="534162"/>
            </a:xfrm>
            <a:prstGeom prst="rect">
              <a:avLst/>
            </a:prstGeom>
          </p:spPr>
        </p:pic>
        <p:pic>
          <p:nvPicPr>
            <p:cNvPr id="568" name="object 29">
              <a:extLst>
                <a:ext uri="{FF2B5EF4-FFF2-40B4-BE49-F238E27FC236}">
                  <a16:creationId xmlns:a16="http://schemas.microsoft.com/office/drawing/2014/main" id="{3A441386-AE42-FC4B-93BB-05B0CDF2F72F}"/>
                </a:ext>
              </a:extLst>
            </p:cNvPr>
            <p:cNvPicPr/>
            <p:nvPr/>
          </p:nvPicPr>
          <p:blipFill>
            <a:blip r:embed="rId4"/>
            <a:stretch>
              <a:fillRect/>
            </a:stretch>
          </p:blipFill>
          <p:spPr>
            <a:xfrm>
              <a:off x="5930645" y="3092196"/>
              <a:ext cx="244601" cy="245363"/>
            </a:xfrm>
            <a:prstGeom prst="rect">
              <a:avLst/>
            </a:prstGeom>
          </p:spPr>
        </p:pic>
        <p:pic>
          <p:nvPicPr>
            <p:cNvPr id="569" name="object 30">
              <a:extLst>
                <a:ext uri="{FF2B5EF4-FFF2-40B4-BE49-F238E27FC236}">
                  <a16:creationId xmlns:a16="http://schemas.microsoft.com/office/drawing/2014/main" id="{B6046B23-7320-3648-B3E4-C43A499F53D1}"/>
                </a:ext>
              </a:extLst>
            </p:cNvPr>
            <p:cNvPicPr/>
            <p:nvPr/>
          </p:nvPicPr>
          <p:blipFill>
            <a:blip r:embed="rId13"/>
            <a:stretch>
              <a:fillRect/>
            </a:stretch>
          </p:blipFill>
          <p:spPr>
            <a:xfrm>
              <a:off x="5748527" y="3110484"/>
              <a:ext cx="244601" cy="244601"/>
            </a:xfrm>
            <a:prstGeom prst="rect">
              <a:avLst/>
            </a:prstGeom>
          </p:spPr>
        </p:pic>
      </p:grpSp>
      <p:grpSp>
        <p:nvGrpSpPr>
          <p:cNvPr id="570" name="object 31">
            <a:extLst>
              <a:ext uri="{FF2B5EF4-FFF2-40B4-BE49-F238E27FC236}">
                <a16:creationId xmlns:a16="http://schemas.microsoft.com/office/drawing/2014/main" id="{872F2006-D9B3-9445-B68D-1456AB5EB7E6}"/>
              </a:ext>
            </a:extLst>
          </p:cNvPr>
          <p:cNvGrpSpPr/>
          <p:nvPr/>
        </p:nvGrpSpPr>
        <p:grpSpPr>
          <a:xfrm>
            <a:off x="6694931" y="2995422"/>
            <a:ext cx="650875" cy="534670"/>
            <a:chOff x="6694931" y="2995422"/>
            <a:chExt cx="650875" cy="534670"/>
          </a:xfrm>
        </p:grpSpPr>
        <p:pic>
          <p:nvPicPr>
            <p:cNvPr id="571" name="object 32">
              <a:extLst>
                <a:ext uri="{FF2B5EF4-FFF2-40B4-BE49-F238E27FC236}">
                  <a16:creationId xmlns:a16="http://schemas.microsoft.com/office/drawing/2014/main" id="{D69D8F2A-F28B-194B-9FB2-99E860ED6867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6694931" y="2995422"/>
              <a:ext cx="650748" cy="534162"/>
            </a:xfrm>
            <a:prstGeom prst="rect">
              <a:avLst/>
            </a:prstGeom>
          </p:spPr>
        </p:pic>
        <p:pic>
          <p:nvPicPr>
            <p:cNvPr id="572" name="object 33">
              <a:extLst>
                <a:ext uri="{FF2B5EF4-FFF2-40B4-BE49-F238E27FC236}">
                  <a16:creationId xmlns:a16="http://schemas.microsoft.com/office/drawing/2014/main" id="{2BDD9D95-E215-8A40-99C7-BE94B69799B7}"/>
                </a:ext>
              </a:extLst>
            </p:cNvPr>
            <p:cNvPicPr/>
            <p:nvPr/>
          </p:nvPicPr>
          <p:blipFill>
            <a:blip r:embed="rId4"/>
            <a:stretch>
              <a:fillRect/>
            </a:stretch>
          </p:blipFill>
          <p:spPr>
            <a:xfrm>
              <a:off x="7096505" y="3092196"/>
              <a:ext cx="244601" cy="245363"/>
            </a:xfrm>
            <a:prstGeom prst="rect">
              <a:avLst/>
            </a:prstGeom>
          </p:spPr>
        </p:pic>
        <p:pic>
          <p:nvPicPr>
            <p:cNvPr id="573" name="object 34">
              <a:extLst>
                <a:ext uri="{FF2B5EF4-FFF2-40B4-BE49-F238E27FC236}">
                  <a16:creationId xmlns:a16="http://schemas.microsoft.com/office/drawing/2014/main" id="{07187B7C-ED5F-2645-8B5B-0255155798CC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6905243" y="3111246"/>
              <a:ext cx="244601" cy="245363"/>
            </a:xfrm>
            <a:prstGeom prst="rect">
              <a:avLst/>
            </a:prstGeom>
          </p:spPr>
        </p:pic>
      </p:grpSp>
      <p:grpSp>
        <p:nvGrpSpPr>
          <p:cNvPr id="574" name="object 35">
            <a:extLst>
              <a:ext uri="{FF2B5EF4-FFF2-40B4-BE49-F238E27FC236}">
                <a16:creationId xmlns:a16="http://schemas.microsoft.com/office/drawing/2014/main" id="{B6FC10D5-3A1B-D842-9D59-F69198EB3BC9}"/>
              </a:ext>
            </a:extLst>
          </p:cNvPr>
          <p:cNvGrpSpPr/>
          <p:nvPr/>
        </p:nvGrpSpPr>
        <p:grpSpPr>
          <a:xfrm>
            <a:off x="7744206" y="2995422"/>
            <a:ext cx="650875" cy="534670"/>
            <a:chOff x="7744206" y="2995422"/>
            <a:chExt cx="650875" cy="534670"/>
          </a:xfrm>
        </p:grpSpPr>
        <p:pic>
          <p:nvPicPr>
            <p:cNvPr id="575" name="object 36">
              <a:extLst>
                <a:ext uri="{FF2B5EF4-FFF2-40B4-BE49-F238E27FC236}">
                  <a16:creationId xmlns:a16="http://schemas.microsoft.com/office/drawing/2014/main" id="{0646E80A-0CBE-534C-B768-2158FA66DDC9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7744206" y="2995422"/>
              <a:ext cx="650748" cy="534162"/>
            </a:xfrm>
            <a:prstGeom prst="rect">
              <a:avLst/>
            </a:prstGeom>
          </p:spPr>
        </p:pic>
        <p:pic>
          <p:nvPicPr>
            <p:cNvPr id="576" name="object 37">
              <a:extLst>
                <a:ext uri="{FF2B5EF4-FFF2-40B4-BE49-F238E27FC236}">
                  <a16:creationId xmlns:a16="http://schemas.microsoft.com/office/drawing/2014/main" id="{0CBFFF6B-CCD0-4C48-A5C1-BF86F279D908}"/>
                </a:ext>
              </a:extLst>
            </p:cNvPr>
            <p:cNvPicPr/>
            <p:nvPr/>
          </p:nvPicPr>
          <p:blipFill>
            <a:blip r:embed="rId5"/>
            <a:stretch>
              <a:fillRect/>
            </a:stretch>
          </p:blipFill>
          <p:spPr>
            <a:xfrm>
              <a:off x="8135112" y="3113532"/>
              <a:ext cx="245364" cy="245363"/>
            </a:xfrm>
            <a:prstGeom prst="rect">
              <a:avLst/>
            </a:prstGeom>
          </p:spPr>
        </p:pic>
      </p:grpSp>
      <p:pic>
        <p:nvPicPr>
          <p:cNvPr id="577" name="object 38">
            <a:extLst>
              <a:ext uri="{FF2B5EF4-FFF2-40B4-BE49-F238E27FC236}">
                <a16:creationId xmlns:a16="http://schemas.microsoft.com/office/drawing/2014/main" id="{76B8F43F-75B2-E743-8CEA-35EE0B6FB682}"/>
              </a:ext>
            </a:extLst>
          </p:cNvPr>
          <p:cNvPicPr/>
          <p:nvPr/>
        </p:nvPicPr>
        <p:blipFill>
          <a:blip r:embed="rId13"/>
          <a:stretch>
            <a:fillRect/>
          </a:stretch>
        </p:blipFill>
        <p:spPr>
          <a:xfrm>
            <a:off x="7962900" y="3091433"/>
            <a:ext cx="244601" cy="245363"/>
          </a:xfrm>
          <a:prstGeom prst="rect">
            <a:avLst/>
          </a:prstGeom>
        </p:spPr>
      </p:pic>
      <p:grpSp>
        <p:nvGrpSpPr>
          <p:cNvPr id="578" name="object 39">
            <a:extLst>
              <a:ext uri="{FF2B5EF4-FFF2-40B4-BE49-F238E27FC236}">
                <a16:creationId xmlns:a16="http://schemas.microsoft.com/office/drawing/2014/main" id="{729BE9FA-70F0-8D49-A3B0-AAF4CAB5CE0D}"/>
              </a:ext>
            </a:extLst>
          </p:cNvPr>
          <p:cNvGrpSpPr/>
          <p:nvPr/>
        </p:nvGrpSpPr>
        <p:grpSpPr>
          <a:xfrm>
            <a:off x="8807957" y="2995422"/>
            <a:ext cx="650875" cy="534670"/>
            <a:chOff x="8807957" y="2995422"/>
            <a:chExt cx="650875" cy="534670"/>
          </a:xfrm>
        </p:grpSpPr>
        <p:pic>
          <p:nvPicPr>
            <p:cNvPr id="579" name="object 40">
              <a:extLst>
                <a:ext uri="{FF2B5EF4-FFF2-40B4-BE49-F238E27FC236}">
                  <a16:creationId xmlns:a16="http://schemas.microsoft.com/office/drawing/2014/main" id="{6F82826C-221C-1348-B810-8ECBCD15CFE4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8807957" y="2995422"/>
              <a:ext cx="650748" cy="534162"/>
            </a:xfrm>
            <a:prstGeom prst="rect">
              <a:avLst/>
            </a:prstGeom>
          </p:spPr>
        </p:pic>
        <p:pic>
          <p:nvPicPr>
            <p:cNvPr id="580" name="object 41">
              <a:extLst>
                <a:ext uri="{FF2B5EF4-FFF2-40B4-BE49-F238E27FC236}">
                  <a16:creationId xmlns:a16="http://schemas.microsoft.com/office/drawing/2014/main" id="{6AC62C11-7E89-1540-A3E2-2882BBD689F7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8996171" y="3111246"/>
              <a:ext cx="244601" cy="245363"/>
            </a:xfrm>
            <a:prstGeom prst="rect">
              <a:avLst/>
            </a:prstGeom>
          </p:spPr>
        </p:pic>
      </p:grpSp>
      <p:pic>
        <p:nvPicPr>
          <p:cNvPr id="581" name="object 42">
            <a:extLst>
              <a:ext uri="{FF2B5EF4-FFF2-40B4-BE49-F238E27FC236}">
                <a16:creationId xmlns:a16="http://schemas.microsoft.com/office/drawing/2014/main" id="{9BB6999A-E8A6-F74F-8AD7-1873F203E646}"/>
              </a:ext>
            </a:extLst>
          </p:cNvPr>
          <p:cNvPicPr/>
          <p:nvPr/>
        </p:nvPicPr>
        <p:blipFill>
          <a:blip r:embed="rId5"/>
          <a:stretch>
            <a:fillRect/>
          </a:stretch>
        </p:blipFill>
        <p:spPr>
          <a:xfrm>
            <a:off x="9178290" y="3086100"/>
            <a:ext cx="245364" cy="244601"/>
          </a:xfrm>
          <a:prstGeom prst="rect">
            <a:avLst/>
          </a:prstGeom>
        </p:spPr>
      </p:pic>
      <p:grpSp>
        <p:nvGrpSpPr>
          <p:cNvPr id="582" name="object 43">
            <a:extLst>
              <a:ext uri="{FF2B5EF4-FFF2-40B4-BE49-F238E27FC236}">
                <a16:creationId xmlns:a16="http://schemas.microsoft.com/office/drawing/2014/main" id="{ED08071A-BCD1-6F4D-8B09-747BEA5BC6E3}"/>
              </a:ext>
            </a:extLst>
          </p:cNvPr>
          <p:cNvGrpSpPr/>
          <p:nvPr/>
        </p:nvGrpSpPr>
        <p:grpSpPr>
          <a:xfrm>
            <a:off x="9900666" y="2995422"/>
            <a:ext cx="651510" cy="534670"/>
            <a:chOff x="9900666" y="2995422"/>
            <a:chExt cx="651510" cy="534670"/>
          </a:xfrm>
        </p:grpSpPr>
        <p:pic>
          <p:nvPicPr>
            <p:cNvPr id="583" name="object 44">
              <a:extLst>
                <a:ext uri="{FF2B5EF4-FFF2-40B4-BE49-F238E27FC236}">
                  <a16:creationId xmlns:a16="http://schemas.microsoft.com/office/drawing/2014/main" id="{73ED4364-CBFB-E146-B221-964A2B0A76DB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9900666" y="2995422"/>
              <a:ext cx="651509" cy="534162"/>
            </a:xfrm>
            <a:prstGeom prst="rect">
              <a:avLst/>
            </a:prstGeom>
          </p:spPr>
        </p:pic>
        <p:pic>
          <p:nvPicPr>
            <p:cNvPr id="584" name="object 45">
              <a:extLst>
                <a:ext uri="{FF2B5EF4-FFF2-40B4-BE49-F238E27FC236}">
                  <a16:creationId xmlns:a16="http://schemas.microsoft.com/office/drawing/2014/main" id="{2C8456E3-5C56-EF45-BE92-E2C64C065F1E}"/>
                </a:ext>
              </a:extLst>
            </p:cNvPr>
            <p:cNvPicPr/>
            <p:nvPr/>
          </p:nvPicPr>
          <p:blipFill>
            <a:blip r:embed="rId13"/>
            <a:stretch>
              <a:fillRect/>
            </a:stretch>
          </p:blipFill>
          <p:spPr>
            <a:xfrm>
              <a:off x="10122408" y="3091434"/>
              <a:ext cx="244601" cy="245363"/>
            </a:xfrm>
            <a:prstGeom prst="rect">
              <a:avLst/>
            </a:prstGeom>
          </p:spPr>
        </p:pic>
        <p:pic>
          <p:nvPicPr>
            <p:cNvPr id="585" name="object 46">
              <a:extLst>
                <a:ext uri="{FF2B5EF4-FFF2-40B4-BE49-F238E27FC236}">
                  <a16:creationId xmlns:a16="http://schemas.microsoft.com/office/drawing/2014/main" id="{9196A0FB-08EF-1A45-ADB2-F83F0C03C6AB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10274046" y="3111246"/>
              <a:ext cx="244601" cy="245363"/>
            </a:xfrm>
            <a:prstGeom prst="rect">
              <a:avLst/>
            </a:prstGeom>
          </p:spPr>
        </p:pic>
      </p:grpSp>
      <p:grpSp>
        <p:nvGrpSpPr>
          <p:cNvPr id="586" name="object 47">
            <a:extLst>
              <a:ext uri="{FF2B5EF4-FFF2-40B4-BE49-F238E27FC236}">
                <a16:creationId xmlns:a16="http://schemas.microsoft.com/office/drawing/2014/main" id="{FA5AD9BE-7446-F447-89B9-365232BBE85A}"/>
              </a:ext>
            </a:extLst>
          </p:cNvPr>
          <p:cNvGrpSpPr/>
          <p:nvPr/>
        </p:nvGrpSpPr>
        <p:grpSpPr>
          <a:xfrm>
            <a:off x="4378452" y="4219194"/>
            <a:ext cx="666750" cy="533400"/>
            <a:chOff x="4378452" y="4219194"/>
            <a:chExt cx="666750" cy="533400"/>
          </a:xfrm>
        </p:grpSpPr>
        <p:pic>
          <p:nvPicPr>
            <p:cNvPr id="587" name="object 48">
              <a:extLst>
                <a:ext uri="{FF2B5EF4-FFF2-40B4-BE49-F238E27FC236}">
                  <a16:creationId xmlns:a16="http://schemas.microsoft.com/office/drawing/2014/main" id="{C482CFC1-9788-DD42-B00C-4FC43A7096BE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4378452" y="4219194"/>
              <a:ext cx="650748" cy="533400"/>
            </a:xfrm>
            <a:prstGeom prst="rect">
              <a:avLst/>
            </a:prstGeom>
          </p:spPr>
        </p:pic>
        <p:pic>
          <p:nvPicPr>
            <p:cNvPr id="588" name="object 49">
              <a:extLst>
                <a:ext uri="{FF2B5EF4-FFF2-40B4-BE49-F238E27FC236}">
                  <a16:creationId xmlns:a16="http://schemas.microsoft.com/office/drawing/2014/main" id="{9D1CE642-2ED9-C747-A6D3-C1AE10E84B9B}"/>
                </a:ext>
              </a:extLst>
            </p:cNvPr>
            <p:cNvPicPr/>
            <p:nvPr/>
          </p:nvPicPr>
          <p:blipFill>
            <a:blip r:embed="rId9"/>
            <a:stretch>
              <a:fillRect/>
            </a:stretch>
          </p:blipFill>
          <p:spPr>
            <a:xfrm>
              <a:off x="4581906" y="4308348"/>
              <a:ext cx="246125" cy="246125"/>
            </a:xfrm>
            <a:prstGeom prst="rect">
              <a:avLst/>
            </a:prstGeom>
          </p:spPr>
        </p:pic>
        <p:pic>
          <p:nvPicPr>
            <p:cNvPr id="589" name="object 50">
              <a:extLst>
                <a:ext uri="{FF2B5EF4-FFF2-40B4-BE49-F238E27FC236}">
                  <a16:creationId xmlns:a16="http://schemas.microsoft.com/office/drawing/2014/main" id="{698E4A21-0142-8141-9A33-4F94C07AB131}"/>
                </a:ext>
              </a:extLst>
            </p:cNvPr>
            <p:cNvPicPr/>
            <p:nvPr/>
          </p:nvPicPr>
          <p:blipFill>
            <a:blip r:embed="rId14"/>
            <a:stretch>
              <a:fillRect/>
            </a:stretch>
          </p:blipFill>
          <p:spPr>
            <a:xfrm>
              <a:off x="4799838" y="4341114"/>
              <a:ext cx="245363" cy="245363"/>
            </a:xfrm>
            <a:prstGeom prst="rect">
              <a:avLst/>
            </a:prstGeom>
          </p:spPr>
        </p:pic>
      </p:grpSp>
      <p:pic>
        <p:nvPicPr>
          <p:cNvPr id="590" name="object 51">
            <a:extLst>
              <a:ext uri="{FF2B5EF4-FFF2-40B4-BE49-F238E27FC236}">
                <a16:creationId xmlns:a16="http://schemas.microsoft.com/office/drawing/2014/main" id="{6F08A128-72AE-354A-B40D-F994C35B1B36}"/>
              </a:ext>
            </a:extLst>
          </p:cNvPr>
          <p:cNvPicPr/>
          <p:nvPr/>
        </p:nvPicPr>
        <p:blipFill>
          <a:blip r:embed="rId15"/>
          <a:stretch>
            <a:fillRect/>
          </a:stretch>
        </p:blipFill>
        <p:spPr>
          <a:xfrm>
            <a:off x="4696205" y="4174235"/>
            <a:ext cx="244601" cy="244601"/>
          </a:xfrm>
          <a:prstGeom prst="rect">
            <a:avLst/>
          </a:prstGeom>
        </p:spPr>
      </p:pic>
      <p:grpSp>
        <p:nvGrpSpPr>
          <p:cNvPr id="591" name="object 52">
            <a:extLst>
              <a:ext uri="{FF2B5EF4-FFF2-40B4-BE49-F238E27FC236}">
                <a16:creationId xmlns:a16="http://schemas.microsoft.com/office/drawing/2014/main" id="{86DBF6A4-9806-7F42-BE3F-645B9F6A1AC0}"/>
              </a:ext>
            </a:extLst>
          </p:cNvPr>
          <p:cNvGrpSpPr/>
          <p:nvPr/>
        </p:nvGrpSpPr>
        <p:grpSpPr>
          <a:xfrm>
            <a:off x="5470397" y="4174235"/>
            <a:ext cx="651510" cy="534670"/>
            <a:chOff x="5470397" y="4174235"/>
            <a:chExt cx="651510" cy="534670"/>
          </a:xfrm>
        </p:grpSpPr>
        <p:pic>
          <p:nvPicPr>
            <p:cNvPr id="592" name="object 53">
              <a:extLst>
                <a:ext uri="{FF2B5EF4-FFF2-40B4-BE49-F238E27FC236}">
                  <a16:creationId xmlns:a16="http://schemas.microsoft.com/office/drawing/2014/main" id="{6ABDDB12-3B75-9544-8B70-D39365253D16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5470397" y="4174235"/>
              <a:ext cx="651510" cy="534162"/>
            </a:xfrm>
            <a:prstGeom prst="rect">
              <a:avLst/>
            </a:prstGeom>
          </p:spPr>
        </p:pic>
        <p:pic>
          <p:nvPicPr>
            <p:cNvPr id="593" name="object 54">
              <a:extLst>
                <a:ext uri="{FF2B5EF4-FFF2-40B4-BE49-F238E27FC236}">
                  <a16:creationId xmlns:a16="http://schemas.microsoft.com/office/drawing/2014/main" id="{35C12003-F9B5-4347-A8E0-5BE66C4C86D1}"/>
                </a:ext>
              </a:extLst>
            </p:cNvPr>
            <p:cNvPicPr/>
            <p:nvPr/>
          </p:nvPicPr>
          <p:blipFill>
            <a:blip r:embed="rId9"/>
            <a:stretch>
              <a:fillRect/>
            </a:stretch>
          </p:blipFill>
          <p:spPr>
            <a:xfrm>
              <a:off x="5660135" y="4261103"/>
              <a:ext cx="246125" cy="246125"/>
            </a:xfrm>
            <a:prstGeom prst="rect">
              <a:avLst/>
            </a:prstGeom>
          </p:spPr>
        </p:pic>
        <p:pic>
          <p:nvPicPr>
            <p:cNvPr id="594" name="object 55">
              <a:extLst>
                <a:ext uri="{FF2B5EF4-FFF2-40B4-BE49-F238E27FC236}">
                  <a16:creationId xmlns:a16="http://schemas.microsoft.com/office/drawing/2014/main" id="{29294463-D2C3-A24F-AC28-2F6543568734}"/>
                </a:ext>
              </a:extLst>
            </p:cNvPr>
            <p:cNvPicPr/>
            <p:nvPr/>
          </p:nvPicPr>
          <p:blipFill>
            <a:blip r:embed="rId16"/>
            <a:stretch>
              <a:fillRect/>
            </a:stretch>
          </p:blipFill>
          <p:spPr>
            <a:xfrm>
              <a:off x="5793485" y="4318253"/>
              <a:ext cx="245363" cy="244601"/>
            </a:xfrm>
            <a:prstGeom prst="rect">
              <a:avLst/>
            </a:prstGeom>
          </p:spPr>
        </p:pic>
      </p:grpSp>
      <p:pic>
        <p:nvPicPr>
          <p:cNvPr id="595" name="object 56">
            <a:extLst>
              <a:ext uri="{FF2B5EF4-FFF2-40B4-BE49-F238E27FC236}">
                <a16:creationId xmlns:a16="http://schemas.microsoft.com/office/drawing/2014/main" id="{B6D980C5-0F38-CD40-8801-D0D52361B1CA}"/>
              </a:ext>
            </a:extLst>
          </p:cNvPr>
          <p:cNvPicPr/>
          <p:nvPr/>
        </p:nvPicPr>
        <p:blipFill>
          <a:blip r:embed="rId15"/>
          <a:stretch>
            <a:fillRect/>
          </a:stretch>
        </p:blipFill>
        <p:spPr>
          <a:xfrm>
            <a:off x="5929121" y="4175759"/>
            <a:ext cx="244601" cy="244601"/>
          </a:xfrm>
          <a:prstGeom prst="rect">
            <a:avLst/>
          </a:prstGeom>
        </p:spPr>
      </p:pic>
      <p:grpSp>
        <p:nvGrpSpPr>
          <p:cNvPr id="596" name="object 57">
            <a:extLst>
              <a:ext uri="{FF2B5EF4-FFF2-40B4-BE49-F238E27FC236}">
                <a16:creationId xmlns:a16="http://schemas.microsoft.com/office/drawing/2014/main" id="{AAEC965E-D2D2-6744-979E-1BECBB4610B0}"/>
              </a:ext>
            </a:extLst>
          </p:cNvPr>
          <p:cNvGrpSpPr/>
          <p:nvPr/>
        </p:nvGrpSpPr>
        <p:grpSpPr>
          <a:xfrm>
            <a:off x="6599681" y="4202429"/>
            <a:ext cx="650875" cy="534670"/>
            <a:chOff x="6599681" y="4202429"/>
            <a:chExt cx="650875" cy="534670"/>
          </a:xfrm>
        </p:grpSpPr>
        <p:pic>
          <p:nvPicPr>
            <p:cNvPr id="597" name="object 58">
              <a:extLst>
                <a:ext uri="{FF2B5EF4-FFF2-40B4-BE49-F238E27FC236}">
                  <a16:creationId xmlns:a16="http://schemas.microsoft.com/office/drawing/2014/main" id="{36542FC0-1103-EA4C-B3DC-9459849C25E1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6599681" y="4202429"/>
              <a:ext cx="650748" cy="534162"/>
            </a:xfrm>
            <a:prstGeom prst="rect">
              <a:avLst/>
            </a:prstGeom>
          </p:spPr>
        </p:pic>
        <p:pic>
          <p:nvPicPr>
            <p:cNvPr id="598" name="object 59">
              <a:extLst>
                <a:ext uri="{FF2B5EF4-FFF2-40B4-BE49-F238E27FC236}">
                  <a16:creationId xmlns:a16="http://schemas.microsoft.com/office/drawing/2014/main" id="{EF6ABD2A-0F80-394F-8BE9-FD51944427B3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6771131" y="4318253"/>
              <a:ext cx="244601" cy="245363"/>
            </a:xfrm>
            <a:prstGeom prst="rect">
              <a:avLst/>
            </a:prstGeom>
          </p:spPr>
        </p:pic>
        <p:pic>
          <p:nvPicPr>
            <p:cNvPr id="599" name="object 60">
              <a:extLst>
                <a:ext uri="{FF2B5EF4-FFF2-40B4-BE49-F238E27FC236}">
                  <a16:creationId xmlns:a16="http://schemas.microsoft.com/office/drawing/2014/main" id="{E2903122-9A7A-6D47-9A74-B4831FA874C4}"/>
                </a:ext>
              </a:extLst>
            </p:cNvPr>
            <p:cNvPicPr/>
            <p:nvPr/>
          </p:nvPicPr>
          <p:blipFill>
            <a:blip r:embed="rId5"/>
            <a:stretch>
              <a:fillRect/>
            </a:stretch>
          </p:blipFill>
          <p:spPr>
            <a:xfrm>
              <a:off x="6989063" y="4328921"/>
              <a:ext cx="244601" cy="245363"/>
            </a:xfrm>
            <a:prstGeom prst="rect">
              <a:avLst/>
            </a:prstGeom>
          </p:spPr>
        </p:pic>
      </p:grpSp>
      <p:pic>
        <p:nvPicPr>
          <p:cNvPr id="600" name="object 61">
            <a:extLst>
              <a:ext uri="{FF2B5EF4-FFF2-40B4-BE49-F238E27FC236}">
                <a16:creationId xmlns:a16="http://schemas.microsoft.com/office/drawing/2014/main" id="{331B869C-DC81-1246-8B42-26110816152D}"/>
              </a:ext>
            </a:extLst>
          </p:cNvPr>
          <p:cNvPicPr/>
          <p:nvPr/>
        </p:nvPicPr>
        <p:blipFill>
          <a:blip r:embed="rId4"/>
          <a:stretch>
            <a:fillRect/>
          </a:stretch>
        </p:blipFill>
        <p:spPr>
          <a:xfrm>
            <a:off x="6908292" y="4174235"/>
            <a:ext cx="244601" cy="244601"/>
          </a:xfrm>
          <a:prstGeom prst="rect">
            <a:avLst/>
          </a:prstGeom>
        </p:spPr>
      </p:pic>
      <p:pic>
        <p:nvPicPr>
          <p:cNvPr id="601" name="object 62">
            <a:extLst>
              <a:ext uri="{FF2B5EF4-FFF2-40B4-BE49-F238E27FC236}">
                <a16:creationId xmlns:a16="http://schemas.microsoft.com/office/drawing/2014/main" id="{E27DF8DA-1D32-7840-B794-CF63F61467F8}"/>
              </a:ext>
            </a:extLst>
          </p:cNvPr>
          <p:cNvPicPr/>
          <p:nvPr/>
        </p:nvPicPr>
        <p:blipFill>
          <a:blip r:embed="rId3"/>
          <a:stretch>
            <a:fillRect/>
          </a:stretch>
        </p:blipFill>
        <p:spPr>
          <a:xfrm>
            <a:off x="7676388" y="4174235"/>
            <a:ext cx="650748" cy="534162"/>
          </a:xfrm>
          <a:prstGeom prst="rect">
            <a:avLst/>
          </a:prstGeom>
        </p:spPr>
      </p:pic>
      <p:pic>
        <p:nvPicPr>
          <p:cNvPr id="602" name="object 63">
            <a:extLst>
              <a:ext uri="{FF2B5EF4-FFF2-40B4-BE49-F238E27FC236}">
                <a16:creationId xmlns:a16="http://schemas.microsoft.com/office/drawing/2014/main" id="{0D1074EF-58BF-3C4B-9361-E306D99C4058}"/>
              </a:ext>
            </a:extLst>
          </p:cNvPr>
          <p:cNvPicPr/>
          <p:nvPr/>
        </p:nvPicPr>
        <p:blipFill>
          <a:blip r:embed="rId6"/>
          <a:stretch>
            <a:fillRect/>
          </a:stretch>
        </p:blipFill>
        <p:spPr>
          <a:xfrm>
            <a:off x="8020050" y="4185665"/>
            <a:ext cx="244601" cy="244601"/>
          </a:xfrm>
          <a:prstGeom prst="rect">
            <a:avLst/>
          </a:prstGeom>
        </p:spPr>
      </p:pic>
      <p:pic>
        <p:nvPicPr>
          <p:cNvPr id="603" name="object 64">
            <a:extLst>
              <a:ext uri="{FF2B5EF4-FFF2-40B4-BE49-F238E27FC236}">
                <a16:creationId xmlns:a16="http://schemas.microsoft.com/office/drawing/2014/main" id="{4DD4ECA5-5DE5-7A48-A63F-53DCB81556C1}"/>
              </a:ext>
            </a:extLst>
          </p:cNvPr>
          <p:cNvPicPr/>
          <p:nvPr/>
        </p:nvPicPr>
        <p:blipFill>
          <a:blip r:embed="rId17"/>
          <a:stretch>
            <a:fillRect/>
          </a:stretch>
        </p:blipFill>
        <p:spPr>
          <a:xfrm>
            <a:off x="7893557" y="4271009"/>
            <a:ext cx="486155" cy="246887"/>
          </a:xfrm>
          <a:prstGeom prst="rect">
            <a:avLst/>
          </a:prstGeom>
        </p:spPr>
      </p:pic>
      <p:grpSp>
        <p:nvGrpSpPr>
          <p:cNvPr id="604" name="object 65">
            <a:extLst>
              <a:ext uri="{FF2B5EF4-FFF2-40B4-BE49-F238E27FC236}">
                <a16:creationId xmlns:a16="http://schemas.microsoft.com/office/drawing/2014/main" id="{0AE2FB5B-90F5-E047-A8C0-0D1884270A60}"/>
              </a:ext>
            </a:extLst>
          </p:cNvPr>
          <p:cNvGrpSpPr/>
          <p:nvPr/>
        </p:nvGrpSpPr>
        <p:grpSpPr>
          <a:xfrm>
            <a:off x="8805671" y="4174235"/>
            <a:ext cx="650875" cy="534670"/>
            <a:chOff x="8805671" y="4174235"/>
            <a:chExt cx="650875" cy="534670"/>
          </a:xfrm>
        </p:grpSpPr>
        <p:pic>
          <p:nvPicPr>
            <p:cNvPr id="605" name="object 66">
              <a:extLst>
                <a:ext uri="{FF2B5EF4-FFF2-40B4-BE49-F238E27FC236}">
                  <a16:creationId xmlns:a16="http://schemas.microsoft.com/office/drawing/2014/main" id="{B457B91E-7EFB-5C45-999E-07BFFD090A09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8805671" y="4174235"/>
              <a:ext cx="650748" cy="534162"/>
            </a:xfrm>
            <a:prstGeom prst="rect">
              <a:avLst/>
            </a:prstGeom>
          </p:spPr>
        </p:pic>
        <p:pic>
          <p:nvPicPr>
            <p:cNvPr id="606" name="object 67">
              <a:extLst>
                <a:ext uri="{FF2B5EF4-FFF2-40B4-BE49-F238E27FC236}">
                  <a16:creationId xmlns:a16="http://schemas.microsoft.com/office/drawing/2014/main" id="{3AE51EDF-40ED-7546-8048-ED78F0D24E92}"/>
                </a:ext>
              </a:extLst>
            </p:cNvPr>
            <p:cNvPicPr/>
            <p:nvPr/>
          </p:nvPicPr>
          <p:blipFill>
            <a:blip r:embed="rId13"/>
            <a:stretch>
              <a:fillRect/>
            </a:stretch>
          </p:blipFill>
          <p:spPr>
            <a:xfrm>
              <a:off x="9005315" y="4289297"/>
              <a:ext cx="245364" cy="244601"/>
            </a:xfrm>
            <a:prstGeom prst="rect">
              <a:avLst/>
            </a:prstGeom>
          </p:spPr>
        </p:pic>
        <p:pic>
          <p:nvPicPr>
            <p:cNvPr id="607" name="object 68">
              <a:extLst>
                <a:ext uri="{FF2B5EF4-FFF2-40B4-BE49-F238E27FC236}">
                  <a16:creationId xmlns:a16="http://schemas.microsoft.com/office/drawing/2014/main" id="{C02F43D2-D36B-7547-A459-1952898FD546}"/>
                </a:ext>
              </a:extLst>
            </p:cNvPr>
            <p:cNvPicPr/>
            <p:nvPr/>
          </p:nvPicPr>
          <p:blipFill>
            <a:blip r:embed="rId5"/>
            <a:stretch>
              <a:fillRect/>
            </a:stretch>
          </p:blipFill>
          <p:spPr>
            <a:xfrm>
              <a:off x="9180575" y="4324349"/>
              <a:ext cx="244601" cy="244601"/>
            </a:xfrm>
            <a:prstGeom prst="rect">
              <a:avLst/>
            </a:prstGeom>
          </p:spPr>
        </p:pic>
      </p:grpSp>
      <p:pic>
        <p:nvPicPr>
          <p:cNvPr id="608" name="object 69">
            <a:extLst>
              <a:ext uri="{FF2B5EF4-FFF2-40B4-BE49-F238E27FC236}">
                <a16:creationId xmlns:a16="http://schemas.microsoft.com/office/drawing/2014/main" id="{B0076371-A07D-314E-8852-615EF494EA27}"/>
              </a:ext>
            </a:extLst>
          </p:cNvPr>
          <p:cNvPicPr/>
          <p:nvPr/>
        </p:nvPicPr>
        <p:blipFill>
          <a:blip r:embed="rId4"/>
          <a:stretch>
            <a:fillRect/>
          </a:stretch>
        </p:blipFill>
        <p:spPr>
          <a:xfrm>
            <a:off x="9043416" y="4205478"/>
            <a:ext cx="244601" cy="244601"/>
          </a:xfrm>
          <a:prstGeom prst="rect">
            <a:avLst/>
          </a:prstGeom>
        </p:spPr>
      </p:pic>
      <p:grpSp>
        <p:nvGrpSpPr>
          <p:cNvPr id="609" name="object 70">
            <a:extLst>
              <a:ext uri="{FF2B5EF4-FFF2-40B4-BE49-F238E27FC236}">
                <a16:creationId xmlns:a16="http://schemas.microsoft.com/office/drawing/2014/main" id="{43C5923E-3AD4-BF4D-85B1-FD9F7D8D389C}"/>
              </a:ext>
            </a:extLst>
          </p:cNvPr>
          <p:cNvGrpSpPr/>
          <p:nvPr/>
        </p:nvGrpSpPr>
        <p:grpSpPr>
          <a:xfrm>
            <a:off x="2185416" y="4221479"/>
            <a:ext cx="691515" cy="533400"/>
            <a:chOff x="2185416" y="4221479"/>
            <a:chExt cx="691515" cy="533400"/>
          </a:xfrm>
        </p:grpSpPr>
        <p:pic>
          <p:nvPicPr>
            <p:cNvPr id="610" name="object 71">
              <a:extLst>
                <a:ext uri="{FF2B5EF4-FFF2-40B4-BE49-F238E27FC236}">
                  <a16:creationId xmlns:a16="http://schemas.microsoft.com/office/drawing/2014/main" id="{894A6A52-115F-5F48-840C-4488C166288D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2185416" y="4221479"/>
              <a:ext cx="650748" cy="533400"/>
            </a:xfrm>
            <a:prstGeom prst="rect">
              <a:avLst/>
            </a:prstGeom>
          </p:spPr>
        </p:pic>
        <p:pic>
          <p:nvPicPr>
            <p:cNvPr id="611" name="object 72">
              <a:extLst>
                <a:ext uri="{FF2B5EF4-FFF2-40B4-BE49-F238E27FC236}">
                  <a16:creationId xmlns:a16="http://schemas.microsoft.com/office/drawing/2014/main" id="{F2F9135B-B884-694A-BDFE-2591096B970A}"/>
                </a:ext>
              </a:extLst>
            </p:cNvPr>
            <p:cNvPicPr/>
            <p:nvPr/>
          </p:nvPicPr>
          <p:blipFill>
            <a:blip r:embed="rId10"/>
            <a:stretch>
              <a:fillRect/>
            </a:stretch>
          </p:blipFill>
          <p:spPr>
            <a:xfrm>
              <a:off x="2631186" y="4335779"/>
              <a:ext cx="245363" cy="244601"/>
            </a:xfrm>
            <a:prstGeom prst="rect">
              <a:avLst/>
            </a:prstGeom>
          </p:spPr>
        </p:pic>
        <p:pic>
          <p:nvPicPr>
            <p:cNvPr id="612" name="object 73">
              <a:extLst>
                <a:ext uri="{FF2B5EF4-FFF2-40B4-BE49-F238E27FC236}">
                  <a16:creationId xmlns:a16="http://schemas.microsoft.com/office/drawing/2014/main" id="{F9884A17-0A1E-5E4A-99B7-A0C88B2D26F8}"/>
                </a:ext>
              </a:extLst>
            </p:cNvPr>
            <p:cNvPicPr/>
            <p:nvPr/>
          </p:nvPicPr>
          <p:blipFill>
            <a:blip r:embed="rId18"/>
            <a:stretch>
              <a:fillRect/>
            </a:stretch>
          </p:blipFill>
          <p:spPr>
            <a:xfrm>
              <a:off x="2375154" y="4308347"/>
              <a:ext cx="246125" cy="245363"/>
            </a:xfrm>
            <a:prstGeom prst="rect">
              <a:avLst/>
            </a:prstGeom>
          </p:spPr>
        </p:pic>
      </p:grpSp>
      <p:pic>
        <p:nvPicPr>
          <p:cNvPr id="613" name="object 74">
            <a:extLst>
              <a:ext uri="{FF2B5EF4-FFF2-40B4-BE49-F238E27FC236}">
                <a16:creationId xmlns:a16="http://schemas.microsoft.com/office/drawing/2014/main" id="{8FB3D3F0-1CD3-1448-8022-CFC267D61E20}"/>
              </a:ext>
            </a:extLst>
          </p:cNvPr>
          <p:cNvPicPr/>
          <p:nvPr/>
        </p:nvPicPr>
        <p:blipFill>
          <a:blip r:embed="rId19"/>
          <a:stretch>
            <a:fillRect/>
          </a:stretch>
        </p:blipFill>
        <p:spPr>
          <a:xfrm>
            <a:off x="2485644" y="4174235"/>
            <a:ext cx="244601" cy="244601"/>
          </a:xfrm>
          <a:prstGeom prst="rect">
            <a:avLst/>
          </a:prstGeom>
        </p:spPr>
      </p:pic>
      <p:grpSp>
        <p:nvGrpSpPr>
          <p:cNvPr id="614" name="object 75">
            <a:extLst>
              <a:ext uri="{FF2B5EF4-FFF2-40B4-BE49-F238E27FC236}">
                <a16:creationId xmlns:a16="http://schemas.microsoft.com/office/drawing/2014/main" id="{D77D8A95-64E9-6C46-A574-7CBDB21BE126}"/>
              </a:ext>
            </a:extLst>
          </p:cNvPr>
          <p:cNvGrpSpPr/>
          <p:nvPr/>
        </p:nvGrpSpPr>
        <p:grpSpPr>
          <a:xfrm>
            <a:off x="3301746" y="4174235"/>
            <a:ext cx="651510" cy="548005"/>
            <a:chOff x="3301746" y="4174235"/>
            <a:chExt cx="651510" cy="548005"/>
          </a:xfrm>
        </p:grpSpPr>
        <p:pic>
          <p:nvPicPr>
            <p:cNvPr id="615" name="object 76">
              <a:extLst>
                <a:ext uri="{FF2B5EF4-FFF2-40B4-BE49-F238E27FC236}">
                  <a16:creationId xmlns:a16="http://schemas.microsoft.com/office/drawing/2014/main" id="{A7C0CB5B-7362-3447-B97A-53F2E3B2C860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3301746" y="4187951"/>
              <a:ext cx="651510" cy="534162"/>
            </a:xfrm>
            <a:prstGeom prst="rect">
              <a:avLst/>
            </a:prstGeom>
          </p:spPr>
        </p:pic>
        <p:pic>
          <p:nvPicPr>
            <p:cNvPr id="616" name="object 77">
              <a:extLst>
                <a:ext uri="{FF2B5EF4-FFF2-40B4-BE49-F238E27FC236}">
                  <a16:creationId xmlns:a16="http://schemas.microsoft.com/office/drawing/2014/main" id="{B43AD284-300F-B84C-AF87-6A23B27157C3}"/>
                </a:ext>
              </a:extLst>
            </p:cNvPr>
            <p:cNvPicPr/>
            <p:nvPr/>
          </p:nvPicPr>
          <p:blipFill>
            <a:blip r:embed="rId9"/>
            <a:stretch>
              <a:fillRect/>
            </a:stretch>
          </p:blipFill>
          <p:spPr>
            <a:xfrm>
              <a:off x="3491484" y="4274819"/>
              <a:ext cx="246125" cy="246125"/>
            </a:xfrm>
            <a:prstGeom prst="rect">
              <a:avLst/>
            </a:prstGeom>
          </p:spPr>
        </p:pic>
        <p:pic>
          <p:nvPicPr>
            <p:cNvPr id="617" name="object 78">
              <a:extLst>
                <a:ext uri="{FF2B5EF4-FFF2-40B4-BE49-F238E27FC236}">
                  <a16:creationId xmlns:a16="http://schemas.microsoft.com/office/drawing/2014/main" id="{8170F279-7185-D84E-AD8B-FB443B1C32C5}"/>
                </a:ext>
              </a:extLst>
            </p:cNvPr>
            <p:cNvPicPr/>
            <p:nvPr/>
          </p:nvPicPr>
          <p:blipFill>
            <a:blip r:embed="rId11"/>
            <a:stretch>
              <a:fillRect/>
            </a:stretch>
          </p:blipFill>
          <p:spPr>
            <a:xfrm>
              <a:off x="3643122" y="4174235"/>
              <a:ext cx="245363" cy="244601"/>
            </a:xfrm>
            <a:prstGeom prst="rect">
              <a:avLst/>
            </a:prstGeom>
          </p:spPr>
        </p:pic>
        <p:pic>
          <p:nvPicPr>
            <p:cNvPr id="618" name="object 79">
              <a:extLst>
                <a:ext uri="{FF2B5EF4-FFF2-40B4-BE49-F238E27FC236}">
                  <a16:creationId xmlns:a16="http://schemas.microsoft.com/office/drawing/2014/main" id="{A83306C4-43E7-E640-9DDB-92ED00C4B880}"/>
                </a:ext>
              </a:extLst>
            </p:cNvPr>
            <p:cNvPicPr/>
            <p:nvPr/>
          </p:nvPicPr>
          <p:blipFill>
            <a:blip r:embed="rId16"/>
            <a:stretch>
              <a:fillRect/>
            </a:stretch>
          </p:blipFill>
          <p:spPr>
            <a:xfrm>
              <a:off x="3694176" y="4315205"/>
              <a:ext cx="245363" cy="244601"/>
            </a:xfrm>
            <a:prstGeom prst="rect">
              <a:avLst/>
            </a:prstGeom>
          </p:spPr>
        </p:pic>
      </p:grpSp>
      <p:pic>
        <p:nvPicPr>
          <p:cNvPr id="619" name="object 80">
            <a:extLst>
              <a:ext uri="{FF2B5EF4-FFF2-40B4-BE49-F238E27FC236}">
                <a16:creationId xmlns:a16="http://schemas.microsoft.com/office/drawing/2014/main" id="{7E12A00A-1B68-754C-A8A7-26E9172482C6}"/>
              </a:ext>
            </a:extLst>
          </p:cNvPr>
          <p:cNvPicPr/>
          <p:nvPr/>
        </p:nvPicPr>
        <p:blipFill>
          <a:blip r:embed="rId20"/>
          <a:stretch>
            <a:fillRect/>
          </a:stretch>
        </p:blipFill>
        <p:spPr>
          <a:xfrm>
            <a:off x="1388407" y="4178851"/>
            <a:ext cx="239986" cy="239986"/>
          </a:xfrm>
          <a:prstGeom prst="rect">
            <a:avLst/>
          </a:prstGeom>
        </p:spPr>
      </p:pic>
      <p:grpSp>
        <p:nvGrpSpPr>
          <p:cNvPr id="620" name="object 81">
            <a:extLst>
              <a:ext uri="{FF2B5EF4-FFF2-40B4-BE49-F238E27FC236}">
                <a16:creationId xmlns:a16="http://schemas.microsoft.com/office/drawing/2014/main" id="{89A82AB4-F8C4-5F41-9B00-B3E72B2F64D8}"/>
              </a:ext>
            </a:extLst>
          </p:cNvPr>
          <p:cNvGrpSpPr/>
          <p:nvPr/>
        </p:nvGrpSpPr>
        <p:grpSpPr>
          <a:xfrm>
            <a:off x="1107947" y="4230623"/>
            <a:ext cx="651510" cy="533400"/>
            <a:chOff x="1107947" y="4230623"/>
            <a:chExt cx="651510" cy="533400"/>
          </a:xfrm>
        </p:grpSpPr>
        <p:pic>
          <p:nvPicPr>
            <p:cNvPr id="621" name="object 82">
              <a:extLst>
                <a:ext uri="{FF2B5EF4-FFF2-40B4-BE49-F238E27FC236}">
                  <a16:creationId xmlns:a16="http://schemas.microsoft.com/office/drawing/2014/main" id="{1C6E39B8-6428-F24C-9BCD-C50F1BD99469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1107947" y="4230623"/>
              <a:ext cx="650747" cy="533400"/>
            </a:xfrm>
            <a:prstGeom prst="rect">
              <a:avLst/>
            </a:prstGeom>
          </p:spPr>
        </p:pic>
        <p:pic>
          <p:nvPicPr>
            <p:cNvPr id="622" name="object 83">
              <a:extLst>
                <a:ext uri="{FF2B5EF4-FFF2-40B4-BE49-F238E27FC236}">
                  <a16:creationId xmlns:a16="http://schemas.microsoft.com/office/drawing/2014/main" id="{D9C1F1D0-3B2D-684D-A34B-F6F20A83509B}"/>
                </a:ext>
              </a:extLst>
            </p:cNvPr>
            <p:cNvPicPr/>
            <p:nvPr/>
          </p:nvPicPr>
          <p:blipFill>
            <a:blip r:embed="rId9"/>
            <a:stretch>
              <a:fillRect/>
            </a:stretch>
          </p:blipFill>
          <p:spPr>
            <a:xfrm>
              <a:off x="1259585" y="4316729"/>
              <a:ext cx="246125" cy="246125"/>
            </a:xfrm>
            <a:prstGeom prst="rect">
              <a:avLst/>
            </a:prstGeom>
          </p:spPr>
        </p:pic>
        <p:pic>
          <p:nvPicPr>
            <p:cNvPr id="623" name="object 84">
              <a:extLst>
                <a:ext uri="{FF2B5EF4-FFF2-40B4-BE49-F238E27FC236}">
                  <a16:creationId xmlns:a16="http://schemas.microsoft.com/office/drawing/2014/main" id="{311044DF-9A41-0642-B7C8-0E02BF66E873}"/>
                </a:ext>
              </a:extLst>
            </p:cNvPr>
            <p:cNvPicPr/>
            <p:nvPr/>
          </p:nvPicPr>
          <p:blipFill>
            <a:blip r:embed="rId21"/>
            <a:stretch>
              <a:fillRect/>
            </a:stretch>
          </p:blipFill>
          <p:spPr>
            <a:xfrm>
              <a:off x="1504187" y="4356353"/>
              <a:ext cx="255269" cy="256031"/>
            </a:xfrm>
            <a:prstGeom prst="rect">
              <a:avLst/>
            </a:prstGeom>
          </p:spPr>
        </p:pic>
      </p:grpSp>
      <p:grpSp>
        <p:nvGrpSpPr>
          <p:cNvPr id="624" name="object 85">
            <a:extLst>
              <a:ext uri="{FF2B5EF4-FFF2-40B4-BE49-F238E27FC236}">
                <a16:creationId xmlns:a16="http://schemas.microsoft.com/office/drawing/2014/main" id="{7DC706D7-6EE6-2444-9262-7482F40CA6A1}"/>
              </a:ext>
            </a:extLst>
          </p:cNvPr>
          <p:cNvGrpSpPr/>
          <p:nvPr/>
        </p:nvGrpSpPr>
        <p:grpSpPr>
          <a:xfrm>
            <a:off x="9881616" y="4201667"/>
            <a:ext cx="651510" cy="534670"/>
            <a:chOff x="9881616" y="4201667"/>
            <a:chExt cx="651510" cy="534670"/>
          </a:xfrm>
        </p:grpSpPr>
        <p:pic>
          <p:nvPicPr>
            <p:cNvPr id="625" name="object 86">
              <a:extLst>
                <a:ext uri="{FF2B5EF4-FFF2-40B4-BE49-F238E27FC236}">
                  <a16:creationId xmlns:a16="http://schemas.microsoft.com/office/drawing/2014/main" id="{5186A3FB-4B64-4F4F-A1BD-65025F3C12F7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9881616" y="4201667"/>
              <a:ext cx="651509" cy="534162"/>
            </a:xfrm>
            <a:prstGeom prst="rect">
              <a:avLst/>
            </a:prstGeom>
          </p:spPr>
        </p:pic>
        <p:pic>
          <p:nvPicPr>
            <p:cNvPr id="626" name="object 87">
              <a:extLst>
                <a:ext uri="{FF2B5EF4-FFF2-40B4-BE49-F238E27FC236}">
                  <a16:creationId xmlns:a16="http://schemas.microsoft.com/office/drawing/2014/main" id="{F0837D7A-1A77-F748-B2E1-6F81873B2AC0}"/>
                </a:ext>
              </a:extLst>
            </p:cNvPr>
            <p:cNvPicPr/>
            <p:nvPr/>
          </p:nvPicPr>
          <p:blipFill>
            <a:blip r:embed="rId13"/>
            <a:stretch>
              <a:fillRect/>
            </a:stretch>
          </p:blipFill>
          <p:spPr>
            <a:xfrm>
              <a:off x="10100310" y="4298441"/>
              <a:ext cx="244601" cy="244601"/>
            </a:xfrm>
            <a:prstGeom prst="rect">
              <a:avLst/>
            </a:prstGeom>
          </p:spPr>
        </p:pic>
        <p:pic>
          <p:nvPicPr>
            <p:cNvPr id="627" name="object 88">
              <a:extLst>
                <a:ext uri="{FF2B5EF4-FFF2-40B4-BE49-F238E27FC236}">
                  <a16:creationId xmlns:a16="http://schemas.microsoft.com/office/drawing/2014/main" id="{612C88E4-0929-2C40-B9DE-2A642E17D669}"/>
                </a:ext>
              </a:extLst>
            </p:cNvPr>
            <p:cNvPicPr/>
            <p:nvPr/>
          </p:nvPicPr>
          <p:blipFill>
            <a:blip r:embed="rId5"/>
            <a:stretch>
              <a:fillRect/>
            </a:stretch>
          </p:blipFill>
          <p:spPr>
            <a:xfrm>
              <a:off x="10273284" y="4320539"/>
              <a:ext cx="244601" cy="244601"/>
            </a:xfrm>
            <a:prstGeom prst="rect">
              <a:avLst/>
            </a:prstGeom>
          </p:spPr>
        </p:pic>
      </p:grpSp>
      <p:pic>
        <p:nvPicPr>
          <p:cNvPr id="628" name="object 89">
            <a:extLst>
              <a:ext uri="{FF2B5EF4-FFF2-40B4-BE49-F238E27FC236}">
                <a16:creationId xmlns:a16="http://schemas.microsoft.com/office/drawing/2014/main" id="{85048DBF-DEB0-8C4F-B924-56854422FCE8}"/>
              </a:ext>
            </a:extLst>
          </p:cNvPr>
          <p:cNvPicPr/>
          <p:nvPr/>
        </p:nvPicPr>
        <p:blipFill>
          <a:blip r:embed="rId6"/>
          <a:stretch>
            <a:fillRect/>
          </a:stretch>
        </p:blipFill>
        <p:spPr>
          <a:xfrm>
            <a:off x="10184892" y="4174235"/>
            <a:ext cx="244601" cy="244601"/>
          </a:xfrm>
          <a:prstGeom prst="rect">
            <a:avLst/>
          </a:prstGeom>
        </p:spPr>
      </p:pic>
      <p:grpSp>
        <p:nvGrpSpPr>
          <p:cNvPr id="629" name="object 90">
            <a:extLst>
              <a:ext uri="{FF2B5EF4-FFF2-40B4-BE49-F238E27FC236}">
                <a16:creationId xmlns:a16="http://schemas.microsoft.com/office/drawing/2014/main" id="{DE691D6E-2B95-FC48-A14E-A4D121FB0287}"/>
              </a:ext>
            </a:extLst>
          </p:cNvPr>
          <p:cNvGrpSpPr/>
          <p:nvPr/>
        </p:nvGrpSpPr>
        <p:grpSpPr>
          <a:xfrm>
            <a:off x="1421891" y="5347715"/>
            <a:ext cx="657225" cy="584835"/>
            <a:chOff x="1421891" y="5347715"/>
            <a:chExt cx="657225" cy="584835"/>
          </a:xfrm>
        </p:grpSpPr>
        <p:pic>
          <p:nvPicPr>
            <p:cNvPr id="630" name="object 91">
              <a:extLst>
                <a:ext uri="{FF2B5EF4-FFF2-40B4-BE49-F238E27FC236}">
                  <a16:creationId xmlns:a16="http://schemas.microsoft.com/office/drawing/2014/main" id="{C6D9BB42-F745-7C44-BD41-C56317CF92CC}"/>
                </a:ext>
              </a:extLst>
            </p:cNvPr>
            <p:cNvPicPr/>
            <p:nvPr/>
          </p:nvPicPr>
          <p:blipFill>
            <a:blip r:embed="rId22"/>
            <a:stretch>
              <a:fillRect/>
            </a:stretch>
          </p:blipFill>
          <p:spPr>
            <a:xfrm>
              <a:off x="1629215" y="5361431"/>
              <a:ext cx="197238" cy="233934"/>
            </a:xfrm>
            <a:prstGeom prst="rect">
              <a:avLst/>
            </a:prstGeom>
          </p:spPr>
        </p:pic>
        <p:pic>
          <p:nvPicPr>
            <p:cNvPr id="631" name="object 92">
              <a:extLst>
                <a:ext uri="{FF2B5EF4-FFF2-40B4-BE49-F238E27FC236}">
                  <a16:creationId xmlns:a16="http://schemas.microsoft.com/office/drawing/2014/main" id="{F3AFEFD6-4B1E-B142-9FFC-E1A5EB1CEA4D}"/>
                </a:ext>
              </a:extLst>
            </p:cNvPr>
            <p:cNvPicPr/>
            <p:nvPr/>
          </p:nvPicPr>
          <p:blipFill>
            <a:blip r:embed="rId23"/>
            <a:stretch>
              <a:fillRect/>
            </a:stretch>
          </p:blipFill>
          <p:spPr>
            <a:xfrm>
              <a:off x="1816607" y="5347715"/>
              <a:ext cx="233933" cy="233934"/>
            </a:xfrm>
            <a:prstGeom prst="rect">
              <a:avLst/>
            </a:prstGeom>
          </p:spPr>
        </p:pic>
        <p:pic>
          <p:nvPicPr>
            <p:cNvPr id="632" name="object 93">
              <a:extLst>
                <a:ext uri="{FF2B5EF4-FFF2-40B4-BE49-F238E27FC236}">
                  <a16:creationId xmlns:a16="http://schemas.microsoft.com/office/drawing/2014/main" id="{E4DF8617-2F7D-0B48-B7F6-FEEFBF4F73F2}"/>
                </a:ext>
              </a:extLst>
            </p:cNvPr>
            <p:cNvPicPr/>
            <p:nvPr/>
          </p:nvPicPr>
          <p:blipFill>
            <a:blip r:embed="rId24"/>
            <a:stretch>
              <a:fillRect/>
            </a:stretch>
          </p:blipFill>
          <p:spPr>
            <a:xfrm>
              <a:off x="1633727" y="5551931"/>
              <a:ext cx="233934" cy="233934"/>
            </a:xfrm>
            <a:prstGeom prst="rect">
              <a:avLst/>
            </a:prstGeom>
          </p:spPr>
        </p:pic>
        <p:pic>
          <p:nvPicPr>
            <p:cNvPr id="633" name="object 94">
              <a:extLst>
                <a:ext uri="{FF2B5EF4-FFF2-40B4-BE49-F238E27FC236}">
                  <a16:creationId xmlns:a16="http://schemas.microsoft.com/office/drawing/2014/main" id="{D8D8A55D-5DBB-F948-9F7B-D8304CE024FB}"/>
                </a:ext>
              </a:extLst>
            </p:cNvPr>
            <p:cNvPicPr/>
            <p:nvPr/>
          </p:nvPicPr>
          <p:blipFill>
            <a:blip r:embed="rId25"/>
            <a:stretch>
              <a:fillRect/>
            </a:stretch>
          </p:blipFill>
          <p:spPr>
            <a:xfrm>
              <a:off x="1844801" y="5521451"/>
              <a:ext cx="233934" cy="233934"/>
            </a:xfrm>
            <a:prstGeom prst="rect">
              <a:avLst/>
            </a:prstGeom>
          </p:spPr>
        </p:pic>
        <p:pic>
          <p:nvPicPr>
            <p:cNvPr id="634" name="object 95">
              <a:extLst>
                <a:ext uri="{FF2B5EF4-FFF2-40B4-BE49-F238E27FC236}">
                  <a16:creationId xmlns:a16="http://schemas.microsoft.com/office/drawing/2014/main" id="{814B7148-18DD-6B43-B75E-ED7B99C6A5AE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1421891" y="5399531"/>
              <a:ext cx="649985" cy="532638"/>
            </a:xfrm>
            <a:prstGeom prst="rect">
              <a:avLst/>
            </a:prstGeom>
          </p:spPr>
        </p:pic>
      </p:grpSp>
      <p:grpSp>
        <p:nvGrpSpPr>
          <p:cNvPr id="635" name="object 96">
            <a:extLst>
              <a:ext uri="{FF2B5EF4-FFF2-40B4-BE49-F238E27FC236}">
                <a16:creationId xmlns:a16="http://schemas.microsoft.com/office/drawing/2014/main" id="{AA238CEC-EE4E-034B-8B9C-3328CD58BC26}"/>
              </a:ext>
            </a:extLst>
          </p:cNvPr>
          <p:cNvGrpSpPr/>
          <p:nvPr/>
        </p:nvGrpSpPr>
        <p:grpSpPr>
          <a:xfrm>
            <a:off x="2743200" y="5385053"/>
            <a:ext cx="654050" cy="547370"/>
            <a:chOff x="2743200" y="5385053"/>
            <a:chExt cx="654050" cy="547370"/>
          </a:xfrm>
        </p:grpSpPr>
        <p:pic>
          <p:nvPicPr>
            <p:cNvPr id="636" name="object 97">
              <a:extLst>
                <a:ext uri="{FF2B5EF4-FFF2-40B4-BE49-F238E27FC236}">
                  <a16:creationId xmlns:a16="http://schemas.microsoft.com/office/drawing/2014/main" id="{0616A500-7018-814C-96EA-4B92681DB2B7}"/>
                </a:ext>
              </a:extLst>
            </p:cNvPr>
            <p:cNvPicPr/>
            <p:nvPr/>
          </p:nvPicPr>
          <p:blipFill>
            <a:blip r:embed="rId22"/>
            <a:stretch>
              <a:fillRect/>
            </a:stretch>
          </p:blipFill>
          <p:spPr>
            <a:xfrm>
              <a:off x="3199697" y="5509259"/>
              <a:ext cx="197238" cy="233934"/>
            </a:xfrm>
            <a:prstGeom prst="rect">
              <a:avLst/>
            </a:prstGeom>
          </p:spPr>
        </p:pic>
        <p:pic>
          <p:nvPicPr>
            <p:cNvPr id="637" name="object 98">
              <a:extLst>
                <a:ext uri="{FF2B5EF4-FFF2-40B4-BE49-F238E27FC236}">
                  <a16:creationId xmlns:a16="http://schemas.microsoft.com/office/drawing/2014/main" id="{1FC0A281-4158-4B4B-96C4-4F44E733C227}"/>
                </a:ext>
              </a:extLst>
            </p:cNvPr>
            <p:cNvPicPr/>
            <p:nvPr/>
          </p:nvPicPr>
          <p:blipFill>
            <a:blip r:embed="rId26"/>
            <a:stretch>
              <a:fillRect/>
            </a:stretch>
          </p:blipFill>
          <p:spPr>
            <a:xfrm>
              <a:off x="3061715" y="5453633"/>
              <a:ext cx="233933" cy="233934"/>
            </a:xfrm>
            <a:prstGeom prst="rect">
              <a:avLst/>
            </a:prstGeom>
          </p:spPr>
        </p:pic>
        <p:pic>
          <p:nvPicPr>
            <p:cNvPr id="638" name="object 99">
              <a:extLst>
                <a:ext uri="{FF2B5EF4-FFF2-40B4-BE49-F238E27FC236}">
                  <a16:creationId xmlns:a16="http://schemas.microsoft.com/office/drawing/2014/main" id="{57FA738D-14C4-FA4F-96DC-7FE6B3563DD0}"/>
                </a:ext>
              </a:extLst>
            </p:cNvPr>
            <p:cNvPicPr/>
            <p:nvPr/>
          </p:nvPicPr>
          <p:blipFill>
            <a:blip r:embed="rId23"/>
            <a:stretch>
              <a:fillRect/>
            </a:stretch>
          </p:blipFill>
          <p:spPr>
            <a:xfrm>
              <a:off x="2891028" y="5385053"/>
              <a:ext cx="233934" cy="233934"/>
            </a:xfrm>
            <a:prstGeom prst="rect">
              <a:avLst/>
            </a:prstGeom>
          </p:spPr>
        </p:pic>
        <p:pic>
          <p:nvPicPr>
            <p:cNvPr id="639" name="object 100">
              <a:extLst>
                <a:ext uri="{FF2B5EF4-FFF2-40B4-BE49-F238E27FC236}">
                  <a16:creationId xmlns:a16="http://schemas.microsoft.com/office/drawing/2014/main" id="{3F19162C-1272-7C45-827B-7344DC957AE8}"/>
                </a:ext>
              </a:extLst>
            </p:cNvPr>
            <p:cNvPicPr/>
            <p:nvPr/>
          </p:nvPicPr>
          <p:blipFill>
            <a:blip r:embed="rId25"/>
            <a:stretch>
              <a:fillRect/>
            </a:stretch>
          </p:blipFill>
          <p:spPr>
            <a:xfrm>
              <a:off x="2980181" y="5521451"/>
              <a:ext cx="233933" cy="233934"/>
            </a:xfrm>
            <a:prstGeom prst="rect">
              <a:avLst/>
            </a:prstGeom>
          </p:spPr>
        </p:pic>
        <p:pic>
          <p:nvPicPr>
            <p:cNvPr id="640" name="object 101">
              <a:extLst>
                <a:ext uri="{FF2B5EF4-FFF2-40B4-BE49-F238E27FC236}">
                  <a16:creationId xmlns:a16="http://schemas.microsoft.com/office/drawing/2014/main" id="{21847173-0001-3F48-90A0-715FFA8D8094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2743200" y="5399531"/>
              <a:ext cx="649224" cy="532638"/>
            </a:xfrm>
            <a:prstGeom prst="rect">
              <a:avLst/>
            </a:prstGeom>
          </p:spPr>
        </p:pic>
      </p:grpSp>
      <p:grpSp>
        <p:nvGrpSpPr>
          <p:cNvPr id="641" name="object 102">
            <a:extLst>
              <a:ext uri="{FF2B5EF4-FFF2-40B4-BE49-F238E27FC236}">
                <a16:creationId xmlns:a16="http://schemas.microsoft.com/office/drawing/2014/main" id="{5E011265-1C58-D542-B633-2E84DFB56B06}"/>
              </a:ext>
            </a:extLst>
          </p:cNvPr>
          <p:cNvGrpSpPr/>
          <p:nvPr/>
        </p:nvGrpSpPr>
        <p:grpSpPr>
          <a:xfrm>
            <a:off x="4078985" y="5347715"/>
            <a:ext cx="692785" cy="584835"/>
            <a:chOff x="4078985" y="5347715"/>
            <a:chExt cx="692785" cy="584835"/>
          </a:xfrm>
        </p:grpSpPr>
        <p:pic>
          <p:nvPicPr>
            <p:cNvPr id="642" name="object 103">
              <a:extLst>
                <a:ext uri="{FF2B5EF4-FFF2-40B4-BE49-F238E27FC236}">
                  <a16:creationId xmlns:a16="http://schemas.microsoft.com/office/drawing/2014/main" id="{3CFC62AC-0981-4949-B2F8-E20267E052AB}"/>
                </a:ext>
              </a:extLst>
            </p:cNvPr>
            <p:cNvPicPr/>
            <p:nvPr/>
          </p:nvPicPr>
          <p:blipFill>
            <a:blip r:embed="rId27"/>
            <a:stretch>
              <a:fillRect/>
            </a:stretch>
          </p:blipFill>
          <p:spPr>
            <a:xfrm>
              <a:off x="4297799" y="5375909"/>
              <a:ext cx="197880" cy="233934"/>
            </a:xfrm>
            <a:prstGeom prst="rect">
              <a:avLst/>
            </a:prstGeom>
          </p:spPr>
        </p:pic>
        <p:pic>
          <p:nvPicPr>
            <p:cNvPr id="643" name="object 104">
              <a:extLst>
                <a:ext uri="{FF2B5EF4-FFF2-40B4-BE49-F238E27FC236}">
                  <a16:creationId xmlns:a16="http://schemas.microsoft.com/office/drawing/2014/main" id="{C7861429-C11F-5E40-9A8C-9CCCD29CB6F1}"/>
                </a:ext>
              </a:extLst>
            </p:cNvPr>
            <p:cNvPicPr/>
            <p:nvPr/>
          </p:nvPicPr>
          <p:blipFill>
            <a:blip r:embed="rId26"/>
            <a:stretch>
              <a:fillRect/>
            </a:stretch>
          </p:blipFill>
          <p:spPr>
            <a:xfrm>
              <a:off x="4450079" y="5347715"/>
              <a:ext cx="233934" cy="233934"/>
            </a:xfrm>
            <a:prstGeom prst="rect">
              <a:avLst/>
            </a:prstGeom>
          </p:spPr>
        </p:pic>
        <p:pic>
          <p:nvPicPr>
            <p:cNvPr id="644" name="object 105">
              <a:extLst>
                <a:ext uri="{FF2B5EF4-FFF2-40B4-BE49-F238E27FC236}">
                  <a16:creationId xmlns:a16="http://schemas.microsoft.com/office/drawing/2014/main" id="{AB682E30-A9B8-C94A-981F-CD1C5AA7EC8D}"/>
                </a:ext>
              </a:extLst>
            </p:cNvPr>
            <p:cNvPicPr/>
            <p:nvPr/>
          </p:nvPicPr>
          <p:blipFill>
            <a:blip r:embed="rId28"/>
            <a:stretch>
              <a:fillRect/>
            </a:stretch>
          </p:blipFill>
          <p:spPr>
            <a:xfrm>
              <a:off x="4299203" y="5534405"/>
              <a:ext cx="234696" cy="234696"/>
            </a:xfrm>
            <a:prstGeom prst="rect">
              <a:avLst/>
            </a:prstGeom>
          </p:spPr>
        </p:pic>
        <p:pic>
          <p:nvPicPr>
            <p:cNvPr id="645" name="object 106">
              <a:extLst>
                <a:ext uri="{FF2B5EF4-FFF2-40B4-BE49-F238E27FC236}">
                  <a16:creationId xmlns:a16="http://schemas.microsoft.com/office/drawing/2014/main" id="{8BAE8E4F-D347-6A4E-A0CD-81E1E28578B6}"/>
                </a:ext>
              </a:extLst>
            </p:cNvPr>
            <p:cNvPicPr/>
            <p:nvPr/>
          </p:nvPicPr>
          <p:blipFill>
            <a:blip r:embed="rId29"/>
            <a:stretch>
              <a:fillRect/>
            </a:stretch>
          </p:blipFill>
          <p:spPr>
            <a:xfrm>
              <a:off x="4536947" y="5521451"/>
              <a:ext cx="234696" cy="233934"/>
            </a:xfrm>
            <a:prstGeom prst="rect">
              <a:avLst/>
            </a:prstGeom>
          </p:spPr>
        </p:pic>
        <p:pic>
          <p:nvPicPr>
            <p:cNvPr id="646" name="object 107">
              <a:extLst>
                <a:ext uri="{FF2B5EF4-FFF2-40B4-BE49-F238E27FC236}">
                  <a16:creationId xmlns:a16="http://schemas.microsoft.com/office/drawing/2014/main" id="{042D4564-31BC-0D40-BBF7-7FA86324F0B6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4078985" y="5399531"/>
              <a:ext cx="649986" cy="532638"/>
            </a:xfrm>
            <a:prstGeom prst="rect">
              <a:avLst/>
            </a:prstGeom>
          </p:spPr>
        </p:pic>
      </p:grpSp>
      <p:grpSp>
        <p:nvGrpSpPr>
          <p:cNvPr id="647" name="object 108">
            <a:extLst>
              <a:ext uri="{FF2B5EF4-FFF2-40B4-BE49-F238E27FC236}">
                <a16:creationId xmlns:a16="http://schemas.microsoft.com/office/drawing/2014/main" id="{402F72CA-7565-6E44-A350-32C6761FE080}"/>
              </a:ext>
            </a:extLst>
          </p:cNvPr>
          <p:cNvGrpSpPr/>
          <p:nvPr/>
        </p:nvGrpSpPr>
        <p:grpSpPr>
          <a:xfrm>
            <a:off x="51053" y="1748789"/>
            <a:ext cx="650875" cy="534670"/>
            <a:chOff x="51053" y="1748789"/>
            <a:chExt cx="650875" cy="534670"/>
          </a:xfrm>
        </p:grpSpPr>
        <p:pic>
          <p:nvPicPr>
            <p:cNvPr id="648" name="object 109">
              <a:extLst>
                <a:ext uri="{FF2B5EF4-FFF2-40B4-BE49-F238E27FC236}">
                  <a16:creationId xmlns:a16="http://schemas.microsoft.com/office/drawing/2014/main" id="{1E0937F8-EAA4-F842-9001-2BB865535952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51053" y="1748789"/>
              <a:ext cx="650748" cy="534162"/>
            </a:xfrm>
            <a:prstGeom prst="rect">
              <a:avLst/>
            </a:prstGeom>
          </p:spPr>
        </p:pic>
        <p:pic>
          <p:nvPicPr>
            <p:cNvPr id="649" name="object 110">
              <a:extLst>
                <a:ext uri="{FF2B5EF4-FFF2-40B4-BE49-F238E27FC236}">
                  <a16:creationId xmlns:a16="http://schemas.microsoft.com/office/drawing/2014/main" id="{F4A40FA8-D086-5149-87B3-526A04888241}"/>
                </a:ext>
              </a:extLst>
            </p:cNvPr>
            <p:cNvPicPr/>
            <p:nvPr/>
          </p:nvPicPr>
          <p:blipFill>
            <a:blip r:embed="rId30"/>
            <a:stretch>
              <a:fillRect/>
            </a:stretch>
          </p:blipFill>
          <p:spPr>
            <a:xfrm>
              <a:off x="307085" y="1835657"/>
              <a:ext cx="246126" cy="246125"/>
            </a:xfrm>
            <a:prstGeom prst="rect">
              <a:avLst/>
            </a:prstGeom>
          </p:spPr>
        </p:pic>
      </p:grpSp>
      <p:pic>
        <p:nvPicPr>
          <p:cNvPr id="650" name="object 111">
            <a:extLst>
              <a:ext uri="{FF2B5EF4-FFF2-40B4-BE49-F238E27FC236}">
                <a16:creationId xmlns:a16="http://schemas.microsoft.com/office/drawing/2014/main" id="{2A938F5D-4551-154F-B585-A97F93BCA43E}"/>
              </a:ext>
            </a:extLst>
          </p:cNvPr>
          <p:cNvPicPr/>
          <p:nvPr/>
        </p:nvPicPr>
        <p:blipFill>
          <a:blip r:embed="rId31"/>
          <a:stretch>
            <a:fillRect/>
          </a:stretch>
        </p:blipFill>
        <p:spPr>
          <a:xfrm>
            <a:off x="140527" y="1337361"/>
            <a:ext cx="147951" cy="332891"/>
          </a:xfrm>
          <a:prstGeom prst="rect">
            <a:avLst/>
          </a:prstGeom>
        </p:spPr>
      </p:pic>
      <p:pic>
        <p:nvPicPr>
          <p:cNvPr id="651" name="object 112">
            <a:extLst>
              <a:ext uri="{FF2B5EF4-FFF2-40B4-BE49-F238E27FC236}">
                <a16:creationId xmlns:a16="http://schemas.microsoft.com/office/drawing/2014/main" id="{F076E726-A079-CA4C-A80D-D61287FB50F9}"/>
              </a:ext>
            </a:extLst>
          </p:cNvPr>
          <p:cNvPicPr/>
          <p:nvPr/>
        </p:nvPicPr>
        <p:blipFill>
          <a:blip r:embed="rId32"/>
          <a:stretch>
            <a:fillRect/>
          </a:stretch>
        </p:blipFill>
        <p:spPr>
          <a:xfrm>
            <a:off x="1167033" y="1407825"/>
            <a:ext cx="268162" cy="268162"/>
          </a:xfrm>
          <a:prstGeom prst="rect">
            <a:avLst/>
          </a:prstGeom>
        </p:spPr>
      </p:pic>
      <p:grpSp>
        <p:nvGrpSpPr>
          <p:cNvPr id="652" name="object 113">
            <a:extLst>
              <a:ext uri="{FF2B5EF4-FFF2-40B4-BE49-F238E27FC236}">
                <a16:creationId xmlns:a16="http://schemas.microsoft.com/office/drawing/2014/main" id="{C1C5DACE-E74B-D046-AABA-7AE47AEDC43E}"/>
              </a:ext>
            </a:extLst>
          </p:cNvPr>
          <p:cNvGrpSpPr/>
          <p:nvPr/>
        </p:nvGrpSpPr>
        <p:grpSpPr>
          <a:xfrm>
            <a:off x="386334" y="1337361"/>
            <a:ext cx="709930" cy="333375"/>
            <a:chOff x="386334" y="1337361"/>
            <a:chExt cx="709930" cy="333375"/>
          </a:xfrm>
        </p:grpSpPr>
        <p:pic>
          <p:nvPicPr>
            <p:cNvPr id="653" name="object 114">
              <a:extLst>
                <a:ext uri="{FF2B5EF4-FFF2-40B4-BE49-F238E27FC236}">
                  <a16:creationId xmlns:a16="http://schemas.microsoft.com/office/drawing/2014/main" id="{711ADAB1-CCC6-0D42-81A7-FABD701D2A33}"/>
                </a:ext>
              </a:extLst>
            </p:cNvPr>
            <p:cNvPicPr/>
            <p:nvPr/>
          </p:nvPicPr>
          <p:blipFill>
            <a:blip r:embed="rId33"/>
            <a:stretch>
              <a:fillRect/>
            </a:stretch>
          </p:blipFill>
          <p:spPr>
            <a:xfrm>
              <a:off x="386334" y="1417072"/>
              <a:ext cx="342138" cy="249668"/>
            </a:xfrm>
            <a:prstGeom prst="rect">
              <a:avLst/>
            </a:prstGeom>
          </p:spPr>
        </p:pic>
        <p:pic>
          <p:nvPicPr>
            <p:cNvPr id="654" name="object 115">
              <a:extLst>
                <a:ext uri="{FF2B5EF4-FFF2-40B4-BE49-F238E27FC236}">
                  <a16:creationId xmlns:a16="http://schemas.microsoft.com/office/drawing/2014/main" id="{B34D77DD-2A5E-AB4E-94E7-751AEDF56266}"/>
                </a:ext>
              </a:extLst>
            </p:cNvPr>
            <p:cNvPicPr/>
            <p:nvPr/>
          </p:nvPicPr>
          <p:blipFill>
            <a:blip r:embed="rId34"/>
            <a:stretch>
              <a:fillRect/>
            </a:stretch>
          </p:blipFill>
          <p:spPr>
            <a:xfrm>
              <a:off x="762813" y="1337361"/>
              <a:ext cx="332891" cy="332891"/>
            </a:xfrm>
            <a:prstGeom prst="rect">
              <a:avLst/>
            </a:prstGeom>
          </p:spPr>
        </p:pic>
      </p:grpSp>
      <p:pic>
        <p:nvPicPr>
          <p:cNvPr id="655" name="object 116">
            <a:extLst>
              <a:ext uri="{FF2B5EF4-FFF2-40B4-BE49-F238E27FC236}">
                <a16:creationId xmlns:a16="http://schemas.microsoft.com/office/drawing/2014/main" id="{C73ECF12-F915-4D4A-B854-90CDFBDDE5E4}"/>
              </a:ext>
            </a:extLst>
          </p:cNvPr>
          <p:cNvPicPr/>
          <p:nvPr/>
        </p:nvPicPr>
        <p:blipFill>
          <a:blip r:embed="rId35"/>
          <a:stretch>
            <a:fillRect/>
          </a:stretch>
        </p:blipFill>
        <p:spPr>
          <a:xfrm>
            <a:off x="1808534" y="1332738"/>
            <a:ext cx="286656" cy="342138"/>
          </a:xfrm>
          <a:prstGeom prst="rect">
            <a:avLst/>
          </a:prstGeom>
        </p:spPr>
      </p:pic>
      <p:pic>
        <p:nvPicPr>
          <p:cNvPr id="656" name="object 117">
            <a:extLst>
              <a:ext uri="{FF2B5EF4-FFF2-40B4-BE49-F238E27FC236}">
                <a16:creationId xmlns:a16="http://schemas.microsoft.com/office/drawing/2014/main" id="{6B40F6E3-195A-8448-BB52-1AE18193A115}"/>
              </a:ext>
            </a:extLst>
          </p:cNvPr>
          <p:cNvPicPr/>
          <p:nvPr/>
        </p:nvPicPr>
        <p:blipFill>
          <a:blip r:embed="rId32"/>
          <a:stretch>
            <a:fillRect/>
          </a:stretch>
        </p:blipFill>
        <p:spPr>
          <a:xfrm>
            <a:off x="2962305" y="1407825"/>
            <a:ext cx="268162" cy="268162"/>
          </a:xfrm>
          <a:prstGeom prst="rect">
            <a:avLst/>
          </a:prstGeom>
        </p:spPr>
      </p:pic>
      <p:grpSp>
        <p:nvGrpSpPr>
          <p:cNvPr id="657" name="object 118">
            <a:extLst>
              <a:ext uri="{FF2B5EF4-FFF2-40B4-BE49-F238E27FC236}">
                <a16:creationId xmlns:a16="http://schemas.microsoft.com/office/drawing/2014/main" id="{41F9827D-3361-AD48-A735-51CB15F99395}"/>
              </a:ext>
            </a:extLst>
          </p:cNvPr>
          <p:cNvGrpSpPr/>
          <p:nvPr/>
        </p:nvGrpSpPr>
        <p:grpSpPr>
          <a:xfrm>
            <a:off x="2181605" y="1335431"/>
            <a:ext cx="711200" cy="337185"/>
            <a:chOff x="2181605" y="1335431"/>
            <a:chExt cx="711200" cy="337185"/>
          </a:xfrm>
        </p:grpSpPr>
        <p:pic>
          <p:nvPicPr>
            <p:cNvPr id="658" name="object 119">
              <a:extLst>
                <a:ext uri="{FF2B5EF4-FFF2-40B4-BE49-F238E27FC236}">
                  <a16:creationId xmlns:a16="http://schemas.microsoft.com/office/drawing/2014/main" id="{49DA6020-B241-B143-9F0A-47D86B57C079}"/>
                </a:ext>
              </a:extLst>
            </p:cNvPr>
            <p:cNvPicPr/>
            <p:nvPr/>
          </p:nvPicPr>
          <p:blipFill>
            <a:blip r:embed="rId36"/>
            <a:stretch>
              <a:fillRect/>
            </a:stretch>
          </p:blipFill>
          <p:spPr>
            <a:xfrm>
              <a:off x="2181605" y="1417798"/>
              <a:ext cx="342138" cy="248217"/>
            </a:xfrm>
            <a:prstGeom prst="rect">
              <a:avLst/>
            </a:prstGeom>
          </p:spPr>
        </p:pic>
        <p:pic>
          <p:nvPicPr>
            <p:cNvPr id="659" name="object 120">
              <a:extLst>
                <a:ext uri="{FF2B5EF4-FFF2-40B4-BE49-F238E27FC236}">
                  <a16:creationId xmlns:a16="http://schemas.microsoft.com/office/drawing/2014/main" id="{6D757617-32A1-AF44-AA99-F4AD331A44FD}"/>
                </a:ext>
              </a:extLst>
            </p:cNvPr>
            <p:cNvPicPr/>
            <p:nvPr/>
          </p:nvPicPr>
          <p:blipFill>
            <a:blip r:embed="rId37"/>
            <a:stretch>
              <a:fillRect/>
            </a:stretch>
          </p:blipFill>
          <p:spPr>
            <a:xfrm>
              <a:off x="2556463" y="1335431"/>
              <a:ext cx="336135" cy="336750"/>
            </a:xfrm>
            <a:prstGeom prst="rect">
              <a:avLst/>
            </a:prstGeom>
          </p:spPr>
        </p:pic>
      </p:grpSp>
      <p:grpSp>
        <p:nvGrpSpPr>
          <p:cNvPr id="660" name="object 121">
            <a:extLst>
              <a:ext uri="{FF2B5EF4-FFF2-40B4-BE49-F238E27FC236}">
                <a16:creationId xmlns:a16="http://schemas.microsoft.com/office/drawing/2014/main" id="{54E0151A-F3C3-5D47-AEDA-1D0F834E13C8}"/>
              </a:ext>
            </a:extLst>
          </p:cNvPr>
          <p:cNvGrpSpPr/>
          <p:nvPr/>
        </p:nvGrpSpPr>
        <p:grpSpPr>
          <a:xfrm>
            <a:off x="5171694" y="1332738"/>
            <a:ext cx="1377950" cy="342900"/>
            <a:chOff x="5171694" y="1332738"/>
            <a:chExt cx="1377950" cy="342900"/>
          </a:xfrm>
        </p:grpSpPr>
        <p:pic>
          <p:nvPicPr>
            <p:cNvPr id="661" name="object 122">
              <a:extLst>
                <a:ext uri="{FF2B5EF4-FFF2-40B4-BE49-F238E27FC236}">
                  <a16:creationId xmlns:a16="http://schemas.microsoft.com/office/drawing/2014/main" id="{EC4EF0BE-6DA6-0940-B22D-DC8FBE6C3584}"/>
                </a:ext>
              </a:extLst>
            </p:cNvPr>
            <p:cNvPicPr/>
            <p:nvPr/>
          </p:nvPicPr>
          <p:blipFill>
            <a:blip r:embed="rId38"/>
            <a:stretch>
              <a:fillRect/>
            </a:stretch>
          </p:blipFill>
          <p:spPr>
            <a:xfrm>
              <a:off x="5171694" y="1332738"/>
              <a:ext cx="665988" cy="342138"/>
            </a:xfrm>
            <a:prstGeom prst="rect">
              <a:avLst/>
            </a:prstGeom>
          </p:spPr>
        </p:pic>
        <p:pic>
          <p:nvPicPr>
            <p:cNvPr id="662" name="object 123">
              <a:extLst>
                <a:ext uri="{FF2B5EF4-FFF2-40B4-BE49-F238E27FC236}">
                  <a16:creationId xmlns:a16="http://schemas.microsoft.com/office/drawing/2014/main" id="{EF9172AD-6D11-564B-A24E-33E295193752}"/>
                </a:ext>
              </a:extLst>
            </p:cNvPr>
            <p:cNvPicPr/>
            <p:nvPr/>
          </p:nvPicPr>
          <p:blipFill>
            <a:blip r:embed="rId36"/>
            <a:stretch>
              <a:fillRect/>
            </a:stretch>
          </p:blipFill>
          <p:spPr>
            <a:xfrm>
              <a:off x="5839206" y="1427599"/>
              <a:ext cx="342138" cy="247664"/>
            </a:xfrm>
            <a:prstGeom prst="rect">
              <a:avLst/>
            </a:prstGeom>
          </p:spPr>
        </p:pic>
        <p:pic>
          <p:nvPicPr>
            <p:cNvPr id="663" name="object 124">
              <a:extLst>
                <a:ext uri="{FF2B5EF4-FFF2-40B4-BE49-F238E27FC236}">
                  <a16:creationId xmlns:a16="http://schemas.microsoft.com/office/drawing/2014/main" id="{F9955937-F0FC-EB4A-9FF8-B97B47AB1756}"/>
                </a:ext>
              </a:extLst>
            </p:cNvPr>
            <p:cNvPicPr/>
            <p:nvPr/>
          </p:nvPicPr>
          <p:blipFill>
            <a:blip r:embed="rId37"/>
            <a:stretch>
              <a:fillRect/>
            </a:stretch>
          </p:blipFill>
          <p:spPr>
            <a:xfrm>
              <a:off x="6214056" y="1335432"/>
              <a:ext cx="335386" cy="336750"/>
            </a:xfrm>
            <a:prstGeom prst="rect">
              <a:avLst/>
            </a:prstGeom>
          </p:spPr>
        </p:pic>
      </p:grpSp>
      <p:grpSp>
        <p:nvGrpSpPr>
          <p:cNvPr id="664" name="object 125">
            <a:extLst>
              <a:ext uri="{FF2B5EF4-FFF2-40B4-BE49-F238E27FC236}">
                <a16:creationId xmlns:a16="http://schemas.microsoft.com/office/drawing/2014/main" id="{ED0F1F95-B672-3E4D-A47F-86FBD979BBA4}"/>
              </a:ext>
            </a:extLst>
          </p:cNvPr>
          <p:cNvGrpSpPr/>
          <p:nvPr/>
        </p:nvGrpSpPr>
        <p:grpSpPr>
          <a:xfrm>
            <a:off x="3640238" y="1332738"/>
            <a:ext cx="925830" cy="342265"/>
            <a:chOff x="3640238" y="1332738"/>
            <a:chExt cx="925830" cy="342265"/>
          </a:xfrm>
        </p:grpSpPr>
        <p:pic>
          <p:nvPicPr>
            <p:cNvPr id="665" name="object 126">
              <a:extLst>
                <a:ext uri="{FF2B5EF4-FFF2-40B4-BE49-F238E27FC236}">
                  <a16:creationId xmlns:a16="http://schemas.microsoft.com/office/drawing/2014/main" id="{D7983B0F-21E5-9047-B24C-E2E478F99664}"/>
                </a:ext>
              </a:extLst>
            </p:cNvPr>
            <p:cNvPicPr/>
            <p:nvPr/>
          </p:nvPicPr>
          <p:blipFill>
            <a:blip r:embed="rId39"/>
            <a:stretch>
              <a:fillRect/>
            </a:stretch>
          </p:blipFill>
          <p:spPr>
            <a:xfrm>
              <a:off x="3640238" y="1332738"/>
              <a:ext cx="288469" cy="342138"/>
            </a:xfrm>
            <a:prstGeom prst="rect">
              <a:avLst/>
            </a:prstGeom>
          </p:spPr>
        </p:pic>
        <p:pic>
          <p:nvPicPr>
            <p:cNvPr id="666" name="object 127">
              <a:extLst>
                <a:ext uri="{FF2B5EF4-FFF2-40B4-BE49-F238E27FC236}">
                  <a16:creationId xmlns:a16="http://schemas.microsoft.com/office/drawing/2014/main" id="{2AFB1E4B-2011-AA44-BC14-2BBC57ACBE5B}"/>
                </a:ext>
              </a:extLst>
            </p:cNvPr>
            <p:cNvPicPr/>
            <p:nvPr/>
          </p:nvPicPr>
          <p:blipFill>
            <a:blip r:embed="rId4"/>
            <a:stretch>
              <a:fillRect/>
            </a:stretch>
          </p:blipFill>
          <p:spPr>
            <a:xfrm>
              <a:off x="3890009" y="1332738"/>
              <a:ext cx="342138" cy="342138"/>
            </a:xfrm>
            <a:prstGeom prst="rect">
              <a:avLst/>
            </a:prstGeom>
          </p:spPr>
        </p:pic>
        <p:pic>
          <p:nvPicPr>
            <p:cNvPr id="667" name="object 128">
              <a:extLst>
                <a:ext uri="{FF2B5EF4-FFF2-40B4-BE49-F238E27FC236}">
                  <a16:creationId xmlns:a16="http://schemas.microsoft.com/office/drawing/2014/main" id="{EF1BAA41-868A-4344-BC4E-0D7E301ADDB3}"/>
                </a:ext>
              </a:extLst>
            </p:cNvPr>
            <p:cNvPicPr/>
            <p:nvPr/>
          </p:nvPicPr>
          <p:blipFill>
            <a:blip r:embed="rId13"/>
            <a:stretch>
              <a:fillRect/>
            </a:stretch>
          </p:blipFill>
          <p:spPr>
            <a:xfrm>
              <a:off x="4224527" y="1332738"/>
              <a:ext cx="341375" cy="342138"/>
            </a:xfrm>
            <a:prstGeom prst="rect">
              <a:avLst/>
            </a:prstGeom>
          </p:spPr>
        </p:pic>
      </p:grpSp>
      <p:pic>
        <p:nvPicPr>
          <p:cNvPr id="668" name="object 129">
            <a:extLst>
              <a:ext uri="{FF2B5EF4-FFF2-40B4-BE49-F238E27FC236}">
                <a16:creationId xmlns:a16="http://schemas.microsoft.com/office/drawing/2014/main" id="{08D08C16-5174-9345-B8CB-814D3386D4E6}"/>
              </a:ext>
            </a:extLst>
          </p:cNvPr>
          <p:cNvPicPr/>
          <p:nvPr/>
        </p:nvPicPr>
        <p:blipFill>
          <a:blip r:embed="rId40"/>
          <a:stretch>
            <a:fillRect/>
          </a:stretch>
        </p:blipFill>
        <p:spPr>
          <a:xfrm>
            <a:off x="4634637" y="1402014"/>
            <a:ext cx="264106" cy="260735"/>
          </a:xfrm>
          <a:prstGeom prst="rect">
            <a:avLst/>
          </a:prstGeom>
        </p:spPr>
      </p:pic>
      <p:pic>
        <p:nvPicPr>
          <p:cNvPr id="669" name="object 130">
            <a:extLst>
              <a:ext uri="{FF2B5EF4-FFF2-40B4-BE49-F238E27FC236}">
                <a16:creationId xmlns:a16="http://schemas.microsoft.com/office/drawing/2014/main" id="{026282E7-4D9E-654C-9A24-4C6F5B9D8026}"/>
              </a:ext>
            </a:extLst>
          </p:cNvPr>
          <p:cNvPicPr/>
          <p:nvPr/>
        </p:nvPicPr>
        <p:blipFill>
          <a:blip r:embed="rId41"/>
          <a:stretch>
            <a:fillRect/>
          </a:stretch>
        </p:blipFill>
        <p:spPr>
          <a:xfrm>
            <a:off x="2319847" y="2561133"/>
            <a:ext cx="147951" cy="332891"/>
          </a:xfrm>
          <a:prstGeom prst="rect">
            <a:avLst/>
          </a:prstGeom>
        </p:spPr>
      </p:pic>
      <p:pic>
        <p:nvPicPr>
          <p:cNvPr id="670" name="object 131">
            <a:extLst>
              <a:ext uri="{FF2B5EF4-FFF2-40B4-BE49-F238E27FC236}">
                <a16:creationId xmlns:a16="http://schemas.microsoft.com/office/drawing/2014/main" id="{C1101B39-E435-6D49-878B-4055A4BEBDF1}"/>
              </a:ext>
            </a:extLst>
          </p:cNvPr>
          <p:cNvPicPr/>
          <p:nvPr/>
        </p:nvPicPr>
        <p:blipFill>
          <a:blip r:embed="rId42"/>
          <a:stretch>
            <a:fillRect/>
          </a:stretch>
        </p:blipFill>
        <p:spPr>
          <a:xfrm>
            <a:off x="2456688" y="2590038"/>
            <a:ext cx="653033" cy="341375"/>
          </a:xfrm>
          <a:prstGeom prst="rect">
            <a:avLst/>
          </a:prstGeom>
        </p:spPr>
      </p:pic>
      <p:grpSp>
        <p:nvGrpSpPr>
          <p:cNvPr id="671" name="object 132">
            <a:extLst>
              <a:ext uri="{FF2B5EF4-FFF2-40B4-BE49-F238E27FC236}">
                <a16:creationId xmlns:a16="http://schemas.microsoft.com/office/drawing/2014/main" id="{C40A6B23-AC09-3147-848B-BA81F5D829BB}"/>
              </a:ext>
            </a:extLst>
          </p:cNvPr>
          <p:cNvGrpSpPr/>
          <p:nvPr/>
        </p:nvGrpSpPr>
        <p:grpSpPr>
          <a:xfrm>
            <a:off x="3387954" y="2561133"/>
            <a:ext cx="879475" cy="333375"/>
            <a:chOff x="3387954" y="2561133"/>
            <a:chExt cx="879475" cy="333375"/>
          </a:xfrm>
        </p:grpSpPr>
        <p:pic>
          <p:nvPicPr>
            <p:cNvPr id="672" name="object 133">
              <a:extLst>
                <a:ext uri="{FF2B5EF4-FFF2-40B4-BE49-F238E27FC236}">
                  <a16:creationId xmlns:a16="http://schemas.microsoft.com/office/drawing/2014/main" id="{1776282A-5767-E84F-A843-6D8071B035C1}"/>
                </a:ext>
              </a:extLst>
            </p:cNvPr>
            <p:cNvPicPr/>
            <p:nvPr/>
          </p:nvPicPr>
          <p:blipFill>
            <a:blip r:embed="rId43"/>
            <a:stretch>
              <a:fillRect/>
            </a:stretch>
          </p:blipFill>
          <p:spPr>
            <a:xfrm>
              <a:off x="3387954" y="2561133"/>
              <a:ext cx="147622" cy="332891"/>
            </a:xfrm>
            <a:prstGeom prst="rect">
              <a:avLst/>
            </a:prstGeom>
          </p:spPr>
        </p:pic>
        <p:pic>
          <p:nvPicPr>
            <p:cNvPr id="673" name="object 134">
              <a:extLst>
                <a:ext uri="{FF2B5EF4-FFF2-40B4-BE49-F238E27FC236}">
                  <a16:creationId xmlns:a16="http://schemas.microsoft.com/office/drawing/2014/main" id="{D9BCCE9E-9E21-804C-BF55-EA6C06075105}"/>
                </a:ext>
              </a:extLst>
            </p:cNvPr>
            <p:cNvPicPr/>
            <p:nvPr/>
          </p:nvPicPr>
          <p:blipFill>
            <a:blip r:embed="rId44"/>
            <a:stretch>
              <a:fillRect/>
            </a:stretch>
          </p:blipFill>
          <p:spPr>
            <a:xfrm>
              <a:off x="3557777" y="2636169"/>
              <a:ext cx="342138" cy="249112"/>
            </a:xfrm>
            <a:prstGeom prst="rect">
              <a:avLst/>
            </a:prstGeom>
          </p:spPr>
        </p:pic>
        <p:pic>
          <p:nvPicPr>
            <p:cNvPr id="674" name="object 135">
              <a:extLst>
                <a:ext uri="{FF2B5EF4-FFF2-40B4-BE49-F238E27FC236}">
                  <a16:creationId xmlns:a16="http://schemas.microsoft.com/office/drawing/2014/main" id="{01EA67C4-308D-114A-AA61-57ED798017AC}"/>
                </a:ext>
              </a:extLst>
            </p:cNvPr>
            <p:cNvPicPr/>
            <p:nvPr/>
          </p:nvPicPr>
          <p:blipFill>
            <a:blip r:embed="rId45"/>
            <a:stretch>
              <a:fillRect/>
            </a:stretch>
          </p:blipFill>
          <p:spPr>
            <a:xfrm>
              <a:off x="3934257" y="2561133"/>
              <a:ext cx="332891" cy="332891"/>
            </a:xfrm>
            <a:prstGeom prst="rect">
              <a:avLst/>
            </a:prstGeom>
          </p:spPr>
        </p:pic>
      </p:grpSp>
      <p:grpSp>
        <p:nvGrpSpPr>
          <p:cNvPr id="675" name="object 136">
            <a:extLst>
              <a:ext uri="{FF2B5EF4-FFF2-40B4-BE49-F238E27FC236}">
                <a16:creationId xmlns:a16="http://schemas.microsoft.com/office/drawing/2014/main" id="{2CB4C410-617D-1D4A-9566-313F2C0FBC0D}"/>
              </a:ext>
            </a:extLst>
          </p:cNvPr>
          <p:cNvGrpSpPr/>
          <p:nvPr/>
        </p:nvGrpSpPr>
        <p:grpSpPr>
          <a:xfrm>
            <a:off x="5670146" y="2556510"/>
            <a:ext cx="872490" cy="370840"/>
            <a:chOff x="5670146" y="2556510"/>
            <a:chExt cx="872490" cy="370840"/>
          </a:xfrm>
        </p:grpSpPr>
        <p:pic>
          <p:nvPicPr>
            <p:cNvPr id="676" name="object 137">
              <a:extLst>
                <a:ext uri="{FF2B5EF4-FFF2-40B4-BE49-F238E27FC236}">
                  <a16:creationId xmlns:a16="http://schemas.microsoft.com/office/drawing/2014/main" id="{30298D33-1777-8945-A240-EC7BCD83824D}"/>
                </a:ext>
              </a:extLst>
            </p:cNvPr>
            <p:cNvPicPr/>
            <p:nvPr/>
          </p:nvPicPr>
          <p:blipFill>
            <a:blip r:embed="rId39"/>
            <a:stretch>
              <a:fillRect/>
            </a:stretch>
          </p:blipFill>
          <p:spPr>
            <a:xfrm>
              <a:off x="5670146" y="2556510"/>
              <a:ext cx="287826" cy="342138"/>
            </a:xfrm>
            <a:prstGeom prst="rect">
              <a:avLst/>
            </a:prstGeom>
          </p:spPr>
        </p:pic>
        <p:pic>
          <p:nvPicPr>
            <p:cNvPr id="677" name="object 138">
              <a:extLst>
                <a:ext uri="{FF2B5EF4-FFF2-40B4-BE49-F238E27FC236}">
                  <a16:creationId xmlns:a16="http://schemas.microsoft.com/office/drawing/2014/main" id="{CEDCDDB1-3094-7248-95CE-8849C1B225C8}"/>
                </a:ext>
              </a:extLst>
            </p:cNvPr>
            <p:cNvPicPr/>
            <p:nvPr/>
          </p:nvPicPr>
          <p:blipFill>
            <a:blip r:embed="rId40"/>
            <a:stretch>
              <a:fillRect/>
            </a:stretch>
          </p:blipFill>
          <p:spPr>
            <a:xfrm>
              <a:off x="6278946" y="2625114"/>
              <a:ext cx="263518" cy="261318"/>
            </a:xfrm>
            <a:prstGeom prst="rect">
              <a:avLst/>
            </a:prstGeom>
          </p:spPr>
        </p:pic>
        <p:pic>
          <p:nvPicPr>
            <p:cNvPr id="678" name="object 139">
              <a:extLst>
                <a:ext uri="{FF2B5EF4-FFF2-40B4-BE49-F238E27FC236}">
                  <a16:creationId xmlns:a16="http://schemas.microsoft.com/office/drawing/2014/main" id="{7EB41D85-6601-FB4D-85D3-33F66EEF178A}"/>
                </a:ext>
              </a:extLst>
            </p:cNvPr>
            <p:cNvPicPr/>
            <p:nvPr/>
          </p:nvPicPr>
          <p:blipFill>
            <a:blip r:embed="rId46"/>
            <a:stretch>
              <a:fillRect/>
            </a:stretch>
          </p:blipFill>
          <p:spPr>
            <a:xfrm>
              <a:off x="5948171" y="2585466"/>
              <a:ext cx="342138" cy="341375"/>
            </a:xfrm>
            <a:prstGeom prst="rect">
              <a:avLst/>
            </a:prstGeom>
          </p:spPr>
        </p:pic>
      </p:grpSp>
      <p:pic>
        <p:nvPicPr>
          <p:cNvPr id="679" name="object 140">
            <a:extLst>
              <a:ext uri="{FF2B5EF4-FFF2-40B4-BE49-F238E27FC236}">
                <a16:creationId xmlns:a16="http://schemas.microsoft.com/office/drawing/2014/main" id="{476C92C7-718C-664E-9F81-721C1C323F26}"/>
              </a:ext>
            </a:extLst>
          </p:cNvPr>
          <p:cNvPicPr/>
          <p:nvPr/>
        </p:nvPicPr>
        <p:blipFill>
          <a:blip r:embed="rId39"/>
          <a:stretch>
            <a:fillRect/>
          </a:stretch>
        </p:blipFill>
        <p:spPr>
          <a:xfrm>
            <a:off x="6829208" y="2556510"/>
            <a:ext cx="288469" cy="342138"/>
          </a:xfrm>
          <a:prstGeom prst="rect">
            <a:avLst/>
          </a:prstGeom>
        </p:spPr>
      </p:pic>
      <p:pic>
        <p:nvPicPr>
          <p:cNvPr id="680" name="object 141">
            <a:extLst>
              <a:ext uri="{FF2B5EF4-FFF2-40B4-BE49-F238E27FC236}">
                <a16:creationId xmlns:a16="http://schemas.microsoft.com/office/drawing/2014/main" id="{6D37E5DA-E4E2-5A4E-8B54-CA1E3219A29C}"/>
              </a:ext>
            </a:extLst>
          </p:cNvPr>
          <p:cNvPicPr/>
          <p:nvPr/>
        </p:nvPicPr>
        <p:blipFill>
          <a:blip r:embed="rId46"/>
          <a:stretch>
            <a:fillRect/>
          </a:stretch>
        </p:blipFill>
        <p:spPr>
          <a:xfrm>
            <a:off x="7098030" y="2585466"/>
            <a:ext cx="342138" cy="341375"/>
          </a:xfrm>
          <a:prstGeom prst="rect">
            <a:avLst/>
          </a:prstGeom>
        </p:spPr>
      </p:pic>
      <p:pic>
        <p:nvPicPr>
          <p:cNvPr id="681" name="object 142">
            <a:extLst>
              <a:ext uri="{FF2B5EF4-FFF2-40B4-BE49-F238E27FC236}">
                <a16:creationId xmlns:a16="http://schemas.microsoft.com/office/drawing/2014/main" id="{5561FF2A-6FDE-6640-A07C-32F69EDFBC8E}"/>
              </a:ext>
            </a:extLst>
          </p:cNvPr>
          <p:cNvPicPr/>
          <p:nvPr/>
        </p:nvPicPr>
        <p:blipFill>
          <a:blip r:embed="rId37"/>
          <a:stretch>
            <a:fillRect/>
          </a:stretch>
        </p:blipFill>
        <p:spPr>
          <a:xfrm>
            <a:off x="7444686" y="2559204"/>
            <a:ext cx="335386" cy="336750"/>
          </a:xfrm>
          <a:prstGeom prst="rect">
            <a:avLst/>
          </a:prstGeom>
        </p:spPr>
      </p:pic>
      <p:pic>
        <p:nvPicPr>
          <p:cNvPr id="682" name="object 143">
            <a:extLst>
              <a:ext uri="{FF2B5EF4-FFF2-40B4-BE49-F238E27FC236}">
                <a16:creationId xmlns:a16="http://schemas.microsoft.com/office/drawing/2014/main" id="{6CEA1A81-6668-4E4A-95BE-D40D12EA0810}"/>
              </a:ext>
            </a:extLst>
          </p:cNvPr>
          <p:cNvPicPr/>
          <p:nvPr/>
        </p:nvPicPr>
        <p:blipFill>
          <a:blip r:embed="rId39"/>
          <a:stretch>
            <a:fillRect/>
          </a:stretch>
        </p:blipFill>
        <p:spPr>
          <a:xfrm>
            <a:off x="7991258" y="2556510"/>
            <a:ext cx="288469" cy="342138"/>
          </a:xfrm>
          <a:prstGeom prst="rect">
            <a:avLst/>
          </a:prstGeom>
        </p:spPr>
      </p:pic>
      <p:grpSp>
        <p:nvGrpSpPr>
          <p:cNvPr id="683" name="object 144">
            <a:extLst>
              <a:ext uri="{FF2B5EF4-FFF2-40B4-BE49-F238E27FC236}">
                <a16:creationId xmlns:a16="http://schemas.microsoft.com/office/drawing/2014/main" id="{7C270A48-B407-AA44-855A-682C2319C879}"/>
              </a:ext>
            </a:extLst>
          </p:cNvPr>
          <p:cNvGrpSpPr/>
          <p:nvPr/>
        </p:nvGrpSpPr>
        <p:grpSpPr>
          <a:xfrm>
            <a:off x="8174735" y="2556510"/>
            <a:ext cx="561975" cy="375285"/>
            <a:chOff x="8174735" y="2556510"/>
            <a:chExt cx="561975" cy="375285"/>
          </a:xfrm>
        </p:grpSpPr>
        <p:pic>
          <p:nvPicPr>
            <p:cNvPr id="684" name="object 145">
              <a:extLst>
                <a:ext uri="{FF2B5EF4-FFF2-40B4-BE49-F238E27FC236}">
                  <a16:creationId xmlns:a16="http://schemas.microsoft.com/office/drawing/2014/main" id="{D1F168B8-998A-8748-BA55-D8A14BC59EBF}"/>
                </a:ext>
              </a:extLst>
            </p:cNvPr>
            <p:cNvPicPr/>
            <p:nvPr/>
          </p:nvPicPr>
          <p:blipFill>
            <a:blip r:embed="rId4"/>
            <a:stretch>
              <a:fillRect/>
            </a:stretch>
          </p:blipFill>
          <p:spPr>
            <a:xfrm>
              <a:off x="8174735" y="2556510"/>
              <a:ext cx="342138" cy="342138"/>
            </a:xfrm>
            <a:prstGeom prst="rect">
              <a:avLst/>
            </a:prstGeom>
          </p:spPr>
        </p:pic>
        <p:pic>
          <p:nvPicPr>
            <p:cNvPr id="685" name="object 146">
              <a:extLst>
                <a:ext uri="{FF2B5EF4-FFF2-40B4-BE49-F238E27FC236}">
                  <a16:creationId xmlns:a16="http://schemas.microsoft.com/office/drawing/2014/main" id="{89B9E54E-6535-4347-9AB3-0E493021D6E6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8394953" y="2590038"/>
              <a:ext cx="341375" cy="341375"/>
            </a:xfrm>
            <a:prstGeom prst="rect">
              <a:avLst/>
            </a:prstGeom>
          </p:spPr>
        </p:pic>
      </p:grpSp>
      <p:grpSp>
        <p:nvGrpSpPr>
          <p:cNvPr id="686" name="object 147">
            <a:extLst>
              <a:ext uri="{FF2B5EF4-FFF2-40B4-BE49-F238E27FC236}">
                <a16:creationId xmlns:a16="http://schemas.microsoft.com/office/drawing/2014/main" id="{86A50D86-BDB6-EA4F-9E40-3A021C8E7689}"/>
              </a:ext>
            </a:extLst>
          </p:cNvPr>
          <p:cNvGrpSpPr/>
          <p:nvPr/>
        </p:nvGrpSpPr>
        <p:grpSpPr>
          <a:xfrm>
            <a:off x="4535588" y="2556510"/>
            <a:ext cx="887730" cy="342265"/>
            <a:chOff x="4535588" y="2556510"/>
            <a:chExt cx="887730" cy="342265"/>
          </a:xfrm>
        </p:grpSpPr>
        <p:pic>
          <p:nvPicPr>
            <p:cNvPr id="687" name="object 148">
              <a:extLst>
                <a:ext uri="{FF2B5EF4-FFF2-40B4-BE49-F238E27FC236}">
                  <a16:creationId xmlns:a16="http://schemas.microsoft.com/office/drawing/2014/main" id="{F09B4943-A51F-944C-A90B-B90EB42020D5}"/>
                </a:ext>
              </a:extLst>
            </p:cNvPr>
            <p:cNvPicPr/>
            <p:nvPr/>
          </p:nvPicPr>
          <p:blipFill>
            <a:blip r:embed="rId39"/>
            <a:stretch>
              <a:fillRect/>
            </a:stretch>
          </p:blipFill>
          <p:spPr>
            <a:xfrm>
              <a:off x="4535588" y="2556510"/>
              <a:ext cx="288469" cy="342138"/>
            </a:xfrm>
            <a:prstGeom prst="rect">
              <a:avLst/>
            </a:prstGeom>
          </p:spPr>
        </p:pic>
        <p:pic>
          <p:nvPicPr>
            <p:cNvPr id="688" name="object 149">
              <a:extLst>
                <a:ext uri="{FF2B5EF4-FFF2-40B4-BE49-F238E27FC236}">
                  <a16:creationId xmlns:a16="http://schemas.microsoft.com/office/drawing/2014/main" id="{90085D2A-628B-7546-A759-6D9F2B6E7F35}"/>
                </a:ext>
              </a:extLst>
            </p:cNvPr>
            <p:cNvPicPr/>
            <p:nvPr/>
          </p:nvPicPr>
          <p:blipFill>
            <a:blip r:embed="rId40"/>
            <a:stretch>
              <a:fillRect/>
            </a:stretch>
          </p:blipFill>
          <p:spPr>
            <a:xfrm>
              <a:off x="5158893" y="2625786"/>
              <a:ext cx="264106" cy="260735"/>
            </a:xfrm>
            <a:prstGeom prst="rect">
              <a:avLst/>
            </a:prstGeom>
          </p:spPr>
        </p:pic>
        <p:pic>
          <p:nvPicPr>
            <p:cNvPr id="689" name="object 150">
              <a:extLst>
                <a:ext uri="{FF2B5EF4-FFF2-40B4-BE49-F238E27FC236}">
                  <a16:creationId xmlns:a16="http://schemas.microsoft.com/office/drawing/2014/main" id="{CB05A6DA-7D76-1B48-B34F-3A557A996DF5}"/>
                </a:ext>
              </a:extLst>
            </p:cNvPr>
            <p:cNvPicPr/>
            <p:nvPr/>
          </p:nvPicPr>
          <p:blipFill>
            <a:blip r:embed="rId13"/>
            <a:stretch>
              <a:fillRect/>
            </a:stretch>
          </p:blipFill>
          <p:spPr>
            <a:xfrm>
              <a:off x="4852415" y="2556510"/>
              <a:ext cx="342138" cy="342138"/>
            </a:xfrm>
            <a:prstGeom prst="rect">
              <a:avLst/>
            </a:prstGeom>
          </p:spPr>
        </p:pic>
      </p:grpSp>
      <p:pic>
        <p:nvPicPr>
          <p:cNvPr id="690" name="object 151">
            <a:extLst>
              <a:ext uri="{FF2B5EF4-FFF2-40B4-BE49-F238E27FC236}">
                <a16:creationId xmlns:a16="http://schemas.microsoft.com/office/drawing/2014/main" id="{A962A4D2-D4F7-CB43-902A-427EEF91DC8D}"/>
              </a:ext>
            </a:extLst>
          </p:cNvPr>
          <p:cNvPicPr/>
          <p:nvPr/>
        </p:nvPicPr>
        <p:blipFill>
          <a:blip r:embed="rId47"/>
          <a:stretch>
            <a:fillRect/>
          </a:stretch>
        </p:blipFill>
        <p:spPr>
          <a:xfrm>
            <a:off x="87630" y="3783329"/>
            <a:ext cx="672846" cy="341375"/>
          </a:xfrm>
          <a:prstGeom prst="rect">
            <a:avLst/>
          </a:prstGeom>
        </p:spPr>
      </p:pic>
      <p:pic>
        <p:nvPicPr>
          <p:cNvPr id="691" name="object 152">
            <a:extLst>
              <a:ext uri="{FF2B5EF4-FFF2-40B4-BE49-F238E27FC236}">
                <a16:creationId xmlns:a16="http://schemas.microsoft.com/office/drawing/2014/main" id="{429DD8C8-E519-EC4A-B986-C0BFCE880A26}"/>
              </a:ext>
            </a:extLst>
          </p:cNvPr>
          <p:cNvPicPr/>
          <p:nvPr/>
        </p:nvPicPr>
        <p:blipFill>
          <a:blip r:embed="rId48"/>
          <a:stretch>
            <a:fillRect/>
          </a:stretch>
        </p:blipFill>
        <p:spPr>
          <a:xfrm>
            <a:off x="2395830" y="3787943"/>
            <a:ext cx="147622" cy="332149"/>
          </a:xfrm>
          <a:prstGeom prst="rect">
            <a:avLst/>
          </a:prstGeom>
        </p:spPr>
      </p:pic>
      <p:pic>
        <p:nvPicPr>
          <p:cNvPr id="692" name="object 153">
            <a:extLst>
              <a:ext uri="{FF2B5EF4-FFF2-40B4-BE49-F238E27FC236}">
                <a16:creationId xmlns:a16="http://schemas.microsoft.com/office/drawing/2014/main" id="{FBB7D6A9-BC61-0843-AD64-EB2B3DD7999A}"/>
              </a:ext>
            </a:extLst>
          </p:cNvPr>
          <p:cNvPicPr/>
          <p:nvPr/>
        </p:nvPicPr>
        <p:blipFill>
          <a:blip r:embed="rId49"/>
          <a:stretch>
            <a:fillRect/>
          </a:stretch>
        </p:blipFill>
        <p:spPr>
          <a:xfrm>
            <a:off x="2575560" y="3858417"/>
            <a:ext cx="341375" cy="249112"/>
          </a:xfrm>
          <a:prstGeom prst="rect">
            <a:avLst/>
          </a:prstGeom>
        </p:spPr>
      </p:pic>
      <p:pic>
        <p:nvPicPr>
          <p:cNvPr id="693" name="object 154">
            <a:extLst>
              <a:ext uri="{FF2B5EF4-FFF2-40B4-BE49-F238E27FC236}">
                <a16:creationId xmlns:a16="http://schemas.microsoft.com/office/drawing/2014/main" id="{2EC01712-9180-2343-8D98-F9C5984F4157}"/>
              </a:ext>
            </a:extLst>
          </p:cNvPr>
          <p:cNvPicPr/>
          <p:nvPr/>
        </p:nvPicPr>
        <p:blipFill>
          <a:blip r:embed="rId48"/>
          <a:stretch>
            <a:fillRect/>
          </a:stretch>
        </p:blipFill>
        <p:spPr>
          <a:xfrm>
            <a:off x="3492348" y="3787943"/>
            <a:ext cx="147622" cy="332149"/>
          </a:xfrm>
          <a:prstGeom prst="rect">
            <a:avLst/>
          </a:prstGeom>
        </p:spPr>
      </p:pic>
      <p:pic>
        <p:nvPicPr>
          <p:cNvPr id="694" name="object 155">
            <a:extLst>
              <a:ext uri="{FF2B5EF4-FFF2-40B4-BE49-F238E27FC236}">
                <a16:creationId xmlns:a16="http://schemas.microsoft.com/office/drawing/2014/main" id="{87B5B4CA-7478-0547-A2B8-D8E959E829A6}"/>
              </a:ext>
            </a:extLst>
          </p:cNvPr>
          <p:cNvPicPr/>
          <p:nvPr/>
        </p:nvPicPr>
        <p:blipFill>
          <a:blip r:embed="rId50"/>
          <a:stretch>
            <a:fillRect/>
          </a:stretch>
        </p:blipFill>
        <p:spPr>
          <a:xfrm>
            <a:off x="3695751" y="3787943"/>
            <a:ext cx="332891" cy="332149"/>
          </a:xfrm>
          <a:prstGeom prst="rect">
            <a:avLst/>
          </a:prstGeom>
        </p:spPr>
      </p:pic>
      <p:grpSp>
        <p:nvGrpSpPr>
          <p:cNvPr id="695" name="object 156">
            <a:extLst>
              <a:ext uri="{FF2B5EF4-FFF2-40B4-BE49-F238E27FC236}">
                <a16:creationId xmlns:a16="http://schemas.microsoft.com/office/drawing/2014/main" id="{316BD854-D9A9-9649-95A1-4263AFD65845}"/>
              </a:ext>
            </a:extLst>
          </p:cNvPr>
          <p:cNvGrpSpPr/>
          <p:nvPr/>
        </p:nvGrpSpPr>
        <p:grpSpPr>
          <a:xfrm>
            <a:off x="5702808" y="3783329"/>
            <a:ext cx="572135" cy="341630"/>
            <a:chOff x="5702808" y="3783329"/>
            <a:chExt cx="572135" cy="341630"/>
          </a:xfrm>
        </p:grpSpPr>
        <p:pic>
          <p:nvPicPr>
            <p:cNvPr id="696" name="object 157">
              <a:extLst>
                <a:ext uri="{FF2B5EF4-FFF2-40B4-BE49-F238E27FC236}">
                  <a16:creationId xmlns:a16="http://schemas.microsoft.com/office/drawing/2014/main" id="{5EAD47DE-906D-9F47-991E-5C1049D320A0}"/>
                </a:ext>
              </a:extLst>
            </p:cNvPr>
            <p:cNvPicPr/>
            <p:nvPr/>
          </p:nvPicPr>
          <p:blipFill>
            <a:blip r:embed="rId51"/>
            <a:stretch>
              <a:fillRect/>
            </a:stretch>
          </p:blipFill>
          <p:spPr>
            <a:xfrm>
              <a:off x="6007175" y="3849191"/>
              <a:ext cx="267564" cy="267564"/>
            </a:xfrm>
            <a:prstGeom prst="rect">
              <a:avLst/>
            </a:prstGeom>
          </p:spPr>
        </p:pic>
        <p:pic>
          <p:nvPicPr>
            <p:cNvPr id="697" name="object 158">
              <a:extLst>
                <a:ext uri="{FF2B5EF4-FFF2-40B4-BE49-F238E27FC236}">
                  <a16:creationId xmlns:a16="http://schemas.microsoft.com/office/drawing/2014/main" id="{E6046FBC-E7D0-7D4D-AAE6-681DDEB28CE9}"/>
                </a:ext>
              </a:extLst>
            </p:cNvPr>
            <p:cNvPicPr/>
            <p:nvPr/>
          </p:nvPicPr>
          <p:blipFill>
            <a:blip r:embed="rId52"/>
            <a:stretch>
              <a:fillRect/>
            </a:stretch>
          </p:blipFill>
          <p:spPr>
            <a:xfrm>
              <a:off x="5702808" y="3783329"/>
              <a:ext cx="342138" cy="341375"/>
            </a:xfrm>
            <a:prstGeom prst="rect">
              <a:avLst/>
            </a:prstGeom>
          </p:spPr>
        </p:pic>
      </p:grpSp>
      <p:pic>
        <p:nvPicPr>
          <p:cNvPr id="698" name="object 159">
            <a:extLst>
              <a:ext uri="{FF2B5EF4-FFF2-40B4-BE49-F238E27FC236}">
                <a16:creationId xmlns:a16="http://schemas.microsoft.com/office/drawing/2014/main" id="{F15A8FDB-FADF-0C41-9D04-CBB01CD3B298}"/>
              </a:ext>
            </a:extLst>
          </p:cNvPr>
          <p:cNvPicPr/>
          <p:nvPr/>
        </p:nvPicPr>
        <p:blipFill>
          <a:blip r:embed="rId39"/>
          <a:stretch>
            <a:fillRect/>
          </a:stretch>
        </p:blipFill>
        <p:spPr>
          <a:xfrm>
            <a:off x="6816956" y="3783329"/>
            <a:ext cx="287826" cy="341375"/>
          </a:xfrm>
          <a:prstGeom prst="rect">
            <a:avLst/>
          </a:prstGeom>
        </p:spPr>
      </p:pic>
      <p:pic>
        <p:nvPicPr>
          <p:cNvPr id="699" name="object 160">
            <a:extLst>
              <a:ext uri="{FF2B5EF4-FFF2-40B4-BE49-F238E27FC236}">
                <a16:creationId xmlns:a16="http://schemas.microsoft.com/office/drawing/2014/main" id="{E50222F7-023A-2B4B-87F9-76123E90B304}"/>
              </a:ext>
            </a:extLst>
          </p:cNvPr>
          <p:cNvPicPr/>
          <p:nvPr/>
        </p:nvPicPr>
        <p:blipFill>
          <a:blip r:embed="rId37"/>
          <a:stretch>
            <a:fillRect/>
          </a:stretch>
        </p:blipFill>
        <p:spPr>
          <a:xfrm>
            <a:off x="7145989" y="3786018"/>
            <a:ext cx="336135" cy="336000"/>
          </a:xfrm>
          <a:prstGeom prst="rect">
            <a:avLst/>
          </a:prstGeom>
        </p:spPr>
      </p:pic>
      <p:grpSp>
        <p:nvGrpSpPr>
          <p:cNvPr id="700" name="object 161">
            <a:extLst>
              <a:ext uri="{FF2B5EF4-FFF2-40B4-BE49-F238E27FC236}">
                <a16:creationId xmlns:a16="http://schemas.microsoft.com/office/drawing/2014/main" id="{C305DC77-2E89-C64E-A042-EBB08FD15F91}"/>
              </a:ext>
            </a:extLst>
          </p:cNvPr>
          <p:cNvGrpSpPr/>
          <p:nvPr/>
        </p:nvGrpSpPr>
        <p:grpSpPr>
          <a:xfrm>
            <a:off x="7866992" y="3783329"/>
            <a:ext cx="630555" cy="341630"/>
            <a:chOff x="7866992" y="3783329"/>
            <a:chExt cx="630555" cy="341630"/>
          </a:xfrm>
        </p:grpSpPr>
        <p:pic>
          <p:nvPicPr>
            <p:cNvPr id="701" name="object 162">
              <a:extLst>
                <a:ext uri="{FF2B5EF4-FFF2-40B4-BE49-F238E27FC236}">
                  <a16:creationId xmlns:a16="http://schemas.microsoft.com/office/drawing/2014/main" id="{0ABF3C64-4CF1-6B48-9AD9-E108EE5FD0EC}"/>
                </a:ext>
              </a:extLst>
            </p:cNvPr>
            <p:cNvPicPr/>
            <p:nvPr/>
          </p:nvPicPr>
          <p:blipFill>
            <a:blip r:embed="rId39"/>
            <a:stretch>
              <a:fillRect/>
            </a:stretch>
          </p:blipFill>
          <p:spPr>
            <a:xfrm>
              <a:off x="7866992" y="3783329"/>
              <a:ext cx="287826" cy="341375"/>
            </a:xfrm>
            <a:prstGeom prst="rect">
              <a:avLst/>
            </a:prstGeom>
          </p:spPr>
        </p:pic>
        <p:pic>
          <p:nvPicPr>
            <p:cNvPr id="702" name="object 163">
              <a:extLst>
                <a:ext uri="{FF2B5EF4-FFF2-40B4-BE49-F238E27FC236}">
                  <a16:creationId xmlns:a16="http://schemas.microsoft.com/office/drawing/2014/main" id="{53346D11-34BC-424A-ACF1-3573C8C0949F}"/>
                </a:ext>
              </a:extLst>
            </p:cNvPr>
            <p:cNvPicPr/>
            <p:nvPr/>
          </p:nvPicPr>
          <p:blipFill>
            <a:blip r:embed="rId36"/>
            <a:stretch>
              <a:fillRect/>
            </a:stretch>
          </p:blipFill>
          <p:spPr>
            <a:xfrm>
              <a:off x="8154924" y="3859141"/>
              <a:ext cx="342138" cy="247664"/>
            </a:xfrm>
            <a:prstGeom prst="rect">
              <a:avLst/>
            </a:prstGeom>
          </p:spPr>
        </p:pic>
      </p:grpSp>
      <p:pic>
        <p:nvPicPr>
          <p:cNvPr id="703" name="object 164">
            <a:extLst>
              <a:ext uri="{FF2B5EF4-FFF2-40B4-BE49-F238E27FC236}">
                <a16:creationId xmlns:a16="http://schemas.microsoft.com/office/drawing/2014/main" id="{1307BB5D-3DCE-B748-8171-BE6A065B1325}"/>
              </a:ext>
            </a:extLst>
          </p:cNvPr>
          <p:cNvPicPr/>
          <p:nvPr/>
        </p:nvPicPr>
        <p:blipFill>
          <a:blip r:embed="rId39"/>
          <a:stretch>
            <a:fillRect/>
          </a:stretch>
        </p:blipFill>
        <p:spPr>
          <a:xfrm>
            <a:off x="8980274" y="3783329"/>
            <a:ext cx="287826" cy="341375"/>
          </a:xfrm>
          <a:prstGeom prst="rect">
            <a:avLst/>
          </a:prstGeom>
        </p:spPr>
      </p:pic>
      <p:pic>
        <p:nvPicPr>
          <p:cNvPr id="704" name="object 165">
            <a:extLst>
              <a:ext uri="{FF2B5EF4-FFF2-40B4-BE49-F238E27FC236}">
                <a16:creationId xmlns:a16="http://schemas.microsoft.com/office/drawing/2014/main" id="{E54F4676-75E2-254B-BA8F-F49D9D54A380}"/>
              </a:ext>
            </a:extLst>
          </p:cNvPr>
          <p:cNvPicPr/>
          <p:nvPr/>
        </p:nvPicPr>
        <p:blipFill>
          <a:blip r:embed="rId6"/>
          <a:stretch>
            <a:fillRect/>
          </a:stretch>
        </p:blipFill>
        <p:spPr>
          <a:xfrm>
            <a:off x="9244583" y="3812285"/>
            <a:ext cx="342138" cy="341375"/>
          </a:xfrm>
          <a:prstGeom prst="rect">
            <a:avLst/>
          </a:prstGeom>
        </p:spPr>
      </p:pic>
      <p:graphicFrame>
        <p:nvGraphicFramePr>
          <p:cNvPr id="705" name="object 166">
            <a:extLst>
              <a:ext uri="{FF2B5EF4-FFF2-40B4-BE49-F238E27FC236}">
                <a16:creationId xmlns:a16="http://schemas.microsoft.com/office/drawing/2014/main" id="{E399C76F-042F-9947-8641-351D089BCEB2}"/>
              </a:ext>
            </a:extLst>
          </p:cNvPr>
          <p:cNvGraphicFramePr>
            <a:graphicFrameLocks noGrp="1"/>
          </p:cNvGraphicFramePr>
          <p:nvPr/>
        </p:nvGraphicFramePr>
        <p:xfrm>
          <a:off x="8000" y="1684782"/>
          <a:ext cx="10961995" cy="28219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50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1031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207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1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965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8640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9778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9366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15264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91757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508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4732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96139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18034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8890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835659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0325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187959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07340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457834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92709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126365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982979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1039495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</a:tblGrid>
              <a:tr h="1213485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57150">
                      <a:solidFill>
                        <a:srgbClr val="000000"/>
                      </a:solidFill>
                      <a:prstDash val="solid"/>
                    </a:lnT>
                    <a:lnB w="38100">
                      <a:solidFill>
                        <a:srgbClr val="BDBDBD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02640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2400" b="1" spc="-25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T w="571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571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810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245110">
                        <a:lnSpc>
                          <a:spcPct val="100000"/>
                        </a:lnSpc>
                        <a:spcBef>
                          <a:spcPts val="720"/>
                        </a:spcBef>
                      </a:pPr>
                      <a:r>
                        <a:rPr sz="24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91440" marB="0">
                    <a:lnT w="38100">
                      <a:solidFill>
                        <a:srgbClr val="000000"/>
                      </a:solidFill>
                      <a:prstDash val="solid"/>
                    </a:lnT>
                    <a:lnB w="38100">
                      <a:solidFill>
                        <a:srgbClr val="BDBDBD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8100">
                      <a:solidFill>
                        <a:srgbClr val="000000"/>
                      </a:solidFill>
                      <a:prstDash val="solid"/>
                    </a:lnT>
                    <a:lnB w="38100">
                      <a:solidFill>
                        <a:srgbClr val="BDBDBD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810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57150">
                      <a:solidFill>
                        <a:srgbClr val="000000"/>
                      </a:solidFill>
                      <a:prstDash val="solid"/>
                    </a:lnT>
                    <a:lnB w="38100">
                      <a:solidFill>
                        <a:srgbClr val="BDBDBD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24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T w="571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76200">
                      <a:solidFill>
                        <a:srgbClr val="000000"/>
                      </a:solidFill>
                      <a:prstDash val="solid"/>
                    </a:lnT>
                    <a:lnB w="381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810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810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59385"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24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81915" marB="0">
                    <a:lnT w="38100">
                      <a:solidFill>
                        <a:srgbClr val="000000"/>
                      </a:solidFill>
                      <a:prstDash val="solid"/>
                    </a:lnT>
                    <a:lnB w="381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810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81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8100">
                      <a:solidFill>
                        <a:srgbClr val="000000"/>
                      </a:solidFill>
                      <a:prstDash val="solid"/>
                    </a:lnT>
                    <a:lnB w="381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8100">
                      <a:solidFill>
                        <a:srgbClr val="000000"/>
                      </a:solidFill>
                      <a:prstDash val="solid"/>
                    </a:lnT>
                    <a:lnB w="381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810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24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71755" marB="0">
                    <a:lnT w="38100">
                      <a:solidFill>
                        <a:srgbClr val="000000"/>
                      </a:solidFill>
                      <a:prstDash val="solid"/>
                    </a:lnT>
                    <a:lnB w="3810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5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1412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T w="57150">
                      <a:solidFill>
                        <a:srgbClr val="000000"/>
                      </a:solidFill>
                      <a:prstDash val="solid"/>
                    </a:lnT>
                    <a:lnB w="38100">
                      <a:solidFill>
                        <a:srgbClr val="BDBDBD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40080">
                        <a:lnSpc>
                          <a:spcPct val="100000"/>
                        </a:lnSpc>
                        <a:spcBef>
                          <a:spcPts val="464"/>
                        </a:spcBef>
                      </a:pPr>
                      <a:r>
                        <a:rPr sz="2400" b="1" spc="-25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59054" marB="0"/>
                </a:tc>
                <a:tc>
                  <a:txBody>
                    <a:bodyPr/>
                    <a:lstStyle/>
                    <a:p>
                      <a:pPr marR="23495" algn="r">
                        <a:lnSpc>
                          <a:spcPct val="100000"/>
                        </a:lnSpc>
                        <a:spcBef>
                          <a:spcPts val="464"/>
                        </a:spcBef>
                      </a:pPr>
                      <a:r>
                        <a:rPr sz="2400" b="1" spc="-25">
                          <a:solidFill>
                            <a:srgbClr val="BEBEBE"/>
                          </a:solidFill>
                          <a:latin typeface="Times New Roman"/>
                          <a:cs typeface="Times New Roman"/>
                        </a:rPr>
                        <a:t>15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59054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8100">
                      <a:solidFill>
                        <a:srgbClr val="BDBDBD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8100">
                      <a:solidFill>
                        <a:srgbClr val="BDBDBD"/>
                      </a:solidFill>
                      <a:prstDash val="solid"/>
                    </a:lnT>
                    <a:lnB w="38100">
                      <a:solidFill>
                        <a:srgbClr val="BDBDBD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510" algn="ctr">
                        <a:lnSpc>
                          <a:spcPct val="100000"/>
                        </a:lnSpc>
                        <a:spcBef>
                          <a:spcPts val="464"/>
                        </a:spcBef>
                      </a:pPr>
                      <a:r>
                        <a:rPr sz="2400" b="1" spc="-25">
                          <a:solidFill>
                            <a:srgbClr val="BEBEBE"/>
                          </a:solidFill>
                          <a:latin typeface="Times New Roman"/>
                          <a:cs typeface="Times New Roman"/>
                        </a:rPr>
                        <a:t>14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59054" marB="0">
                    <a:lnT w="38100">
                      <a:solidFill>
                        <a:srgbClr val="BDBDBD"/>
                      </a:solidFill>
                      <a:prstDash val="solid"/>
                    </a:lnT>
                    <a:lnB w="38100">
                      <a:solidFill>
                        <a:srgbClr val="BDBDBD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8100">
                      <a:solidFill>
                        <a:srgbClr val="BDBDBD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445" algn="r">
                        <a:lnSpc>
                          <a:spcPct val="100000"/>
                        </a:lnSpc>
                        <a:spcBef>
                          <a:spcPts val="464"/>
                        </a:spcBef>
                      </a:pPr>
                      <a:r>
                        <a:rPr sz="2400" b="1" spc="-25">
                          <a:solidFill>
                            <a:srgbClr val="BEBEBE"/>
                          </a:solidFill>
                          <a:latin typeface="Times New Roman"/>
                          <a:cs typeface="Times New Roman"/>
                        </a:rPr>
                        <a:t>14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59054" marB="0">
                    <a:lnT w="38100">
                      <a:solidFill>
                        <a:srgbClr val="BDBDBD"/>
                      </a:solidFill>
                      <a:prstDash val="solid"/>
                    </a:lnT>
                    <a:lnB w="38100">
                      <a:solidFill>
                        <a:srgbClr val="BDBDBD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572135">
                        <a:lnSpc>
                          <a:spcPct val="100000"/>
                        </a:lnSpc>
                        <a:spcBef>
                          <a:spcPts val="464"/>
                        </a:spcBef>
                      </a:pPr>
                      <a:r>
                        <a:rPr sz="24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59054" marB="0">
                    <a:lnT w="3810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8100">
                      <a:solidFill>
                        <a:srgbClr val="BDBDBD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66420">
                        <a:lnSpc>
                          <a:spcPct val="100000"/>
                        </a:lnSpc>
                        <a:spcBef>
                          <a:spcPts val="464"/>
                        </a:spcBef>
                      </a:pPr>
                      <a:r>
                        <a:rPr sz="24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59054" marB="0">
                    <a:lnT w="3810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81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8100">
                      <a:solidFill>
                        <a:srgbClr val="000000"/>
                      </a:solidFill>
                      <a:prstDash val="solid"/>
                    </a:lnT>
                    <a:lnB w="381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0690">
                        <a:lnSpc>
                          <a:spcPct val="100000"/>
                        </a:lnSpc>
                        <a:spcBef>
                          <a:spcPts val="464"/>
                        </a:spcBef>
                      </a:pPr>
                      <a:r>
                        <a:rPr sz="24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59054" marB="0">
                    <a:lnT w="38100">
                      <a:solidFill>
                        <a:srgbClr val="000000"/>
                      </a:solidFill>
                      <a:prstDash val="solid"/>
                    </a:lnT>
                    <a:lnB w="381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8100">
                      <a:solidFill>
                        <a:srgbClr val="000000"/>
                      </a:solidFill>
                      <a:prstDash val="solid"/>
                    </a:lnT>
                    <a:lnB w="381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81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8100">
                      <a:solidFill>
                        <a:srgbClr val="000000"/>
                      </a:solidFill>
                      <a:prstDash val="solid"/>
                    </a:lnT>
                    <a:lnB w="381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4940">
                        <a:lnSpc>
                          <a:spcPct val="100000"/>
                        </a:lnSpc>
                        <a:spcBef>
                          <a:spcPts val="464"/>
                        </a:spcBef>
                      </a:pPr>
                      <a:r>
                        <a:rPr sz="24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59054" marB="0">
                    <a:lnB w="381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81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81660">
                        <a:lnSpc>
                          <a:spcPct val="100000"/>
                        </a:lnSpc>
                        <a:spcBef>
                          <a:spcPts val="464"/>
                        </a:spcBef>
                      </a:pPr>
                      <a:r>
                        <a:rPr sz="24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59054" marB="0">
                    <a:lnB w="381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03580">
                        <a:lnSpc>
                          <a:spcPct val="100000"/>
                        </a:lnSpc>
                        <a:spcBef>
                          <a:spcPts val="464"/>
                        </a:spcBef>
                      </a:pPr>
                      <a:r>
                        <a:rPr sz="2400" b="1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59054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43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8100">
                      <a:solidFill>
                        <a:srgbClr val="BDBDBD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640080">
                        <a:lnSpc>
                          <a:spcPts val="2820"/>
                        </a:lnSpc>
                        <a:spcBef>
                          <a:spcPts val="185"/>
                        </a:spcBef>
                      </a:pPr>
                      <a:r>
                        <a:rPr sz="2400" b="1" spc="-25">
                          <a:solidFill>
                            <a:srgbClr val="BEBEBE"/>
                          </a:solidFill>
                          <a:latin typeface="Times New Roman"/>
                          <a:cs typeface="Times New Roman"/>
                        </a:rPr>
                        <a:t>17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/>
                </a:tc>
                <a:tc>
                  <a:txBody>
                    <a:bodyPr/>
                    <a:lstStyle/>
                    <a:p>
                      <a:pPr marR="23495" algn="r">
                        <a:lnSpc>
                          <a:spcPts val="2820"/>
                        </a:lnSpc>
                        <a:spcBef>
                          <a:spcPts val="185"/>
                        </a:spcBef>
                      </a:pPr>
                      <a:r>
                        <a:rPr sz="2400" b="1" spc="-25">
                          <a:solidFill>
                            <a:srgbClr val="BEBEBE"/>
                          </a:solidFill>
                          <a:latin typeface="Times New Roman"/>
                          <a:cs typeface="Times New Roman"/>
                        </a:rPr>
                        <a:t>19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8100">
                      <a:solidFill>
                        <a:srgbClr val="BDBDBD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8100">
                      <a:solidFill>
                        <a:srgbClr val="BDBDBD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6510" algn="ctr">
                        <a:lnSpc>
                          <a:spcPts val="2820"/>
                        </a:lnSpc>
                        <a:spcBef>
                          <a:spcPts val="185"/>
                        </a:spcBef>
                      </a:pPr>
                      <a:r>
                        <a:rPr sz="2400" b="1" spc="-25">
                          <a:solidFill>
                            <a:srgbClr val="BEBEBE"/>
                          </a:solidFill>
                          <a:latin typeface="Times New Roman"/>
                          <a:cs typeface="Times New Roman"/>
                        </a:rPr>
                        <a:t>18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T w="38100">
                      <a:solidFill>
                        <a:srgbClr val="BDBDBD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8100">
                      <a:solidFill>
                        <a:srgbClr val="BDBDBD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R="4445" algn="r">
                        <a:lnSpc>
                          <a:spcPts val="2820"/>
                        </a:lnSpc>
                        <a:spcBef>
                          <a:spcPts val="185"/>
                        </a:spcBef>
                      </a:pPr>
                      <a:r>
                        <a:rPr sz="2400" b="1" spc="-25">
                          <a:solidFill>
                            <a:srgbClr val="BEBEBE"/>
                          </a:solidFill>
                          <a:latin typeface="Times New Roman"/>
                          <a:cs typeface="Times New Roman"/>
                        </a:rPr>
                        <a:t>19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T w="38100">
                      <a:solidFill>
                        <a:srgbClr val="BDBDBD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572135">
                        <a:lnSpc>
                          <a:spcPts val="2820"/>
                        </a:lnSpc>
                        <a:spcBef>
                          <a:spcPts val="185"/>
                        </a:spcBef>
                      </a:pPr>
                      <a:r>
                        <a:rPr sz="2400" b="1" spc="-25">
                          <a:solidFill>
                            <a:srgbClr val="BEBEBE"/>
                          </a:solidFill>
                          <a:latin typeface="Times New Roman"/>
                          <a:cs typeface="Times New Roman"/>
                        </a:rPr>
                        <a:t>17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8100">
                      <a:solidFill>
                        <a:srgbClr val="BDBDBD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566420">
                        <a:lnSpc>
                          <a:spcPts val="2820"/>
                        </a:lnSpc>
                        <a:spcBef>
                          <a:spcPts val="185"/>
                        </a:spcBef>
                      </a:pPr>
                      <a:r>
                        <a:rPr sz="2400" b="1" spc="-25">
                          <a:solidFill>
                            <a:srgbClr val="BEBEBE"/>
                          </a:solidFill>
                          <a:latin typeface="Times New Roman"/>
                          <a:cs typeface="Times New Roman"/>
                        </a:rPr>
                        <a:t>18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810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810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440690">
                        <a:lnSpc>
                          <a:spcPts val="2820"/>
                        </a:lnSpc>
                        <a:spcBef>
                          <a:spcPts val="185"/>
                        </a:spcBef>
                      </a:pPr>
                      <a:r>
                        <a:rPr sz="2400" b="1" spc="-25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T w="3810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810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810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810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54940">
                        <a:lnSpc>
                          <a:spcPts val="2820"/>
                        </a:lnSpc>
                        <a:spcBef>
                          <a:spcPts val="185"/>
                        </a:spcBef>
                      </a:pPr>
                      <a:r>
                        <a:rPr sz="2400" b="1" spc="-40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T w="3810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810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581660">
                        <a:lnSpc>
                          <a:spcPts val="2820"/>
                        </a:lnSpc>
                        <a:spcBef>
                          <a:spcPts val="185"/>
                        </a:spcBef>
                      </a:pPr>
                      <a:r>
                        <a:rPr sz="2400" b="1" spc="-25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T w="3810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703580">
                        <a:lnSpc>
                          <a:spcPts val="2820"/>
                        </a:lnSpc>
                        <a:spcBef>
                          <a:spcPts val="185"/>
                        </a:spcBef>
                      </a:pPr>
                      <a:r>
                        <a:rPr sz="2400" b="1" spc="-25">
                          <a:solidFill>
                            <a:srgbClr val="00AF50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706" name="object 167">
            <a:extLst>
              <a:ext uri="{FF2B5EF4-FFF2-40B4-BE49-F238E27FC236}">
                <a16:creationId xmlns:a16="http://schemas.microsoft.com/office/drawing/2014/main" id="{08313C63-A99C-154C-8980-EA0BA148C373}"/>
              </a:ext>
            </a:extLst>
          </p:cNvPr>
          <p:cNvGrpSpPr/>
          <p:nvPr/>
        </p:nvGrpSpPr>
        <p:grpSpPr>
          <a:xfrm>
            <a:off x="23622" y="2995422"/>
            <a:ext cx="650875" cy="534670"/>
            <a:chOff x="23622" y="2995422"/>
            <a:chExt cx="650875" cy="534670"/>
          </a:xfrm>
        </p:grpSpPr>
        <p:pic>
          <p:nvPicPr>
            <p:cNvPr id="707" name="object 168">
              <a:extLst>
                <a:ext uri="{FF2B5EF4-FFF2-40B4-BE49-F238E27FC236}">
                  <a16:creationId xmlns:a16="http://schemas.microsoft.com/office/drawing/2014/main" id="{1AC0F2FC-273F-1749-B6CB-6EE57E8BCC32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23622" y="2995422"/>
              <a:ext cx="650748" cy="534162"/>
            </a:xfrm>
            <a:prstGeom prst="rect">
              <a:avLst/>
            </a:prstGeom>
          </p:spPr>
        </p:pic>
        <p:pic>
          <p:nvPicPr>
            <p:cNvPr id="708" name="object 169">
              <a:extLst>
                <a:ext uri="{FF2B5EF4-FFF2-40B4-BE49-F238E27FC236}">
                  <a16:creationId xmlns:a16="http://schemas.microsoft.com/office/drawing/2014/main" id="{C9DDDCC1-2D24-4547-84CB-1A3FE7C8E424}"/>
                </a:ext>
              </a:extLst>
            </p:cNvPr>
            <p:cNvPicPr/>
            <p:nvPr/>
          </p:nvPicPr>
          <p:blipFill>
            <a:blip r:embed="rId30"/>
            <a:stretch>
              <a:fillRect/>
            </a:stretch>
          </p:blipFill>
          <p:spPr>
            <a:xfrm>
              <a:off x="242315" y="3082290"/>
              <a:ext cx="245364" cy="246125"/>
            </a:xfrm>
            <a:prstGeom prst="rect">
              <a:avLst/>
            </a:prstGeom>
          </p:spPr>
        </p:pic>
        <p:pic>
          <p:nvPicPr>
            <p:cNvPr id="709" name="object 170">
              <a:extLst>
                <a:ext uri="{FF2B5EF4-FFF2-40B4-BE49-F238E27FC236}">
                  <a16:creationId xmlns:a16="http://schemas.microsoft.com/office/drawing/2014/main" id="{405E1804-4493-B244-AD44-C8ABB89779F5}"/>
                </a:ext>
              </a:extLst>
            </p:cNvPr>
            <p:cNvPicPr/>
            <p:nvPr/>
          </p:nvPicPr>
          <p:blipFill>
            <a:blip r:embed="rId4"/>
            <a:stretch>
              <a:fillRect/>
            </a:stretch>
          </p:blipFill>
          <p:spPr>
            <a:xfrm>
              <a:off x="425196" y="3092196"/>
              <a:ext cx="244601" cy="245363"/>
            </a:xfrm>
            <a:prstGeom prst="rect">
              <a:avLst/>
            </a:prstGeom>
          </p:spPr>
        </p:pic>
      </p:grpSp>
      <p:grpSp>
        <p:nvGrpSpPr>
          <p:cNvPr id="710" name="object 171">
            <a:extLst>
              <a:ext uri="{FF2B5EF4-FFF2-40B4-BE49-F238E27FC236}">
                <a16:creationId xmlns:a16="http://schemas.microsoft.com/office/drawing/2014/main" id="{2C97B266-692A-BF42-A028-04698F4712DC}"/>
              </a:ext>
            </a:extLst>
          </p:cNvPr>
          <p:cNvGrpSpPr/>
          <p:nvPr/>
        </p:nvGrpSpPr>
        <p:grpSpPr>
          <a:xfrm>
            <a:off x="35051" y="2556510"/>
            <a:ext cx="918210" cy="342265"/>
            <a:chOff x="35051" y="2556510"/>
            <a:chExt cx="918210" cy="342265"/>
          </a:xfrm>
        </p:grpSpPr>
        <p:pic>
          <p:nvPicPr>
            <p:cNvPr id="711" name="object 172">
              <a:extLst>
                <a:ext uri="{FF2B5EF4-FFF2-40B4-BE49-F238E27FC236}">
                  <a16:creationId xmlns:a16="http://schemas.microsoft.com/office/drawing/2014/main" id="{51CDE64C-C449-AD4A-AA8D-DD1E753F3B53}"/>
                </a:ext>
              </a:extLst>
            </p:cNvPr>
            <p:cNvPicPr/>
            <p:nvPr/>
          </p:nvPicPr>
          <p:blipFill>
            <a:blip r:embed="rId40"/>
            <a:stretch>
              <a:fillRect/>
            </a:stretch>
          </p:blipFill>
          <p:spPr>
            <a:xfrm>
              <a:off x="689001" y="2620542"/>
              <a:ext cx="264106" cy="261318"/>
            </a:xfrm>
            <a:prstGeom prst="rect">
              <a:avLst/>
            </a:prstGeom>
          </p:spPr>
        </p:pic>
        <p:pic>
          <p:nvPicPr>
            <p:cNvPr id="712" name="object 173">
              <a:extLst>
                <a:ext uri="{FF2B5EF4-FFF2-40B4-BE49-F238E27FC236}">
                  <a16:creationId xmlns:a16="http://schemas.microsoft.com/office/drawing/2014/main" id="{AA34ACC3-15EC-7B41-9C1F-72F1A723E1BE}"/>
                </a:ext>
              </a:extLst>
            </p:cNvPr>
            <p:cNvPicPr/>
            <p:nvPr/>
          </p:nvPicPr>
          <p:blipFill>
            <a:blip r:embed="rId36"/>
            <a:stretch>
              <a:fillRect/>
            </a:stretch>
          </p:blipFill>
          <p:spPr>
            <a:xfrm>
              <a:off x="35051" y="2636893"/>
              <a:ext cx="342138" cy="247664"/>
            </a:xfrm>
            <a:prstGeom prst="rect">
              <a:avLst/>
            </a:prstGeom>
          </p:spPr>
        </p:pic>
        <p:pic>
          <p:nvPicPr>
            <p:cNvPr id="713" name="object 174">
              <a:extLst>
                <a:ext uri="{FF2B5EF4-FFF2-40B4-BE49-F238E27FC236}">
                  <a16:creationId xmlns:a16="http://schemas.microsoft.com/office/drawing/2014/main" id="{F8E2A608-3E1B-4045-A8D0-F9CEA7F649E4}"/>
                </a:ext>
              </a:extLst>
            </p:cNvPr>
            <p:cNvPicPr/>
            <p:nvPr/>
          </p:nvPicPr>
          <p:blipFill>
            <a:blip r:embed="rId13"/>
            <a:stretch>
              <a:fillRect/>
            </a:stretch>
          </p:blipFill>
          <p:spPr>
            <a:xfrm>
              <a:off x="383286" y="2556510"/>
              <a:ext cx="341376" cy="342138"/>
            </a:xfrm>
            <a:prstGeom prst="rect">
              <a:avLst/>
            </a:prstGeom>
          </p:spPr>
        </p:pic>
      </p:grpSp>
      <p:sp>
        <p:nvSpPr>
          <p:cNvPr id="714" name="object 175">
            <a:extLst>
              <a:ext uri="{FF2B5EF4-FFF2-40B4-BE49-F238E27FC236}">
                <a16:creationId xmlns:a16="http://schemas.microsoft.com/office/drawing/2014/main" id="{03063340-8008-4346-98D5-2BD9F22BF77A}"/>
              </a:ext>
            </a:extLst>
          </p:cNvPr>
          <p:cNvSpPr/>
          <p:nvPr/>
        </p:nvSpPr>
        <p:spPr>
          <a:xfrm>
            <a:off x="53339" y="2898648"/>
            <a:ext cx="939165" cy="0"/>
          </a:xfrm>
          <a:custGeom>
            <a:avLst/>
            <a:gdLst/>
            <a:ahLst/>
            <a:cxnLst/>
            <a:rect l="l" t="t" r="r" b="b"/>
            <a:pathLst>
              <a:path w="939165">
                <a:moveTo>
                  <a:pt x="0" y="0"/>
                </a:moveTo>
                <a:lnTo>
                  <a:pt x="938784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15" name="object 176">
            <a:extLst>
              <a:ext uri="{FF2B5EF4-FFF2-40B4-BE49-F238E27FC236}">
                <a16:creationId xmlns:a16="http://schemas.microsoft.com/office/drawing/2014/main" id="{5D191171-5008-2D42-B5B6-78A3E49BC7A9}"/>
              </a:ext>
            </a:extLst>
          </p:cNvPr>
          <p:cNvGrpSpPr/>
          <p:nvPr/>
        </p:nvGrpSpPr>
        <p:grpSpPr>
          <a:xfrm>
            <a:off x="1270573" y="2556510"/>
            <a:ext cx="734060" cy="342265"/>
            <a:chOff x="1270573" y="2556510"/>
            <a:chExt cx="734060" cy="342265"/>
          </a:xfrm>
        </p:grpSpPr>
        <p:pic>
          <p:nvPicPr>
            <p:cNvPr id="716" name="object 177">
              <a:extLst>
                <a:ext uri="{FF2B5EF4-FFF2-40B4-BE49-F238E27FC236}">
                  <a16:creationId xmlns:a16="http://schemas.microsoft.com/office/drawing/2014/main" id="{A430ECFA-3F9F-F24C-945A-7BE8C94C6271}"/>
                </a:ext>
              </a:extLst>
            </p:cNvPr>
            <p:cNvPicPr/>
            <p:nvPr/>
          </p:nvPicPr>
          <p:blipFill>
            <a:blip r:embed="rId41"/>
            <a:stretch>
              <a:fillRect/>
            </a:stretch>
          </p:blipFill>
          <p:spPr>
            <a:xfrm>
              <a:off x="1270573" y="2561133"/>
              <a:ext cx="147951" cy="332891"/>
            </a:xfrm>
            <a:prstGeom prst="rect">
              <a:avLst/>
            </a:prstGeom>
          </p:spPr>
        </p:pic>
        <p:pic>
          <p:nvPicPr>
            <p:cNvPr id="717" name="object 178">
              <a:extLst>
                <a:ext uri="{FF2B5EF4-FFF2-40B4-BE49-F238E27FC236}">
                  <a16:creationId xmlns:a16="http://schemas.microsoft.com/office/drawing/2014/main" id="{4D0B4CAA-29B0-9446-B484-1E257105A06A}"/>
                </a:ext>
              </a:extLst>
            </p:cNvPr>
            <p:cNvPicPr/>
            <p:nvPr/>
          </p:nvPicPr>
          <p:blipFill>
            <a:blip r:embed="rId53"/>
            <a:stretch>
              <a:fillRect/>
            </a:stretch>
          </p:blipFill>
          <p:spPr>
            <a:xfrm>
              <a:off x="1736247" y="2622371"/>
              <a:ext cx="268162" cy="267564"/>
            </a:xfrm>
            <a:prstGeom prst="rect">
              <a:avLst/>
            </a:prstGeom>
          </p:spPr>
        </p:pic>
        <p:pic>
          <p:nvPicPr>
            <p:cNvPr id="718" name="object 179">
              <a:extLst>
                <a:ext uri="{FF2B5EF4-FFF2-40B4-BE49-F238E27FC236}">
                  <a16:creationId xmlns:a16="http://schemas.microsoft.com/office/drawing/2014/main" id="{B4BEAA08-5EB0-AF42-8B6F-C6C964CF3D23}"/>
                </a:ext>
              </a:extLst>
            </p:cNvPr>
            <p:cNvPicPr/>
            <p:nvPr/>
          </p:nvPicPr>
          <p:blipFill>
            <a:blip r:embed="rId54"/>
            <a:stretch>
              <a:fillRect/>
            </a:stretch>
          </p:blipFill>
          <p:spPr>
            <a:xfrm>
              <a:off x="1451610" y="2556510"/>
              <a:ext cx="342138" cy="342138"/>
            </a:xfrm>
            <a:prstGeom prst="rect">
              <a:avLst/>
            </a:prstGeom>
          </p:spPr>
        </p:pic>
      </p:grpSp>
      <p:sp>
        <p:nvSpPr>
          <p:cNvPr id="719" name="object 180">
            <a:extLst>
              <a:ext uri="{FF2B5EF4-FFF2-40B4-BE49-F238E27FC236}">
                <a16:creationId xmlns:a16="http://schemas.microsoft.com/office/drawing/2014/main" id="{D7308515-3667-F44E-BB30-F709708C0C89}"/>
              </a:ext>
            </a:extLst>
          </p:cNvPr>
          <p:cNvSpPr/>
          <p:nvPr/>
        </p:nvSpPr>
        <p:spPr>
          <a:xfrm>
            <a:off x="1264158" y="2898648"/>
            <a:ext cx="777875" cy="0"/>
          </a:xfrm>
          <a:custGeom>
            <a:avLst/>
            <a:gdLst/>
            <a:ahLst/>
            <a:cxnLst/>
            <a:rect l="l" t="t" r="r" b="b"/>
            <a:pathLst>
              <a:path w="777875">
                <a:moveTo>
                  <a:pt x="0" y="0"/>
                </a:moveTo>
                <a:lnTo>
                  <a:pt x="777366" y="0"/>
                </a:lnTo>
              </a:path>
            </a:pathLst>
          </a:custGeom>
          <a:ln w="38100">
            <a:solidFill>
              <a:srgbClr val="BDBDB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20" name="object 181">
            <a:extLst>
              <a:ext uri="{FF2B5EF4-FFF2-40B4-BE49-F238E27FC236}">
                <a16:creationId xmlns:a16="http://schemas.microsoft.com/office/drawing/2014/main" id="{B5F18067-446C-CF47-B7B5-2676AA15016D}"/>
              </a:ext>
            </a:extLst>
          </p:cNvPr>
          <p:cNvGrpSpPr/>
          <p:nvPr/>
        </p:nvGrpSpPr>
        <p:grpSpPr>
          <a:xfrm>
            <a:off x="9944861" y="2556510"/>
            <a:ext cx="876300" cy="375285"/>
            <a:chOff x="9944861" y="2556510"/>
            <a:chExt cx="876300" cy="375285"/>
          </a:xfrm>
        </p:grpSpPr>
        <p:pic>
          <p:nvPicPr>
            <p:cNvPr id="721" name="object 182">
              <a:extLst>
                <a:ext uri="{FF2B5EF4-FFF2-40B4-BE49-F238E27FC236}">
                  <a16:creationId xmlns:a16="http://schemas.microsoft.com/office/drawing/2014/main" id="{A17D2F14-DD31-304F-A656-D146E2A12FB2}"/>
                </a:ext>
              </a:extLst>
            </p:cNvPr>
            <p:cNvPicPr/>
            <p:nvPr/>
          </p:nvPicPr>
          <p:blipFill>
            <a:blip r:embed="rId39"/>
            <a:stretch>
              <a:fillRect/>
            </a:stretch>
          </p:blipFill>
          <p:spPr>
            <a:xfrm>
              <a:off x="9964076" y="2556510"/>
              <a:ext cx="288469" cy="342138"/>
            </a:xfrm>
            <a:prstGeom prst="rect">
              <a:avLst/>
            </a:prstGeom>
          </p:spPr>
        </p:pic>
        <p:pic>
          <p:nvPicPr>
            <p:cNvPr id="722" name="object 183">
              <a:extLst>
                <a:ext uri="{FF2B5EF4-FFF2-40B4-BE49-F238E27FC236}">
                  <a16:creationId xmlns:a16="http://schemas.microsoft.com/office/drawing/2014/main" id="{9F3F6399-2917-0C4F-8291-8612D67BB09A}"/>
                </a:ext>
              </a:extLst>
            </p:cNvPr>
            <p:cNvPicPr/>
            <p:nvPr/>
          </p:nvPicPr>
          <p:blipFill>
            <a:blip r:embed="rId4"/>
            <a:stretch>
              <a:fillRect/>
            </a:stretch>
          </p:blipFill>
          <p:spPr>
            <a:xfrm>
              <a:off x="10156697" y="2556510"/>
              <a:ext cx="342138" cy="342138"/>
            </a:xfrm>
            <a:prstGeom prst="rect">
              <a:avLst/>
            </a:prstGeom>
          </p:spPr>
        </p:pic>
        <p:pic>
          <p:nvPicPr>
            <p:cNvPr id="723" name="object 184">
              <a:extLst>
                <a:ext uri="{FF2B5EF4-FFF2-40B4-BE49-F238E27FC236}">
                  <a16:creationId xmlns:a16="http://schemas.microsoft.com/office/drawing/2014/main" id="{7581BE42-63ED-BE4C-B646-C6314272CDA5}"/>
                </a:ext>
              </a:extLst>
            </p:cNvPr>
            <p:cNvPicPr/>
            <p:nvPr/>
          </p:nvPicPr>
          <p:blipFill>
            <a:blip r:embed="rId46"/>
            <a:stretch>
              <a:fillRect/>
            </a:stretch>
          </p:blipFill>
          <p:spPr>
            <a:xfrm>
              <a:off x="10424159" y="2590038"/>
              <a:ext cx="341375" cy="341375"/>
            </a:xfrm>
            <a:prstGeom prst="rect">
              <a:avLst/>
            </a:prstGeom>
          </p:spPr>
        </p:pic>
        <p:sp>
          <p:nvSpPr>
            <p:cNvPr id="724" name="object 185">
              <a:extLst>
                <a:ext uri="{FF2B5EF4-FFF2-40B4-BE49-F238E27FC236}">
                  <a16:creationId xmlns:a16="http://schemas.microsoft.com/office/drawing/2014/main" id="{9A7C30F4-45FD-9C41-82E2-062DEE6DA59A}"/>
                </a:ext>
              </a:extLst>
            </p:cNvPr>
            <p:cNvSpPr/>
            <p:nvPr/>
          </p:nvSpPr>
          <p:spPr>
            <a:xfrm>
              <a:off x="9944861" y="2898648"/>
              <a:ext cx="876300" cy="0"/>
            </a:xfrm>
            <a:custGeom>
              <a:avLst/>
              <a:gdLst/>
              <a:ahLst/>
              <a:cxnLst/>
              <a:rect l="l" t="t" r="r" b="b"/>
              <a:pathLst>
                <a:path w="876300">
                  <a:moveTo>
                    <a:pt x="0" y="0"/>
                  </a:moveTo>
                  <a:lnTo>
                    <a:pt x="875919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25" name="object 186">
            <a:extLst>
              <a:ext uri="{FF2B5EF4-FFF2-40B4-BE49-F238E27FC236}">
                <a16:creationId xmlns:a16="http://schemas.microsoft.com/office/drawing/2014/main" id="{D04993B1-9955-6742-BA18-B93EAC042835}"/>
              </a:ext>
            </a:extLst>
          </p:cNvPr>
          <p:cNvGrpSpPr/>
          <p:nvPr/>
        </p:nvGrpSpPr>
        <p:grpSpPr>
          <a:xfrm>
            <a:off x="8944520" y="2556510"/>
            <a:ext cx="812165" cy="361315"/>
            <a:chOff x="8944520" y="2556510"/>
            <a:chExt cx="812165" cy="361315"/>
          </a:xfrm>
        </p:grpSpPr>
        <p:pic>
          <p:nvPicPr>
            <p:cNvPr id="726" name="object 187">
              <a:extLst>
                <a:ext uri="{FF2B5EF4-FFF2-40B4-BE49-F238E27FC236}">
                  <a16:creationId xmlns:a16="http://schemas.microsoft.com/office/drawing/2014/main" id="{2DE575E9-EA39-0A4E-B51B-443BA8FA18DD}"/>
                </a:ext>
              </a:extLst>
            </p:cNvPr>
            <p:cNvPicPr/>
            <p:nvPr/>
          </p:nvPicPr>
          <p:blipFill>
            <a:blip r:embed="rId39"/>
            <a:stretch>
              <a:fillRect/>
            </a:stretch>
          </p:blipFill>
          <p:spPr>
            <a:xfrm>
              <a:off x="8944520" y="2556510"/>
              <a:ext cx="288469" cy="342138"/>
            </a:xfrm>
            <a:prstGeom prst="rect">
              <a:avLst/>
            </a:prstGeom>
          </p:spPr>
        </p:pic>
        <p:pic>
          <p:nvPicPr>
            <p:cNvPr id="727" name="object 188">
              <a:extLst>
                <a:ext uri="{FF2B5EF4-FFF2-40B4-BE49-F238E27FC236}">
                  <a16:creationId xmlns:a16="http://schemas.microsoft.com/office/drawing/2014/main" id="{C4B1D6E8-A817-EE4A-A227-132949F532D1}"/>
                </a:ext>
              </a:extLst>
            </p:cNvPr>
            <p:cNvPicPr/>
            <p:nvPr/>
          </p:nvPicPr>
          <p:blipFill>
            <a:blip r:embed="rId4"/>
            <a:stretch>
              <a:fillRect/>
            </a:stretch>
          </p:blipFill>
          <p:spPr>
            <a:xfrm>
              <a:off x="9147048" y="2556510"/>
              <a:ext cx="341375" cy="342138"/>
            </a:xfrm>
            <a:prstGeom prst="rect">
              <a:avLst/>
            </a:prstGeom>
          </p:spPr>
        </p:pic>
        <p:pic>
          <p:nvPicPr>
            <p:cNvPr id="728" name="object 189">
              <a:extLst>
                <a:ext uri="{FF2B5EF4-FFF2-40B4-BE49-F238E27FC236}">
                  <a16:creationId xmlns:a16="http://schemas.microsoft.com/office/drawing/2014/main" id="{6283428A-0334-5B42-A226-9C69664C6B06}"/>
                </a:ext>
              </a:extLst>
            </p:cNvPr>
            <p:cNvPicPr/>
            <p:nvPr/>
          </p:nvPicPr>
          <p:blipFill>
            <a:blip r:embed="rId13"/>
            <a:stretch>
              <a:fillRect/>
            </a:stretch>
          </p:blipFill>
          <p:spPr>
            <a:xfrm>
              <a:off x="9414510" y="2556510"/>
              <a:ext cx="341375" cy="342138"/>
            </a:xfrm>
            <a:prstGeom prst="rect">
              <a:avLst/>
            </a:prstGeom>
          </p:spPr>
        </p:pic>
        <p:sp>
          <p:nvSpPr>
            <p:cNvPr id="729" name="object 190">
              <a:extLst>
                <a:ext uri="{FF2B5EF4-FFF2-40B4-BE49-F238E27FC236}">
                  <a16:creationId xmlns:a16="http://schemas.microsoft.com/office/drawing/2014/main" id="{919FBB19-52A4-CB44-AAEE-18F6BED5CF70}"/>
                </a:ext>
              </a:extLst>
            </p:cNvPr>
            <p:cNvSpPr/>
            <p:nvPr/>
          </p:nvSpPr>
          <p:spPr>
            <a:xfrm>
              <a:off x="8957310" y="2898648"/>
              <a:ext cx="799465" cy="0"/>
            </a:xfrm>
            <a:custGeom>
              <a:avLst/>
              <a:gdLst/>
              <a:ahLst/>
              <a:cxnLst/>
              <a:rect l="l" t="t" r="r" b="b"/>
              <a:pathLst>
                <a:path w="799465">
                  <a:moveTo>
                    <a:pt x="0" y="0"/>
                  </a:moveTo>
                  <a:lnTo>
                    <a:pt x="799084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30" name="object 191">
            <a:extLst>
              <a:ext uri="{FF2B5EF4-FFF2-40B4-BE49-F238E27FC236}">
                <a16:creationId xmlns:a16="http://schemas.microsoft.com/office/drawing/2014/main" id="{B5D6F642-838E-0E4D-8165-18857EF2611B}"/>
              </a:ext>
            </a:extLst>
          </p:cNvPr>
          <p:cNvGrpSpPr/>
          <p:nvPr/>
        </p:nvGrpSpPr>
        <p:grpSpPr>
          <a:xfrm>
            <a:off x="4572" y="4236720"/>
            <a:ext cx="678180" cy="534670"/>
            <a:chOff x="4572" y="4236720"/>
            <a:chExt cx="678180" cy="534670"/>
          </a:xfrm>
        </p:grpSpPr>
        <p:pic>
          <p:nvPicPr>
            <p:cNvPr id="731" name="object 192">
              <a:extLst>
                <a:ext uri="{FF2B5EF4-FFF2-40B4-BE49-F238E27FC236}">
                  <a16:creationId xmlns:a16="http://schemas.microsoft.com/office/drawing/2014/main" id="{AC68DAB2-9107-D74A-B728-2B681D567FB2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4572" y="4236720"/>
              <a:ext cx="650748" cy="534162"/>
            </a:xfrm>
            <a:prstGeom prst="rect">
              <a:avLst/>
            </a:prstGeom>
          </p:spPr>
        </p:pic>
        <p:pic>
          <p:nvPicPr>
            <p:cNvPr id="732" name="object 193">
              <a:extLst>
                <a:ext uri="{FF2B5EF4-FFF2-40B4-BE49-F238E27FC236}">
                  <a16:creationId xmlns:a16="http://schemas.microsoft.com/office/drawing/2014/main" id="{F52CE343-ADE6-C648-9F47-0FF7A1AE1D97}"/>
                </a:ext>
              </a:extLst>
            </p:cNvPr>
            <p:cNvPicPr/>
            <p:nvPr/>
          </p:nvPicPr>
          <p:blipFill>
            <a:blip r:embed="rId9"/>
            <a:stretch>
              <a:fillRect/>
            </a:stretch>
          </p:blipFill>
          <p:spPr>
            <a:xfrm>
              <a:off x="203453" y="4323588"/>
              <a:ext cx="246126" cy="246125"/>
            </a:xfrm>
            <a:prstGeom prst="rect">
              <a:avLst/>
            </a:prstGeom>
          </p:spPr>
        </p:pic>
        <p:pic>
          <p:nvPicPr>
            <p:cNvPr id="733" name="object 194">
              <a:extLst>
                <a:ext uri="{FF2B5EF4-FFF2-40B4-BE49-F238E27FC236}">
                  <a16:creationId xmlns:a16="http://schemas.microsoft.com/office/drawing/2014/main" id="{3BD7ECF2-3048-4147-9BE4-1C1F64448F68}"/>
                </a:ext>
              </a:extLst>
            </p:cNvPr>
            <p:cNvPicPr/>
            <p:nvPr/>
          </p:nvPicPr>
          <p:blipFill>
            <a:blip r:embed="rId10"/>
            <a:stretch>
              <a:fillRect/>
            </a:stretch>
          </p:blipFill>
          <p:spPr>
            <a:xfrm>
              <a:off x="437388" y="4353306"/>
              <a:ext cx="245364" cy="244601"/>
            </a:xfrm>
            <a:prstGeom prst="rect">
              <a:avLst/>
            </a:prstGeom>
          </p:spPr>
        </p:pic>
      </p:grpSp>
      <p:pic>
        <p:nvPicPr>
          <p:cNvPr id="734" name="object 195">
            <a:extLst>
              <a:ext uri="{FF2B5EF4-FFF2-40B4-BE49-F238E27FC236}">
                <a16:creationId xmlns:a16="http://schemas.microsoft.com/office/drawing/2014/main" id="{07DEE765-3175-C840-B8A4-37DBFAF32DBA}"/>
              </a:ext>
            </a:extLst>
          </p:cNvPr>
          <p:cNvPicPr/>
          <p:nvPr/>
        </p:nvPicPr>
        <p:blipFill>
          <a:blip r:embed="rId15"/>
          <a:stretch>
            <a:fillRect/>
          </a:stretch>
        </p:blipFill>
        <p:spPr>
          <a:xfrm>
            <a:off x="279654" y="4174235"/>
            <a:ext cx="244602" cy="244601"/>
          </a:xfrm>
          <a:prstGeom prst="rect">
            <a:avLst/>
          </a:prstGeom>
        </p:spPr>
      </p:pic>
      <p:pic>
        <p:nvPicPr>
          <p:cNvPr id="735" name="object 196">
            <a:extLst>
              <a:ext uri="{FF2B5EF4-FFF2-40B4-BE49-F238E27FC236}">
                <a16:creationId xmlns:a16="http://schemas.microsoft.com/office/drawing/2014/main" id="{9F436F73-0C5C-2246-ACEF-6D8557239ABA}"/>
              </a:ext>
            </a:extLst>
          </p:cNvPr>
          <p:cNvPicPr/>
          <p:nvPr/>
        </p:nvPicPr>
        <p:blipFill>
          <a:blip r:embed="rId55"/>
          <a:stretch>
            <a:fillRect/>
          </a:stretch>
        </p:blipFill>
        <p:spPr>
          <a:xfrm>
            <a:off x="1335343" y="3787943"/>
            <a:ext cx="147951" cy="332149"/>
          </a:xfrm>
          <a:prstGeom prst="rect">
            <a:avLst/>
          </a:prstGeom>
        </p:spPr>
      </p:pic>
      <p:grpSp>
        <p:nvGrpSpPr>
          <p:cNvPr id="736" name="object 197">
            <a:extLst>
              <a:ext uri="{FF2B5EF4-FFF2-40B4-BE49-F238E27FC236}">
                <a16:creationId xmlns:a16="http://schemas.microsoft.com/office/drawing/2014/main" id="{BB1BBC92-05A2-5447-9D7D-AD9F61482E15}"/>
              </a:ext>
            </a:extLst>
          </p:cNvPr>
          <p:cNvGrpSpPr/>
          <p:nvPr/>
        </p:nvGrpSpPr>
        <p:grpSpPr>
          <a:xfrm>
            <a:off x="1078230" y="3804665"/>
            <a:ext cx="939165" cy="342265"/>
            <a:chOff x="1078230" y="3804665"/>
            <a:chExt cx="939165" cy="342265"/>
          </a:xfrm>
        </p:grpSpPr>
        <p:pic>
          <p:nvPicPr>
            <p:cNvPr id="737" name="object 198">
              <a:extLst>
                <a:ext uri="{FF2B5EF4-FFF2-40B4-BE49-F238E27FC236}">
                  <a16:creationId xmlns:a16="http://schemas.microsoft.com/office/drawing/2014/main" id="{279D9FDF-068B-994E-A803-2760D1C0BAC2}"/>
                </a:ext>
              </a:extLst>
            </p:cNvPr>
            <p:cNvPicPr/>
            <p:nvPr/>
          </p:nvPicPr>
          <p:blipFill>
            <a:blip r:embed="rId56"/>
            <a:stretch>
              <a:fillRect/>
            </a:stretch>
          </p:blipFill>
          <p:spPr>
            <a:xfrm>
              <a:off x="1479042" y="3804665"/>
              <a:ext cx="341376" cy="342138"/>
            </a:xfrm>
            <a:prstGeom prst="rect">
              <a:avLst/>
            </a:prstGeom>
          </p:spPr>
        </p:pic>
        <p:sp>
          <p:nvSpPr>
            <p:cNvPr id="738" name="object 199">
              <a:extLst>
                <a:ext uri="{FF2B5EF4-FFF2-40B4-BE49-F238E27FC236}">
                  <a16:creationId xmlns:a16="http://schemas.microsoft.com/office/drawing/2014/main" id="{6C65875A-E194-A646-BC34-083635C73E2A}"/>
                </a:ext>
              </a:extLst>
            </p:cNvPr>
            <p:cNvSpPr/>
            <p:nvPr/>
          </p:nvSpPr>
          <p:spPr>
            <a:xfrm>
              <a:off x="1078230" y="4113275"/>
              <a:ext cx="939165" cy="0"/>
            </a:xfrm>
            <a:custGeom>
              <a:avLst/>
              <a:gdLst/>
              <a:ahLst/>
              <a:cxnLst/>
              <a:rect l="l" t="t" r="r" b="b"/>
              <a:pathLst>
                <a:path w="939164">
                  <a:moveTo>
                    <a:pt x="0" y="0"/>
                  </a:moveTo>
                  <a:lnTo>
                    <a:pt x="938783" y="0"/>
                  </a:lnTo>
                </a:path>
              </a:pathLst>
            </a:custGeom>
            <a:ln w="38100">
              <a:solidFill>
                <a:srgbClr val="BDBDB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39" name="object 200">
            <a:extLst>
              <a:ext uri="{FF2B5EF4-FFF2-40B4-BE49-F238E27FC236}">
                <a16:creationId xmlns:a16="http://schemas.microsoft.com/office/drawing/2014/main" id="{BDF9FC4D-BC0D-9D42-8BE5-5797F51C4A07}"/>
              </a:ext>
            </a:extLst>
          </p:cNvPr>
          <p:cNvGrpSpPr/>
          <p:nvPr/>
        </p:nvGrpSpPr>
        <p:grpSpPr>
          <a:xfrm>
            <a:off x="4400550" y="3787943"/>
            <a:ext cx="939165" cy="344805"/>
            <a:chOff x="4400550" y="3787943"/>
            <a:chExt cx="939165" cy="344805"/>
          </a:xfrm>
        </p:grpSpPr>
        <p:pic>
          <p:nvPicPr>
            <p:cNvPr id="740" name="object 201">
              <a:extLst>
                <a:ext uri="{FF2B5EF4-FFF2-40B4-BE49-F238E27FC236}">
                  <a16:creationId xmlns:a16="http://schemas.microsoft.com/office/drawing/2014/main" id="{74A37861-DDCA-EE43-963B-02EAB279F847}"/>
                </a:ext>
              </a:extLst>
            </p:cNvPr>
            <p:cNvPicPr/>
            <p:nvPr/>
          </p:nvPicPr>
          <p:blipFill>
            <a:blip r:embed="rId44"/>
            <a:stretch>
              <a:fillRect/>
            </a:stretch>
          </p:blipFill>
          <p:spPr>
            <a:xfrm>
              <a:off x="4511039" y="3858417"/>
              <a:ext cx="342138" cy="249112"/>
            </a:xfrm>
            <a:prstGeom prst="rect">
              <a:avLst/>
            </a:prstGeom>
          </p:spPr>
        </p:pic>
        <p:pic>
          <p:nvPicPr>
            <p:cNvPr id="741" name="object 202">
              <a:extLst>
                <a:ext uri="{FF2B5EF4-FFF2-40B4-BE49-F238E27FC236}">
                  <a16:creationId xmlns:a16="http://schemas.microsoft.com/office/drawing/2014/main" id="{D52B4028-A0C1-4B43-9CD3-8D1B9FAAFABF}"/>
                </a:ext>
              </a:extLst>
            </p:cNvPr>
            <p:cNvPicPr/>
            <p:nvPr/>
          </p:nvPicPr>
          <p:blipFill>
            <a:blip r:embed="rId50"/>
            <a:stretch>
              <a:fillRect/>
            </a:stretch>
          </p:blipFill>
          <p:spPr>
            <a:xfrm>
              <a:off x="4887519" y="3787943"/>
              <a:ext cx="332891" cy="332149"/>
            </a:xfrm>
            <a:prstGeom prst="rect">
              <a:avLst/>
            </a:prstGeom>
          </p:spPr>
        </p:pic>
        <p:sp>
          <p:nvSpPr>
            <p:cNvPr id="742" name="object 203">
              <a:extLst>
                <a:ext uri="{FF2B5EF4-FFF2-40B4-BE49-F238E27FC236}">
                  <a16:creationId xmlns:a16="http://schemas.microsoft.com/office/drawing/2014/main" id="{9DEE54CB-F486-5E47-AFB6-3168F6C02AD9}"/>
                </a:ext>
              </a:extLst>
            </p:cNvPr>
            <p:cNvSpPr/>
            <p:nvPr/>
          </p:nvSpPr>
          <p:spPr>
            <a:xfrm>
              <a:off x="4400550" y="4113276"/>
              <a:ext cx="939165" cy="0"/>
            </a:xfrm>
            <a:custGeom>
              <a:avLst/>
              <a:gdLst/>
              <a:ahLst/>
              <a:cxnLst/>
              <a:rect l="l" t="t" r="r" b="b"/>
              <a:pathLst>
                <a:path w="939164">
                  <a:moveTo>
                    <a:pt x="0" y="0"/>
                  </a:moveTo>
                  <a:lnTo>
                    <a:pt x="938784" y="0"/>
                  </a:lnTo>
                </a:path>
              </a:pathLst>
            </a:custGeom>
            <a:ln w="38100">
              <a:solidFill>
                <a:srgbClr val="BDBDB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43" name="object 204">
            <a:extLst>
              <a:ext uri="{FF2B5EF4-FFF2-40B4-BE49-F238E27FC236}">
                <a16:creationId xmlns:a16="http://schemas.microsoft.com/office/drawing/2014/main" id="{717576FE-DB9E-4545-8B72-2CBAFB1B9395}"/>
              </a:ext>
            </a:extLst>
          </p:cNvPr>
          <p:cNvGrpSpPr/>
          <p:nvPr/>
        </p:nvGrpSpPr>
        <p:grpSpPr>
          <a:xfrm>
            <a:off x="10026500" y="3783329"/>
            <a:ext cx="573405" cy="341630"/>
            <a:chOff x="10026500" y="3783329"/>
            <a:chExt cx="573405" cy="341630"/>
          </a:xfrm>
        </p:grpSpPr>
        <p:pic>
          <p:nvPicPr>
            <p:cNvPr id="744" name="object 205">
              <a:extLst>
                <a:ext uri="{FF2B5EF4-FFF2-40B4-BE49-F238E27FC236}">
                  <a16:creationId xmlns:a16="http://schemas.microsoft.com/office/drawing/2014/main" id="{E2CBA188-46E6-E142-A0B3-B13C06727085}"/>
                </a:ext>
              </a:extLst>
            </p:cNvPr>
            <p:cNvPicPr/>
            <p:nvPr/>
          </p:nvPicPr>
          <p:blipFill>
            <a:blip r:embed="rId39"/>
            <a:stretch>
              <a:fillRect/>
            </a:stretch>
          </p:blipFill>
          <p:spPr>
            <a:xfrm>
              <a:off x="10026500" y="3783329"/>
              <a:ext cx="287826" cy="341375"/>
            </a:xfrm>
            <a:prstGeom prst="rect">
              <a:avLst/>
            </a:prstGeom>
          </p:spPr>
        </p:pic>
        <p:pic>
          <p:nvPicPr>
            <p:cNvPr id="745" name="object 206">
              <a:extLst>
                <a:ext uri="{FF2B5EF4-FFF2-40B4-BE49-F238E27FC236}">
                  <a16:creationId xmlns:a16="http://schemas.microsoft.com/office/drawing/2014/main" id="{9FD2F3DF-5F4D-F046-ACC4-9FA6C5658E61}"/>
                </a:ext>
              </a:extLst>
            </p:cNvPr>
            <p:cNvPicPr/>
            <p:nvPr/>
          </p:nvPicPr>
          <p:blipFill>
            <a:blip r:embed="rId4"/>
            <a:stretch>
              <a:fillRect/>
            </a:stretch>
          </p:blipFill>
          <p:spPr>
            <a:xfrm>
              <a:off x="10258043" y="3783329"/>
              <a:ext cx="341375" cy="341375"/>
            </a:xfrm>
            <a:prstGeom prst="rect">
              <a:avLst/>
            </a:prstGeom>
          </p:spPr>
        </p:pic>
      </p:grpSp>
      <p:sp>
        <p:nvSpPr>
          <p:cNvPr id="746" name="object 207">
            <a:extLst>
              <a:ext uri="{FF2B5EF4-FFF2-40B4-BE49-F238E27FC236}">
                <a16:creationId xmlns:a16="http://schemas.microsoft.com/office/drawing/2014/main" id="{6C2204E5-5C38-DD40-919C-D9B7C197C725}"/>
              </a:ext>
            </a:extLst>
          </p:cNvPr>
          <p:cNvSpPr/>
          <p:nvPr/>
        </p:nvSpPr>
        <p:spPr>
          <a:xfrm>
            <a:off x="9937242" y="4113276"/>
            <a:ext cx="939165" cy="0"/>
          </a:xfrm>
          <a:custGeom>
            <a:avLst/>
            <a:gdLst/>
            <a:ahLst/>
            <a:cxnLst/>
            <a:rect l="l" t="t" r="r" b="b"/>
            <a:pathLst>
              <a:path w="939165">
                <a:moveTo>
                  <a:pt x="0" y="0"/>
                </a:moveTo>
                <a:lnTo>
                  <a:pt x="938783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47" name="object 208">
            <a:extLst>
              <a:ext uri="{FF2B5EF4-FFF2-40B4-BE49-F238E27FC236}">
                <a16:creationId xmlns:a16="http://schemas.microsoft.com/office/drawing/2014/main" id="{C59BA0EA-822E-284C-9E6A-94866CFF4EE2}"/>
              </a:ext>
            </a:extLst>
          </p:cNvPr>
          <p:cNvGrpSpPr/>
          <p:nvPr/>
        </p:nvGrpSpPr>
        <p:grpSpPr>
          <a:xfrm>
            <a:off x="47244" y="4938521"/>
            <a:ext cx="939165" cy="993775"/>
            <a:chOff x="47244" y="4938521"/>
            <a:chExt cx="939165" cy="993775"/>
          </a:xfrm>
        </p:grpSpPr>
        <p:pic>
          <p:nvPicPr>
            <p:cNvPr id="748" name="object 209">
              <a:extLst>
                <a:ext uri="{FF2B5EF4-FFF2-40B4-BE49-F238E27FC236}">
                  <a16:creationId xmlns:a16="http://schemas.microsoft.com/office/drawing/2014/main" id="{776D5472-2EEB-D24C-9D40-7826E7E6A911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80009" y="5398007"/>
              <a:ext cx="650748" cy="534162"/>
            </a:xfrm>
            <a:prstGeom prst="rect">
              <a:avLst/>
            </a:prstGeom>
          </p:spPr>
        </p:pic>
        <p:pic>
          <p:nvPicPr>
            <p:cNvPr id="749" name="object 210">
              <a:extLst>
                <a:ext uri="{FF2B5EF4-FFF2-40B4-BE49-F238E27FC236}">
                  <a16:creationId xmlns:a16="http://schemas.microsoft.com/office/drawing/2014/main" id="{32C304C6-F5C1-2342-B516-53EDE570027C}"/>
                </a:ext>
              </a:extLst>
            </p:cNvPr>
            <p:cNvPicPr/>
            <p:nvPr/>
          </p:nvPicPr>
          <p:blipFill>
            <a:blip r:embed="rId26"/>
            <a:stretch>
              <a:fillRect/>
            </a:stretch>
          </p:blipFill>
          <p:spPr>
            <a:xfrm>
              <a:off x="355853" y="5344667"/>
              <a:ext cx="233933" cy="233934"/>
            </a:xfrm>
            <a:prstGeom prst="rect">
              <a:avLst/>
            </a:prstGeom>
          </p:spPr>
        </p:pic>
        <p:pic>
          <p:nvPicPr>
            <p:cNvPr id="750" name="object 211">
              <a:extLst>
                <a:ext uri="{FF2B5EF4-FFF2-40B4-BE49-F238E27FC236}">
                  <a16:creationId xmlns:a16="http://schemas.microsoft.com/office/drawing/2014/main" id="{1DA15DF0-B439-C347-BE50-9E481F26576F}"/>
                </a:ext>
              </a:extLst>
            </p:cNvPr>
            <p:cNvPicPr/>
            <p:nvPr/>
          </p:nvPicPr>
          <p:blipFill>
            <a:blip r:embed="rId23"/>
            <a:stretch>
              <a:fillRect/>
            </a:stretch>
          </p:blipFill>
          <p:spPr>
            <a:xfrm>
              <a:off x="496062" y="5346953"/>
              <a:ext cx="233934" cy="233934"/>
            </a:xfrm>
            <a:prstGeom prst="rect">
              <a:avLst/>
            </a:prstGeom>
          </p:spPr>
        </p:pic>
        <p:pic>
          <p:nvPicPr>
            <p:cNvPr id="751" name="object 212">
              <a:extLst>
                <a:ext uri="{FF2B5EF4-FFF2-40B4-BE49-F238E27FC236}">
                  <a16:creationId xmlns:a16="http://schemas.microsoft.com/office/drawing/2014/main" id="{6941837C-41D9-BC4E-9329-D9FF942D7847}"/>
                </a:ext>
              </a:extLst>
            </p:cNvPr>
            <p:cNvPicPr/>
            <p:nvPr/>
          </p:nvPicPr>
          <p:blipFill>
            <a:blip r:embed="rId24"/>
            <a:stretch>
              <a:fillRect/>
            </a:stretch>
          </p:blipFill>
          <p:spPr>
            <a:xfrm>
              <a:off x="280416" y="5533643"/>
              <a:ext cx="233934" cy="233934"/>
            </a:xfrm>
            <a:prstGeom prst="rect">
              <a:avLst/>
            </a:prstGeom>
          </p:spPr>
        </p:pic>
        <p:pic>
          <p:nvPicPr>
            <p:cNvPr id="752" name="object 213">
              <a:extLst>
                <a:ext uri="{FF2B5EF4-FFF2-40B4-BE49-F238E27FC236}">
                  <a16:creationId xmlns:a16="http://schemas.microsoft.com/office/drawing/2014/main" id="{69602360-B93F-214B-92EC-1A9400049BF1}"/>
                </a:ext>
              </a:extLst>
            </p:cNvPr>
            <p:cNvPicPr/>
            <p:nvPr/>
          </p:nvPicPr>
          <p:blipFill>
            <a:blip r:embed="rId29"/>
            <a:stretch>
              <a:fillRect/>
            </a:stretch>
          </p:blipFill>
          <p:spPr>
            <a:xfrm>
              <a:off x="523494" y="5519927"/>
              <a:ext cx="234696" cy="233934"/>
            </a:xfrm>
            <a:prstGeom prst="rect">
              <a:avLst/>
            </a:prstGeom>
          </p:spPr>
        </p:pic>
        <p:pic>
          <p:nvPicPr>
            <p:cNvPr id="753" name="object 214">
              <a:extLst>
                <a:ext uri="{FF2B5EF4-FFF2-40B4-BE49-F238E27FC236}">
                  <a16:creationId xmlns:a16="http://schemas.microsoft.com/office/drawing/2014/main" id="{3632263E-7EFA-A145-AFE1-E5BFFFFFB283}"/>
                </a:ext>
              </a:extLst>
            </p:cNvPr>
            <p:cNvPicPr/>
            <p:nvPr/>
          </p:nvPicPr>
          <p:blipFill>
            <a:blip r:embed="rId57"/>
            <a:stretch>
              <a:fillRect/>
            </a:stretch>
          </p:blipFill>
          <p:spPr>
            <a:xfrm>
              <a:off x="391976" y="4938521"/>
              <a:ext cx="286656" cy="342138"/>
            </a:xfrm>
            <a:prstGeom prst="rect">
              <a:avLst/>
            </a:prstGeom>
          </p:spPr>
        </p:pic>
        <p:sp>
          <p:nvSpPr>
            <p:cNvPr id="754" name="object 215">
              <a:extLst>
                <a:ext uri="{FF2B5EF4-FFF2-40B4-BE49-F238E27FC236}">
                  <a16:creationId xmlns:a16="http://schemas.microsoft.com/office/drawing/2014/main" id="{8FE5F7DF-7871-6C40-9803-D39B9C952D19}"/>
                </a:ext>
              </a:extLst>
            </p:cNvPr>
            <p:cNvSpPr/>
            <p:nvPr/>
          </p:nvSpPr>
          <p:spPr>
            <a:xfrm>
              <a:off x="47244" y="5282945"/>
              <a:ext cx="939165" cy="0"/>
            </a:xfrm>
            <a:custGeom>
              <a:avLst/>
              <a:gdLst/>
              <a:ahLst/>
              <a:cxnLst/>
              <a:rect l="l" t="t" r="r" b="b"/>
              <a:pathLst>
                <a:path w="939165">
                  <a:moveTo>
                    <a:pt x="0" y="0"/>
                  </a:moveTo>
                  <a:lnTo>
                    <a:pt x="938784" y="0"/>
                  </a:lnTo>
                </a:path>
              </a:pathLst>
            </a:custGeom>
            <a:ln w="38100">
              <a:solidFill>
                <a:srgbClr val="BDBDB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55" name="object 216">
            <a:extLst>
              <a:ext uri="{FF2B5EF4-FFF2-40B4-BE49-F238E27FC236}">
                <a16:creationId xmlns:a16="http://schemas.microsoft.com/office/drawing/2014/main" id="{B1A23F5D-E36D-824D-BA5E-CBF9CDE70089}"/>
              </a:ext>
            </a:extLst>
          </p:cNvPr>
          <p:cNvGrpSpPr/>
          <p:nvPr/>
        </p:nvGrpSpPr>
        <p:grpSpPr>
          <a:xfrm>
            <a:off x="1335786" y="4945431"/>
            <a:ext cx="939165" cy="356870"/>
            <a:chOff x="1335786" y="4945431"/>
            <a:chExt cx="939165" cy="356870"/>
          </a:xfrm>
        </p:grpSpPr>
        <p:pic>
          <p:nvPicPr>
            <p:cNvPr id="756" name="object 217">
              <a:extLst>
                <a:ext uri="{FF2B5EF4-FFF2-40B4-BE49-F238E27FC236}">
                  <a16:creationId xmlns:a16="http://schemas.microsoft.com/office/drawing/2014/main" id="{84632BA8-330C-284B-BAE7-487E677790FA}"/>
                </a:ext>
              </a:extLst>
            </p:cNvPr>
            <p:cNvPicPr/>
            <p:nvPr/>
          </p:nvPicPr>
          <p:blipFill>
            <a:blip r:embed="rId43"/>
            <a:stretch>
              <a:fillRect/>
            </a:stretch>
          </p:blipFill>
          <p:spPr>
            <a:xfrm>
              <a:off x="1732890" y="4945431"/>
              <a:ext cx="147622" cy="332891"/>
            </a:xfrm>
            <a:prstGeom prst="rect">
              <a:avLst/>
            </a:prstGeom>
          </p:spPr>
        </p:pic>
        <p:sp>
          <p:nvSpPr>
            <p:cNvPr id="757" name="object 218">
              <a:extLst>
                <a:ext uri="{FF2B5EF4-FFF2-40B4-BE49-F238E27FC236}">
                  <a16:creationId xmlns:a16="http://schemas.microsoft.com/office/drawing/2014/main" id="{3F9DA652-FE7F-7140-930C-AB76F097010A}"/>
                </a:ext>
              </a:extLst>
            </p:cNvPr>
            <p:cNvSpPr/>
            <p:nvPr/>
          </p:nvSpPr>
          <p:spPr>
            <a:xfrm>
              <a:off x="1335786" y="5282945"/>
              <a:ext cx="939165" cy="0"/>
            </a:xfrm>
            <a:custGeom>
              <a:avLst/>
              <a:gdLst/>
              <a:ahLst/>
              <a:cxnLst/>
              <a:rect l="l" t="t" r="r" b="b"/>
              <a:pathLst>
                <a:path w="939164">
                  <a:moveTo>
                    <a:pt x="0" y="0"/>
                  </a:moveTo>
                  <a:lnTo>
                    <a:pt x="938783" y="0"/>
                  </a:lnTo>
                </a:path>
              </a:pathLst>
            </a:custGeom>
            <a:ln w="38100">
              <a:solidFill>
                <a:srgbClr val="BDBDB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58" name="object 219">
            <a:extLst>
              <a:ext uri="{FF2B5EF4-FFF2-40B4-BE49-F238E27FC236}">
                <a16:creationId xmlns:a16="http://schemas.microsoft.com/office/drawing/2014/main" id="{E4784A4A-B11C-494C-B646-7316E91DF44E}"/>
              </a:ext>
            </a:extLst>
          </p:cNvPr>
          <p:cNvGrpSpPr/>
          <p:nvPr/>
        </p:nvGrpSpPr>
        <p:grpSpPr>
          <a:xfrm>
            <a:off x="2624327" y="5025142"/>
            <a:ext cx="939165" cy="276860"/>
            <a:chOff x="2624327" y="5025142"/>
            <a:chExt cx="939165" cy="276860"/>
          </a:xfrm>
        </p:grpSpPr>
        <p:pic>
          <p:nvPicPr>
            <p:cNvPr id="759" name="object 220">
              <a:extLst>
                <a:ext uri="{FF2B5EF4-FFF2-40B4-BE49-F238E27FC236}">
                  <a16:creationId xmlns:a16="http://schemas.microsoft.com/office/drawing/2014/main" id="{9B92BDBE-2564-594B-9EB3-189E96476A52}"/>
                </a:ext>
              </a:extLst>
            </p:cNvPr>
            <p:cNvPicPr/>
            <p:nvPr/>
          </p:nvPicPr>
          <p:blipFill>
            <a:blip r:embed="rId58"/>
            <a:stretch>
              <a:fillRect/>
            </a:stretch>
          </p:blipFill>
          <p:spPr>
            <a:xfrm>
              <a:off x="2907029" y="5025142"/>
              <a:ext cx="342138" cy="249668"/>
            </a:xfrm>
            <a:prstGeom prst="rect">
              <a:avLst/>
            </a:prstGeom>
          </p:spPr>
        </p:pic>
        <p:sp>
          <p:nvSpPr>
            <p:cNvPr id="760" name="object 221">
              <a:extLst>
                <a:ext uri="{FF2B5EF4-FFF2-40B4-BE49-F238E27FC236}">
                  <a16:creationId xmlns:a16="http://schemas.microsoft.com/office/drawing/2014/main" id="{DD3EAB0B-BBC4-8941-90C8-45A7F028130B}"/>
                </a:ext>
              </a:extLst>
            </p:cNvPr>
            <p:cNvSpPr/>
            <p:nvPr/>
          </p:nvSpPr>
          <p:spPr>
            <a:xfrm>
              <a:off x="2624327" y="5282946"/>
              <a:ext cx="939165" cy="0"/>
            </a:xfrm>
            <a:custGeom>
              <a:avLst/>
              <a:gdLst/>
              <a:ahLst/>
              <a:cxnLst/>
              <a:rect l="l" t="t" r="r" b="b"/>
              <a:pathLst>
                <a:path w="939164">
                  <a:moveTo>
                    <a:pt x="0" y="0"/>
                  </a:moveTo>
                  <a:lnTo>
                    <a:pt x="938784" y="0"/>
                  </a:lnTo>
                </a:path>
              </a:pathLst>
            </a:custGeom>
            <a:ln w="38100">
              <a:solidFill>
                <a:srgbClr val="BDBDB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61" name="object 222">
            <a:extLst>
              <a:ext uri="{FF2B5EF4-FFF2-40B4-BE49-F238E27FC236}">
                <a16:creationId xmlns:a16="http://schemas.microsoft.com/office/drawing/2014/main" id="{E61637AA-D43D-3C4E-8BC7-663984852659}"/>
              </a:ext>
            </a:extLst>
          </p:cNvPr>
          <p:cNvGrpSpPr/>
          <p:nvPr/>
        </p:nvGrpSpPr>
        <p:grpSpPr>
          <a:xfrm>
            <a:off x="4036314" y="5006751"/>
            <a:ext cx="939165" cy="295275"/>
            <a:chOff x="4036314" y="5006751"/>
            <a:chExt cx="939165" cy="295275"/>
          </a:xfrm>
        </p:grpSpPr>
        <p:pic>
          <p:nvPicPr>
            <p:cNvPr id="762" name="object 223">
              <a:extLst>
                <a:ext uri="{FF2B5EF4-FFF2-40B4-BE49-F238E27FC236}">
                  <a16:creationId xmlns:a16="http://schemas.microsoft.com/office/drawing/2014/main" id="{2D1E9B5F-A5F2-504F-91CB-436AA71BDDB0}"/>
                </a:ext>
              </a:extLst>
            </p:cNvPr>
            <p:cNvPicPr/>
            <p:nvPr/>
          </p:nvPicPr>
          <p:blipFill>
            <a:blip r:embed="rId59"/>
            <a:stretch>
              <a:fillRect/>
            </a:stretch>
          </p:blipFill>
          <p:spPr>
            <a:xfrm>
              <a:off x="4338477" y="5006751"/>
              <a:ext cx="268162" cy="268162"/>
            </a:xfrm>
            <a:prstGeom prst="rect">
              <a:avLst/>
            </a:prstGeom>
          </p:spPr>
        </p:pic>
        <p:sp>
          <p:nvSpPr>
            <p:cNvPr id="763" name="object 224">
              <a:extLst>
                <a:ext uri="{FF2B5EF4-FFF2-40B4-BE49-F238E27FC236}">
                  <a16:creationId xmlns:a16="http://schemas.microsoft.com/office/drawing/2014/main" id="{91B867DF-A428-AD45-AD51-5E1B00D218A9}"/>
                </a:ext>
              </a:extLst>
            </p:cNvPr>
            <p:cNvSpPr/>
            <p:nvPr/>
          </p:nvSpPr>
          <p:spPr>
            <a:xfrm>
              <a:off x="4036314" y="5282945"/>
              <a:ext cx="939165" cy="0"/>
            </a:xfrm>
            <a:custGeom>
              <a:avLst/>
              <a:gdLst/>
              <a:ahLst/>
              <a:cxnLst/>
              <a:rect l="l" t="t" r="r" b="b"/>
              <a:pathLst>
                <a:path w="939164">
                  <a:moveTo>
                    <a:pt x="0" y="0"/>
                  </a:moveTo>
                  <a:lnTo>
                    <a:pt x="938784" y="0"/>
                  </a:lnTo>
                </a:path>
              </a:pathLst>
            </a:custGeom>
            <a:ln w="38100">
              <a:solidFill>
                <a:srgbClr val="BDBDB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64" name="object 225">
            <a:extLst>
              <a:ext uri="{FF2B5EF4-FFF2-40B4-BE49-F238E27FC236}">
                <a16:creationId xmlns:a16="http://schemas.microsoft.com/office/drawing/2014/main" id="{AF793BA2-3234-2941-9312-AB4DECE070A1}"/>
              </a:ext>
            </a:extLst>
          </p:cNvPr>
          <p:cNvGrpSpPr/>
          <p:nvPr/>
        </p:nvGrpSpPr>
        <p:grpSpPr>
          <a:xfrm>
            <a:off x="4024121" y="6127241"/>
            <a:ext cx="939165" cy="680720"/>
            <a:chOff x="4024121" y="6127241"/>
            <a:chExt cx="939165" cy="680720"/>
          </a:xfrm>
        </p:grpSpPr>
        <p:pic>
          <p:nvPicPr>
            <p:cNvPr id="765" name="object 226">
              <a:extLst>
                <a:ext uri="{FF2B5EF4-FFF2-40B4-BE49-F238E27FC236}">
                  <a16:creationId xmlns:a16="http://schemas.microsoft.com/office/drawing/2014/main" id="{020A94D5-DF32-E249-A87F-18641BF41152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4078985" y="6273545"/>
              <a:ext cx="650748" cy="534162"/>
            </a:xfrm>
            <a:prstGeom prst="rect">
              <a:avLst/>
            </a:prstGeom>
          </p:spPr>
        </p:pic>
        <p:pic>
          <p:nvPicPr>
            <p:cNvPr id="766" name="object 227">
              <a:extLst>
                <a:ext uri="{FF2B5EF4-FFF2-40B4-BE49-F238E27FC236}">
                  <a16:creationId xmlns:a16="http://schemas.microsoft.com/office/drawing/2014/main" id="{E75238A4-E5E0-2F4A-95AF-C9EB8F9208F8}"/>
                </a:ext>
              </a:extLst>
            </p:cNvPr>
            <p:cNvPicPr/>
            <p:nvPr/>
          </p:nvPicPr>
          <p:blipFill>
            <a:blip r:embed="rId26"/>
            <a:stretch>
              <a:fillRect/>
            </a:stretch>
          </p:blipFill>
          <p:spPr>
            <a:xfrm>
              <a:off x="4355591" y="6220205"/>
              <a:ext cx="233934" cy="233933"/>
            </a:xfrm>
            <a:prstGeom prst="rect">
              <a:avLst/>
            </a:prstGeom>
          </p:spPr>
        </p:pic>
        <p:pic>
          <p:nvPicPr>
            <p:cNvPr id="767" name="object 228">
              <a:extLst>
                <a:ext uri="{FF2B5EF4-FFF2-40B4-BE49-F238E27FC236}">
                  <a16:creationId xmlns:a16="http://schemas.microsoft.com/office/drawing/2014/main" id="{1C23A0EF-1E7E-8D46-9138-A5849B539FAD}"/>
                </a:ext>
              </a:extLst>
            </p:cNvPr>
            <p:cNvPicPr/>
            <p:nvPr/>
          </p:nvPicPr>
          <p:blipFill>
            <a:blip r:embed="rId23"/>
            <a:stretch>
              <a:fillRect/>
            </a:stretch>
          </p:blipFill>
          <p:spPr>
            <a:xfrm>
              <a:off x="4495799" y="6222491"/>
              <a:ext cx="233934" cy="233934"/>
            </a:xfrm>
            <a:prstGeom prst="rect">
              <a:avLst/>
            </a:prstGeom>
          </p:spPr>
        </p:pic>
        <p:pic>
          <p:nvPicPr>
            <p:cNvPr id="768" name="object 229">
              <a:extLst>
                <a:ext uri="{FF2B5EF4-FFF2-40B4-BE49-F238E27FC236}">
                  <a16:creationId xmlns:a16="http://schemas.microsoft.com/office/drawing/2014/main" id="{5EBF207B-F55D-244F-8FD5-6C98BA5F3931}"/>
                </a:ext>
              </a:extLst>
            </p:cNvPr>
            <p:cNvPicPr/>
            <p:nvPr/>
          </p:nvPicPr>
          <p:blipFill>
            <a:blip r:embed="rId24"/>
            <a:stretch>
              <a:fillRect/>
            </a:stretch>
          </p:blipFill>
          <p:spPr>
            <a:xfrm>
              <a:off x="4279391" y="6409181"/>
              <a:ext cx="233934" cy="233934"/>
            </a:xfrm>
            <a:prstGeom prst="rect">
              <a:avLst/>
            </a:prstGeom>
          </p:spPr>
        </p:pic>
        <p:pic>
          <p:nvPicPr>
            <p:cNvPr id="769" name="object 230">
              <a:extLst>
                <a:ext uri="{FF2B5EF4-FFF2-40B4-BE49-F238E27FC236}">
                  <a16:creationId xmlns:a16="http://schemas.microsoft.com/office/drawing/2014/main" id="{85F77380-782B-B945-83D6-C0924D5840DF}"/>
                </a:ext>
              </a:extLst>
            </p:cNvPr>
            <p:cNvPicPr/>
            <p:nvPr/>
          </p:nvPicPr>
          <p:blipFill>
            <a:blip r:embed="rId25"/>
            <a:stretch>
              <a:fillRect/>
            </a:stretch>
          </p:blipFill>
          <p:spPr>
            <a:xfrm>
              <a:off x="4523231" y="6395465"/>
              <a:ext cx="233934" cy="233934"/>
            </a:xfrm>
            <a:prstGeom prst="rect">
              <a:avLst/>
            </a:prstGeom>
          </p:spPr>
        </p:pic>
        <p:pic>
          <p:nvPicPr>
            <p:cNvPr id="770" name="object 231">
              <a:extLst>
                <a:ext uri="{FF2B5EF4-FFF2-40B4-BE49-F238E27FC236}">
                  <a16:creationId xmlns:a16="http://schemas.microsoft.com/office/drawing/2014/main" id="{45AF6D91-3436-BB45-8169-0FA95D2B211F}"/>
                </a:ext>
              </a:extLst>
            </p:cNvPr>
            <p:cNvPicPr/>
            <p:nvPr/>
          </p:nvPicPr>
          <p:blipFill>
            <a:blip r:embed="rId60"/>
            <a:stretch>
              <a:fillRect/>
            </a:stretch>
          </p:blipFill>
          <p:spPr>
            <a:xfrm>
              <a:off x="4229861" y="6208013"/>
              <a:ext cx="233934" cy="233934"/>
            </a:xfrm>
            <a:prstGeom prst="rect">
              <a:avLst/>
            </a:prstGeom>
          </p:spPr>
        </p:pic>
        <p:sp>
          <p:nvSpPr>
            <p:cNvPr id="771" name="object 232">
              <a:extLst>
                <a:ext uri="{FF2B5EF4-FFF2-40B4-BE49-F238E27FC236}">
                  <a16:creationId xmlns:a16="http://schemas.microsoft.com/office/drawing/2014/main" id="{2978A7BA-552D-3847-931B-4370EC756F14}"/>
                </a:ext>
              </a:extLst>
            </p:cNvPr>
            <p:cNvSpPr/>
            <p:nvPr/>
          </p:nvSpPr>
          <p:spPr>
            <a:xfrm>
              <a:off x="4024121" y="6146291"/>
              <a:ext cx="939165" cy="0"/>
            </a:xfrm>
            <a:custGeom>
              <a:avLst/>
              <a:gdLst/>
              <a:ahLst/>
              <a:cxnLst/>
              <a:rect l="l" t="t" r="r" b="b"/>
              <a:pathLst>
                <a:path w="939164">
                  <a:moveTo>
                    <a:pt x="0" y="0"/>
                  </a:moveTo>
                  <a:lnTo>
                    <a:pt x="938783" y="0"/>
                  </a:lnTo>
                </a:path>
              </a:pathLst>
            </a:custGeom>
            <a:ln w="38100">
              <a:solidFill>
                <a:srgbClr val="BDBDB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72" name="object 233">
            <a:extLst>
              <a:ext uri="{FF2B5EF4-FFF2-40B4-BE49-F238E27FC236}">
                <a16:creationId xmlns:a16="http://schemas.microsoft.com/office/drawing/2014/main" id="{C9B7CA2A-B5C7-1D4C-B10F-B1FBDC312CD1}"/>
              </a:ext>
            </a:extLst>
          </p:cNvPr>
          <p:cNvGrpSpPr/>
          <p:nvPr/>
        </p:nvGrpSpPr>
        <p:grpSpPr>
          <a:xfrm>
            <a:off x="7015733" y="1748789"/>
            <a:ext cx="650240" cy="532765"/>
            <a:chOff x="7015733" y="1748789"/>
            <a:chExt cx="650240" cy="532765"/>
          </a:xfrm>
        </p:grpSpPr>
        <p:pic>
          <p:nvPicPr>
            <p:cNvPr id="773" name="object 234">
              <a:extLst>
                <a:ext uri="{FF2B5EF4-FFF2-40B4-BE49-F238E27FC236}">
                  <a16:creationId xmlns:a16="http://schemas.microsoft.com/office/drawing/2014/main" id="{5157BE58-5CE9-E441-9AF3-BA58FC0BACF0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7015733" y="1748789"/>
              <a:ext cx="649985" cy="532638"/>
            </a:xfrm>
            <a:prstGeom prst="rect">
              <a:avLst/>
            </a:prstGeom>
          </p:spPr>
        </p:pic>
        <p:pic>
          <p:nvPicPr>
            <p:cNvPr id="774" name="object 235">
              <a:extLst>
                <a:ext uri="{FF2B5EF4-FFF2-40B4-BE49-F238E27FC236}">
                  <a16:creationId xmlns:a16="http://schemas.microsoft.com/office/drawing/2014/main" id="{83455E70-63C2-4E4B-9CB3-A1063E9D6863}"/>
                </a:ext>
              </a:extLst>
            </p:cNvPr>
            <p:cNvPicPr/>
            <p:nvPr/>
          </p:nvPicPr>
          <p:blipFill>
            <a:blip r:embed="rId13"/>
            <a:stretch>
              <a:fillRect/>
            </a:stretch>
          </p:blipFill>
          <p:spPr>
            <a:xfrm>
              <a:off x="7278623" y="1859279"/>
              <a:ext cx="244601" cy="244601"/>
            </a:xfrm>
            <a:prstGeom prst="rect">
              <a:avLst/>
            </a:prstGeom>
          </p:spPr>
        </p:pic>
      </p:grpSp>
      <p:grpSp>
        <p:nvGrpSpPr>
          <p:cNvPr id="775" name="object 236">
            <a:extLst>
              <a:ext uri="{FF2B5EF4-FFF2-40B4-BE49-F238E27FC236}">
                <a16:creationId xmlns:a16="http://schemas.microsoft.com/office/drawing/2014/main" id="{F16B63F3-595D-2B40-9F7C-105F45751047}"/>
              </a:ext>
            </a:extLst>
          </p:cNvPr>
          <p:cNvGrpSpPr/>
          <p:nvPr/>
        </p:nvGrpSpPr>
        <p:grpSpPr>
          <a:xfrm>
            <a:off x="6975347" y="1332738"/>
            <a:ext cx="1009015" cy="342900"/>
            <a:chOff x="6975347" y="1332738"/>
            <a:chExt cx="1009015" cy="342900"/>
          </a:xfrm>
        </p:grpSpPr>
        <p:pic>
          <p:nvPicPr>
            <p:cNvPr id="776" name="object 237">
              <a:extLst>
                <a:ext uri="{FF2B5EF4-FFF2-40B4-BE49-F238E27FC236}">
                  <a16:creationId xmlns:a16="http://schemas.microsoft.com/office/drawing/2014/main" id="{7F8E5FDD-4398-C148-A3F6-DAEE359BE27D}"/>
                </a:ext>
              </a:extLst>
            </p:cNvPr>
            <p:cNvPicPr/>
            <p:nvPr/>
          </p:nvPicPr>
          <p:blipFill>
            <a:blip r:embed="rId61"/>
            <a:stretch>
              <a:fillRect/>
            </a:stretch>
          </p:blipFill>
          <p:spPr>
            <a:xfrm>
              <a:off x="6975347" y="1332738"/>
              <a:ext cx="665988" cy="342138"/>
            </a:xfrm>
            <a:prstGeom prst="rect">
              <a:avLst/>
            </a:prstGeom>
          </p:spPr>
        </p:pic>
        <p:pic>
          <p:nvPicPr>
            <p:cNvPr id="777" name="object 238">
              <a:extLst>
                <a:ext uri="{FF2B5EF4-FFF2-40B4-BE49-F238E27FC236}">
                  <a16:creationId xmlns:a16="http://schemas.microsoft.com/office/drawing/2014/main" id="{A027AEB7-7B16-234C-A6D0-6ABCBC67560F}"/>
                </a:ext>
              </a:extLst>
            </p:cNvPr>
            <p:cNvPicPr/>
            <p:nvPr/>
          </p:nvPicPr>
          <p:blipFill>
            <a:blip r:embed="rId36"/>
            <a:stretch>
              <a:fillRect/>
            </a:stretch>
          </p:blipFill>
          <p:spPr>
            <a:xfrm>
              <a:off x="7642097" y="1427599"/>
              <a:ext cx="342138" cy="247664"/>
            </a:xfrm>
            <a:prstGeom prst="rect">
              <a:avLst/>
            </a:prstGeom>
          </p:spPr>
        </p:pic>
      </p:grpSp>
      <p:pic>
        <p:nvPicPr>
          <p:cNvPr id="778" name="object 239">
            <a:extLst>
              <a:ext uri="{FF2B5EF4-FFF2-40B4-BE49-F238E27FC236}">
                <a16:creationId xmlns:a16="http://schemas.microsoft.com/office/drawing/2014/main" id="{2F512F5D-CAB3-2D48-818A-61C8EF8E0BCE}"/>
              </a:ext>
            </a:extLst>
          </p:cNvPr>
          <p:cNvPicPr/>
          <p:nvPr/>
        </p:nvPicPr>
        <p:blipFill>
          <a:blip r:embed="rId6"/>
          <a:stretch>
            <a:fillRect/>
          </a:stretch>
        </p:blipFill>
        <p:spPr>
          <a:xfrm>
            <a:off x="8098535" y="1383030"/>
            <a:ext cx="342138" cy="341375"/>
          </a:xfrm>
          <a:prstGeom prst="rect">
            <a:avLst/>
          </a:prstGeom>
        </p:spPr>
      </p:pic>
      <p:grpSp>
        <p:nvGrpSpPr>
          <p:cNvPr id="779" name="object 240">
            <a:extLst>
              <a:ext uri="{FF2B5EF4-FFF2-40B4-BE49-F238E27FC236}">
                <a16:creationId xmlns:a16="http://schemas.microsoft.com/office/drawing/2014/main" id="{A58CE703-110F-B449-9320-C32289447DA1}"/>
              </a:ext>
            </a:extLst>
          </p:cNvPr>
          <p:cNvGrpSpPr/>
          <p:nvPr/>
        </p:nvGrpSpPr>
        <p:grpSpPr>
          <a:xfrm>
            <a:off x="5525261" y="4927905"/>
            <a:ext cx="939165" cy="374650"/>
            <a:chOff x="5525261" y="4927905"/>
            <a:chExt cx="939165" cy="374650"/>
          </a:xfrm>
        </p:grpSpPr>
        <p:pic>
          <p:nvPicPr>
            <p:cNvPr id="780" name="object 241">
              <a:extLst>
                <a:ext uri="{FF2B5EF4-FFF2-40B4-BE49-F238E27FC236}">
                  <a16:creationId xmlns:a16="http://schemas.microsoft.com/office/drawing/2014/main" id="{CAC37694-B2B6-A44A-A47F-099EE1839D02}"/>
                </a:ext>
              </a:extLst>
            </p:cNvPr>
            <p:cNvPicPr/>
            <p:nvPr/>
          </p:nvPicPr>
          <p:blipFill>
            <a:blip r:embed="rId45"/>
            <a:stretch>
              <a:fillRect/>
            </a:stretch>
          </p:blipFill>
          <p:spPr>
            <a:xfrm>
              <a:off x="5892597" y="4927905"/>
              <a:ext cx="332891" cy="332891"/>
            </a:xfrm>
            <a:prstGeom prst="rect">
              <a:avLst/>
            </a:prstGeom>
          </p:spPr>
        </p:pic>
        <p:sp>
          <p:nvSpPr>
            <p:cNvPr id="781" name="object 242">
              <a:extLst>
                <a:ext uri="{FF2B5EF4-FFF2-40B4-BE49-F238E27FC236}">
                  <a16:creationId xmlns:a16="http://schemas.microsoft.com/office/drawing/2014/main" id="{2C4A44BF-2BCE-8D4E-B934-17CFB88A5049}"/>
                </a:ext>
              </a:extLst>
            </p:cNvPr>
            <p:cNvSpPr/>
            <p:nvPr/>
          </p:nvSpPr>
          <p:spPr>
            <a:xfrm>
              <a:off x="5525261" y="5282945"/>
              <a:ext cx="939165" cy="0"/>
            </a:xfrm>
            <a:custGeom>
              <a:avLst/>
              <a:gdLst/>
              <a:ahLst/>
              <a:cxnLst/>
              <a:rect l="l" t="t" r="r" b="b"/>
              <a:pathLst>
                <a:path w="939164">
                  <a:moveTo>
                    <a:pt x="0" y="0"/>
                  </a:moveTo>
                  <a:lnTo>
                    <a:pt x="938784" y="0"/>
                  </a:lnTo>
                </a:path>
              </a:pathLst>
            </a:custGeom>
            <a:ln w="38100">
              <a:solidFill>
                <a:srgbClr val="BDBDB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82" name="object 243">
            <a:extLst>
              <a:ext uri="{FF2B5EF4-FFF2-40B4-BE49-F238E27FC236}">
                <a16:creationId xmlns:a16="http://schemas.microsoft.com/office/drawing/2014/main" id="{B7C96F1F-F3A3-8949-8E73-95A612C345F5}"/>
              </a:ext>
            </a:extLst>
          </p:cNvPr>
          <p:cNvGrpSpPr/>
          <p:nvPr/>
        </p:nvGrpSpPr>
        <p:grpSpPr>
          <a:xfrm>
            <a:off x="5568696" y="5347715"/>
            <a:ext cx="692150" cy="584835"/>
            <a:chOff x="5568696" y="5347715"/>
            <a:chExt cx="692150" cy="584835"/>
          </a:xfrm>
        </p:grpSpPr>
        <p:pic>
          <p:nvPicPr>
            <p:cNvPr id="783" name="object 244">
              <a:extLst>
                <a:ext uri="{FF2B5EF4-FFF2-40B4-BE49-F238E27FC236}">
                  <a16:creationId xmlns:a16="http://schemas.microsoft.com/office/drawing/2014/main" id="{18917C79-A177-6947-A37C-20F5601413B9}"/>
                </a:ext>
              </a:extLst>
            </p:cNvPr>
            <p:cNvPicPr/>
            <p:nvPr/>
          </p:nvPicPr>
          <p:blipFill>
            <a:blip r:embed="rId22"/>
            <a:stretch>
              <a:fillRect/>
            </a:stretch>
          </p:blipFill>
          <p:spPr>
            <a:xfrm>
              <a:off x="5787449" y="5375909"/>
              <a:ext cx="197238" cy="233934"/>
            </a:xfrm>
            <a:prstGeom prst="rect">
              <a:avLst/>
            </a:prstGeom>
          </p:spPr>
        </p:pic>
        <p:pic>
          <p:nvPicPr>
            <p:cNvPr id="784" name="object 245">
              <a:extLst>
                <a:ext uri="{FF2B5EF4-FFF2-40B4-BE49-F238E27FC236}">
                  <a16:creationId xmlns:a16="http://schemas.microsoft.com/office/drawing/2014/main" id="{5B886803-C7D3-2149-B114-817D5A4904E1}"/>
                </a:ext>
              </a:extLst>
            </p:cNvPr>
            <p:cNvPicPr/>
            <p:nvPr/>
          </p:nvPicPr>
          <p:blipFill>
            <a:blip r:embed="rId26"/>
            <a:stretch>
              <a:fillRect/>
            </a:stretch>
          </p:blipFill>
          <p:spPr>
            <a:xfrm>
              <a:off x="5939790" y="5347715"/>
              <a:ext cx="233934" cy="233934"/>
            </a:xfrm>
            <a:prstGeom prst="rect">
              <a:avLst/>
            </a:prstGeom>
          </p:spPr>
        </p:pic>
        <p:pic>
          <p:nvPicPr>
            <p:cNvPr id="785" name="object 246">
              <a:extLst>
                <a:ext uri="{FF2B5EF4-FFF2-40B4-BE49-F238E27FC236}">
                  <a16:creationId xmlns:a16="http://schemas.microsoft.com/office/drawing/2014/main" id="{1910E6AF-9763-D344-AA14-D5F4398B2142}"/>
                </a:ext>
              </a:extLst>
            </p:cNvPr>
            <p:cNvPicPr/>
            <p:nvPr/>
          </p:nvPicPr>
          <p:blipFill>
            <a:blip r:embed="rId62"/>
            <a:stretch>
              <a:fillRect/>
            </a:stretch>
          </p:blipFill>
          <p:spPr>
            <a:xfrm>
              <a:off x="5788914" y="5534405"/>
              <a:ext cx="233934" cy="234696"/>
            </a:xfrm>
            <a:prstGeom prst="rect">
              <a:avLst/>
            </a:prstGeom>
          </p:spPr>
        </p:pic>
        <p:pic>
          <p:nvPicPr>
            <p:cNvPr id="786" name="object 247">
              <a:extLst>
                <a:ext uri="{FF2B5EF4-FFF2-40B4-BE49-F238E27FC236}">
                  <a16:creationId xmlns:a16="http://schemas.microsoft.com/office/drawing/2014/main" id="{CF4049D7-886E-4048-89AD-051A539B0DAA}"/>
                </a:ext>
              </a:extLst>
            </p:cNvPr>
            <p:cNvPicPr/>
            <p:nvPr/>
          </p:nvPicPr>
          <p:blipFill>
            <a:blip r:embed="rId25"/>
            <a:stretch>
              <a:fillRect/>
            </a:stretch>
          </p:blipFill>
          <p:spPr>
            <a:xfrm>
              <a:off x="6026658" y="5521451"/>
              <a:ext cx="233934" cy="233934"/>
            </a:xfrm>
            <a:prstGeom prst="rect">
              <a:avLst/>
            </a:prstGeom>
          </p:spPr>
        </p:pic>
        <p:pic>
          <p:nvPicPr>
            <p:cNvPr id="787" name="object 248">
              <a:extLst>
                <a:ext uri="{FF2B5EF4-FFF2-40B4-BE49-F238E27FC236}">
                  <a16:creationId xmlns:a16="http://schemas.microsoft.com/office/drawing/2014/main" id="{1B76A59A-E38E-6343-9706-1938C28525C9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5568696" y="5399531"/>
              <a:ext cx="649986" cy="532638"/>
            </a:xfrm>
            <a:prstGeom prst="rect">
              <a:avLst/>
            </a:prstGeom>
          </p:spPr>
        </p:pic>
      </p:grpSp>
      <p:sp>
        <p:nvSpPr>
          <p:cNvPr id="788" name="object 249">
            <a:extLst>
              <a:ext uri="{FF2B5EF4-FFF2-40B4-BE49-F238E27FC236}">
                <a16:creationId xmlns:a16="http://schemas.microsoft.com/office/drawing/2014/main" id="{263697B8-A079-F94F-BE32-BAF961FFE9CC}"/>
              </a:ext>
            </a:extLst>
          </p:cNvPr>
          <p:cNvSpPr txBox="1"/>
          <p:nvPr/>
        </p:nvSpPr>
        <p:spPr>
          <a:xfrm>
            <a:off x="880872" y="5320791"/>
            <a:ext cx="33020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b="1" spc="-25">
                <a:solidFill>
                  <a:srgbClr val="BEBEBE"/>
                </a:solidFill>
                <a:latin typeface="Times New Roman"/>
                <a:cs typeface="Times New Roman"/>
              </a:rPr>
              <a:t>16</a:t>
            </a:r>
            <a:endParaRPr sz="2400">
              <a:latin typeface="Times New Roman"/>
              <a:cs typeface="Times New Roman"/>
            </a:endParaRPr>
          </a:p>
        </p:txBody>
      </p:sp>
      <p:sp>
        <p:nvSpPr>
          <p:cNvPr id="789" name="object 250">
            <a:extLst>
              <a:ext uri="{FF2B5EF4-FFF2-40B4-BE49-F238E27FC236}">
                <a16:creationId xmlns:a16="http://schemas.microsoft.com/office/drawing/2014/main" id="{726FC953-C417-AF4A-917B-91DE15C7ABFE}"/>
              </a:ext>
            </a:extLst>
          </p:cNvPr>
          <p:cNvSpPr txBox="1"/>
          <p:nvPr/>
        </p:nvSpPr>
        <p:spPr>
          <a:xfrm>
            <a:off x="6202679" y="5320791"/>
            <a:ext cx="33020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b="1" spc="-25">
                <a:solidFill>
                  <a:srgbClr val="BEBEBE"/>
                </a:solidFill>
                <a:latin typeface="Times New Roman"/>
                <a:cs typeface="Times New Roman"/>
              </a:rPr>
              <a:t>22</a:t>
            </a:r>
            <a:endParaRPr sz="2400">
              <a:latin typeface="Times New Roman"/>
              <a:cs typeface="Times New Roman"/>
            </a:endParaRPr>
          </a:p>
        </p:txBody>
      </p:sp>
      <p:sp>
        <p:nvSpPr>
          <p:cNvPr id="790" name="object 251">
            <a:extLst>
              <a:ext uri="{FF2B5EF4-FFF2-40B4-BE49-F238E27FC236}">
                <a16:creationId xmlns:a16="http://schemas.microsoft.com/office/drawing/2014/main" id="{F1F0A4E1-0DE5-7849-8724-2ED8835A1A81}"/>
              </a:ext>
            </a:extLst>
          </p:cNvPr>
          <p:cNvSpPr txBox="1"/>
          <p:nvPr/>
        </p:nvSpPr>
        <p:spPr>
          <a:xfrm>
            <a:off x="2173732" y="5320791"/>
            <a:ext cx="33020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b="1" spc="-25">
                <a:solidFill>
                  <a:srgbClr val="BEBEBE"/>
                </a:solidFill>
                <a:latin typeface="Times New Roman"/>
                <a:cs typeface="Times New Roman"/>
              </a:rPr>
              <a:t>23</a:t>
            </a:r>
            <a:endParaRPr sz="2400">
              <a:latin typeface="Times New Roman"/>
              <a:cs typeface="Times New Roman"/>
            </a:endParaRPr>
          </a:p>
        </p:txBody>
      </p:sp>
      <p:sp>
        <p:nvSpPr>
          <p:cNvPr id="791" name="object 252">
            <a:extLst>
              <a:ext uri="{FF2B5EF4-FFF2-40B4-BE49-F238E27FC236}">
                <a16:creationId xmlns:a16="http://schemas.microsoft.com/office/drawing/2014/main" id="{C23CA331-97AD-C64F-8C74-2A215127C4C2}"/>
              </a:ext>
            </a:extLst>
          </p:cNvPr>
          <p:cNvSpPr txBox="1"/>
          <p:nvPr/>
        </p:nvSpPr>
        <p:spPr>
          <a:xfrm>
            <a:off x="4881626" y="5320791"/>
            <a:ext cx="33020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b="1" spc="-25">
                <a:solidFill>
                  <a:srgbClr val="BEBEBE"/>
                </a:solidFill>
                <a:latin typeface="Times New Roman"/>
                <a:cs typeface="Times New Roman"/>
              </a:rPr>
              <a:t>22</a:t>
            </a:r>
            <a:endParaRPr sz="2400">
              <a:latin typeface="Times New Roman"/>
              <a:cs typeface="Times New Roman"/>
            </a:endParaRPr>
          </a:p>
        </p:txBody>
      </p:sp>
      <p:sp>
        <p:nvSpPr>
          <p:cNvPr id="792" name="object 253">
            <a:extLst>
              <a:ext uri="{FF2B5EF4-FFF2-40B4-BE49-F238E27FC236}">
                <a16:creationId xmlns:a16="http://schemas.microsoft.com/office/drawing/2014/main" id="{F9EF84B9-E4CD-634F-8C0C-7C801F6CF495}"/>
              </a:ext>
            </a:extLst>
          </p:cNvPr>
          <p:cNvSpPr txBox="1"/>
          <p:nvPr/>
        </p:nvSpPr>
        <p:spPr>
          <a:xfrm>
            <a:off x="3504184" y="5320791"/>
            <a:ext cx="33020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b="1" spc="-25">
                <a:solidFill>
                  <a:srgbClr val="BEBEBE"/>
                </a:solidFill>
                <a:latin typeface="Times New Roman"/>
                <a:cs typeface="Times New Roman"/>
              </a:rPr>
              <a:t>21</a:t>
            </a:r>
            <a:endParaRPr sz="2400">
              <a:latin typeface="Times New Roman"/>
              <a:cs typeface="Times New Roman"/>
            </a:endParaRPr>
          </a:p>
        </p:txBody>
      </p:sp>
      <p:sp>
        <p:nvSpPr>
          <p:cNvPr id="793" name="object 254">
            <a:extLst>
              <a:ext uri="{FF2B5EF4-FFF2-40B4-BE49-F238E27FC236}">
                <a16:creationId xmlns:a16="http://schemas.microsoft.com/office/drawing/2014/main" id="{E905AB71-9A6C-D844-BB70-BAA46A92477D}"/>
              </a:ext>
            </a:extLst>
          </p:cNvPr>
          <p:cNvSpPr txBox="1"/>
          <p:nvPr/>
        </p:nvSpPr>
        <p:spPr>
          <a:xfrm>
            <a:off x="4940300" y="6302502"/>
            <a:ext cx="33020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b="1" spc="-25">
                <a:solidFill>
                  <a:srgbClr val="BEBEBE"/>
                </a:solidFill>
                <a:latin typeface="Times New Roman"/>
                <a:cs typeface="Times New Roman"/>
              </a:rPr>
              <a:t>26</a:t>
            </a:r>
            <a:endParaRPr sz="2400">
              <a:latin typeface="Times New Roman"/>
              <a:cs typeface="Times New Roman"/>
            </a:endParaRPr>
          </a:p>
        </p:txBody>
      </p:sp>
      <p:graphicFrame>
        <p:nvGraphicFramePr>
          <p:cNvPr id="794" name="object 255">
            <a:extLst>
              <a:ext uri="{FF2B5EF4-FFF2-40B4-BE49-F238E27FC236}">
                <a16:creationId xmlns:a16="http://schemas.microsoft.com/office/drawing/2014/main" id="{2263B1CA-EEA8-5341-8BF4-37E904EE6E9B}"/>
              </a:ext>
            </a:extLst>
          </p:cNvPr>
          <p:cNvGraphicFramePr>
            <a:graphicFrameLocks noGrp="1"/>
          </p:cNvGraphicFramePr>
          <p:nvPr/>
        </p:nvGraphicFramePr>
        <p:xfrm>
          <a:off x="8494903" y="4819650"/>
          <a:ext cx="3653789" cy="19945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255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1696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112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97510">
                <a:tc>
                  <a:txBody>
                    <a:bodyPr/>
                    <a:lstStyle/>
                    <a:p>
                      <a:pPr marR="388620" algn="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700" spc="-25">
                          <a:solidFill>
                            <a:srgbClr val="FFFFFF"/>
                          </a:solidFill>
                          <a:latin typeface="PMingLiU"/>
                          <a:cs typeface="PMingLiU"/>
                        </a:rPr>
                        <a:t>商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PMingLiU"/>
                          <a:cs typeface="PMingLiU"/>
                        </a:rPr>
                        <a:t>品</a:t>
                      </a:r>
                      <a:endParaRPr sz="1700">
                        <a:latin typeface="PMingLiU"/>
                        <a:cs typeface="PMingLiU"/>
                      </a:endParaRPr>
                    </a:p>
                  </a:txBody>
                  <a:tcPr marL="0" marR="0" marT="4254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700" spc="-25">
                          <a:solidFill>
                            <a:srgbClr val="FFFFFF"/>
                          </a:solidFill>
                          <a:latin typeface="PMingLiU"/>
                          <a:cs typeface="PMingLiU"/>
                        </a:rPr>
                        <a:t>价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PMingLiU"/>
                          <a:cs typeface="PMingLiU"/>
                        </a:rPr>
                        <a:t>格</a:t>
                      </a:r>
                      <a:endParaRPr sz="1700">
                        <a:latin typeface="PMingLiU"/>
                        <a:cs typeface="PMingLiU"/>
                      </a:endParaRPr>
                    </a:p>
                  </a:txBody>
                  <a:tcPr marL="0" marR="0" marT="4254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700" spc="-25">
                          <a:solidFill>
                            <a:srgbClr val="FFFFFF"/>
                          </a:solidFill>
                          <a:latin typeface="PMingLiU"/>
                          <a:cs typeface="PMingLiU"/>
                        </a:rPr>
                        <a:t>体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PMingLiU"/>
                          <a:cs typeface="PMingLiU"/>
                        </a:rPr>
                        <a:t>积</a:t>
                      </a:r>
                      <a:endParaRPr sz="1700">
                        <a:latin typeface="PMingLiU"/>
                        <a:cs typeface="PMingLiU"/>
                      </a:endParaRPr>
                    </a:p>
                  </a:txBody>
                  <a:tcPr marL="0" marR="0" marT="4254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405">
                <a:tc>
                  <a:txBody>
                    <a:bodyPr/>
                    <a:lstStyle/>
                    <a:p>
                      <a:pPr marR="388620" algn="r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1700" spc="-25">
                          <a:latin typeface="PMingLiU"/>
                          <a:cs typeface="PMingLiU"/>
                        </a:rPr>
                        <a:t>啤</a:t>
                      </a:r>
                      <a:r>
                        <a:rPr sz="1700" spc="-50">
                          <a:latin typeface="PMingLiU"/>
                          <a:cs typeface="PMingLiU"/>
                        </a:rPr>
                        <a:t>酒</a:t>
                      </a:r>
                      <a:endParaRPr sz="1700">
                        <a:latin typeface="PMingLiU"/>
                        <a:cs typeface="PMingLiU"/>
                      </a:endParaRPr>
                    </a:p>
                  </a:txBody>
                  <a:tcPr marL="0" marR="0" marT="381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9405">
                <a:tc>
                  <a:txBody>
                    <a:bodyPr/>
                    <a:lstStyle/>
                    <a:p>
                      <a:pPr marR="388620" algn="r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1700" spc="-25">
                          <a:latin typeface="PMingLiU"/>
                          <a:cs typeface="PMingLiU"/>
                        </a:rPr>
                        <a:t>汽</a:t>
                      </a:r>
                      <a:r>
                        <a:rPr sz="1700" spc="-50">
                          <a:latin typeface="PMingLiU"/>
                          <a:cs typeface="PMingLiU"/>
                        </a:rPr>
                        <a:t>水</a:t>
                      </a:r>
                      <a:endParaRPr sz="1700">
                        <a:latin typeface="PMingLiU"/>
                        <a:cs typeface="PMingLiU"/>
                      </a:endParaRPr>
                    </a:p>
                  </a:txBody>
                  <a:tcPr marL="0" marR="0" marT="381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2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3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19405">
                <a:tc>
                  <a:txBody>
                    <a:bodyPr/>
                    <a:lstStyle/>
                    <a:p>
                      <a:pPr marR="388620" algn="r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1700" spc="-30">
                          <a:latin typeface="PMingLiU"/>
                          <a:cs typeface="PMingLiU"/>
                        </a:rPr>
                        <a:t>饼干</a:t>
                      </a:r>
                      <a:endParaRPr sz="1700">
                        <a:latin typeface="PMingLiU"/>
                        <a:cs typeface="PMingLiU"/>
                      </a:endParaRPr>
                    </a:p>
                  </a:txBody>
                  <a:tcPr marL="0" marR="0" marT="381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9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4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19405">
                <a:tc>
                  <a:txBody>
                    <a:bodyPr/>
                    <a:lstStyle/>
                    <a:p>
                      <a:pPr marR="388620" algn="r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1700" spc="-25">
                          <a:latin typeface="PMingLiU"/>
                          <a:cs typeface="PMingLiU"/>
                        </a:rPr>
                        <a:t>面</a:t>
                      </a:r>
                      <a:r>
                        <a:rPr sz="1700" spc="-50">
                          <a:latin typeface="PMingLiU"/>
                          <a:cs typeface="PMingLiU"/>
                        </a:rPr>
                        <a:t>包</a:t>
                      </a:r>
                      <a:endParaRPr sz="1700">
                        <a:latin typeface="PMingLiU"/>
                        <a:cs typeface="PMingLiU"/>
                      </a:endParaRPr>
                    </a:p>
                  </a:txBody>
                  <a:tcPr marL="0" marR="0" marT="381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5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19405">
                <a:tc>
                  <a:txBody>
                    <a:bodyPr/>
                    <a:lstStyle/>
                    <a:p>
                      <a:pPr marR="388620" algn="r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1700" spc="-25">
                          <a:latin typeface="PMingLiU"/>
                          <a:cs typeface="PMingLiU"/>
                        </a:rPr>
                        <a:t>牛</a:t>
                      </a:r>
                      <a:r>
                        <a:rPr sz="1700" spc="-50">
                          <a:latin typeface="PMingLiU"/>
                          <a:cs typeface="PMingLiU"/>
                        </a:rPr>
                        <a:t>奶</a:t>
                      </a:r>
                      <a:endParaRPr sz="1700">
                        <a:latin typeface="PMingLiU"/>
                        <a:cs typeface="PMingLiU"/>
                      </a:endParaRPr>
                    </a:p>
                  </a:txBody>
                  <a:tcPr marL="0" marR="0" marT="381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9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4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pic>
        <p:nvPicPr>
          <p:cNvPr id="795" name="object 256">
            <a:extLst>
              <a:ext uri="{FF2B5EF4-FFF2-40B4-BE49-F238E27FC236}">
                <a16:creationId xmlns:a16="http://schemas.microsoft.com/office/drawing/2014/main" id="{5ED4A7F0-5EB3-B04F-8878-63DF28D136E4}"/>
              </a:ext>
            </a:extLst>
          </p:cNvPr>
          <p:cNvPicPr/>
          <p:nvPr/>
        </p:nvPicPr>
        <p:blipFill>
          <a:blip r:embed="rId6"/>
          <a:stretch>
            <a:fillRect/>
          </a:stretch>
        </p:blipFill>
        <p:spPr>
          <a:xfrm>
            <a:off x="8602218" y="5904738"/>
            <a:ext cx="231648" cy="259842"/>
          </a:xfrm>
          <a:prstGeom prst="rect">
            <a:avLst/>
          </a:prstGeom>
        </p:spPr>
      </p:pic>
      <p:pic>
        <p:nvPicPr>
          <p:cNvPr id="796" name="object 257">
            <a:extLst>
              <a:ext uri="{FF2B5EF4-FFF2-40B4-BE49-F238E27FC236}">
                <a16:creationId xmlns:a16="http://schemas.microsoft.com/office/drawing/2014/main" id="{039B864C-739F-B043-9856-FDAAD6533E4A}"/>
              </a:ext>
            </a:extLst>
          </p:cNvPr>
          <p:cNvPicPr/>
          <p:nvPr/>
        </p:nvPicPr>
        <p:blipFill>
          <a:blip r:embed="rId5"/>
          <a:stretch>
            <a:fillRect/>
          </a:stretch>
        </p:blipFill>
        <p:spPr>
          <a:xfrm>
            <a:off x="8611361" y="6230873"/>
            <a:ext cx="232409" cy="260603"/>
          </a:xfrm>
          <a:prstGeom prst="rect">
            <a:avLst/>
          </a:prstGeom>
        </p:spPr>
      </p:pic>
      <p:pic>
        <p:nvPicPr>
          <p:cNvPr id="797" name="object 258">
            <a:extLst>
              <a:ext uri="{FF2B5EF4-FFF2-40B4-BE49-F238E27FC236}">
                <a16:creationId xmlns:a16="http://schemas.microsoft.com/office/drawing/2014/main" id="{EC7E3ACF-49DB-8145-B880-87BDE0F9BD11}"/>
              </a:ext>
            </a:extLst>
          </p:cNvPr>
          <p:cNvPicPr/>
          <p:nvPr/>
        </p:nvPicPr>
        <p:blipFill>
          <a:blip r:embed="rId63"/>
          <a:stretch>
            <a:fillRect/>
          </a:stretch>
        </p:blipFill>
        <p:spPr>
          <a:xfrm>
            <a:off x="8602218" y="5231891"/>
            <a:ext cx="231648" cy="259841"/>
          </a:xfrm>
          <a:prstGeom prst="rect">
            <a:avLst/>
          </a:prstGeom>
        </p:spPr>
      </p:pic>
      <p:pic>
        <p:nvPicPr>
          <p:cNvPr id="798" name="object 259">
            <a:extLst>
              <a:ext uri="{FF2B5EF4-FFF2-40B4-BE49-F238E27FC236}">
                <a16:creationId xmlns:a16="http://schemas.microsoft.com/office/drawing/2014/main" id="{1784CC3B-506A-5644-9900-5B1ED00F7020}"/>
              </a:ext>
            </a:extLst>
          </p:cNvPr>
          <p:cNvPicPr/>
          <p:nvPr/>
        </p:nvPicPr>
        <p:blipFill>
          <a:blip r:embed="rId4"/>
          <a:stretch>
            <a:fillRect/>
          </a:stretch>
        </p:blipFill>
        <p:spPr>
          <a:xfrm>
            <a:off x="8602218" y="5567934"/>
            <a:ext cx="231648" cy="259842"/>
          </a:xfrm>
          <a:prstGeom prst="rect">
            <a:avLst/>
          </a:prstGeom>
        </p:spPr>
      </p:pic>
      <p:pic>
        <p:nvPicPr>
          <p:cNvPr id="799" name="object 260">
            <a:extLst>
              <a:ext uri="{FF2B5EF4-FFF2-40B4-BE49-F238E27FC236}">
                <a16:creationId xmlns:a16="http://schemas.microsoft.com/office/drawing/2014/main" id="{7CFE8229-1535-5046-87E2-CEC12DB6AD20}"/>
              </a:ext>
            </a:extLst>
          </p:cNvPr>
          <p:cNvPicPr/>
          <p:nvPr/>
        </p:nvPicPr>
        <p:blipFill>
          <a:blip r:embed="rId13"/>
          <a:stretch>
            <a:fillRect/>
          </a:stretch>
        </p:blipFill>
        <p:spPr>
          <a:xfrm>
            <a:off x="8611361" y="6539483"/>
            <a:ext cx="232409" cy="259842"/>
          </a:xfrm>
          <a:prstGeom prst="rect">
            <a:avLst/>
          </a:prstGeom>
        </p:spPr>
      </p:pic>
      <p:pic>
        <p:nvPicPr>
          <p:cNvPr id="800" name="object 261">
            <a:extLst>
              <a:ext uri="{FF2B5EF4-FFF2-40B4-BE49-F238E27FC236}">
                <a16:creationId xmlns:a16="http://schemas.microsoft.com/office/drawing/2014/main" id="{9F04EFB9-D623-F448-9F09-22A57D9A4FBA}"/>
              </a:ext>
            </a:extLst>
          </p:cNvPr>
          <p:cNvPicPr/>
          <p:nvPr/>
        </p:nvPicPr>
        <p:blipFill>
          <a:blip r:embed="rId3"/>
          <a:stretch>
            <a:fillRect/>
          </a:stretch>
        </p:blipFill>
        <p:spPr>
          <a:xfrm>
            <a:off x="7459980" y="5135879"/>
            <a:ext cx="889253" cy="729234"/>
          </a:xfrm>
          <a:prstGeom prst="rect">
            <a:avLst/>
          </a:prstGeom>
        </p:spPr>
      </p:pic>
      <p:sp>
        <p:nvSpPr>
          <p:cNvPr id="801" name="object 262">
            <a:extLst>
              <a:ext uri="{FF2B5EF4-FFF2-40B4-BE49-F238E27FC236}">
                <a16:creationId xmlns:a16="http://schemas.microsoft.com/office/drawing/2014/main" id="{CB894DC3-2D2B-5B46-87B2-4CF1F8EFBE59}"/>
              </a:ext>
            </a:extLst>
          </p:cNvPr>
          <p:cNvSpPr txBox="1"/>
          <p:nvPr/>
        </p:nvSpPr>
        <p:spPr>
          <a:xfrm>
            <a:off x="7314438" y="5992876"/>
            <a:ext cx="11684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>
                <a:latin typeface="PMingLiU"/>
                <a:cs typeface="PMingLiU"/>
              </a:rPr>
              <a:t>背包体积</a:t>
            </a:r>
            <a:r>
              <a:rPr sz="1800" b="1" spc="-25">
                <a:latin typeface="Times New Roman"/>
                <a:cs typeface="Times New Roman"/>
              </a:rPr>
              <a:t>13</a:t>
            </a:r>
            <a:endParaRPr sz="1800">
              <a:latin typeface="Times New Roman"/>
              <a:cs typeface="Times New Roman"/>
            </a:endParaRPr>
          </a:p>
        </p:txBody>
      </p:sp>
      <p:sp>
        <p:nvSpPr>
          <p:cNvPr id="2" name="文本框 1">
            <a:extLst>
              <a:ext uri="{FF2B5EF4-FFF2-40B4-BE49-F238E27FC236}">
                <a16:creationId xmlns:a16="http://schemas.microsoft.com/office/drawing/2014/main" id="{A767A2A3-E5C5-EA42-B066-9E9902399CAE}"/>
              </a:ext>
            </a:extLst>
          </p:cNvPr>
          <p:cNvSpPr txBox="1"/>
          <p:nvPr/>
        </p:nvSpPr>
        <p:spPr>
          <a:xfrm>
            <a:off x="9244583" y="1383030"/>
            <a:ext cx="228526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zh-CN" altLang="en-US" sz="2400" b="1" dirty="0">
                <a:solidFill>
                  <a:srgbClr val="FF0000"/>
                </a:solidFill>
                <a:latin typeface="SimSun" panose="02010600030101010101" pitchFamily="2" charset="-122"/>
                <a:ea typeface="SimSun" panose="02010600030101010101" pitchFamily="2" charset="-122"/>
              </a:rPr>
              <a:t>检查体积约束！</a:t>
            </a:r>
          </a:p>
        </p:txBody>
      </p:sp>
    </p:spTree>
    <p:extLst>
      <p:ext uri="{BB962C8B-B14F-4D97-AF65-F5344CB8AC3E}">
        <p14:creationId xmlns:p14="http://schemas.microsoft.com/office/powerpoint/2010/main" val="31826924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4" grpId="0"/>
      <p:bldP spid="2" grpId="0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3">
            <a:extLst>
              <a:ext uri="{FF2B5EF4-FFF2-40B4-BE49-F238E27FC236}">
                <a16:creationId xmlns:a16="http://schemas.microsoft.com/office/drawing/2014/main" id="{751451E1-25F7-294C-91A0-7FE054B79435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54626" y="219670"/>
            <a:ext cx="9507967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蛮力枚</a:t>
            </a: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举</a:t>
            </a:r>
            <a:r>
              <a:rPr lang="en-US" altLang="zh-CN" spc="-50" dirty="0">
                <a:latin typeface="SimSun" panose="02010600030101010101" pitchFamily="2" charset="-122"/>
                <a:ea typeface="SimSun" panose="02010600030101010101" pitchFamily="2" charset="-122"/>
              </a:rPr>
              <a:t>-</a:t>
            </a:r>
            <a:r>
              <a:rPr lang="zh-CN" altLang="en-US" sz="3600" spc="-50" dirty="0">
                <a:latin typeface="SimSun" panose="02010600030101010101" pitchFamily="2" charset="-122"/>
                <a:ea typeface="SimSun" panose="02010600030101010101" pitchFamily="2" charset="-122"/>
              </a:rPr>
              <a:t>枚举所有商品组合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sp>
        <p:nvSpPr>
          <p:cNvPr id="294" name="文本框 293">
            <a:extLst>
              <a:ext uri="{FF2B5EF4-FFF2-40B4-BE49-F238E27FC236}">
                <a16:creationId xmlns:a16="http://schemas.microsoft.com/office/drawing/2014/main" id="{2C7918B1-3ED1-2A40-B716-765746C3DC8C}"/>
              </a:ext>
            </a:extLst>
          </p:cNvPr>
          <p:cNvSpPr txBox="1"/>
          <p:nvPr/>
        </p:nvSpPr>
        <p:spPr>
          <a:xfrm>
            <a:off x="7326145" y="447296"/>
            <a:ext cx="3448155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40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（共</a:t>
            </a:r>
            <a:r>
              <a:rPr lang="zh-CN" altLang="en-US" sz="2400" dirty="0">
                <a:latin typeface="SimSun" panose="02010600030101010101" pitchFamily="2" charset="-122"/>
                <a:ea typeface="SimSun" panose="02010600030101010101" pitchFamily="2" charset="-122"/>
                <a:cs typeface="Cambria Math"/>
              </a:rPr>
              <a:t>𝟐</a:t>
            </a:r>
            <a:r>
              <a:rPr lang="zh-CN" altLang="en-US" sz="2800" baseline="28455" dirty="0">
                <a:latin typeface="SimSun" panose="02010600030101010101" pitchFamily="2" charset="-122"/>
                <a:ea typeface="SimSun" panose="02010600030101010101" pitchFamily="2" charset="-122"/>
                <a:cs typeface="Cambria Math"/>
              </a:rPr>
              <a:t>𝒏</a:t>
            </a:r>
            <a:r>
              <a:rPr lang="zh-CN" altLang="en-US" sz="2800" spc="412" baseline="28455" dirty="0">
                <a:latin typeface="SimSun" panose="02010600030101010101" pitchFamily="2" charset="-122"/>
                <a:ea typeface="SimSun" panose="02010600030101010101" pitchFamily="2" charset="-122"/>
                <a:cs typeface="Cambria Math"/>
              </a:rPr>
              <a:t> </a:t>
            </a:r>
            <a:r>
              <a:rPr lang="zh-CN" altLang="en-US" sz="2400" spc="-10" dirty="0">
                <a:latin typeface="SimSun" panose="02010600030101010101" pitchFamily="2" charset="-122"/>
                <a:ea typeface="SimSun" panose="02010600030101010101" pitchFamily="2" charset="-122"/>
                <a:cs typeface="Cambria Math"/>
              </a:rPr>
              <a:t>− </a:t>
            </a:r>
            <a:r>
              <a:rPr lang="en-US" altLang="zh-CN" sz="2400" dirty="0">
                <a:latin typeface="SimSun" panose="02010600030101010101" pitchFamily="2" charset="-122"/>
                <a:ea typeface="SimSun" panose="02010600030101010101" pitchFamily="2" charset="-122"/>
                <a:cs typeface="Cambria Math"/>
              </a:rPr>
              <a:t>1</a:t>
            </a:r>
            <a:r>
              <a:rPr lang="zh-CN" altLang="en-US" sz="240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种情况</a:t>
            </a:r>
            <a:r>
              <a:rPr lang="zh-CN" altLang="en-US" sz="2400" spc="-5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）</a:t>
            </a:r>
            <a:endParaRPr lang="zh-CN" altLang="en-US" sz="2400" dirty="0"/>
          </a:p>
        </p:txBody>
      </p:sp>
      <p:grpSp>
        <p:nvGrpSpPr>
          <p:cNvPr id="264" name="object 4">
            <a:extLst>
              <a:ext uri="{FF2B5EF4-FFF2-40B4-BE49-F238E27FC236}">
                <a16:creationId xmlns:a16="http://schemas.microsoft.com/office/drawing/2014/main" id="{3C4F19C0-37EB-6A4F-8B55-71BED7487CD4}"/>
              </a:ext>
            </a:extLst>
          </p:cNvPr>
          <p:cNvGrpSpPr/>
          <p:nvPr/>
        </p:nvGrpSpPr>
        <p:grpSpPr>
          <a:xfrm>
            <a:off x="1686305" y="1748789"/>
            <a:ext cx="649605" cy="532765"/>
            <a:chOff x="1686305" y="1748789"/>
            <a:chExt cx="649605" cy="532765"/>
          </a:xfrm>
        </p:grpSpPr>
        <p:pic>
          <p:nvPicPr>
            <p:cNvPr id="265" name="object 5">
              <a:extLst>
                <a:ext uri="{FF2B5EF4-FFF2-40B4-BE49-F238E27FC236}">
                  <a16:creationId xmlns:a16="http://schemas.microsoft.com/office/drawing/2014/main" id="{C64CF182-DF35-BD42-85AB-0A850EE763B5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1686305" y="1748789"/>
              <a:ext cx="649224" cy="532638"/>
            </a:xfrm>
            <a:prstGeom prst="rect">
              <a:avLst/>
            </a:prstGeom>
          </p:spPr>
        </p:pic>
        <p:pic>
          <p:nvPicPr>
            <p:cNvPr id="266" name="object 6">
              <a:extLst>
                <a:ext uri="{FF2B5EF4-FFF2-40B4-BE49-F238E27FC236}">
                  <a16:creationId xmlns:a16="http://schemas.microsoft.com/office/drawing/2014/main" id="{9CD728F3-1BD0-BB44-9DD3-2BDBC6CB0D85}"/>
                </a:ext>
              </a:extLst>
            </p:cNvPr>
            <p:cNvPicPr/>
            <p:nvPr/>
          </p:nvPicPr>
          <p:blipFill>
            <a:blip r:embed="rId4"/>
            <a:stretch>
              <a:fillRect/>
            </a:stretch>
          </p:blipFill>
          <p:spPr>
            <a:xfrm>
              <a:off x="1897379" y="1845563"/>
              <a:ext cx="245363" cy="244601"/>
            </a:xfrm>
            <a:prstGeom prst="rect">
              <a:avLst/>
            </a:prstGeom>
          </p:spPr>
        </p:pic>
      </p:grpSp>
      <p:grpSp>
        <p:nvGrpSpPr>
          <p:cNvPr id="267" name="object 7">
            <a:extLst>
              <a:ext uri="{FF2B5EF4-FFF2-40B4-BE49-F238E27FC236}">
                <a16:creationId xmlns:a16="http://schemas.microsoft.com/office/drawing/2014/main" id="{9791B653-608B-EE46-807A-0A7F28140801}"/>
              </a:ext>
            </a:extLst>
          </p:cNvPr>
          <p:cNvGrpSpPr/>
          <p:nvPr/>
        </p:nvGrpSpPr>
        <p:grpSpPr>
          <a:xfrm>
            <a:off x="3519678" y="1748789"/>
            <a:ext cx="650240" cy="532765"/>
            <a:chOff x="3519678" y="1748789"/>
            <a:chExt cx="650240" cy="532765"/>
          </a:xfrm>
        </p:grpSpPr>
        <p:pic>
          <p:nvPicPr>
            <p:cNvPr id="268" name="object 8">
              <a:extLst>
                <a:ext uri="{FF2B5EF4-FFF2-40B4-BE49-F238E27FC236}">
                  <a16:creationId xmlns:a16="http://schemas.microsoft.com/office/drawing/2014/main" id="{4656ADDC-19B2-914F-8840-A0DE6ABEA002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3519678" y="1748789"/>
              <a:ext cx="649986" cy="532638"/>
            </a:xfrm>
            <a:prstGeom prst="rect">
              <a:avLst/>
            </a:prstGeom>
          </p:spPr>
        </p:pic>
        <p:pic>
          <p:nvPicPr>
            <p:cNvPr id="269" name="object 9">
              <a:extLst>
                <a:ext uri="{FF2B5EF4-FFF2-40B4-BE49-F238E27FC236}">
                  <a16:creationId xmlns:a16="http://schemas.microsoft.com/office/drawing/2014/main" id="{1949EC48-F5B0-824A-B70C-2EF06307F76A}"/>
                </a:ext>
              </a:extLst>
            </p:cNvPr>
            <p:cNvPicPr/>
            <p:nvPr/>
          </p:nvPicPr>
          <p:blipFill>
            <a:blip r:embed="rId5"/>
            <a:stretch>
              <a:fillRect/>
            </a:stretch>
          </p:blipFill>
          <p:spPr>
            <a:xfrm>
              <a:off x="3772662" y="1869185"/>
              <a:ext cx="245363" cy="244601"/>
            </a:xfrm>
            <a:prstGeom prst="rect">
              <a:avLst/>
            </a:prstGeom>
          </p:spPr>
        </p:pic>
      </p:grpSp>
      <p:grpSp>
        <p:nvGrpSpPr>
          <p:cNvPr id="270" name="object 10">
            <a:extLst>
              <a:ext uri="{FF2B5EF4-FFF2-40B4-BE49-F238E27FC236}">
                <a16:creationId xmlns:a16="http://schemas.microsoft.com/office/drawing/2014/main" id="{4454C564-8190-B846-94F5-7F047B546FB3}"/>
              </a:ext>
            </a:extLst>
          </p:cNvPr>
          <p:cNvGrpSpPr/>
          <p:nvPr/>
        </p:nvGrpSpPr>
        <p:grpSpPr>
          <a:xfrm>
            <a:off x="5362955" y="1748789"/>
            <a:ext cx="650240" cy="532765"/>
            <a:chOff x="5362955" y="1748789"/>
            <a:chExt cx="650240" cy="532765"/>
          </a:xfrm>
        </p:grpSpPr>
        <p:pic>
          <p:nvPicPr>
            <p:cNvPr id="271" name="object 11">
              <a:extLst>
                <a:ext uri="{FF2B5EF4-FFF2-40B4-BE49-F238E27FC236}">
                  <a16:creationId xmlns:a16="http://schemas.microsoft.com/office/drawing/2014/main" id="{6E7761BB-98D9-9143-85D4-2667307A7579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5362955" y="1748789"/>
              <a:ext cx="649986" cy="532638"/>
            </a:xfrm>
            <a:prstGeom prst="rect">
              <a:avLst/>
            </a:prstGeom>
          </p:spPr>
        </p:pic>
        <p:pic>
          <p:nvPicPr>
            <p:cNvPr id="272" name="object 12">
              <a:extLst>
                <a:ext uri="{FF2B5EF4-FFF2-40B4-BE49-F238E27FC236}">
                  <a16:creationId xmlns:a16="http://schemas.microsoft.com/office/drawing/2014/main" id="{1FE6BFEE-EC48-8847-822C-D1AEA03E1E7F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5626607" y="1868423"/>
              <a:ext cx="245363" cy="244601"/>
            </a:xfrm>
            <a:prstGeom prst="rect">
              <a:avLst/>
            </a:prstGeom>
          </p:spPr>
        </p:pic>
      </p:grpSp>
      <p:grpSp>
        <p:nvGrpSpPr>
          <p:cNvPr id="295" name="object 13">
            <a:extLst>
              <a:ext uri="{FF2B5EF4-FFF2-40B4-BE49-F238E27FC236}">
                <a16:creationId xmlns:a16="http://schemas.microsoft.com/office/drawing/2014/main" id="{33A54D43-6161-D94C-AE5E-2777B40D083A}"/>
              </a:ext>
            </a:extLst>
          </p:cNvPr>
          <p:cNvGrpSpPr/>
          <p:nvPr/>
        </p:nvGrpSpPr>
        <p:grpSpPr>
          <a:xfrm>
            <a:off x="4436364" y="2995422"/>
            <a:ext cx="650875" cy="534670"/>
            <a:chOff x="4436364" y="2995422"/>
            <a:chExt cx="650875" cy="534670"/>
          </a:xfrm>
        </p:grpSpPr>
        <p:pic>
          <p:nvPicPr>
            <p:cNvPr id="296" name="object 14">
              <a:extLst>
                <a:ext uri="{FF2B5EF4-FFF2-40B4-BE49-F238E27FC236}">
                  <a16:creationId xmlns:a16="http://schemas.microsoft.com/office/drawing/2014/main" id="{EF77718D-B789-E247-81EC-C6BCBC35F4EA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4436364" y="2995422"/>
              <a:ext cx="650748" cy="534162"/>
            </a:xfrm>
            <a:prstGeom prst="rect">
              <a:avLst/>
            </a:prstGeom>
          </p:spPr>
        </p:pic>
        <p:pic>
          <p:nvPicPr>
            <p:cNvPr id="297" name="object 15">
              <a:extLst>
                <a:ext uri="{FF2B5EF4-FFF2-40B4-BE49-F238E27FC236}">
                  <a16:creationId xmlns:a16="http://schemas.microsoft.com/office/drawing/2014/main" id="{93A555B8-2E7B-CD4F-9AC3-9D46EBABA660}"/>
                </a:ext>
              </a:extLst>
            </p:cNvPr>
            <p:cNvPicPr/>
            <p:nvPr/>
          </p:nvPicPr>
          <p:blipFill>
            <a:blip r:embed="rId4"/>
            <a:stretch>
              <a:fillRect/>
            </a:stretch>
          </p:blipFill>
          <p:spPr>
            <a:xfrm>
              <a:off x="4837938" y="3092196"/>
              <a:ext cx="244601" cy="245363"/>
            </a:xfrm>
            <a:prstGeom prst="rect">
              <a:avLst/>
            </a:prstGeom>
          </p:spPr>
        </p:pic>
        <p:pic>
          <p:nvPicPr>
            <p:cNvPr id="298" name="object 16">
              <a:extLst>
                <a:ext uri="{FF2B5EF4-FFF2-40B4-BE49-F238E27FC236}">
                  <a16:creationId xmlns:a16="http://schemas.microsoft.com/office/drawing/2014/main" id="{B84430C2-B496-434B-AD96-472C7A7DED68}"/>
                </a:ext>
              </a:extLst>
            </p:cNvPr>
            <p:cNvPicPr/>
            <p:nvPr/>
          </p:nvPicPr>
          <p:blipFill>
            <a:blip r:embed="rId5"/>
            <a:stretch>
              <a:fillRect/>
            </a:stretch>
          </p:blipFill>
          <p:spPr>
            <a:xfrm>
              <a:off x="4639056" y="3111246"/>
              <a:ext cx="245363" cy="245363"/>
            </a:xfrm>
            <a:prstGeom prst="rect">
              <a:avLst/>
            </a:prstGeom>
          </p:spPr>
        </p:pic>
      </p:grpSp>
      <p:grpSp>
        <p:nvGrpSpPr>
          <p:cNvPr id="299" name="object 17">
            <a:extLst>
              <a:ext uri="{FF2B5EF4-FFF2-40B4-BE49-F238E27FC236}">
                <a16:creationId xmlns:a16="http://schemas.microsoft.com/office/drawing/2014/main" id="{6DC9F207-98A1-304A-A2DD-7F9AC2C8F7C8}"/>
              </a:ext>
            </a:extLst>
          </p:cNvPr>
          <p:cNvGrpSpPr/>
          <p:nvPr/>
        </p:nvGrpSpPr>
        <p:grpSpPr>
          <a:xfrm>
            <a:off x="5529071" y="2995422"/>
            <a:ext cx="650875" cy="534670"/>
            <a:chOff x="5529071" y="2995422"/>
            <a:chExt cx="650875" cy="534670"/>
          </a:xfrm>
        </p:grpSpPr>
        <p:pic>
          <p:nvPicPr>
            <p:cNvPr id="300" name="object 18">
              <a:extLst>
                <a:ext uri="{FF2B5EF4-FFF2-40B4-BE49-F238E27FC236}">
                  <a16:creationId xmlns:a16="http://schemas.microsoft.com/office/drawing/2014/main" id="{2AB7C3BC-777A-F748-8042-E9BB0899DB4D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5529071" y="2995422"/>
              <a:ext cx="650748" cy="534162"/>
            </a:xfrm>
            <a:prstGeom prst="rect">
              <a:avLst/>
            </a:prstGeom>
          </p:spPr>
        </p:pic>
        <p:pic>
          <p:nvPicPr>
            <p:cNvPr id="301" name="object 19">
              <a:extLst>
                <a:ext uri="{FF2B5EF4-FFF2-40B4-BE49-F238E27FC236}">
                  <a16:creationId xmlns:a16="http://schemas.microsoft.com/office/drawing/2014/main" id="{3ECBD90F-A881-3D48-AE0E-DF59869BA950}"/>
                </a:ext>
              </a:extLst>
            </p:cNvPr>
            <p:cNvPicPr/>
            <p:nvPr/>
          </p:nvPicPr>
          <p:blipFill>
            <a:blip r:embed="rId4"/>
            <a:stretch>
              <a:fillRect/>
            </a:stretch>
          </p:blipFill>
          <p:spPr>
            <a:xfrm>
              <a:off x="5930645" y="3092196"/>
              <a:ext cx="244601" cy="245363"/>
            </a:xfrm>
            <a:prstGeom prst="rect">
              <a:avLst/>
            </a:prstGeom>
          </p:spPr>
        </p:pic>
        <p:pic>
          <p:nvPicPr>
            <p:cNvPr id="302" name="object 20">
              <a:extLst>
                <a:ext uri="{FF2B5EF4-FFF2-40B4-BE49-F238E27FC236}">
                  <a16:creationId xmlns:a16="http://schemas.microsoft.com/office/drawing/2014/main" id="{D628BB4C-87F7-7E4C-90ED-C546822F4126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5748527" y="3110484"/>
              <a:ext cx="244601" cy="244601"/>
            </a:xfrm>
            <a:prstGeom prst="rect">
              <a:avLst/>
            </a:prstGeom>
          </p:spPr>
        </p:pic>
      </p:grpSp>
      <p:grpSp>
        <p:nvGrpSpPr>
          <p:cNvPr id="303" name="object 21">
            <a:extLst>
              <a:ext uri="{FF2B5EF4-FFF2-40B4-BE49-F238E27FC236}">
                <a16:creationId xmlns:a16="http://schemas.microsoft.com/office/drawing/2014/main" id="{94D67182-5DED-894D-BF0B-EF14A4249250}"/>
              </a:ext>
            </a:extLst>
          </p:cNvPr>
          <p:cNvGrpSpPr/>
          <p:nvPr/>
        </p:nvGrpSpPr>
        <p:grpSpPr>
          <a:xfrm>
            <a:off x="6694931" y="2995422"/>
            <a:ext cx="650875" cy="534670"/>
            <a:chOff x="6694931" y="2995422"/>
            <a:chExt cx="650875" cy="534670"/>
          </a:xfrm>
        </p:grpSpPr>
        <p:pic>
          <p:nvPicPr>
            <p:cNvPr id="304" name="object 22">
              <a:extLst>
                <a:ext uri="{FF2B5EF4-FFF2-40B4-BE49-F238E27FC236}">
                  <a16:creationId xmlns:a16="http://schemas.microsoft.com/office/drawing/2014/main" id="{E8862840-05C9-074B-AEFA-F1339BB54099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6694931" y="2995422"/>
              <a:ext cx="650748" cy="534162"/>
            </a:xfrm>
            <a:prstGeom prst="rect">
              <a:avLst/>
            </a:prstGeom>
          </p:spPr>
        </p:pic>
        <p:pic>
          <p:nvPicPr>
            <p:cNvPr id="305" name="object 23">
              <a:extLst>
                <a:ext uri="{FF2B5EF4-FFF2-40B4-BE49-F238E27FC236}">
                  <a16:creationId xmlns:a16="http://schemas.microsoft.com/office/drawing/2014/main" id="{2582E35A-1E6D-4840-900F-BB85773BD327}"/>
                </a:ext>
              </a:extLst>
            </p:cNvPr>
            <p:cNvPicPr/>
            <p:nvPr/>
          </p:nvPicPr>
          <p:blipFill>
            <a:blip r:embed="rId4"/>
            <a:stretch>
              <a:fillRect/>
            </a:stretch>
          </p:blipFill>
          <p:spPr>
            <a:xfrm>
              <a:off x="7096505" y="3092196"/>
              <a:ext cx="244601" cy="245363"/>
            </a:xfrm>
            <a:prstGeom prst="rect">
              <a:avLst/>
            </a:prstGeom>
          </p:spPr>
        </p:pic>
        <p:pic>
          <p:nvPicPr>
            <p:cNvPr id="306" name="object 24">
              <a:extLst>
                <a:ext uri="{FF2B5EF4-FFF2-40B4-BE49-F238E27FC236}">
                  <a16:creationId xmlns:a16="http://schemas.microsoft.com/office/drawing/2014/main" id="{55537738-61DB-9149-B1ED-D4FFDC35F002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6905243" y="3111246"/>
              <a:ext cx="244601" cy="245363"/>
            </a:xfrm>
            <a:prstGeom prst="rect">
              <a:avLst/>
            </a:prstGeom>
          </p:spPr>
        </p:pic>
      </p:grpSp>
      <p:grpSp>
        <p:nvGrpSpPr>
          <p:cNvPr id="307" name="object 25">
            <a:extLst>
              <a:ext uri="{FF2B5EF4-FFF2-40B4-BE49-F238E27FC236}">
                <a16:creationId xmlns:a16="http://schemas.microsoft.com/office/drawing/2014/main" id="{85D96299-2877-304F-A31F-B3C03D23ABD3}"/>
              </a:ext>
            </a:extLst>
          </p:cNvPr>
          <p:cNvGrpSpPr/>
          <p:nvPr/>
        </p:nvGrpSpPr>
        <p:grpSpPr>
          <a:xfrm>
            <a:off x="7744206" y="2995422"/>
            <a:ext cx="650875" cy="534670"/>
            <a:chOff x="7744206" y="2995422"/>
            <a:chExt cx="650875" cy="534670"/>
          </a:xfrm>
        </p:grpSpPr>
        <p:pic>
          <p:nvPicPr>
            <p:cNvPr id="308" name="object 26">
              <a:extLst>
                <a:ext uri="{FF2B5EF4-FFF2-40B4-BE49-F238E27FC236}">
                  <a16:creationId xmlns:a16="http://schemas.microsoft.com/office/drawing/2014/main" id="{1C205CEA-D4ED-CC47-A961-AC6D95C2EDE4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7744206" y="2995422"/>
              <a:ext cx="650748" cy="534162"/>
            </a:xfrm>
            <a:prstGeom prst="rect">
              <a:avLst/>
            </a:prstGeom>
          </p:spPr>
        </p:pic>
        <p:pic>
          <p:nvPicPr>
            <p:cNvPr id="309" name="object 27">
              <a:extLst>
                <a:ext uri="{FF2B5EF4-FFF2-40B4-BE49-F238E27FC236}">
                  <a16:creationId xmlns:a16="http://schemas.microsoft.com/office/drawing/2014/main" id="{C81C9EE3-D45A-7F47-9FDD-D70B5683E9F1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7962900" y="3091434"/>
              <a:ext cx="244601" cy="245363"/>
            </a:xfrm>
            <a:prstGeom prst="rect">
              <a:avLst/>
            </a:prstGeom>
          </p:spPr>
        </p:pic>
        <p:pic>
          <p:nvPicPr>
            <p:cNvPr id="310" name="object 28">
              <a:extLst>
                <a:ext uri="{FF2B5EF4-FFF2-40B4-BE49-F238E27FC236}">
                  <a16:creationId xmlns:a16="http://schemas.microsoft.com/office/drawing/2014/main" id="{FB9B2D7D-3EE6-BC41-BB7C-F05CFCC4BC89}"/>
                </a:ext>
              </a:extLst>
            </p:cNvPr>
            <p:cNvPicPr/>
            <p:nvPr/>
          </p:nvPicPr>
          <p:blipFill>
            <a:blip r:embed="rId5"/>
            <a:stretch>
              <a:fillRect/>
            </a:stretch>
          </p:blipFill>
          <p:spPr>
            <a:xfrm>
              <a:off x="8135112" y="3113532"/>
              <a:ext cx="245364" cy="245363"/>
            </a:xfrm>
            <a:prstGeom prst="rect">
              <a:avLst/>
            </a:prstGeom>
          </p:spPr>
        </p:pic>
      </p:grpSp>
      <p:grpSp>
        <p:nvGrpSpPr>
          <p:cNvPr id="311" name="object 29">
            <a:extLst>
              <a:ext uri="{FF2B5EF4-FFF2-40B4-BE49-F238E27FC236}">
                <a16:creationId xmlns:a16="http://schemas.microsoft.com/office/drawing/2014/main" id="{648F0AC1-79B6-7240-8FC8-D7E2FC039AF4}"/>
              </a:ext>
            </a:extLst>
          </p:cNvPr>
          <p:cNvGrpSpPr/>
          <p:nvPr/>
        </p:nvGrpSpPr>
        <p:grpSpPr>
          <a:xfrm>
            <a:off x="8807957" y="2995422"/>
            <a:ext cx="650875" cy="534670"/>
            <a:chOff x="8807957" y="2995422"/>
            <a:chExt cx="650875" cy="534670"/>
          </a:xfrm>
        </p:grpSpPr>
        <p:pic>
          <p:nvPicPr>
            <p:cNvPr id="312" name="object 30">
              <a:extLst>
                <a:ext uri="{FF2B5EF4-FFF2-40B4-BE49-F238E27FC236}">
                  <a16:creationId xmlns:a16="http://schemas.microsoft.com/office/drawing/2014/main" id="{AACFE798-C170-824B-8486-FC3582F91CBE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8807957" y="2995422"/>
              <a:ext cx="650748" cy="534162"/>
            </a:xfrm>
            <a:prstGeom prst="rect">
              <a:avLst/>
            </a:prstGeom>
          </p:spPr>
        </p:pic>
        <p:pic>
          <p:nvPicPr>
            <p:cNvPr id="313" name="object 31">
              <a:extLst>
                <a:ext uri="{FF2B5EF4-FFF2-40B4-BE49-F238E27FC236}">
                  <a16:creationId xmlns:a16="http://schemas.microsoft.com/office/drawing/2014/main" id="{AB213B87-DEAC-A74E-8222-40CCEB69C921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8996171" y="3111246"/>
              <a:ext cx="244601" cy="245363"/>
            </a:xfrm>
            <a:prstGeom prst="rect">
              <a:avLst/>
            </a:prstGeom>
          </p:spPr>
        </p:pic>
        <p:pic>
          <p:nvPicPr>
            <p:cNvPr id="314" name="object 32">
              <a:extLst>
                <a:ext uri="{FF2B5EF4-FFF2-40B4-BE49-F238E27FC236}">
                  <a16:creationId xmlns:a16="http://schemas.microsoft.com/office/drawing/2014/main" id="{77D336DE-B94F-4E4E-9BCA-A82F75716953}"/>
                </a:ext>
              </a:extLst>
            </p:cNvPr>
            <p:cNvPicPr/>
            <p:nvPr/>
          </p:nvPicPr>
          <p:blipFill>
            <a:blip r:embed="rId5"/>
            <a:stretch>
              <a:fillRect/>
            </a:stretch>
          </p:blipFill>
          <p:spPr>
            <a:xfrm>
              <a:off x="9178289" y="3086100"/>
              <a:ext cx="245364" cy="244601"/>
            </a:xfrm>
            <a:prstGeom prst="rect">
              <a:avLst/>
            </a:prstGeom>
          </p:spPr>
        </p:pic>
      </p:grpSp>
      <p:grpSp>
        <p:nvGrpSpPr>
          <p:cNvPr id="315" name="object 33">
            <a:extLst>
              <a:ext uri="{FF2B5EF4-FFF2-40B4-BE49-F238E27FC236}">
                <a16:creationId xmlns:a16="http://schemas.microsoft.com/office/drawing/2014/main" id="{483DD73B-6C47-094A-8E28-081500F233EF}"/>
              </a:ext>
            </a:extLst>
          </p:cNvPr>
          <p:cNvGrpSpPr/>
          <p:nvPr/>
        </p:nvGrpSpPr>
        <p:grpSpPr>
          <a:xfrm>
            <a:off x="9900666" y="2995422"/>
            <a:ext cx="651510" cy="534670"/>
            <a:chOff x="9900666" y="2995422"/>
            <a:chExt cx="651510" cy="534670"/>
          </a:xfrm>
        </p:grpSpPr>
        <p:pic>
          <p:nvPicPr>
            <p:cNvPr id="316" name="object 34">
              <a:extLst>
                <a:ext uri="{FF2B5EF4-FFF2-40B4-BE49-F238E27FC236}">
                  <a16:creationId xmlns:a16="http://schemas.microsoft.com/office/drawing/2014/main" id="{853C55EE-177E-6D4B-B770-CFE4883AD561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9900666" y="2995422"/>
              <a:ext cx="651509" cy="534162"/>
            </a:xfrm>
            <a:prstGeom prst="rect">
              <a:avLst/>
            </a:prstGeom>
          </p:spPr>
        </p:pic>
        <p:pic>
          <p:nvPicPr>
            <p:cNvPr id="317" name="object 35">
              <a:extLst>
                <a:ext uri="{FF2B5EF4-FFF2-40B4-BE49-F238E27FC236}">
                  <a16:creationId xmlns:a16="http://schemas.microsoft.com/office/drawing/2014/main" id="{80BF043D-68B8-DD4F-8190-1689E85F7957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10122408" y="3091434"/>
              <a:ext cx="244601" cy="245363"/>
            </a:xfrm>
            <a:prstGeom prst="rect">
              <a:avLst/>
            </a:prstGeom>
          </p:spPr>
        </p:pic>
        <p:pic>
          <p:nvPicPr>
            <p:cNvPr id="318" name="object 36">
              <a:extLst>
                <a:ext uri="{FF2B5EF4-FFF2-40B4-BE49-F238E27FC236}">
                  <a16:creationId xmlns:a16="http://schemas.microsoft.com/office/drawing/2014/main" id="{9966CD78-0C5A-F140-BB4B-E030EBFC00A4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10274046" y="3111246"/>
              <a:ext cx="244601" cy="245363"/>
            </a:xfrm>
            <a:prstGeom prst="rect">
              <a:avLst/>
            </a:prstGeom>
          </p:spPr>
        </p:pic>
      </p:grpSp>
      <p:grpSp>
        <p:nvGrpSpPr>
          <p:cNvPr id="319" name="object 37">
            <a:extLst>
              <a:ext uri="{FF2B5EF4-FFF2-40B4-BE49-F238E27FC236}">
                <a16:creationId xmlns:a16="http://schemas.microsoft.com/office/drawing/2014/main" id="{5264196A-3B43-4046-AF29-C9E0AF14E6DE}"/>
              </a:ext>
            </a:extLst>
          </p:cNvPr>
          <p:cNvGrpSpPr/>
          <p:nvPr/>
        </p:nvGrpSpPr>
        <p:grpSpPr>
          <a:xfrm>
            <a:off x="6599681" y="4174235"/>
            <a:ext cx="650875" cy="562610"/>
            <a:chOff x="6599681" y="4174235"/>
            <a:chExt cx="650875" cy="562610"/>
          </a:xfrm>
        </p:grpSpPr>
        <p:pic>
          <p:nvPicPr>
            <p:cNvPr id="320" name="object 38">
              <a:extLst>
                <a:ext uri="{FF2B5EF4-FFF2-40B4-BE49-F238E27FC236}">
                  <a16:creationId xmlns:a16="http://schemas.microsoft.com/office/drawing/2014/main" id="{054A40AB-EFA5-DF4F-944B-027011A7B326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6599681" y="4202429"/>
              <a:ext cx="650748" cy="534162"/>
            </a:xfrm>
            <a:prstGeom prst="rect">
              <a:avLst/>
            </a:prstGeom>
          </p:spPr>
        </p:pic>
        <p:pic>
          <p:nvPicPr>
            <p:cNvPr id="321" name="object 39">
              <a:extLst>
                <a:ext uri="{FF2B5EF4-FFF2-40B4-BE49-F238E27FC236}">
                  <a16:creationId xmlns:a16="http://schemas.microsoft.com/office/drawing/2014/main" id="{8EC09E7F-EFBA-8143-827E-5E4932904AA1}"/>
                </a:ext>
              </a:extLst>
            </p:cNvPr>
            <p:cNvPicPr/>
            <p:nvPr/>
          </p:nvPicPr>
          <p:blipFill>
            <a:blip r:embed="rId4"/>
            <a:stretch>
              <a:fillRect/>
            </a:stretch>
          </p:blipFill>
          <p:spPr>
            <a:xfrm>
              <a:off x="6908291" y="4174235"/>
              <a:ext cx="244601" cy="244601"/>
            </a:xfrm>
            <a:prstGeom prst="rect">
              <a:avLst/>
            </a:prstGeom>
          </p:spPr>
        </p:pic>
        <p:pic>
          <p:nvPicPr>
            <p:cNvPr id="322" name="object 40">
              <a:extLst>
                <a:ext uri="{FF2B5EF4-FFF2-40B4-BE49-F238E27FC236}">
                  <a16:creationId xmlns:a16="http://schemas.microsoft.com/office/drawing/2014/main" id="{25308F26-7E6A-444D-ACF9-E788D4E0ACB6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6771131" y="4318253"/>
              <a:ext cx="244601" cy="245363"/>
            </a:xfrm>
            <a:prstGeom prst="rect">
              <a:avLst/>
            </a:prstGeom>
          </p:spPr>
        </p:pic>
        <p:pic>
          <p:nvPicPr>
            <p:cNvPr id="323" name="object 41">
              <a:extLst>
                <a:ext uri="{FF2B5EF4-FFF2-40B4-BE49-F238E27FC236}">
                  <a16:creationId xmlns:a16="http://schemas.microsoft.com/office/drawing/2014/main" id="{B3FB2203-AC30-AA4B-B83D-74AFD6A0BC56}"/>
                </a:ext>
              </a:extLst>
            </p:cNvPr>
            <p:cNvPicPr/>
            <p:nvPr/>
          </p:nvPicPr>
          <p:blipFill>
            <a:blip r:embed="rId8"/>
            <a:stretch>
              <a:fillRect/>
            </a:stretch>
          </p:blipFill>
          <p:spPr>
            <a:xfrm>
              <a:off x="6989063" y="4328921"/>
              <a:ext cx="244601" cy="245363"/>
            </a:xfrm>
            <a:prstGeom prst="rect">
              <a:avLst/>
            </a:prstGeom>
          </p:spPr>
        </p:pic>
      </p:grpSp>
      <p:grpSp>
        <p:nvGrpSpPr>
          <p:cNvPr id="324" name="object 42">
            <a:extLst>
              <a:ext uri="{FF2B5EF4-FFF2-40B4-BE49-F238E27FC236}">
                <a16:creationId xmlns:a16="http://schemas.microsoft.com/office/drawing/2014/main" id="{66AC5BB6-087E-BF4E-BE22-2E1F2BC1ED68}"/>
              </a:ext>
            </a:extLst>
          </p:cNvPr>
          <p:cNvGrpSpPr/>
          <p:nvPr/>
        </p:nvGrpSpPr>
        <p:grpSpPr>
          <a:xfrm>
            <a:off x="7676388" y="4174235"/>
            <a:ext cx="703580" cy="534670"/>
            <a:chOff x="7676388" y="4174235"/>
            <a:chExt cx="703580" cy="534670"/>
          </a:xfrm>
        </p:grpSpPr>
        <p:pic>
          <p:nvPicPr>
            <p:cNvPr id="325" name="object 43">
              <a:extLst>
                <a:ext uri="{FF2B5EF4-FFF2-40B4-BE49-F238E27FC236}">
                  <a16:creationId xmlns:a16="http://schemas.microsoft.com/office/drawing/2014/main" id="{39D2D5D0-E156-B741-9DC7-3ED6A4425A25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7676388" y="4174235"/>
              <a:ext cx="650748" cy="534162"/>
            </a:xfrm>
            <a:prstGeom prst="rect">
              <a:avLst/>
            </a:prstGeom>
          </p:spPr>
        </p:pic>
        <p:pic>
          <p:nvPicPr>
            <p:cNvPr id="326" name="object 44">
              <a:extLst>
                <a:ext uri="{FF2B5EF4-FFF2-40B4-BE49-F238E27FC236}">
                  <a16:creationId xmlns:a16="http://schemas.microsoft.com/office/drawing/2014/main" id="{D439DCCE-7F7F-2E45-A02A-29A8975741D5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8020050" y="4185665"/>
              <a:ext cx="244601" cy="244601"/>
            </a:xfrm>
            <a:prstGeom prst="rect">
              <a:avLst/>
            </a:prstGeom>
          </p:spPr>
        </p:pic>
        <p:pic>
          <p:nvPicPr>
            <p:cNvPr id="327" name="object 45">
              <a:extLst>
                <a:ext uri="{FF2B5EF4-FFF2-40B4-BE49-F238E27FC236}">
                  <a16:creationId xmlns:a16="http://schemas.microsoft.com/office/drawing/2014/main" id="{95603BE0-FDF9-EB4C-9BCD-3DABF549AFB6}"/>
                </a:ext>
              </a:extLst>
            </p:cNvPr>
            <p:cNvPicPr/>
            <p:nvPr/>
          </p:nvPicPr>
          <p:blipFill>
            <a:blip r:embed="rId9"/>
            <a:stretch>
              <a:fillRect/>
            </a:stretch>
          </p:blipFill>
          <p:spPr>
            <a:xfrm>
              <a:off x="7893558" y="4271009"/>
              <a:ext cx="486155" cy="246887"/>
            </a:xfrm>
            <a:prstGeom prst="rect">
              <a:avLst/>
            </a:prstGeom>
          </p:spPr>
        </p:pic>
      </p:grpSp>
      <p:grpSp>
        <p:nvGrpSpPr>
          <p:cNvPr id="328" name="object 46">
            <a:extLst>
              <a:ext uri="{FF2B5EF4-FFF2-40B4-BE49-F238E27FC236}">
                <a16:creationId xmlns:a16="http://schemas.microsoft.com/office/drawing/2014/main" id="{E6233351-D68A-1042-93E0-F0BD1EC60BE5}"/>
              </a:ext>
            </a:extLst>
          </p:cNvPr>
          <p:cNvGrpSpPr/>
          <p:nvPr/>
        </p:nvGrpSpPr>
        <p:grpSpPr>
          <a:xfrm>
            <a:off x="8805671" y="4174235"/>
            <a:ext cx="650875" cy="534670"/>
            <a:chOff x="8805671" y="4174235"/>
            <a:chExt cx="650875" cy="534670"/>
          </a:xfrm>
        </p:grpSpPr>
        <p:pic>
          <p:nvPicPr>
            <p:cNvPr id="329" name="object 47">
              <a:extLst>
                <a:ext uri="{FF2B5EF4-FFF2-40B4-BE49-F238E27FC236}">
                  <a16:creationId xmlns:a16="http://schemas.microsoft.com/office/drawing/2014/main" id="{B6A95553-4FCE-0049-AB90-92D962D9F09D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8805671" y="4174235"/>
              <a:ext cx="650748" cy="534162"/>
            </a:xfrm>
            <a:prstGeom prst="rect">
              <a:avLst/>
            </a:prstGeom>
          </p:spPr>
        </p:pic>
        <p:pic>
          <p:nvPicPr>
            <p:cNvPr id="330" name="object 48">
              <a:extLst>
                <a:ext uri="{FF2B5EF4-FFF2-40B4-BE49-F238E27FC236}">
                  <a16:creationId xmlns:a16="http://schemas.microsoft.com/office/drawing/2014/main" id="{8C8C09C6-2A84-D144-A87A-B32FA87D2976}"/>
                </a:ext>
              </a:extLst>
            </p:cNvPr>
            <p:cNvPicPr/>
            <p:nvPr/>
          </p:nvPicPr>
          <p:blipFill>
            <a:blip r:embed="rId4"/>
            <a:stretch>
              <a:fillRect/>
            </a:stretch>
          </p:blipFill>
          <p:spPr>
            <a:xfrm>
              <a:off x="9043415" y="4205477"/>
              <a:ext cx="244601" cy="244601"/>
            </a:xfrm>
            <a:prstGeom prst="rect">
              <a:avLst/>
            </a:prstGeom>
          </p:spPr>
        </p:pic>
        <p:pic>
          <p:nvPicPr>
            <p:cNvPr id="331" name="object 49">
              <a:extLst>
                <a:ext uri="{FF2B5EF4-FFF2-40B4-BE49-F238E27FC236}">
                  <a16:creationId xmlns:a16="http://schemas.microsoft.com/office/drawing/2014/main" id="{F6B29095-0D10-164F-922D-1C472A7849D3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9005315" y="4289297"/>
              <a:ext cx="245364" cy="244601"/>
            </a:xfrm>
            <a:prstGeom prst="rect">
              <a:avLst/>
            </a:prstGeom>
          </p:spPr>
        </p:pic>
        <p:pic>
          <p:nvPicPr>
            <p:cNvPr id="332" name="object 50">
              <a:extLst>
                <a:ext uri="{FF2B5EF4-FFF2-40B4-BE49-F238E27FC236}">
                  <a16:creationId xmlns:a16="http://schemas.microsoft.com/office/drawing/2014/main" id="{13DB58C5-E777-B044-88A0-4D826E3A0999}"/>
                </a:ext>
              </a:extLst>
            </p:cNvPr>
            <p:cNvPicPr/>
            <p:nvPr/>
          </p:nvPicPr>
          <p:blipFill>
            <a:blip r:embed="rId8"/>
            <a:stretch>
              <a:fillRect/>
            </a:stretch>
          </p:blipFill>
          <p:spPr>
            <a:xfrm>
              <a:off x="9180575" y="4324349"/>
              <a:ext cx="244601" cy="244601"/>
            </a:xfrm>
            <a:prstGeom prst="rect">
              <a:avLst/>
            </a:prstGeom>
          </p:spPr>
        </p:pic>
      </p:grpSp>
      <p:grpSp>
        <p:nvGrpSpPr>
          <p:cNvPr id="333" name="object 51">
            <a:extLst>
              <a:ext uri="{FF2B5EF4-FFF2-40B4-BE49-F238E27FC236}">
                <a16:creationId xmlns:a16="http://schemas.microsoft.com/office/drawing/2014/main" id="{DBBF48AD-9176-2441-9731-14E422C74416}"/>
              </a:ext>
            </a:extLst>
          </p:cNvPr>
          <p:cNvGrpSpPr/>
          <p:nvPr/>
        </p:nvGrpSpPr>
        <p:grpSpPr>
          <a:xfrm>
            <a:off x="9881616" y="4174235"/>
            <a:ext cx="651510" cy="561975"/>
            <a:chOff x="9881616" y="4174235"/>
            <a:chExt cx="651510" cy="561975"/>
          </a:xfrm>
        </p:grpSpPr>
        <p:pic>
          <p:nvPicPr>
            <p:cNvPr id="334" name="object 52">
              <a:extLst>
                <a:ext uri="{FF2B5EF4-FFF2-40B4-BE49-F238E27FC236}">
                  <a16:creationId xmlns:a16="http://schemas.microsoft.com/office/drawing/2014/main" id="{AF472C57-2F54-A047-A3C6-2EF62EEBDFD6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9881616" y="4201667"/>
              <a:ext cx="651509" cy="534162"/>
            </a:xfrm>
            <a:prstGeom prst="rect">
              <a:avLst/>
            </a:prstGeom>
          </p:spPr>
        </p:pic>
        <p:pic>
          <p:nvPicPr>
            <p:cNvPr id="335" name="object 53">
              <a:extLst>
                <a:ext uri="{FF2B5EF4-FFF2-40B4-BE49-F238E27FC236}">
                  <a16:creationId xmlns:a16="http://schemas.microsoft.com/office/drawing/2014/main" id="{0B793159-9E90-3346-8FAA-B6E476053F59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10100310" y="4298441"/>
              <a:ext cx="244601" cy="244601"/>
            </a:xfrm>
            <a:prstGeom prst="rect">
              <a:avLst/>
            </a:prstGeom>
          </p:spPr>
        </p:pic>
        <p:pic>
          <p:nvPicPr>
            <p:cNvPr id="336" name="object 54">
              <a:extLst>
                <a:ext uri="{FF2B5EF4-FFF2-40B4-BE49-F238E27FC236}">
                  <a16:creationId xmlns:a16="http://schemas.microsoft.com/office/drawing/2014/main" id="{C6ADE173-7659-B94A-B33D-5B61F94E8E97}"/>
                </a:ext>
              </a:extLst>
            </p:cNvPr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10184892" y="4174235"/>
              <a:ext cx="244601" cy="244601"/>
            </a:xfrm>
            <a:prstGeom prst="rect">
              <a:avLst/>
            </a:prstGeom>
          </p:spPr>
        </p:pic>
        <p:pic>
          <p:nvPicPr>
            <p:cNvPr id="337" name="object 55">
              <a:extLst>
                <a:ext uri="{FF2B5EF4-FFF2-40B4-BE49-F238E27FC236}">
                  <a16:creationId xmlns:a16="http://schemas.microsoft.com/office/drawing/2014/main" id="{DEFF0B34-2969-D340-9517-4D306D21B92F}"/>
                </a:ext>
              </a:extLst>
            </p:cNvPr>
            <p:cNvPicPr/>
            <p:nvPr/>
          </p:nvPicPr>
          <p:blipFill>
            <a:blip r:embed="rId8"/>
            <a:stretch>
              <a:fillRect/>
            </a:stretch>
          </p:blipFill>
          <p:spPr>
            <a:xfrm>
              <a:off x="10273284" y="4320539"/>
              <a:ext cx="244601" cy="244601"/>
            </a:xfrm>
            <a:prstGeom prst="rect">
              <a:avLst/>
            </a:prstGeom>
          </p:spPr>
        </p:pic>
      </p:grpSp>
      <p:grpSp>
        <p:nvGrpSpPr>
          <p:cNvPr id="338" name="object 56">
            <a:extLst>
              <a:ext uri="{FF2B5EF4-FFF2-40B4-BE49-F238E27FC236}">
                <a16:creationId xmlns:a16="http://schemas.microsoft.com/office/drawing/2014/main" id="{84E8571C-275E-E541-B251-5EA41B7FF13C}"/>
              </a:ext>
            </a:extLst>
          </p:cNvPr>
          <p:cNvGrpSpPr/>
          <p:nvPr/>
        </p:nvGrpSpPr>
        <p:grpSpPr>
          <a:xfrm>
            <a:off x="51053" y="1748789"/>
            <a:ext cx="650875" cy="534670"/>
            <a:chOff x="51053" y="1748789"/>
            <a:chExt cx="650875" cy="534670"/>
          </a:xfrm>
        </p:grpSpPr>
        <p:pic>
          <p:nvPicPr>
            <p:cNvPr id="339" name="object 57">
              <a:extLst>
                <a:ext uri="{FF2B5EF4-FFF2-40B4-BE49-F238E27FC236}">
                  <a16:creationId xmlns:a16="http://schemas.microsoft.com/office/drawing/2014/main" id="{5A156642-AF88-D645-B476-D085B978814B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51053" y="1748789"/>
              <a:ext cx="650748" cy="534162"/>
            </a:xfrm>
            <a:prstGeom prst="rect">
              <a:avLst/>
            </a:prstGeom>
          </p:spPr>
        </p:pic>
        <p:pic>
          <p:nvPicPr>
            <p:cNvPr id="340" name="object 58">
              <a:extLst>
                <a:ext uri="{FF2B5EF4-FFF2-40B4-BE49-F238E27FC236}">
                  <a16:creationId xmlns:a16="http://schemas.microsoft.com/office/drawing/2014/main" id="{003AC309-1468-DA4C-942A-C1DA291977DB}"/>
                </a:ext>
              </a:extLst>
            </p:cNvPr>
            <p:cNvPicPr/>
            <p:nvPr/>
          </p:nvPicPr>
          <p:blipFill>
            <a:blip r:embed="rId10"/>
            <a:stretch>
              <a:fillRect/>
            </a:stretch>
          </p:blipFill>
          <p:spPr>
            <a:xfrm>
              <a:off x="307085" y="1835657"/>
              <a:ext cx="246126" cy="246125"/>
            </a:xfrm>
            <a:prstGeom prst="rect">
              <a:avLst/>
            </a:prstGeom>
          </p:spPr>
        </p:pic>
      </p:grpSp>
      <p:grpSp>
        <p:nvGrpSpPr>
          <p:cNvPr id="341" name="object 59">
            <a:extLst>
              <a:ext uri="{FF2B5EF4-FFF2-40B4-BE49-F238E27FC236}">
                <a16:creationId xmlns:a16="http://schemas.microsoft.com/office/drawing/2014/main" id="{68BD19F3-279A-3241-8858-3A8FC8E5EFBC}"/>
              </a:ext>
            </a:extLst>
          </p:cNvPr>
          <p:cNvGrpSpPr/>
          <p:nvPr/>
        </p:nvGrpSpPr>
        <p:grpSpPr>
          <a:xfrm>
            <a:off x="16001" y="1335431"/>
            <a:ext cx="1556385" cy="360045"/>
            <a:chOff x="16001" y="1335431"/>
            <a:chExt cx="1556385" cy="360045"/>
          </a:xfrm>
        </p:grpSpPr>
        <p:pic>
          <p:nvPicPr>
            <p:cNvPr id="342" name="object 60">
              <a:extLst>
                <a:ext uri="{FF2B5EF4-FFF2-40B4-BE49-F238E27FC236}">
                  <a16:creationId xmlns:a16="http://schemas.microsoft.com/office/drawing/2014/main" id="{29506806-98DC-7649-B174-3F02849AAEE0}"/>
                </a:ext>
              </a:extLst>
            </p:cNvPr>
            <p:cNvPicPr/>
            <p:nvPr/>
          </p:nvPicPr>
          <p:blipFill>
            <a:blip r:embed="rId11"/>
            <a:stretch>
              <a:fillRect/>
            </a:stretch>
          </p:blipFill>
          <p:spPr>
            <a:xfrm>
              <a:off x="142473" y="1335431"/>
              <a:ext cx="144058" cy="336750"/>
            </a:xfrm>
            <a:prstGeom prst="rect">
              <a:avLst/>
            </a:prstGeom>
          </p:spPr>
        </p:pic>
        <p:pic>
          <p:nvPicPr>
            <p:cNvPr id="343" name="object 61">
              <a:extLst>
                <a:ext uri="{FF2B5EF4-FFF2-40B4-BE49-F238E27FC236}">
                  <a16:creationId xmlns:a16="http://schemas.microsoft.com/office/drawing/2014/main" id="{8F41E9FB-FBBB-AE4A-BDEC-4C53F2A1E85A}"/>
                </a:ext>
              </a:extLst>
            </p:cNvPr>
            <p:cNvPicPr/>
            <p:nvPr/>
          </p:nvPicPr>
          <p:blipFill>
            <a:blip r:embed="rId12"/>
            <a:stretch>
              <a:fillRect/>
            </a:stretch>
          </p:blipFill>
          <p:spPr>
            <a:xfrm>
              <a:off x="1169061" y="1411247"/>
              <a:ext cx="264106" cy="261318"/>
            </a:xfrm>
            <a:prstGeom prst="rect">
              <a:avLst/>
            </a:prstGeom>
          </p:spPr>
        </p:pic>
        <p:pic>
          <p:nvPicPr>
            <p:cNvPr id="344" name="object 62">
              <a:extLst>
                <a:ext uri="{FF2B5EF4-FFF2-40B4-BE49-F238E27FC236}">
                  <a16:creationId xmlns:a16="http://schemas.microsoft.com/office/drawing/2014/main" id="{69657643-417C-3249-81DD-577DDAE9E8FC}"/>
                </a:ext>
              </a:extLst>
            </p:cNvPr>
            <p:cNvPicPr/>
            <p:nvPr/>
          </p:nvPicPr>
          <p:blipFill>
            <a:blip r:embed="rId13"/>
            <a:stretch>
              <a:fillRect/>
            </a:stretch>
          </p:blipFill>
          <p:spPr>
            <a:xfrm>
              <a:off x="386333" y="1417798"/>
              <a:ext cx="342138" cy="248217"/>
            </a:xfrm>
            <a:prstGeom prst="rect">
              <a:avLst/>
            </a:prstGeom>
          </p:spPr>
        </p:pic>
        <p:pic>
          <p:nvPicPr>
            <p:cNvPr id="345" name="object 63">
              <a:extLst>
                <a:ext uri="{FF2B5EF4-FFF2-40B4-BE49-F238E27FC236}">
                  <a16:creationId xmlns:a16="http://schemas.microsoft.com/office/drawing/2014/main" id="{8F7B5876-8645-DC41-B878-F614D2994AD5}"/>
                </a:ext>
              </a:extLst>
            </p:cNvPr>
            <p:cNvPicPr/>
            <p:nvPr/>
          </p:nvPicPr>
          <p:blipFill>
            <a:blip r:embed="rId14"/>
            <a:stretch>
              <a:fillRect/>
            </a:stretch>
          </p:blipFill>
          <p:spPr>
            <a:xfrm>
              <a:off x="761191" y="1335431"/>
              <a:ext cx="336135" cy="336750"/>
            </a:xfrm>
            <a:prstGeom prst="rect">
              <a:avLst/>
            </a:prstGeom>
          </p:spPr>
        </p:pic>
        <p:sp>
          <p:nvSpPr>
            <p:cNvPr id="346" name="object 64">
              <a:extLst>
                <a:ext uri="{FF2B5EF4-FFF2-40B4-BE49-F238E27FC236}">
                  <a16:creationId xmlns:a16="http://schemas.microsoft.com/office/drawing/2014/main" id="{2A5F97EC-1534-7249-9136-8E2BFDAC33BE}"/>
                </a:ext>
              </a:extLst>
            </p:cNvPr>
            <p:cNvSpPr/>
            <p:nvPr/>
          </p:nvSpPr>
          <p:spPr>
            <a:xfrm>
              <a:off x="35051" y="1673351"/>
              <a:ext cx="1518285" cy="3175"/>
            </a:xfrm>
            <a:custGeom>
              <a:avLst/>
              <a:gdLst/>
              <a:ahLst/>
              <a:cxnLst/>
              <a:rect l="l" t="t" r="r" b="b"/>
              <a:pathLst>
                <a:path w="1518285" h="3175">
                  <a:moveTo>
                    <a:pt x="0" y="0"/>
                  </a:moveTo>
                  <a:lnTo>
                    <a:pt x="1518285" y="3048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47" name="object 65">
            <a:extLst>
              <a:ext uri="{FF2B5EF4-FFF2-40B4-BE49-F238E27FC236}">
                <a16:creationId xmlns:a16="http://schemas.microsoft.com/office/drawing/2014/main" id="{DBA806B3-FE33-B64E-8B04-83873346D6E0}"/>
              </a:ext>
            </a:extLst>
          </p:cNvPr>
          <p:cNvGrpSpPr/>
          <p:nvPr/>
        </p:nvGrpSpPr>
        <p:grpSpPr>
          <a:xfrm>
            <a:off x="1645920" y="1332738"/>
            <a:ext cx="1734185" cy="363220"/>
            <a:chOff x="1645920" y="1332738"/>
            <a:chExt cx="1734185" cy="363220"/>
          </a:xfrm>
        </p:grpSpPr>
        <p:pic>
          <p:nvPicPr>
            <p:cNvPr id="348" name="object 66">
              <a:extLst>
                <a:ext uri="{FF2B5EF4-FFF2-40B4-BE49-F238E27FC236}">
                  <a16:creationId xmlns:a16="http://schemas.microsoft.com/office/drawing/2014/main" id="{270D38CF-C966-2841-B8CB-0CB45F233098}"/>
                </a:ext>
              </a:extLst>
            </p:cNvPr>
            <p:cNvPicPr/>
            <p:nvPr/>
          </p:nvPicPr>
          <p:blipFill>
            <a:blip r:embed="rId15"/>
            <a:stretch>
              <a:fillRect/>
            </a:stretch>
          </p:blipFill>
          <p:spPr>
            <a:xfrm>
              <a:off x="1807628" y="1332738"/>
              <a:ext cx="288469" cy="342138"/>
            </a:xfrm>
            <a:prstGeom prst="rect">
              <a:avLst/>
            </a:prstGeom>
          </p:spPr>
        </p:pic>
        <p:pic>
          <p:nvPicPr>
            <p:cNvPr id="349" name="object 67">
              <a:extLst>
                <a:ext uri="{FF2B5EF4-FFF2-40B4-BE49-F238E27FC236}">
                  <a16:creationId xmlns:a16="http://schemas.microsoft.com/office/drawing/2014/main" id="{0D7EB09F-A6A7-1949-BFC5-8F74E3E1DF03}"/>
                </a:ext>
              </a:extLst>
            </p:cNvPr>
            <p:cNvPicPr/>
            <p:nvPr/>
          </p:nvPicPr>
          <p:blipFill>
            <a:blip r:embed="rId12"/>
            <a:stretch>
              <a:fillRect/>
            </a:stretch>
          </p:blipFill>
          <p:spPr>
            <a:xfrm>
              <a:off x="2964333" y="1411248"/>
              <a:ext cx="264106" cy="261318"/>
            </a:xfrm>
            <a:prstGeom prst="rect">
              <a:avLst/>
            </a:prstGeom>
          </p:spPr>
        </p:pic>
        <p:pic>
          <p:nvPicPr>
            <p:cNvPr id="350" name="object 68">
              <a:extLst>
                <a:ext uri="{FF2B5EF4-FFF2-40B4-BE49-F238E27FC236}">
                  <a16:creationId xmlns:a16="http://schemas.microsoft.com/office/drawing/2014/main" id="{2E49611E-B5A3-5840-9F84-5B7F28BE8190}"/>
                </a:ext>
              </a:extLst>
            </p:cNvPr>
            <p:cNvPicPr/>
            <p:nvPr/>
          </p:nvPicPr>
          <p:blipFill>
            <a:blip r:embed="rId13"/>
            <a:stretch>
              <a:fillRect/>
            </a:stretch>
          </p:blipFill>
          <p:spPr>
            <a:xfrm>
              <a:off x="2181606" y="1417798"/>
              <a:ext cx="342138" cy="248217"/>
            </a:xfrm>
            <a:prstGeom prst="rect">
              <a:avLst/>
            </a:prstGeom>
          </p:spPr>
        </p:pic>
        <p:pic>
          <p:nvPicPr>
            <p:cNvPr id="351" name="object 69">
              <a:extLst>
                <a:ext uri="{FF2B5EF4-FFF2-40B4-BE49-F238E27FC236}">
                  <a16:creationId xmlns:a16="http://schemas.microsoft.com/office/drawing/2014/main" id="{5D9B6388-7DAE-A840-B900-AFAABE014FBC}"/>
                </a:ext>
              </a:extLst>
            </p:cNvPr>
            <p:cNvPicPr/>
            <p:nvPr/>
          </p:nvPicPr>
          <p:blipFill>
            <a:blip r:embed="rId14"/>
            <a:stretch>
              <a:fillRect/>
            </a:stretch>
          </p:blipFill>
          <p:spPr>
            <a:xfrm>
              <a:off x="2556463" y="1335432"/>
              <a:ext cx="336135" cy="336750"/>
            </a:xfrm>
            <a:prstGeom prst="rect">
              <a:avLst/>
            </a:prstGeom>
          </p:spPr>
        </p:pic>
        <p:sp>
          <p:nvSpPr>
            <p:cNvPr id="352" name="object 70">
              <a:extLst>
                <a:ext uri="{FF2B5EF4-FFF2-40B4-BE49-F238E27FC236}">
                  <a16:creationId xmlns:a16="http://schemas.microsoft.com/office/drawing/2014/main" id="{8A5FDC8A-7606-B04A-877C-8FCDA725A3E7}"/>
                </a:ext>
              </a:extLst>
            </p:cNvPr>
            <p:cNvSpPr/>
            <p:nvPr/>
          </p:nvSpPr>
          <p:spPr>
            <a:xfrm>
              <a:off x="1645920" y="1676400"/>
              <a:ext cx="1734185" cy="0"/>
            </a:xfrm>
            <a:custGeom>
              <a:avLst/>
              <a:gdLst/>
              <a:ahLst/>
              <a:cxnLst/>
              <a:rect l="l" t="t" r="r" b="b"/>
              <a:pathLst>
                <a:path w="1734185">
                  <a:moveTo>
                    <a:pt x="0" y="0"/>
                  </a:moveTo>
                  <a:lnTo>
                    <a:pt x="1734184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53" name="object 71">
            <a:extLst>
              <a:ext uri="{FF2B5EF4-FFF2-40B4-BE49-F238E27FC236}">
                <a16:creationId xmlns:a16="http://schemas.microsoft.com/office/drawing/2014/main" id="{27936075-86FE-8543-9058-83624C60E0A7}"/>
              </a:ext>
            </a:extLst>
          </p:cNvPr>
          <p:cNvGrpSpPr/>
          <p:nvPr/>
        </p:nvGrpSpPr>
        <p:grpSpPr>
          <a:xfrm>
            <a:off x="5084064" y="1332738"/>
            <a:ext cx="1710689" cy="371475"/>
            <a:chOff x="5084064" y="1332738"/>
            <a:chExt cx="1710689" cy="371475"/>
          </a:xfrm>
        </p:grpSpPr>
        <p:pic>
          <p:nvPicPr>
            <p:cNvPr id="354" name="object 72">
              <a:extLst>
                <a:ext uri="{FF2B5EF4-FFF2-40B4-BE49-F238E27FC236}">
                  <a16:creationId xmlns:a16="http://schemas.microsoft.com/office/drawing/2014/main" id="{EC2CC9DC-287E-C147-AA37-E25BDA67D885}"/>
                </a:ext>
              </a:extLst>
            </p:cNvPr>
            <p:cNvPicPr/>
            <p:nvPr/>
          </p:nvPicPr>
          <p:blipFill>
            <a:blip r:embed="rId16"/>
            <a:stretch>
              <a:fillRect/>
            </a:stretch>
          </p:blipFill>
          <p:spPr>
            <a:xfrm>
              <a:off x="5171694" y="1332738"/>
              <a:ext cx="665988" cy="342138"/>
            </a:xfrm>
            <a:prstGeom prst="rect">
              <a:avLst/>
            </a:prstGeom>
          </p:spPr>
        </p:pic>
        <p:pic>
          <p:nvPicPr>
            <p:cNvPr id="355" name="object 73">
              <a:extLst>
                <a:ext uri="{FF2B5EF4-FFF2-40B4-BE49-F238E27FC236}">
                  <a16:creationId xmlns:a16="http://schemas.microsoft.com/office/drawing/2014/main" id="{8E9B8088-D0CB-734E-BA43-B2D1D9D9017C}"/>
                </a:ext>
              </a:extLst>
            </p:cNvPr>
            <p:cNvPicPr/>
            <p:nvPr/>
          </p:nvPicPr>
          <p:blipFill>
            <a:blip r:embed="rId17"/>
            <a:stretch>
              <a:fillRect/>
            </a:stretch>
          </p:blipFill>
          <p:spPr>
            <a:xfrm>
              <a:off x="5839206" y="1426875"/>
              <a:ext cx="342138" cy="249112"/>
            </a:xfrm>
            <a:prstGeom prst="rect">
              <a:avLst/>
            </a:prstGeom>
          </p:spPr>
        </p:pic>
        <p:pic>
          <p:nvPicPr>
            <p:cNvPr id="356" name="object 74">
              <a:extLst>
                <a:ext uri="{FF2B5EF4-FFF2-40B4-BE49-F238E27FC236}">
                  <a16:creationId xmlns:a16="http://schemas.microsoft.com/office/drawing/2014/main" id="{8937150E-6474-BB49-9F49-F184FB0197BD}"/>
                </a:ext>
              </a:extLst>
            </p:cNvPr>
            <p:cNvPicPr/>
            <p:nvPr/>
          </p:nvPicPr>
          <p:blipFill>
            <a:blip r:embed="rId18"/>
            <a:stretch>
              <a:fillRect/>
            </a:stretch>
          </p:blipFill>
          <p:spPr>
            <a:xfrm>
              <a:off x="6215675" y="1337361"/>
              <a:ext cx="332149" cy="332891"/>
            </a:xfrm>
            <a:prstGeom prst="rect">
              <a:avLst/>
            </a:prstGeom>
          </p:spPr>
        </p:pic>
        <p:sp>
          <p:nvSpPr>
            <p:cNvPr id="357" name="object 75">
              <a:extLst>
                <a:ext uri="{FF2B5EF4-FFF2-40B4-BE49-F238E27FC236}">
                  <a16:creationId xmlns:a16="http://schemas.microsoft.com/office/drawing/2014/main" id="{57265B3E-E0DA-1E42-B1D1-16FF61FC3CB6}"/>
                </a:ext>
              </a:extLst>
            </p:cNvPr>
            <p:cNvSpPr/>
            <p:nvPr/>
          </p:nvSpPr>
          <p:spPr>
            <a:xfrm>
              <a:off x="5084064" y="1684782"/>
              <a:ext cx="1710689" cy="0"/>
            </a:xfrm>
            <a:custGeom>
              <a:avLst/>
              <a:gdLst/>
              <a:ahLst/>
              <a:cxnLst/>
              <a:rect l="l" t="t" r="r" b="b"/>
              <a:pathLst>
                <a:path w="1710689">
                  <a:moveTo>
                    <a:pt x="0" y="0"/>
                  </a:moveTo>
                  <a:lnTo>
                    <a:pt x="1710689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58" name="object 76">
            <a:extLst>
              <a:ext uri="{FF2B5EF4-FFF2-40B4-BE49-F238E27FC236}">
                <a16:creationId xmlns:a16="http://schemas.microsoft.com/office/drawing/2014/main" id="{A0C706B9-20D7-B846-B700-85F2254D98A4}"/>
              </a:ext>
            </a:extLst>
          </p:cNvPr>
          <p:cNvGrpSpPr/>
          <p:nvPr/>
        </p:nvGrpSpPr>
        <p:grpSpPr>
          <a:xfrm>
            <a:off x="3454146" y="1332738"/>
            <a:ext cx="1556385" cy="353695"/>
            <a:chOff x="3454146" y="1332738"/>
            <a:chExt cx="1556385" cy="353695"/>
          </a:xfrm>
        </p:grpSpPr>
        <p:pic>
          <p:nvPicPr>
            <p:cNvPr id="359" name="object 77">
              <a:extLst>
                <a:ext uri="{FF2B5EF4-FFF2-40B4-BE49-F238E27FC236}">
                  <a16:creationId xmlns:a16="http://schemas.microsoft.com/office/drawing/2014/main" id="{157E09F3-546D-8F45-8AF2-E92AE15C91D2}"/>
                </a:ext>
              </a:extLst>
            </p:cNvPr>
            <p:cNvPicPr/>
            <p:nvPr/>
          </p:nvPicPr>
          <p:blipFill>
            <a:blip r:embed="rId19"/>
            <a:stretch>
              <a:fillRect/>
            </a:stretch>
          </p:blipFill>
          <p:spPr>
            <a:xfrm>
              <a:off x="3641145" y="1332738"/>
              <a:ext cx="286656" cy="342138"/>
            </a:xfrm>
            <a:prstGeom prst="rect">
              <a:avLst/>
            </a:prstGeom>
          </p:spPr>
        </p:pic>
        <p:pic>
          <p:nvPicPr>
            <p:cNvPr id="360" name="object 78">
              <a:extLst>
                <a:ext uri="{FF2B5EF4-FFF2-40B4-BE49-F238E27FC236}">
                  <a16:creationId xmlns:a16="http://schemas.microsoft.com/office/drawing/2014/main" id="{2BFB0CF4-5CF7-364A-89DB-9DDF72B0EF05}"/>
                </a:ext>
              </a:extLst>
            </p:cNvPr>
            <p:cNvPicPr/>
            <p:nvPr/>
          </p:nvPicPr>
          <p:blipFill>
            <a:blip r:embed="rId20"/>
            <a:stretch>
              <a:fillRect/>
            </a:stretch>
          </p:blipFill>
          <p:spPr>
            <a:xfrm>
              <a:off x="3890010" y="1332738"/>
              <a:ext cx="342138" cy="342138"/>
            </a:xfrm>
            <a:prstGeom prst="rect">
              <a:avLst/>
            </a:prstGeom>
          </p:spPr>
        </p:pic>
        <p:pic>
          <p:nvPicPr>
            <p:cNvPr id="361" name="object 79">
              <a:extLst>
                <a:ext uri="{FF2B5EF4-FFF2-40B4-BE49-F238E27FC236}">
                  <a16:creationId xmlns:a16="http://schemas.microsoft.com/office/drawing/2014/main" id="{6980798D-746B-724D-8B55-1AE93F4DCD65}"/>
                </a:ext>
              </a:extLst>
            </p:cNvPr>
            <p:cNvPicPr/>
            <p:nvPr/>
          </p:nvPicPr>
          <p:blipFill>
            <a:blip r:embed="rId21"/>
            <a:stretch>
              <a:fillRect/>
            </a:stretch>
          </p:blipFill>
          <p:spPr>
            <a:xfrm>
              <a:off x="4224528" y="1332738"/>
              <a:ext cx="341375" cy="342138"/>
            </a:xfrm>
            <a:prstGeom prst="rect">
              <a:avLst/>
            </a:prstGeom>
          </p:spPr>
        </p:pic>
        <p:pic>
          <p:nvPicPr>
            <p:cNvPr id="362" name="object 80">
              <a:extLst>
                <a:ext uri="{FF2B5EF4-FFF2-40B4-BE49-F238E27FC236}">
                  <a16:creationId xmlns:a16="http://schemas.microsoft.com/office/drawing/2014/main" id="{54CD46D8-2814-364C-9DB2-C90AD362200A}"/>
                </a:ext>
              </a:extLst>
            </p:cNvPr>
            <p:cNvPicPr/>
            <p:nvPr/>
          </p:nvPicPr>
          <p:blipFill>
            <a:blip r:embed="rId22"/>
            <a:stretch>
              <a:fillRect/>
            </a:stretch>
          </p:blipFill>
          <p:spPr>
            <a:xfrm>
              <a:off x="4632610" y="1398599"/>
              <a:ext cx="268162" cy="267564"/>
            </a:xfrm>
            <a:prstGeom prst="rect">
              <a:avLst/>
            </a:prstGeom>
          </p:spPr>
        </p:pic>
        <p:sp>
          <p:nvSpPr>
            <p:cNvPr id="363" name="object 81">
              <a:extLst>
                <a:ext uri="{FF2B5EF4-FFF2-40B4-BE49-F238E27FC236}">
                  <a16:creationId xmlns:a16="http://schemas.microsoft.com/office/drawing/2014/main" id="{11143BB5-B7A3-B241-8B17-8FB68B982EA1}"/>
                </a:ext>
              </a:extLst>
            </p:cNvPr>
            <p:cNvSpPr/>
            <p:nvPr/>
          </p:nvSpPr>
          <p:spPr>
            <a:xfrm>
              <a:off x="3473196" y="1664208"/>
              <a:ext cx="1518285" cy="3175"/>
            </a:xfrm>
            <a:custGeom>
              <a:avLst/>
              <a:gdLst/>
              <a:ahLst/>
              <a:cxnLst/>
              <a:rect l="l" t="t" r="r" b="b"/>
              <a:pathLst>
                <a:path w="1518285" h="3175">
                  <a:moveTo>
                    <a:pt x="0" y="0"/>
                  </a:moveTo>
                  <a:lnTo>
                    <a:pt x="1518284" y="3047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64" name="object 82">
            <a:extLst>
              <a:ext uri="{FF2B5EF4-FFF2-40B4-BE49-F238E27FC236}">
                <a16:creationId xmlns:a16="http://schemas.microsoft.com/office/drawing/2014/main" id="{844140DE-30D6-DF43-9E62-8FAC2A9F70C0}"/>
              </a:ext>
            </a:extLst>
          </p:cNvPr>
          <p:cNvGrpSpPr/>
          <p:nvPr/>
        </p:nvGrpSpPr>
        <p:grpSpPr>
          <a:xfrm>
            <a:off x="23622" y="2995422"/>
            <a:ext cx="650875" cy="534670"/>
            <a:chOff x="23622" y="2995422"/>
            <a:chExt cx="650875" cy="534670"/>
          </a:xfrm>
        </p:grpSpPr>
        <p:pic>
          <p:nvPicPr>
            <p:cNvPr id="365" name="object 83">
              <a:extLst>
                <a:ext uri="{FF2B5EF4-FFF2-40B4-BE49-F238E27FC236}">
                  <a16:creationId xmlns:a16="http://schemas.microsoft.com/office/drawing/2014/main" id="{2D4A0600-695B-B240-859A-1497A5625DE1}"/>
                </a:ext>
              </a:extLst>
            </p:cNvPr>
            <p:cNvPicPr/>
            <p:nvPr/>
          </p:nvPicPr>
          <p:blipFill>
            <a:blip r:embed="rId23"/>
            <a:stretch>
              <a:fillRect/>
            </a:stretch>
          </p:blipFill>
          <p:spPr>
            <a:xfrm>
              <a:off x="23622" y="2995422"/>
              <a:ext cx="650748" cy="534162"/>
            </a:xfrm>
            <a:prstGeom prst="rect">
              <a:avLst/>
            </a:prstGeom>
          </p:spPr>
        </p:pic>
        <p:pic>
          <p:nvPicPr>
            <p:cNvPr id="366" name="object 84">
              <a:extLst>
                <a:ext uri="{FF2B5EF4-FFF2-40B4-BE49-F238E27FC236}">
                  <a16:creationId xmlns:a16="http://schemas.microsoft.com/office/drawing/2014/main" id="{C04654A2-A5D8-4146-AA4E-F155CC1CD24D}"/>
                </a:ext>
              </a:extLst>
            </p:cNvPr>
            <p:cNvPicPr/>
            <p:nvPr/>
          </p:nvPicPr>
          <p:blipFill>
            <a:blip r:embed="rId24"/>
            <a:stretch>
              <a:fillRect/>
            </a:stretch>
          </p:blipFill>
          <p:spPr>
            <a:xfrm>
              <a:off x="242315" y="3082290"/>
              <a:ext cx="245364" cy="246125"/>
            </a:xfrm>
            <a:prstGeom prst="rect">
              <a:avLst/>
            </a:prstGeom>
          </p:spPr>
        </p:pic>
        <p:pic>
          <p:nvPicPr>
            <p:cNvPr id="367" name="object 85">
              <a:extLst>
                <a:ext uri="{FF2B5EF4-FFF2-40B4-BE49-F238E27FC236}">
                  <a16:creationId xmlns:a16="http://schemas.microsoft.com/office/drawing/2014/main" id="{F0AC4FC8-FFDB-5344-8701-7CEC26059FD9}"/>
                </a:ext>
              </a:extLst>
            </p:cNvPr>
            <p:cNvPicPr/>
            <p:nvPr/>
          </p:nvPicPr>
          <p:blipFill>
            <a:blip r:embed="rId20"/>
            <a:stretch>
              <a:fillRect/>
            </a:stretch>
          </p:blipFill>
          <p:spPr>
            <a:xfrm>
              <a:off x="425196" y="3092196"/>
              <a:ext cx="244601" cy="245363"/>
            </a:xfrm>
            <a:prstGeom prst="rect">
              <a:avLst/>
            </a:prstGeom>
          </p:spPr>
        </p:pic>
      </p:grpSp>
      <p:grpSp>
        <p:nvGrpSpPr>
          <p:cNvPr id="368" name="object 86">
            <a:extLst>
              <a:ext uri="{FF2B5EF4-FFF2-40B4-BE49-F238E27FC236}">
                <a16:creationId xmlns:a16="http://schemas.microsoft.com/office/drawing/2014/main" id="{04123083-371C-784A-869E-E63A88E7EC7A}"/>
              </a:ext>
            </a:extLst>
          </p:cNvPr>
          <p:cNvGrpSpPr/>
          <p:nvPr/>
        </p:nvGrpSpPr>
        <p:grpSpPr>
          <a:xfrm>
            <a:off x="35051" y="2556510"/>
            <a:ext cx="957580" cy="361315"/>
            <a:chOff x="35051" y="2556510"/>
            <a:chExt cx="957580" cy="361315"/>
          </a:xfrm>
        </p:grpSpPr>
        <p:pic>
          <p:nvPicPr>
            <p:cNvPr id="369" name="object 87">
              <a:extLst>
                <a:ext uri="{FF2B5EF4-FFF2-40B4-BE49-F238E27FC236}">
                  <a16:creationId xmlns:a16="http://schemas.microsoft.com/office/drawing/2014/main" id="{4E028C58-E062-2744-8F18-2D2B57A5B3DF}"/>
                </a:ext>
              </a:extLst>
            </p:cNvPr>
            <p:cNvPicPr/>
            <p:nvPr/>
          </p:nvPicPr>
          <p:blipFill>
            <a:blip r:embed="rId22"/>
            <a:stretch>
              <a:fillRect/>
            </a:stretch>
          </p:blipFill>
          <p:spPr>
            <a:xfrm>
              <a:off x="686973" y="2617119"/>
              <a:ext cx="268162" cy="268162"/>
            </a:xfrm>
            <a:prstGeom prst="rect">
              <a:avLst/>
            </a:prstGeom>
          </p:spPr>
        </p:pic>
        <p:pic>
          <p:nvPicPr>
            <p:cNvPr id="370" name="object 88">
              <a:extLst>
                <a:ext uri="{FF2B5EF4-FFF2-40B4-BE49-F238E27FC236}">
                  <a16:creationId xmlns:a16="http://schemas.microsoft.com/office/drawing/2014/main" id="{9BD7D4A0-07C1-2645-864E-AF079116AA2D}"/>
                </a:ext>
              </a:extLst>
            </p:cNvPr>
            <p:cNvPicPr/>
            <p:nvPr/>
          </p:nvPicPr>
          <p:blipFill>
            <a:blip r:embed="rId17"/>
            <a:stretch>
              <a:fillRect/>
            </a:stretch>
          </p:blipFill>
          <p:spPr>
            <a:xfrm>
              <a:off x="35051" y="2636169"/>
              <a:ext cx="342138" cy="249112"/>
            </a:xfrm>
            <a:prstGeom prst="rect">
              <a:avLst/>
            </a:prstGeom>
          </p:spPr>
        </p:pic>
        <p:pic>
          <p:nvPicPr>
            <p:cNvPr id="371" name="object 89">
              <a:extLst>
                <a:ext uri="{FF2B5EF4-FFF2-40B4-BE49-F238E27FC236}">
                  <a16:creationId xmlns:a16="http://schemas.microsoft.com/office/drawing/2014/main" id="{1C3A3FF4-95E5-3940-BDF8-79BD4EA43C58}"/>
                </a:ext>
              </a:extLst>
            </p:cNvPr>
            <p:cNvPicPr/>
            <p:nvPr/>
          </p:nvPicPr>
          <p:blipFill>
            <a:blip r:embed="rId21"/>
            <a:stretch>
              <a:fillRect/>
            </a:stretch>
          </p:blipFill>
          <p:spPr>
            <a:xfrm>
              <a:off x="383286" y="2556510"/>
              <a:ext cx="341376" cy="342138"/>
            </a:xfrm>
            <a:prstGeom prst="rect">
              <a:avLst/>
            </a:prstGeom>
          </p:spPr>
        </p:pic>
        <p:sp>
          <p:nvSpPr>
            <p:cNvPr id="372" name="object 90">
              <a:extLst>
                <a:ext uri="{FF2B5EF4-FFF2-40B4-BE49-F238E27FC236}">
                  <a16:creationId xmlns:a16="http://schemas.microsoft.com/office/drawing/2014/main" id="{034176F3-E537-C749-BA0C-241C8DAE11A2}"/>
                </a:ext>
              </a:extLst>
            </p:cNvPr>
            <p:cNvSpPr/>
            <p:nvPr/>
          </p:nvSpPr>
          <p:spPr>
            <a:xfrm>
              <a:off x="53340" y="2898648"/>
              <a:ext cx="939165" cy="0"/>
            </a:xfrm>
            <a:custGeom>
              <a:avLst/>
              <a:gdLst/>
              <a:ahLst/>
              <a:cxnLst/>
              <a:rect l="l" t="t" r="r" b="b"/>
              <a:pathLst>
                <a:path w="939165">
                  <a:moveTo>
                    <a:pt x="0" y="0"/>
                  </a:moveTo>
                  <a:lnTo>
                    <a:pt x="938784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73" name="object 91">
            <a:extLst>
              <a:ext uri="{FF2B5EF4-FFF2-40B4-BE49-F238E27FC236}">
                <a16:creationId xmlns:a16="http://schemas.microsoft.com/office/drawing/2014/main" id="{6B70978F-E1FD-AB40-AFCE-0FD208599CA1}"/>
              </a:ext>
            </a:extLst>
          </p:cNvPr>
          <p:cNvGrpSpPr/>
          <p:nvPr/>
        </p:nvGrpSpPr>
        <p:grpSpPr>
          <a:xfrm>
            <a:off x="5671051" y="2556510"/>
            <a:ext cx="873760" cy="370840"/>
            <a:chOff x="5671051" y="2556510"/>
            <a:chExt cx="873760" cy="370840"/>
          </a:xfrm>
        </p:grpSpPr>
        <p:pic>
          <p:nvPicPr>
            <p:cNvPr id="374" name="object 92">
              <a:extLst>
                <a:ext uri="{FF2B5EF4-FFF2-40B4-BE49-F238E27FC236}">
                  <a16:creationId xmlns:a16="http://schemas.microsoft.com/office/drawing/2014/main" id="{3D5582AA-AE64-5346-AFC5-DAC1FB2232EA}"/>
                </a:ext>
              </a:extLst>
            </p:cNvPr>
            <p:cNvPicPr/>
            <p:nvPr/>
          </p:nvPicPr>
          <p:blipFill>
            <a:blip r:embed="rId19"/>
            <a:stretch>
              <a:fillRect/>
            </a:stretch>
          </p:blipFill>
          <p:spPr>
            <a:xfrm>
              <a:off x="5671051" y="2556510"/>
              <a:ext cx="286017" cy="342138"/>
            </a:xfrm>
            <a:prstGeom prst="rect">
              <a:avLst/>
            </a:prstGeom>
          </p:spPr>
        </p:pic>
        <p:pic>
          <p:nvPicPr>
            <p:cNvPr id="375" name="object 93">
              <a:extLst>
                <a:ext uri="{FF2B5EF4-FFF2-40B4-BE49-F238E27FC236}">
                  <a16:creationId xmlns:a16="http://schemas.microsoft.com/office/drawing/2014/main" id="{D3EE9684-BE3F-4B49-A7FE-A0BE30110053}"/>
                </a:ext>
              </a:extLst>
            </p:cNvPr>
            <p:cNvPicPr/>
            <p:nvPr/>
          </p:nvPicPr>
          <p:blipFill>
            <a:blip r:embed="rId22"/>
            <a:stretch>
              <a:fillRect/>
            </a:stretch>
          </p:blipFill>
          <p:spPr>
            <a:xfrm>
              <a:off x="6276923" y="2621691"/>
              <a:ext cx="267564" cy="268162"/>
            </a:xfrm>
            <a:prstGeom prst="rect">
              <a:avLst/>
            </a:prstGeom>
          </p:spPr>
        </p:pic>
        <p:pic>
          <p:nvPicPr>
            <p:cNvPr id="376" name="object 94">
              <a:extLst>
                <a:ext uri="{FF2B5EF4-FFF2-40B4-BE49-F238E27FC236}">
                  <a16:creationId xmlns:a16="http://schemas.microsoft.com/office/drawing/2014/main" id="{CDB05DDA-663E-7E4C-8F67-87523797D94C}"/>
                </a:ext>
              </a:extLst>
            </p:cNvPr>
            <p:cNvPicPr/>
            <p:nvPr/>
          </p:nvPicPr>
          <p:blipFill>
            <a:blip r:embed="rId25"/>
            <a:stretch>
              <a:fillRect/>
            </a:stretch>
          </p:blipFill>
          <p:spPr>
            <a:xfrm>
              <a:off x="5948172" y="2585466"/>
              <a:ext cx="342138" cy="341375"/>
            </a:xfrm>
            <a:prstGeom prst="rect">
              <a:avLst/>
            </a:prstGeom>
          </p:spPr>
        </p:pic>
      </p:grpSp>
      <p:grpSp>
        <p:nvGrpSpPr>
          <p:cNvPr id="377" name="object 95">
            <a:extLst>
              <a:ext uri="{FF2B5EF4-FFF2-40B4-BE49-F238E27FC236}">
                <a16:creationId xmlns:a16="http://schemas.microsoft.com/office/drawing/2014/main" id="{E0F54B3B-AFA5-5F45-B770-426165266C04}"/>
              </a:ext>
            </a:extLst>
          </p:cNvPr>
          <p:cNvGrpSpPr/>
          <p:nvPr/>
        </p:nvGrpSpPr>
        <p:grpSpPr>
          <a:xfrm>
            <a:off x="6830114" y="2556510"/>
            <a:ext cx="948690" cy="370840"/>
            <a:chOff x="6830114" y="2556510"/>
            <a:chExt cx="948690" cy="370840"/>
          </a:xfrm>
        </p:grpSpPr>
        <p:pic>
          <p:nvPicPr>
            <p:cNvPr id="378" name="object 96">
              <a:extLst>
                <a:ext uri="{FF2B5EF4-FFF2-40B4-BE49-F238E27FC236}">
                  <a16:creationId xmlns:a16="http://schemas.microsoft.com/office/drawing/2014/main" id="{715F5BCD-9382-3141-B323-39BC748C588F}"/>
                </a:ext>
              </a:extLst>
            </p:cNvPr>
            <p:cNvPicPr/>
            <p:nvPr/>
          </p:nvPicPr>
          <p:blipFill>
            <a:blip r:embed="rId19"/>
            <a:stretch>
              <a:fillRect/>
            </a:stretch>
          </p:blipFill>
          <p:spPr>
            <a:xfrm>
              <a:off x="6830114" y="2556510"/>
              <a:ext cx="286656" cy="342138"/>
            </a:xfrm>
            <a:prstGeom prst="rect">
              <a:avLst/>
            </a:prstGeom>
          </p:spPr>
        </p:pic>
        <p:pic>
          <p:nvPicPr>
            <p:cNvPr id="379" name="object 97">
              <a:extLst>
                <a:ext uri="{FF2B5EF4-FFF2-40B4-BE49-F238E27FC236}">
                  <a16:creationId xmlns:a16="http://schemas.microsoft.com/office/drawing/2014/main" id="{6D519BE9-8A4A-C345-A66F-745C91D64C6D}"/>
                </a:ext>
              </a:extLst>
            </p:cNvPr>
            <p:cNvPicPr/>
            <p:nvPr/>
          </p:nvPicPr>
          <p:blipFill>
            <a:blip r:embed="rId25"/>
            <a:stretch>
              <a:fillRect/>
            </a:stretch>
          </p:blipFill>
          <p:spPr>
            <a:xfrm>
              <a:off x="7098029" y="2585466"/>
              <a:ext cx="342138" cy="341375"/>
            </a:xfrm>
            <a:prstGeom prst="rect">
              <a:avLst/>
            </a:prstGeom>
          </p:spPr>
        </p:pic>
        <p:pic>
          <p:nvPicPr>
            <p:cNvPr id="380" name="object 98">
              <a:extLst>
                <a:ext uri="{FF2B5EF4-FFF2-40B4-BE49-F238E27FC236}">
                  <a16:creationId xmlns:a16="http://schemas.microsoft.com/office/drawing/2014/main" id="{B4F49758-A3F5-A745-800A-DF0FD5F2A1BF}"/>
                </a:ext>
              </a:extLst>
            </p:cNvPr>
            <p:cNvPicPr/>
            <p:nvPr/>
          </p:nvPicPr>
          <p:blipFill>
            <a:blip r:embed="rId18"/>
            <a:stretch>
              <a:fillRect/>
            </a:stretch>
          </p:blipFill>
          <p:spPr>
            <a:xfrm>
              <a:off x="7446305" y="2561133"/>
              <a:ext cx="332149" cy="332891"/>
            </a:xfrm>
            <a:prstGeom prst="rect">
              <a:avLst/>
            </a:prstGeom>
          </p:spPr>
        </p:pic>
      </p:grpSp>
      <p:grpSp>
        <p:nvGrpSpPr>
          <p:cNvPr id="381" name="object 99">
            <a:extLst>
              <a:ext uri="{FF2B5EF4-FFF2-40B4-BE49-F238E27FC236}">
                <a16:creationId xmlns:a16="http://schemas.microsoft.com/office/drawing/2014/main" id="{5D44E240-A829-AE4F-8FF6-432BC3F1318A}"/>
              </a:ext>
            </a:extLst>
          </p:cNvPr>
          <p:cNvGrpSpPr/>
          <p:nvPr/>
        </p:nvGrpSpPr>
        <p:grpSpPr>
          <a:xfrm>
            <a:off x="6817861" y="3783329"/>
            <a:ext cx="662940" cy="341630"/>
            <a:chOff x="6817861" y="3783329"/>
            <a:chExt cx="662940" cy="341630"/>
          </a:xfrm>
        </p:grpSpPr>
        <p:pic>
          <p:nvPicPr>
            <p:cNvPr id="382" name="object 100">
              <a:extLst>
                <a:ext uri="{FF2B5EF4-FFF2-40B4-BE49-F238E27FC236}">
                  <a16:creationId xmlns:a16="http://schemas.microsoft.com/office/drawing/2014/main" id="{1D1B0403-6C4E-EE4D-8FDD-EB10C6E9CDD5}"/>
                </a:ext>
              </a:extLst>
            </p:cNvPr>
            <p:cNvPicPr/>
            <p:nvPr/>
          </p:nvPicPr>
          <p:blipFill>
            <a:blip r:embed="rId19"/>
            <a:stretch>
              <a:fillRect/>
            </a:stretch>
          </p:blipFill>
          <p:spPr>
            <a:xfrm>
              <a:off x="6817861" y="3783329"/>
              <a:ext cx="286017" cy="341375"/>
            </a:xfrm>
            <a:prstGeom prst="rect">
              <a:avLst/>
            </a:prstGeom>
          </p:spPr>
        </p:pic>
        <p:pic>
          <p:nvPicPr>
            <p:cNvPr id="383" name="object 101">
              <a:extLst>
                <a:ext uri="{FF2B5EF4-FFF2-40B4-BE49-F238E27FC236}">
                  <a16:creationId xmlns:a16="http://schemas.microsoft.com/office/drawing/2014/main" id="{D829790A-0265-864A-8BBE-AE4EBFF8C889}"/>
                </a:ext>
              </a:extLst>
            </p:cNvPr>
            <p:cNvPicPr/>
            <p:nvPr/>
          </p:nvPicPr>
          <p:blipFill>
            <a:blip r:embed="rId18"/>
            <a:stretch>
              <a:fillRect/>
            </a:stretch>
          </p:blipFill>
          <p:spPr>
            <a:xfrm>
              <a:off x="7147611" y="3787943"/>
              <a:ext cx="332891" cy="332149"/>
            </a:xfrm>
            <a:prstGeom prst="rect">
              <a:avLst/>
            </a:prstGeom>
          </p:spPr>
        </p:pic>
      </p:grpSp>
      <p:pic>
        <p:nvPicPr>
          <p:cNvPr id="384" name="object 102">
            <a:extLst>
              <a:ext uri="{FF2B5EF4-FFF2-40B4-BE49-F238E27FC236}">
                <a16:creationId xmlns:a16="http://schemas.microsoft.com/office/drawing/2014/main" id="{38A2B79F-DC58-1641-8D1C-D3BE751D3AA6}"/>
              </a:ext>
            </a:extLst>
          </p:cNvPr>
          <p:cNvPicPr/>
          <p:nvPr/>
        </p:nvPicPr>
        <p:blipFill>
          <a:blip r:embed="rId19"/>
          <a:stretch>
            <a:fillRect/>
          </a:stretch>
        </p:blipFill>
        <p:spPr>
          <a:xfrm>
            <a:off x="7867897" y="3783329"/>
            <a:ext cx="286017" cy="341375"/>
          </a:xfrm>
          <a:prstGeom prst="rect">
            <a:avLst/>
          </a:prstGeom>
        </p:spPr>
      </p:pic>
      <p:pic>
        <p:nvPicPr>
          <p:cNvPr id="385" name="object 103">
            <a:extLst>
              <a:ext uri="{FF2B5EF4-FFF2-40B4-BE49-F238E27FC236}">
                <a16:creationId xmlns:a16="http://schemas.microsoft.com/office/drawing/2014/main" id="{4ABDFBBA-0154-D44B-B94C-C4C3FBC6B6C5}"/>
              </a:ext>
            </a:extLst>
          </p:cNvPr>
          <p:cNvPicPr/>
          <p:nvPr/>
        </p:nvPicPr>
        <p:blipFill>
          <a:blip r:embed="rId17"/>
          <a:stretch>
            <a:fillRect/>
          </a:stretch>
        </p:blipFill>
        <p:spPr>
          <a:xfrm>
            <a:off x="8154923" y="3858417"/>
            <a:ext cx="342138" cy="249112"/>
          </a:xfrm>
          <a:prstGeom prst="rect">
            <a:avLst/>
          </a:prstGeom>
        </p:spPr>
      </p:pic>
      <p:pic>
        <p:nvPicPr>
          <p:cNvPr id="386" name="object 104">
            <a:extLst>
              <a:ext uri="{FF2B5EF4-FFF2-40B4-BE49-F238E27FC236}">
                <a16:creationId xmlns:a16="http://schemas.microsoft.com/office/drawing/2014/main" id="{58B07777-33E0-9A44-AAE8-5DBC5DEE8BF1}"/>
              </a:ext>
            </a:extLst>
          </p:cNvPr>
          <p:cNvPicPr/>
          <p:nvPr/>
        </p:nvPicPr>
        <p:blipFill>
          <a:blip r:embed="rId19"/>
          <a:stretch>
            <a:fillRect/>
          </a:stretch>
        </p:blipFill>
        <p:spPr>
          <a:xfrm>
            <a:off x="8981178" y="3783329"/>
            <a:ext cx="286017" cy="341375"/>
          </a:xfrm>
          <a:prstGeom prst="rect">
            <a:avLst/>
          </a:prstGeom>
        </p:spPr>
      </p:pic>
      <p:pic>
        <p:nvPicPr>
          <p:cNvPr id="387" name="object 105">
            <a:extLst>
              <a:ext uri="{FF2B5EF4-FFF2-40B4-BE49-F238E27FC236}">
                <a16:creationId xmlns:a16="http://schemas.microsoft.com/office/drawing/2014/main" id="{68C2FE91-6370-F744-9A70-0EAB9653A7EB}"/>
              </a:ext>
            </a:extLst>
          </p:cNvPr>
          <p:cNvPicPr/>
          <p:nvPr/>
        </p:nvPicPr>
        <p:blipFill>
          <a:blip r:embed="rId26"/>
          <a:stretch>
            <a:fillRect/>
          </a:stretch>
        </p:blipFill>
        <p:spPr>
          <a:xfrm>
            <a:off x="9244583" y="3812285"/>
            <a:ext cx="342138" cy="341375"/>
          </a:xfrm>
          <a:prstGeom prst="rect">
            <a:avLst/>
          </a:prstGeom>
        </p:spPr>
      </p:pic>
      <p:grpSp>
        <p:nvGrpSpPr>
          <p:cNvPr id="388" name="object 106">
            <a:extLst>
              <a:ext uri="{FF2B5EF4-FFF2-40B4-BE49-F238E27FC236}">
                <a16:creationId xmlns:a16="http://schemas.microsoft.com/office/drawing/2014/main" id="{86DEF557-F108-0745-A39A-47C6F7B8522D}"/>
              </a:ext>
            </a:extLst>
          </p:cNvPr>
          <p:cNvGrpSpPr/>
          <p:nvPr/>
        </p:nvGrpSpPr>
        <p:grpSpPr>
          <a:xfrm>
            <a:off x="7015733" y="1748789"/>
            <a:ext cx="650240" cy="532765"/>
            <a:chOff x="7015733" y="1748789"/>
            <a:chExt cx="650240" cy="532765"/>
          </a:xfrm>
        </p:grpSpPr>
        <p:pic>
          <p:nvPicPr>
            <p:cNvPr id="389" name="object 107">
              <a:extLst>
                <a:ext uri="{FF2B5EF4-FFF2-40B4-BE49-F238E27FC236}">
                  <a16:creationId xmlns:a16="http://schemas.microsoft.com/office/drawing/2014/main" id="{C0B09A5C-4959-B348-9799-B4B30E029B33}"/>
                </a:ext>
              </a:extLst>
            </p:cNvPr>
            <p:cNvPicPr/>
            <p:nvPr/>
          </p:nvPicPr>
          <p:blipFill>
            <a:blip r:embed="rId23"/>
            <a:stretch>
              <a:fillRect/>
            </a:stretch>
          </p:blipFill>
          <p:spPr>
            <a:xfrm>
              <a:off x="7015733" y="1748789"/>
              <a:ext cx="649985" cy="532638"/>
            </a:xfrm>
            <a:prstGeom prst="rect">
              <a:avLst/>
            </a:prstGeom>
          </p:spPr>
        </p:pic>
        <p:pic>
          <p:nvPicPr>
            <p:cNvPr id="390" name="object 108">
              <a:extLst>
                <a:ext uri="{FF2B5EF4-FFF2-40B4-BE49-F238E27FC236}">
                  <a16:creationId xmlns:a16="http://schemas.microsoft.com/office/drawing/2014/main" id="{90F6400B-CCD7-BB4A-A1D7-BE205AABD4BA}"/>
                </a:ext>
              </a:extLst>
            </p:cNvPr>
            <p:cNvPicPr/>
            <p:nvPr/>
          </p:nvPicPr>
          <p:blipFill>
            <a:blip r:embed="rId21"/>
            <a:stretch>
              <a:fillRect/>
            </a:stretch>
          </p:blipFill>
          <p:spPr>
            <a:xfrm>
              <a:off x="7278623" y="1859279"/>
              <a:ext cx="244601" cy="244601"/>
            </a:xfrm>
            <a:prstGeom prst="rect">
              <a:avLst/>
            </a:prstGeom>
          </p:spPr>
        </p:pic>
      </p:grpSp>
      <p:grpSp>
        <p:nvGrpSpPr>
          <p:cNvPr id="391" name="object 109">
            <a:extLst>
              <a:ext uri="{FF2B5EF4-FFF2-40B4-BE49-F238E27FC236}">
                <a16:creationId xmlns:a16="http://schemas.microsoft.com/office/drawing/2014/main" id="{5212E2FC-A2C7-9842-8F8C-4ABB18C28A57}"/>
              </a:ext>
            </a:extLst>
          </p:cNvPr>
          <p:cNvGrpSpPr/>
          <p:nvPr/>
        </p:nvGrpSpPr>
        <p:grpSpPr>
          <a:xfrm>
            <a:off x="6886956" y="1332738"/>
            <a:ext cx="1710689" cy="391795"/>
            <a:chOff x="6886956" y="1332738"/>
            <a:chExt cx="1710689" cy="391795"/>
          </a:xfrm>
        </p:grpSpPr>
        <p:pic>
          <p:nvPicPr>
            <p:cNvPr id="392" name="object 110">
              <a:extLst>
                <a:ext uri="{FF2B5EF4-FFF2-40B4-BE49-F238E27FC236}">
                  <a16:creationId xmlns:a16="http://schemas.microsoft.com/office/drawing/2014/main" id="{6E08A239-9C3F-5B44-B692-68FD3B619F26}"/>
                </a:ext>
              </a:extLst>
            </p:cNvPr>
            <p:cNvPicPr/>
            <p:nvPr/>
          </p:nvPicPr>
          <p:blipFill>
            <a:blip r:embed="rId16"/>
            <a:stretch>
              <a:fillRect/>
            </a:stretch>
          </p:blipFill>
          <p:spPr>
            <a:xfrm>
              <a:off x="6975348" y="1332738"/>
              <a:ext cx="665988" cy="342138"/>
            </a:xfrm>
            <a:prstGeom prst="rect">
              <a:avLst/>
            </a:prstGeom>
          </p:spPr>
        </p:pic>
        <p:pic>
          <p:nvPicPr>
            <p:cNvPr id="393" name="object 111">
              <a:extLst>
                <a:ext uri="{FF2B5EF4-FFF2-40B4-BE49-F238E27FC236}">
                  <a16:creationId xmlns:a16="http://schemas.microsoft.com/office/drawing/2014/main" id="{CC7C4377-79D4-954D-BBA3-78EC4471AD24}"/>
                </a:ext>
              </a:extLst>
            </p:cNvPr>
            <p:cNvPicPr/>
            <p:nvPr/>
          </p:nvPicPr>
          <p:blipFill>
            <a:blip r:embed="rId17"/>
            <a:stretch>
              <a:fillRect/>
            </a:stretch>
          </p:blipFill>
          <p:spPr>
            <a:xfrm>
              <a:off x="7642098" y="1426875"/>
              <a:ext cx="342138" cy="249112"/>
            </a:xfrm>
            <a:prstGeom prst="rect">
              <a:avLst/>
            </a:prstGeom>
          </p:spPr>
        </p:pic>
        <p:sp>
          <p:nvSpPr>
            <p:cNvPr id="394" name="object 112">
              <a:extLst>
                <a:ext uri="{FF2B5EF4-FFF2-40B4-BE49-F238E27FC236}">
                  <a16:creationId xmlns:a16="http://schemas.microsoft.com/office/drawing/2014/main" id="{174336C0-6FD9-6D4D-A589-E9E7C875580C}"/>
                </a:ext>
              </a:extLst>
            </p:cNvPr>
            <p:cNvSpPr/>
            <p:nvPr/>
          </p:nvSpPr>
          <p:spPr>
            <a:xfrm>
              <a:off x="6886956" y="1684782"/>
              <a:ext cx="1710689" cy="0"/>
            </a:xfrm>
            <a:custGeom>
              <a:avLst/>
              <a:gdLst/>
              <a:ahLst/>
              <a:cxnLst/>
              <a:rect l="l" t="t" r="r" b="b"/>
              <a:pathLst>
                <a:path w="1710689">
                  <a:moveTo>
                    <a:pt x="0" y="0"/>
                  </a:moveTo>
                  <a:lnTo>
                    <a:pt x="1710690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5" name="object 113">
              <a:extLst>
                <a:ext uri="{FF2B5EF4-FFF2-40B4-BE49-F238E27FC236}">
                  <a16:creationId xmlns:a16="http://schemas.microsoft.com/office/drawing/2014/main" id="{C481A190-98C1-3A45-9C73-E0B7B2B3D39B}"/>
                </a:ext>
              </a:extLst>
            </p:cNvPr>
            <p:cNvPicPr/>
            <p:nvPr/>
          </p:nvPicPr>
          <p:blipFill>
            <a:blip r:embed="rId26"/>
            <a:stretch>
              <a:fillRect/>
            </a:stretch>
          </p:blipFill>
          <p:spPr>
            <a:xfrm>
              <a:off x="8098536" y="1383030"/>
              <a:ext cx="342138" cy="341375"/>
            </a:xfrm>
            <a:prstGeom prst="rect">
              <a:avLst/>
            </a:prstGeom>
          </p:spPr>
        </p:pic>
      </p:grpSp>
      <p:sp>
        <p:nvSpPr>
          <p:cNvPr id="396" name="object 114">
            <a:extLst>
              <a:ext uri="{FF2B5EF4-FFF2-40B4-BE49-F238E27FC236}">
                <a16:creationId xmlns:a16="http://schemas.microsoft.com/office/drawing/2014/main" id="{B0A4FA4A-9296-E046-A9CB-E82E84617F38}"/>
              </a:ext>
            </a:extLst>
          </p:cNvPr>
          <p:cNvSpPr txBox="1"/>
          <p:nvPr/>
        </p:nvSpPr>
        <p:spPr>
          <a:xfrm>
            <a:off x="845045" y="1744980"/>
            <a:ext cx="406400" cy="3613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200" b="1" spc="-90">
                <a:latin typeface="Times New Roman"/>
                <a:cs typeface="Times New Roman"/>
              </a:rPr>
              <a:t>¥24</a:t>
            </a:r>
            <a:endParaRPr sz="2200">
              <a:latin typeface="Times New Roman"/>
              <a:cs typeface="Times New Roman"/>
            </a:endParaRPr>
          </a:p>
        </p:txBody>
      </p:sp>
      <p:sp>
        <p:nvSpPr>
          <p:cNvPr id="397" name="object 115">
            <a:extLst>
              <a:ext uri="{FF2B5EF4-FFF2-40B4-BE49-F238E27FC236}">
                <a16:creationId xmlns:a16="http://schemas.microsoft.com/office/drawing/2014/main" id="{25806C7F-98B7-4740-858D-FDF43D311F58}"/>
              </a:ext>
            </a:extLst>
          </p:cNvPr>
          <p:cNvSpPr txBox="1"/>
          <p:nvPr/>
        </p:nvSpPr>
        <p:spPr>
          <a:xfrm>
            <a:off x="6129007" y="1744980"/>
            <a:ext cx="266700" cy="3613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200" b="1" spc="-125">
                <a:latin typeface="Times New Roman"/>
                <a:cs typeface="Times New Roman"/>
              </a:rPr>
              <a:t>¥9</a:t>
            </a:r>
            <a:endParaRPr sz="2200">
              <a:latin typeface="Times New Roman"/>
              <a:cs typeface="Times New Roman"/>
            </a:endParaRPr>
          </a:p>
        </p:txBody>
      </p:sp>
      <p:sp>
        <p:nvSpPr>
          <p:cNvPr id="398" name="object 116">
            <a:extLst>
              <a:ext uri="{FF2B5EF4-FFF2-40B4-BE49-F238E27FC236}">
                <a16:creationId xmlns:a16="http://schemas.microsoft.com/office/drawing/2014/main" id="{01E1665F-952A-E44D-A37F-92CF011738F2}"/>
              </a:ext>
            </a:extLst>
          </p:cNvPr>
          <p:cNvSpPr txBox="1"/>
          <p:nvPr/>
        </p:nvSpPr>
        <p:spPr>
          <a:xfrm>
            <a:off x="2542781" y="1754377"/>
            <a:ext cx="266700" cy="3613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200" b="1" spc="-125">
                <a:latin typeface="Times New Roman"/>
                <a:cs typeface="Times New Roman"/>
              </a:rPr>
              <a:t>¥2</a:t>
            </a:r>
            <a:endParaRPr sz="2200">
              <a:latin typeface="Times New Roman"/>
              <a:cs typeface="Times New Roman"/>
            </a:endParaRPr>
          </a:p>
        </p:txBody>
      </p:sp>
      <p:sp>
        <p:nvSpPr>
          <p:cNvPr id="399" name="object 117">
            <a:extLst>
              <a:ext uri="{FF2B5EF4-FFF2-40B4-BE49-F238E27FC236}">
                <a16:creationId xmlns:a16="http://schemas.microsoft.com/office/drawing/2014/main" id="{4E70A99A-847B-6C48-9C62-C1D01D63FB01}"/>
              </a:ext>
            </a:extLst>
          </p:cNvPr>
          <p:cNvSpPr txBox="1"/>
          <p:nvPr/>
        </p:nvSpPr>
        <p:spPr>
          <a:xfrm>
            <a:off x="4316971" y="1744980"/>
            <a:ext cx="406400" cy="3613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200" b="1" spc="-90">
                <a:latin typeface="Times New Roman"/>
                <a:cs typeface="Times New Roman"/>
              </a:rPr>
              <a:t>¥10</a:t>
            </a:r>
            <a:endParaRPr sz="2200">
              <a:latin typeface="Times New Roman"/>
              <a:cs typeface="Times New Roman"/>
            </a:endParaRPr>
          </a:p>
        </p:txBody>
      </p:sp>
      <p:sp>
        <p:nvSpPr>
          <p:cNvPr id="400" name="object 118">
            <a:extLst>
              <a:ext uri="{FF2B5EF4-FFF2-40B4-BE49-F238E27FC236}">
                <a16:creationId xmlns:a16="http://schemas.microsoft.com/office/drawing/2014/main" id="{DD2F72DC-6C1D-0C48-9A01-CC0243980401}"/>
              </a:ext>
            </a:extLst>
          </p:cNvPr>
          <p:cNvSpPr txBox="1"/>
          <p:nvPr/>
        </p:nvSpPr>
        <p:spPr>
          <a:xfrm>
            <a:off x="7960093" y="1744980"/>
            <a:ext cx="266700" cy="3613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200" b="1" spc="-125">
                <a:latin typeface="Times New Roman"/>
                <a:cs typeface="Times New Roman"/>
              </a:rPr>
              <a:t>¥9</a:t>
            </a:r>
            <a:endParaRPr sz="2200">
              <a:latin typeface="Times New Roman"/>
              <a:cs typeface="Times New Roman"/>
            </a:endParaRPr>
          </a:p>
        </p:txBody>
      </p:sp>
      <p:sp>
        <p:nvSpPr>
          <p:cNvPr id="401" name="object 119">
            <a:extLst>
              <a:ext uri="{FF2B5EF4-FFF2-40B4-BE49-F238E27FC236}">
                <a16:creationId xmlns:a16="http://schemas.microsoft.com/office/drawing/2014/main" id="{61CEA9AE-CF58-DD4E-904D-96BECBB7DC71}"/>
              </a:ext>
            </a:extLst>
          </p:cNvPr>
          <p:cNvSpPr txBox="1"/>
          <p:nvPr/>
        </p:nvSpPr>
        <p:spPr>
          <a:xfrm>
            <a:off x="682739" y="2945637"/>
            <a:ext cx="406400" cy="3613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200" b="1" spc="-90">
                <a:latin typeface="Times New Roman"/>
                <a:cs typeface="Times New Roman"/>
              </a:rPr>
              <a:t>¥26</a:t>
            </a:r>
            <a:endParaRPr sz="2200">
              <a:latin typeface="Times New Roman"/>
              <a:cs typeface="Times New Roman"/>
            </a:endParaRPr>
          </a:p>
        </p:txBody>
      </p:sp>
      <p:graphicFrame>
        <p:nvGraphicFramePr>
          <p:cNvPr id="402" name="object 120">
            <a:extLst>
              <a:ext uri="{FF2B5EF4-FFF2-40B4-BE49-F238E27FC236}">
                <a16:creationId xmlns:a16="http://schemas.microsoft.com/office/drawing/2014/main" id="{D10A4F7B-1A1A-8447-B54C-8FCB08B58B1D}"/>
              </a:ext>
            </a:extLst>
          </p:cNvPr>
          <p:cNvGraphicFramePr>
            <a:graphicFrameLocks noGrp="1"/>
          </p:cNvGraphicFramePr>
          <p:nvPr/>
        </p:nvGraphicFramePr>
        <p:xfrm>
          <a:off x="8494903" y="4819650"/>
          <a:ext cx="3653789" cy="19945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255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1696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112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97510">
                <a:tc>
                  <a:txBody>
                    <a:bodyPr/>
                    <a:lstStyle/>
                    <a:p>
                      <a:pPr marR="388620" algn="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700" spc="-25">
                          <a:solidFill>
                            <a:srgbClr val="FFFFFF"/>
                          </a:solidFill>
                          <a:latin typeface="PMingLiU"/>
                          <a:cs typeface="PMingLiU"/>
                        </a:rPr>
                        <a:t>商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PMingLiU"/>
                          <a:cs typeface="PMingLiU"/>
                        </a:rPr>
                        <a:t>品</a:t>
                      </a:r>
                      <a:endParaRPr sz="1700">
                        <a:latin typeface="PMingLiU"/>
                        <a:cs typeface="PMingLiU"/>
                      </a:endParaRPr>
                    </a:p>
                  </a:txBody>
                  <a:tcPr marL="0" marR="0" marT="4254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700" spc="-25">
                          <a:solidFill>
                            <a:srgbClr val="FFFFFF"/>
                          </a:solidFill>
                          <a:latin typeface="PMingLiU"/>
                          <a:cs typeface="PMingLiU"/>
                        </a:rPr>
                        <a:t>价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PMingLiU"/>
                          <a:cs typeface="PMingLiU"/>
                        </a:rPr>
                        <a:t>格</a:t>
                      </a:r>
                      <a:endParaRPr sz="1700">
                        <a:latin typeface="PMingLiU"/>
                        <a:cs typeface="PMingLiU"/>
                      </a:endParaRPr>
                    </a:p>
                  </a:txBody>
                  <a:tcPr marL="0" marR="0" marT="4254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700" spc="-25">
                          <a:solidFill>
                            <a:srgbClr val="FFFFFF"/>
                          </a:solidFill>
                          <a:latin typeface="PMingLiU"/>
                          <a:cs typeface="PMingLiU"/>
                        </a:rPr>
                        <a:t>体</a:t>
                      </a:r>
                      <a:r>
                        <a:rPr sz="1700" spc="-50">
                          <a:solidFill>
                            <a:srgbClr val="FFFFFF"/>
                          </a:solidFill>
                          <a:latin typeface="PMingLiU"/>
                          <a:cs typeface="PMingLiU"/>
                        </a:rPr>
                        <a:t>积</a:t>
                      </a:r>
                      <a:endParaRPr sz="1700">
                        <a:latin typeface="PMingLiU"/>
                        <a:cs typeface="PMingLiU"/>
                      </a:endParaRPr>
                    </a:p>
                  </a:txBody>
                  <a:tcPr marL="0" marR="0" marT="4254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405">
                <a:tc>
                  <a:txBody>
                    <a:bodyPr/>
                    <a:lstStyle/>
                    <a:p>
                      <a:pPr marR="388620" algn="r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1700" spc="-25">
                          <a:latin typeface="PMingLiU"/>
                          <a:cs typeface="PMingLiU"/>
                        </a:rPr>
                        <a:t>啤</a:t>
                      </a:r>
                      <a:r>
                        <a:rPr sz="1700" spc="-50">
                          <a:latin typeface="PMingLiU"/>
                          <a:cs typeface="PMingLiU"/>
                        </a:rPr>
                        <a:t>酒</a:t>
                      </a:r>
                      <a:endParaRPr sz="1700">
                        <a:latin typeface="PMingLiU"/>
                        <a:cs typeface="PMingLiU"/>
                      </a:endParaRPr>
                    </a:p>
                  </a:txBody>
                  <a:tcPr marL="0" marR="0" marT="381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9405">
                <a:tc>
                  <a:txBody>
                    <a:bodyPr/>
                    <a:lstStyle/>
                    <a:p>
                      <a:pPr marR="388620" algn="r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1700" spc="-25">
                          <a:latin typeface="PMingLiU"/>
                          <a:cs typeface="PMingLiU"/>
                        </a:rPr>
                        <a:t>汽</a:t>
                      </a:r>
                      <a:r>
                        <a:rPr sz="1700" spc="-50">
                          <a:latin typeface="PMingLiU"/>
                          <a:cs typeface="PMingLiU"/>
                        </a:rPr>
                        <a:t>水</a:t>
                      </a:r>
                      <a:endParaRPr sz="1700">
                        <a:latin typeface="PMingLiU"/>
                        <a:cs typeface="PMingLiU"/>
                      </a:endParaRPr>
                    </a:p>
                  </a:txBody>
                  <a:tcPr marL="0" marR="0" marT="381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2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3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19405">
                <a:tc>
                  <a:txBody>
                    <a:bodyPr/>
                    <a:lstStyle/>
                    <a:p>
                      <a:pPr marR="388620" algn="r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1700" spc="-30">
                          <a:latin typeface="PMingLiU"/>
                          <a:cs typeface="PMingLiU"/>
                        </a:rPr>
                        <a:t>饼干</a:t>
                      </a:r>
                      <a:endParaRPr sz="1700">
                        <a:latin typeface="PMingLiU"/>
                        <a:cs typeface="PMingLiU"/>
                      </a:endParaRPr>
                    </a:p>
                  </a:txBody>
                  <a:tcPr marL="0" marR="0" marT="381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9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4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19405">
                <a:tc>
                  <a:txBody>
                    <a:bodyPr/>
                    <a:lstStyle/>
                    <a:p>
                      <a:pPr marR="388620" algn="r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1700" spc="-25">
                          <a:latin typeface="PMingLiU"/>
                          <a:cs typeface="PMingLiU"/>
                        </a:rPr>
                        <a:t>面</a:t>
                      </a:r>
                      <a:r>
                        <a:rPr sz="1700" spc="-50">
                          <a:latin typeface="PMingLiU"/>
                          <a:cs typeface="PMingLiU"/>
                        </a:rPr>
                        <a:t>包</a:t>
                      </a:r>
                      <a:endParaRPr sz="1700">
                        <a:latin typeface="PMingLiU"/>
                        <a:cs typeface="PMingLiU"/>
                      </a:endParaRPr>
                    </a:p>
                  </a:txBody>
                  <a:tcPr marL="0" marR="0" marT="381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5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19405">
                <a:tc>
                  <a:txBody>
                    <a:bodyPr/>
                    <a:lstStyle/>
                    <a:p>
                      <a:pPr marR="388620" algn="r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1700" spc="-25">
                          <a:latin typeface="PMingLiU"/>
                          <a:cs typeface="PMingLiU"/>
                        </a:rPr>
                        <a:t>牛</a:t>
                      </a:r>
                      <a:r>
                        <a:rPr sz="1700" spc="-50">
                          <a:latin typeface="PMingLiU"/>
                          <a:cs typeface="PMingLiU"/>
                        </a:rPr>
                        <a:t>奶</a:t>
                      </a:r>
                      <a:endParaRPr sz="1700">
                        <a:latin typeface="PMingLiU"/>
                        <a:cs typeface="PMingLiU"/>
                      </a:endParaRPr>
                    </a:p>
                  </a:txBody>
                  <a:tcPr marL="0" marR="0" marT="381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9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1700" b="1">
                          <a:latin typeface="Times New Roman"/>
                          <a:cs typeface="Times New Roman"/>
                        </a:rPr>
                        <a:t>4</a:t>
                      </a: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pic>
        <p:nvPicPr>
          <p:cNvPr id="403" name="object 121">
            <a:extLst>
              <a:ext uri="{FF2B5EF4-FFF2-40B4-BE49-F238E27FC236}">
                <a16:creationId xmlns:a16="http://schemas.microsoft.com/office/drawing/2014/main" id="{62770A58-C1DA-FA41-801A-BF7A00F4DC25}"/>
              </a:ext>
            </a:extLst>
          </p:cNvPr>
          <p:cNvPicPr/>
          <p:nvPr/>
        </p:nvPicPr>
        <p:blipFill>
          <a:blip r:embed="rId6"/>
          <a:stretch>
            <a:fillRect/>
          </a:stretch>
        </p:blipFill>
        <p:spPr>
          <a:xfrm>
            <a:off x="8602218" y="5904738"/>
            <a:ext cx="231648" cy="259842"/>
          </a:xfrm>
          <a:prstGeom prst="rect">
            <a:avLst/>
          </a:prstGeom>
        </p:spPr>
      </p:pic>
      <p:pic>
        <p:nvPicPr>
          <p:cNvPr id="404" name="object 122">
            <a:extLst>
              <a:ext uri="{FF2B5EF4-FFF2-40B4-BE49-F238E27FC236}">
                <a16:creationId xmlns:a16="http://schemas.microsoft.com/office/drawing/2014/main" id="{F05C89D9-E68F-8345-8106-B5EEC2002FDE}"/>
              </a:ext>
            </a:extLst>
          </p:cNvPr>
          <p:cNvPicPr/>
          <p:nvPr/>
        </p:nvPicPr>
        <p:blipFill>
          <a:blip r:embed="rId5"/>
          <a:stretch>
            <a:fillRect/>
          </a:stretch>
        </p:blipFill>
        <p:spPr>
          <a:xfrm>
            <a:off x="8611361" y="6230873"/>
            <a:ext cx="232409" cy="260603"/>
          </a:xfrm>
          <a:prstGeom prst="rect">
            <a:avLst/>
          </a:prstGeom>
        </p:spPr>
      </p:pic>
      <p:pic>
        <p:nvPicPr>
          <p:cNvPr id="405" name="object 123">
            <a:extLst>
              <a:ext uri="{FF2B5EF4-FFF2-40B4-BE49-F238E27FC236}">
                <a16:creationId xmlns:a16="http://schemas.microsoft.com/office/drawing/2014/main" id="{01224205-FF24-AF44-AD70-517AE3A4EAE2}"/>
              </a:ext>
            </a:extLst>
          </p:cNvPr>
          <p:cNvPicPr/>
          <p:nvPr/>
        </p:nvPicPr>
        <p:blipFill>
          <a:blip r:embed="rId27"/>
          <a:stretch>
            <a:fillRect/>
          </a:stretch>
        </p:blipFill>
        <p:spPr>
          <a:xfrm>
            <a:off x="8602218" y="5231891"/>
            <a:ext cx="231648" cy="259841"/>
          </a:xfrm>
          <a:prstGeom prst="rect">
            <a:avLst/>
          </a:prstGeom>
        </p:spPr>
      </p:pic>
      <p:pic>
        <p:nvPicPr>
          <p:cNvPr id="406" name="object 124">
            <a:extLst>
              <a:ext uri="{FF2B5EF4-FFF2-40B4-BE49-F238E27FC236}">
                <a16:creationId xmlns:a16="http://schemas.microsoft.com/office/drawing/2014/main" id="{3B119F63-F99E-4A43-AEB3-A3E8F843A2BE}"/>
              </a:ext>
            </a:extLst>
          </p:cNvPr>
          <p:cNvPicPr/>
          <p:nvPr/>
        </p:nvPicPr>
        <p:blipFill>
          <a:blip r:embed="rId4"/>
          <a:stretch>
            <a:fillRect/>
          </a:stretch>
        </p:blipFill>
        <p:spPr>
          <a:xfrm>
            <a:off x="8602218" y="5567934"/>
            <a:ext cx="231648" cy="259842"/>
          </a:xfrm>
          <a:prstGeom prst="rect">
            <a:avLst/>
          </a:prstGeom>
        </p:spPr>
      </p:pic>
      <p:pic>
        <p:nvPicPr>
          <p:cNvPr id="407" name="object 125">
            <a:extLst>
              <a:ext uri="{FF2B5EF4-FFF2-40B4-BE49-F238E27FC236}">
                <a16:creationId xmlns:a16="http://schemas.microsoft.com/office/drawing/2014/main" id="{9CBE6663-3237-B841-9388-B0C1289EADBC}"/>
              </a:ext>
            </a:extLst>
          </p:cNvPr>
          <p:cNvPicPr/>
          <p:nvPr/>
        </p:nvPicPr>
        <p:blipFill>
          <a:blip r:embed="rId7"/>
          <a:stretch>
            <a:fillRect/>
          </a:stretch>
        </p:blipFill>
        <p:spPr>
          <a:xfrm>
            <a:off x="8611361" y="6539483"/>
            <a:ext cx="232409" cy="259842"/>
          </a:xfrm>
          <a:prstGeom prst="rect">
            <a:avLst/>
          </a:prstGeom>
        </p:spPr>
      </p:pic>
      <p:grpSp>
        <p:nvGrpSpPr>
          <p:cNvPr id="408" name="object 126">
            <a:extLst>
              <a:ext uri="{FF2B5EF4-FFF2-40B4-BE49-F238E27FC236}">
                <a16:creationId xmlns:a16="http://schemas.microsoft.com/office/drawing/2014/main" id="{5BF07664-8D57-2741-8259-7836473B441F}"/>
              </a:ext>
            </a:extLst>
          </p:cNvPr>
          <p:cNvGrpSpPr/>
          <p:nvPr/>
        </p:nvGrpSpPr>
        <p:grpSpPr>
          <a:xfrm>
            <a:off x="1173480" y="2995422"/>
            <a:ext cx="651510" cy="534670"/>
            <a:chOff x="1173480" y="2995422"/>
            <a:chExt cx="651510" cy="534670"/>
          </a:xfrm>
        </p:grpSpPr>
        <p:pic>
          <p:nvPicPr>
            <p:cNvPr id="409" name="object 127">
              <a:extLst>
                <a:ext uri="{FF2B5EF4-FFF2-40B4-BE49-F238E27FC236}">
                  <a16:creationId xmlns:a16="http://schemas.microsoft.com/office/drawing/2014/main" id="{FEDD4D52-FFF5-F248-B44B-D230581C05ED}"/>
                </a:ext>
              </a:extLst>
            </p:cNvPr>
            <p:cNvPicPr/>
            <p:nvPr/>
          </p:nvPicPr>
          <p:blipFill>
            <a:blip r:embed="rId28"/>
            <a:stretch>
              <a:fillRect/>
            </a:stretch>
          </p:blipFill>
          <p:spPr>
            <a:xfrm>
              <a:off x="1173480" y="2995422"/>
              <a:ext cx="650748" cy="534162"/>
            </a:xfrm>
            <a:prstGeom prst="rect">
              <a:avLst/>
            </a:prstGeom>
          </p:spPr>
        </p:pic>
        <p:pic>
          <p:nvPicPr>
            <p:cNvPr id="410" name="object 128">
              <a:extLst>
                <a:ext uri="{FF2B5EF4-FFF2-40B4-BE49-F238E27FC236}">
                  <a16:creationId xmlns:a16="http://schemas.microsoft.com/office/drawing/2014/main" id="{404A9E66-4E71-E044-8E86-6A0554796DDE}"/>
                </a:ext>
              </a:extLst>
            </p:cNvPr>
            <p:cNvPicPr/>
            <p:nvPr/>
          </p:nvPicPr>
          <p:blipFill>
            <a:blip r:embed="rId29"/>
            <a:stretch>
              <a:fillRect/>
            </a:stretch>
          </p:blipFill>
          <p:spPr>
            <a:xfrm>
              <a:off x="1391412" y="3082290"/>
              <a:ext cx="246125" cy="246125"/>
            </a:xfrm>
            <a:prstGeom prst="rect">
              <a:avLst/>
            </a:prstGeom>
          </p:spPr>
        </p:pic>
        <p:pic>
          <p:nvPicPr>
            <p:cNvPr id="411" name="object 129">
              <a:extLst>
                <a:ext uri="{FF2B5EF4-FFF2-40B4-BE49-F238E27FC236}">
                  <a16:creationId xmlns:a16="http://schemas.microsoft.com/office/drawing/2014/main" id="{561E75B7-1BD1-D74B-9BD9-0166E8CA2C69}"/>
                </a:ext>
              </a:extLst>
            </p:cNvPr>
            <p:cNvPicPr/>
            <p:nvPr/>
          </p:nvPicPr>
          <p:blipFill>
            <a:blip r:embed="rId30"/>
            <a:stretch>
              <a:fillRect/>
            </a:stretch>
          </p:blipFill>
          <p:spPr>
            <a:xfrm>
              <a:off x="1569720" y="3121914"/>
              <a:ext cx="255269" cy="255270"/>
            </a:xfrm>
            <a:prstGeom prst="rect">
              <a:avLst/>
            </a:prstGeom>
          </p:spPr>
        </p:pic>
      </p:grpSp>
      <p:grpSp>
        <p:nvGrpSpPr>
          <p:cNvPr id="412" name="object 130">
            <a:extLst>
              <a:ext uri="{FF2B5EF4-FFF2-40B4-BE49-F238E27FC236}">
                <a16:creationId xmlns:a16="http://schemas.microsoft.com/office/drawing/2014/main" id="{53D42393-6AB2-5949-8090-DC5FCE1B168A}"/>
              </a:ext>
            </a:extLst>
          </p:cNvPr>
          <p:cNvGrpSpPr/>
          <p:nvPr/>
        </p:nvGrpSpPr>
        <p:grpSpPr>
          <a:xfrm>
            <a:off x="2210561" y="2995422"/>
            <a:ext cx="691515" cy="534670"/>
            <a:chOff x="2210561" y="2995422"/>
            <a:chExt cx="691515" cy="534670"/>
          </a:xfrm>
        </p:grpSpPr>
        <p:pic>
          <p:nvPicPr>
            <p:cNvPr id="413" name="object 131">
              <a:extLst>
                <a:ext uri="{FF2B5EF4-FFF2-40B4-BE49-F238E27FC236}">
                  <a16:creationId xmlns:a16="http://schemas.microsoft.com/office/drawing/2014/main" id="{15AA448C-75AE-F44A-B66E-DDCD9F53DEE6}"/>
                </a:ext>
              </a:extLst>
            </p:cNvPr>
            <p:cNvPicPr/>
            <p:nvPr/>
          </p:nvPicPr>
          <p:blipFill>
            <a:blip r:embed="rId28"/>
            <a:stretch>
              <a:fillRect/>
            </a:stretch>
          </p:blipFill>
          <p:spPr>
            <a:xfrm>
              <a:off x="2210561" y="2995422"/>
              <a:ext cx="650748" cy="534162"/>
            </a:xfrm>
            <a:prstGeom prst="rect">
              <a:avLst/>
            </a:prstGeom>
          </p:spPr>
        </p:pic>
        <p:pic>
          <p:nvPicPr>
            <p:cNvPr id="414" name="object 132">
              <a:extLst>
                <a:ext uri="{FF2B5EF4-FFF2-40B4-BE49-F238E27FC236}">
                  <a16:creationId xmlns:a16="http://schemas.microsoft.com/office/drawing/2014/main" id="{F2D9116F-48AF-FE45-B878-861089DEC0DE}"/>
                </a:ext>
              </a:extLst>
            </p:cNvPr>
            <p:cNvPicPr/>
            <p:nvPr/>
          </p:nvPicPr>
          <p:blipFill>
            <a:blip r:embed="rId29"/>
            <a:stretch>
              <a:fillRect/>
            </a:stretch>
          </p:blipFill>
          <p:spPr>
            <a:xfrm>
              <a:off x="2428493" y="3082290"/>
              <a:ext cx="246125" cy="246125"/>
            </a:xfrm>
            <a:prstGeom prst="rect">
              <a:avLst/>
            </a:prstGeom>
          </p:spPr>
        </p:pic>
        <p:pic>
          <p:nvPicPr>
            <p:cNvPr id="415" name="object 133">
              <a:extLst>
                <a:ext uri="{FF2B5EF4-FFF2-40B4-BE49-F238E27FC236}">
                  <a16:creationId xmlns:a16="http://schemas.microsoft.com/office/drawing/2014/main" id="{21664055-607C-3643-90B0-7B18728427E7}"/>
                </a:ext>
              </a:extLst>
            </p:cNvPr>
            <p:cNvPicPr/>
            <p:nvPr/>
          </p:nvPicPr>
          <p:blipFill>
            <a:blip r:embed="rId31"/>
            <a:stretch>
              <a:fillRect/>
            </a:stretch>
          </p:blipFill>
          <p:spPr>
            <a:xfrm>
              <a:off x="2656331" y="3071622"/>
              <a:ext cx="245363" cy="244601"/>
            </a:xfrm>
            <a:prstGeom prst="rect">
              <a:avLst/>
            </a:prstGeom>
          </p:spPr>
        </p:pic>
      </p:grpSp>
      <p:grpSp>
        <p:nvGrpSpPr>
          <p:cNvPr id="416" name="object 134">
            <a:extLst>
              <a:ext uri="{FF2B5EF4-FFF2-40B4-BE49-F238E27FC236}">
                <a16:creationId xmlns:a16="http://schemas.microsoft.com/office/drawing/2014/main" id="{CEDA2591-8691-404A-AEB2-123219C5F9B3}"/>
              </a:ext>
            </a:extLst>
          </p:cNvPr>
          <p:cNvGrpSpPr/>
          <p:nvPr/>
        </p:nvGrpSpPr>
        <p:grpSpPr>
          <a:xfrm>
            <a:off x="3343655" y="2995422"/>
            <a:ext cx="650875" cy="534670"/>
            <a:chOff x="3343655" y="2995422"/>
            <a:chExt cx="650875" cy="534670"/>
          </a:xfrm>
        </p:grpSpPr>
        <p:pic>
          <p:nvPicPr>
            <p:cNvPr id="417" name="object 135">
              <a:extLst>
                <a:ext uri="{FF2B5EF4-FFF2-40B4-BE49-F238E27FC236}">
                  <a16:creationId xmlns:a16="http://schemas.microsoft.com/office/drawing/2014/main" id="{727ACFEB-46AA-1245-ACE5-3331BB682DBF}"/>
                </a:ext>
              </a:extLst>
            </p:cNvPr>
            <p:cNvPicPr/>
            <p:nvPr/>
          </p:nvPicPr>
          <p:blipFill>
            <a:blip r:embed="rId28"/>
            <a:stretch>
              <a:fillRect/>
            </a:stretch>
          </p:blipFill>
          <p:spPr>
            <a:xfrm>
              <a:off x="3343655" y="2995422"/>
              <a:ext cx="650748" cy="534162"/>
            </a:xfrm>
            <a:prstGeom prst="rect">
              <a:avLst/>
            </a:prstGeom>
          </p:spPr>
        </p:pic>
        <p:pic>
          <p:nvPicPr>
            <p:cNvPr id="418" name="object 136">
              <a:extLst>
                <a:ext uri="{FF2B5EF4-FFF2-40B4-BE49-F238E27FC236}">
                  <a16:creationId xmlns:a16="http://schemas.microsoft.com/office/drawing/2014/main" id="{812BE209-D786-7848-8112-9C1C49F8A2A0}"/>
                </a:ext>
              </a:extLst>
            </p:cNvPr>
            <p:cNvPicPr/>
            <p:nvPr/>
          </p:nvPicPr>
          <p:blipFill>
            <a:blip r:embed="rId32"/>
            <a:stretch>
              <a:fillRect/>
            </a:stretch>
          </p:blipFill>
          <p:spPr>
            <a:xfrm>
              <a:off x="3533393" y="3082290"/>
              <a:ext cx="245363" cy="246125"/>
            </a:xfrm>
            <a:prstGeom prst="rect">
              <a:avLst/>
            </a:prstGeom>
          </p:spPr>
        </p:pic>
        <p:pic>
          <p:nvPicPr>
            <p:cNvPr id="419" name="object 137">
              <a:extLst>
                <a:ext uri="{FF2B5EF4-FFF2-40B4-BE49-F238E27FC236}">
                  <a16:creationId xmlns:a16="http://schemas.microsoft.com/office/drawing/2014/main" id="{C3314BF8-C719-8F4A-99D4-EFE8BC63EB29}"/>
                </a:ext>
              </a:extLst>
            </p:cNvPr>
            <p:cNvPicPr/>
            <p:nvPr/>
          </p:nvPicPr>
          <p:blipFill>
            <a:blip r:embed="rId33"/>
            <a:stretch>
              <a:fillRect/>
            </a:stretch>
          </p:blipFill>
          <p:spPr>
            <a:xfrm>
              <a:off x="3717797" y="3110484"/>
              <a:ext cx="245363" cy="244601"/>
            </a:xfrm>
            <a:prstGeom prst="rect">
              <a:avLst/>
            </a:prstGeom>
          </p:spPr>
        </p:pic>
      </p:grpSp>
      <p:grpSp>
        <p:nvGrpSpPr>
          <p:cNvPr id="420" name="object 138">
            <a:extLst>
              <a:ext uri="{FF2B5EF4-FFF2-40B4-BE49-F238E27FC236}">
                <a16:creationId xmlns:a16="http://schemas.microsoft.com/office/drawing/2014/main" id="{C414CC0C-E595-774D-A3FF-F68AEF07568F}"/>
              </a:ext>
            </a:extLst>
          </p:cNvPr>
          <p:cNvGrpSpPr/>
          <p:nvPr/>
        </p:nvGrpSpPr>
        <p:grpSpPr>
          <a:xfrm>
            <a:off x="2185416" y="3787943"/>
            <a:ext cx="939165" cy="967105"/>
            <a:chOff x="2185416" y="3787943"/>
            <a:chExt cx="939165" cy="967105"/>
          </a:xfrm>
        </p:grpSpPr>
        <p:pic>
          <p:nvPicPr>
            <p:cNvPr id="421" name="object 139">
              <a:extLst>
                <a:ext uri="{FF2B5EF4-FFF2-40B4-BE49-F238E27FC236}">
                  <a16:creationId xmlns:a16="http://schemas.microsoft.com/office/drawing/2014/main" id="{A8D8F318-D474-8745-9083-F1F1627B135F}"/>
                </a:ext>
              </a:extLst>
            </p:cNvPr>
            <p:cNvPicPr/>
            <p:nvPr/>
          </p:nvPicPr>
          <p:blipFill>
            <a:blip r:embed="rId28"/>
            <a:stretch>
              <a:fillRect/>
            </a:stretch>
          </p:blipFill>
          <p:spPr>
            <a:xfrm>
              <a:off x="2185416" y="4221480"/>
              <a:ext cx="650748" cy="533400"/>
            </a:xfrm>
            <a:prstGeom prst="rect">
              <a:avLst/>
            </a:prstGeom>
          </p:spPr>
        </p:pic>
        <p:pic>
          <p:nvPicPr>
            <p:cNvPr id="422" name="object 140">
              <a:extLst>
                <a:ext uri="{FF2B5EF4-FFF2-40B4-BE49-F238E27FC236}">
                  <a16:creationId xmlns:a16="http://schemas.microsoft.com/office/drawing/2014/main" id="{E63D2669-6C1B-FE42-BB01-88D1149703EC}"/>
                </a:ext>
              </a:extLst>
            </p:cNvPr>
            <p:cNvPicPr/>
            <p:nvPr/>
          </p:nvPicPr>
          <p:blipFill>
            <a:blip r:embed="rId34"/>
            <a:stretch>
              <a:fillRect/>
            </a:stretch>
          </p:blipFill>
          <p:spPr>
            <a:xfrm>
              <a:off x="2485644" y="4174236"/>
              <a:ext cx="244601" cy="244601"/>
            </a:xfrm>
            <a:prstGeom prst="rect">
              <a:avLst/>
            </a:prstGeom>
          </p:spPr>
        </p:pic>
        <p:pic>
          <p:nvPicPr>
            <p:cNvPr id="423" name="object 141">
              <a:extLst>
                <a:ext uri="{FF2B5EF4-FFF2-40B4-BE49-F238E27FC236}">
                  <a16:creationId xmlns:a16="http://schemas.microsoft.com/office/drawing/2014/main" id="{B2E0F952-179E-7244-B88F-A16D1E5BBEDF}"/>
                </a:ext>
              </a:extLst>
            </p:cNvPr>
            <p:cNvPicPr/>
            <p:nvPr/>
          </p:nvPicPr>
          <p:blipFill>
            <a:blip r:embed="rId31"/>
            <a:stretch>
              <a:fillRect/>
            </a:stretch>
          </p:blipFill>
          <p:spPr>
            <a:xfrm>
              <a:off x="2631186" y="4335780"/>
              <a:ext cx="245363" cy="244601"/>
            </a:xfrm>
            <a:prstGeom prst="rect">
              <a:avLst/>
            </a:prstGeom>
          </p:spPr>
        </p:pic>
        <p:pic>
          <p:nvPicPr>
            <p:cNvPr id="424" name="object 142">
              <a:extLst>
                <a:ext uri="{FF2B5EF4-FFF2-40B4-BE49-F238E27FC236}">
                  <a16:creationId xmlns:a16="http://schemas.microsoft.com/office/drawing/2014/main" id="{D818C955-6F55-2749-82ED-577F9C4F1301}"/>
                </a:ext>
              </a:extLst>
            </p:cNvPr>
            <p:cNvPicPr/>
            <p:nvPr/>
          </p:nvPicPr>
          <p:blipFill>
            <a:blip r:embed="rId35"/>
            <a:stretch>
              <a:fillRect/>
            </a:stretch>
          </p:blipFill>
          <p:spPr>
            <a:xfrm>
              <a:off x="2375154" y="4308348"/>
              <a:ext cx="246125" cy="245363"/>
            </a:xfrm>
            <a:prstGeom prst="rect">
              <a:avLst/>
            </a:prstGeom>
          </p:spPr>
        </p:pic>
        <p:pic>
          <p:nvPicPr>
            <p:cNvPr id="425" name="object 143">
              <a:extLst>
                <a:ext uri="{FF2B5EF4-FFF2-40B4-BE49-F238E27FC236}">
                  <a16:creationId xmlns:a16="http://schemas.microsoft.com/office/drawing/2014/main" id="{D0733982-E2D1-DC4A-9F90-BCA5E32B813B}"/>
                </a:ext>
              </a:extLst>
            </p:cNvPr>
            <p:cNvPicPr/>
            <p:nvPr/>
          </p:nvPicPr>
          <p:blipFill>
            <a:blip r:embed="rId36"/>
            <a:stretch>
              <a:fillRect/>
            </a:stretch>
          </p:blipFill>
          <p:spPr>
            <a:xfrm>
              <a:off x="2395830" y="3787943"/>
              <a:ext cx="147622" cy="332149"/>
            </a:xfrm>
            <a:prstGeom prst="rect">
              <a:avLst/>
            </a:prstGeom>
          </p:spPr>
        </p:pic>
        <p:pic>
          <p:nvPicPr>
            <p:cNvPr id="426" name="object 144">
              <a:extLst>
                <a:ext uri="{FF2B5EF4-FFF2-40B4-BE49-F238E27FC236}">
                  <a16:creationId xmlns:a16="http://schemas.microsoft.com/office/drawing/2014/main" id="{3510FF36-A778-5344-BF02-4F265AE49CC2}"/>
                </a:ext>
              </a:extLst>
            </p:cNvPr>
            <p:cNvPicPr/>
            <p:nvPr/>
          </p:nvPicPr>
          <p:blipFill>
            <a:blip r:embed="rId37"/>
            <a:stretch>
              <a:fillRect/>
            </a:stretch>
          </p:blipFill>
          <p:spPr>
            <a:xfrm>
              <a:off x="2575560" y="3858417"/>
              <a:ext cx="341375" cy="249112"/>
            </a:xfrm>
            <a:prstGeom prst="rect">
              <a:avLst/>
            </a:prstGeom>
          </p:spPr>
        </p:pic>
        <p:sp>
          <p:nvSpPr>
            <p:cNvPr id="427" name="object 145">
              <a:extLst>
                <a:ext uri="{FF2B5EF4-FFF2-40B4-BE49-F238E27FC236}">
                  <a16:creationId xmlns:a16="http://schemas.microsoft.com/office/drawing/2014/main" id="{C6A784FF-7BA6-1741-A887-D25ACF73AFCC}"/>
                </a:ext>
              </a:extLst>
            </p:cNvPr>
            <p:cNvSpPr/>
            <p:nvPr/>
          </p:nvSpPr>
          <p:spPr>
            <a:xfrm>
              <a:off x="2185416" y="4113276"/>
              <a:ext cx="939165" cy="0"/>
            </a:xfrm>
            <a:custGeom>
              <a:avLst/>
              <a:gdLst/>
              <a:ahLst/>
              <a:cxnLst/>
              <a:rect l="l" t="t" r="r" b="b"/>
              <a:pathLst>
                <a:path w="939164">
                  <a:moveTo>
                    <a:pt x="0" y="0"/>
                  </a:moveTo>
                  <a:lnTo>
                    <a:pt x="938783" y="0"/>
                  </a:lnTo>
                </a:path>
              </a:pathLst>
            </a:custGeom>
            <a:ln w="38100">
              <a:solidFill>
                <a:srgbClr val="BDBDB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28" name="object 146">
            <a:extLst>
              <a:ext uri="{FF2B5EF4-FFF2-40B4-BE49-F238E27FC236}">
                <a16:creationId xmlns:a16="http://schemas.microsoft.com/office/drawing/2014/main" id="{756E53F7-26F2-EC43-97B4-222EEBEBE4A1}"/>
              </a:ext>
            </a:extLst>
          </p:cNvPr>
          <p:cNvGrpSpPr/>
          <p:nvPr/>
        </p:nvGrpSpPr>
        <p:grpSpPr>
          <a:xfrm>
            <a:off x="3292602" y="3787943"/>
            <a:ext cx="939165" cy="934719"/>
            <a:chOff x="3292602" y="3787943"/>
            <a:chExt cx="939165" cy="934719"/>
          </a:xfrm>
        </p:grpSpPr>
        <p:pic>
          <p:nvPicPr>
            <p:cNvPr id="429" name="object 147">
              <a:extLst>
                <a:ext uri="{FF2B5EF4-FFF2-40B4-BE49-F238E27FC236}">
                  <a16:creationId xmlns:a16="http://schemas.microsoft.com/office/drawing/2014/main" id="{B94BFC5B-7633-CC42-974D-F9EA811671DB}"/>
                </a:ext>
              </a:extLst>
            </p:cNvPr>
            <p:cNvPicPr/>
            <p:nvPr/>
          </p:nvPicPr>
          <p:blipFill>
            <a:blip r:embed="rId28"/>
            <a:stretch>
              <a:fillRect/>
            </a:stretch>
          </p:blipFill>
          <p:spPr>
            <a:xfrm>
              <a:off x="3301746" y="4187952"/>
              <a:ext cx="651510" cy="534162"/>
            </a:xfrm>
            <a:prstGeom prst="rect">
              <a:avLst/>
            </a:prstGeom>
          </p:spPr>
        </p:pic>
        <p:pic>
          <p:nvPicPr>
            <p:cNvPr id="430" name="object 148">
              <a:extLst>
                <a:ext uri="{FF2B5EF4-FFF2-40B4-BE49-F238E27FC236}">
                  <a16:creationId xmlns:a16="http://schemas.microsoft.com/office/drawing/2014/main" id="{4576E8BF-4D7A-344F-8B27-0DE6CF65E7B2}"/>
                </a:ext>
              </a:extLst>
            </p:cNvPr>
            <p:cNvPicPr/>
            <p:nvPr/>
          </p:nvPicPr>
          <p:blipFill>
            <a:blip r:embed="rId29"/>
            <a:stretch>
              <a:fillRect/>
            </a:stretch>
          </p:blipFill>
          <p:spPr>
            <a:xfrm>
              <a:off x="3491484" y="4274820"/>
              <a:ext cx="246125" cy="246125"/>
            </a:xfrm>
            <a:prstGeom prst="rect">
              <a:avLst/>
            </a:prstGeom>
          </p:spPr>
        </p:pic>
        <p:pic>
          <p:nvPicPr>
            <p:cNvPr id="431" name="object 149">
              <a:extLst>
                <a:ext uri="{FF2B5EF4-FFF2-40B4-BE49-F238E27FC236}">
                  <a16:creationId xmlns:a16="http://schemas.microsoft.com/office/drawing/2014/main" id="{3727BC78-E0DC-FF4B-A62F-91BBF737892A}"/>
                </a:ext>
              </a:extLst>
            </p:cNvPr>
            <p:cNvPicPr/>
            <p:nvPr/>
          </p:nvPicPr>
          <p:blipFill>
            <a:blip r:embed="rId33"/>
            <a:stretch>
              <a:fillRect/>
            </a:stretch>
          </p:blipFill>
          <p:spPr>
            <a:xfrm>
              <a:off x="3643122" y="4174236"/>
              <a:ext cx="245363" cy="244601"/>
            </a:xfrm>
            <a:prstGeom prst="rect">
              <a:avLst/>
            </a:prstGeom>
          </p:spPr>
        </p:pic>
        <p:pic>
          <p:nvPicPr>
            <p:cNvPr id="432" name="object 150">
              <a:extLst>
                <a:ext uri="{FF2B5EF4-FFF2-40B4-BE49-F238E27FC236}">
                  <a16:creationId xmlns:a16="http://schemas.microsoft.com/office/drawing/2014/main" id="{FECD8B83-061D-7442-8D9E-12067C83334B}"/>
                </a:ext>
              </a:extLst>
            </p:cNvPr>
            <p:cNvPicPr/>
            <p:nvPr/>
          </p:nvPicPr>
          <p:blipFill>
            <a:blip r:embed="rId38"/>
            <a:stretch>
              <a:fillRect/>
            </a:stretch>
          </p:blipFill>
          <p:spPr>
            <a:xfrm>
              <a:off x="3694176" y="4315206"/>
              <a:ext cx="245363" cy="244601"/>
            </a:xfrm>
            <a:prstGeom prst="rect">
              <a:avLst/>
            </a:prstGeom>
          </p:spPr>
        </p:pic>
        <p:pic>
          <p:nvPicPr>
            <p:cNvPr id="433" name="object 151">
              <a:extLst>
                <a:ext uri="{FF2B5EF4-FFF2-40B4-BE49-F238E27FC236}">
                  <a16:creationId xmlns:a16="http://schemas.microsoft.com/office/drawing/2014/main" id="{C8ABD44C-72F2-7C4F-80B6-AA8902A422D0}"/>
                </a:ext>
              </a:extLst>
            </p:cNvPr>
            <p:cNvPicPr/>
            <p:nvPr/>
          </p:nvPicPr>
          <p:blipFill>
            <a:blip r:embed="rId36"/>
            <a:stretch>
              <a:fillRect/>
            </a:stretch>
          </p:blipFill>
          <p:spPr>
            <a:xfrm>
              <a:off x="3492349" y="3787943"/>
              <a:ext cx="147622" cy="332149"/>
            </a:xfrm>
            <a:prstGeom prst="rect">
              <a:avLst/>
            </a:prstGeom>
          </p:spPr>
        </p:pic>
        <p:pic>
          <p:nvPicPr>
            <p:cNvPr id="434" name="object 152">
              <a:extLst>
                <a:ext uri="{FF2B5EF4-FFF2-40B4-BE49-F238E27FC236}">
                  <a16:creationId xmlns:a16="http://schemas.microsoft.com/office/drawing/2014/main" id="{7E0B0F43-094A-F04E-BCCC-77683DC3FF9F}"/>
                </a:ext>
              </a:extLst>
            </p:cNvPr>
            <p:cNvPicPr/>
            <p:nvPr/>
          </p:nvPicPr>
          <p:blipFill>
            <a:blip r:embed="rId39"/>
            <a:stretch>
              <a:fillRect/>
            </a:stretch>
          </p:blipFill>
          <p:spPr>
            <a:xfrm>
              <a:off x="3695751" y="3787943"/>
              <a:ext cx="332891" cy="332149"/>
            </a:xfrm>
            <a:prstGeom prst="rect">
              <a:avLst/>
            </a:prstGeom>
          </p:spPr>
        </p:pic>
        <p:sp>
          <p:nvSpPr>
            <p:cNvPr id="435" name="object 153">
              <a:extLst>
                <a:ext uri="{FF2B5EF4-FFF2-40B4-BE49-F238E27FC236}">
                  <a16:creationId xmlns:a16="http://schemas.microsoft.com/office/drawing/2014/main" id="{15ED67A7-452A-1346-981E-F6EE2B41136B}"/>
                </a:ext>
              </a:extLst>
            </p:cNvPr>
            <p:cNvSpPr/>
            <p:nvPr/>
          </p:nvSpPr>
          <p:spPr>
            <a:xfrm>
              <a:off x="3292602" y="4113276"/>
              <a:ext cx="939165" cy="0"/>
            </a:xfrm>
            <a:custGeom>
              <a:avLst/>
              <a:gdLst/>
              <a:ahLst/>
              <a:cxnLst/>
              <a:rect l="l" t="t" r="r" b="b"/>
              <a:pathLst>
                <a:path w="939164">
                  <a:moveTo>
                    <a:pt x="0" y="0"/>
                  </a:moveTo>
                  <a:lnTo>
                    <a:pt x="938784" y="0"/>
                  </a:lnTo>
                </a:path>
              </a:pathLst>
            </a:custGeom>
            <a:ln w="38100">
              <a:solidFill>
                <a:srgbClr val="BDBDB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36" name="object 154">
            <a:extLst>
              <a:ext uri="{FF2B5EF4-FFF2-40B4-BE49-F238E27FC236}">
                <a16:creationId xmlns:a16="http://schemas.microsoft.com/office/drawing/2014/main" id="{C3B3CBBE-4047-2641-A68E-3691CDF258FA}"/>
              </a:ext>
            </a:extLst>
          </p:cNvPr>
          <p:cNvGrpSpPr/>
          <p:nvPr/>
        </p:nvGrpSpPr>
        <p:grpSpPr>
          <a:xfrm>
            <a:off x="1078230" y="3787943"/>
            <a:ext cx="939165" cy="976630"/>
            <a:chOff x="1078230" y="3787943"/>
            <a:chExt cx="939165" cy="976630"/>
          </a:xfrm>
        </p:grpSpPr>
        <p:pic>
          <p:nvPicPr>
            <p:cNvPr id="437" name="object 155">
              <a:extLst>
                <a:ext uri="{FF2B5EF4-FFF2-40B4-BE49-F238E27FC236}">
                  <a16:creationId xmlns:a16="http://schemas.microsoft.com/office/drawing/2014/main" id="{7C52E5C0-1D24-6E48-B09A-C9F23658F7B6}"/>
                </a:ext>
              </a:extLst>
            </p:cNvPr>
            <p:cNvPicPr/>
            <p:nvPr/>
          </p:nvPicPr>
          <p:blipFill>
            <a:blip r:embed="rId40"/>
            <a:stretch>
              <a:fillRect/>
            </a:stretch>
          </p:blipFill>
          <p:spPr>
            <a:xfrm>
              <a:off x="1388407" y="4178851"/>
              <a:ext cx="239986" cy="239986"/>
            </a:xfrm>
            <a:prstGeom prst="rect">
              <a:avLst/>
            </a:prstGeom>
          </p:spPr>
        </p:pic>
        <p:pic>
          <p:nvPicPr>
            <p:cNvPr id="438" name="object 156">
              <a:extLst>
                <a:ext uri="{FF2B5EF4-FFF2-40B4-BE49-F238E27FC236}">
                  <a16:creationId xmlns:a16="http://schemas.microsoft.com/office/drawing/2014/main" id="{77C40C22-A211-8841-8E0F-3159A5001248}"/>
                </a:ext>
              </a:extLst>
            </p:cNvPr>
            <p:cNvPicPr/>
            <p:nvPr/>
          </p:nvPicPr>
          <p:blipFill>
            <a:blip r:embed="rId28"/>
            <a:stretch>
              <a:fillRect/>
            </a:stretch>
          </p:blipFill>
          <p:spPr>
            <a:xfrm>
              <a:off x="1107948" y="4230624"/>
              <a:ext cx="650747" cy="533400"/>
            </a:xfrm>
            <a:prstGeom prst="rect">
              <a:avLst/>
            </a:prstGeom>
          </p:spPr>
        </p:pic>
        <p:pic>
          <p:nvPicPr>
            <p:cNvPr id="439" name="object 157">
              <a:extLst>
                <a:ext uri="{FF2B5EF4-FFF2-40B4-BE49-F238E27FC236}">
                  <a16:creationId xmlns:a16="http://schemas.microsoft.com/office/drawing/2014/main" id="{2A4845FF-5B83-DD4B-A5FB-F28751E0FE9C}"/>
                </a:ext>
              </a:extLst>
            </p:cNvPr>
            <p:cNvPicPr/>
            <p:nvPr/>
          </p:nvPicPr>
          <p:blipFill>
            <a:blip r:embed="rId29"/>
            <a:stretch>
              <a:fillRect/>
            </a:stretch>
          </p:blipFill>
          <p:spPr>
            <a:xfrm>
              <a:off x="1259586" y="4316730"/>
              <a:ext cx="246125" cy="246125"/>
            </a:xfrm>
            <a:prstGeom prst="rect">
              <a:avLst/>
            </a:prstGeom>
          </p:spPr>
        </p:pic>
        <p:pic>
          <p:nvPicPr>
            <p:cNvPr id="440" name="object 158">
              <a:extLst>
                <a:ext uri="{FF2B5EF4-FFF2-40B4-BE49-F238E27FC236}">
                  <a16:creationId xmlns:a16="http://schemas.microsoft.com/office/drawing/2014/main" id="{E57B8BE7-70BB-AB44-AECA-14A3A49161CD}"/>
                </a:ext>
              </a:extLst>
            </p:cNvPr>
            <p:cNvPicPr/>
            <p:nvPr/>
          </p:nvPicPr>
          <p:blipFill>
            <a:blip r:embed="rId41"/>
            <a:stretch>
              <a:fillRect/>
            </a:stretch>
          </p:blipFill>
          <p:spPr>
            <a:xfrm>
              <a:off x="1504188" y="4356354"/>
              <a:ext cx="255269" cy="256031"/>
            </a:xfrm>
            <a:prstGeom prst="rect">
              <a:avLst/>
            </a:prstGeom>
          </p:spPr>
        </p:pic>
        <p:pic>
          <p:nvPicPr>
            <p:cNvPr id="441" name="object 159">
              <a:extLst>
                <a:ext uri="{FF2B5EF4-FFF2-40B4-BE49-F238E27FC236}">
                  <a16:creationId xmlns:a16="http://schemas.microsoft.com/office/drawing/2014/main" id="{8012B669-346D-F546-B9AD-C09A7282B7F0}"/>
                </a:ext>
              </a:extLst>
            </p:cNvPr>
            <p:cNvPicPr/>
            <p:nvPr/>
          </p:nvPicPr>
          <p:blipFill>
            <a:blip r:embed="rId42"/>
            <a:stretch>
              <a:fillRect/>
            </a:stretch>
          </p:blipFill>
          <p:spPr>
            <a:xfrm>
              <a:off x="1335343" y="3787943"/>
              <a:ext cx="147951" cy="332149"/>
            </a:xfrm>
            <a:prstGeom prst="rect">
              <a:avLst/>
            </a:prstGeom>
          </p:spPr>
        </p:pic>
        <p:pic>
          <p:nvPicPr>
            <p:cNvPr id="442" name="object 160">
              <a:extLst>
                <a:ext uri="{FF2B5EF4-FFF2-40B4-BE49-F238E27FC236}">
                  <a16:creationId xmlns:a16="http://schemas.microsoft.com/office/drawing/2014/main" id="{1CDBACA7-D543-CC4B-A1E8-8C9217030033}"/>
                </a:ext>
              </a:extLst>
            </p:cNvPr>
            <p:cNvPicPr/>
            <p:nvPr/>
          </p:nvPicPr>
          <p:blipFill>
            <a:blip r:embed="rId43"/>
            <a:stretch>
              <a:fillRect/>
            </a:stretch>
          </p:blipFill>
          <p:spPr>
            <a:xfrm>
              <a:off x="1479042" y="3804666"/>
              <a:ext cx="341376" cy="342138"/>
            </a:xfrm>
            <a:prstGeom prst="rect">
              <a:avLst/>
            </a:prstGeom>
          </p:spPr>
        </p:pic>
        <p:sp>
          <p:nvSpPr>
            <p:cNvPr id="443" name="object 161">
              <a:extLst>
                <a:ext uri="{FF2B5EF4-FFF2-40B4-BE49-F238E27FC236}">
                  <a16:creationId xmlns:a16="http://schemas.microsoft.com/office/drawing/2014/main" id="{62F49BA5-A3FA-9443-AAF7-33C44D515546}"/>
                </a:ext>
              </a:extLst>
            </p:cNvPr>
            <p:cNvSpPr/>
            <p:nvPr/>
          </p:nvSpPr>
          <p:spPr>
            <a:xfrm>
              <a:off x="1078230" y="4113276"/>
              <a:ext cx="939165" cy="0"/>
            </a:xfrm>
            <a:custGeom>
              <a:avLst/>
              <a:gdLst/>
              <a:ahLst/>
              <a:cxnLst/>
              <a:rect l="l" t="t" r="r" b="b"/>
              <a:pathLst>
                <a:path w="939164">
                  <a:moveTo>
                    <a:pt x="0" y="0"/>
                  </a:moveTo>
                  <a:lnTo>
                    <a:pt x="938783" y="0"/>
                  </a:lnTo>
                </a:path>
              </a:pathLst>
            </a:custGeom>
            <a:ln w="38100">
              <a:solidFill>
                <a:srgbClr val="BDBDB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44" name="object 162">
            <a:extLst>
              <a:ext uri="{FF2B5EF4-FFF2-40B4-BE49-F238E27FC236}">
                <a16:creationId xmlns:a16="http://schemas.microsoft.com/office/drawing/2014/main" id="{9108396B-573E-E742-860E-75A8F3B34399}"/>
              </a:ext>
            </a:extLst>
          </p:cNvPr>
          <p:cNvGrpSpPr/>
          <p:nvPr/>
        </p:nvGrpSpPr>
        <p:grpSpPr>
          <a:xfrm>
            <a:off x="1421891" y="5347715"/>
            <a:ext cx="657225" cy="584835"/>
            <a:chOff x="1421891" y="5347715"/>
            <a:chExt cx="657225" cy="584835"/>
          </a:xfrm>
        </p:grpSpPr>
        <p:pic>
          <p:nvPicPr>
            <p:cNvPr id="445" name="object 163">
              <a:extLst>
                <a:ext uri="{FF2B5EF4-FFF2-40B4-BE49-F238E27FC236}">
                  <a16:creationId xmlns:a16="http://schemas.microsoft.com/office/drawing/2014/main" id="{8C3CC551-DE30-2F4F-8B76-5B6025365975}"/>
                </a:ext>
              </a:extLst>
            </p:cNvPr>
            <p:cNvPicPr/>
            <p:nvPr/>
          </p:nvPicPr>
          <p:blipFill>
            <a:blip r:embed="rId44"/>
            <a:stretch>
              <a:fillRect/>
            </a:stretch>
          </p:blipFill>
          <p:spPr>
            <a:xfrm>
              <a:off x="1629215" y="5361431"/>
              <a:ext cx="197238" cy="233934"/>
            </a:xfrm>
            <a:prstGeom prst="rect">
              <a:avLst/>
            </a:prstGeom>
          </p:spPr>
        </p:pic>
        <p:pic>
          <p:nvPicPr>
            <p:cNvPr id="446" name="object 164">
              <a:extLst>
                <a:ext uri="{FF2B5EF4-FFF2-40B4-BE49-F238E27FC236}">
                  <a16:creationId xmlns:a16="http://schemas.microsoft.com/office/drawing/2014/main" id="{F3322825-1943-5949-A81D-7CD9586DE9BA}"/>
                </a:ext>
              </a:extLst>
            </p:cNvPr>
            <p:cNvPicPr/>
            <p:nvPr/>
          </p:nvPicPr>
          <p:blipFill>
            <a:blip r:embed="rId45"/>
            <a:stretch>
              <a:fillRect/>
            </a:stretch>
          </p:blipFill>
          <p:spPr>
            <a:xfrm>
              <a:off x="1816607" y="5347715"/>
              <a:ext cx="233933" cy="233934"/>
            </a:xfrm>
            <a:prstGeom prst="rect">
              <a:avLst/>
            </a:prstGeom>
          </p:spPr>
        </p:pic>
        <p:pic>
          <p:nvPicPr>
            <p:cNvPr id="447" name="object 165">
              <a:extLst>
                <a:ext uri="{FF2B5EF4-FFF2-40B4-BE49-F238E27FC236}">
                  <a16:creationId xmlns:a16="http://schemas.microsoft.com/office/drawing/2014/main" id="{74D01B4E-38B8-3A47-9111-105E2F4C080D}"/>
                </a:ext>
              </a:extLst>
            </p:cNvPr>
            <p:cNvPicPr/>
            <p:nvPr/>
          </p:nvPicPr>
          <p:blipFill>
            <a:blip r:embed="rId46"/>
            <a:stretch>
              <a:fillRect/>
            </a:stretch>
          </p:blipFill>
          <p:spPr>
            <a:xfrm>
              <a:off x="1633727" y="5551931"/>
              <a:ext cx="233934" cy="233934"/>
            </a:xfrm>
            <a:prstGeom prst="rect">
              <a:avLst/>
            </a:prstGeom>
          </p:spPr>
        </p:pic>
        <p:pic>
          <p:nvPicPr>
            <p:cNvPr id="448" name="object 166">
              <a:extLst>
                <a:ext uri="{FF2B5EF4-FFF2-40B4-BE49-F238E27FC236}">
                  <a16:creationId xmlns:a16="http://schemas.microsoft.com/office/drawing/2014/main" id="{A99B78FA-DCBD-9B48-A570-99A8E15B809A}"/>
                </a:ext>
              </a:extLst>
            </p:cNvPr>
            <p:cNvPicPr/>
            <p:nvPr/>
          </p:nvPicPr>
          <p:blipFill>
            <a:blip r:embed="rId47"/>
            <a:stretch>
              <a:fillRect/>
            </a:stretch>
          </p:blipFill>
          <p:spPr>
            <a:xfrm>
              <a:off x="1844801" y="5521451"/>
              <a:ext cx="233934" cy="233934"/>
            </a:xfrm>
            <a:prstGeom prst="rect">
              <a:avLst/>
            </a:prstGeom>
          </p:spPr>
        </p:pic>
        <p:pic>
          <p:nvPicPr>
            <p:cNvPr id="449" name="object 167">
              <a:extLst>
                <a:ext uri="{FF2B5EF4-FFF2-40B4-BE49-F238E27FC236}">
                  <a16:creationId xmlns:a16="http://schemas.microsoft.com/office/drawing/2014/main" id="{1041E378-01D0-0441-916B-B03685719CCE}"/>
                </a:ext>
              </a:extLst>
            </p:cNvPr>
            <p:cNvPicPr/>
            <p:nvPr/>
          </p:nvPicPr>
          <p:blipFill>
            <a:blip r:embed="rId28"/>
            <a:stretch>
              <a:fillRect/>
            </a:stretch>
          </p:blipFill>
          <p:spPr>
            <a:xfrm>
              <a:off x="1421891" y="5399531"/>
              <a:ext cx="649985" cy="532638"/>
            </a:xfrm>
            <a:prstGeom prst="rect">
              <a:avLst/>
            </a:prstGeom>
          </p:spPr>
        </p:pic>
      </p:grpSp>
      <p:grpSp>
        <p:nvGrpSpPr>
          <p:cNvPr id="450" name="object 168">
            <a:extLst>
              <a:ext uri="{FF2B5EF4-FFF2-40B4-BE49-F238E27FC236}">
                <a16:creationId xmlns:a16="http://schemas.microsoft.com/office/drawing/2014/main" id="{E4C0665C-62E8-3945-BCB3-266119B6107F}"/>
              </a:ext>
            </a:extLst>
          </p:cNvPr>
          <p:cNvGrpSpPr/>
          <p:nvPr/>
        </p:nvGrpSpPr>
        <p:grpSpPr>
          <a:xfrm>
            <a:off x="2743200" y="5385053"/>
            <a:ext cx="654050" cy="547370"/>
            <a:chOff x="2743200" y="5385053"/>
            <a:chExt cx="654050" cy="547370"/>
          </a:xfrm>
        </p:grpSpPr>
        <p:pic>
          <p:nvPicPr>
            <p:cNvPr id="451" name="object 169">
              <a:extLst>
                <a:ext uri="{FF2B5EF4-FFF2-40B4-BE49-F238E27FC236}">
                  <a16:creationId xmlns:a16="http://schemas.microsoft.com/office/drawing/2014/main" id="{AA58C229-91B1-494B-A49B-70AAF7DF3C6C}"/>
                </a:ext>
              </a:extLst>
            </p:cNvPr>
            <p:cNvPicPr/>
            <p:nvPr/>
          </p:nvPicPr>
          <p:blipFill>
            <a:blip r:embed="rId44"/>
            <a:stretch>
              <a:fillRect/>
            </a:stretch>
          </p:blipFill>
          <p:spPr>
            <a:xfrm>
              <a:off x="3199697" y="5509259"/>
              <a:ext cx="197238" cy="233934"/>
            </a:xfrm>
            <a:prstGeom prst="rect">
              <a:avLst/>
            </a:prstGeom>
          </p:spPr>
        </p:pic>
        <p:pic>
          <p:nvPicPr>
            <p:cNvPr id="452" name="object 170">
              <a:extLst>
                <a:ext uri="{FF2B5EF4-FFF2-40B4-BE49-F238E27FC236}">
                  <a16:creationId xmlns:a16="http://schemas.microsoft.com/office/drawing/2014/main" id="{4C6B61B5-3040-614E-BF27-9FAEF497390D}"/>
                </a:ext>
              </a:extLst>
            </p:cNvPr>
            <p:cNvPicPr/>
            <p:nvPr/>
          </p:nvPicPr>
          <p:blipFill>
            <a:blip r:embed="rId48"/>
            <a:stretch>
              <a:fillRect/>
            </a:stretch>
          </p:blipFill>
          <p:spPr>
            <a:xfrm>
              <a:off x="3061715" y="5453633"/>
              <a:ext cx="233933" cy="233934"/>
            </a:xfrm>
            <a:prstGeom prst="rect">
              <a:avLst/>
            </a:prstGeom>
          </p:spPr>
        </p:pic>
        <p:pic>
          <p:nvPicPr>
            <p:cNvPr id="453" name="object 171">
              <a:extLst>
                <a:ext uri="{FF2B5EF4-FFF2-40B4-BE49-F238E27FC236}">
                  <a16:creationId xmlns:a16="http://schemas.microsoft.com/office/drawing/2014/main" id="{73E79A24-486B-0947-881E-5B9A3C7AA1BD}"/>
                </a:ext>
              </a:extLst>
            </p:cNvPr>
            <p:cNvPicPr/>
            <p:nvPr/>
          </p:nvPicPr>
          <p:blipFill>
            <a:blip r:embed="rId45"/>
            <a:stretch>
              <a:fillRect/>
            </a:stretch>
          </p:blipFill>
          <p:spPr>
            <a:xfrm>
              <a:off x="2891028" y="5385053"/>
              <a:ext cx="233934" cy="233934"/>
            </a:xfrm>
            <a:prstGeom prst="rect">
              <a:avLst/>
            </a:prstGeom>
          </p:spPr>
        </p:pic>
        <p:pic>
          <p:nvPicPr>
            <p:cNvPr id="454" name="object 172">
              <a:extLst>
                <a:ext uri="{FF2B5EF4-FFF2-40B4-BE49-F238E27FC236}">
                  <a16:creationId xmlns:a16="http://schemas.microsoft.com/office/drawing/2014/main" id="{E15B7DCB-0DF7-7F4D-BE04-E2A129A15B43}"/>
                </a:ext>
              </a:extLst>
            </p:cNvPr>
            <p:cNvPicPr/>
            <p:nvPr/>
          </p:nvPicPr>
          <p:blipFill>
            <a:blip r:embed="rId47"/>
            <a:stretch>
              <a:fillRect/>
            </a:stretch>
          </p:blipFill>
          <p:spPr>
            <a:xfrm>
              <a:off x="2980181" y="5521451"/>
              <a:ext cx="233933" cy="233934"/>
            </a:xfrm>
            <a:prstGeom prst="rect">
              <a:avLst/>
            </a:prstGeom>
          </p:spPr>
        </p:pic>
        <p:pic>
          <p:nvPicPr>
            <p:cNvPr id="455" name="object 173">
              <a:extLst>
                <a:ext uri="{FF2B5EF4-FFF2-40B4-BE49-F238E27FC236}">
                  <a16:creationId xmlns:a16="http://schemas.microsoft.com/office/drawing/2014/main" id="{02961183-C318-B947-A99A-498A23B9B18F}"/>
                </a:ext>
              </a:extLst>
            </p:cNvPr>
            <p:cNvPicPr/>
            <p:nvPr/>
          </p:nvPicPr>
          <p:blipFill>
            <a:blip r:embed="rId28"/>
            <a:stretch>
              <a:fillRect/>
            </a:stretch>
          </p:blipFill>
          <p:spPr>
            <a:xfrm>
              <a:off x="2743200" y="5399531"/>
              <a:ext cx="649224" cy="532638"/>
            </a:xfrm>
            <a:prstGeom prst="rect">
              <a:avLst/>
            </a:prstGeom>
          </p:spPr>
        </p:pic>
      </p:grpSp>
      <p:grpSp>
        <p:nvGrpSpPr>
          <p:cNvPr id="456" name="object 174">
            <a:extLst>
              <a:ext uri="{FF2B5EF4-FFF2-40B4-BE49-F238E27FC236}">
                <a16:creationId xmlns:a16="http://schemas.microsoft.com/office/drawing/2014/main" id="{86C7E096-1DE7-5A45-8667-9A7133746E79}"/>
              </a:ext>
            </a:extLst>
          </p:cNvPr>
          <p:cNvGrpSpPr/>
          <p:nvPr/>
        </p:nvGrpSpPr>
        <p:grpSpPr>
          <a:xfrm>
            <a:off x="4078985" y="5347715"/>
            <a:ext cx="692785" cy="584835"/>
            <a:chOff x="4078985" y="5347715"/>
            <a:chExt cx="692785" cy="584835"/>
          </a:xfrm>
        </p:grpSpPr>
        <p:pic>
          <p:nvPicPr>
            <p:cNvPr id="457" name="object 175">
              <a:extLst>
                <a:ext uri="{FF2B5EF4-FFF2-40B4-BE49-F238E27FC236}">
                  <a16:creationId xmlns:a16="http://schemas.microsoft.com/office/drawing/2014/main" id="{0A6EBD9C-E4B8-0744-BC31-8734AA967042}"/>
                </a:ext>
              </a:extLst>
            </p:cNvPr>
            <p:cNvPicPr/>
            <p:nvPr/>
          </p:nvPicPr>
          <p:blipFill>
            <a:blip r:embed="rId49"/>
            <a:stretch>
              <a:fillRect/>
            </a:stretch>
          </p:blipFill>
          <p:spPr>
            <a:xfrm>
              <a:off x="4297799" y="5375909"/>
              <a:ext cx="197880" cy="233934"/>
            </a:xfrm>
            <a:prstGeom prst="rect">
              <a:avLst/>
            </a:prstGeom>
          </p:spPr>
        </p:pic>
        <p:pic>
          <p:nvPicPr>
            <p:cNvPr id="458" name="object 176">
              <a:extLst>
                <a:ext uri="{FF2B5EF4-FFF2-40B4-BE49-F238E27FC236}">
                  <a16:creationId xmlns:a16="http://schemas.microsoft.com/office/drawing/2014/main" id="{79CF5F2D-FFFF-844C-A62E-F17D41BD2270}"/>
                </a:ext>
              </a:extLst>
            </p:cNvPr>
            <p:cNvPicPr/>
            <p:nvPr/>
          </p:nvPicPr>
          <p:blipFill>
            <a:blip r:embed="rId48"/>
            <a:stretch>
              <a:fillRect/>
            </a:stretch>
          </p:blipFill>
          <p:spPr>
            <a:xfrm>
              <a:off x="4450079" y="5347715"/>
              <a:ext cx="233934" cy="233934"/>
            </a:xfrm>
            <a:prstGeom prst="rect">
              <a:avLst/>
            </a:prstGeom>
          </p:spPr>
        </p:pic>
        <p:pic>
          <p:nvPicPr>
            <p:cNvPr id="459" name="object 177">
              <a:extLst>
                <a:ext uri="{FF2B5EF4-FFF2-40B4-BE49-F238E27FC236}">
                  <a16:creationId xmlns:a16="http://schemas.microsoft.com/office/drawing/2014/main" id="{BC401F5E-25B5-284C-9868-A7C2D44A631A}"/>
                </a:ext>
              </a:extLst>
            </p:cNvPr>
            <p:cNvPicPr/>
            <p:nvPr/>
          </p:nvPicPr>
          <p:blipFill>
            <a:blip r:embed="rId50"/>
            <a:stretch>
              <a:fillRect/>
            </a:stretch>
          </p:blipFill>
          <p:spPr>
            <a:xfrm>
              <a:off x="4299203" y="5534405"/>
              <a:ext cx="234696" cy="234696"/>
            </a:xfrm>
            <a:prstGeom prst="rect">
              <a:avLst/>
            </a:prstGeom>
          </p:spPr>
        </p:pic>
        <p:pic>
          <p:nvPicPr>
            <p:cNvPr id="460" name="object 178">
              <a:extLst>
                <a:ext uri="{FF2B5EF4-FFF2-40B4-BE49-F238E27FC236}">
                  <a16:creationId xmlns:a16="http://schemas.microsoft.com/office/drawing/2014/main" id="{D5AE7760-690F-0347-AFE1-663D6D4CF441}"/>
                </a:ext>
              </a:extLst>
            </p:cNvPr>
            <p:cNvPicPr/>
            <p:nvPr/>
          </p:nvPicPr>
          <p:blipFill>
            <a:blip r:embed="rId51"/>
            <a:stretch>
              <a:fillRect/>
            </a:stretch>
          </p:blipFill>
          <p:spPr>
            <a:xfrm>
              <a:off x="4536947" y="5521451"/>
              <a:ext cx="234696" cy="233934"/>
            </a:xfrm>
            <a:prstGeom prst="rect">
              <a:avLst/>
            </a:prstGeom>
          </p:spPr>
        </p:pic>
        <p:pic>
          <p:nvPicPr>
            <p:cNvPr id="461" name="object 179">
              <a:extLst>
                <a:ext uri="{FF2B5EF4-FFF2-40B4-BE49-F238E27FC236}">
                  <a16:creationId xmlns:a16="http://schemas.microsoft.com/office/drawing/2014/main" id="{120E1C66-AFA8-B548-A111-D0BC6A336C7D}"/>
                </a:ext>
              </a:extLst>
            </p:cNvPr>
            <p:cNvPicPr/>
            <p:nvPr/>
          </p:nvPicPr>
          <p:blipFill>
            <a:blip r:embed="rId28"/>
            <a:stretch>
              <a:fillRect/>
            </a:stretch>
          </p:blipFill>
          <p:spPr>
            <a:xfrm>
              <a:off x="4078985" y="5399531"/>
              <a:ext cx="649986" cy="532638"/>
            </a:xfrm>
            <a:prstGeom prst="rect">
              <a:avLst/>
            </a:prstGeom>
          </p:spPr>
        </p:pic>
      </p:grpSp>
      <p:grpSp>
        <p:nvGrpSpPr>
          <p:cNvPr id="462" name="object 180">
            <a:extLst>
              <a:ext uri="{FF2B5EF4-FFF2-40B4-BE49-F238E27FC236}">
                <a16:creationId xmlns:a16="http://schemas.microsoft.com/office/drawing/2014/main" id="{8AD1C445-4FE0-8444-BDCB-F52986686AF0}"/>
              </a:ext>
            </a:extLst>
          </p:cNvPr>
          <p:cNvGrpSpPr/>
          <p:nvPr/>
        </p:nvGrpSpPr>
        <p:grpSpPr>
          <a:xfrm>
            <a:off x="1264158" y="2556510"/>
            <a:ext cx="777875" cy="361315"/>
            <a:chOff x="1264158" y="2556510"/>
            <a:chExt cx="777875" cy="361315"/>
          </a:xfrm>
        </p:grpSpPr>
        <p:pic>
          <p:nvPicPr>
            <p:cNvPr id="463" name="object 181">
              <a:extLst>
                <a:ext uri="{FF2B5EF4-FFF2-40B4-BE49-F238E27FC236}">
                  <a16:creationId xmlns:a16="http://schemas.microsoft.com/office/drawing/2014/main" id="{153A4217-11E5-4046-AFD0-2597A9FDBEFE}"/>
                </a:ext>
              </a:extLst>
            </p:cNvPr>
            <p:cNvPicPr/>
            <p:nvPr/>
          </p:nvPicPr>
          <p:blipFill>
            <a:blip r:embed="rId52"/>
            <a:stretch>
              <a:fillRect/>
            </a:stretch>
          </p:blipFill>
          <p:spPr>
            <a:xfrm>
              <a:off x="1270573" y="2561133"/>
              <a:ext cx="147951" cy="332891"/>
            </a:xfrm>
            <a:prstGeom prst="rect">
              <a:avLst/>
            </a:prstGeom>
          </p:spPr>
        </p:pic>
        <p:pic>
          <p:nvPicPr>
            <p:cNvPr id="464" name="object 182">
              <a:extLst>
                <a:ext uri="{FF2B5EF4-FFF2-40B4-BE49-F238E27FC236}">
                  <a16:creationId xmlns:a16="http://schemas.microsoft.com/office/drawing/2014/main" id="{2A69BF97-9C6A-5941-8F4F-0CEE7AF1577F}"/>
                </a:ext>
              </a:extLst>
            </p:cNvPr>
            <p:cNvPicPr/>
            <p:nvPr/>
          </p:nvPicPr>
          <p:blipFill>
            <a:blip r:embed="rId53"/>
            <a:stretch>
              <a:fillRect/>
            </a:stretch>
          </p:blipFill>
          <p:spPr>
            <a:xfrm>
              <a:off x="1736247" y="2622371"/>
              <a:ext cx="268162" cy="267564"/>
            </a:xfrm>
            <a:prstGeom prst="rect">
              <a:avLst/>
            </a:prstGeom>
          </p:spPr>
        </p:pic>
        <p:pic>
          <p:nvPicPr>
            <p:cNvPr id="465" name="object 183">
              <a:extLst>
                <a:ext uri="{FF2B5EF4-FFF2-40B4-BE49-F238E27FC236}">
                  <a16:creationId xmlns:a16="http://schemas.microsoft.com/office/drawing/2014/main" id="{04DCCCC8-120E-9447-8DB0-9448F370E576}"/>
                </a:ext>
              </a:extLst>
            </p:cNvPr>
            <p:cNvPicPr/>
            <p:nvPr/>
          </p:nvPicPr>
          <p:blipFill>
            <a:blip r:embed="rId54"/>
            <a:stretch>
              <a:fillRect/>
            </a:stretch>
          </p:blipFill>
          <p:spPr>
            <a:xfrm>
              <a:off x="1451610" y="2556510"/>
              <a:ext cx="342138" cy="342138"/>
            </a:xfrm>
            <a:prstGeom prst="rect">
              <a:avLst/>
            </a:prstGeom>
          </p:spPr>
        </p:pic>
        <p:sp>
          <p:nvSpPr>
            <p:cNvPr id="466" name="object 184">
              <a:extLst>
                <a:ext uri="{FF2B5EF4-FFF2-40B4-BE49-F238E27FC236}">
                  <a16:creationId xmlns:a16="http://schemas.microsoft.com/office/drawing/2014/main" id="{2CC646D3-9B3B-094C-9A2C-D02DE6B86F48}"/>
                </a:ext>
              </a:extLst>
            </p:cNvPr>
            <p:cNvSpPr/>
            <p:nvPr/>
          </p:nvSpPr>
          <p:spPr>
            <a:xfrm>
              <a:off x="1264158" y="2898648"/>
              <a:ext cx="777875" cy="0"/>
            </a:xfrm>
            <a:custGeom>
              <a:avLst/>
              <a:gdLst/>
              <a:ahLst/>
              <a:cxnLst/>
              <a:rect l="l" t="t" r="r" b="b"/>
              <a:pathLst>
                <a:path w="777875">
                  <a:moveTo>
                    <a:pt x="0" y="0"/>
                  </a:moveTo>
                  <a:lnTo>
                    <a:pt x="777366" y="0"/>
                  </a:lnTo>
                </a:path>
              </a:pathLst>
            </a:custGeom>
            <a:ln w="38100">
              <a:solidFill>
                <a:srgbClr val="BDBDB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67" name="object 185">
            <a:extLst>
              <a:ext uri="{FF2B5EF4-FFF2-40B4-BE49-F238E27FC236}">
                <a16:creationId xmlns:a16="http://schemas.microsoft.com/office/drawing/2014/main" id="{B4722953-8669-6843-93D8-06A3D472AB61}"/>
              </a:ext>
            </a:extLst>
          </p:cNvPr>
          <p:cNvGrpSpPr/>
          <p:nvPr/>
        </p:nvGrpSpPr>
        <p:grpSpPr>
          <a:xfrm>
            <a:off x="2308098" y="2561133"/>
            <a:ext cx="802005" cy="370840"/>
            <a:chOff x="2308098" y="2561133"/>
            <a:chExt cx="802005" cy="370840"/>
          </a:xfrm>
        </p:grpSpPr>
        <p:pic>
          <p:nvPicPr>
            <p:cNvPr id="468" name="object 186">
              <a:extLst>
                <a:ext uri="{FF2B5EF4-FFF2-40B4-BE49-F238E27FC236}">
                  <a16:creationId xmlns:a16="http://schemas.microsoft.com/office/drawing/2014/main" id="{BA6F1D09-E6C9-C349-AA47-397A9C50C2E9}"/>
                </a:ext>
              </a:extLst>
            </p:cNvPr>
            <p:cNvPicPr/>
            <p:nvPr/>
          </p:nvPicPr>
          <p:blipFill>
            <a:blip r:embed="rId52"/>
            <a:stretch>
              <a:fillRect/>
            </a:stretch>
          </p:blipFill>
          <p:spPr>
            <a:xfrm>
              <a:off x="2319847" y="2561133"/>
              <a:ext cx="147951" cy="332891"/>
            </a:xfrm>
            <a:prstGeom prst="rect">
              <a:avLst/>
            </a:prstGeom>
          </p:spPr>
        </p:pic>
        <p:pic>
          <p:nvPicPr>
            <p:cNvPr id="469" name="object 187">
              <a:extLst>
                <a:ext uri="{FF2B5EF4-FFF2-40B4-BE49-F238E27FC236}">
                  <a16:creationId xmlns:a16="http://schemas.microsoft.com/office/drawing/2014/main" id="{78291BE3-9194-274E-AA94-14D23AD6B52C}"/>
                </a:ext>
              </a:extLst>
            </p:cNvPr>
            <p:cNvPicPr/>
            <p:nvPr/>
          </p:nvPicPr>
          <p:blipFill>
            <a:blip r:embed="rId55"/>
            <a:stretch>
              <a:fillRect/>
            </a:stretch>
          </p:blipFill>
          <p:spPr>
            <a:xfrm>
              <a:off x="2456688" y="2590037"/>
              <a:ext cx="653033" cy="341375"/>
            </a:xfrm>
            <a:prstGeom prst="rect">
              <a:avLst/>
            </a:prstGeom>
          </p:spPr>
        </p:pic>
        <p:sp>
          <p:nvSpPr>
            <p:cNvPr id="470" name="object 188">
              <a:extLst>
                <a:ext uri="{FF2B5EF4-FFF2-40B4-BE49-F238E27FC236}">
                  <a16:creationId xmlns:a16="http://schemas.microsoft.com/office/drawing/2014/main" id="{6D90D7BD-7E29-9F47-8D0A-3EFC9BE8B5A5}"/>
                </a:ext>
              </a:extLst>
            </p:cNvPr>
            <p:cNvSpPr/>
            <p:nvPr/>
          </p:nvSpPr>
          <p:spPr>
            <a:xfrm>
              <a:off x="2308098" y="2898647"/>
              <a:ext cx="792480" cy="0"/>
            </a:xfrm>
            <a:custGeom>
              <a:avLst/>
              <a:gdLst/>
              <a:ahLst/>
              <a:cxnLst/>
              <a:rect l="l" t="t" r="r" b="b"/>
              <a:pathLst>
                <a:path w="792480">
                  <a:moveTo>
                    <a:pt x="0" y="0"/>
                  </a:moveTo>
                  <a:lnTo>
                    <a:pt x="791971" y="0"/>
                  </a:lnTo>
                </a:path>
              </a:pathLst>
            </a:custGeom>
            <a:ln w="38100">
              <a:solidFill>
                <a:srgbClr val="BDBDB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71" name="object 189">
            <a:extLst>
              <a:ext uri="{FF2B5EF4-FFF2-40B4-BE49-F238E27FC236}">
                <a16:creationId xmlns:a16="http://schemas.microsoft.com/office/drawing/2014/main" id="{EBE1B8A2-8E56-034B-BB9A-C5EAEA0B5BC4}"/>
              </a:ext>
            </a:extLst>
          </p:cNvPr>
          <p:cNvGrpSpPr/>
          <p:nvPr/>
        </p:nvGrpSpPr>
        <p:grpSpPr>
          <a:xfrm>
            <a:off x="3387954" y="2561133"/>
            <a:ext cx="940435" cy="356870"/>
            <a:chOff x="3387954" y="2561133"/>
            <a:chExt cx="940435" cy="356870"/>
          </a:xfrm>
        </p:grpSpPr>
        <p:pic>
          <p:nvPicPr>
            <p:cNvPr id="472" name="object 190">
              <a:extLst>
                <a:ext uri="{FF2B5EF4-FFF2-40B4-BE49-F238E27FC236}">
                  <a16:creationId xmlns:a16="http://schemas.microsoft.com/office/drawing/2014/main" id="{E637C528-086E-F14E-B7BB-1C641F9E6686}"/>
                </a:ext>
              </a:extLst>
            </p:cNvPr>
            <p:cNvPicPr/>
            <p:nvPr/>
          </p:nvPicPr>
          <p:blipFill>
            <a:blip r:embed="rId56"/>
            <a:stretch>
              <a:fillRect/>
            </a:stretch>
          </p:blipFill>
          <p:spPr>
            <a:xfrm>
              <a:off x="3387954" y="2561133"/>
              <a:ext cx="147622" cy="332891"/>
            </a:xfrm>
            <a:prstGeom prst="rect">
              <a:avLst/>
            </a:prstGeom>
          </p:spPr>
        </p:pic>
        <p:pic>
          <p:nvPicPr>
            <p:cNvPr id="473" name="object 191">
              <a:extLst>
                <a:ext uri="{FF2B5EF4-FFF2-40B4-BE49-F238E27FC236}">
                  <a16:creationId xmlns:a16="http://schemas.microsoft.com/office/drawing/2014/main" id="{D41AEF66-8C90-9141-8D13-443995637A35}"/>
                </a:ext>
              </a:extLst>
            </p:cNvPr>
            <p:cNvPicPr/>
            <p:nvPr/>
          </p:nvPicPr>
          <p:blipFill>
            <a:blip r:embed="rId57"/>
            <a:stretch>
              <a:fillRect/>
            </a:stretch>
          </p:blipFill>
          <p:spPr>
            <a:xfrm>
              <a:off x="3557777" y="2636169"/>
              <a:ext cx="342138" cy="249112"/>
            </a:xfrm>
            <a:prstGeom prst="rect">
              <a:avLst/>
            </a:prstGeom>
          </p:spPr>
        </p:pic>
        <p:pic>
          <p:nvPicPr>
            <p:cNvPr id="474" name="object 192">
              <a:extLst>
                <a:ext uri="{FF2B5EF4-FFF2-40B4-BE49-F238E27FC236}">
                  <a16:creationId xmlns:a16="http://schemas.microsoft.com/office/drawing/2014/main" id="{9B00571A-69EF-4049-AB86-4F8B95D9C9BA}"/>
                </a:ext>
              </a:extLst>
            </p:cNvPr>
            <p:cNvPicPr/>
            <p:nvPr/>
          </p:nvPicPr>
          <p:blipFill>
            <a:blip r:embed="rId58"/>
            <a:stretch>
              <a:fillRect/>
            </a:stretch>
          </p:blipFill>
          <p:spPr>
            <a:xfrm>
              <a:off x="3934257" y="2561133"/>
              <a:ext cx="332891" cy="332891"/>
            </a:xfrm>
            <a:prstGeom prst="rect">
              <a:avLst/>
            </a:prstGeom>
          </p:spPr>
        </p:pic>
        <p:sp>
          <p:nvSpPr>
            <p:cNvPr id="475" name="object 193">
              <a:extLst>
                <a:ext uri="{FF2B5EF4-FFF2-40B4-BE49-F238E27FC236}">
                  <a16:creationId xmlns:a16="http://schemas.microsoft.com/office/drawing/2014/main" id="{A7F21A53-B337-D54B-AA31-C230D0BC11FB}"/>
                </a:ext>
              </a:extLst>
            </p:cNvPr>
            <p:cNvSpPr/>
            <p:nvPr/>
          </p:nvSpPr>
          <p:spPr>
            <a:xfrm>
              <a:off x="3390899" y="2898647"/>
              <a:ext cx="937260" cy="0"/>
            </a:xfrm>
            <a:custGeom>
              <a:avLst/>
              <a:gdLst/>
              <a:ahLst/>
              <a:cxnLst/>
              <a:rect l="l" t="t" r="r" b="b"/>
              <a:pathLst>
                <a:path w="937260">
                  <a:moveTo>
                    <a:pt x="0" y="0"/>
                  </a:moveTo>
                  <a:lnTo>
                    <a:pt x="937005" y="0"/>
                  </a:lnTo>
                </a:path>
              </a:pathLst>
            </a:custGeom>
            <a:ln w="38100">
              <a:solidFill>
                <a:srgbClr val="BDBDB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76" name="object 194">
            <a:extLst>
              <a:ext uri="{FF2B5EF4-FFF2-40B4-BE49-F238E27FC236}">
                <a16:creationId xmlns:a16="http://schemas.microsoft.com/office/drawing/2014/main" id="{C96947FF-AE79-454A-9F40-862ED2D866E6}"/>
              </a:ext>
            </a:extLst>
          </p:cNvPr>
          <p:cNvGrpSpPr/>
          <p:nvPr/>
        </p:nvGrpSpPr>
        <p:grpSpPr>
          <a:xfrm>
            <a:off x="4572" y="4174235"/>
            <a:ext cx="678180" cy="596900"/>
            <a:chOff x="4572" y="4174235"/>
            <a:chExt cx="678180" cy="596900"/>
          </a:xfrm>
        </p:grpSpPr>
        <p:pic>
          <p:nvPicPr>
            <p:cNvPr id="477" name="object 195">
              <a:extLst>
                <a:ext uri="{FF2B5EF4-FFF2-40B4-BE49-F238E27FC236}">
                  <a16:creationId xmlns:a16="http://schemas.microsoft.com/office/drawing/2014/main" id="{310653ED-6DF7-7A44-A7DA-4F75A01A1115}"/>
                </a:ext>
              </a:extLst>
            </p:cNvPr>
            <p:cNvPicPr/>
            <p:nvPr/>
          </p:nvPicPr>
          <p:blipFill>
            <a:blip r:embed="rId28"/>
            <a:stretch>
              <a:fillRect/>
            </a:stretch>
          </p:blipFill>
          <p:spPr>
            <a:xfrm>
              <a:off x="4572" y="4236719"/>
              <a:ext cx="650748" cy="534162"/>
            </a:xfrm>
            <a:prstGeom prst="rect">
              <a:avLst/>
            </a:prstGeom>
          </p:spPr>
        </p:pic>
        <p:pic>
          <p:nvPicPr>
            <p:cNvPr id="478" name="object 196">
              <a:extLst>
                <a:ext uri="{FF2B5EF4-FFF2-40B4-BE49-F238E27FC236}">
                  <a16:creationId xmlns:a16="http://schemas.microsoft.com/office/drawing/2014/main" id="{234F66ED-F16C-774D-B3B4-0600A66883A7}"/>
                </a:ext>
              </a:extLst>
            </p:cNvPr>
            <p:cNvPicPr/>
            <p:nvPr/>
          </p:nvPicPr>
          <p:blipFill>
            <a:blip r:embed="rId29"/>
            <a:stretch>
              <a:fillRect/>
            </a:stretch>
          </p:blipFill>
          <p:spPr>
            <a:xfrm>
              <a:off x="203453" y="4323587"/>
              <a:ext cx="246126" cy="246125"/>
            </a:xfrm>
            <a:prstGeom prst="rect">
              <a:avLst/>
            </a:prstGeom>
          </p:spPr>
        </p:pic>
        <p:pic>
          <p:nvPicPr>
            <p:cNvPr id="479" name="object 197">
              <a:extLst>
                <a:ext uri="{FF2B5EF4-FFF2-40B4-BE49-F238E27FC236}">
                  <a16:creationId xmlns:a16="http://schemas.microsoft.com/office/drawing/2014/main" id="{9B8C14D4-738C-EC41-8A14-75CD9F5FF935}"/>
                </a:ext>
              </a:extLst>
            </p:cNvPr>
            <p:cNvPicPr/>
            <p:nvPr/>
          </p:nvPicPr>
          <p:blipFill>
            <a:blip r:embed="rId31"/>
            <a:stretch>
              <a:fillRect/>
            </a:stretch>
          </p:blipFill>
          <p:spPr>
            <a:xfrm>
              <a:off x="437388" y="4353305"/>
              <a:ext cx="245364" cy="244601"/>
            </a:xfrm>
            <a:prstGeom prst="rect">
              <a:avLst/>
            </a:prstGeom>
          </p:spPr>
        </p:pic>
        <p:pic>
          <p:nvPicPr>
            <p:cNvPr id="480" name="object 198">
              <a:extLst>
                <a:ext uri="{FF2B5EF4-FFF2-40B4-BE49-F238E27FC236}">
                  <a16:creationId xmlns:a16="http://schemas.microsoft.com/office/drawing/2014/main" id="{5277FDD9-B5AF-2F47-A5D8-9AD95E3C60D1}"/>
                </a:ext>
              </a:extLst>
            </p:cNvPr>
            <p:cNvPicPr/>
            <p:nvPr/>
          </p:nvPicPr>
          <p:blipFill>
            <a:blip r:embed="rId59"/>
            <a:stretch>
              <a:fillRect/>
            </a:stretch>
          </p:blipFill>
          <p:spPr>
            <a:xfrm>
              <a:off x="279653" y="4174235"/>
              <a:ext cx="244602" cy="244601"/>
            </a:xfrm>
            <a:prstGeom prst="rect">
              <a:avLst/>
            </a:prstGeom>
          </p:spPr>
        </p:pic>
      </p:grpSp>
      <p:grpSp>
        <p:nvGrpSpPr>
          <p:cNvPr id="481" name="object 199">
            <a:extLst>
              <a:ext uri="{FF2B5EF4-FFF2-40B4-BE49-F238E27FC236}">
                <a16:creationId xmlns:a16="http://schemas.microsoft.com/office/drawing/2014/main" id="{DFEC21C5-1378-8E4D-9914-A6ECE2F8EB7E}"/>
              </a:ext>
            </a:extLst>
          </p:cNvPr>
          <p:cNvGrpSpPr/>
          <p:nvPr/>
        </p:nvGrpSpPr>
        <p:grpSpPr>
          <a:xfrm>
            <a:off x="0" y="3783329"/>
            <a:ext cx="909955" cy="341630"/>
            <a:chOff x="0" y="3783329"/>
            <a:chExt cx="909955" cy="341630"/>
          </a:xfrm>
        </p:grpSpPr>
        <p:pic>
          <p:nvPicPr>
            <p:cNvPr id="482" name="object 200">
              <a:extLst>
                <a:ext uri="{FF2B5EF4-FFF2-40B4-BE49-F238E27FC236}">
                  <a16:creationId xmlns:a16="http://schemas.microsoft.com/office/drawing/2014/main" id="{C9BFFA2B-574D-684D-9F21-E4EBCBDF6434}"/>
                </a:ext>
              </a:extLst>
            </p:cNvPr>
            <p:cNvPicPr/>
            <p:nvPr/>
          </p:nvPicPr>
          <p:blipFill>
            <a:blip r:embed="rId60"/>
            <a:stretch>
              <a:fillRect/>
            </a:stretch>
          </p:blipFill>
          <p:spPr>
            <a:xfrm>
              <a:off x="87630" y="3783329"/>
              <a:ext cx="672846" cy="341375"/>
            </a:xfrm>
            <a:prstGeom prst="rect">
              <a:avLst/>
            </a:prstGeom>
          </p:spPr>
        </p:pic>
        <p:sp>
          <p:nvSpPr>
            <p:cNvPr id="483" name="object 201">
              <a:extLst>
                <a:ext uri="{FF2B5EF4-FFF2-40B4-BE49-F238E27FC236}">
                  <a16:creationId xmlns:a16="http://schemas.microsoft.com/office/drawing/2014/main" id="{6C6DAA8E-DD6E-BF40-9BA1-54827D633497}"/>
                </a:ext>
              </a:extLst>
            </p:cNvPr>
            <p:cNvSpPr/>
            <p:nvPr/>
          </p:nvSpPr>
          <p:spPr>
            <a:xfrm>
              <a:off x="0" y="4065269"/>
              <a:ext cx="909955" cy="38100"/>
            </a:xfrm>
            <a:custGeom>
              <a:avLst/>
              <a:gdLst/>
              <a:ahLst/>
              <a:cxnLst/>
              <a:rect l="l" t="t" r="r" b="b"/>
              <a:pathLst>
                <a:path w="909955" h="38100">
                  <a:moveTo>
                    <a:pt x="909828" y="0"/>
                  </a:moveTo>
                  <a:lnTo>
                    <a:pt x="0" y="0"/>
                  </a:lnTo>
                  <a:lnTo>
                    <a:pt x="0" y="38099"/>
                  </a:lnTo>
                  <a:lnTo>
                    <a:pt x="909828" y="38099"/>
                  </a:lnTo>
                  <a:lnTo>
                    <a:pt x="909828" y="0"/>
                  </a:lnTo>
                  <a:close/>
                </a:path>
              </a:pathLst>
            </a:custGeom>
            <a:solidFill>
              <a:srgbClr val="BDBD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84" name="object 202">
            <a:extLst>
              <a:ext uri="{FF2B5EF4-FFF2-40B4-BE49-F238E27FC236}">
                <a16:creationId xmlns:a16="http://schemas.microsoft.com/office/drawing/2014/main" id="{B1C51897-B1AD-CF4E-8B31-7320A8F2FA65}"/>
              </a:ext>
            </a:extLst>
          </p:cNvPr>
          <p:cNvGrpSpPr/>
          <p:nvPr/>
        </p:nvGrpSpPr>
        <p:grpSpPr>
          <a:xfrm>
            <a:off x="4511040" y="3787943"/>
            <a:ext cx="709930" cy="332740"/>
            <a:chOff x="4511040" y="3787943"/>
            <a:chExt cx="709930" cy="332740"/>
          </a:xfrm>
        </p:grpSpPr>
        <p:pic>
          <p:nvPicPr>
            <p:cNvPr id="485" name="object 203">
              <a:extLst>
                <a:ext uri="{FF2B5EF4-FFF2-40B4-BE49-F238E27FC236}">
                  <a16:creationId xmlns:a16="http://schemas.microsoft.com/office/drawing/2014/main" id="{A95DE139-4415-3648-8A35-E97B02152917}"/>
                </a:ext>
              </a:extLst>
            </p:cNvPr>
            <p:cNvPicPr/>
            <p:nvPr/>
          </p:nvPicPr>
          <p:blipFill>
            <a:blip r:embed="rId57"/>
            <a:stretch>
              <a:fillRect/>
            </a:stretch>
          </p:blipFill>
          <p:spPr>
            <a:xfrm>
              <a:off x="4511040" y="3858417"/>
              <a:ext cx="342138" cy="249112"/>
            </a:xfrm>
            <a:prstGeom prst="rect">
              <a:avLst/>
            </a:prstGeom>
          </p:spPr>
        </p:pic>
        <p:pic>
          <p:nvPicPr>
            <p:cNvPr id="486" name="object 204">
              <a:extLst>
                <a:ext uri="{FF2B5EF4-FFF2-40B4-BE49-F238E27FC236}">
                  <a16:creationId xmlns:a16="http://schemas.microsoft.com/office/drawing/2014/main" id="{9D74BD85-A05D-D743-BBB7-82E9A6BD9F36}"/>
                </a:ext>
              </a:extLst>
            </p:cNvPr>
            <p:cNvPicPr/>
            <p:nvPr/>
          </p:nvPicPr>
          <p:blipFill>
            <a:blip r:embed="rId39"/>
            <a:stretch>
              <a:fillRect/>
            </a:stretch>
          </p:blipFill>
          <p:spPr>
            <a:xfrm>
              <a:off x="4887519" y="3787943"/>
              <a:ext cx="332891" cy="332149"/>
            </a:xfrm>
            <a:prstGeom prst="rect">
              <a:avLst/>
            </a:prstGeom>
          </p:spPr>
        </p:pic>
      </p:grpSp>
      <p:grpSp>
        <p:nvGrpSpPr>
          <p:cNvPr id="487" name="object 205">
            <a:extLst>
              <a:ext uri="{FF2B5EF4-FFF2-40B4-BE49-F238E27FC236}">
                <a16:creationId xmlns:a16="http://schemas.microsoft.com/office/drawing/2014/main" id="{BC218576-2845-C64F-BE28-31A591174571}"/>
              </a:ext>
            </a:extLst>
          </p:cNvPr>
          <p:cNvGrpSpPr/>
          <p:nvPr/>
        </p:nvGrpSpPr>
        <p:grpSpPr>
          <a:xfrm>
            <a:off x="5702808" y="3783329"/>
            <a:ext cx="572135" cy="341630"/>
            <a:chOff x="5702808" y="3783329"/>
            <a:chExt cx="572135" cy="341630"/>
          </a:xfrm>
        </p:grpSpPr>
        <p:pic>
          <p:nvPicPr>
            <p:cNvPr id="488" name="object 206">
              <a:extLst>
                <a:ext uri="{FF2B5EF4-FFF2-40B4-BE49-F238E27FC236}">
                  <a16:creationId xmlns:a16="http://schemas.microsoft.com/office/drawing/2014/main" id="{92D47DB3-BC3A-154E-B9BB-342C8CF6EE74}"/>
                </a:ext>
              </a:extLst>
            </p:cNvPr>
            <p:cNvPicPr/>
            <p:nvPr/>
          </p:nvPicPr>
          <p:blipFill>
            <a:blip r:embed="rId61"/>
            <a:stretch>
              <a:fillRect/>
            </a:stretch>
          </p:blipFill>
          <p:spPr>
            <a:xfrm>
              <a:off x="6007175" y="3849191"/>
              <a:ext cx="267564" cy="267564"/>
            </a:xfrm>
            <a:prstGeom prst="rect">
              <a:avLst/>
            </a:prstGeom>
          </p:spPr>
        </p:pic>
        <p:pic>
          <p:nvPicPr>
            <p:cNvPr id="489" name="object 207">
              <a:extLst>
                <a:ext uri="{FF2B5EF4-FFF2-40B4-BE49-F238E27FC236}">
                  <a16:creationId xmlns:a16="http://schemas.microsoft.com/office/drawing/2014/main" id="{3C9AF2E1-16A2-1C49-8A97-29ECF462640D}"/>
                </a:ext>
              </a:extLst>
            </p:cNvPr>
            <p:cNvPicPr/>
            <p:nvPr/>
          </p:nvPicPr>
          <p:blipFill>
            <a:blip r:embed="rId62"/>
            <a:stretch>
              <a:fillRect/>
            </a:stretch>
          </p:blipFill>
          <p:spPr>
            <a:xfrm>
              <a:off x="5702808" y="3783329"/>
              <a:ext cx="342138" cy="341375"/>
            </a:xfrm>
            <a:prstGeom prst="rect">
              <a:avLst/>
            </a:prstGeom>
          </p:spPr>
        </p:pic>
      </p:grpSp>
      <p:graphicFrame>
        <p:nvGraphicFramePr>
          <p:cNvPr id="490" name="object 208">
            <a:extLst>
              <a:ext uri="{FF2B5EF4-FFF2-40B4-BE49-F238E27FC236}">
                <a16:creationId xmlns:a16="http://schemas.microsoft.com/office/drawing/2014/main" id="{BE53F70A-45F7-2747-8A64-AA935704E20F}"/>
              </a:ext>
            </a:extLst>
          </p:cNvPr>
          <p:cNvGraphicFramePr>
            <a:graphicFrameLocks noGrp="1"/>
          </p:cNvGraphicFramePr>
          <p:nvPr/>
        </p:nvGraphicFramePr>
        <p:xfrm>
          <a:off x="4400550" y="2898648"/>
          <a:ext cx="6658606" cy="15786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35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39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95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620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8351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2201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03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1907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827404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2700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983614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1823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21412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8100">
                      <a:solidFill>
                        <a:srgbClr val="BDBDBD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4040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2200" b="1" spc="-100">
                          <a:latin typeface="Times New Roman"/>
                          <a:cs typeface="Times New Roman"/>
                        </a:rPr>
                        <a:t>¥12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59690" marB="0">
                    <a:lnB w="38100">
                      <a:solidFill>
                        <a:srgbClr val="BDBDBD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8100">
                      <a:solidFill>
                        <a:srgbClr val="BDBDBD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6832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2200" b="1" spc="-90">
                          <a:latin typeface="Times New Roman"/>
                          <a:cs typeface="Times New Roman"/>
                        </a:rPr>
                        <a:t>¥11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59690" marB="0">
                    <a:lnT w="38100">
                      <a:solidFill>
                        <a:srgbClr val="000000"/>
                      </a:solidFill>
                      <a:prstDash val="solid"/>
                    </a:lnT>
                    <a:lnB w="38100">
                      <a:solidFill>
                        <a:srgbClr val="BDBDBD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81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0" algn="r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¥11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59690" marB="0">
                    <a:lnT w="38100">
                      <a:solidFill>
                        <a:srgbClr val="000000"/>
                      </a:solidFill>
                      <a:prstDash val="solid"/>
                    </a:lnT>
                    <a:lnB w="381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8100">
                      <a:solidFill>
                        <a:srgbClr val="000000"/>
                      </a:solidFill>
                      <a:prstDash val="solid"/>
                    </a:lnT>
                    <a:lnB w="381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81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5715" algn="r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¥19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59690" marB="0">
                    <a:lnB w="381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81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1430" algn="r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¥19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59690" marB="0">
                    <a:lnB w="381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4130" algn="r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¥18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5969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449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8100">
                      <a:solidFill>
                        <a:srgbClr val="BDBDBD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8100">
                      <a:solidFill>
                        <a:srgbClr val="BDBDBD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8100">
                      <a:solidFill>
                        <a:srgbClr val="BDBDBD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8100">
                      <a:solidFill>
                        <a:srgbClr val="BDBDBD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810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R="4445" algn="r">
                        <a:lnSpc>
                          <a:spcPts val="2575"/>
                        </a:lnSpc>
                        <a:spcBef>
                          <a:spcPts val="19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¥21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24765" marB="0">
                    <a:lnT w="3810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810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810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R="5715" algn="r">
                        <a:lnSpc>
                          <a:spcPts val="2575"/>
                        </a:lnSpc>
                        <a:spcBef>
                          <a:spcPts val="19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¥20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24765" marB="0">
                    <a:lnT w="3810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810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R="11430" algn="r">
                        <a:lnSpc>
                          <a:spcPts val="2575"/>
                        </a:lnSpc>
                        <a:spcBef>
                          <a:spcPts val="19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¥21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24765" marB="0">
                    <a:lnT w="3810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R="24130" algn="r">
                        <a:lnSpc>
                          <a:spcPts val="2575"/>
                        </a:lnSpc>
                        <a:spcBef>
                          <a:spcPts val="195"/>
                        </a:spcBef>
                      </a:pPr>
                      <a:r>
                        <a:rPr sz="2200" b="1" spc="-25">
                          <a:latin typeface="Times New Roman"/>
                          <a:cs typeface="Times New Roman"/>
                        </a:rPr>
                        <a:t>¥28</a:t>
                      </a:r>
                      <a:endParaRPr sz="2200">
                        <a:latin typeface="Times New Roman"/>
                        <a:cs typeface="Times New Roman"/>
                      </a:endParaRPr>
                    </a:p>
                  </a:txBody>
                  <a:tcPr marL="0" marR="0" marT="24765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491" name="object 209">
            <a:extLst>
              <a:ext uri="{FF2B5EF4-FFF2-40B4-BE49-F238E27FC236}">
                <a16:creationId xmlns:a16="http://schemas.microsoft.com/office/drawing/2014/main" id="{AB0FBDCE-7613-A14E-A79D-E5AF10108875}"/>
              </a:ext>
            </a:extLst>
          </p:cNvPr>
          <p:cNvGrpSpPr/>
          <p:nvPr/>
        </p:nvGrpSpPr>
        <p:grpSpPr>
          <a:xfrm>
            <a:off x="7992164" y="2556510"/>
            <a:ext cx="744220" cy="375285"/>
            <a:chOff x="7992164" y="2556510"/>
            <a:chExt cx="744220" cy="375285"/>
          </a:xfrm>
        </p:grpSpPr>
        <p:pic>
          <p:nvPicPr>
            <p:cNvPr id="492" name="object 210">
              <a:extLst>
                <a:ext uri="{FF2B5EF4-FFF2-40B4-BE49-F238E27FC236}">
                  <a16:creationId xmlns:a16="http://schemas.microsoft.com/office/drawing/2014/main" id="{BF8F49EB-461E-7441-B89A-C8A92DFC46AC}"/>
                </a:ext>
              </a:extLst>
            </p:cNvPr>
            <p:cNvPicPr/>
            <p:nvPr/>
          </p:nvPicPr>
          <p:blipFill>
            <a:blip r:embed="rId19"/>
            <a:stretch>
              <a:fillRect/>
            </a:stretch>
          </p:blipFill>
          <p:spPr>
            <a:xfrm>
              <a:off x="7992164" y="2556510"/>
              <a:ext cx="286656" cy="342138"/>
            </a:xfrm>
            <a:prstGeom prst="rect">
              <a:avLst/>
            </a:prstGeom>
          </p:spPr>
        </p:pic>
        <p:pic>
          <p:nvPicPr>
            <p:cNvPr id="493" name="object 211">
              <a:extLst>
                <a:ext uri="{FF2B5EF4-FFF2-40B4-BE49-F238E27FC236}">
                  <a16:creationId xmlns:a16="http://schemas.microsoft.com/office/drawing/2014/main" id="{592C877D-16D9-4A4F-B39A-AB4CDA505564}"/>
                </a:ext>
              </a:extLst>
            </p:cNvPr>
            <p:cNvPicPr/>
            <p:nvPr/>
          </p:nvPicPr>
          <p:blipFill>
            <a:blip r:embed="rId20"/>
            <a:stretch>
              <a:fillRect/>
            </a:stretch>
          </p:blipFill>
          <p:spPr>
            <a:xfrm>
              <a:off x="8174735" y="2556510"/>
              <a:ext cx="342138" cy="342138"/>
            </a:xfrm>
            <a:prstGeom prst="rect">
              <a:avLst/>
            </a:prstGeom>
          </p:spPr>
        </p:pic>
        <p:pic>
          <p:nvPicPr>
            <p:cNvPr id="494" name="object 212">
              <a:extLst>
                <a:ext uri="{FF2B5EF4-FFF2-40B4-BE49-F238E27FC236}">
                  <a16:creationId xmlns:a16="http://schemas.microsoft.com/office/drawing/2014/main" id="{06B9A9CB-8DDF-8841-B705-AF20C10A358A}"/>
                </a:ext>
              </a:extLst>
            </p:cNvPr>
            <p:cNvPicPr/>
            <p:nvPr/>
          </p:nvPicPr>
          <p:blipFill>
            <a:blip r:embed="rId26"/>
            <a:stretch>
              <a:fillRect/>
            </a:stretch>
          </p:blipFill>
          <p:spPr>
            <a:xfrm>
              <a:off x="8394953" y="2590038"/>
              <a:ext cx="341375" cy="341375"/>
            </a:xfrm>
            <a:prstGeom prst="rect">
              <a:avLst/>
            </a:prstGeom>
          </p:spPr>
        </p:pic>
      </p:grpSp>
      <p:sp>
        <p:nvSpPr>
          <p:cNvPr id="495" name="object 213">
            <a:extLst>
              <a:ext uri="{FF2B5EF4-FFF2-40B4-BE49-F238E27FC236}">
                <a16:creationId xmlns:a16="http://schemas.microsoft.com/office/drawing/2014/main" id="{EB17C544-5CE2-F745-B7FB-E867B6C9D52F}"/>
              </a:ext>
            </a:extLst>
          </p:cNvPr>
          <p:cNvSpPr/>
          <p:nvPr/>
        </p:nvSpPr>
        <p:spPr>
          <a:xfrm>
            <a:off x="8002523" y="2898648"/>
            <a:ext cx="734695" cy="0"/>
          </a:xfrm>
          <a:custGeom>
            <a:avLst/>
            <a:gdLst/>
            <a:ahLst/>
            <a:cxnLst/>
            <a:rect l="l" t="t" r="r" b="b"/>
            <a:pathLst>
              <a:path w="734695">
                <a:moveTo>
                  <a:pt x="0" y="0"/>
                </a:moveTo>
                <a:lnTo>
                  <a:pt x="734186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96" name="object 214">
            <a:extLst>
              <a:ext uri="{FF2B5EF4-FFF2-40B4-BE49-F238E27FC236}">
                <a16:creationId xmlns:a16="http://schemas.microsoft.com/office/drawing/2014/main" id="{D95EF249-A9D2-2241-ABC4-C984C5C09274}"/>
              </a:ext>
            </a:extLst>
          </p:cNvPr>
          <p:cNvGrpSpPr/>
          <p:nvPr/>
        </p:nvGrpSpPr>
        <p:grpSpPr>
          <a:xfrm>
            <a:off x="9964983" y="2556510"/>
            <a:ext cx="800735" cy="375285"/>
            <a:chOff x="9964983" y="2556510"/>
            <a:chExt cx="800735" cy="375285"/>
          </a:xfrm>
        </p:grpSpPr>
        <p:pic>
          <p:nvPicPr>
            <p:cNvPr id="497" name="object 215">
              <a:extLst>
                <a:ext uri="{FF2B5EF4-FFF2-40B4-BE49-F238E27FC236}">
                  <a16:creationId xmlns:a16="http://schemas.microsoft.com/office/drawing/2014/main" id="{659A033D-9CD3-A541-8B92-6480F0ACE1D9}"/>
                </a:ext>
              </a:extLst>
            </p:cNvPr>
            <p:cNvPicPr/>
            <p:nvPr/>
          </p:nvPicPr>
          <p:blipFill>
            <a:blip r:embed="rId19"/>
            <a:stretch>
              <a:fillRect/>
            </a:stretch>
          </p:blipFill>
          <p:spPr>
            <a:xfrm>
              <a:off x="9964983" y="2556510"/>
              <a:ext cx="286656" cy="342138"/>
            </a:xfrm>
            <a:prstGeom prst="rect">
              <a:avLst/>
            </a:prstGeom>
          </p:spPr>
        </p:pic>
        <p:pic>
          <p:nvPicPr>
            <p:cNvPr id="498" name="object 216">
              <a:extLst>
                <a:ext uri="{FF2B5EF4-FFF2-40B4-BE49-F238E27FC236}">
                  <a16:creationId xmlns:a16="http://schemas.microsoft.com/office/drawing/2014/main" id="{13CCA600-5331-584B-82A1-3DB879E710DC}"/>
                </a:ext>
              </a:extLst>
            </p:cNvPr>
            <p:cNvPicPr/>
            <p:nvPr/>
          </p:nvPicPr>
          <p:blipFill>
            <a:blip r:embed="rId20"/>
            <a:stretch>
              <a:fillRect/>
            </a:stretch>
          </p:blipFill>
          <p:spPr>
            <a:xfrm>
              <a:off x="10156698" y="2556510"/>
              <a:ext cx="342138" cy="342138"/>
            </a:xfrm>
            <a:prstGeom prst="rect">
              <a:avLst/>
            </a:prstGeom>
          </p:spPr>
        </p:pic>
        <p:pic>
          <p:nvPicPr>
            <p:cNvPr id="499" name="object 217">
              <a:extLst>
                <a:ext uri="{FF2B5EF4-FFF2-40B4-BE49-F238E27FC236}">
                  <a16:creationId xmlns:a16="http://schemas.microsoft.com/office/drawing/2014/main" id="{D2C95A8E-0016-CF41-9176-C4A90CF00DAB}"/>
                </a:ext>
              </a:extLst>
            </p:cNvPr>
            <p:cNvPicPr/>
            <p:nvPr/>
          </p:nvPicPr>
          <p:blipFill>
            <a:blip r:embed="rId25"/>
            <a:stretch>
              <a:fillRect/>
            </a:stretch>
          </p:blipFill>
          <p:spPr>
            <a:xfrm>
              <a:off x="10424160" y="2590038"/>
              <a:ext cx="341375" cy="341375"/>
            </a:xfrm>
            <a:prstGeom prst="rect">
              <a:avLst/>
            </a:prstGeom>
          </p:spPr>
        </p:pic>
      </p:grpSp>
      <p:sp>
        <p:nvSpPr>
          <p:cNvPr id="500" name="object 218">
            <a:extLst>
              <a:ext uri="{FF2B5EF4-FFF2-40B4-BE49-F238E27FC236}">
                <a16:creationId xmlns:a16="http://schemas.microsoft.com/office/drawing/2014/main" id="{65FA1BD0-7E68-4D4F-BB36-7A5961F6E7FA}"/>
              </a:ext>
            </a:extLst>
          </p:cNvPr>
          <p:cNvSpPr/>
          <p:nvPr/>
        </p:nvSpPr>
        <p:spPr>
          <a:xfrm>
            <a:off x="9944861" y="2898648"/>
            <a:ext cx="876300" cy="0"/>
          </a:xfrm>
          <a:custGeom>
            <a:avLst/>
            <a:gdLst/>
            <a:ahLst/>
            <a:cxnLst/>
            <a:rect l="l" t="t" r="r" b="b"/>
            <a:pathLst>
              <a:path w="876300">
                <a:moveTo>
                  <a:pt x="0" y="0"/>
                </a:moveTo>
                <a:lnTo>
                  <a:pt x="875919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01" name="object 219">
            <a:extLst>
              <a:ext uri="{FF2B5EF4-FFF2-40B4-BE49-F238E27FC236}">
                <a16:creationId xmlns:a16="http://schemas.microsoft.com/office/drawing/2014/main" id="{77E3D2EB-6AEB-7A46-8295-627A0D1B23C0}"/>
              </a:ext>
            </a:extLst>
          </p:cNvPr>
          <p:cNvGrpSpPr/>
          <p:nvPr/>
        </p:nvGrpSpPr>
        <p:grpSpPr>
          <a:xfrm>
            <a:off x="4536494" y="2556510"/>
            <a:ext cx="889000" cy="342265"/>
            <a:chOff x="4536494" y="2556510"/>
            <a:chExt cx="889000" cy="342265"/>
          </a:xfrm>
        </p:grpSpPr>
        <p:pic>
          <p:nvPicPr>
            <p:cNvPr id="502" name="object 220">
              <a:extLst>
                <a:ext uri="{FF2B5EF4-FFF2-40B4-BE49-F238E27FC236}">
                  <a16:creationId xmlns:a16="http://schemas.microsoft.com/office/drawing/2014/main" id="{0855888A-DC77-EC40-AD90-C731455D45B2}"/>
                </a:ext>
              </a:extLst>
            </p:cNvPr>
            <p:cNvPicPr/>
            <p:nvPr/>
          </p:nvPicPr>
          <p:blipFill>
            <a:blip r:embed="rId19"/>
            <a:stretch>
              <a:fillRect/>
            </a:stretch>
          </p:blipFill>
          <p:spPr>
            <a:xfrm>
              <a:off x="4536494" y="2556510"/>
              <a:ext cx="286656" cy="342138"/>
            </a:xfrm>
            <a:prstGeom prst="rect">
              <a:avLst/>
            </a:prstGeom>
          </p:spPr>
        </p:pic>
        <p:pic>
          <p:nvPicPr>
            <p:cNvPr id="503" name="object 221">
              <a:extLst>
                <a:ext uri="{FF2B5EF4-FFF2-40B4-BE49-F238E27FC236}">
                  <a16:creationId xmlns:a16="http://schemas.microsoft.com/office/drawing/2014/main" id="{251109A0-1F0F-2F41-8997-129BC5F05FF7}"/>
                </a:ext>
              </a:extLst>
            </p:cNvPr>
            <p:cNvPicPr/>
            <p:nvPr/>
          </p:nvPicPr>
          <p:blipFill>
            <a:blip r:embed="rId22"/>
            <a:stretch>
              <a:fillRect/>
            </a:stretch>
          </p:blipFill>
          <p:spPr>
            <a:xfrm>
              <a:off x="5156865" y="2622371"/>
              <a:ext cx="268162" cy="267564"/>
            </a:xfrm>
            <a:prstGeom prst="rect">
              <a:avLst/>
            </a:prstGeom>
          </p:spPr>
        </p:pic>
        <p:pic>
          <p:nvPicPr>
            <p:cNvPr id="504" name="object 222">
              <a:extLst>
                <a:ext uri="{FF2B5EF4-FFF2-40B4-BE49-F238E27FC236}">
                  <a16:creationId xmlns:a16="http://schemas.microsoft.com/office/drawing/2014/main" id="{AED711DF-B49C-CC41-B774-B167DC357835}"/>
                </a:ext>
              </a:extLst>
            </p:cNvPr>
            <p:cNvPicPr/>
            <p:nvPr/>
          </p:nvPicPr>
          <p:blipFill>
            <a:blip r:embed="rId21"/>
            <a:stretch>
              <a:fillRect/>
            </a:stretch>
          </p:blipFill>
          <p:spPr>
            <a:xfrm>
              <a:off x="4852415" y="2556510"/>
              <a:ext cx="342138" cy="342138"/>
            </a:xfrm>
            <a:prstGeom prst="rect">
              <a:avLst/>
            </a:prstGeom>
          </p:spPr>
        </p:pic>
      </p:grpSp>
      <p:sp>
        <p:nvSpPr>
          <p:cNvPr id="505" name="object 223">
            <a:extLst>
              <a:ext uri="{FF2B5EF4-FFF2-40B4-BE49-F238E27FC236}">
                <a16:creationId xmlns:a16="http://schemas.microsoft.com/office/drawing/2014/main" id="{8A42113B-6A28-3440-8E66-5DD27D7662DD}"/>
              </a:ext>
            </a:extLst>
          </p:cNvPr>
          <p:cNvSpPr/>
          <p:nvPr/>
        </p:nvSpPr>
        <p:spPr>
          <a:xfrm>
            <a:off x="4543805" y="2898648"/>
            <a:ext cx="918210" cy="0"/>
          </a:xfrm>
          <a:custGeom>
            <a:avLst/>
            <a:gdLst/>
            <a:ahLst/>
            <a:cxnLst/>
            <a:rect l="l" t="t" r="r" b="b"/>
            <a:pathLst>
              <a:path w="918210">
                <a:moveTo>
                  <a:pt x="0" y="0"/>
                </a:moveTo>
                <a:lnTo>
                  <a:pt x="918210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06" name="object 224">
            <a:extLst>
              <a:ext uri="{FF2B5EF4-FFF2-40B4-BE49-F238E27FC236}">
                <a16:creationId xmlns:a16="http://schemas.microsoft.com/office/drawing/2014/main" id="{CE02E3D9-636F-D042-8FE2-DCF04C4B938A}"/>
              </a:ext>
            </a:extLst>
          </p:cNvPr>
          <p:cNvGrpSpPr/>
          <p:nvPr/>
        </p:nvGrpSpPr>
        <p:grpSpPr>
          <a:xfrm>
            <a:off x="8945426" y="2556510"/>
            <a:ext cx="810895" cy="342265"/>
            <a:chOff x="8945426" y="2556510"/>
            <a:chExt cx="810895" cy="342265"/>
          </a:xfrm>
        </p:grpSpPr>
        <p:pic>
          <p:nvPicPr>
            <p:cNvPr id="507" name="object 225">
              <a:extLst>
                <a:ext uri="{FF2B5EF4-FFF2-40B4-BE49-F238E27FC236}">
                  <a16:creationId xmlns:a16="http://schemas.microsoft.com/office/drawing/2014/main" id="{D39D5065-3A93-E148-846A-80D574524EB5}"/>
                </a:ext>
              </a:extLst>
            </p:cNvPr>
            <p:cNvPicPr/>
            <p:nvPr/>
          </p:nvPicPr>
          <p:blipFill>
            <a:blip r:embed="rId19"/>
            <a:stretch>
              <a:fillRect/>
            </a:stretch>
          </p:blipFill>
          <p:spPr>
            <a:xfrm>
              <a:off x="8945426" y="2556510"/>
              <a:ext cx="286656" cy="342138"/>
            </a:xfrm>
            <a:prstGeom prst="rect">
              <a:avLst/>
            </a:prstGeom>
          </p:spPr>
        </p:pic>
        <p:pic>
          <p:nvPicPr>
            <p:cNvPr id="508" name="object 226">
              <a:extLst>
                <a:ext uri="{FF2B5EF4-FFF2-40B4-BE49-F238E27FC236}">
                  <a16:creationId xmlns:a16="http://schemas.microsoft.com/office/drawing/2014/main" id="{A7BF2DE2-6F3F-A64C-B95B-3BAD5A963B92}"/>
                </a:ext>
              </a:extLst>
            </p:cNvPr>
            <p:cNvPicPr/>
            <p:nvPr/>
          </p:nvPicPr>
          <p:blipFill>
            <a:blip r:embed="rId20"/>
            <a:stretch>
              <a:fillRect/>
            </a:stretch>
          </p:blipFill>
          <p:spPr>
            <a:xfrm>
              <a:off x="9147047" y="2556510"/>
              <a:ext cx="341375" cy="342138"/>
            </a:xfrm>
            <a:prstGeom prst="rect">
              <a:avLst/>
            </a:prstGeom>
          </p:spPr>
        </p:pic>
        <p:pic>
          <p:nvPicPr>
            <p:cNvPr id="509" name="object 227">
              <a:extLst>
                <a:ext uri="{FF2B5EF4-FFF2-40B4-BE49-F238E27FC236}">
                  <a16:creationId xmlns:a16="http://schemas.microsoft.com/office/drawing/2014/main" id="{B11C6FFC-1E4E-7B4F-953B-C74F755B6A1B}"/>
                </a:ext>
              </a:extLst>
            </p:cNvPr>
            <p:cNvPicPr/>
            <p:nvPr/>
          </p:nvPicPr>
          <p:blipFill>
            <a:blip r:embed="rId21"/>
            <a:stretch>
              <a:fillRect/>
            </a:stretch>
          </p:blipFill>
          <p:spPr>
            <a:xfrm>
              <a:off x="9414509" y="2556510"/>
              <a:ext cx="341375" cy="342138"/>
            </a:xfrm>
            <a:prstGeom prst="rect">
              <a:avLst/>
            </a:prstGeom>
          </p:spPr>
        </p:pic>
      </p:grpSp>
      <p:sp>
        <p:nvSpPr>
          <p:cNvPr id="510" name="object 228">
            <a:extLst>
              <a:ext uri="{FF2B5EF4-FFF2-40B4-BE49-F238E27FC236}">
                <a16:creationId xmlns:a16="http://schemas.microsoft.com/office/drawing/2014/main" id="{713388AF-4891-DA4E-905A-1E6BD1E1B5C2}"/>
              </a:ext>
            </a:extLst>
          </p:cNvPr>
          <p:cNvSpPr/>
          <p:nvPr/>
        </p:nvSpPr>
        <p:spPr>
          <a:xfrm>
            <a:off x="8957309" y="2898648"/>
            <a:ext cx="799465" cy="0"/>
          </a:xfrm>
          <a:custGeom>
            <a:avLst/>
            <a:gdLst/>
            <a:ahLst/>
            <a:cxnLst/>
            <a:rect l="l" t="t" r="r" b="b"/>
            <a:pathLst>
              <a:path w="799465">
                <a:moveTo>
                  <a:pt x="0" y="0"/>
                </a:moveTo>
                <a:lnTo>
                  <a:pt x="799084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11" name="object 229">
            <a:extLst>
              <a:ext uri="{FF2B5EF4-FFF2-40B4-BE49-F238E27FC236}">
                <a16:creationId xmlns:a16="http://schemas.microsoft.com/office/drawing/2014/main" id="{FA95B401-D638-4C47-8AE1-A8960FD54371}"/>
              </a:ext>
            </a:extLst>
          </p:cNvPr>
          <p:cNvGrpSpPr/>
          <p:nvPr/>
        </p:nvGrpSpPr>
        <p:grpSpPr>
          <a:xfrm>
            <a:off x="10027404" y="3783329"/>
            <a:ext cx="572135" cy="341630"/>
            <a:chOff x="10027404" y="3783329"/>
            <a:chExt cx="572135" cy="341630"/>
          </a:xfrm>
        </p:grpSpPr>
        <p:pic>
          <p:nvPicPr>
            <p:cNvPr id="512" name="object 230">
              <a:extLst>
                <a:ext uri="{FF2B5EF4-FFF2-40B4-BE49-F238E27FC236}">
                  <a16:creationId xmlns:a16="http://schemas.microsoft.com/office/drawing/2014/main" id="{8505C27A-FE60-8D4C-9586-FF1ABC55C3D6}"/>
                </a:ext>
              </a:extLst>
            </p:cNvPr>
            <p:cNvPicPr/>
            <p:nvPr/>
          </p:nvPicPr>
          <p:blipFill>
            <a:blip r:embed="rId19"/>
            <a:stretch>
              <a:fillRect/>
            </a:stretch>
          </p:blipFill>
          <p:spPr>
            <a:xfrm>
              <a:off x="10027404" y="3783329"/>
              <a:ext cx="286017" cy="341375"/>
            </a:xfrm>
            <a:prstGeom prst="rect">
              <a:avLst/>
            </a:prstGeom>
          </p:spPr>
        </p:pic>
        <p:pic>
          <p:nvPicPr>
            <p:cNvPr id="513" name="object 231">
              <a:extLst>
                <a:ext uri="{FF2B5EF4-FFF2-40B4-BE49-F238E27FC236}">
                  <a16:creationId xmlns:a16="http://schemas.microsoft.com/office/drawing/2014/main" id="{7723243D-755D-3948-9AB1-E3B52D16A4A9}"/>
                </a:ext>
              </a:extLst>
            </p:cNvPr>
            <p:cNvPicPr/>
            <p:nvPr/>
          </p:nvPicPr>
          <p:blipFill>
            <a:blip r:embed="rId20"/>
            <a:stretch>
              <a:fillRect/>
            </a:stretch>
          </p:blipFill>
          <p:spPr>
            <a:xfrm>
              <a:off x="10258043" y="3783329"/>
              <a:ext cx="341375" cy="341375"/>
            </a:xfrm>
            <a:prstGeom prst="rect">
              <a:avLst/>
            </a:prstGeom>
          </p:spPr>
        </p:pic>
      </p:grpSp>
      <p:sp>
        <p:nvSpPr>
          <p:cNvPr id="514" name="object 232">
            <a:extLst>
              <a:ext uri="{FF2B5EF4-FFF2-40B4-BE49-F238E27FC236}">
                <a16:creationId xmlns:a16="http://schemas.microsoft.com/office/drawing/2014/main" id="{B37C8674-B14C-104F-8434-0C7CA96E6876}"/>
              </a:ext>
            </a:extLst>
          </p:cNvPr>
          <p:cNvSpPr/>
          <p:nvPr/>
        </p:nvSpPr>
        <p:spPr>
          <a:xfrm>
            <a:off x="9937242" y="4113276"/>
            <a:ext cx="939165" cy="0"/>
          </a:xfrm>
          <a:custGeom>
            <a:avLst/>
            <a:gdLst/>
            <a:ahLst/>
            <a:cxnLst/>
            <a:rect l="l" t="t" r="r" b="b"/>
            <a:pathLst>
              <a:path w="939165">
                <a:moveTo>
                  <a:pt x="0" y="0"/>
                </a:moveTo>
                <a:lnTo>
                  <a:pt x="938783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15" name="object 233">
            <a:extLst>
              <a:ext uri="{FF2B5EF4-FFF2-40B4-BE49-F238E27FC236}">
                <a16:creationId xmlns:a16="http://schemas.microsoft.com/office/drawing/2014/main" id="{0682C6A4-38A4-9C42-B19E-593776B7E2E3}"/>
              </a:ext>
            </a:extLst>
          </p:cNvPr>
          <p:cNvGrpSpPr/>
          <p:nvPr/>
        </p:nvGrpSpPr>
        <p:grpSpPr>
          <a:xfrm>
            <a:off x="4378452" y="4219194"/>
            <a:ext cx="666750" cy="533400"/>
            <a:chOff x="4378452" y="4219194"/>
            <a:chExt cx="666750" cy="533400"/>
          </a:xfrm>
        </p:grpSpPr>
        <p:pic>
          <p:nvPicPr>
            <p:cNvPr id="516" name="object 234">
              <a:extLst>
                <a:ext uri="{FF2B5EF4-FFF2-40B4-BE49-F238E27FC236}">
                  <a16:creationId xmlns:a16="http://schemas.microsoft.com/office/drawing/2014/main" id="{23839B04-C405-344E-9A52-35EB748767DE}"/>
                </a:ext>
              </a:extLst>
            </p:cNvPr>
            <p:cNvPicPr/>
            <p:nvPr/>
          </p:nvPicPr>
          <p:blipFill>
            <a:blip r:embed="rId28"/>
            <a:stretch>
              <a:fillRect/>
            </a:stretch>
          </p:blipFill>
          <p:spPr>
            <a:xfrm>
              <a:off x="4378452" y="4219194"/>
              <a:ext cx="650748" cy="533400"/>
            </a:xfrm>
            <a:prstGeom prst="rect">
              <a:avLst/>
            </a:prstGeom>
          </p:spPr>
        </p:pic>
        <p:pic>
          <p:nvPicPr>
            <p:cNvPr id="517" name="object 235">
              <a:extLst>
                <a:ext uri="{FF2B5EF4-FFF2-40B4-BE49-F238E27FC236}">
                  <a16:creationId xmlns:a16="http://schemas.microsoft.com/office/drawing/2014/main" id="{2AA379F4-0EA0-8D4C-8336-D9F61EF2AA86}"/>
                </a:ext>
              </a:extLst>
            </p:cNvPr>
            <p:cNvPicPr/>
            <p:nvPr/>
          </p:nvPicPr>
          <p:blipFill>
            <a:blip r:embed="rId29"/>
            <a:stretch>
              <a:fillRect/>
            </a:stretch>
          </p:blipFill>
          <p:spPr>
            <a:xfrm>
              <a:off x="4581906" y="4308348"/>
              <a:ext cx="246125" cy="246125"/>
            </a:xfrm>
            <a:prstGeom prst="rect">
              <a:avLst/>
            </a:prstGeom>
          </p:spPr>
        </p:pic>
        <p:pic>
          <p:nvPicPr>
            <p:cNvPr id="518" name="object 236">
              <a:extLst>
                <a:ext uri="{FF2B5EF4-FFF2-40B4-BE49-F238E27FC236}">
                  <a16:creationId xmlns:a16="http://schemas.microsoft.com/office/drawing/2014/main" id="{328CA7E0-9CF9-C140-94E1-02672E28B5BB}"/>
                </a:ext>
              </a:extLst>
            </p:cNvPr>
            <p:cNvPicPr/>
            <p:nvPr/>
          </p:nvPicPr>
          <p:blipFill>
            <a:blip r:embed="rId63"/>
            <a:stretch>
              <a:fillRect/>
            </a:stretch>
          </p:blipFill>
          <p:spPr>
            <a:xfrm>
              <a:off x="4799838" y="4341114"/>
              <a:ext cx="245363" cy="245363"/>
            </a:xfrm>
            <a:prstGeom prst="rect">
              <a:avLst/>
            </a:prstGeom>
          </p:spPr>
        </p:pic>
      </p:grpSp>
      <p:pic>
        <p:nvPicPr>
          <p:cNvPr id="519" name="object 237">
            <a:extLst>
              <a:ext uri="{FF2B5EF4-FFF2-40B4-BE49-F238E27FC236}">
                <a16:creationId xmlns:a16="http://schemas.microsoft.com/office/drawing/2014/main" id="{19C73994-A8E6-E343-AB22-F4A33F23F3E0}"/>
              </a:ext>
            </a:extLst>
          </p:cNvPr>
          <p:cNvPicPr/>
          <p:nvPr/>
        </p:nvPicPr>
        <p:blipFill>
          <a:blip r:embed="rId59"/>
          <a:stretch>
            <a:fillRect/>
          </a:stretch>
        </p:blipFill>
        <p:spPr>
          <a:xfrm>
            <a:off x="4696205" y="4174235"/>
            <a:ext cx="244601" cy="244601"/>
          </a:xfrm>
          <a:prstGeom prst="rect">
            <a:avLst/>
          </a:prstGeom>
        </p:spPr>
      </p:pic>
      <p:grpSp>
        <p:nvGrpSpPr>
          <p:cNvPr id="520" name="object 238">
            <a:extLst>
              <a:ext uri="{FF2B5EF4-FFF2-40B4-BE49-F238E27FC236}">
                <a16:creationId xmlns:a16="http://schemas.microsoft.com/office/drawing/2014/main" id="{712BD25F-6B47-F742-8861-EE7DE08BFF2E}"/>
              </a:ext>
            </a:extLst>
          </p:cNvPr>
          <p:cNvGrpSpPr/>
          <p:nvPr/>
        </p:nvGrpSpPr>
        <p:grpSpPr>
          <a:xfrm>
            <a:off x="5470397" y="4174235"/>
            <a:ext cx="651510" cy="534670"/>
            <a:chOff x="5470397" y="4174235"/>
            <a:chExt cx="651510" cy="534670"/>
          </a:xfrm>
        </p:grpSpPr>
        <p:pic>
          <p:nvPicPr>
            <p:cNvPr id="521" name="object 239">
              <a:extLst>
                <a:ext uri="{FF2B5EF4-FFF2-40B4-BE49-F238E27FC236}">
                  <a16:creationId xmlns:a16="http://schemas.microsoft.com/office/drawing/2014/main" id="{EC50BFB5-311B-314D-9B22-C80A50D46EBB}"/>
                </a:ext>
              </a:extLst>
            </p:cNvPr>
            <p:cNvPicPr/>
            <p:nvPr/>
          </p:nvPicPr>
          <p:blipFill>
            <a:blip r:embed="rId28"/>
            <a:stretch>
              <a:fillRect/>
            </a:stretch>
          </p:blipFill>
          <p:spPr>
            <a:xfrm>
              <a:off x="5470397" y="4174235"/>
              <a:ext cx="651510" cy="534162"/>
            </a:xfrm>
            <a:prstGeom prst="rect">
              <a:avLst/>
            </a:prstGeom>
          </p:spPr>
        </p:pic>
        <p:pic>
          <p:nvPicPr>
            <p:cNvPr id="522" name="object 240">
              <a:extLst>
                <a:ext uri="{FF2B5EF4-FFF2-40B4-BE49-F238E27FC236}">
                  <a16:creationId xmlns:a16="http://schemas.microsoft.com/office/drawing/2014/main" id="{DB72683B-966A-684F-98EE-2D9A659EB34C}"/>
                </a:ext>
              </a:extLst>
            </p:cNvPr>
            <p:cNvPicPr/>
            <p:nvPr/>
          </p:nvPicPr>
          <p:blipFill>
            <a:blip r:embed="rId38"/>
            <a:stretch>
              <a:fillRect/>
            </a:stretch>
          </p:blipFill>
          <p:spPr>
            <a:xfrm>
              <a:off x="5793485" y="4318253"/>
              <a:ext cx="245363" cy="244601"/>
            </a:xfrm>
            <a:prstGeom prst="rect">
              <a:avLst/>
            </a:prstGeom>
          </p:spPr>
        </p:pic>
      </p:grpSp>
      <p:grpSp>
        <p:nvGrpSpPr>
          <p:cNvPr id="523" name="object 241">
            <a:extLst>
              <a:ext uri="{FF2B5EF4-FFF2-40B4-BE49-F238E27FC236}">
                <a16:creationId xmlns:a16="http://schemas.microsoft.com/office/drawing/2014/main" id="{BB692D99-B1D9-DA49-89A9-467D8DDFDC79}"/>
              </a:ext>
            </a:extLst>
          </p:cNvPr>
          <p:cNvGrpSpPr/>
          <p:nvPr/>
        </p:nvGrpSpPr>
        <p:grpSpPr>
          <a:xfrm>
            <a:off x="5660135" y="4175759"/>
            <a:ext cx="513715" cy="331470"/>
            <a:chOff x="5660135" y="4175759"/>
            <a:chExt cx="513715" cy="331470"/>
          </a:xfrm>
        </p:grpSpPr>
        <p:pic>
          <p:nvPicPr>
            <p:cNvPr id="524" name="object 242">
              <a:extLst>
                <a:ext uri="{FF2B5EF4-FFF2-40B4-BE49-F238E27FC236}">
                  <a16:creationId xmlns:a16="http://schemas.microsoft.com/office/drawing/2014/main" id="{F52D3EF8-70E1-F54E-BBB4-E058779E9E28}"/>
                </a:ext>
              </a:extLst>
            </p:cNvPr>
            <p:cNvPicPr/>
            <p:nvPr/>
          </p:nvPicPr>
          <p:blipFill>
            <a:blip r:embed="rId29"/>
            <a:stretch>
              <a:fillRect/>
            </a:stretch>
          </p:blipFill>
          <p:spPr>
            <a:xfrm>
              <a:off x="5660135" y="4261103"/>
              <a:ext cx="246125" cy="246125"/>
            </a:xfrm>
            <a:prstGeom prst="rect">
              <a:avLst/>
            </a:prstGeom>
          </p:spPr>
        </p:pic>
        <p:pic>
          <p:nvPicPr>
            <p:cNvPr id="525" name="object 243">
              <a:extLst>
                <a:ext uri="{FF2B5EF4-FFF2-40B4-BE49-F238E27FC236}">
                  <a16:creationId xmlns:a16="http://schemas.microsoft.com/office/drawing/2014/main" id="{54F36CC0-0CD2-D842-851A-B69787028463}"/>
                </a:ext>
              </a:extLst>
            </p:cNvPr>
            <p:cNvPicPr/>
            <p:nvPr/>
          </p:nvPicPr>
          <p:blipFill>
            <a:blip r:embed="rId59"/>
            <a:stretch>
              <a:fillRect/>
            </a:stretch>
          </p:blipFill>
          <p:spPr>
            <a:xfrm>
              <a:off x="5929121" y="4175759"/>
              <a:ext cx="244601" cy="244601"/>
            </a:xfrm>
            <a:prstGeom prst="rect">
              <a:avLst/>
            </a:prstGeom>
          </p:spPr>
        </p:pic>
      </p:grpSp>
      <p:grpSp>
        <p:nvGrpSpPr>
          <p:cNvPr id="526" name="object 244">
            <a:extLst>
              <a:ext uri="{FF2B5EF4-FFF2-40B4-BE49-F238E27FC236}">
                <a16:creationId xmlns:a16="http://schemas.microsoft.com/office/drawing/2014/main" id="{EA9892F6-3FA8-644D-BA6A-B75C2A6B7409}"/>
              </a:ext>
            </a:extLst>
          </p:cNvPr>
          <p:cNvGrpSpPr/>
          <p:nvPr/>
        </p:nvGrpSpPr>
        <p:grpSpPr>
          <a:xfrm>
            <a:off x="47244" y="4938521"/>
            <a:ext cx="939165" cy="993775"/>
            <a:chOff x="47244" y="4938521"/>
            <a:chExt cx="939165" cy="993775"/>
          </a:xfrm>
        </p:grpSpPr>
        <p:pic>
          <p:nvPicPr>
            <p:cNvPr id="527" name="object 245">
              <a:extLst>
                <a:ext uri="{FF2B5EF4-FFF2-40B4-BE49-F238E27FC236}">
                  <a16:creationId xmlns:a16="http://schemas.microsoft.com/office/drawing/2014/main" id="{FD881159-3F9D-FB48-A219-2EAC6AE893F5}"/>
                </a:ext>
              </a:extLst>
            </p:cNvPr>
            <p:cNvPicPr/>
            <p:nvPr/>
          </p:nvPicPr>
          <p:blipFill>
            <a:blip r:embed="rId28"/>
            <a:stretch>
              <a:fillRect/>
            </a:stretch>
          </p:blipFill>
          <p:spPr>
            <a:xfrm>
              <a:off x="80009" y="5398007"/>
              <a:ext cx="650748" cy="534162"/>
            </a:xfrm>
            <a:prstGeom prst="rect">
              <a:avLst/>
            </a:prstGeom>
          </p:spPr>
        </p:pic>
        <p:pic>
          <p:nvPicPr>
            <p:cNvPr id="528" name="object 246">
              <a:extLst>
                <a:ext uri="{FF2B5EF4-FFF2-40B4-BE49-F238E27FC236}">
                  <a16:creationId xmlns:a16="http://schemas.microsoft.com/office/drawing/2014/main" id="{B67E46BB-9146-8147-B9DF-2587F8F30CDA}"/>
                </a:ext>
              </a:extLst>
            </p:cNvPr>
            <p:cNvPicPr/>
            <p:nvPr/>
          </p:nvPicPr>
          <p:blipFill>
            <a:blip r:embed="rId48"/>
            <a:stretch>
              <a:fillRect/>
            </a:stretch>
          </p:blipFill>
          <p:spPr>
            <a:xfrm>
              <a:off x="355853" y="5344667"/>
              <a:ext cx="233933" cy="233934"/>
            </a:xfrm>
            <a:prstGeom prst="rect">
              <a:avLst/>
            </a:prstGeom>
          </p:spPr>
        </p:pic>
        <p:pic>
          <p:nvPicPr>
            <p:cNvPr id="529" name="object 247">
              <a:extLst>
                <a:ext uri="{FF2B5EF4-FFF2-40B4-BE49-F238E27FC236}">
                  <a16:creationId xmlns:a16="http://schemas.microsoft.com/office/drawing/2014/main" id="{288AE19F-72E4-1D4D-B55A-FCB48CD62A4B}"/>
                </a:ext>
              </a:extLst>
            </p:cNvPr>
            <p:cNvPicPr/>
            <p:nvPr/>
          </p:nvPicPr>
          <p:blipFill>
            <a:blip r:embed="rId45"/>
            <a:stretch>
              <a:fillRect/>
            </a:stretch>
          </p:blipFill>
          <p:spPr>
            <a:xfrm>
              <a:off x="496062" y="5346953"/>
              <a:ext cx="233934" cy="233934"/>
            </a:xfrm>
            <a:prstGeom prst="rect">
              <a:avLst/>
            </a:prstGeom>
          </p:spPr>
        </p:pic>
        <p:pic>
          <p:nvPicPr>
            <p:cNvPr id="530" name="object 248">
              <a:extLst>
                <a:ext uri="{FF2B5EF4-FFF2-40B4-BE49-F238E27FC236}">
                  <a16:creationId xmlns:a16="http://schemas.microsoft.com/office/drawing/2014/main" id="{95D03AEB-2BDE-F84E-B00B-41A97C3011EA}"/>
                </a:ext>
              </a:extLst>
            </p:cNvPr>
            <p:cNvPicPr/>
            <p:nvPr/>
          </p:nvPicPr>
          <p:blipFill>
            <a:blip r:embed="rId46"/>
            <a:stretch>
              <a:fillRect/>
            </a:stretch>
          </p:blipFill>
          <p:spPr>
            <a:xfrm>
              <a:off x="280416" y="5533643"/>
              <a:ext cx="233934" cy="233934"/>
            </a:xfrm>
            <a:prstGeom prst="rect">
              <a:avLst/>
            </a:prstGeom>
          </p:spPr>
        </p:pic>
        <p:pic>
          <p:nvPicPr>
            <p:cNvPr id="531" name="object 249">
              <a:extLst>
                <a:ext uri="{FF2B5EF4-FFF2-40B4-BE49-F238E27FC236}">
                  <a16:creationId xmlns:a16="http://schemas.microsoft.com/office/drawing/2014/main" id="{29B5626D-F338-C54B-A6CC-6D71D946FAA0}"/>
                </a:ext>
              </a:extLst>
            </p:cNvPr>
            <p:cNvPicPr/>
            <p:nvPr/>
          </p:nvPicPr>
          <p:blipFill>
            <a:blip r:embed="rId51"/>
            <a:stretch>
              <a:fillRect/>
            </a:stretch>
          </p:blipFill>
          <p:spPr>
            <a:xfrm>
              <a:off x="523494" y="5519927"/>
              <a:ext cx="234696" cy="233934"/>
            </a:xfrm>
            <a:prstGeom prst="rect">
              <a:avLst/>
            </a:prstGeom>
          </p:spPr>
        </p:pic>
        <p:pic>
          <p:nvPicPr>
            <p:cNvPr id="532" name="object 250">
              <a:extLst>
                <a:ext uri="{FF2B5EF4-FFF2-40B4-BE49-F238E27FC236}">
                  <a16:creationId xmlns:a16="http://schemas.microsoft.com/office/drawing/2014/main" id="{647FC9F2-8107-E841-8426-36F3F935BA56}"/>
                </a:ext>
              </a:extLst>
            </p:cNvPr>
            <p:cNvPicPr/>
            <p:nvPr/>
          </p:nvPicPr>
          <p:blipFill>
            <a:blip r:embed="rId64"/>
            <a:stretch>
              <a:fillRect/>
            </a:stretch>
          </p:blipFill>
          <p:spPr>
            <a:xfrm>
              <a:off x="391976" y="4938521"/>
              <a:ext cx="286656" cy="342138"/>
            </a:xfrm>
            <a:prstGeom prst="rect">
              <a:avLst/>
            </a:prstGeom>
          </p:spPr>
        </p:pic>
        <p:sp>
          <p:nvSpPr>
            <p:cNvPr id="533" name="object 251">
              <a:extLst>
                <a:ext uri="{FF2B5EF4-FFF2-40B4-BE49-F238E27FC236}">
                  <a16:creationId xmlns:a16="http://schemas.microsoft.com/office/drawing/2014/main" id="{04720674-2A15-BA4C-B06B-4A3E421C07E5}"/>
                </a:ext>
              </a:extLst>
            </p:cNvPr>
            <p:cNvSpPr/>
            <p:nvPr/>
          </p:nvSpPr>
          <p:spPr>
            <a:xfrm>
              <a:off x="47244" y="5282945"/>
              <a:ext cx="939165" cy="0"/>
            </a:xfrm>
            <a:custGeom>
              <a:avLst/>
              <a:gdLst/>
              <a:ahLst/>
              <a:cxnLst/>
              <a:rect l="l" t="t" r="r" b="b"/>
              <a:pathLst>
                <a:path w="939165">
                  <a:moveTo>
                    <a:pt x="0" y="0"/>
                  </a:moveTo>
                  <a:lnTo>
                    <a:pt x="938784" y="0"/>
                  </a:lnTo>
                </a:path>
              </a:pathLst>
            </a:custGeom>
            <a:ln w="38100">
              <a:solidFill>
                <a:srgbClr val="BDBDB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34" name="object 252">
            <a:extLst>
              <a:ext uri="{FF2B5EF4-FFF2-40B4-BE49-F238E27FC236}">
                <a16:creationId xmlns:a16="http://schemas.microsoft.com/office/drawing/2014/main" id="{D1D7F75B-9D21-3A48-A6FB-5AD61347BFB4}"/>
              </a:ext>
            </a:extLst>
          </p:cNvPr>
          <p:cNvGrpSpPr/>
          <p:nvPr/>
        </p:nvGrpSpPr>
        <p:grpSpPr>
          <a:xfrm>
            <a:off x="1335786" y="4945431"/>
            <a:ext cx="939165" cy="356870"/>
            <a:chOff x="1335786" y="4945431"/>
            <a:chExt cx="939165" cy="356870"/>
          </a:xfrm>
        </p:grpSpPr>
        <p:pic>
          <p:nvPicPr>
            <p:cNvPr id="535" name="object 253">
              <a:extLst>
                <a:ext uri="{FF2B5EF4-FFF2-40B4-BE49-F238E27FC236}">
                  <a16:creationId xmlns:a16="http://schemas.microsoft.com/office/drawing/2014/main" id="{E968D7EA-2BF4-1348-BAF5-C709EEB6F34C}"/>
                </a:ext>
              </a:extLst>
            </p:cNvPr>
            <p:cNvPicPr/>
            <p:nvPr/>
          </p:nvPicPr>
          <p:blipFill>
            <a:blip r:embed="rId56"/>
            <a:stretch>
              <a:fillRect/>
            </a:stretch>
          </p:blipFill>
          <p:spPr>
            <a:xfrm>
              <a:off x="1732890" y="4945431"/>
              <a:ext cx="147622" cy="332891"/>
            </a:xfrm>
            <a:prstGeom prst="rect">
              <a:avLst/>
            </a:prstGeom>
          </p:spPr>
        </p:pic>
        <p:sp>
          <p:nvSpPr>
            <p:cNvPr id="536" name="object 254">
              <a:extLst>
                <a:ext uri="{FF2B5EF4-FFF2-40B4-BE49-F238E27FC236}">
                  <a16:creationId xmlns:a16="http://schemas.microsoft.com/office/drawing/2014/main" id="{FF4A48C3-FCBA-BD49-914C-CA08B2DE3A8F}"/>
                </a:ext>
              </a:extLst>
            </p:cNvPr>
            <p:cNvSpPr/>
            <p:nvPr/>
          </p:nvSpPr>
          <p:spPr>
            <a:xfrm>
              <a:off x="1335786" y="5282945"/>
              <a:ext cx="939165" cy="0"/>
            </a:xfrm>
            <a:custGeom>
              <a:avLst/>
              <a:gdLst/>
              <a:ahLst/>
              <a:cxnLst/>
              <a:rect l="l" t="t" r="r" b="b"/>
              <a:pathLst>
                <a:path w="939164">
                  <a:moveTo>
                    <a:pt x="0" y="0"/>
                  </a:moveTo>
                  <a:lnTo>
                    <a:pt x="938783" y="0"/>
                  </a:lnTo>
                </a:path>
              </a:pathLst>
            </a:custGeom>
            <a:ln w="38100">
              <a:solidFill>
                <a:srgbClr val="BDBDB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37" name="object 255">
            <a:extLst>
              <a:ext uri="{FF2B5EF4-FFF2-40B4-BE49-F238E27FC236}">
                <a16:creationId xmlns:a16="http://schemas.microsoft.com/office/drawing/2014/main" id="{2FBED458-DEC6-B048-B0F8-7594BD35E452}"/>
              </a:ext>
            </a:extLst>
          </p:cNvPr>
          <p:cNvGrpSpPr/>
          <p:nvPr/>
        </p:nvGrpSpPr>
        <p:grpSpPr>
          <a:xfrm>
            <a:off x="2624327" y="5025142"/>
            <a:ext cx="939165" cy="276860"/>
            <a:chOff x="2624327" y="5025142"/>
            <a:chExt cx="939165" cy="276860"/>
          </a:xfrm>
        </p:grpSpPr>
        <p:pic>
          <p:nvPicPr>
            <p:cNvPr id="538" name="object 256">
              <a:extLst>
                <a:ext uri="{FF2B5EF4-FFF2-40B4-BE49-F238E27FC236}">
                  <a16:creationId xmlns:a16="http://schemas.microsoft.com/office/drawing/2014/main" id="{0597CF7F-2C02-724E-AEAE-149FD020A3D9}"/>
                </a:ext>
              </a:extLst>
            </p:cNvPr>
            <p:cNvPicPr/>
            <p:nvPr/>
          </p:nvPicPr>
          <p:blipFill>
            <a:blip r:embed="rId65"/>
            <a:stretch>
              <a:fillRect/>
            </a:stretch>
          </p:blipFill>
          <p:spPr>
            <a:xfrm>
              <a:off x="2907029" y="5025142"/>
              <a:ext cx="342138" cy="249668"/>
            </a:xfrm>
            <a:prstGeom prst="rect">
              <a:avLst/>
            </a:prstGeom>
          </p:spPr>
        </p:pic>
        <p:sp>
          <p:nvSpPr>
            <p:cNvPr id="539" name="object 257">
              <a:extLst>
                <a:ext uri="{FF2B5EF4-FFF2-40B4-BE49-F238E27FC236}">
                  <a16:creationId xmlns:a16="http://schemas.microsoft.com/office/drawing/2014/main" id="{36091F4D-45CF-AF44-9036-3C9DE83477E2}"/>
                </a:ext>
              </a:extLst>
            </p:cNvPr>
            <p:cNvSpPr/>
            <p:nvPr/>
          </p:nvSpPr>
          <p:spPr>
            <a:xfrm>
              <a:off x="2624327" y="5282946"/>
              <a:ext cx="939165" cy="0"/>
            </a:xfrm>
            <a:custGeom>
              <a:avLst/>
              <a:gdLst/>
              <a:ahLst/>
              <a:cxnLst/>
              <a:rect l="l" t="t" r="r" b="b"/>
              <a:pathLst>
                <a:path w="939164">
                  <a:moveTo>
                    <a:pt x="0" y="0"/>
                  </a:moveTo>
                  <a:lnTo>
                    <a:pt x="938784" y="0"/>
                  </a:lnTo>
                </a:path>
              </a:pathLst>
            </a:custGeom>
            <a:ln w="38100">
              <a:solidFill>
                <a:srgbClr val="BDBDB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40" name="object 258">
            <a:extLst>
              <a:ext uri="{FF2B5EF4-FFF2-40B4-BE49-F238E27FC236}">
                <a16:creationId xmlns:a16="http://schemas.microsoft.com/office/drawing/2014/main" id="{67229147-AD7E-DA4F-A880-EF07654E5109}"/>
              </a:ext>
            </a:extLst>
          </p:cNvPr>
          <p:cNvGrpSpPr/>
          <p:nvPr/>
        </p:nvGrpSpPr>
        <p:grpSpPr>
          <a:xfrm>
            <a:off x="4036314" y="5006751"/>
            <a:ext cx="939165" cy="295275"/>
            <a:chOff x="4036314" y="5006751"/>
            <a:chExt cx="939165" cy="295275"/>
          </a:xfrm>
        </p:grpSpPr>
        <p:pic>
          <p:nvPicPr>
            <p:cNvPr id="541" name="object 259">
              <a:extLst>
                <a:ext uri="{FF2B5EF4-FFF2-40B4-BE49-F238E27FC236}">
                  <a16:creationId xmlns:a16="http://schemas.microsoft.com/office/drawing/2014/main" id="{289E0940-4E3E-5647-ABBE-5F0CE6226D77}"/>
                </a:ext>
              </a:extLst>
            </p:cNvPr>
            <p:cNvPicPr/>
            <p:nvPr/>
          </p:nvPicPr>
          <p:blipFill>
            <a:blip r:embed="rId66"/>
            <a:stretch>
              <a:fillRect/>
            </a:stretch>
          </p:blipFill>
          <p:spPr>
            <a:xfrm>
              <a:off x="4338477" y="5006751"/>
              <a:ext cx="268162" cy="268162"/>
            </a:xfrm>
            <a:prstGeom prst="rect">
              <a:avLst/>
            </a:prstGeom>
          </p:spPr>
        </p:pic>
        <p:sp>
          <p:nvSpPr>
            <p:cNvPr id="542" name="object 260">
              <a:extLst>
                <a:ext uri="{FF2B5EF4-FFF2-40B4-BE49-F238E27FC236}">
                  <a16:creationId xmlns:a16="http://schemas.microsoft.com/office/drawing/2014/main" id="{C99E7AE7-BC50-6748-B346-FC3D31E3E0D1}"/>
                </a:ext>
              </a:extLst>
            </p:cNvPr>
            <p:cNvSpPr/>
            <p:nvPr/>
          </p:nvSpPr>
          <p:spPr>
            <a:xfrm>
              <a:off x="4036314" y="5282945"/>
              <a:ext cx="939165" cy="0"/>
            </a:xfrm>
            <a:custGeom>
              <a:avLst/>
              <a:gdLst/>
              <a:ahLst/>
              <a:cxnLst/>
              <a:rect l="l" t="t" r="r" b="b"/>
              <a:pathLst>
                <a:path w="939164">
                  <a:moveTo>
                    <a:pt x="0" y="0"/>
                  </a:moveTo>
                  <a:lnTo>
                    <a:pt x="938784" y="0"/>
                  </a:lnTo>
                </a:path>
              </a:pathLst>
            </a:custGeom>
            <a:ln w="38100">
              <a:solidFill>
                <a:srgbClr val="BDBDB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43" name="object 261">
            <a:extLst>
              <a:ext uri="{FF2B5EF4-FFF2-40B4-BE49-F238E27FC236}">
                <a16:creationId xmlns:a16="http://schemas.microsoft.com/office/drawing/2014/main" id="{DE0B9202-3E38-7D44-B60D-55A53F905CDF}"/>
              </a:ext>
            </a:extLst>
          </p:cNvPr>
          <p:cNvGrpSpPr/>
          <p:nvPr/>
        </p:nvGrpSpPr>
        <p:grpSpPr>
          <a:xfrm>
            <a:off x="4024121" y="6127241"/>
            <a:ext cx="939165" cy="680720"/>
            <a:chOff x="4024121" y="6127241"/>
            <a:chExt cx="939165" cy="680720"/>
          </a:xfrm>
        </p:grpSpPr>
        <p:pic>
          <p:nvPicPr>
            <p:cNvPr id="544" name="object 262">
              <a:extLst>
                <a:ext uri="{FF2B5EF4-FFF2-40B4-BE49-F238E27FC236}">
                  <a16:creationId xmlns:a16="http://schemas.microsoft.com/office/drawing/2014/main" id="{D9FED2A3-BFE1-1446-9569-7B09D378A1E5}"/>
                </a:ext>
              </a:extLst>
            </p:cNvPr>
            <p:cNvPicPr/>
            <p:nvPr/>
          </p:nvPicPr>
          <p:blipFill>
            <a:blip r:embed="rId28"/>
            <a:stretch>
              <a:fillRect/>
            </a:stretch>
          </p:blipFill>
          <p:spPr>
            <a:xfrm>
              <a:off x="4078985" y="6273545"/>
              <a:ext cx="650748" cy="534162"/>
            </a:xfrm>
            <a:prstGeom prst="rect">
              <a:avLst/>
            </a:prstGeom>
          </p:spPr>
        </p:pic>
        <p:pic>
          <p:nvPicPr>
            <p:cNvPr id="545" name="object 263">
              <a:extLst>
                <a:ext uri="{FF2B5EF4-FFF2-40B4-BE49-F238E27FC236}">
                  <a16:creationId xmlns:a16="http://schemas.microsoft.com/office/drawing/2014/main" id="{F13FBE88-2F51-3E47-83CC-4D72BF46BA2A}"/>
                </a:ext>
              </a:extLst>
            </p:cNvPr>
            <p:cNvPicPr/>
            <p:nvPr/>
          </p:nvPicPr>
          <p:blipFill>
            <a:blip r:embed="rId48"/>
            <a:stretch>
              <a:fillRect/>
            </a:stretch>
          </p:blipFill>
          <p:spPr>
            <a:xfrm>
              <a:off x="4355591" y="6220205"/>
              <a:ext cx="233934" cy="233933"/>
            </a:xfrm>
            <a:prstGeom prst="rect">
              <a:avLst/>
            </a:prstGeom>
          </p:spPr>
        </p:pic>
        <p:pic>
          <p:nvPicPr>
            <p:cNvPr id="546" name="object 264">
              <a:extLst>
                <a:ext uri="{FF2B5EF4-FFF2-40B4-BE49-F238E27FC236}">
                  <a16:creationId xmlns:a16="http://schemas.microsoft.com/office/drawing/2014/main" id="{D00C2925-E68D-114A-8082-C42E434052E8}"/>
                </a:ext>
              </a:extLst>
            </p:cNvPr>
            <p:cNvPicPr/>
            <p:nvPr/>
          </p:nvPicPr>
          <p:blipFill>
            <a:blip r:embed="rId45"/>
            <a:stretch>
              <a:fillRect/>
            </a:stretch>
          </p:blipFill>
          <p:spPr>
            <a:xfrm>
              <a:off x="4495799" y="6222491"/>
              <a:ext cx="233934" cy="233934"/>
            </a:xfrm>
            <a:prstGeom prst="rect">
              <a:avLst/>
            </a:prstGeom>
          </p:spPr>
        </p:pic>
        <p:pic>
          <p:nvPicPr>
            <p:cNvPr id="547" name="object 265">
              <a:extLst>
                <a:ext uri="{FF2B5EF4-FFF2-40B4-BE49-F238E27FC236}">
                  <a16:creationId xmlns:a16="http://schemas.microsoft.com/office/drawing/2014/main" id="{0BA5512E-0B87-444D-8DCA-7E4AB18040C3}"/>
                </a:ext>
              </a:extLst>
            </p:cNvPr>
            <p:cNvPicPr/>
            <p:nvPr/>
          </p:nvPicPr>
          <p:blipFill>
            <a:blip r:embed="rId46"/>
            <a:stretch>
              <a:fillRect/>
            </a:stretch>
          </p:blipFill>
          <p:spPr>
            <a:xfrm>
              <a:off x="4279391" y="6409181"/>
              <a:ext cx="233934" cy="233934"/>
            </a:xfrm>
            <a:prstGeom prst="rect">
              <a:avLst/>
            </a:prstGeom>
          </p:spPr>
        </p:pic>
        <p:pic>
          <p:nvPicPr>
            <p:cNvPr id="548" name="object 266">
              <a:extLst>
                <a:ext uri="{FF2B5EF4-FFF2-40B4-BE49-F238E27FC236}">
                  <a16:creationId xmlns:a16="http://schemas.microsoft.com/office/drawing/2014/main" id="{EC227A1A-B893-DE45-82D9-4DF97A293B95}"/>
                </a:ext>
              </a:extLst>
            </p:cNvPr>
            <p:cNvPicPr/>
            <p:nvPr/>
          </p:nvPicPr>
          <p:blipFill>
            <a:blip r:embed="rId47"/>
            <a:stretch>
              <a:fillRect/>
            </a:stretch>
          </p:blipFill>
          <p:spPr>
            <a:xfrm>
              <a:off x="4523231" y="6395465"/>
              <a:ext cx="233934" cy="233934"/>
            </a:xfrm>
            <a:prstGeom prst="rect">
              <a:avLst/>
            </a:prstGeom>
          </p:spPr>
        </p:pic>
        <p:pic>
          <p:nvPicPr>
            <p:cNvPr id="549" name="object 267">
              <a:extLst>
                <a:ext uri="{FF2B5EF4-FFF2-40B4-BE49-F238E27FC236}">
                  <a16:creationId xmlns:a16="http://schemas.microsoft.com/office/drawing/2014/main" id="{C681C61F-9176-F045-BE5F-2CE4DACF602B}"/>
                </a:ext>
              </a:extLst>
            </p:cNvPr>
            <p:cNvPicPr/>
            <p:nvPr/>
          </p:nvPicPr>
          <p:blipFill>
            <a:blip r:embed="rId67"/>
            <a:stretch>
              <a:fillRect/>
            </a:stretch>
          </p:blipFill>
          <p:spPr>
            <a:xfrm>
              <a:off x="4229861" y="6208013"/>
              <a:ext cx="233934" cy="233934"/>
            </a:xfrm>
            <a:prstGeom prst="rect">
              <a:avLst/>
            </a:prstGeom>
          </p:spPr>
        </p:pic>
        <p:sp>
          <p:nvSpPr>
            <p:cNvPr id="550" name="object 268">
              <a:extLst>
                <a:ext uri="{FF2B5EF4-FFF2-40B4-BE49-F238E27FC236}">
                  <a16:creationId xmlns:a16="http://schemas.microsoft.com/office/drawing/2014/main" id="{09A8622E-7E1C-4F42-A2A1-CFFAB3F2E785}"/>
                </a:ext>
              </a:extLst>
            </p:cNvPr>
            <p:cNvSpPr/>
            <p:nvPr/>
          </p:nvSpPr>
          <p:spPr>
            <a:xfrm>
              <a:off x="4024121" y="6146291"/>
              <a:ext cx="939165" cy="0"/>
            </a:xfrm>
            <a:custGeom>
              <a:avLst/>
              <a:gdLst/>
              <a:ahLst/>
              <a:cxnLst/>
              <a:rect l="l" t="t" r="r" b="b"/>
              <a:pathLst>
                <a:path w="939164">
                  <a:moveTo>
                    <a:pt x="0" y="0"/>
                  </a:moveTo>
                  <a:lnTo>
                    <a:pt x="938783" y="0"/>
                  </a:lnTo>
                </a:path>
              </a:pathLst>
            </a:custGeom>
            <a:ln w="38100">
              <a:solidFill>
                <a:srgbClr val="BDBDB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51" name="object 269">
            <a:extLst>
              <a:ext uri="{FF2B5EF4-FFF2-40B4-BE49-F238E27FC236}">
                <a16:creationId xmlns:a16="http://schemas.microsoft.com/office/drawing/2014/main" id="{9E2A9125-E089-714A-B538-7C25040638D9}"/>
              </a:ext>
            </a:extLst>
          </p:cNvPr>
          <p:cNvGrpSpPr/>
          <p:nvPr/>
        </p:nvGrpSpPr>
        <p:grpSpPr>
          <a:xfrm>
            <a:off x="5525261" y="4927905"/>
            <a:ext cx="939165" cy="374650"/>
            <a:chOff x="5525261" y="4927905"/>
            <a:chExt cx="939165" cy="374650"/>
          </a:xfrm>
        </p:grpSpPr>
        <p:pic>
          <p:nvPicPr>
            <p:cNvPr id="552" name="object 270">
              <a:extLst>
                <a:ext uri="{FF2B5EF4-FFF2-40B4-BE49-F238E27FC236}">
                  <a16:creationId xmlns:a16="http://schemas.microsoft.com/office/drawing/2014/main" id="{A958A302-6B22-F647-9D34-4F32FF4CFA66}"/>
                </a:ext>
              </a:extLst>
            </p:cNvPr>
            <p:cNvPicPr/>
            <p:nvPr/>
          </p:nvPicPr>
          <p:blipFill>
            <a:blip r:embed="rId58"/>
            <a:stretch>
              <a:fillRect/>
            </a:stretch>
          </p:blipFill>
          <p:spPr>
            <a:xfrm>
              <a:off x="5892597" y="4927905"/>
              <a:ext cx="332891" cy="332891"/>
            </a:xfrm>
            <a:prstGeom prst="rect">
              <a:avLst/>
            </a:prstGeom>
          </p:spPr>
        </p:pic>
        <p:sp>
          <p:nvSpPr>
            <p:cNvPr id="553" name="object 271">
              <a:extLst>
                <a:ext uri="{FF2B5EF4-FFF2-40B4-BE49-F238E27FC236}">
                  <a16:creationId xmlns:a16="http://schemas.microsoft.com/office/drawing/2014/main" id="{64560DF1-50CF-4B4F-AEE8-9DF6CFEAED94}"/>
                </a:ext>
              </a:extLst>
            </p:cNvPr>
            <p:cNvSpPr/>
            <p:nvPr/>
          </p:nvSpPr>
          <p:spPr>
            <a:xfrm>
              <a:off x="5525261" y="5282945"/>
              <a:ext cx="939165" cy="0"/>
            </a:xfrm>
            <a:custGeom>
              <a:avLst/>
              <a:gdLst/>
              <a:ahLst/>
              <a:cxnLst/>
              <a:rect l="l" t="t" r="r" b="b"/>
              <a:pathLst>
                <a:path w="939164">
                  <a:moveTo>
                    <a:pt x="0" y="0"/>
                  </a:moveTo>
                  <a:lnTo>
                    <a:pt x="938784" y="0"/>
                  </a:lnTo>
                </a:path>
              </a:pathLst>
            </a:custGeom>
            <a:ln w="38100">
              <a:solidFill>
                <a:srgbClr val="BDBDB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54" name="object 272">
            <a:extLst>
              <a:ext uri="{FF2B5EF4-FFF2-40B4-BE49-F238E27FC236}">
                <a16:creationId xmlns:a16="http://schemas.microsoft.com/office/drawing/2014/main" id="{BD07D201-BB35-7444-A373-347CD2A51B7E}"/>
              </a:ext>
            </a:extLst>
          </p:cNvPr>
          <p:cNvGrpSpPr/>
          <p:nvPr/>
        </p:nvGrpSpPr>
        <p:grpSpPr>
          <a:xfrm>
            <a:off x="5568696" y="5347715"/>
            <a:ext cx="692150" cy="584835"/>
            <a:chOff x="5568696" y="5347715"/>
            <a:chExt cx="692150" cy="584835"/>
          </a:xfrm>
        </p:grpSpPr>
        <p:pic>
          <p:nvPicPr>
            <p:cNvPr id="555" name="object 273">
              <a:extLst>
                <a:ext uri="{FF2B5EF4-FFF2-40B4-BE49-F238E27FC236}">
                  <a16:creationId xmlns:a16="http://schemas.microsoft.com/office/drawing/2014/main" id="{421A71A9-128B-0942-9003-04E7855A5728}"/>
                </a:ext>
              </a:extLst>
            </p:cNvPr>
            <p:cNvPicPr/>
            <p:nvPr/>
          </p:nvPicPr>
          <p:blipFill>
            <a:blip r:embed="rId44"/>
            <a:stretch>
              <a:fillRect/>
            </a:stretch>
          </p:blipFill>
          <p:spPr>
            <a:xfrm>
              <a:off x="5787449" y="5375909"/>
              <a:ext cx="197238" cy="233934"/>
            </a:xfrm>
            <a:prstGeom prst="rect">
              <a:avLst/>
            </a:prstGeom>
          </p:spPr>
        </p:pic>
        <p:pic>
          <p:nvPicPr>
            <p:cNvPr id="556" name="object 274">
              <a:extLst>
                <a:ext uri="{FF2B5EF4-FFF2-40B4-BE49-F238E27FC236}">
                  <a16:creationId xmlns:a16="http://schemas.microsoft.com/office/drawing/2014/main" id="{8DC23EEA-7369-B941-9F66-9F8FFFC75323}"/>
                </a:ext>
              </a:extLst>
            </p:cNvPr>
            <p:cNvPicPr/>
            <p:nvPr/>
          </p:nvPicPr>
          <p:blipFill>
            <a:blip r:embed="rId48"/>
            <a:stretch>
              <a:fillRect/>
            </a:stretch>
          </p:blipFill>
          <p:spPr>
            <a:xfrm>
              <a:off x="5939790" y="5347715"/>
              <a:ext cx="233934" cy="233934"/>
            </a:xfrm>
            <a:prstGeom prst="rect">
              <a:avLst/>
            </a:prstGeom>
          </p:spPr>
        </p:pic>
        <p:pic>
          <p:nvPicPr>
            <p:cNvPr id="557" name="object 275">
              <a:extLst>
                <a:ext uri="{FF2B5EF4-FFF2-40B4-BE49-F238E27FC236}">
                  <a16:creationId xmlns:a16="http://schemas.microsoft.com/office/drawing/2014/main" id="{73A8E2E0-B1B9-A244-8B6C-7FAC77B42463}"/>
                </a:ext>
              </a:extLst>
            </p:cNvPr>
            <p:cNvPicPr/>
            <p:nvPr/>
          </p:nvPicPr>
          <p:blipFill>
            <a:blip r:embed="rId68"/>
            <a:stretch>
              <a:fillRect/>
            </a:stretch>
          </p:blipFill>
          <p:spPr>
            <a:xfrm>
              <a:off x="5788914" y="5534405"/>
              <a:ext cx="233934" cy="234696"/>
            </a:xfrm>
            <a:prstGeom prst="rect">
              <a:avLst/>
            </a:prstGeom>
          </p:spPr>
        </p:pic>
        <p:pic>
          <p:nvPicPr>
            <p:cNvPr id="558" name="object 276">
              <a:extLst>
                <a:ext uri="{FF2B5EF4-FFF2-40B4-BE49-F238E27FC236}">
                  <a16:creationId xmlns:a16="http://schemas.microsoft.com/office/drawing/2014/main" id="{A1DB22E3-EBF4-8944-A8F9-5C14EF5A45DA}"/>
                </a:ext>
              </a:extLst>
            </p:cNvPr>
            <p:cNvPicPr/>
            <p:nvPr/>
          </p:nvPicPr>
          <p:blipFill>
            <a:blip r:embed="rId47"/>
            <a:stretch>
              <a:fillRect/>
            </a:stretch>
          </p:blipFill>
          <p:spPr>
            <a:xfrm>
              <a:off x="6026658" y="5521451"/>
              <a:ext cx="233934" cy="233934"/>
            </a:xfrm>
            <a:prstGeom prst="rect">
              <a:avLst/>
            </a:prstGeom>
          </p:spPr>
        </p:pic>
        <p:pic>
          <p:nvPicPr>
            <p:cNvPr id="559" name="object 277">
              <a:extLst>
                <a:ext uri="{FF2B5EF4-FFF2-40B4-BE49-F238E27FC236}">
                  <a16:creationId xmlns:a16="http://schemas.microsoft.com/office/drawing/2014/main" id="{59874C36-F74A-464A-B031-7753CEC199AB}"/>
                </a:ext>
              </a:extLst>
            </p:cNvPr>
            <p:cNvPicPr/>
            <p:nvPr/>
          </p:nvPicPr>
          <p:blipFill>
            <a:blip r:embed="rId28"/>
            <a:stretch>
              <a:fillRect/>
            </a:stretch>
          </p:blipFill>
          <p:spPr>
            <a:xfrm>
              <a:off x="5568696" y="5399531"/>
              <a:ext cx="649986" cy="532638"/>
            </a:xfrm>
            <a:prstGeom prst="rect">
              <a:avLst/>
            </a:prstGeom>
          </p:spPr>
        </p:pic>
      </p:grpSp>
      <p:pic>
        <p:nvPicPr>
          <p:cNvPr id="560" name="object 278">
            <a:extLst>
              <a:ext uri="{FF2B5EF4-FFF2-40B4-BE49-F238E27FC236}">
                <a16:creationId xmlns:a16="http://schemas.microsoft.com/office/drawing/2014/main" id="{63D5B8FA-B952-3C4F-9668-61B0B3455B24}"/>
              </a:ext>
            </a:extLst>
          </p:cNvPr>
          <p:cNvPicPr/>
          <p:nvPr/>
        </p:nvPicPr>
        <p:blipFill>
          <a:blip r:embed="rId3"/>
          <a:stretch>
            <a:fillRect/>
          </a:stretch>
        </p:blipFill>
        <p:spPr>
          <a:xfrm>
            <a:off x="7459980" y="5135879"/>
            <a:ext cx="889253" cy="729234"/>
          </a:xfrm>
          <a:prstGeom prst="rect">
            <a:avLst/>
          </a:prstGeom>
        </p:spPr>
      </p:pic>
      <p:sp>
        <p:nvSpPr>
          <p:cNvPr id="561" name="object 279">
            <a:extLst>
              <a:ext uri="{FF2B5EF4-FFF2-40B4-BE49-F238E27FC236}">
                <a16:creationId xmlns:a16="http://schemas.microsoft.com/office/drawing/2014/main" id="{DDD7B0CB-627F-D44C-B37B-0D13BE23BEA5}"/>
              </a:ext>
            </a:extLst>
          </p:cNvPr>
          <p:cNvSpPr txBox="1"/>
          <p:nvPr/>
        </p:nvSpPr>
        <p:spPr>
          <a:xfrm>
            <a:off x="7314438" y="5992876"/>
            <a:ext cx="11684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>
                <a:latin typeface="PMingLiU"/>
                <a:cs typeface="PMingLiU"/>
              </a:rPr>
              <a:t>背包体积</a:t>
            </a:r>
            <a:r>
              <a:rPr sz="1800" b="1" spc="-25">
                <a:latin typeface="Times New Roman"/>
                <a:cs typeface="Times New Roman"/>
              </a:rPr>
              <a:t>13</a:t>
            </a:r>
            <a:endParaRPr sz="1800">
              <a:latin typeface="Times New Roman"/>
              <a:cs typeface="Times New Roman"/>
            </a:endParaRPr>
          </a:p>
        </p:txBody>
      </p:sp>
      <p:sp>
        <p:nvSpPr>
          <p:cNvPr id="562" name="object 280">
            <a:extLst>
              <a:ext uri="{FF2B5EF4-FFF2-40B4-BE49-F238E27FC236}">
                <a16:creationId xmlns:a16="http://schemas.microsoft.com/office/drawing/2014/main" id="{0111AD6C-3075-B746-82D4-801FAC2E7AEC}"/>
              </a:ext>
            </a:extLst>
          </p:cNvPr>
          <p:cNvSpPr/>
          <p:nvPr/>
        </p:nvSpPr>
        <p:spPr>
          <a:xfrm>
            <a:off x="9934575" y="3666363"/>
            <a:ext cx="1183005" cy="1079500"/>
          </a:xfrm>
          <a:custGeom>
            <a:avLst/>
            <a:gdLst/>
            <a:ahLst/>
            <a:cxnLst/>
            <a:rect l="l" t="t" r="r" b="b"/>
            <a:pathLst>
              <a:path w="1183004" h="1079500">
                <a:moveTo>
                  <a:pt x="0" y="91439"/>
                </a:moveTo>
                <a:lnTo>
                  <a:pt x="7179" y="55828"/>
                </a:lnTo>
                <a:lnTo>
                  <a:pt x="26765" y="26765"/>
                </a:lnTo>
                <a:lnTo>
                  <a:pt x="55828" y="7179"/>
                </a:lnTo>
                <a:lnTo>
                  <a:pt x="91440" y="0"/>
                </a:lnTo>
                <a:lnTo>
                  <a:pt x="1091183" y="0"/>
                </a:lnTo>
                <a:lnTo>
                  <a:pt x="1126795" y="7179"/>
                </a:lnTo>
                <a:lnTo>
                  <a:pt x="1155858" y="26765"/>
                </a:lnTo>
                <a:lnTo>
                  <a:pt x="1175444" y="55828"/>
                </a:lnTo>
                <a:lnTo>
                  <a:pt x="1182624" y="91439"/>
                </a:lnTo>
                <a:lnTo>
                  <a:pt x="1182624" y="987551"/>
                </a:lnTo>
                <a:lnTo>
                  <a:pt x="1175444" y="1023163"/>
                </a:lnTo>
                <a:lnTo>
                  <a:pt x="1155858" y="1052226"/>
                </a:lnTo>
                <a:lnTo>
                  <a:pt x="1126795" y="1071812"/>
                </a:lnTo>
                <a:lnTo>
                  <a:pt x="1091183" y="1078992"/>
                </a:lnTo>
                <a:lnTo>
                  <a:pt x="91440" y="1078992"/>
                </a:lnTo>
                <a:lnTo>
                  <a:pt x="55828" y="1071812"/>
                </a:lnTo>
                <a:lnTo>
                  <a:pt x="26765" y="1052226"/>
                </a:lnTo>
                <a:lnTo>
                  <a:pt x="7179" y="1023163"/>
                </a:lnTo>
                <a:lnTo>
                  <a:pt x="0" y="987551"/>
                </a:lnTo>
                <a:lnTo>
                  <a:pt x="0" y="91439"/>
                </a:lnTo>
                <a:close/>
              </a:path>
            </a:pathLst>
          </a:custGeom>
          <a:ln w="5715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281">
            <a:extLst>
              <a:ext uri="{FF2B5EF4-FFF2-40B4-BE49-F238E27FC236}">
                <a16:creationId xmlns:a16="http://schemas.microsoft.com/office/drawing/2014/main" id="{6ED2A1C1-8ABF-9745-B786-1A0A2001D01C}"/>
              </a:ext>
            </a:extLst>
          </p:cNvPr>
          <p:cNvSpPr txBox="1"/>
          <p:nvPr/>
        </p:nvSpPr>
        <p:spPr>
          <a:xfrm>
            <a:off x="11230609" y="3921759"/>
            <a:ext cx="9398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5">
                <a:latin typeface="PMingLiU"/>
                <a:cs typeface="PMingLiU"/>
              </a:rPr>
              <a:t>最优方案</a:t>
            </a:r>
            <a:endParaRPr sz="1800">
              <a:latin typeface="PMingLiU"/>
              <a:cs typeface="PMingLiU"/>
            </a:endParaRPr>
          </a:p>
        </p:txBody>
      </p:sp>
    </p:spTree>
    <p:extLst>
      <p:ext uri="{BB962C8B-B14F-4D97-AF65-F5344CB8AC3E}">
        <p14:creationId xmlns:p14="http://schemas.microsoft.com/office/powerpoint/2010/main" val="9270690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5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5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4" grpId="0"/>
      <p:bldP spid="562" grpId="0" animBg="1"/>
      <p:bldP spid="563" grpId="0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object 2">
            <a:extLst>
              <a:ext uri="{FF2B5EF4-FFF2-40B4-BE49-F238E27FC236}">
                <a16:creationId xmlns:a16="http://schemas.microsoft.com/office/drawing/2014/main" id="{D46AEEDF-BFA0-0047-8D56-C4E0EBF1FB52}"/>
              </a:ext>
            </a:extLst>
          </p:cNvPr>
          <p:cNvSpPr/>
          <p:nvPr/>
        </p:nvSpPr>
        <p:spPr>
          <a:xfrm>
            <a:off x="4874643" y="1192524"/>
            <a:ext cx="1035050" cy="329565"/>
          </a:xfrm>
          <a:custGeom>
            <a:avLst/>
            <a:gdLst/>
            <a:ahLst/>
            <a:cxnLst/>
            <a:rect l="l" t="t" r="r" b="b"/>
            <a:pathLst>
              <a:path w="1035050" h="329565">
                <a:moveTo>
                  <a:pt x="929513" y="0"/>
                </a:moveTo>
                <a:lnTo>
                  <a:pt x="924813" y="13335"/>
                </a:lnTo>
                <a:lnTo>
                  <a:pt x="943883" y="21669"/>
                </a:lnTo>
                <a:lnTo>
                  <a:pt x="960310" y="33147"/>
                </a:lnTo>
                <a:lnTo>
                  <a:pt x="985138" y="65532"/>
                </a:lnTo>
                <a:lnTo>
                  <a:pt x="999712" y="109362"/>
                </a:lnTo>
                <a:lnTo>
                  <a:pt x="1004570" y="163195"/>
                </a:lnTo>
                <a:lnTo>
                  <a:pt x="1003353" y="192246"/>
                </a:lnTo>
                <a:lnTo>
                  <a:pt x="993586" y="242347"/>
                </a:lnTo>
                <a:lnTo>
                  <a:pt x="973935" y="281493"/>
                </a:lnTo>
                <a:lnTo>
                  <a:pt x="944114" y="307921"/>
                </a:lnTo>
                <a:lnTo>
                  <a:pt x="925322" y="316230"/>
                </a:lnTo>
                <a:lnTo>
                  <a:pt x="929513" y="329565"/>
                </a:lnTo>
                <a:lnTo>
                  <a:pt x="974455" y="308514"/>
                </a:lnTo>
                <a:lnTo>
                  <a:pt x="1007491" y="272034"/>
                </a:lnTo>
                <a:lnTo>
                  <a:pt x="1027890" y="223154"/>
                </a:lnTo>
                <a:lnTo>
                  <a:pt x="1034669" y="164846"/>
                </a:lnTo>
                <a:lnTo>
                  <a:pt x="1032958" y="134651"/>
                </a:lnTo>
                <a:lnTo>
                  <a:pt x="1019345" y="81121"/>
                </a:lnTo>
                <a:lnTo>
                  <a:pt x="992395" y="37522"/>
                </a:lnTo>
                <a:lnTo>
                  <a:pt x="953394" y="8618"/>
                </a:lnTo>
                <a:lnTo>
                  <a:pt x="929513" y="0"/>
                </a:lnTo>
                <a:close/>
              </a:path>
              <a:path w="1035050" h="329565">
                <a:moveTo>
                  <a:pt x="105156" y="0"/>
                </a:moveTo>
                <a:lnTo>
                  <a:pt x="60309" y="21129"/>
                </a:lnTo>
                <a:lnTo>
                  <a:pt x="27178" y="57785"/>
                </a:lnTo>
                <a:lnTo>
                  <a:pt x="6826" y="106743"/>
                </a:lnTo>
                <a:lnTo>
                  <a:pt x="0" y="164846"/>
                </a:lnTo>
                <a:lnTo>
                  <a:pt x="1692" y="195185"/>
                </a:lnTo>
                <a:lnTo>
                  <a:pt x="15269" y="248767"/>
                </a:lnTo>
                <a:lnTo>
                  <a:pt x="42201" y="292203"/>
                </a:lnTo>
                <a:lnTo>
                  <a:pt x="81202" y="320968"/>
                </a:lnTo>
                <a:lnTo>
                  <a:pt x="105156" y="329565"/>
                </a:lnTo>
                <a:lnTo>
                  <a:pt x="109347" y="316230"/>
                </a:lnTo>
                <a:lnTo>
                  <a:pt x="90537" y="307921"/>
                </a:lnTo>
                <a:lnTo>
                  <a:pt x="74310" y="296338"/>
                </a:lnTo>
                <a:lnTo>
                  <a:pt x="49657" y="263398"/>
                </a:lnTo>
                <a:lnTo>
                  <a:pt x="34972" y="218630"/>
                </a:lnTo>
                <a:lnTo>
                  <a:pt x="30099" y="163195"/>
                </a:lnTo>
                <a:lnTo>
                  <a:pt x="31315" y="135022"/>
                </a:lnTo>
                <a:lnTo>
                  <a:pt x="41082" y="86203"/>
                </a:lnTo>
                <a:lnTo>
                  <a:pt x="60723" y="47767"/>
                </a:lnTo>
                <a:lnTo>
                  <a:pt x="90858" y="21669"/>
                </a:lnTo>
                <a:lnTo>
                  <a:pt x="109855" y="13335"/>
                </a:lnTo>
                <a:lnTo>
                  <a:pt x="10515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3">
            <a:extLst>
              <a:ext uri="{FF2B5EF4-FFF2-40B4-BE49-F238E27FC236}">
                <a16:creationId xmlns:a16="http://schemas.microsoft.com/office/drawing/2014/main" id="{1F9FD720-256A-BF40-962C-5894A70E113B}"/>
              </a:ext>
            </a:extLst>
          </p:cNvPr>
          <p:cNvSpPr txBox="1"/>
          <p:nvPr/>
        </p:nvSpPr>
        <p:spPr>
          <a:xfrm>
            <a:off x="735965" y="1049274"/>
            <a:ext cx="6358255" cy="1865630"/>
          </a:xfrm>
          <a:prstGeom prst="rect">
            <a:avLst/>
          </a:prstGeom>
        </p:spPr>
        <p:txBody>
          <a:bodyPr vert="horz" wrap="square" lIns="0" tIns="104139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819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  <a:tab pos="4260850" algn="l"/>
              </a:tabLst>
            </a:pPr>
            <a:r>
              <a:rPr sz="2800" dirty="0" err="1">
                <a:latin typeface="PMingLiU"/>
                <a:cs typeface="PMingLiU"/>
              </a:rPr>
              <a:t>递归函数</a:t>
            </a:r>
            <a:r>
              <a:rPr sz="2800" spc="-10" dirty="0" err="1">
                <a:latin typeface="PMingLiU"/>
                <a:cs typeface="PMingLiU"/>
              </a:rPr>
              <a:t>：</a:t>
            </a:r>
            <a:r>
              <a:rPr sz="2800" b="1" spc="-10" dirty="0" err="1">
                <a:latin typeface="Times New Roman"/>
                <a:cs typeface="Times New Roman"/>
              </a:rPr>
              <a:t>KnapsackSR</a:t>
            </a:r>
            <a:r>
              <a:rPr sz="2800" b="1" dirty="0">
                <a:latin typeface="Times New Roman"/>
                <a:cs typeface="Times New Roman"/>
              </a:rPr>
              <a:t>	</a:t>
            </a:r>
            <a:r>
              <a:rPr sz="2800" dirty="0">
                <a:latin typeface="Cambria Math"/>
                <a:cs typeface="Cambria Math"/>
              </a:rPr>
              <a:t>𝒉,</a:t>
            </a:r>
            <a:r>
              <a:rPr sz="2800" spc="-160" dirty="0">
                <a:latin typeface="Cambria Math"/>
                <a:cs typeface="Cambria Math"/>
              </a:rPr>
              <a:t> </a:t>
            </a:r>
            <a:r>
              <a:rPr sz="2800" spc="-10" dirty="0">
                <a:latin typeface="Cambria Math"/>
                <a:cs typeface="Cambria Math"/>
              </a:rPr>
              <a:t>𝒊,</a:t>
            </a:r>
            <a:r>
              <a:rPr sz="2800" spc="-135" dirty="0">
                <a:latin typeface="Cambria Math"/>
                <a:cs typeface="Cambria Math"/>
              </a:rPr>
              <a:t> </a:t>
            </a:r>
            <a:r>
              <a:rPr sz="2800" spc="-50" dirty="0">
                <a:latin typeface="Cambria Math"/>
                <a:cs typeface="Cambria Math"/>
              </a:rPr>
              <a:t>𝒄</a:t>
            </a:r>
            <a:endParaRPr sz="2800" dirty="0">
              <a:latin typeface="Cambria Math"/>
              <a:cs typeface="Cambria Math"/>
            </a:endParaRPr>
          </a:p>
          <a:p>
            <a:pPr marL="704215" lvl="1" indent="-347980">
              <a:lnSpc>
                <a:spcPct val="100000"/>
              </a:lnSpc>
              <a:spcBef>
                <a:spcPts val="615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704215" algn="l"/>
                <a:tab pos="704850" algn="l"/>
              </a:tabLst>
            </a:pPr>
            <a:r>
              <a:rPr sz="2400" dirty="0" err="1">
                <a:latin typeface="PMingLiU"/>
                <a:cs typeface="PMingLiU"/>
              </a:rPr>
              <a:t>在第</a:t>
            </a:r>
            <a:r>
              <a:rPr sz="2400" spc="-10" dirty="0">
                <a:latin typeface="Cambria Math"/>
                <a:cs typeface="Cambria Math"/>
              </a:rPr>
              <a:t>𝒉</a:t>
            </a:r>
            <a:r>
              <a:rPr sz="2400" dirty="0" err="1">
                <a:latin typeface="PMingLiU"/>
                <a:cs typeface="PMingLiU"/>
              </a:rPr>
              <a:t>个到第</a:t>
            </a:r>
            <a:r>
              <a:rPr sz="2400" spc="-10" dirty="0">
                <a:latin typeface="Cambria Math"/>
                <a:cs typeface="Cambria Math"/>
              </a:rPr>
              <a:t>𝒊</a:t>
            </a:r>
            <a:r>
              <a:rPr sz="2400" dirty="0" err="1">
                <a:latin typeface="PMingLiU"/>
                <a:cs typeface="PMingLiU"/>
              </a:rPr>
              <a:t>个商品中，容量为</a:t>
            </a:r>
            <a:r>
              <a:rPr sz="2400" dirty="0">
                <a:latin typeface="Cambria Math"/>
                <a:cs typeface="Cambria Math"/>
              </a:rPr>
              <a:t>𝒄</a:t>
            </a:r>
            <a:r>
              <a:rPr sz="2400" spc="-15" dirty="0" err="1">
                <a:latin typeface="PMingLiU"/>
                <a:cs typeface="PMingLiU"/>
              </a:rPr>
              <a:t>时最优解</a:t>
            </a:r>
            <a:endParaRPr sz="2400" dirty="0">
              <a:latin typeface="PMingLiU"/>
              <a:cs typeface="PMingLiU"/>
            </a:endParaRPr>
          </a:p>
          <a:p>
            <a:pPr marL="704215" lvl="1" indent="-347980">
              <a:lnSpc>
                <a:spcPct val="100000"/>
              </a:lnSpc>
              <a:spcBef>
                <a:spcPts val="580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704215" algn="l"/>
                <a:tab pos="704850" algn="l"/>
              </a:tabLst>
            </a:pPr>
            <a:r>
              <a:rPr sz="2400" dirty="0" err="1">
                <a:solidFill>
                  <a:srgbClr val="FF0000"/>
                </a:solidFill>
                <a:latin typeface="PMingLiU"/>
                <a:cs typeface="PMingLiU"/>
              </a:rPr>
              <a:t>选择</a:t>
            </a:r>
            <a:r>
              <a:rPr sz="2400" spc="-5" dirty="0" err="1">
                <a:latin typeface="PMingLiU"/>
                <a:cs typeface="PMingLiU"/>
              </a:rPr>
              <a:t>啤酒：</a:t>
            </a:r>
            <a:r>
              <a:rPr sz="2400" b="1" spc="-10" dirty="0" err="1">
                <a:latin typeface="Times New Roman"/>
                <a:cs typeface="Times New Roman"/>
              </a:rPr>
              <a:t>KnapsackSR</a:t>
            </a:r>
            <a:r>
              <a:rPr sz="2400" b="1" spc="-10" dirty="0">
                <a:latin typeface="Times New Roman"/>
                <a:cs typeface="Times New Roman"/>
              </a:rPr>
              <a:t>(1,</a:t>
            </a:r>
            <a:r>
              <a:rPr sz="2400" b="1" spc="-30" dirty="0">
                <a:latin typeface="Times New Roman"/>
                <a:cs typeface="Times New Roman"/>
              </a:rPr>
              <a:t> </a:t>
            </a:r>
            <a:r>
              <a:rPr sz="2400" b="1" dirty="0">
                <a:latin typeface="Times New Roman"/>
                <a:cs typeface="Times New Roman"/>
              </a:rPr>
              <a:t>4,</a:t>
            </a:r>
            <a:r>
              <a:rPr sz="2400" b="1" spc="-25" dirty="0">
                <a:latin typeface="Times New Roman"/>
                <a:cs typeface="Times New Roman"/>
              </a:rPr>
              <a:t> </a:t>
            </a:r>
            <a:r>
              <a:rPr sz="2400" b="1" dirty="0">
                <a:latin typeface="Times New Roman"/>
                <a:cs typeface="Times New Roman"/>
              </a:rPr>
              <a:t>3)</a:t>
            </a:r>
            <a:r>
              <a:rPr sz="2400" b="1" spc="-20" dirty="0">
                <a:latin typeface="Times New Roman"/>
                <a:cs typeface="Times New Roman"/>
              </a:rPr>
              <a:t> + </a:t>
            </a:r>
            <a:r>
              <a:rPr sz="2400" b="1" spc="-25" dirty="0">
                <a:latin typeface="Times New Roman"/>
                <a:cs typeface="Times New Roman"/>
              </a:rPr>
              <a:t>24</a:t>
            </a:r>
            <a:endParaRPr sz="2400" dirty="0">
              <a:latin typeface="Times New Roman"/>
              <a:cs typeface="Times New Roman"/>
            </a:endParaRPr>
          </a:p>
          <a:p>
            <a:pPr marL="704215" lvl="1" indent="-347980">
              <a:lnSpc>
                <a:spcPct val="100000"/>
              </a:lnSpc>
              <a:spcBef>
                <a:spcPts val="570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704215" algn="l"/>
                <a:tab pos="704850" algn="l"/>
              </a:tabLst>
            </a:pPr>
            <a:r>
              <a:rPr sz="2400" dirty="0" err="1">
                <a:solidFill>
                  <a:srgbClr val="FF0000"/>
                </a:solidFill>
                <a:latin typeface="PMingLiU"/>
                <a:cs typeface="PMingLiU"/>
              </a:rPr>
              <a:t>不选</a:t>
            </a:r>
            <a:r>
              <a:rPr sz="2400" dirty="0" err="1">
                <a:latin typeface="PMingLiU"/>
                <a:cs typeface="PMingLiU"/>
              </a:rPr>
              <a:t>啤酒</a:t>
            </a:r>
            <a:r>
              <a:rPr sz="2400" b="1" spc="-10" dirty="0" err="1">
                <a:latin typeface="Microsoft JhengHei"/>
                <a:cs typeface="Microsoft JhengHei"/>
              </a:rPr>
              <a:t>：</a:t>
            </a:r>
            <a:r>
              <a:rPr sz="2400" b="1" spc="-10" dirty="0" err="1">
                <a:latin typeface="Times New Roman"/>
                <a:cs typeface="Times New Roman"/>
              </a:rPr>
              <a:t>KnapsackSR</a:t>
            </a:r>
            <a:r>
              <a:rPr sz="2400" b="1" spc="-10" dirty="0">
                <a:latin typeface="Times New Roman"/>
                <a:cs typeface="Times New Roman"/>
              </a:rPr>
              <a:t>(1, </a:t>
            </a:r>
            <a:r>
              <a:rPr sz="2400" b="1" dirty="0">
                <a:latin typeface="Times New Roman"/>
                <a:cs typeface="Times New Roman"/>
              </a:rPr>
              <a:t>4,</a:t>
            </a:r>
            <a:r>
              <a:rPr sz="2400" b="1" spc="-25" dirty="0">
                <a:latin typeface="Times New Roman"/>
                <a:cs typeface="Times New Roman"/>
              </a:rPr>
              <a:t> 13)</a:t>
            </a:r>
            <a:endParaRPr sz="2400" dirty="0">
              <a:latin typeface="Times New Roman"/>
              <a:cs typeface="Times New Roman"/>
            </a:endParaRPr>
          </a:p>
        </p:txBody>
      </p:sp>
      <p:sp>
        <p:nvSpPr>
          <p:cNvPr id="15" name="object 4">
            <a:extLst>
              <a:ext uri="{FF2B5EF4-FFF2-40B4-BE49-F238E27FC236}">
                <a16:creationId xmlns:a16="http://schemas.microsoft.com/office/drawing/2014/main" id="{59353076-2E1F-494F-94E4-C0780A95DB97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50366" y="227424"/>
            <a:ext cx="4945634" cy="627736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000"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蛮力枚举</a:t>
            </a:r>
            <a:endParaRPr sz="4000" spc="-6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graphicFrame>
        <p:nvGraphicFramePr>
          <p:cNvPr id="16" name="object 5">
            <a:extLst>
              <a:ext uri="{FF2B5EF4-FFF2-40B4-BE49-F238E27FC236}">
                <a16:creationId xmlns:a16="http://schemas.microsoft.com/office/drawing/2014/main" id="{8F078857-AF9F-CE43-A16D-43DE372505D0}"/>
              </a:ext>
            </a:extLst>
          </p:cNvPr>
          <p:cNvGraphicFramePr>
            <a:graphicFrameLocks noGrp="1"/>
          </p:cNvGraphicFramePr>
          <p:nvPr/>
        </p:nvGraphicFramePr>
        <p:xfrm>
          <a:off x="203555" y="3833495"/>
          <a:ext cx="3921759" cy="291845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055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2811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3438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5374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8640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2400" spc="-25">
                          <a:solidFill>
                            <a:srgbClr val="FFFFFF"/>
                          </a:solidFill>
                          <a:latin typeface="PMingLiU"/>
                          <a:cs typeface="PMingLiU"/>
                        </a:rPr>
                        <a:t>序号</a:t>
                      </a:r>
                      <a:endParaRPr sz="2400">
                        <a:latin typeface="PMingLiU"/>
                        <a:cs typeface="PMingLiU"/>
                      </a:endParaRPr>
                    </a:p>
                  </a:txBody>
                  <a:tcPr marL="0" marR="0" marT="228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408940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2400" spc="-25">
                          <a:solidFill>
                            <a:srgbClr val="FFFFFF"/>
                          </a:solidFill>
                          <a:latin typeface="PMingLiU"/>
                          <a:cs typeface="PMingLiU"/>
                        </a:rPr>
                        <a:t>商品</a:t>
                      </a:r>
                      <a:endParaRPr sz="2400">
                        <a:latin typeface="PMingLiU"/>
                        <a:cs typeface="PMingLiU"/>
                      </a:endParaRPr>
                    </a:p>
                  </a:txBody>
                  <a:tcPr marL="0" marR="0" marT="228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2400" spc="-25">
                          <a:solidFill>
                            <a:srgbClr val="FFFFFF"/>
                          </a:solidFill>
                          <a:latin typeface="PMingLiU"/>
                          <a:cs typeface="PMingLiU"/>
                        </a:rPr>
                        <a:t>价格</a:t>
                      </a:r>
                      <a:endParaRPr sz="2400">
                        <a:latin typeface="PMingLiU"/>
                        <a:cs typeface="PMingLiU"/>
                      </a:endParaRPr>
                    </a:p>
                  </a:txBody>
                  <a:tcPr marL="0" marR="0" marT="228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2400" spc="-25">
                          <a:solidFill>
                            <a:srgbClr val="FFFFFF"/>
                          </a:solidFill>
                          <a:latin typeface="PMingLiU"/>
                          <a:cs typeface="PMingLiU"/>
                        </a:rPr>
                        <a:t>体积</a:t>
                      </a:r>
                      <a:endParaRPr sz="2400">
                        <a:latin typeface="PMingLiU"/>
                        <a:cs typeface="PMingLiU"/>
                      </a:endParaRPr>
                    </a:p>
                  </a:txBody>
                  <a:tcPr marL="0" marR="0" marT="228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640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2400" b="1">
                          <a:latin typeface="Times New Roman"/>
                          <a:cs typeface="Times New Roman"/>
                        </a:rPr>
                        <a:t>1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5016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52069" algn="r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2400" spc="-25">
                          <a:latin typeface="PMingLiU"/>
                          <a:cs typeface="PMingLiU"/>
                        </a:rPr>
                        <a:t>饼干</a:t>
                      </a:r>
                      <a:endParaRPr sz="2400">
                        <a:latin typeface="PMingLiU"/>
                        <a:cs typeface="PMingLiU"/>
                      </a:endParaRPr>
                    </a:p>
                  </a:txBody>
                  <a:tcPr marL="0" marR="0" marT="228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2400" b="1">
                          <a:latin typeface="Times New Roman"/>
                          <a:cs typeface="Times New Roman"/>
                        </a:rPr>
                        <a:t>9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5016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2400" b="1">
                          <a:latin typeface="Times New Roman"/>
                          <a:cs typeface="Times New Roman"/>
                        </a:rPr>
                        <a:t>4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5016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8640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2400" b="1">
                          <a:latin typeface="Times New Roman"/>
                          <a:cs typeface="Times New Roman"/>
                        </a:rPr>
                        <a:t>2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5016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52069" algn="r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2400" spc="-25">
                          <a:latin typeface="PMingLiU"/>
                          <a:cs typeface="PMingLiU"/>
                        </a:rPr>
                        <a:t>面包</a:t>
                      </a:r>
                      <a:endParaRPr sz="2400">
                        <a:latin typeface="PMingLiU"/>
                        <a:cs typeface="PMingLiU"/>
                      </a:endParaRPr>
                    </a:p>
                  </a:txBody>
                  <a:tcPr marL="0" marR="0" marT="228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24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5016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2400" b="1">
                          <a:latin typeface="Times New Roman"/>
                          <a:cs typeface="Times New Roman"/>
                        </a:rPr>
                        <a:t>5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5016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8640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2400" b="1">
                          <a:latin typeface="Times New Roman"/>
                          <a:cs typeface="Times New Roman"/>
                        </a:rPr>
                        <a:t>3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5016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52069" algn="r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2400" spc="-25">
                          <a:latin typeface="PMingLiU"/>
                          <a:cs typeface="PMingLiU"/>
                        </a:rPr>
                        <a:t>牛奶</a:t>
                      </a:r>
                      <a:endParaRPr sz="2400">
                        <a:latin typeface="PMingLiU"/>
                        <a:cs typeface="PMingLiU"/>
                      </a:endParaRPr>
                    </a:p>
                  </a:txBody>
                  <a:tcPr marL="0" marR="0" marT="228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2400" b="1">
                          <a:latin typeface="Times New Roman"/>
                          <a:cs typeface="Times New Roman"/>
                        </a:rPr>
                        <a:t>9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5016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2400" b="1">
                          <a:latin typeface="Times New Roman"/>
                          <a:cs typeface="Times New Roman"/>
                        </a:rPr>
                        <a:t>4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5016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8640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2400" b="1">
                          <a:latin typeface="Times New Roman"/>
                          <a:cs typeface="Times New Roman"/>
                        </a:rPr>
                        <a:t>4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5016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52069" algn="r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2400" spc="-25">
                          <a:latin typeface="PMingLiU"/>
                          <a:cs typeface="PMingLiU"/>
                        </a:rPr>
                        <a:t>汽水</a:t>
                      </a:r>
                      <a:endParaRPr sz="2400">
                        <a:latin typeface="PMingLiU"/>
                        <a:cs typeface="PMingLiU"/>
                      </a:endParaRPr>
                    </a:p>
                  </a:txBody>
                  <a:tcPr marL="0" marR="0" marT="228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2400" b="1">
                          <a:latin typeface="Times New Roman"/>
                          <a:cs typeface="Times New Roman"/>
                        </a:rPr>
                        <a:t>2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5016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2400" b="1">
                          <a:latin typeface="Times New Roman"/>
                          <a:cs typeface="Times New Roman"/>
                        </a:rPr>
                        <a:t>3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5016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8640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2400" b="1">
                          <a:latin typeface="Times New Roman"/>
                          <a:cs typeface="Times New Roman"/>
                        </a:rPr>
                        <a:t>5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5016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52069" algn="r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2400" spc="-25">
                          <a:latin typeface="PMingLiU"/>
                          <a:cs typeface="PMingLiU"/>
                        </a:rPr>
                        <a:t>啤酒</a:t>
                      </a:r>
                      <a:endParaRPr sz="2400">
                        <a:latin typeface="PMingLiU"/>
                        <a:cs typeface="PMingLiU"/>
                      </a:endParaRPr>
                    </a:p>
                  </a:txBody>
                  <a:tcPr marL="0" marR="0" marT="228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24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5016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24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5016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pic>
        <p:nvPicPr>
          <p:cNvPr id="17" name="object 6">
            <a:extLst>
              <a:ext uri="{FF2B5EF4-FFF2-40B4-BE49-F238E27FC236}">
                <a16:creationId xmlns:a16="http://schemas.microsoft.com/office/drawing/2014/main" id="{128F0465-F514-3648-8343-A37829A39162}"/>
              </a:ext>
            </a:extLst>
          </p:cNvPr>
          <p:cNvPicPr/>
          <p:nvPr/>
        </p:nvPicPr>
        <p:blipFill>
          <a:blip r:embed="rId3"/>
          <a:stretch>
            <a:fillRect/>
          </a:stretch>
        </p:blipFill>
        <p:spPr>
          <a:xfrm>
            <a:off x="1325880" y="4344161"/>
            <a:ext cx="362712" cy="406145"/>
          </a:xfrm>
          <a:prstGeom prst="rect">
            <a:avLst/>
          </a:prstGeom>
        </p:spPr>
      </p:pic>
      <p:pic>
        <p:nvPicPr>
          <p:cNvPr id="18" name="object 7">
            <a:extLst>
              <a:ext uri="{FF2B5EF4-FFF2-40B4-BE49-F238E27FC236}">
                <a16:creationId xmlns:a16="http://schemas.microsoft.com/office/drawing/2014/main" id="{25527D22-51E7-C442-956E-AE6F668A9288}"/>
              </a:ext>
            </a:extLst>
          </p:cNvPr>
          <p:cNvPicPr/>
          <p:nvPr/>
        </p:nvPicPr>
        <p:blipFill>
          <a:blip r:embed="rId4"/>
          <a:stretch>
            <a:fillRect/>
          </a:stretch>
        </p:blipFill>
        <p:spPr>
          <a:xfrm>
            <a:off x="1325880" y="4840985"/>
            <a:ext cx="362712" cy="406145"/>
          </a:xfrm>
          <a:prstGeom prst="rect">
            <a:avLst/>
          </a:prstGeom>
        </p:spPr>
      </p:pic>
      <p:pic>
        <p:nvPicPr>
          <p:cNvPr id="19" name="object 8">
            <a:extLst>
              <a:ext uri="{FF2B5EF4-FFF2-40B4-BE49-F238E27FC236}">
                <a16:creationId xmlns:a16="http://schemas.microsoft.com/office/drawing/2014/main" id="{388374C3-EDD4-4E41-8C29-AA30CC3A8E75}"/>
              </a:ext>
            </a:extLst>
          </p:cNvPr>
          <p:cNvPicPr/>
          <p:nvPr/>
        </p:nvPicPr>
        <p:blipFill>
          <a:blip r:embed="rId5"/>
          <a:stretch>
            <a:fillRect/>
          </a:stretch>
        </p:blipFill>
        <p:spPr>
          <a:xfrm>
            <a:off x="1328166" y="6336790"/>
            <a:ext cx="362711" cy="406146"/>
          </a:xfrm>
          <a:prstGeom prst="rect">
            <a:avLst/>
          </a:prstGeom>
        </p:spPr>
      </p:pic>
      <p:pic>
        <p:nvPicPr>
          <p:cNvPr id="20" name="object 9">
            <a:extLst>
              <a:ext uri="{FF2B5EF4-FFF2-40B4-BE49-F238E27FC236}">
                <a16:creationId xmlns:a16="http://schemas.microsoft.com/office/drawing/2014/main" id="{7D188A20-C73A-E541-B52B-410836B64AFF}"/>
              </a:ext>
            </a:extLst>
          </p:cNvPr>
          <p:cNvPicPr/>
          <p:nvPr/>
        </p:nvPicPr>
        <p:blipFill>
          <a:blip r:embed="rId6"/>
          <a:stretch>
            <a:fillRect/>
          </a:stretch>
        </p:blipFill>
        <p:spPr>
          <a:xfrm>
            <a:off x="1310639" y="5863590"/>
            <a:ext cx="362711" cy="406145"/>
          </a:xfrm>
          <a:prstGeom prst="rect">
            <a:avLst/>
          </a:prstGeom>
        </p:spPr>
      </p:pic>
      <p:pic>
        <p:nvPicPr>
          <p:cNvPr id="21" name="object 10">
            <a:extLst>
              <a:ext uri="{FF2B5EF4-FFF2-40B4-BE49-F238E27FC236}">
                <a16:creationId xmlns:a16="http://schemas.microsoft.com/office/drawing/2014/main" id="{2460621B-3A36-8F4C-9A18-5C1983CCA6FE}"/>
              </a:ext>
            </a:extLst>
          </p:cNvPr>
          <p:cNvPicPr/>
          <p:nvPr/>
        </p:nvPicPr>
        <p:blipFill>
          <a:blip r:embed="rId7"/>
          <a:stretch>
            <a:fillRect/>
          </a:stretch>
        </p:blipFill>
        <p:spPr>
          <a:xfrm>
            <a:off x="1325880" y="5337809"/>
            <a:ext cx="362712" cy="406146"/>
          </a:xfrm>
          <a:prstGeom prst="rect">
            <a:avLst/>
          </a:prstGeom>
        </p:spPr>
      </p:pic>
      <p:grpSp>
        <p:nvGrpSpPr>
          <p:cNvPr id="22" name="object 11">
            <a:extLst>
              <a:ext uri="{FF2B5EF4-FFF2-40B4-BE49-F238E27FC236}">
                <a16:creationId xmlns:a16="http://schemas.microsoft.com/office/drawing/2014/main" id="{33BFA811-2CED-4949-BF01-84FA3308B4F0}"/>
              </a:ext>
            </a:extLst>
          </p:cNvPr>
          <p:cNvGrpSpPr/>
          <p:nvPr/>
        </p:nvGrpSpPr>
        <p:grpSpPr>
          <a:xfrm>
            <a:off x="7408164" y="1106424"/>
            <a:ext cx="2980690" cy="1485265"/>
            <a:chOff x="7408164" y="1106424"/>
            <a:chExt cx="2980690" cy="1485265"/>
          </a:xfrm>
        </p:grpSpPr>
        <p:pic>
          <p:nvPicPr>
            <p:cNvPr id="23" name="object 12">
              <a:extLst>
                <a:ext uri="{FF2B5EF4-FFF2-40B4-BE49-F238E27FC236}">
                  <a16:creationId xmlns:a16="http://schemas.microsoft.com/office/drawing/2014/main" id="{890A27D3-875B-AF44-A584-3F935421AD32}"/>
                </a:ext>
              </a:extLst>
            </p:cNvPr>
            <p:cNvPicPr/>
            <p:nvPr/>
          </p:nvPicPr>
          <p:blipFill>
            <a:blip r:embed="rId8"/>
            <a:stretch>
              <a:fillRect/>
            </a:stretch>
          </p:blipFill>
          <p:spPr>
            <a:xfrm>
              <a:off x="7408164" y="1709166"/>
              <a:ext cx="1075944" cy="882396"/>
            </a:xfrm>
            <a:prstGeom prst="rect">
              <a:avLst/>
            </a:prstGeom>
          </p:spPr>
        </p:pic>
        <p:pic>
          <p:nvPicPr>
            <p:cNvPr id="24" name="object 13">
              <a:extLst>
                <a:ext uri="{FF2B5EF4-FFF2-40B4-BE49-F238E27FC236}">
                  <a16:creationId xmlns:a16="http://schemas.microsoft.com/office/drawing/2014/main" id="{160F278D-3F05-5442-B666-7D0FFB58A0D7}"/>
                </a:ext>
              </a:extLst>
            </p:cNvPr>
            <p:cNvPicPr/>
            <p:nvPr/>
          </p:nvPicPr>
          <p:blipFill>
            <a:blip r:embed="rId4"/>
            <a:stretch>
              <a:fillRect/>
            </a:stretch>
          </p:blipFill>
          <p:spPr>
            <a:xfrm>
              <a:off x="8109204" y="1167384"/>
              <a:ext cx="522731" cy="584453"/>
            </a:xfrm>
            <a:prstGeom prst="rect">
              <a:avLst/>
            </a:prstGeom>
          </p:spPr>
        </p:pic>
        <p:pic>
          <p:nvPicPr>
            <p:cNvPr id="25" name="object 14">
              <a:extLst>
                <a:ext uri="{FF2B5EF4-FFF2-40B4-BE49-F238E27FC236}">
                  <a16:creationId xmlns:a16="http://schemas.microsoft.com/office/drawing/2014/main" id="{CC929E11-8719-3D4D-80A1-F7439655896B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7548372" y="1140714"/>
              <a:ext cx="521970" cy="584453"/>
            </a:xfrm>
            <a:prstGeom prst="rect">
              <a:avLst/>
            </a:prstGeom>
          </p:spPr>
        </p:pic>
        <p:pic>
          <p:nvPicPr>
            <p:cNvPr id="26" name="object 15">
              <a:extLst>
                <a:ext uri="{FF2B5EF4-FFF2-40B4-BE49-F238E27FC236}">
                  <a16:creationId xmlns:a16="http://schemas.microsoft.com/office/drawing/2014/main" id="{2FB3C83A-221A-724E-B517-C9E810F89F4B}"/>
                </a:ext>
              </a:extLst>
            </p:cNvPr>
            <p:cNvPicPr/>
            <p:nvPr/>
          </p:nvPicPr>
          <p:blipFill>
            <a:blip r:embed="rId9"/>
            <a:stretch>
              <a:fillRect/>
            </a:stretch>
          </p:blipFill>
          <p:spPr>
            <a:xfrm>
              <a:off x="9211818" y="1106424"/>
              <a:ext cx="1039368" cy="584453"/>
            </a:xfrm>
            <a:prstGeom prst="rect">
              <a:avLst/>
            </a:prstGeom>
          </p:spPr>
        </p:pic>
        <p:pic>
          <p:nvPicPr>
            <p:cNvPr id="27" name="object 16">
              <a:extLst>
                <a:ext uri="{FF2B5EF4-FFF2-40B4-BE49-F238E27FC236}">
                  <a16:creationId xmlns:a16="http://schemas.microsoft.com/office/drawing/2014/main" id="{50A7B849-11CD-8342-96F4-C7EC0B8B2684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8833104" y="1106424"/>
              <a:ext cx="521970" cy="584453"/>
            </a:xfrm>
            <a:prstGeom prst="rect">
              <a:avLst/>
            </a:prstGeom>
          </p:spPr>
        </p:pic>
        <p:sp>
          <p:nvSpPr>
            <p:cNvPr id="28" name="object 17">
              <a:extLst>
                <a:ext uri="{FF2B5EF4-FFF2-40B4-BE49-F238E27FC236}">
                  <a16:creationId xmlns:a16="http://schemas.microsoft.com/office/drawing/2014/main" id="{3713A480-DDF7-4643-ABF7-190BA99048C7}"/>
                </a:ext>
              </a:extLst>
            </p:cNvPr>
            <p:cNvSpPr/>
            <p:nvPr/>
          </p:nvSpPr>
          <p:spPr>
            <a:xfrm>
              <a:off x="7509510" y="1671066"/>
              <a:ext cx="2860675" cy="24765"/>
            </a:xfrm>
            <a:custGeom>
              <a:avLst/>
              <a:gdLst/>
              <a:ahLst/>
              <a:cxnLst/>
              <a:rect l="l" t="t" r="r" b="b"/>
              <a:pathLst>
                <a:path w="2860675" h="24764">
                  <a:moveTo>
                    <a:pt x="0" y="0"/>
                  </a:moveTo>
                  <a:lnTo>
                    <a:pt x="2860167" y="24257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9" name="object 18">
            <a:extLst>
              <a:ext uri="{FF2B5EF4-FFF2-40B4-BE49-F238E27FC236}">
                <a16:creationId xmlns:a16="http://schemas.microsoft.com/office/drawing/2014/main" id="{69B8F078-0167-1949-9248-E53509F59307}"/>
              </a:ext>
            </a:extLst>
          </p:cNvPr>
          <p:cNvSpPr/>
          <p:nvPr/>
        </p:nvSpPr>
        <p:spPr>
          <a:xfrm>
            <a:off x="5846826" y="5230367"/>
            <a:ext cx="1742439" cy="1202055"/>
          </a:xfrm>
          <a:custGeom>
            <a:avLst/>
            <a:gdLst/>
            <a:ahLst/>
            <a:cxnLst/>
            <a:rect l="l" t="t" r="r" b="b"/>
            <a:pathLst>
              <a:path w="1742439" h="1202054">
                <a:moveTo>
                  <a:pt x="1742059" y="1201813"/>
                </a:moveTo>
                <a:lnTo>
                  <a:pt x="1727720" y="1140752"/>
                </a:lnTo>
                <a:lnTo>
                  <a:pt x="1712849" y="1077391"/>
                </a:lnTo>
                <a:lnTo>
                  <a:pt x="1683537" y="1101763"/>
                </a:lnTo>
                <a:lnTo>
                  <a:pt x="767448" y="0"/>
                </a:lnTo>
                <a:lnTo>
                  <a:pt x="746518" y="17475"/>
                </a:lnTo>
                <a:lnTo>
                  <a:pt x="737489" y="11049"/>
                </a:lnTo>
                <a:lnTo>
                  <a:pt x="50673" y="977315"/>
                </a:lnTo>
                <a:lnTo>
                  <a:pt x="19685" y="955268"/>
                </a:lnTo>
                <a:lnTo>
                  <a:pt x="0" y="1081532"/>
                </a:lnTo>
                <a:lnTo>
                  <a:pt x="112776" y="1021486"/>
                </a:lnTo>
                <a:lnTo>
                  <a:pt x="103555" y="1014933"/>
                </a:lnTo>
                <a:lnTo>
                  <a:pt x="81749" y="999426"/>
                </a:lnTo>
                <a:lnTo>
                  <a:pt x="757961" y="48107"/>
                </a:lnTo>
                <a:lnTo>
                  <a:pt x="1654289" y="1126083"/>
                </a:lnTo>
                <a:lnTo>
                  <a:pt x="1624965" y="1150467"/>
                </a:lnTo>
                <a:lnTo>
                  <a:pt x="1742059" y="12018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19">
            <a:extLst>
              <a:ext uri="{FF2B5EF4-FFF2-40B4-BE49-F238E27FC236}">
                <a16:creationId xmlns:a16="http://schemas.microsoft.com/office/drawing/2014/main" id="{6C731D97-705A-8A41-B591-94A906D3C8A8}"/>
              </a:ext>
            </a:extLst>
          </p:cNvPr>
          <p:cNvSpPr txBox="1"/>
          <p:nvPr/>
        </p:nvSpPr>
        <p:spPr>
          <a:xfrm>
            <a:off x="4468876" y="6365747"/>
            <a:ext cx="1358900" cy="3302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2000" spc="-20">
                <a:latin typeface="PMingLiU"/>
                <a:cs typeface="PMingLiU"/>
              </a:rPr>
              <a:t>选择汽</a:t>
            </a:r>
            <a:r>
              <a:rPr sz="2000">
                <a:latin typeface="PMingLiU"/>
                <a:cs typeface="PMingLiU"/>
              </a:rPr>
              <a:t>水</a:t>
            </a:r>
            <a:r>
              <a:rPr sz="2000" spc="-50">
                <a:latin typeface="PMingLiU"/>
                <a:cs typeface="PMingLiU"/>
              </a:rPr>
              <a:t> …</a:t>
            </a:r>
            <a:endParaRPr sz="2000">
              <a:latin typeface="PMingLiU"/>
              <a:cs typeface="PMingLiU"/>
            </a:endParaRPr>
          </a:p>
        </p:txBody>
      </p:sp>
      <p:sp>
        <p:nvSpPr>
          <p:cNvPr id="31" name="object 20">
            <a:extLst>
              <a:ext uri="{FF2B5EF4-FFF2-40B4-BE49-F238E27FC236}">
                <a16:creationId xmlns:a16="http://schemas.microsoft.com/office/drawing/2014/main" id="{63FC46A9-90CF-5D49-BEC9-21A1D228367B}"/>
              </a:ext>
            </a:extLst>
          </p:cNvPr>
          <p:cNvSpPr txBox="1"/>
          <p:nvPr/>
        </p:nvSpPr>
        <p:spPr>
          <a:xfrm>
            <a:off x="6433311" y="6365747"/>
            <a:ext cx="1355725" cy="3302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2000" spc="-20">
                <a:latin typeface="PMingLiU"/>
                <a:cs typeface="PMingLiU"/>
              </a:rPr>
              <a:t>不选汽</a:t>
            </a:r>
            <a:r>
              <a:rPr sz="2000" spc="204">
                <a:latin typeface="PMingLiU"/>
                <a:cs typeface="PMingLiU"/>
              </a:rPr>
              <a:t>水…</a:t>
            </a:r>
            <a:endParaRPr sz="2000">
              <a:latin typeface="PMingLiU"/>
              <a:cs typeface="PMingLiU"/>
            </a:endParaRPr>
          </a:p>
        </p:txBody>
      </p:sp>
      <p:sp>
        <p:nvSpPr>
          <p:cNvPr id="32" name="object 21">
            <a:extLst>
              <a:ext uri="{FF2B5EF4-FFF2-40B4-BE49-F238E27FC236}">
                <a16:creationId xmlns:a16="http://schemas.microsoft.com/office/drawing/2014/main" id="{AC7FE20D-2498-BF4A-A901-A3970EFF4530}"/>
              </a:ext>
            </a:extLst>
          </p:cNvPr>
          <p:cNvSpPr/>
          <p:nvPr/>
        </p:nvSpPr>
        <p:spPr>
          <a:xfrm>
            <a:off x="9624822" y="5240273"/>
            <a:ext cx="1742439" cy="1202055"/>
          </a:xfrm>
          <a:custGeom>
            <a:avLst/>
            <a:gdLst/>
            <a:ahLst/>
            <a:cxnLst/>
            <a:rect l="l" t="t" r="r" b="b"/>
            <a:pathLst>
              <a:path w="1742439" h="1202054">
                <a:moveTo>
                  <a:pt x="1742059" y="1201813"/>
                </a:moveTo>
                <a:lnTo>
                  <a:pt x="1727720" y="1140752"/>
                </a:lnTo>
                <a:lnTo>
                  <a:pt x="1712849" y="1077391"/>
                </a:lnTo>
                <a:lnTo>
                  <a:pt x="1683537" y="1101763"/>
                </a:lnTo>
                <a:lnTo>
                  <a:pt x="767461" y="0"/>
                </a:lnTo>
                <a:lnTo>
                  <a:pt x="746518" y="17475"/>
                </a:lnTo>
                <a:lnTo>
                  <a:pt x="737489" y="11049"/>
                </a:lnTo>
                <a:lnTo>
                  <a:pt x="50673" y="977315"/>
                </a:lnTo>
                <a:lnTo>
                  <a:pt x="19685" y="955268"/>
                </a:lnTo>
                <a:lnTo>
                  <a:pt x="0" y="1081532"/>
                </a:lnTo>
                <a:lnTo>
                  <a:pt x="112776" y="1021486"/>
                </a:lnTo>
                <a:lnTo>
                  <a:pt x="103555" y="1014933"/>
                </a:lnTo>
                <a:lnTo>
                  <a:pt x="81749" y="999426"/>
                </a:lnTo>
                <a:lnTo>
                  <a:pt x="757974" y="48120"/>
                </a:lnTo>
                <a:lnTo>
                  <a:pt x="1654289" y="1126083"/>
                </a:lnTo>
                <a:lnTo>
                  <a:pt x="1624965" y="1150467"/>
                </a:lnTo>
                <a:lnTo>
                  <a:pt x="1742059" y="12018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22">
            <a:extLst>
              <a:ext uri="{FF2B5EF4-FFF2-40B4-BE49-F238E27FC236}">
                <a16:creationId xmlns:a16="http://schemas.microsoft.com/office/drawing/2014/main" id="{7E2515BC-B444-7145-A034-8CBDF2D797D2}"/>
              </a:ext>
            </a:extLst>
          </p:cNvPr>
          <p:cNvSpPr txBox="1"/>
          <p:nvPr/>
        </p:nvSpPr>
        <p:spPr>
          <a:xfrm>
            <a:off x="8455406" y="6365747"/>
            <a:ext cx="1323340" cy="3302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2000" spc="-20">
                <a:latin typeface="PMingLiU"/>
                <a:cs typeface="PMingLiU"/>
              </a:rPr>
              <a:t>选择汽</a:t>
            </a:r>
            <a:r>
              <a:rPr sz="2000" spc="75">
                <a:latin typeface="PMingLiU"/>
                <a:cs typeface="PMingLiU"/>
              </a:rPr>
              <a:t>水…</a:t>
            </a:r>
            <a:endParaRPr sz="2000">
              <a:latin typeface="PMingLiU"/>
              <a:cs typeface="PMingLiU"/>
            </a:endParaRPr>
          </a:p>
        </p:txBody>
      </p:sp>
      <p:sp>
        <p:nvSpPr>
          <p:cNvPr id="34" name="object 23">
            <a:extLst>
              <a:ext uri="{FF2B5EF4-FFF2-40B4-BE49-F238E27FC236}">
                <a16:creationId xmlns:a16="http://schemas.microsoft.com/office/drawing/2014/main" id="{A9FF6CC2-7972-4947-AC8E-E077649685E7}"/>
              </a:ext>
            </a:extLst>
          </p:cNvPr>
          <p:cNvSpPr txBox="1"/>
          <p:nvPr/>
        </p:nvSpPr>
        <p:spPr>
          <a:xfrm>
            <a:off x="10297668" y="6365747"/>
            <a:ext cx="1512570" cy="3302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245235" algn="l"/>
              </a:tabLst>
            </a:pPr>
            <a:r>
              <a:rPr sz="2000" spc="-20">
                <a:latin typeface="PMingLiU"/>
                <a:cs typeface="PMingLiU"/>
              </a:rPr>
              <a:t>不选汽</a:t>
            </a:r>
            <a:r>
              <a:rPr sz="2000" spc="-50">
                <a:latin typeface="PMingLiU"/>
                <a:cs typeface="PMingLiU"/>
              </a:rPr>
              <a:t>水</a:t>
            </a:r>
            <a:r>
              <a:rPr sz="2000">
                <a:latin typeface="PMingLiU"/>
                <a:cs typeface="PMingLiU"/>
              </a:rPr>
              <a:t>	</a:t>
            </a:r>
            <a:r>
              <a:rPr sz="2000" spc="-50">
                <a:latin typeface="PMingLiU"/>
                <a:cs typeface="PMingLiU"/>
              </a:rPr>
              <a:t>…</a:t>
            </a:r>
            <a:endParaRPr sz="2000">
              <a:latin typeface="PMingLiU"/>
              <a:cs typeface="PMingLiU"/>
            </a:endParaRPr>
          </a:p>
        </p:txBody>
      </p:sp>
      <p:sp>
        <p:nvSpPr>
          <p:cNvPr id="35" name="object 24">
            <a:extLst>
              <a:ext uri="{FF2B5EF4-FFF2-40B4-BE49-F238E27FC236}">
                <a16:creationId xmlns:a16="http://schemas.microsoft.com/office/drawing/2014/main" id="{A35D720D-0DF3-344D-B0F6-3EB426A4C08A}"/>
              </a:ext>
            </a:extLst>
          </p:cNvPr>
          <p:cNvSpPr txBox="1"/>
          <p:nvPr/>
        </p:nvSpPr>
        <p:spPr>
          <a:xfrm>
            <a:off x="8601202" y="1788414"/>
            <a:ext cx="3073400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PMingLiU"/>
                <a:cs typeface="PMingLiU"/>
              </a:rPr>
              <a:t>在第</a:t>
            </a:r>
            <a:r>
              <a:rPr sz="2400" b="1">
                <a:latin typeface="Times New Roman"/>
                <a:cs typeface="Times New Roman"/>
              </a:rPr>
              <a:t>1</a:t>
            </a:r>
            <a:r>
              <a:rPr sz="2400">
                <a:latin typeface="PMingLiU"/>
                <a:cs typeface="PMingLiU"/>
              </a:rPr>
              <a:t>到</a:t>
            </a:r>
            <a:r>
              <a:rPr sz="2400" b="1">
                <a:latin typeface="Times New Roman"/>
                <a:cs typeface="Times New Roman"/>
              </a:rPr>
              <a:t>5</a:t>
            </a:r>
            <a:r>
              <a:rPr sz="2400" spc="-10">
                <a:latin typeface="PMingLiU"/>
                <a:cs typeface="PMingLiU"/>
              </a:rPr>
              <a:t>个商品中选择</a:t>
            </a:r>
            <a:r>
              <a:rPr sz="2400" spc="-5">
                <a:latin typeface="PMingLiU"/>
                <a:cs typeface="PMingLiU"/>
              </a:rPr>
              <a:t>剩余体积:</a:t>
            </a:r>
            <a:r>
              <a:rPr sz="2400" b="1" spc="-25">
                <a:latin typeface="Times New Roman"/>
                <a:cs typeface="Times New Roman"/>
              </a:rPr>
              <a:t>13</a:t>
            </a:r>
            <a:endParaRPr sz="2400">
              <a:latin typeface="Times New Roman"/>
              <a:cs typeface="Times New Roman"/>
            </a:endParaRPr>
          </a:p>
        </p:txBody>
      </p:sp>
      <p:grpSp>
        <p:nvGrpSpPr>
          <p:cNvPr id="36" name="object 25">
            <a:extLst>
              <a:ext uri="{FF2B5EF4-FFF2-40B4-BE49-F238E27FC236}">
                <a16:creationId xmlns:a16="http://schemas.microsoft.com/office/drawing/2014/main" id="{4691AF54-6462-0C40-891C-E327D7EE100B}"/>
              </a:ext>
            </a:extLst>
          </p:cNvPr>
          <p:cNvGrpSpPr/>
          <p:nvPr/>
        </p:nvGrpSpPr>
        <p:grpSpPr>
          <a:xfrm>
            <a:off x="9053321" y="3895344"/>
            <a:ext cx="2899410" cy="1271270"/>
            <a:chOff x="9053321" y="3895344"/>
            <a:chExt cx="2899410" cy="1271270"/>
          </a:xfrm>
        </p:grpSpPr>
        <p:pic>
          <p:nvPicPr>
            <p:cNvPr id="37" name="object 26">
              <a:extLst>
                <a:ext uri="{FF2B5EF4-FFF2-40B4-BE49-F238E27FC236}">
                  <a16:creationId xmlns:a16="http://schemas.microsoft.com/office/drawing/2014/main" id="{72F41170-2437-3344-A95A-B27DD3393CCF}"/>
                </a:ext>
              </a:extLst>
            </p:cNvPr>
            <p:cNvPicPr/>
            <p:nvPr/>
          </p:nvPicPr>
          <p:blipFill>
            <a:blip r:embed="rId8"/>
            <a:stretch>
              <a:fillRect/>
            </a:stretch>
          </p:blipFill>
          <p:spPr>
            <a:xfrm>
              <a:off x="9450323" y="4459224"/>
              <a:ext cx="861822" cy="707136"/>
            </a:xfrm>
            <a:prstGeom prst="rect">
              <a:avLst/>
            </a:prstGeom>
          </p:spPr>
        </p:pic>
        <p:pic>
          <p:nvPicPr>
            <p:cNvPr id="38" name="object 27">
              <a:extLst>
                <a:ext uri="{FF2B5EF4-FFF2-40B4-BE49-F238E27FC236}">
                  <a16:creationId xmlns:a16="http://schemas.microsoft.com/office/drawing/2014/main" id="{F18009EA-414A-7546-A001-5FD5B2F423F1}"/>
                </a:ext>
              </a:extLst>
            </p:cNvPr>
            <p:cNvPicPr/>
            <p:nvPr/>
          </p:nvPicPr>
          <p:blipFill>
            <a:blip r:embed="rId4"/>
            <a:stretch>
              <a:fillRect/>
            </a:stretch>
          </p:blipFill>
          <p:spPr>
            <a:xfrm>
              <a:off x="9672827" y="3945636"/>
              <a:ext cx="521970" cy="585215"/>
            </a:xfrm>
            <a:prstGeom prst="rect">
              <a:avLst/>
            </a:prstGeom>
          </p:spPr>
        </p:pic>
        <p:pic>
          <p:nvPicPr>
            <p:cNvPr id="39" name="object 28">
              <a:extLst>
                <a:ext uri="{FF2B5EF4-FFF2-40B4-BE49-F238E27FC236}">
                  <a16:creationId xmlns:a16="http://schemas.microsoft.com/office/drawing/2014/main" id="{2EE38590-F798-5F42-8857-882A7D9A7EB5}"/>
                </a:ext>
              </a:extLst>
            </p:cNvPr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10292333" y="3895344"/>
              <a:ext cx="521970" cy="584454"/>
            </a:xfrm>
            <a:prstGeom prst="rect">
              <a:avLst/>
            </a:prstGeom>
          </p:spPr>
        </p:pic>
        <p:pic>
          <p:nvPicPr>
            <p:cNvPr id="40" name="object 29">
              <a:extLst>
                <a:ext uri="{FF2B5EF4-FFF2-40B4-BE49-F238E27FC236}">
                  <a16:creationId xmlns:a16="http://schemas.microsoft.com/office/drawing/2014/main" id="{824D06F8-ED6D-1844-B2B9-F30BF28795A5}"/>
                </a:ext>
              </a:extLst>
            </p:cNvPr>
            <p:cNvPicPr/>
            <p:nvPr/>
          </p:nvPicPr>
          <p:blipFill>
            <a:blip r:embed="rId10"/>
            <a:stretch>
              <a:fillRect/>
            </a:stretch>
          </p:blipFill>
          <p:spPr>
            <a:xfrm>
              <a:off x="10774679" y="3895344"/>
              <a:ext cx="1040130" cy="584454"/>
            </a:xfrm>
            <a:prstGeom prst="rect">
              <a:avLst/>
            </a:prstGeom>
          </p:spPr>
        </p:pic>
        <p:pic>
          <p:nvPicPr>
            <p:cNvPr id="41" name="object 30">
              <a:extLst>
                <a:ext uri="{FF2B5EF4-FFF2-40B4-BE49-F238E27FC236}">
                  <a16:creationId xmlns:a16="http://schemas.microsoft.com/office/drawing/2014/main" id="{5E52E5E4-9AF9-D24D-A6EC-2EBF1A83B7C3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9053321" y="3935730"/>
              <a:ext cx="522731" cy="584454"/>
            </a:xfrm>
            <a:prstGeom prst="rect">
              <a:avLst/>
            </a:prstGeom>
          </p:spPr>
        </p:pic>
        <p:sp>
          <p:nvSpPr>
            <p:cNvPr id="42" name="object 31">
              <a:extLst>
                <a:ext uri="{FF2B5EF4-FFF2-40B4-BE49-F238E27FC236}">
                  <a16:creationId xmlns:a16="http://schemas.microsoft.com/office/drawing/2014/main" id="{F7B40A27-640B-584F-9BE7-54735BF3F411}"/>
                </a:ext>
              </a:extLst>
            </p:cNvPr>
            <p:cNvSpPr/>
            <p:nvPr/>
          </p:nvSpPr>
          <p:spPr>
            <a:xfrm>
              <a:off x="9073133" y="4459986"/>
              <a:ext cx="2860675" cy="24765"/>
            </a:xfrm>
            <a:custGeom>
              <a:avLst/>
              <a:gdLst/>
              <a:ahLst/>
              <a:cxnLst/>
              <a:rect l="l" t="t" r="r" b="b"/>
              <a:pathLst>
                <a:path w="2860675" h="24764">
                  <a:moveTo>
                    <a:pt x="0" y="0"/>
                  </a:moveTo>
                  <a:lnTo>
                    <a:pt x="2860167" y="24256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3" name="object 32">
            <a:extLst>
              <a:ext uri="{FF2B5EF4-FFF2-40B4-BE49-F238E27FC236}">
                <a16:creationId xmlns:a16="http://schemas.microsoft.com/office/drawing/2014/main" id="{C777B670-32C8-E44E-A99E-DE487B2A1BA5}"/>
              </a:ext>
            </a:extLst>
          </p:cNvPr>
          <p:cNvSpPr txBox="1"/>
          <p:nvPr/>
        </p:nvSpPr>
        <p:spPr>
          <a:xfrm>
            <a:off x="10470895" y="4542027"/>
            <a:ext cx="1358265" cy="6350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sz="2000" spc="-20">
                <a:latin typeface="PMingLiU"/>
                <a:cs typeface="PMingLiU"/>
              </a:rPr>
              <a:t>前</a:t>
            </a:r>
            <a:r>
              <a:rPr sz="2000" b="1" spc="-10">
                <a:latin typeface="Times New Roman"/>
                <a:cs typeface="Times New Roman"/>
              </a:rPr>
              <a:t>4</a:t>
            </a:r>
            <a:r>
              <a:rPr sz="2000" spc="-20">
                <a:latin typeface="PMingLiU"/>
                <a:cs typeface="PMingLiU"/>
              </a:rPr>
              <a:t>个商</a:t>
            </a:r>
            <a:r>
              <a:rPr sz="2000" spc="-50">
                <a:latin typeface="PMingLiU"/>
                <a:cs typeface="PMingLiU"/>
              </a:rPr>
              <a:t>品</a:t>
            </a:r>
            <a:r>
              <a:rPr sz="2000" spc="-20">
                <a:latin typeface="PMingLiU"/>
                <a:cs typeface="PMingLiU"/>
              </a:rPr>
              <a:t>剩余体积</a:t>
            </a:r>
            <a:r>
              <a:rPr sz="2000" spc="-25">
                <a:latin typeface="PMingLiU"/>
                <a:cs typeface="PMingLiU"/>
              </a:rPr>
              <a:t>:</a:t>
            </a:r>
            <a:r>
              <a:rPr sz="2000" b="1" spc="-25">
                <a:latin typeface="Times New Roman"/>
                <a:cs typeface="Times New Roman"/>
              </a:rPr>
              <a:t>13</a:t>
            </a:r>
            <a:endParaRPr sz="2000">
              <a:latin typeface="Times New Roman"/>
              <a:cs typeface="Times New Roman"/>
            </a:endParaRPr>
          </a:p>
        </p:txBody>
      </p:sp>
      <p:sp>
        <p:nvSpPr>
          <p:cNvPr id="44" name="object 33">
            <a:extLst>
              <a:ext uri="{FF2B5EF4-FFF2-40B4-BE49-F238E27FC236}">
                <a16:creationId xmlns:a16="http://schemas.microsoft.com/office/drawing/2014/main" id="{EEB4A5F9-6A57-FB4E-8F98-0F3DB8048D53}"/>
              </a:ext>
            </a:extLst>
          </p:cNvPr>
          <p:cNvSpPr/>
          <p:nvPr/>
        </p:nvSpPr>
        <p:spPr>
          <a:xfrm>
            <a:off x="7094220" y="2623184"/>
            <a:ext cx="2953385" cy="975360"/>
          </a:xfrm>
          <a:custGeom>
            <a:avLst/>
            <a:gdLst/>
            <a:ahLst/>
            <a:cxnLst/>
            <a:rect l="l" t="t" r="r" b="b"/>
            <a:pathLst>
              <a:path w="2953384" h="975360">
                <a:moveTo>
                  <a:pt x="2953385" y="975233"/>
                </a:moveTo>
                <a:lnTo>
                  <a:pt x="2932544" y="932446"/>
                </a:lnTo>
                <a:lnTo>
                  <a:pt x="2897505" y="860425"/>
                </a:lnTo>
                <a:lnTo>
                  <a:pt x="2874302" y="890651"/>
                </a:lnTo>
                <a:lnTo>
                  <a:pt x="1750441" y="28702"/>
                </a:lnTo>
                <a:lnTo>
                  <a:pt x="1746910" y="33324"/>
                </a:lnTo>
                <a:lnTo>
                  <a:pt x="1730629" y="0"/>
                </a:lnTo>
                <a:lnTo>
                  <a:pt x="94132" y="803795"/>
                </a:lnTo>
                <a:lnTo>
                  <a:pt x="77343" y="769620"/>
                </a:lnTo>
                <a:lnTo>
                  <a:pt x="0" y="871220"/>
                </a:lnTo>
                <a:lnTo>
                  <a:pt x="127762" y="872236"/>
                </a:lnTo>
                <a:lnTo>
                  <a:pt x="115023" y="846328"/>
                </a:lnTo>
                <a:lnTo>
                  <a:pt x="110909" y="837958"/>
                </a:lnTo>
                <a:lnTo>
                  <a:pt x="1745424" y="35255"/>
                </a:lnTo>
                <a:lnTo>
                  <a:pt x="1727327" y="58928"/>
                </a:lnTo>
                <a:lnTo>
                  <a:pt x="2851086" y="920902"/>
                </a:lnTo>
                <a:lnTo>
                  <a:pt x="2827909" y="951103"/>
                </a:lnTo>
                <a:lnTo>
                  <a:pt x="2953385" y="9752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5" name="object 34">
            <a:extLst>
              <a:ext uri="{FF2B5EF4-FFF2-40B4-BE49-F238E27FC236}">
                <a16:creationId xmlns:a16="http://schemas.microsoft.com/office/drawing/2014/main" id="{982FB2CD-4707-C049-B49D-F1977BB42B69}"/>
              </a:ext>
            </a:extLst>
          </p:cNvPr>
          <p:cNvGrpSpPr/>
          <p:nvPr/>
        </p:nvGrpSpPr>
        <p:grpSpPr>
          <a:xfrm>
            <a:off x="5354573" y="4459223"/>
            <a:ext cx="862330" cy="707390"/>
            <a:chOff x="5354573" y="4459223"/>
            <a:chExt cx="862330" cy="707390"/>
          </a:xfrm>
        </p:grpSpPr>
        <p:pic>
          <p:nvPicPr>
            <p:cNvPr id="46" name="object 35">
              <a:extLst>
                <a:ext uri="{FF2B5EF4-FFF2-40B4-BE49-F238E27FC236}">
                  <a16:creationId xmlns:a16="http://schemas.microsoft.com/office/drawing/2014/main" id="{96CCB882-51E1-DA41-B0D9-314930D39E33}"/>
                </a:ext>
              </a:extLst>
            </p:cNvPr>
            <p:cNvPicPr/>
            <p:nvPr/>
          </p:nvPicPr>
          <p:blipFill>
            <a:blip r:embed="rId8"/>
            <a:stretch>
              <a:fillRect/>
            </a:stretch>
          </p:blipFill>
          <p:spPr>
            <a:xfrm>
              <a:off x="5354573" y="4459223"/>
              <a:ext cx="861822" cy="707136"/>
            </a:xfrm>
            <a:prstGeom prst="rect">
              <a:avLst/>
            </a:prstGeom>
          </p:spPr>
        </p:pic>
        <p:pic>
          <p:nvPicPr>
            <p:cNvPr id="47" name="object 36">
              <a:extLst>
                <a:ext uri="{FF2B5EF4-FFF2-40B4-BE49-F238E27FC236}">
                  <a16:creationId xmlns:a16="http://schemas.microsoft.com/office/drawing/2014/main" id="{6A7EBB17-5BE7-304D-9092-126F7D836C83}"/>
                </a:ext>
              </a:extLst>
            </p:cNvPr>
            <p:cNvPicPr/>
            <p:nvPr/>
          </p:nvPicPr>
          <p:blipFill>
            <a:blip r:embed="rId5"/>
            <a:stretch>
              <a:fillRect/>
            </a:stretch>
          </p:blipFill>
          <p:spPr>
            <a:xfrm>
              <a:off x="5632703" y="4553711"/>
              <a:ext cx="281939" cy="359663"/>
            </a:xfrm>
            <a:prstGeom prst="rect">
              <a:avLst/>
            </a:prstGeom>
          </p:spPr>
        </p:pic>
      </p:grpSp>
      <p:sp>
        <p:nvSpPr>
          <p:cNvPr id="48" name="object 37">
            <a:extLst>
              <a:ext uri="{FF2B5EF4-FFF2-40B4-BE49-F238E27FC236}">
                <a16:creationId xmlns:a16="http://schemas.microsoft.com/office/drawing/2014/main" id="{22C478E0-58B8-3345-8821-0E88E02DA87F}"/>
              </a:ext>
            </a:extLst>
          </p:cNvPr>
          <p:cNvSpPr txBox="1"/>
          <p:nvPr/>
        </p:nvSpPr>
        <p:spPr>
          <a:xfrm>
            <a:off x="6313932" y="4542027"/>
            <a:ext cx="1230630" cy="6350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sz="2000" spc="-20">
                <a:latin typeface="PMingLiU"/>
                <a:cs typeface="PMingLiU"/>
              </a:rPr>
              <a:t>前</a:t>
            </a:r>
            <a:r>
              <a:rPr sz="2000" b="1" spc="-10">
                <a:latin typeface="Times New Roman"/>
                <a:cs typeface="Times New Roman"/>
              </a:rPr>
              <a:t>4</a:t>
            </a:r>
            <a:r>
              <a:rPr sz="2000" spc="-20">
                <a:latin typeface="PMingLiU"/>
                <a:cs typeface="PMingLiU"/>
              </a:rPr>
              <a:t>个商</a:t>
            </a:r>
            <a:r>
              <a:rPr sz="2000" spc="-50">
                <a:latin typeface="PMingLiU"/>
                <a:cs typeface="PMingLiU"/>
              </a:rPr>
              <a:t>品</a:t>
            </a:r>
            <a:r>
              <a:rPr sz="2000" spc="-20">
                <a:latin typeface="PMingLiU"/>
                <a:cs typeface="PMingLiU"/>
              </a:rPr>
              <a:t>剩余体积</a:t>
            </a:r>
            <a:r>
              <a:rPr sz="2000" spc="-25">
                <a:latin typeface="PMingLiU"/>
                <a:cs typeface="PMingLiU"/>
              </a:rPr>
              <a:t>:</a:t>
            </a:r>
            <a:r>
              <a:rPr sz="2000" b="1" spc="-25">
                <a:latin typeface="Times New Roman"/>
                <a:cs typeface="Times New Roman"/>
              </a:rPr>
              <a:t>3</a:t>
            </a:r>
            <a:endParaRPr sz="2000">
              <a:latin typeface="Times New Roman"/>
              <a:cs typeface="Times New Roman"/>
            </a:endParaRPr>
          </a:p>
        </p:txBody>
      </p:sp>
      <p:grpSp>
        <p:nvGrpSpPr>
          <p:cNvPr id="49" name="object 38">
            <a:extLst>
              <a:ext uri="{FF2B5EF4-FFF2-40B4-BE49-F238E27FC236}">
                <a16:creationId xmlns:a16="http://schemas.microsoft.com/office/drawing/2014/main" id="{FA65E3D5-9BAC-AC47-B583-49974072BB31}"/>
              </a:ext>
            </a:extLst>
          </p:cNvPr>
          <p:cNvGrpSpPr/>
          <p:nvPr/>
        </p:nvGrpSpPr>
        <p:grpSpPr>
          <a:xfrm>
            <a:off x="5202935" y="3893058"/>
            <a:ext cx="2898775" cy="635000"/>
            <a:chOff x="5202935" y="3893058"/>
            <a:chExt cx="2898775" cy="635000"/>
          </a:xfrm>
        </p:grpSpPr>
        <p:pic>
          <p:nvPicPr>
            <p:cNvPr id="50" name="object 39">
              <a:extLst>
                <a:ext uri="{FF2B5EF4-FFF2-40B4-BE49-F238E27FC236}">
                  <a16:creationId xmlns:a16="http://schemas.microsoft.com/office/drawing/2014/main" id="{5210DA9F-2572-6E41-B150-461098B6C6E4}"/>
                </a:ext>
              </a:extLst>
            </p:cNvPr>
            <p:cNvPicPr/>
            <p:nvPr/>
          </p:nvPicPr>
          <p:blipFill>
            <a:blip r:embed="rId4"/>
            <a:stretch>
              <a:fillRect/>
            </a:stretch>
          </p:blipFill>
          <p:spPr>
            <a:xfrm>
              <a:off x="5821679" y="3943350"/>
              <a:ext cx="521970" cy="584454"/>
            </a:xfrm>
            <a:prstGeom prst="rect">
              <a:avLst/>
            </a:prstGeom>
          </p:spPr>
        </p:pic>
        <p:pic>
          <p:nvPicPr>
            <p:cNvPr id="51" name="object 40">
              <a:extLst>
                <a:ext uri="{FF2B5EF4-FFF2-40B4-BE49-F238E27FC236}">
                  <a16:creationId xmlns:a16="http://schemas.microsoft.com/office/drawing/2014/main" id="{922F9223-F6A7-9546-8093-284F370D7962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5202935" y="3933444"/>
              <a:ext cx="521970" cy="584454"/>
            </a:xfrm>
            <a:prstGeom prst="rect">
              <a:avLst/>
            </a:prstGeom>
          </p:spPr>
        </p:pic>
        <p:pic>
          <p:nvPicPr>
            <p:cNvPr id="52" name="object 41">
              <a:extLst>
                <a:ext uri="{FF2B5EF4-FFF2-40B4-BE49-F238E27FC236}">
                  <a16:creationId xmlns:a16="http://schemas.microsoft.com/office/drawing/2014/main" id="{8499CDC1-82EE-BB4F-88AF-2AE31043A618}"/>
                </a:ext>
              </a:extLst>
            </p:cNvPr>
            <p:cNvPicPr/>
            <p:nvPr/>
          </p:nvPicPr>
          <p:blipFill>
            <a:blip r:embed="rId11"/>
            <a:stretch>
              <a:fillRect/>
            </a:stretch>
          </p:blipFill>
          <p:spPr>
            <a:xfrm>
              <a:off x="6445764" y="3897660"/>
              <a:ext cx="512812" cy="575250"/>
            </a:xfrm>
            <a:prstGeom prst="rect">
              <a:avLst/>
            </a:prstGeom>
          </p:spPr>
        </p:pic>
        <p:pic>
          <p:nvPicPr>
            <p:cNvPr id="53" name="object 42">
              <a:extLst>
                <a:ext uri="{FF2B5EF4-FFF2-40B4-BE49-F238E27FC236}">
                  <a16:creationId xmlns:a16="http://schemas.microsoft.com/office/drawing/2014/main" id="{D07D9DB5-394F-014E-8B0D-B7DA2B7C5256}"/>
                </a:ext>
              </a:extLst>
            </p:cNvPr>
            <p:cNvPicPr/>
            <p:nvPr/>
          </p:nvPicPr>
          <p:blipFill>
            <a:blip r:embed="rId12"/>
            <a:stretch>
              <a:fillRect/>
            </a:stretch>
          </p:blipFill>
          <p:spPr>
            <a:xfrm>
              <a:off x="6924293" y="3893058"/>
              <a:ext cx="1039368" cy="584454"/>
            </a:xfrm>
            <a:prstGeom prst="rect">
              <a:avLst/>
            </a:prstGeom>
          </p:spPr>
        </p:pic>
        <p:sp>
          <p:nvSpPr>
            <p:cNvPr id="54" name="object 43">
              <a:extLst>
                <a:ext uri="{FF2B5EF4-FFF2-40B4-BE49-F238E27FC236}">
                  <a16:creationId xmlns:a16="http://schemas.microsoft.com/office/drawing/2014/main" id="{7BFDCC41-1F0B-3C45-AC5F-3E47553B8A3B}"/>
                </a:ext>
              </a:extLst>
            </p:cNvPr>
            <p:cNvSpPr/>
            <p:nvPr/>
          </p:nvSpPr>
          <p:spPr>
            <a:xfrm>
              <a:off x="5221985" y="4457700"/>
              <a:ext cx="2860675" cy="24765"/>
            </a:xfrm>
            <a:custGeom>
              <a:avLst/>
              <a:gdLst/>
              <a:ahLst/>
              <a:cxnLst/>
              <a:rect l="l" t="t" r="r" b="b"/>
              <a:pathLst>
                <a:path w="2860675" h="24764">
                  <a:moveTo>
                    <a:pt x="0" y="0"/>
                  </a:moveTo>
                  <a:lnTo>
                    <a:pt x="2860166" y="24256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5" name="object 44">
            <a:extLst>
              <a:ext uri="{FF2B5EF4-FFF2-40B4-BE49-F238E27FC236}">
                <a16:creationId xmlns:a16="http://schemas.microsoft.com/office/drawing/2014/main" id="{5AF8BD28-8D8E-8A43-B24E-876D3E71FDE9}"/>
              </a:ext>
            </a:extLst>
          </p:cNvPr>
          <p:cNvSpPr txBox="1"/>
          <p:nvPr/>
        </p:nvSpPr>
        <p:spPr>
          <a:xfrm>
            <a:off x="7589011" y="730503"/>
            <a:ext cx="283845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b="1" spc="-10">
                <a:latin typeface="Times New Roman"/>
                <a:cs typeface="Times New Roman"/>
              </a:rPr>
              <a:t>KnapsackSR(1,</a:t>
            </a:r>
            <a:r>
              <a:rPr sz="2400" b="1" spc="-25">
                <a:latin typeface="Times New Roman"/>
                <a:cs typeface="Times New Roman"/>
              </a:rPr>
              <a:t> </a:t>
            </a:r>
            <a:r>
              <a:rPr sz="2400" b="1">
                <a:latin typeface="Times New Roman"/>
                <a:cs typeface="Times New Roman"/>
              </a:rPr>
              <a:t>5,</a:t>
            </a:r>
            <a:r>
              <a:rPr sz="2400" b="1" spc="-30">
                <a:latin typeface="Times New Roman"/>
                <a:cs typeface="Times New Roman"/>
              </a:rPr>
              <a:t> </a:t>
            </a:r>
            <a:r>
              <a:rPr sz="2400" b="1" spc="-25">
                <a:latin typeface="Times New Roman"/>
                <a:cs typeface="Times New Roman"/>
              </a:rPr>
              <a:t>13)</a:t>
            </a:r>
            <a:endParaRPr sz="2400">
              <a:latin typeface="Times New Roman"/>
              <a:cs typeface="Times New Roman"/>
            </a:endParaRPr>
          </a:p>
        </p:txBody>
      </p:sp>
      <p:sp>
        <p:nvSpPr>
          <p:cNvPr id="56" name="object 45">
            <a:extLst>
              <a:ext uri="{FF2B5EF4-FFF2-40B4-BE49-F238E27FC236}">
                <a16:creationId xmlns:a16="http://schemas.microsoft.com/office/drawing/2014/main" id="{DE0ECC34-F709-D54E-976C-D29F844B32B4}"/>
              </a:ext>
            </a:extLst>
          </p:cNvPr>
          <p:cNvSpPr txBox="1"/>
          <p:nvPr/>
        </p:nvSpPr>
        <p:spPr>
          <a:xfrm>
            <a:off x="5013705" y="3038198"/>
            <a:ext cx="3317240" cy="868680"/>
          </a:xfrm>
          <a:prstGeom prst="rect">
            <a:avLst/>
          </a:prstGeom>
        </p:spPr>
        <p:txBody>
          <a:bodyPr vert="horz" wrap="square" lIns="0" tIns="80645" rIns="0" bIns="0" rtlCol="0">
            <a:spAutoFit/>
          </a:bodyPr>
          <a:lstStyle/>
          <a:p>
            <a:pPr marL="280670">
              <a:lnSpc>
                <a:spcPct val="100000"/>
              </a:lnSpc>
              <a:spcBef>
                <a:spcPts val="635"/>
              </a:spcBef>
            </a:pPr>
            <a:r>
              <a:rPr sz="2200" spc="-15" dirty="0" err="1">
                <a:latin typeface="PMingLiU"/>
                <a:cs typeface="PMingLiU"/>
              </a:rPr>
              <a:t>选择啤酒</a:t>
            </a:r>
            <a:endParaRPr sz="2200" dirty="0">
              <a:latin typeface="PMingLiU"/>
              <a:cs typeface="PMingLiU"/>
            </a:endParaRPr>
          </a:p>
          <a:p>
            <a:pPr marL="12700">
              <a:lnSpc>
                <a:spcPct val="100000"/>
              </a:lnSpc>
              <a:spcBef>
                <a:spcPts val="585"/>
              </a:spcBef>
            </a:pPr>
            <a:r>
              <a:rPr sz="2400" b="1" dirty="0" err="1">
                <a:latin typeface="Times New Roman"/>
                <a:cs typeface="Times New Roman"/>
              </a:rPr>
              <a:t>KnapsackSR</a:t>
            </a:r>
            <a:r>
              <a:rPr sz="2400" b="1" dirty="0">
                <a:latin typeface="Times New Roman"/>
                <a:cs typeface="Times New Roman"/>
              </a:rPr>
              <a:t>(1, 4, 3)</a:t>
            </a:r>
            <a:r>
              <a:rPr sz="2400" b="1" spc="-5" dirty="0">
                <a:latin typeface="Times New Roman"/>
                <a:cs typeface="Times New Roman"/>
              </a:rPr>
              <a:t> </a:t>
            </a:r>
            <a:r>
              <a:rPr sz="2400" b="1" dirty="0">
                <a:latin typeface="Times New Roman"/>
                <a:cs typeface="Times New Roman"/>
              </a:rPr>
              <a:t>+</a:t>
            </a:r>
            <a:r>
              <a:rPr sz="2400" b="1" spc="-5" dirty="0">
                <a:latin typeface="Times New Roman"/>
                <a:cs typeface="Times New Roman"/>
              </a:rPr>
              <a:t> </a:t>
            </a:r>
            <a:r>
              <a:rPr sz="2400" b="1" spc="-25" dirty="0">
                <a:latin typeface="Times New Roman"/>
                <a:cs typeface="Times New Roman"/>
              </a:rPr>
              <a:t>24</a:t>
            </a:r>
            <a:endParaRPr sz="2400" dirty="0">
              <a:latin typeface="Times New Roman"/>
              <a:cs typeface="Times New Roman"/>
            </a:endParaRPr>
          </a:p>
        </p:txBody>
      </p:sp>
      <p:sp>
        <p:nvSpPr>
          <p:cNvPr id="57" name="object 46">
            <a:extLst>
              <a:ext uri="{FF2B5EF4-FFF2-40B4-BE49-F238E27FC236}">
                <a16:creationId xmlns:a16="http://schemas.microsoft.com/office/drawing/2014/main" id="{97697AB7-7D57-0649-8D38-9A95DFF038F6}"/>
              </a:ext>
            </a:extLst>
          </p:cNvPr>
          <p:cNvSpPr txBox="1"/>
          <p:nvPr/>
        </p:nvSpPr>
        <p:spPr>
          <a:xfrm>
            <a:off x="9062719" y="2997359"/>
            <a:ext cx="2847340" cy="953769"/>
          </a:xfrm>
          <a:prstGeom prst="rect">
            <a:avLst/>
          </a:prstGeom>
        </p:spPr>
        <p:txBody>
          <a:bodyPr vert="horz" wrap="square" lIns="0" tIns="121285" rIns="0" bIns="0" rtlCol="0">
            <a:spAutoFit/>
          </a:bodyPr>
          <a:lstStyle/>
          <a:p>
            <a:pPr marL="1715770">
              <a:lnSpc>
                <a:spcPct val="100000"/>
              </a:lnSpc>
              <a:spcBef>
                <a:spcPts val="955"/>
              </a:spcBef>
            </a:pPr>
            <a:r>
              <a:rPr sz="2200" spc="-15">
                <a:latin typeface="PMingLiU"/>
                <a:cs typeface="PMingLiU"/>
              </a:rPr>
              <a:t>不选啤酒</a:t>
            </a:r>
            <a:endParaRPr sz="2200">
              <a:latin typeface="PMingLiU"/>
              <a:cs typeface="PMingLiU"/>
            </a:endParaRPr>
          </a:p>
          <a:p>
            <a:pPr marL="12700">
              <a:lnSpc>
                <a:spcPct val="100000"/>
              </a:lnSpc>
              <a:spcBef>
                <a:spcPts val="930"/>
              </a:spcBef>
            </a:pPr>
            <a:r>
              <a:rPr sz="2400" b="1" spc="-10">
                <a:latin typeface="Times New Roman"/>
                <a:cs typeface="Times New Roman"/>
              </a:rPr>
              <a:t>KnapsackSR(1,</a:t>
            </a:r>
            <a:r>
              <a:rPr sz="2400" b="1" spc="-25">
                <a:latin typeface="Times New Roman"/>
                <a:cs typeface="Times New Roman"/>
              </a:rPr>
              <a:t> </a:t>
            </a:r>
            <a:r>
              <a:rPr sz="2400" b="1">
                <a:latin typeface="Times New Roman"/>
                <a:cs typeface="Times New Roman"/>
              </a:rPr>
              <a:t>4,</a:t>
            </a:r>
            <a:r>
              <a:rPr sz="2400" b="1" spc="-30">
                <a:latin typeface="Times New Roman"/>
                <a:cs typeface="Times New Roman"/>
              </a:rPr>
              <a:t> </a:t>
            </a:r>
            <a:r>
              <a:rPr sz="2400" b="1" spc="-25">
                <a:latin typeface="Times New Roman"/>
                <a:cs typeface="Times New Roman"/>
              </a:rPr>
              <a:t>13)</a:t>
            </a:r>
            <a:endParaRPr sz="2400">
              <a:latin typeface="Times New Roman"/>
              <a:cs typeface="Times New Roman"/>
            </a:endParaRPr>
          </a:p>
        </p:txBody>
      </p:sp>
      <p:sp>
        <p:nvSpPr>
          <p:cNvPr id="58" name="object 5">
            <a:extLst>
              <a:ext uri="{FF2B5EF4-FFF2-40B4-BE49-F238E27FC236}">
                <a16:creationId xmlns:a16="http://schemas.microsoft.com/office/drawing/2014/main" id="{8A0CF874-68A5-4840-BA3A-1697EDA0DFEC}"/>
              </a:ext>
            </a:extLst>
          </p:cNvPr>
          <p:cNvSpPr txBox="1"/>
          <p:nvPr/>
        </p:nvSpPr>
        <p:spPr>
          <a:xfrm>
            <a:off x="563790" y="5412370"/>
            <a:ext cx="11211560" cy="136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845"/>
              </a:lnSpc>
              <a:tabLst>
                <a:tab pos="1287780" algn="l"/>
                <a:tab pos="2298065" algn="l"/>
                <a:tab pos="3091180" algn="l"/>
              </a:tabLst>
            </a:pPr>
            <a:r>
              <a:rPr sz="2400" b="1" spc="-50">
                <a:latin typeface="Times New Roman"/>
                <a:cs typeface="Times New Roman"/>
              </a:rPr>
              <a:t>3</a:t>
            </a:r>
            <a:r>
              <a:rPr sz="2400" b="1">
                <a:latin typeface="Times New Roman"/>
                <a:cs typeface="Times New Roman"/>
              </a:rPr>
              <a:t>	</a:t>
            </a:r>
            <a:r>
              <a:rPr sz="3600" baseline="4629">
                <a:latin typeface="PMingLiU"/>
                <a:cs typeface="PMingLiU"/>
              </a:rPr>
              <a:t>牛</a:t>
            </a:r>
            <a:r>
              <a:rPr sz="3600" spc="-75" baseline="4629">
                <a:latin typeface="PMingLiU"/>
                <a:cs typeface="PMingLiU"/>
              </a:rPr>
              <a:t>奶</a:t>
            </a:r>
            <a:r>
              <a:rPr sz="3600" baseline="4629">
                <a:latin typeface="PMingLiU"/>
                <a:cs typeface="PMingLiU"/>
              </a:rPr>
              <a:t>	</a:t>
            </a:r>
            <a:r>
              <a:rPr sz="2400" b="1" spc="-50">
                <a:latin typeface="Times New Roman"/>
                <a:cs typeface="Times New Roman"/>
              </a:rPr>
              <a:t>9</a:t>
            </a:r>
            <a:r>
              <a:rPr sz="2400" b="1">
                <a:latin typeface="Times New Roman"/>
                <a:cs typeface="Times New Roman"/>
              </a:rPr>
              <a:t>	</a:t>
            </a:r>
            <a:r>
              <a:rPr sz="2400" b="1" spc="-50">
                <a:latin typeface="Times New Roman"/>
                <a:cs typeface="Times New Roman"/>
              </a:rPr>
              <a:t>4</a:t>
            </a:r>
            <a:endParaRPr sz="2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955"/>
              </a:spcBef>
              <a:tabLst>
                <a:tab pos="1287780" algn="l"/>
                <a:tab pos="2298065" algn="l"/>
                <a:tab pos="3091180" algn="l"/>
              </a:tabLst>
            </a:pPr>
            <a:r>
              <a:rPr sz="2400" b="1" spc="-50">
                <a:latin typeface="Times New Roman"/>
                <a:cs typeface="Times New Roman"/>
              </a:rPr>
              <a:t>4</a:t>
            </a:r>
            <a:r>
              <a:rPr sz="2400" b="1">
                <a:latin typeface="Times New Roman"/>
                <a:cs typeface="Times New Roman"/>
              </a:rPr>
              <a:t>	</a:t>
            </a:r>
            <a:r>
              <a:rPr sz="3600" baseline="4629">
                <a:latin typeface="PMingLiU"/>
                <a:cs typeface="PMingLiU"/>
              </a:rPr>
              <a:t>汽</a:t>
            </a:r>
            <a:r>
              <a:rPr sz="3600" spc="-75" baseline="4629">
                <a:latin typeface="PMingLiU"/>
                <a:cs typeface="PMingLiU"/>
              </a:rPr>
              <a:t>水</a:t>
            </a:r>
            <a:r>
              <a:rPr sz="3600" baseline="4629">
                <a:latin typeface="PMingLiU"/>
                <a:cs typeface="PMingLiU"/>
              </a:rPr>
              <a:t>	</a:t>
            </a:r>
            <a:r>
              <a:rPr sz="2400" b="1" spc="-50">
                <a:latin typeface="Times New Roman"/>
                <a:cs typeface="Times New Roman"/>
              </a:rPr>
              <a:t>2</a:t>
            </a:r>
            <a:r>
              <a:rPr sz="2400" b="1">
                <a:latin typeface="Times New Roman"/>
                <a:cs typeface="Times New Roman"/>
              </a:rPr>
              <a:t>	</a:t>
            </a:r>
            <a:r>
              <a:rPr sz="2400" b="1" spc="-50">
                <a:latin typeface="Times New Roman"/>
                <a:cs typeface="Times New Roman"/>
              </a:rPr>
              <a:t>3</a:t>
            </a:r>
            <a:endParaRPr sz="2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969"/>
              </a:spcBef>
              <a:tabLst>
                <a:tab pos="1287780" algn="l"/>
                <a:tab pos="2221865" algn="l"/>
                <a:tab pos="3014980" algn="l"/>
                <a:tab pos="3895090" algn="l"/>
                <a:tab pos="5859780" algn="l"/>
                <a:tab pos="7881620" algn="l"/>
                <a:tab pos="9723755" algn="l"/>
                <a:tab pos="10956925" algn="l"/>
              </a:tabLst>
            </a:pPr>
            <a:r>
              <a:rPr sz="2400" b="1" spc="-50">
                <a:latin typeface="Times New Roman"/>
                <a:cs typeface="Times New Roman"/>
              </a:rPr>
              <a:t>5</a:t>
            </a:r>
            <a:r>
              <a:rPr sz="2400" b="1">
                <a:latin typeface="Times New Roman"/>
                <a:cs typeface="Times New Roman"/>
              </a:rPr>
              <a:t>	</a:t>
            </a:r>
            <a:r>
              <a:rPr sz="3600" baseline="5787">
                <a:latin typeface="PMingLiU"/>
                <a:cs typeface="PMingLiU"/>
              </a:rPr>
              <a:t>啤</a:t>
            </a:r>
            <a:r>
              <a:rPr sz="3600" spc="-75" baseline="5787">
                <a:latin typeface="PMingLiU"/>
                <a:cs typeface="PMingLiU"/>
              </a:rPr>
              <a:t>酒</a:t>
            </a:r>
            <a:r>
              <a:rPr sz="3600" baseline="5787">
                <a:latin typeface="PMingLiU"/>
                <a:cs typeface="PMingLiU"/>
              </a:rPr>
              <a:t>	</a:t>
            </a:r>
            <a:r>
              <a:rPr sz="2400" b="1" spc="-25">
                <a:latin typeface="Times New Roman"/>
                <a:cs typeface="Times New Roman"/>
              </a:rPr>
              <a:t>24</a:t>
            </a:r>
            <a:r>
              <a:rPr sz="2400" b="1">
                <a:latin typeface="Times New Roman"/>
                <a:cs typeface="Times New Roman"/>
              </a:rPr>
              <a:t>	</a:t>
            </a:r>
            <a:r>
              <a:rPr sz="2400" b="1" spc="-25">
                <a:latin typeface="Times New Roman"/>
                <a:cs typeface="Times New Roman"/>
              </a:rPr>
              <a:t>10</a:t>
            </a:r>
            <a:r>
              <a:rPr sz="2400" b="1">
                <a:latin typeface="Times New Roman"/>
                <a:cs typeface="Times New Roman"/>
              </a:rPr>
              <a:t>	</a:t>
            </a:r>
            <a:r>
              <a:rPr sz="2000" spc="-20">
                <a:latin typeface="PMingLiU"/>
                <a:cs typeface="PMingLiU"/>
              </a:rPr>
              <a:t>选择汽</a:t>
            </a:r>
            <a:r>
              <a:rPr sz="2000">
                <a:latin typeface="PMingLiU"/>
                <a:cs typeface="PMingLiU"/>
              </a:rPr>
              <a:t>水</a:t>
            </a:r>
            <a:r>
              <a:rPr sz="2000" spc="-35">
                <a:latin typeface="PMingLiU"/>
                <a:cs typeface="PMingLiU"/>
              </a:rPr>
              <a:t> </a:t>
            </a:r>
            <a:r>
              <a:rPr sz="2000" spc="-50">
                <a:latin typeface="PMingLiU"/>
                <a:cs typeface="PMingLiU"/>
              </a:rPr>
              <a:t>…</a:t>
            </a:r>
            <a:r>
              <a:rPr sz="2000">
                <a:latin typeface="PMingLiU"/>
                <a:cs typeface="PMingLiU"/>
              </a:rPr>
              <a:t>	</a:t>
            </a:r>
            <a:r>
              <a:rPr sz="2000" spc="-20">
                <a:latin typeface="PMingLiU"/>
                <a:cs typeface="PMingLiU"/>
              </a:rPr>
              <a:t>不选汽</a:t>
            </a:r>
            <a:r>
              <a:rPr sz="2000" spc="459">
                <a:latin typeface="PMingLiU"/>
                <a:cs typeface="PMingLiU"/>
              </a:rPr>
              <a:t>水</a:t>
            </a:r>
            <a:r>
              <a:rPr sz="2000" spc="-50">
                <a:latin typeface="PMingLiU"/>
                <a:cs typeface="PMingLiU"/>
              </a:rPr>
              <a:t>…</a:t>
            </a:r>
            <a:r>
              <a:rPr sz="2000">
                <a:latin typeface="PMingLiU"/>
                <a:cs typeface="PMingLiU"/>
              </a:rPr>
              <a:t>	</a:t>
            </a:r>
            <a:r>
              <a:rPr sz="2000" spc="-20">
                <a:latin typeface="PMingLiU"/>
                <a:cs typeface="PMingLiU"/>
              </a:rPr>
              <a:t>选择汽</a:t>
            </a:r>
            <a:r>
              <a:rPr sz="2000" spc="204">
                <a:latin typeface="PMingLiU"/>
                <a:cs typeface="PMingLiU"/>
              </a:rPr>
              <a:t>水</a:t>
            </a:r>
            <a:r>
              <a:rPr sz="2000" spc="-50">
                <a:latin typeface="PMingLiU"/>
                <a:cs typeface="PMingLiU"/>
              </a:rPr>
              <a:t>…</a:t>
            </a:r>
            <a:r>
              <a:rPr sz="2000">
                <a:latin typeface="PMingLiU"/>
                <a:cs typeface="PMingLiU"/>
              </a:rPr>
              <a:t>	</a:t>
            </a:r>
            <a:r>
              <a:rPr sz="2000" spc="-20">
                <a:latin typeface="PMingLiU"/>
                <a:cs typeface="PMingLiU"/>
              </a:rPr>
              <a:t>不选汽</a:t>
            </a:r>
            <a:r>
              <a:rPr sz="2000" spc="-50">
                <a:latin typeface="PMingLiU"/>
                <a:cs typeface="PMingLiU"/>
              </a:rPr>
              <a:t>水</a:t>
            </a:r>
            <a:r>
              <a:rPr sz="2000">
                <a:latin typeface="PMingLiU"/>
                <a:cs typeface="PMingLiU"/>
              </a:rPr>
              <a:t>	</a:t>
            </a:r>
            <a:r>
              <a:rPr sz="2000" spc="-50">
                <a:latin typeface="PMingLiU"/>
                <a:cs typeface="PMingLiU"/>
              </a:rPr>
              <a:t>…</a:t>
            </a:r>
            <a:endParaRPr sz="2000">
              <a:latin typeface="PMingLiU"/>
              <a:cs typeface="PMingLiU"/>
            </a:endParaRPr>
          </a:p>
        </p:txBody>
      </p:sp>
      <p:sp>
        <p:nvSpPr>
          <p:cNvPr id="59" name="object 15">
            <a:extLst>
              <a:ext uri="{FF2B5EF4-FFF2-40B4-BE49-F238E27FC236}">
                <a16:creationId xmlns:a16="http://schemas.microsoft.com/office/drawing/2014/main" id="{CF2F1740-B98D-BD43-B44B-C07218F12AE3}"/>
              </a:ext>
            </a:extLst>
          </p:cNvPr>
          <p:cNvSpPr/>
          <p:nvPr/>
        </p:nvSpPr>
        <p:spPr>
          <a:xfrm>
            <a:off x="76873" y="5279385"/>
            <a:ext cx="12037695" cy="1541145"/>
          </a:xfrm>
          <a:custGeom>
            <a:avLst/>
            <a:gdLst/>
            <a:ahLst/>
            <a:cxnLst/>
            <a:rect l="l" t="t" r="r" b="b"/>
            <a:pathLst>
              <a:path w="12037695" h="1541145">
                <a:moveTo>
                  <a:pt x="12037314" y="0"/>
                </a:moveTo>
                <a:lnTo>
                  <a:pt x="0" y="0"/>
                </a:lnTo>
                <a:lnTo>
                  <a:pt x="0" y="1540764"/>
                </a:lnTo>
                <a:lnTo>
                  <a:pt x="12037314" y="1540764"/>
                </a:lnTo>
                <a:lnTo>
                  <a:pt x="12037314" y="0"/>
                </a:lnTo>
                <a:close/>
              </a:path>
            </a:pathLst>
          </a:custGeom>
          <a:solidFill>
            <a:srgbClr val="006FC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pic>
        <p:nvPicPr>
          <p:cNvPr id="60" name="图片 59">
            <a:extLst>
              <a:ext uri="{FF2B5EF4-FFF2-40B4-BE49-F238E27FC236}">
                <a16:creationId xmlns:a16="http://schemas.microsoft.com/office/drawing/2014/main" id="{5423BAB1-A41F-3246-A2E7-D43978E346E8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78409" y="5292469"/>
            <a:ext cx="11836400" cy="1549400"/>
          </a:xfrm>
          <a:prstGeom prst="rect">
            <a:avLst/>
          </a:prstGeom>
        </p:spPr>
      </p:pic>
      <p:pic>
        <p:nvPicPr>
          <p:cNvPr id="61" name="图片 60">
            <a:extLst>
              <a:ext uri="{FF2B5EF4-FFF2-40B4-BE49-F238E27FC236}">
                <a16:creationId xmlns:a16="http://schemas.microsoft.com/office/drawing/2014/main" id="{3F7536CB-CE57-7744-B33B-5F24EE60EE63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0" y="5307875"/>
            <a:ext cx="12192000" cy="1560475"/>
          </a:xfrm>
          <a:prstGeom prst="rect">
            <a:avLst/>
          </a:prstGeom>
        </p:spPr>
      </p:pic>
      <p:sp>
        <p:nvSpPr>
          <p:cNvPr id="2" name="文本框 1">
            <a:extLst>
              <a:ext uri="{FF2B5EF4-FFF2-40B4-BE49-F238E27FC236}">
                <a16:creationId xmlns:a16="http://schemas.microsoft.com/office/drawing/2014/main" id="{C56D5805-5F90-D144-A31F-6BCEC1122274}"/>
              </a:ext>
            </a:extLst>
          </p:cNvPr>
          <p:cNvSpPr txBox="1"/>
          <p:nvPr/>
        </p:nvSpPr>
        <p:spPr>
          <a:xfrm>
            <a:off x="3484605" y="7315200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kumimoji="1"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34773680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1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0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3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2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2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1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animBg="1"/>
      <p:bldP spid="29" grpId="1" animBg="1"/>
      <p:bldP spid="30" grpId="0"/>
      <p:bldP spid="30" grpId="1"/>
      <p:bldP spid="31" grpId="0"/>
      <p:bldP spid="31" grpId="1"/>
      <p:bldP spid="32" grpId="0" animBg="1"/>
      <p:bldP spid="32" grpId="1" animBg="1"/>
      <p:bldP spid="33" grpId="0"/>
      <p:bldP spid="33" grpId="1"/>
      <p:bldP spid="34" grpId="0"/>
      <p:bldP spid="34" grpId="1"/>
      <p:bldP spid="43" grpId="0"/>
      <p:bldP spid="48" grpId="0"/>
      <p:bldP spid="56" grpId="0"/>
      <p:bldP spid="57" grpId="0"/>
      <p:bldP spid="58" grpId="0"/>
      <p:bldP spid="59" grpId="0" animBg="1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4">
            <a:extLst>
              <a:ext uri="{FF2B5EF4-FFF2-40B4-BE49-F238E27FC236}">
                <a16:creationId xmlns:a16="http://schemas.microsoft.com/office/drawing/2014/main" id="{E5E7A71D-2FDE-FB48-9E66-02FE4E3AECFE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50366" y="227424"/>
            <a:ext cx="4945634" cy="627736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000"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蛮力枚举</a:t>
            </a:r>
            <a:r>
              <a:rPr lang="en-US" altLang="zh-CN" sz="4000" spc="-40" dirty="0">
                <a:latin typeface="SimSun" panose="02010600030101010101" pitchFamily="2" charset="-122"/>
                <a:ea typeface="SimSun" panose="02010600030101010101" pitchFamily="2" charset="-122"/>
              </a:rPr>
              <a:t>-</a:t>
            </a:r>
            <a:r>
              <a:rPr lang="zh-CN" altLang="en-US" sz="4000" spc="-40" dirty="0">
                <a:latin typeface="SimSun" panose="02010600030101010101" pitchFamily="2" charset="-122"/>
                <a:ea typeface="SimSun" panose="02010600030101010101" pitchFamily="2" charset="-122"/>
              </a:rPr>
              <a:t>伪代码</a:t>
            </a:r>
            <a:endParaRPr sz="4000" spc="-6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grpSp>
        <p:nvGrpSpPr>
          <p:cNvPr id="4" name="object 2">
            <a:extLst>
              <a:ext uri="{FF2B5EF4-FFF2-40B4-BE49-F238E27FC236}">
                <a16:creationId xmlns:a16="http://schemas.microsoft.com/office/drawing/2014/main" id="{03CC2C6F-ED5E-2040-B9A8-6B598931289A}"/>
              </a:ext>
            </a:extLst>
          </p:cNvPr>
          <p:cNvGrpSpPr/>
          <p:nvPr/>
        </p:nvGrpSpPr>
        <p:grpSpPr>
          <a:xfrm>
            <a:off x="278433" y="1669873"/>
            <a:ext cx="11710670" cy="4856480"/>
            <a:chOff x="278433" y="1627833"/>
            <a:chExt cx="11710670" cy="4856480"/>
          </a:xfrm>
        </p:grpSpPr>
        <p:pic>
          <p:nvPicPr>
            <p:cNvPr id="5" name="object 3">
              <a:extLst>
                <a:ext uri="{FF2B5EF4-FFF2-40B4-BE49-F238E27FC236}">
                  <a16:creationId xmlns:a16="http://schemas.microsoft.com/office/drawing/2014/main" id="{1330A6F1-39E3-BA41-87BE-B0FB96D88E5A}"/>
                </a:ext>
              </a:extLst>
            </p:cNvPr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278433" y="1627833"/>
              <a:ext cx="11710369" cy="4856284"/>
            </a:xfrm>
            <a:prstGeom prst="rect">
              <a:avLst/>
            </a:prstGeom>
          </p:spPr>
        </p:pic>
        <p:sp>
          <p:nvSpPr>
            <p:cNvPr id="6" name="object 4">
              <a:extLst>
                <a:ext uri="{FF2B5EF4-FFF2-40B4-BE49-F238E27FC236}">
                  <a16:creationId xmlns:a16="http://schemas.microsoft.com/office/drawing/2014/main" id="{C5D21E43-CB88-7641-B0E6-64F023232D93}"/>
                </a:ext>
              </a:extLst>
            </p:cNvPr>
            <p:cNvSpPr/>
            <p:nvPr/>
          </p:nvSpPr>
          <p:spPr>
            <a:xfrm>
              <a:off x="609600" y="2529839"/>
              <a:ext cx="3169920" cy="1168400"/>
            </a:xfrm>
            <a:custGeom>
              <a:avLst/>
              <a:gdLst/>
              <a:ahLst/>
              <a:cxnLst/>
              <a:rect l="l" t="t" r="r" b="b"/>
              <a:pathLst>
                <a:path w="3169920" h="1168400">
                  <a:moveTo>
                    <a:pt x="0" y="194690"/>
                  </a:moveTo>
                  <a:lnTo>
                    <a:pt x="5142" y="150036"/>
                  </a:lnTo>
                  <a:lnTo>
                    <a:pt x="19789" y="109051"/>
                  </a:lnTo>
                  <a:lnTo>
                    <a:pt x="42773" y="72903"/>
                  </a:lnTo>
                  <a:lnTo>
                    <a:pt x="72924" y="42757"/>
                  </a:lnTo>
                  <a:lnTo>
                    <a:pt x="109073" y="19780"/>
                  </a:lnTo>
                  <a:lnTo>
                    <a:pt x="150052" y="5139"/>
                  </a:lnTo>
                  <a:lnTo>
                    <a:pt x="194690" y="0"/>
                  </a:lnTo>
                  <a:lnTo>
                    <a:pt x="2975229" y="0"/>
                  </a:lnTo>
                  <a:lnTo>
                    <a:pt x="3019883" y="5139"/>
                  </a:lnTo>
                  <a:lnTo>
                    <a:pt x="3060868" y="19780"/>
                  </a:lnTo>
                  <a:lnTo>
                    <a:pt x="3097016" y="42757"/>
                  </a:lnTo>
                  <a:lnTo>
                    <a:pt x="3127162" y="72903"/>
                  </a:lnTo>
                  <a:lnTo>
                    <a:pt x="3150139" y="109051"/>
                  </a:lnTo>
                  <a:lnTo>
                    <a:pt x="3164780" y="150036"/>
                  </a:lnTo>
                  <a:lnTo>
                    <a:pt x="3169920" y="194690"/>
                  </a:lnTo>
                  <a:lnTo>
                    <a:pt x="3169920" y="973455"/>
                  </a:lnTo>
                  <a:lnTo>
                    <a:pt x="3164780" y="1018109"/>
                  </a:lnTo>
                  <a:lnTo>
                    <a:pt x="3150139" y="1059094"/>
                  </a:lnTo>
                  <a:lnTo>
                    <a:pt x="3127162" y="1095242"/>
                  </a:lnTo>
                  <a:lnTo>
                    <a:pt x="3097016" y="1125388"/>
                  </a:lnTo>
                  <a:lnTo>
                    <a:pt x="3060868" y="1148365"/>
                  </a:lnTo>
                  <a:lnTo>
                    <a:pt x="3019883" y="1163006"/>
                  </a:lnTo>
                  <a:lnTo>
                    <a:pt x="2975229" y="1168146"/>
                  </a:lnTo>
                  <a:lnTo>
                    <a:pt x="194690" y="1168146"/>
                  </a:lnTo>
                  <a:lnTo>
                    <a:pt x="150052" y="1163006"/>
                  </a:lnTo>
                  <a:lnTo>
                    <a:pt x="109073" y="1148365"/>
                  </a:lnTo>
                  <a:lnTo>
                    <a:pt x="72924" y="1125388"/>
                  </a:lnTo>
                  <a:lnTo>
                    <a:pt x="42773" y="1095242"/>
                  </a:lnTo>
                  <a:lnTo>
                    <a:pt x="19789" y="1059094"/>
                  </a:lnTo>
                  <a:lnTo>
                    <a:pt x="5142" y="1018109"/>
                  </a:lnTo>
                  <a:lnTo>
                    <a:pt x="0" y="973455"/>
                  </a:lnTo>
                  <a:lnTo>
                    <a:pt x="0" y="194690"/>
                  </a:lnTo>
                  <a:close/>
                </a:path>
              </a:pathLst>
            </a:custGeom>
            <a:ln w="38100">
              <a:solidFill>
                <a:srgbClr val="FF0000"/>
              </a:solidFill>
              <a:prstDash val="lg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" name="object 5">
            <a:extLst>
              <a:ext uri="{FF2B5EF4-FFF2-40B4-BE49-F238E27FC236}">
                <a16:creationId xmlns:a16="http://schemas.microsoft.com/office/drawing/2014/main" id="{DACB2DC5-2744-8D49-9896-4E6D6FE1CA94}"/>
              </a:ext>
            </a:extLst>
          </p:cNvPr>
          <p:cNvSpPr txBox="1"/>
          <p:nvPr/>
        </p:nvSpPr>
        <p:spPr>
          <a:xfrm>
            <a:off x="719870" y="1100164"/>
            <a:ext cx="10328275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b="1" dirty="0" err="1">
                <a:latin typeface="Times New Roman"/>
                <a:cs typeface="Times New Roman"/>
              </a:rPr>
              <a:t>KnapsackSR</a:t>
            </a:r>
            <a:r>
              <a:rPr sz="2800" b="1" dirty="0">
                <a:latin typeface="Times New Roman"/>
                <a:cs typeface="Times New Roman"/>
              </a:rPr>
              <a:t>(</a:t>
            </a:r>
            <a:r>
              <a:rPr sz="2800" dirty="0">
                <a:latin typeface="Cambria Math"/>
                <a:cs typeface="Cambria Math"/>
              </a:rPr>
              <a:t>𝒉</a:t>
            </a:r>
            <a:r>
              <a:rPr sz="2800" spc="-65" dirty="0">
                <a:latin typeface="Cambria Math"/>
                <a:cs typeface="Cambria Math"/>
              </a:rPr>
              <a:t>, </a:t>
            </a:r>
            <a:r>
              <a:rPr sz="2800" spc="-10" dirty="0">
                <a:latin typeface="Cambria Math"/>
                <a:cs typeface="Cambria Math"/>
              </a:rPr>
              <a:t>𝒊</a:t>
            </a:r>
            <a:r>
              <a:rPr sz="2800" spc="-75" dirty="0">
                <a:latin typeface="Cambria Math"/>
                <a:cs typeface="Cambria Math"/>
              </a:rPr>
              <a:t>, </a:t>
            </a:r>
            <a:r>
              <a:rPr sz="2800" dirty="0">
                <a:latin typeface="Cambria Math"/>
                <a:cs typeface="Cambria Math"/>
              </a:rPr>
              <a:t>𝒄</a:t>
            </a:r>
            <a:r>
              <a:rPr sz="2800" b="1" dirty="0">
                <a:latin typeface="Times New Roman"/>
                <a:cs typeface="Times New Roman"/>
              </a:rPr>
              <a:t>)</a:t>
            </a:r>
            <a:r>
              <a:rPr sz="2800" b="1" dirty="0">
                <a:latin typeface="Microsoft JhengHei"/>
                <a:cs typeface="Microsoft JhengHei"/>
              </a:rPr>
              <a:t>：</a:t>
            </a:r>
            <a:r>
              <a:rPr sz="2800" dirty="0" err="1">
                <a:latin typeface="PMingLiU"/>
                <a:cs typeface="PMingLiU"/>
              </a:rPr>
              <a:t>在第</a:t>
            </a:r>
            <a:r>
              <a:rPr sz="2800" dirty="0">
                <a:latin typeface="Cambria Math"/>
                <a:cs typeface="Cambria Math"/>
              </a:rPr>
              <a:t>𝒉</a:t>
            </a:r>
            <a:r>
              <a:rPr sz="2800" dirty="0" err="1">
                <a:latin typeface="PMingLiU"/>
                <a:cs typeface="PMingLiU"/>
              </a:rPr>
              <a:t>个到第</a:t>
            </a:r>
            <a:r>
              <a:rPr sz="2800" spc="-10" dirty="0">
                <a:latin typeface="Cambria Math"/>
                <a:cs typeface="Cambria Math"/>
              </a:rPr>
              <a:t>𝒊</a:t>
            </a:r>
            <a:r>
              <a:rPr sz="2800" spc="-5" dirty="0" err="1">
                <a:latin typeface="PMingLiU"/>
                <a:cs typeface="PMingLiU"/>
              </a:rPr>
              <a:t>个商品中，容量为</a:t>
            </a:r>
            <a:r>
              <a:rPr sz="2800" spc="-10" dirty="0">
                <a:latin typeface="Cambria Math"/>
                <a:cs typeface="Cambria Math"/>
              </a:rPr>
              <a:t>𝒄</a:t>
            </a:r>
            <a:r>
              <a:rPr sz="2800" spc="-15" dirty="0" err="1">
                <a:latin typeface="PMingLiU"/>
                <a:cs typeface="PMingLiU"/>
              </a:rPr>
              <a:t>时最优解</a:t>
            </a:r>
            <a:endParaRPr sz="2800" dirty="0">
              <a:latin typeface="PMingLiU"/>
              <a:cs typeface="PMingLiU"/>
            </a:endParaRPr>
          </a:p>
        </p:txBody>
      </p:sp>
      <p:sp>
        <p:nvSpPr>
          <p:cNvPr id="8" name="object 7">
            <a:extLst>
              <a:ext uri="{FF2B5EF4-FFF2-40B4-BE49-F238E27FC236}">
                <a16:creationId xmlns:a16="http://schemas.microsoft.com/office/drawing/2014/main" id="{1740E15F-E56E-9B44-992D-2A7B72928F6C}"/>
              </a:ext>
            </a:extLst>
          </p:cNvPr>
          <p:cNvSpPr txBox="1"/>
          <p:nvPr/>
        </p:nvSpPr>
        <p:spPr>
          <a:xfrm>
            <a:off x="4150233" y="2568450"/>
            <a:ext cx="4215765" cy="599440"/>
          </a:xfrm>
          <a:prstGeom prst="rect">
            <a:avLst/>
          </a:prstGeom>
          <a:ln w="9525">
            <a:solidFill>
              <a:srgbClr val="000000"/>
            </a:solidFill>
          </a:ln>
        </p:spPr>
        <p:txBody>
          <a:bodyPr vert="horz" wrap="square" lIns="0" tIns="96520" rIns="0" bIns="0" rtlCol="0">
            <a:spAutoFit/>
          </a:bodyPr>
          <a:lstStyle/>
          <a:p>
            <a:pPr marL="988694">
              <a:lnSpc>
                <a:spcPct val="100000"/>
              </a:lnSpc>
              <a:spcBef>
                <a:spcPts val="760"/>
              </a:spcBef>
            </a:pPr>
            <a:r>
              <a:rPr sz="2200" spc="-20">
                <a:latin typeface="PMingLiU"/>
                <a:cs typeface="PMingLiU"/>
              </a:rPr>
              <a:t>超出背包容量限制</a:t>
            </a:r>
            <a:endParaRPr sz="2200">
              <a:latin typeface="PMingLiU"/>
              <a:cs typeface="PMingLiU"/>
            </a:endParaRPr>
          </a:p>
        </p:txBody>
      </p:sp>
    </p:spTree>
    <p:extLst>
      <p:ext uri="{BB962C8B-B14F-4D97-AF65-F5344CB8AC3E}">
        <p14:creationId xmlns:p14="http://schemas.microsoft.com/office/powerpoint/2010/main" val="2501715847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4">
            <a:extLst>
              <a:ext uri="{FF2B5EF4-FFF2-40B4-BE49-F238E27FC236}">
                <a16:creationId xmlns:a16="http://schemas.microsoft.com/office/drawing/2014/main" id="{E5E7A71D-2FDE-FB48-9E66-02FE4E3AECFE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50366" y="227424"/>
            <a:ext cx="4945634" cy="627736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000"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蛮力枚举</a:t>
            </a:r>
            <a:r>
              <a:rPr lang="en-US" altLang="zh-CN" sz="4000" spc="-40" dirty="0">
                <a:latin typeface="SimSun" panose="02010600030101010101" pitchFamily="2" charset="-122"/>
                <a:ea typeface="SimSun" panose="02010600030101010101" pitchFamily="2" charset="-122"/>
              </a:rPr>
              <a:t>-</a:t>
            </a:r>
            <a:r>
              <a:rPr lang="zh-CN" altLang="en-US" sz="4000" spc="-40" dirty="0">
                <a:latin typeface="SimSun" panose="02010600030101010101" pitchFamily="2" charset="-122"/>
                <a:ea typeface="SimSun" panose="02010600030101010101" pitchFamily="2" charset="-122"/>
              </a:rPr>
              <a:t>伪代码</a:t>
            </a:r>
            <a:endParaRPr sz="4000" spc="-6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grpSp>
        <p:nvGrpSpPr>
          <p:cNvPr id="9" name="object 2">
            <a:extLst>
              <a:ext uri="{FF2B5EF4-FFF2-40B4-BE49-F238E27FC236}">
                <a16:creationId xmlns:a16="http://schemas.microsoft.com/office/drawing/2014/main" id="{AED85861-F470-DB40-BB86-0720F6C49CB9}"/>
              </a:ext>
            </a:extLst>
          </p:cNvPr>
          <p:cNvGrpSpPr/>
          <p:nvPr/>
        </p:nvGrpSpPr>
        <p:grpSpPr>
          <a:xfrm>
            <a:off x="278433" y="1680383"/>
            <a:ext cx="11710670" cy="4856480"/>
            <a:chOff x="278433" y="1627833"/>
            <a:chExt cx="11710670" cy="4856480"/>
          </a:xfrm>
        </p:grpSpPr>
        <p:pic>
          <p:nvPicPr>
            <p:cNvPr id="10" name="object 3">
              <a:extLst>
                <a:ext uri="{FF2B5EF4-FFF2-40B4-BE49-F238E27FC236}">
                  <a16:creationId xmlns:a16="http://schemas.microsoft.com/office/drawing/2014/main" id="{38218B81-E914-5F4F-A60A-A2BDD5B2FDA8}"/>
                </a:ext>
              </a:extLst>
            </p:cNvPr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278433" y="1627833"/>
              <a:ext cx="11710369" cy="4856284"/>
            </a:xfrm>
            <a:prstGeom prst="rect">
              <a:avLst/>
            </a:prstGeom>
          </p:spPr>
        </p:pic>
        <p:sp>
          <p:nvSpPr>
            <p:cNvPr id="11" name="object 4">
              <a:extLst>
                <a:ext uri="{FF2B5EF4-FFF2-40B4-BE49-F238E27FC236}">
                  <a16:creationId xmlns:a16="http://schemas.microsoft.com/office/drawing/2014/main" id="{4D14176A-2E60-7548-AA55-5693B1127FE0}"/>
                </a:ext>
              </a:extLst>
            </p:cNvPr>
            <p:cNvSpPr/>
            <p:nvPr/>
          </p:nvSpPr>
          <p:spPr>
            <a:xfrm>
              <a:off x="609600" y="3647694"/>
              <a:ext cx="3169920" cy="1168400"/>
            </a:xfrm>
            <a:custGeom>
              <a:avLst/>
              <a:gdLst/>
              <a:ahLst/>
              <a:cxnLst/>
              <a:rect l="l" t="t" r="r" b="b"/>
              <a:pathLst>
                <a:path w="3169920" h="1168400">
                  <a:moveTo>
                    <a:pt x="0" y="194690"/>
                  </a:moveTo>
                  <a:lnTo>
                    <a:pt x="5142" y="150036"/>
                  </a:lnTo>
                  <a:lnTo>
                    <a:pt x="19789" y="109051"/>
                  </a:lnTo>
                  <a:lnTo>
                    <a:pt x="42773" y="72903"/>
                  </a:lnTo>
                  <a:lnTo>
                    <a:pt x="72924" y="42757"/>
                  </a:lnTo>
                  <a:lnTo>
                    <a:pt x="109073" y="19780"/>
                  </a:lnTo>
                  <a:lnTo>
                    <a:pt x="150052" y="5139"/>
                  </a:lnTo>
                  <a:lnTo>
                    <a:pt x="194690" y="0"/>
                  </a:lnTo>
                  <a:lnTo>
                    <a:pt x="2975229" y="0"/>
                  </a:lnTo>
                  <a:lnTo>
                    <a:pt x="3019883" y="5139"/>
                  </a:lnTo>
                  <a:lnTo>
                    <a:pt x="3060868" y="19780"/>
                  </a:lnTo>
                  <a:lnTo>
                    <a:pt x="3097016" y="42757"/>
                  </a:lnTo>
                  <a:lnTo>
                    <a:pt x="3127162" y="72903"/>
                  </a:lnTo>
                  <a:lnTo>
                    <a:pt x="3150139" y="109051"/>
                  </a:lnTo>
                  <a:lnTo>
                    <a:pt x="3164780" y="150036"/>
                  </a:lnTo>
                  <a:lnTo>
                    <a:pt x="3169920" y="194690"/>
                  </a:lnTo>
                  <a:lnTo>
                    <a:pt x="3169920" y="973454"/>
                  </a:lnTo>
                  <a:lnTo>
                    <a:pt x="3164780" y="1018109"/>
                  </a:lnTo>
                  <a:lnTo>
                    <a:pt x="3150139" y="1059094"/>
                  </a:lnTo>
                  <a:lnTo>
                    <a:pt x="3127162" y="1095242"/>
                  </a:lnTo>
                  <a:lnTo>
                    <a:pt x="3097016" y="1125388"/>
                  </a:lnTo>
                  <a:lnTo>
                    <a:pt x="3060868" y="1148365"/>
                  </a:lnTo>
                  <a:lnTo>
                    <a:pt x="3019883" y="1163006"/>
                  </a:lnTo>
                  <a:lnTo>
                    <a:pt x="2975229" y="1168145"/>
                  </a:lnTo>
                  <a:lnTo>
                    <a:pt x="194690" y="1168145"/>
                  </a:lnTo>
                  <a:lnTo>
                    <a:pt x="150052" y="1163006"/>
                  </a:lnTo>
                  <a:lnTo>
                    <a:pt x="109073" y="1148365"/>
                  </a:lnTo>
                  <a:lnTo>
                    <a:pt x="72924" y="1125388"/>
                  </a:lnTo>
                  <a:lnTo>
                    <a:pt x="42773" y="1095242"/>
                  </a:lnTo>
                  <a:lnTo>
                    <a:pt x="19789" y="1059094"/>
                  </a:lnTo>
                  <a:lnTo>
                    <a:pt x="5142" y="1018109"/>
                  </a:lnTo>
                  <a:lnTo>
                    <a:pt x="0" y="973454"/>
                  </a:lnTo>
                  <a:lnTo>
                    <a:pt x="0" y="194690"/>
                  </a:lnTo>
                  <a:close/>
                </a:path>
              </a:pathLst>
            </a:custGeom>
            <a:ln w="38099">
              <a:solidFill>
                <a:srgbClr val="FF0000"/>
              </a:solidFill>
              <a:prstDash val="lg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" name="object 7">
            <a:extLst>
              <a:ext uri="{FF2B5EF4-FFF2-40B4-BE49-F238E27FC236}">
                <a16:creationId xmlns:a16="http://schemas.microsoft.com/office/drawing/2014/main" id="{BA0779D6-A7BB-9647-84A6-D8FC4E168CCF}"/>
              </a:ext>
            </a:extLst>
          </p:cNvPr>
          <p:cNvSpPr txBox="1"/>
          <p:nvPr/>
        </p:nvSpPr>
        <p:spPr>
          <a:xfrm>
            <a:off x="4150233" y="3648075"/>
            <a:ext cx="4215765" cy="599440"/>
          </a:xfrm>
          <a:prstGeom prst="rect">
            <a:avLst/>
          </a:prstGeom>
          <a:ln w="9525">
            <a:solidFill>
              <a:srgbClr val="000000"/>
            </a:solidFill>
          </a:ln>
        </p:spPr>
        <p:txBody>
          <a:bodyPr vert="horz" wrap="square" lIns="0" tIns="96520" rIns="0" bIns="0" rtlCol="0">
            <a:spAutoFit/>
          </a:bodyPr>
          <a:lstStyle/>
          <a:p>
            <a:pPr marL="848360">
              <a:lnSpc>
                <a:spcPct val="100000"/>
              </a:lnSpc>
              <a:spcBef>
                <a:spcPts val="760"/>
              </a:spcBef>
            </a:pPr>
            <a:r>
              <a:rPr sz="2200" spc="-10">
                <a:latin typeface="PMingLiU"/>
                <a:cs typeface="PMingLiU"/>
              </a:rPr>
              <a:t>所有商品已决策完成</a:t>
            </a:r>
            <a:endParaRPr sz="2200">
              <a:latin typeface="PMingLiU"/>
              <a:cs typeface="PMingLiU"/>
            </a:endParaRPr>
          </a:p>
        </p:txBody>
      </p:sp>
      <p:sp>
        <p:nvSpPr>
          <p:cNvPr id="13" name="object 5">
            <a:extLst>
              <a:ext uri="{FF2B5EF4-FFF2-40B4-BE49-F238E27FC236}">
                <a16:creationId xmlns:a16="http://schemas.microsoft.com/office/drawing/2014/main" id="{F01BCAFF-ED5C-7F46-B0D4-E9D3277E9CBC}"/>
              </a:ext>
            </a:extLst>
          </p:cNvPr>
          <p:cNvSpPr txBox="1"/>
          <p:nvPr/>
        </p:nvSpPr>
        <p:spPr>
          <a:xfrm>
            <a:off x="719870" y="1100164"/>
            <a:ext cx="10328275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b="1" dirty="0" err="1">
                <a:latin typeface="Times New Roman"/>
                <a:cs typeface="Times New Roman"/>
              </a:rPr>
              <a:t>KnapsackSR</a:t>
            </a:r>
            <a:r>
              <a:rPr sz="2800" b="1" dirty="0">
                <a:latin typeface="Times New Roman"/>
                <a:cs typeface="Times New Roman"/>
              </a:rPr>
              <a:t>(</a:t>
            </a:r>
            <a:r>
              <a:rPr sz="2800" dirty="0">
                <a:latin typeface="Cambria Math"/>
                <a:cs typeface="Cambria Math"/>
              </a:rPr>
              <a:t>𝒉</a:t>
            </a:r>
            <a:r>
              <a:rPr sz="2800" spc="-65" dirty="0">
                <a:latin typeface="Cambria Math"/>
                <a:cs typeface="Cambria Math"/>
              </a:rPr>
              <a:t>, </a:t>
            </a:r>
            <a:r>
              <a:rPr sz="2800" spc="-10" dirty="0">
                <a:latin typeface="Cambria Math"/>
                <a:cs typeface="Cambria Math"/>
              </a:rPr>
              <a:t>𝒊</a:t>
            </a:r>
            <a:r>
              <a:rPr sz="2800" spc="-75" dirty="0">
                <a:latin typeface="Cambria Math"/>
                <a:cs typeface="Cambria Math"/>
              </a:rPr>
              <a:t>, </a:t>
            </a:r>
            <a:r>
              <a:rPr sz="2800" dirty="0">
                <a:latin typeface="Cambria Math"/>
                <a:cs typeface="Cambria Math"/>
              </a:rPr>
              <a:t>𝒄</a:t>
            </a:r>
            <a:r>
              <a:rPr sz="2800" b="1" dirty="0">
                <a:latin typeface="Times New Roman"/>
                <a:cs typeface="Times New Roman"/>
              </a:rPr>
              <a:t>)</a:t>
            </a:r>
            <a:r>
              <a:rPr sz="2800" b="1" dirty="0">
                <a:latin typeface="Microsoft JhengHei"/>
                <a:cs typeface="Microsoft JhengHei"/>
              </a:rPr>
              <a:t>：</a:t>
            </a:r>
            <a:r>
              <a:rPr sz="2800" dirty="0" err="1">
                <a:latin typeface="PMingLiU"/>
                <a:cs typeface="PMingLiU"/>
              </a:rPr>
              <a:t>在第</a:t>
            </a:r>
            <a:r>
              <a:rPr sz="2800" dirty="0">
                <a:latin typeface="Cambria Math"/>
                <a:cs typeface="Cambria Math"/>
              </a:rPr>
              <a:t>𝒉</a:t>
            </a:r>
            <a:r>
              <a:rPr sz="2800" dirty="0" err="1">
                <a:latin typeface="PMingLiU"/>
                <a:cs typeface="PMingLiU"/>
              </a:rPr>
              <a:t>个到第</a:t>
            </a:r>
            <a:r>
              <a:rPr sz="2800" spc="-10" dirty="0">
                <a:latin typeface="Cambria Math"/>
                <a:cs typeface="Cambria Math"/>
              </a:rPr>
              <a:t>𝒊</a:t>
            </a:r>
            <a:r>
              <a:rPr sz="2800" spc="-5" dirty="0" err="1">
                <a:latin typeface="PMingLiU"/>
                <a:cs typeface="PMingLiU"/>
              </a:rPr>
              <a:t>个商品中，容量为</a:t>
            </a:r>
            <a:r>
              <a:rPr sz="2800" spc="-10" dirty="0">
                <a:latin typeface="Cambria Math"/>
                <a:cs typeface="Cambria Math"/>
              </a:rPr>
              <a:t>𝒄</a:t>
            </a:r>
            <a:r>
              <a:rPr sz="2800" spc="-15" dirty="0" err="1">
                <a:latin typeface="PMingLiU"/>
                <a:cs typeface="PMingLiU"/>
              </a:rPr>
              <a:t>时最优解</a:t>
            </a:r>
            <a:endParaRPr sz="2800" dirty="0">
              <a:latin typeface="PMingLiU"/>
              <a:cs typeface="PMingLiU"/>
            </a:endParaRPr>
          </a:p>
        </p:txBody>
      </p:sp>
    </p:spTree>
    <p:extLst>
      <p:ext uri="{BB962C8B-B14F-4D97-AF65-F5344CB8AC3E}">
        <p14:creationId xmlns:p14="http://schemas.microsoft.com/office/powerpoint/2010/main" val="3381233613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4">
            <a:extLst>
              <a:ext uri="{FF2B5EF4-FFF2-40B4-BE49-F238E27FC236}">
                <a16:creationId xmlns:a16="http://schemas.microsoft.com/office/drawing/2014/main" id="{E5E7A71D-2FDE-FB48-9E66-02FE4E3AECFE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50366" y="227424"/>
            <a:ext cx="4945634" cy="627736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000"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蛮力枚举</a:t>
            </a:r>
            <a:r>
              <a:rPr lang="en-US" altLang="zh-CN" sz="4000" spc="-40" dirty="0">
                <a:latin typeface="SimSun" panose="02010600030101010101" pitchFamily="2" charset="-122"/>
                <a:ea typeface="SimSun" panose="02010600030101010101" pitchFamily="2" charset="-122"/>
              </a:rPr>
              <a:t>-</a:t>
            </a:r>
            <a:r>
              <a:rPr lang="zh-CN" altLang="en-US" sz="4000" spc="-40" dirty="0">
                <a:latin typeface="SimSun" panose="02010600030101010101" pitchFamily="2" charset="-122"/>
                <a:ea typeface="SimSun" panose="02010600030101010101" pitchFamily="2" charset="-122"/>
              </a:rPr>
              <a:t>伪代码</a:t>
            </a:r>
            <a:endParaRPr sz="4000" spc="-6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sp>
        <p:nvSpPr>
          <p:cNvPr id="13" name="object 5">
            <a:extLst>
              <a:ext uri="{FF2B5EF4-FFF2-40B4-BE49-F238E27FC236}">
                <a16:creationId xmlns:a16="http://schemas.microsoft.com/office/drawing/2014/main" id="{F01BCAFF-ED5C-7F46-B0D4-E9D3277E9CBC}"/>
              </a:ext>
            </a:extLst>
          </p:cNvPr>
          <p:cNvSpPr txBox="1"/>
          <p:nvPr/>
        </p:nvSpPr>
        <p:spPr>
          <a:xfrm>
            <a:off x="719870" y="1100164"/>
            <a:ext cx="10328275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b="1" dirty="0" err="1">
                <a:latin typeface="Times New Roman"/>
                <a:cs typeface="Times New Roman"/>
              </a:rPr>
              <a:t>KnapsackSR</a:t>
            </a:r>
            <a:r>
              <a:rPr sz="2800" b="1" dirty="0">
                <a:latin typeface="Times New Roman"/>
                <a:cs typeface="Times New Roman"/>
              </a:rPr>
              <a:t>(</a:t>
            </a:r>
            <a:r>
              <a:rPr sz="2800" dirty="0">
                <a:latin typeface="Cambria Math"/>
                <a:cs typeface="Cambria Math"/>
              </a:rPr>
              <a:t>𝒉</a:t>
            </a:r>
            <a:r>
              <a:rPr sz="2800" spc="-65" dirty="0">
                <a:latin typeface="Cambria Math"/>
                <a:cs typeface="Cambria Math"/>
              </a:rPr>
              <a:t>, </a:t>
            </a:r>
            <a:r>
              <a:rPr sz="2800" spc="-10" dirty="0">
                <a:latin typeface="Cambria Math"/>
                <a:cs typeface="Cambria Math"/>
              </a:rPr>
              <a:t>𝒊</a:t>
            </a:r>
            <a:r>
              <a:rPr sz="2800" spc="-75" dirty="0">
                <a:latin typeface="Cambria Math"/>
                <a:cs typeface="Cambria Math"/>
              </a:rPr>
              <a:t>, </a:t>
            </a:r>
            <a:r>
              <a:rPr sz="2800" dirty="0">
                <a:latin typeface="Cambria Math"/>
                <a:cs typeface="Cambria Math"/>
              </a:rPr>
              <a:t>𝒄</a:t>
            </a:r>
            <a:r>
              <a:rPr sz="2800" b="1" dirty="0">
                <a:latin typeface="Times New Roman"/>
                <a:cs typeface="Times New Roman"/>
              </a:rPr>
              <a:t>)</a:t>
            </a:r>
            <a:r>
              <a:rPr sz="2800" b="1" dirty="0">
                <a:latin typeface="Microsoft JhengHei"/>
                <a:cs typeface="Microsoft JhengHei"/>
              </a:rPr>
              <a:t>：</a:t>
            </a:r>
            <a:r>
              <a:rPr sz="2800" dirty="0" err="1">
                <a:latin typeface="PMingLiU"/>
                <a:cs typeface="PMingLiU"/>
              </a:rPr>
              <a:t>在第</a:t>
            </a:r>
            <a:r>
              <a:rPr sz="2800" dirty="0">
                <a:latin typeface="Cambria Math"/>
                <a:cs typeface="Cambria Math"/>
              </a:rPr>
              <a:t>𝒉</a:t>
            </a:r>
            <a:r>
              <a:rPr sz="2800" dirty="0" err="1">
                <a:latin typeface="PMingLiU"/>
                <a:cs typeface="PMingLiU"/>
              </a:rPr>
              <a:t>个到第</a:t>
            </a:r>
            <a:r>
              <a:rPr sz="2800" spc="-10" dirty="0">
                <a:latin typeface="Cambria Math"/>
                <a:cs typeface="Cambria Math"/>
              </a:rPr>
              <a:t>𝒊</a:t>
            </a:r>
            <a:r>
              <a:rPr sz="2800" spc="-5" dirty="0" err="1">
                <a:latin typeface="PMingLiU"/>
                <a:cs typeface="PMingLiU"/>
              </a:rPr>
              <a:t>个商品中，容量为</a:t>
            </a:r>
            <a:r>
              <a:rPr sz="2800" spc="-10" dirty="0">
                <a:latin typeface="Cambria Math"/>
                <a:cs typeface="Cambria Math"/>
              </a:rPr>
              <a:t>𝒄</a:t>
            </a:r>
            <a:r>
              <a:rPr sz="2800" spc="-15" dirty="0" err="1">
                <a:latin typeface="PMingLiU"/>
                <a:cs typeface="PMingLiU"/>
              </a:rPr>
              <a:t>时最优解</a:t>
            </a:r>
            <a:endParaRPr sz="2800" dirty="0">
              <a:latin typeface="PMingLiU"/>
              <a:cs typeface="PMingLiU"/>
            </a:endParaRPr>
          </a:p>
        </p:txBody>
      </p:sp>
      <p:grpSp>
        <p:nvGrpSpPr>
          <p:cNvPr id="8" name="object 2">
            <a:extLst>
              <a:ext uri="{FF2B5EF4-FFF2-40B4-BE49-F238E27FC236}">
                <a16:creationId xmlns:a16="http://schemas.microsoft.com/office/drawing/2014/main" id="{99C13E78-A8F6-CA4C-8550-FAB3657EC171}"/>
              </a:ext>
            </a:extLst>
          </p:cNvPr>
          <p:cNvGrpSpPr/>
          <p:nvPr/>
        </p:nvGrpSpPr>
        <p:grpSpPr>
          <a:xfrm>
            <a:off x="278433" y="1669873"/>
            <a:ext cx="11710670" cy="4856480"/>
            <a:chOff x="278433" y="1627833"/>
            <a:chExt cx="11710670" cy="4856480"/>
          </a:xfrm>
        </p:grpSpPr>
        <p:pic>
          <p:nvPicPr>
            <p:cNvPr id="14" name="object 3">
              <a:extLst>
                <a:ext uri="{FF2B5EF4-FFF2-40B4-BE49-F238E27FC236}">
                  <a16:creationId xmlns:a16="http://schemas.microsoft.com/office/drawing/2014/main" id="{D66CB61F-9CF3-2446-9EF9-F07E91275D2D}"/>
                </a:ext>
              </a:extLst>
            </p:cNvPr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278433" y="1627833"/>
              <a:ext cx="11710369" cy="4856284"/>
            </a:xfrm>
            <a:prstGeom prst="rect">
              <a:avLst/>
            </a:prstGeom>
          </p:spPr>
        </p:pic>
        <p:sp>
          <p:nvSpPr>
            <p:cNvPr id="15" name="object 4">
              <a:extLst>
                <a:ext uri="{FF2B5EF4-FFF2-40B4-BE49-F238E27FC236}">
                  <a16:creationId xmlns:a16="http://schemas.microsoft.com/office/drawing/2014/main" id="{2A7F199E-A6CF-5247-8AA9-1B454CC53F71}"/>
                </a:ext>
              </a:extLst>
            </p:cNvPr>
            <p:cNvSpPr/>
            <p:nvPr/>
          </p:nvSpPr>
          <p:spPr>
            <a:xfrm>
              <a:off x="630174" y="4754879"/>
              <a:ext cx="5212080" cy="508634"/>
            </a:xfrm>
            <a:custGeom>
              <a:avLst/>
              <a:gdLst/>
              <a:ahLst/>
              <a:cxnLst/>
              <a:rect l="l" t="t" r="r" b="b"/>
              <a:pathLst>
                <a:path w="5212080" h="508634">
                  <a:moveTo>
                    <a:pt x="0" y="84709"/>
                  </a:moveTo>
                  <a:lnTo>
                    <a:pt x="6656" y="51756"/>
                  </a:lnTo>
                  <a:lnTo>
                    <a:pt x="24809" y="24828"/>
                  </a:lnTo>
                  <a:lnTo>
                    <a:pt x="51735" y="6663"/>
                  </a:lnTo>
                  <a:lnTo>
                    <a:pt x="84709" y="0"/>
                  </a:lnTo>
                  <a:lnTo>
                    <a:pt x="5127371" y="0"/>
                  </a:lnTo>
                  <a:lnTo>
                    <a:pt x="5160323" y="6663"/>
                  </a:lnTo>
                  <a:lnTo>
                    <a:pt x="5187251" y="24828"/>
                  </a:lnTo>
                  <a:lnTo>
                    <a:pt x="5205416" y="51756"/>
                  </a:lnTo>
                  <a:lnTo>
                    <a:pt x="5212080" y="84709"/>
                  </a:lnTo>
                  <a:lnTo>
                    <a:pt x="5212080" y="423545"/>
                  </a:lnTo>
                  <a:lnTo>
                    <a:pt x="5205416" y="456497"/>
                  </a:lnTo>
                  <a:lnTo>
                    <a:pt x="5187251" y="483425"/>
                  </a:lnTo>
                  <a:lnTo>
                    <a:pt x="5160323" y="501590"/>
                  </a:lnTo>
                  <a:lnTo>
                    <a:pt x="5127371" y="508254"/>
                  </a:lnTo>
                  <a:lnTo>
                    <a:pt x="84709" y="508254"/>
                  </a:lnTo>
                  <a:lnTo>
                    <a:pt x="51735" y="501590"/>
                  </a:lnTo>
                  <a:lnTo>
                    <a:pt x="24809" y="483425"/>
                  </a:lnTo>
                  <a:lnTo>
                    <a:pt x="6656" y="456497"/>
                  </a:lnTo>
                  <a:lnTo>
                    <a:pt x="0" y="423545"/>
                  </a:lnTo>
                  <a:lnTo>
                    <a:pt x="0" y="84709"/>
                  </a:lnTo>
                  <a:close/>
                </a:path>
              </a:pathLst>
            </a:custGeom>
            <a:ln w="38100">
              <a:solidFill>
                <a:srgbClr val="FF0000"/>
              </a:solidFill>
              <a:prstDash val="lg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" name="object 7">
            <a:extLst>
              <a:ext uri="{FF2B5EF4-FFF2-40B4-BE49-F238E27FC236}">
                <a16:creationId xmlns:a16="http://schemas.microsoft.com/office/drawing/2014/main" id="{DBE6B9DF-6164-7D48-BBC0-A65F6080B391}"/>
              </a:ext>
            </a:extLst>
          </p:cNvPr>
          <p:cNvSpPr txBox="1"/>
          <p:nvPr/>
        </p:nvSpPr>
        <p:spPr>
          <a:xfrm>
            <a:off x="6019419" y="4797300"/>
            <a:ext cx="4216400" cy="600075"/>
          </a:xfrm>
          <a:prstGeom prst="rect">
            <a:avLst/>
          </a:prstGeom>
          <a:ln w="9525">
            <a:solidFill>
              <a:srgbClr val="000000"/>
            </a:solidFill>
          </a:ln>
        </p:spPr>
        <p:txBody>
          <a:bodyPr vert="horz" wrap="square" lIns="0" tIns="104139" rIns="0" bIns="0" rtlCol="0">
            <a:spAutoFit/>
          </a:bodyPr>
          <a:lstStyle/>
          <a:p>
            <a:pPr marL="635" algn="ctr">
              <a:lnSpc>
                <a:spcPct val="100000"/>
              </a:lnSpc>
              <a:spcBef>
                <a:spcPts val="819"/>
              </a:spcBef>
            </a:pPr>
            <a:r>
              <a:rPr sz="2200">
                <a:latin typeface="PMingLiU"/>
                <a:cs typeface="PMingLiU"/>
              </a:rPr>
              <a:t>选则商品</a:t>
            </a:r>
            <a:r>
              <a:rPr sz="2200" spc="-50">
                <a:latin typeface="Cambria Math"/>
                <a:cs typeface="Cambria Math"/>
              </a:rPr>
              <a:t>𝒊</a:t>
            </a:r>
            <a:endParaRPr sz="2200">
              <a:latin typeface="Cambria Math"/>
              <a:cs typeface="Cambria Math"/>
            </a:endParaRPr>
          </a:p>
        </p:txBody>
      </p:sp>
    </p:spTree>
    <p:extLst>
      <p:ext uri="{BB962C8B-B14F-4D97-AF65-F5344CB8AC3E}">
        <p14:creationId xmlns:p14="http://schemas.microsoft.com/office/powerpoint/2010/main" val="220555425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4">
            <a:extLst>
              <a:ext uri="{FF2B5EF4-FFF2-40B4-BE49-F238E27FC236}">
                <a16:creationId xmlns:a16="http://schemas.microsoft.com/office/drawing/2014/main" id="{E5E7A71D-2FDE-FB48-9E66-02FE4E3AECFE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50366" y="227424"/>
            <a:ext cx="4945634" cy="627736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000"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蛮力枚举</a:t>
            </a:r>
            <a:r>
              <a:rPr lang="en-US" altLang="zh-CN" sz="4000" spc="-40" dirty="0">
                <a:latin typeface="SimSun" panose="02010600030101010101" pitchFamily="2" charset="-122"/>
                <a:ea typeface="SimSun" panose="02010600030101010101" pitchFamily="2" charset="-122"/>
              </a:rPr>
              <a:t>-</a:t>
            </a:r>
            <a:r>
              <a:rPr lang="zh-CN" altLang="en-US" sz="4000" spc="-40" dirty="0">
                <a:latin typeface="SimSun" panose="02010600030101010101" pitchFamily="2" charset="-122"/>
                <a:ea typeface="SimSun" panose="02010600030101010101" pitchFamily="2" charset="-122"/>
              </a:rPr>
              <a:t>伪代码</a:t>
            </a:r>
            <a:endParaRPr sz="4000" spc="-6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sp>
        <p:nvSpPr>
          <p:cNvPr id="13" name="object 5">
            <a:extLst>
              <a:ext uri="{FF2B5EF4-FFF2-40B4-BE49-F238E27FC236}">
                <a16:creationId xmlns:a16="http://schemas.microsoft.com/office/drawing/2014/main" id="{F01BCAFF-ED5C-7F46-B0D4-E9D3277E9CBC}"/>
              </a:ext>
            </a:extLst>
          </p:cNvPr>
          <p:cNvSpPr txBox="1"/>
          <p:nvPr/>
        </p:nvSpPr>
        <p:spPr>
          <a:xfrm>
            <a:off x="719870" y="1100164"/>
            <a:ext cx="10328275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b="1" dirty="0" err="1">
                <a:latin typeface="Times New Roman"/>
                <a:cs typeface="Times New Roman"/>
              </a:rPr>
              <a:t>KnapsackSR</a:t>
            </a:r>
            <a:r>
              <a:rPr sz="2800" b="1" dirty="0">
                <a:latin typeface="Times New Roman"/>
                <a:cs typeface="Times New Roman"/>
              </a:rPr>
              <a:t>(</a:t>
            </a:r>
            <a:r>
              <a:rPr sz="2800" dirty="0">
                <a:latin typeface="Cambria Math"/>
                <a:cs typeface="Cambria Math"/>
              </a:rPr>
              <a:t>𝒉</a:t>
            </a:r>
            <a:r>
              <a:rPr sz="2800" spc="-65" dirty="0">
                <a:latin typeface="Cambria Math"/>
                <a:cs typeface="Cambria Math"/>
              </a:rPr>
              <a:t>, </a:t>
            </a:r>
            <a:r>
              <a:rPr sz="2800" spc="-10" dirty="0">
                <a:latin typeface="Cambria Math"/>
                <a:cs typeface="Cambria Math"/>
              </a:rPr>
              <a:t>𝒊</a:t>
            </a:r>
            <a:r>
              <a:rPr sz="2800" spc="-75" dirty="0">
                <a:latin typeface="Cambria Math"/>
                <a:cs typeface="Cambria Math"/>
              </a:rPr>
              <a:t>, </a:t>
            </a:r>
            <a:r>
              <a:rPr sz="2800" dirty="0">
                <a:latin typeface="Cambria Math"/>
                <a:cs typeface="Cambria Math"/>
              </a:rPr>
              <a:t>𝒄</a:t>
            </a:r>
            <a:r>
              <a:rPr sz="2800" b="1" dirty="0">
                <a:latin typeface="Times New Roman"/>
                <a:cs typeface="Times New Roman"/>
              </a:rPr>
              <a:t>)</a:t>
            </a:r>
            <a:r>
              <a:rPr sz="2800" b="1" dirty="0">
                <a:latin typeface="Microsoft JhengHei"/>
                <a:cs typeface="Microsoft JhengHei"/>
              </a:rPr>
              <a:t>：</a:t>
            </a:r>
            <a:r>
              <a:rPr sz="2800" dirty="0" err="1">
                <a:latin typeface="PMingLiU"/>
                <a:cs typeface="PMingLiU"/>
              </a:rPr>
              <a:t>在第</a:t>
            </a:r>
            <a:r>
              <a:rPr sz="2800" dirty="0">
                <a:latin typeface="Cambria Math"/>
                <a:cs typeface="Cambria Math"/>
              </a:rPr>
              <a:t>𝒉</a:t>
            </a:r>
            <a:r>
              <a:rPr sz="2800" dirty="0" err="1">
                <a:latin typeface="PMingLiU"/>
                <a:cs typeface="PMingLiU"/>
              </a:rPr>
              <a:t>个到第</a:t>
            </a:r>
            <a:r>
              <a:rPr sz="2800" spc="-10" dirty="0">
                <a:latin typeface="Cambria Math"/>
                <a:cs typeface="Cambria Math"/>
              </a:rPr>
              <a:t>𝒊</a:t>
            </a:r>
            <a:r>
              <a:rPr sz="2800" spc="-5" dirty="0" err="1">
                <a:latin typeface="PMingLiU"/>
                <a:cs typeface="PMingLiU"/>
              </a:rPr>
              <a:t>个商品中，容量为</a:t>
            </a:r>
            <a:r>
              <a:rPr sz="2800" spc="-10" dirty="0">
                <a:latin typeface="Cambria Math"/>
                <a:cs typeface="Cambria Math"/>
              </a:rPr>
              <a:t>𝒄</a:t>
            </a:r>
            <a:r>
              <a:rPr sz="2800" spc="-15" dirty="0" err="1">
                <a:latin typeface="PMingLiU"/>
                <a:cs typeface="PMingLiU"/>
              </a:rPr>
              <a:t>时最优解</a:t>
            </a:r>
            <a:endParaRPr sz="2800" dirty="0">
              <a:latin typeface="PMingLiU"/>
              <a:cs typeface="PMingLiU"/>
            </a:endParaRPr>
          </a:p>
        </p:txBody>
      </p:sp>
      <p:pic>
        <p:nvPicPr>
          <p:cNvPr id="9" name="object 2">
            <a:extLst>
              <a:ext uri="{FF2B5EF4-FFF2-40B4-BE49-F238E27FC236}">
                <a16:creationId xmlns:a16="http://schemas.microsoft.com/office/drawing/2014/main" id="{E6F62475-AB95-7243-A259-CD748F65E276}"/>
              </a:ext>
            </a:extLst>
          </p:cNvPr>
          <p:cNvPicPr/>
          <p:nvPr/>
        </p:nvPicPr>
        <p:blipFill>
          <a:blip r:embed="rId2"/>
          <a:stretch>
            <a:fillRect/>
          </a:stretch>
        </p:blipFill>
        <p:spPr>
          <a:xfrm>
            <a:off x="278433" y="1669873"/>
            <a:ext cx="11710369" cy="4856284"/>
          </a:xfrm>
          <a:prstGeom prst="rect">
            <a:avLst/>
          </a:prstGeom>
        </p:spPr>
      </p:pic>
      <p:sp>
        <p:nvSpPr>
          <p:cNvPr id="10" name="object 5">
            <a:extLst>
              <a:ext uri="{FF2B5EF4-FFF2-40B4-BE49-F238E27FC236}">
                <a16:creationId xmlns:a16="http://schemas.microsoft.com/office/drawing/2014/main" id="{DB0487D2-9F1B-6249-939B-6D1C891F6C61}"/>
              </a:ext>
            </a:extLst>
          </p:cNvPr>
          <p:cNvSpPr txBox="1"/>
          <p:nvPr/>
        </p:nvSpPr>
        <p:spPr>
          <a:xfrm>
            <a:off x="6019419" y="5206494"/>
            <a:ext cx="4216400" cy="600075"/>
          </a:xfrm>
          <a:prstGeom prst="rect">
            <a:avLst/>
          </a:prstGeom>
          <a:ln w="9525">
            <a:solidFill>
              <a:srgbClr val="000000"/>
            </a:solidFill>
          </a:ln>
        </p:spPr>
        <p:txBody>
          <a:bodyPr vert="horz" wrap="square" lIns="0" tIns="104139" rIns="0" bIns="0" rtlCol="0">
            <a:spAutoFit/>
          </a:bodyPr>
          <a:lstStyle/>
          <a:p>
            <a:pPr marL="635" algn="ctr">
              <a:lnSpc>
                <a:spcPct val="100000"/>
              </a:lnSpc>
              <a:spcBef>
                <a:spcPts val="819"/>
              </a:spcBef>
            </a:pPr>
            <a:r>
              <a:rPr sz="2200">
                <a:latin typeface="PMingLiU"/>
                <a:cs typeface="PMingLiU"/>
              </a:rPr>
              <a:t>不选商品</a:t>
            </a:r>
            <a:r>
              <a:rPr sz="2200" spc="-50">
                <a:latin typeface="Cambria Math"/>
                <a:cs typeface="Cambria Math"/>
              </a:rPr>
              <a:t>𝒊</a:t>
            </a:r>
            <a:endParaRPr sz="2200">
              <a:latin typeface="Cambria Math"/>
              <a:cs typeface="Cambria Math"/>
            </a:endParaRPr>
          </a:p>
        </p:txBody>
      </p:sp>
      <p:sp>
        <p:nvSpPr>
          <p:cNvPr id="11" name="object 6">
            <a:extLst>
              <a:ext uri="{FF2B5EF4-FFF2-40B4-BE49-F238E27FC236}">
                <a16:creationId xmlns:a16="http://schemas.microsoft.com/office/drawing/2014/main" id="{66A0C5FF-B865-E849-B09B-F3E969F2C37A}"/>
              </a:ext>
            </a:extLst>
          </p:cNvPr>
          <p:cNvSpPr/>
          <p:nvPr/>
        </p:nvSpPr>
        <p:spPr>
          <a:xfrm>
            <a:off x="630173" y="5247408"/>
            <a:ext cx="5212080" cy="441765"/>
          </a:xfrm>
          <a:custGeom>
            <a:avLst/>
            <a:gdLst/>
            <a:ahLst/>
            <a:cxnLst/>
            <a:rect l="l" t="t" r="r" b="b"/>
            <a:pathLst>
              <a:path w="5212080" h="508000">
                <a:moveTo>
                  <a:pt x="0" y="84582"/>
                </a:moveTo>
                <a:lnTo>
                  <a:pt x="6647" y="51649"/>
                </a:lnTo>
                <a:lnTo>
                  <a:pt x="24774" y="24765"/>
                </a:lnTo>
                <a:lnTo>
                  <a:pt x="51660" y="6643"/>
                </a:lnTo>
                <a:lnTo>
                  <a:pt x="84582" y="0"/>
                </a:lnTo>
                <a:lnTo>
                  <a:pt x="5127498" y="0"/>
                </a:lnTo>
                <a:lnTo>
                  <a:pt x="5160430" y="6643"/>
                </a:lnTo>
                <a:lnTo>
                  <a:pt x="5187315" y="24765"/>
                </a:lnTo>
                <a:lnTo>
                  <a:pt x="5205436" y="51649"/>
                </a:lnTo>
                <a:lnTo>
                  <a:pt x="5212080" y="84582"/>
                </a:lnTo>
                <a:lnTo>
                  <a:pt x="5212080" y="422910"/>
                </a:lnTo>
                <a:lnTo>
                  <a:pt x="5205436" y="455831"/>
                </a:lnTo>
                <a:lnTo>
                  <a:pt x="5187315" y="482717"/>
                </a:lnTo>
                <a:lnTo>
                  <a:pt x="5160430" y="500844"/>
                </a:lnTo>
                <a:lnTo>
                  <a:pt x="5127498" y="507492"/>
                </a:lnTo>
                <a:lnTo>
                  <a:pt x="84582" y="507492"/>
                </a:lnTo>
                <a:lnTo>
                  <a:pt x="51660" y="500844"/>
                </a:lnTo>
                <a:lnTo>
                  <a:pt x="24774" y="482717"/>
                </a:lnTo>
                <a:lnTo>
                  <a:pt x="6647" y="455831"/>
                </a:lnTo>
                <a:lnTo>
                  <a:pt x="0" y="422910"/>
                </a:lnTo>
                <a:lnTo>
                  <a:pt x="0" y="84582"/>
                </a:lnTo>
                <a:close/>
              </a:path>
            </a:pathLst>
          </a:custGeom>
          <a:ln w="3810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984015279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4">
            <a:extLst>
              <a:ext uri="{FF2B5EF4-FFF2-40B4-BE49-F238E27FC236}">
                <a16:creationId xmlns:a16="http://schemas.microsoft.com/office/drawing/2014/main" id="{3C1F417F-71FE-D34A-B64E-D4A7CE8FC9D4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50366" y="227424"/>
            <a:ext cx="4945634" cy="627736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000"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蛮力枚举</a:t>
            </a:r>
            <a:r>
              <a:rPr lang="en-US" altLang="zh-CN" sz="4000" spc="-40" dirty="0">
                <a:latin typeface="SimSun" panose="02010600030101010101" pitchFamily="2" charset="-122"/>
                <a:ea typeface="SimSun" panose="02010600030101010101" pitchFamily="2" charset="-122"/>
              </a:rPr>
              <a:t>-</a:t>
            </a:r>
            <a:r>
              <a:rPr lang="zh-CN" altLang="en-US" sz="4000" spc="-40" dirty="0">
                <a:latin typeface="SimSun" panose="02010600030101010101" pitchFamily="2" charset="-122"/>
                <a:ea typeface="SimSun" panose="02010600030101010101" pitchFamily="2" charset="-122"/>
              </a:rPr>
              <a:t>复杂度</a:t>
            </a:r>
            <a:endParaRPr sz="4000" spc="-6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sp>
        <p:nvSpPr>
          <p:cNvPr id="4" name="object 2">
            <a:extLst>
              <a:ext uri="{FF2B5EF4-FFF2-40B4-BE49-F238E27FC236}">
                <a16:creationId xmlns:a16="http://schemas.microsoft.com/office/drawing/2014/main" id="{C7A29544-81E5-6744-80D1-094782BF3459}"/>
              </a:ext>
            </a:extLst>
          </p:cNvPr>
          <p:cNvSpPr txBox="1"/>
          <p:nvPr/>
        </p:nvSpPr>
        <p:spPr>
          <a:xfrm>
            <a:off x="293226" y="998386"/>
            <a:ext cx="3339465" cy="988060"/>
          </a:xfrm>
          <a:prstGeom prst="rect">
            <a:avLst/>
          </a:prstGeom>
        </p:spPr>
        <p:txBody>
          <a:bodyPr vert="horz" wrap="square" lIns="0" tIns="104139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819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2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递归树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  <a:p>
            <a:pPr marL="704215" lvl="1" indent="-347980">
              <a:lnSpc>
                <a:spcPct val="100000"/>
              </a:lnSpc>
              <a:spcBef>
                <a:spcPts val="615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704215" algn="l"/>
                <a:tab pos="704850" algn="l"/>
              </a:tabLst>
            </a:pPr>
            <a:r>
              <a:rPr sz="240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例：商品体积均为</a:t>
            </a:r>
            <a:r>
              <a:rPr sz="2400" spc="-50" dirty="0">
                <a:latin typeface="SimSun" panose="02010600030101010101" pitchFamily="2" charset="-122"/>
                <a:ea typeface="SimSun" panose="02010600030101010101" pitchFamily="2" charset="-122"/>
                <a:cs typeface="Cambria Math"/>
              </a:rPr>
              <a:t>𝒗</a:t>
            </a:r>
            <a:endParaRPr sz="2400" dirty="0">
              <a:latin typeface="SimSun" panose="02010600030101010101" pitchFamily="2" charset="-122"/>
              <a:ea typeface="SimSun" panose="02010600030101010101" pitchFamily="2" charset="-122"/>
              <a:cs typeface="Cambria Math"/>
            </a:endParaRPr>
          </a:p>
        </p:txBody>
      </p:sp>
      <p:sp>
        <p:nvSpPr>
          <p:cNvPr id="5" name="object 3">
            <a:extLst>
              <a:ext uri="{FF2B5EF4-FFF2-40B4-BE49-F238E27FC236}">
                <a16:creationId xmlns:a16="http://schemas.microsoft.com/office/drawing/2014/main" id="{4E5F5169-AD4E-1445-AC6C-F94019C491DE}"/>
              </a:ext>
            </a:extLst>
          </p:cNvPr>
          <p:cNvSpPr txBox="1"/>
          <p:nvPr/>
        </p:nvSpPr>
        <p:spPr>
          <a:xfrm>
            <a:off x="662940" y="5938968"/>
            <a:ext cx="4739005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80365" algn="l"/>
                <a:tab pos="381000" algn="l"/>
              </a:tabLst>
            </a:pPr>
            <a:r>
              <a:rPr sz="2800" spc="75">
                <a:latin typeface="PMingLiU"/>
                <a:cs typeface="PMingLiU"/>
              </a:rPr>
              <a:t>重复求解大量子问题</a:t>
            </a:r>
            <a:r>
              <a:rPr sz="2800">
                <a:solidFill>
                  <a:srgbClr val="FF0000"/>
                </a:solidFill>
                <a:latin typeface="Cambria Math"/>
                <a:cs typeface="Cambria Math"/>
              </a:rPr>
              <a:t>𝑶(𝟐</a:t>
            </a:r>
            <a:r>
              <a:rPr sz="3075" baseline="28455">
                <a:solidFill>
                  <a:srgbClr val="FF0000"/>
                </a:solidFill>
                <a:latin typeface="Cambria Math"/>
                <a:cs typeface="Cambria Math"/>
              </a:rPr>
              <a:t>𝒏</a:t>
            </a:r>
            <a:r>
              <a:rPr sz="3075" spc="382" baseline="28455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2800" spc="-50">
                <a:solidFill>
                  <a:srgbClr val="FF0000"/>
                </a:solidFill>
                <a:latin typeface="Cambria Math"/>
                <a:cs typeface="Cambria Math"/>
              </a:rPr>
              <a:t>)</a:t>
            </a:r>
            <a:endParaRPr sz="2800">
              <a:latin typeface="Cambria Math"/>
              <a:cs typeface="Cambria Math"/>
            </a:endParaRPr>
          </a:p>
        </p:txBody>
      </p:sp>
      <p:sp>
        <p:nvSpPr>
          <p:cNvPr id="7" name="object 5">
            <a:extLst>
              <a:ext uri="{FF2B5EF4-FFF2-40B4-BE49-F238E27FC236}">
                <a16:creationId xmlns:a16="http://schemas.microsoft.com/office/drawing/2014/main" id="{B9860651-ECCB-CF47-8BA4-BE215827D5B4}"/>
              </a:ext>
            </a:extLst>
          </p:cNvPr>
          <p:cNvSpPr txBox="1"/>
          <p:nvPr/>
        </p:nvSpPr>
        <p:spPr>
          <a:xfrm>
            <a:off x="5960871" y="5892118"/>
            <a:ext cx="3331845" cy="534121"/>
          </a:xfrm>
          <a:prstGeom prst="rect">
            <a:avLst/>
          </a:prstGeom>
          <a:ln w="38100">
            <a:solidFill>
              <a:srgbClr val="FF0000"/>
            </a:solidFill>
          </a:ln>
        </p:spPr>
        <p:txBody>
          <a:bodyPr vert="horz" wrap="square" lIns="0" tIns="102235" rIns="0" bIns="0" rtlCol="0">
            <a:spAutoFit/>
          </a:bodyPr>
          <a:lstStyle/>
          <a:p>
            <a:pPr marL="635" algn="ctr">
              <a:lnSpc>
                <a:spcPct val="100000"/>
              </a:lnSpc>
              <a:spcBef>
                <a:spcPts val="805"/>
              </a:spcBef>
            </a:pPr>
            <a:r>
              <a:rPr sz="2800" spc="-10">
                <a:latin typeface="PMingLiU"/>
                <a:cs typeface="PMingLiU"/>
              </a:rPr>
              <a:t>问题：如何优化？</a:t>
            </a:r>
            <a:endParaRPr sz="2800">
              <a:latin typeface="PMingLiU"/>
              <a:cs typeface="PMingLiU"/>
            </a:endParaRPr>
          </a:p>
        </p:txBody>
      </p:sp>
      <p:sp>
        <p:nvSpPr>
          <p:cNvPr id="8" name="object 6">
            <a:extLst>
              <a:ext uri="{FF2B5EF4-FFF2-40B4-BE49-F238E27FC236}">
                <a16:creationId xmlns:a16="http://schemas.microsoft.com/office/drawing/2014/main" id="{B1360D69-B3F9-8648-92BB-20D01E6F652B}"/>
              </a:ext>
            </a:extLst>
          </p:cNvPr>
          <p:cNvSpPr/>
          <p:nvPr/>
        </p:nvSpPr>
        <p:spPr>
          <a:xfrm>
            <a:off x="5175884" y="885063"/>
            <a:ext cx="1472565" cy="525780"/>
          </a:xfrm>
          <a:custGeom>
            <a:avLst/>
            <a:gdLst/>
            <a:ahLst/>
            <a:cxnLst/>
            <a:rect l="l" t="t" r="r" b="b"/>
            <a:pathLst>
              <a:path w="1472565" h="525780">
                <a:moveTo>
                  <a:pt x="0" y="87629"/>
                </a:moveTo>
                <a:lnTo>
                  <a:pt x="6887" y="53524"/>
                </a:lnTo>
                <a:lnTo>
                  <a:pt x="25669" y="25669"/>
                </a:lnTo>
                <a:lnTo>
                  <a:pt x="53524" y="6887"/>
                </a:lnTo>
                <a:lnTo>
                  <a:pt x="87629" y="0"/>
                </a:lnTo>
                <a:lnTo>
                  <a:pt x="1384554" y="0"/>
                </a:lnTo>
                <a:lnTo>
                  <a:pt x="1418659" y="6887"/>
                </a:lnTo>
                <a:lnTo>
                  <a:pt x="1446514" y="25669"/>
                </a:lnTo>
                <a:lnTo>
                  <a:pt x="1465296" y="53524"/>
                </a:lnTo>
                <a:lnTo>
                  <a:pt x="1472184" y="87629"/>
                </a:lnTo>
                <a:lnTo>
                  <a:pt x="1472184" y="438150"/>
                </a:lnTo>
                <a:lnTo>
                  <a:pt x="1465296" y="472255"/>
                </a:lnTo>
                <a:lnTo>
                  <a:pt x="1446514" y="500110"/>
                </a:lnTo>
                <a:lnTo>
                  <a:pt x="1418659" y="518892"/>
                </a:lnTo>
                <a:lnTo>
                  <a:pt x="1384554" y="525779"/>
                </a:lnTo>
                <a:lnTo>
                  <a:pt x="87629" y="525779"/>
                </a:lnTo>
                <a:lnTo>
                  <a:pt x="53524" y="518892"/>
                </a:lnTo>
                <a:lnTo>
                  <a:pt x="25669" y="500110"/>
                </a:lnTo>
                <a:lnTo>
                  <a:pt x="6887" y="472255"/>
                </a:lnTo>
                <a:lnTo>
                  <a:pt x="0" y="438150"/>
                </a:lnTo>
                <a:lnTo>
                  <a:pt x="0" y="87629"/>
                </a:lnTo>
                <a:close/>
              </a:path>
            </a:pathLst>
          </a:custGeom>
          <a:ln w="190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7">
            <a:extLst>
              <a:ext uri="{FF2B5EF4-FFF2-40B4-BE49-F238E27FC236}">
                <a16:creationId xmlns:a16="http://schemas.microsoft.com/office/drawing/2014/main" id="{3FB07BD7-F3DC-CC48-89B7-A8AF989E4195}"/>
              </a:ext>
            </a:extLst>
          </p:cNvPr>
          <p:cNvSpPr txBox="1"/>
          <p:nvPr/>
        </p:nvSpPr>
        <p:spPr>
          <a:xfrm>
            <a:off x="5606288" y="998474"/>
            <a:ext cx="559435" cy="2844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700" spc="-20">
                <a:latin typeface="Cambria Math"/>
                <a:cs typeface="Cambria Math"/>
              </a:rPr>
              <a:t>(𝒏,</a:t>
            </a:r>
            <a:r>
              <a:rPr sz="1700" spc="-70">
                <a:latin typeface="Cambria Math"/>
                <a:cs typeface="Cambria Math"/>
              </a:rPr>
              <a:t> </a:t>
            </a:r>
            <a:r>
              <a:rPr sz="1700" spc="-25">
                <a:latin typeface="Cambria Math"/>
                <a:cs typeface="Cambria Math"/>
              </a:rPr>
              <a:t>𝑪)</a:t>
            </a:r>
            <a:endParaRPr sz="1700">
              <a:latin typeface="Cambria Math"/>
              <a:cs typeface="Cambria Math"/>
            </a:endParaRPr>
          </a:p>
        </p:txBody>
      </p:sp>
      <p:sp>
        <p:nvSpPr>
          <p:cNvPr id="10" name="object 8">
            <a:extLst>
              <a:ext uri="{FF2B5EF4-FFF2-40B4-BE49-F238E27FC236}">
                <a16:creationId xmlns:a16="http://schemas.microsoft.com/office/drawing/2014/main" id="{666EF2D5-8A7E-524A-89D1-519C2DEA7835}"/>
              </a:ext>
            </a:extLst>
          </p:cNvPr>
          <p:cNvSpPr/>
          <p:nvPr/>
        </p:nvSpPr>
        <p:spPr>
          <a:xfrm>
            <a:off x="3890390" y="1955673"/>
            <a:ext cx="1472565" cy="525145"/>
          </a:xfrm>
          <a:custGeom>
            <a:avLst/>
            <a:gdLst/>
            <a:ahLst/>
            <a:cxnLst/>
            <a:rect l="l" t="t" r="r" b="b"/>
            <a:pathLst>
              <a:path w="1472564" h="525144">
                <a:moveTo>
                  <a:pt x="0" y="87502"/>
                </a:moveTo>
                <a:lnTo>
                  <a:pt x="6867" y="53417"/>
                </a:lnTo>
                <a:lnTo>
                  <a:pt x="25606" y="25606"/>
                </a:lnTo>
                <a:lnTo>
                  <a:pt x="53417" y="6867"/>
                </a:lnTo>
                <a:lnTo>
                  <a:pt x="87503" y="0"/>
                </a:lnTo>
                <a:lnTo>
                  <a:pt x="1384681" y="0"/>
                </a:lnTo>
                <a:lnTo>
                  <a:pt x="1418766" y="6867"/>
                </a:lnTo>
                <a:lnTo>
                  <a:pt x="1446577" y="25606"/>
                </a:lnTo>
                <a:lnTo>
                  <a:pt x="1465316" y="53417"/>
                </a:lnTo>
                <a:lnTo>
                  <a:pt x="1472184" y="87502"/>
                </a:lnTo>
                <a:lnTo>
                  <a:pt x="1472184" y="437514"/>
                </a:lnTo>
                <a:lnTo>
                  <a:pt x="1465316" y="471600"/>
                </a:lnTo>
                <a:lnTo>
                  <a:pt x="1446577" y="499411"/>
                </a:lnTo>
                <a:lnTo>
                  <a:pt x="1418766" y="518150"/>
                </a:lnTo>
                <a:lnTo>
                  <a:pt x="1384681" y="525017"/>
                </a:lnTo>
                <a:lnTo>
                  <a:pt x="87503" y="525017"/>
                </a:lnTo>
                <a:lnTo>
                  <a:pt x="53417" y="518150"/>
                </a:lnTo>
                <a:lnTo>
                  <a:pt x="25606" y="499411"/>
                </a:lnTo>
                <a:lnTo>
                  <a:pt x="6867" y="471600"/>
                </a:lnTo>
                <a:lnTo>
                  <a:pt x="0" y="437514"/>
                </a:lnTo>
                <a:lnTo>
                  <a:pt x="0" y="87502"/>
                </a:lnTo>
                <a:close/>
              </a:path>
            </a:pathLst>
          </a:custGeom>
          <a:ln w="190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9">
            <a:extLst>
              <a:ext uri="{FF2B5EF4-FFF2-40B4-BE49-F238E27FC236}">
                <a16:creationId xmlns:a16="http://schemas.microsoft.com/office/drawing/2014/main" id="{A87BD25F-D0D3-C94D-AB89-CEFF6271A96E}"/>
              </a:ext>
            </a:extLst>
          </p:cNvPr>
          <p:cNvSpPr txBox="1"/>
          <p:nvPr/>
        </p:nvSpPr>
        <p:spPr>
          <a:xfrm>
            <a:off x="3932682" y="2068830"/>
            <a:ext cx="1333500" cy="2844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700">
                <a:latin typeface="Cambria Math"/>
                <a:cs typeface="Cambria Math"/>
              </a:rPr>
              <a:t>(𝒏</a:t>
            </a:r>
            <a:r>
              <a:rPr sz="1700" spc="-25">
                <a:latin typeface="Cambria Math"/>
                <a:cs typeface="Cambria Math"/>
              </a:rPr>
              <a:t> </a:t>
            </a:r>
            <a:r>
              <a:rPr sz="1700">
                <a:latin typeface="Cambria Math"/>
                <a:cs typeface="Cambria Math"/>
              </a:rPr>
              <a:t>− </a:t>
            </a:r>
            <a:r>
              <a:rPr sz="1700" spc="-10">
                <a:latin typeface="Cambria Math"/>
                <a:cs typeface="Cambria Math"/>
              </a:rPr>
              <a:t>𝟏,</a:t>
            </a:r>
            <a:r>
              <a:rPr sz="1700" spc="-95">
                <a:latin typeface="Cambria Math"/>
                <a:cs typeface="Cambria Math"/>
              </a:rPr>
              <a:t> </a:t>
            </a:r>
            <a:r>
              <a:rPr sz="1700">
                <a:latin typeface="Cambria Math"/>
                <a:cs typeface="Cambria Math"/>
              </a:rPr>
              <a:t>𝑪</a:t>
            </a:r>
            <a:r>
              <a:rPr sz="1700" spc="-15">
                <a:latin typeface="Cambria Math"/>
                <a:cs typeface="Cambria Math"/>
              </a:rPr>
              <a:t> </a:t>
            </a:r>
            <a:r>
              <a:rPr sz="1700">
                <a:latin typeface="Cambria Math"/>
                <a:cs typeface="Cambria Math"/>
              </a:rPr>
              <a:t>−</a:t>
            </a:r>
            <a:r>
              <a:rPr sz="1700" spc="-5">
                <a:latin typeface="Cambria Math"/>
                <a:cs typeface="Cambria Math"/>
              </a:rPr>
              <a:t> </a:t>
            </a:r>
            <a:r>
              <a:rPr sz="1700" spc="-25">
                <a:latin typeface="Cambria Math"/>
                <a:cs typeface="Cambria Math"/>
              </a:rPr>
              <a:t>𝒗)</a:t>
            </a:r>
            <a:endParaRPr sz="1700">
              <a:latin typeface="Cambria Math"/>
              <a:cs typeface="Cambria Math"/>
            </a:endParaRPr>
          </a:p>
        </p:txBody>
      </p:sp>
      <p:sp>
        <p:nvSpPr>
          <p:cNvPr id="12" name="object 10">
            <a:extLst>
              <a:ext uri="{FF2B5EF4-FFF2-40B4-BE49-F238E27FC236}">
                <a16:creationId xmlns:a16="http://schemas.microsoft.com/office/drawing/2014/main" id="{8B66ADF6-9F4B-0845-B3D4-04B4FB173E7A}"/>
              </a:ext>
            </a:extLst>
          </p:cNvPr>
          <p:cNvSpPr/>
          <p:nvPr/>
        </p:nvSpPr>
        <p:spPr>
          <a:xfrm>
            <a:off x="6390513" y="1973198"/>
            <a:ext cx="1472565" cy="525780"/>
          </a:xfrm>
          <a:custGeom>
            <a:avLst/>
            <a:gdLst/>
            <a:ahLst/>
            <a:cxnLst/>
            <a:rect l="l" t="t" r="r" b="b"/>
            <a:pathLst>
              <a:path w="1472565" h="525780">
                <a:moveTo>
                  <a:pt x="0" y="87629"/>
                </a:moveTo>
                <a:lnTo>
                  <a:pt x="6887" y="53524"/>
                </a:lnTo>
                <a:lnTo>
                  <a:pt x="25669" y="25669"/>
                </a:lnTo>
                <a:lnTo>
                  <a:pt x="53524" y="6887"/>
                </a:lnTo>
                <a:lnTo>
                  <a:pt x="87629" y="0"/>
                </a:lnTo>
                <a:lnTo>
                  <a:pt x="1384554" y="0"/>
                </a:lnTo>
                <a:lnTo>
                  <a:pt x="1418659" y="6887"/>
                </a:lnTo>
                <a:lnTo>
                  <a:pt x="1446514" y="25669"/>
                </a:lnTo>
                <a:lnTo>
                  <a:pt x="1465296" y="53524"/>
                </a:lnTo>
                <a:lnTo>
                  <a:pt x="1472184" y="87629"/>
                </a:lnTo>
                <a:lnTo>
                  <a:pt x="1472184" y="438150"/>
                </a:lnTo>
                <a:lnTo>
                  <a:pt x="1465296" y="472255"/>
                </a:lnTo>
                <a:lnTo>
                  <a:pt x="1446514" y="500110"/>
                </a:lnTo>
                <a:lnTo>
                  <a:pt x="1418659" y="518892"/>
                </a:lnTo>
                <a:lnTo>
                  <a:pt x="1384554" y="525779"/>
                </a:lnTo>
                <a:lnTo>
                  <a:pt x="87629" y="525779"/>
                </a:lnTo>
                <a:lnTo>
                  <a:pt x="53524" y="518892"/>
                </a:lnTo>
                <a:lnTo>
                  <a:pt x="25669" y="500110"/>
                </a:lnTo>
                <a:lnTo>
                  <a:pt x="6887" y="472255"/>
                </a:lnTo>
                <a:lnTo>
                  <a:pt x="0" y="438150"/>
                </a:lnTo>
                <a:lnTo>
                  <a:pt x="0" y="87629"/>
                </a:lnTo>
                <a:close/>
              </a:path>
            </a:pathLst>
          </a:custGeom>
          <a:ln w="190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1">
            <a:extLst>
              <a:ext uri="{FF2B5EF4-FFF2-40B4-BE49-F238E27FC236}">
                <a16:creationId xmlns:a16="http://schemas.microsoft.com/office/drawing/2014/main" id="{D0E44501-A1C4-594B-899A-934FEC9C761B}"/>
              </a:ext>
            </a:extLst>
          </p:cNvPr>
          <p:cNvSpPr txBox="1"/>
          <p:nvPr/>
        </p:nvSpPr>
        <p:spPr>
          <a:xfrm>
            <a:off x="6627114" y="2086863"/>
            <a:ext cx="946785" cy="2844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700">
                <a:latin typeface="Cambria Math"/>
                <a:cs typeface="Cambria Math"/>
              </a:rPr>
              <a:t>(𝒏</a:t>
            </a:r>
            <a:r>
              <a:rPr sz="1700" spc="-25">
                <a:latin typeface="Cambria Math"/>
                <a:cs typeface="Cambria Math"/>
              </a:rPr>
              <a:t> </a:t>
            </a:r>
            <a:r>
              <a:rPr sz="1700">
                <a:latin typeface="Cambria Math"/>
                <a:cs typeface="Cambria Math"/>
              </a:rPr>
              <a:t>− </a:t>
            </a:r>
            <a:r>
              <a:rPr sz="1700" spc="-10">
                <a:latin typeface="Cambria Math"/>
                <a:cs typeface="Cambria Math"/>
              </a:rPr>
              <a:t>𝟏,</a:t>
            </a:r>
            <a:r>
              <a:rPr sz="1700" spc="-95">
                <a:latin typeface="Cambria Math"/>
                <a:cs typeface="Cambria Math"/>
              </a:rPr>
              <a:t> </a:t>
            </a:r>
            <a:r>
              <a:rPr sz="1700" spc="-25">
                <a:latin typeface="Cambria Math"/>
                <a:cs typeface="Cambria Math"/>
              </a:rPr>
              <a:t>𝑪)</a:t>
            </a:r>
            <a:endParaRPr sz="1700">
              <a:latin typeface="Cambria Math"/>
              <a:cs typeface="Cambria Math"/>
            </a:endParaRPr>
          </a:p>
        </p:txBody>
      </p:sp>
      <p:grpSp>
        <p:nvGrpSpPr>
          <p:cNvPr id="14" name="object 12">
            <a:extLst>
              <a:ext uri="{FF2B5EF4-FFF2-40B4-BE49-F238E27FC236}">
                <a16:creationId xmlns:a16="http://schemas.microsoft.com/office/drawing/2014/main" id="{A7534F5B-B1BF-F84B-BCDB-52346DB0ABC0}"/>
              </a:ext>
            </a:extLst>
          </p:cNvPr>
          <p:cNvGrpSpPr/>
          <p:nvPr/>
        </p:nvGrpSpPr>
        <p:grpSpPr>
          <a:xfrm>
            <a:off x="2372867" y="3092957"/>
            <a:ext cx="3483610" cy="544830"/>
            <a:chOff x="2372867" y="3092957"/>
            <a:chExt cx="3483610" cy="544830"/>
          </a:xfrm>
        </p:grpSpPr>
        <p:sp>
          <p:nvSpPr>
            <p:cNvPr id="15" name="object 13">
              <a:extLst>
                <a:ext uri="{FF2B5EF4-FFF2-40B4-BE49-F238E27FC236}">
                  <a16:creationId xmlns:a16="http://schemas.microsoft.com/office/drawing/2014/main" id="{C0FEBD86-A98E-BD41-9609-0C566E8F2A64}"/>
                </a:ext>
              </a:extLst>
            </p:cNvPr>
            <p:cNvSpPr/>
            <p:nvPr/>
          </p:nvSpPr>
          <p:spPr>
            <a:xfrm>
              <a:off x="2382392" y="3102482"/>
              <a:ext cx="1471930" cy="525780"/>
            </a:xfrm>
            <a:custGeom>
              <a:avLst/>
              <a:gdLst/>
              <a:ahLst/>
              <a:cxnLst/>
              <a:rect l="l" t="t" r="r" b="b"/>
              <a:pathLst>
                <a:path w="1471929" h="525779">
                  <a:moveTo>
                    <a:pt x="0" y="87629"/>
                  </a:moveTo>
                  <a:lnTo>
                    <a:pt x="6887" y="53524"/>
                  </a:lnTo>
                  <a:lnTo>
                    <a:pt x="25669" y="25669"/>
                  </a:lnTo>
                  <a:lnTo>
                    <a:pt x="53524" y="6887"/>
                  </a:lnTo>
                  <a:lnTo>
                    <a:pt x="87630" y="0"/>
                  </a:lnTo>
                  <a:lnTo>
                    <a:pt x="1383792" y="0"/>
                  </a:lnTo>
                  <a:lnTo>
                    <a:pt x="1417897" y="6887"/>
                  </a:lnTo>
                  <a:lnTo>
                    <a:pt x="1445752" y="25669"/>
                  </a:lnTo>
                  <a:lnTo>
                    <a:pt x="1464534" y="53524"/>
                  </a:lnTo>
                  <a:lnTo>
                    <a:pt x="1471421" y="87629"/>
                  </a:lnTo>
                  <a:lnTo>
                    <a:pt x="1471421" y="438150"/>
                  </a:lnTo>
                  <a:lnTo>
                    <a:pt x="1464534" y="472255"/>
                  </a:lnTo>
                  <a:lnTo>
                    <a:pt x="1445752" y="500110"/>
                  </a:lnTo>
                  <a:lnTo>
                    <a:pt x="1417897" y="518892"/>
                  </a:lnTo>
                  <a:lnTo>
                    <a:pt x="1383792" y="525779"/>
                  </a:lnTo>
                  <a:lnTo>
                    <a:pt x="87630" y="525779"/>
                  </a:lnTo>
                  <a:lnTo>
                    <a:pt x="53524" y="518892"/>
                  </a:lnTo>
                  <a:lnTo>
                    <a:pt x="25669" y="500110"/>
                  </a:lnTo>
                  <a:lnTo>
                    <a:pt x="6887" y="472255"/>
                  </a:lnTo>
                  <a:lnTo>
                    <a:pt x="0" y="438150"/>
                  </a:lnTo>
                  <a:lnTo>
                    <a:pt x="0" y="87629"/>
                  </a:lnTo>
                  <a:close/>
                </a:path>
              </a:pathLst>
            </a:custGeom>
            <a:ln w="190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4">
              <a:extLst>
                <a:ext uri="{FF2B5EF4-FFF2-40B4-BE49-F238E27FC236}">
                  <a16:creationId xmlns:a16="http://schemas.microsoft.com/office/drawing/2014/main" id="{1D49F4E6-CE47-024D-8CE6-183A91A90520}"/>
                </a:ext>
              </a:extLst>
            </p:cNvPr>
            <p:cNvSpPr/>
            <p:nvPr/>
          </p:nvSpPr>
          <p:spPr>
            <a:xfrm>
              <a:off x="4374260" y="3102482"/>
              <a:ext cx="1472565" cy="525780"/>
            </a:xfrm>
            <a:custGeom>
              <a:avLst/>
              <a:gdLst/>
              <a:ahLst/>
              <a:cxnLst/>
              <a:rect l="l" t="t" r="r" b="b"/>
              <a:pathLst>
                <a:path w="1472564" h="525779">
                  <a:moveTo>
                    <a:pt x="1384553" y="0"/>
                  </a:moveTo>
                  <a:lnTo>
                    <a:pt x="87629" y="0"/>
                  </a:lnTo>
                  <a:lnTo>
                    <a:pt x="53524" y="6887"/>
                  </a:lnTo>
                  <a:lnTo>
                    <a:pt x="25669" y="25669"/>
                  </a:lnTo>
                  <a:lnTo>
                    <a:pt x="6887" y="53524"/>
                  </a:lnTo>
                  <a:lnTo>
                    <a:pt x="0" y="87629"/>
                  </a:lnTo>
                  <a:lnTo>
                    <a:pt x="0" y="438150"/>
                  </a:lnTo>
                  <a:lnTo>
                    <a:pt x="6887" y="472255"/>
                  </a:lnTo>
                  <a:lnTo>
                    <a:pt x="25669" y="500110"/>
                  </a:lnTo>
                  <a:lnTo>
                    <a:pt x="53524" y="518892"/>
                  </a:lnTo>
                  <a:lnTo>
                    <a:pt x="87629" y="525779"/>
                  </a:lnTo>
                  <a:lnTo>
                    <a:pt x="1384553" y="525779"/>
                  </a:lnTo>
                  <a:lnTo>
                    <a:pt x="1418659" y="518892"/>
                  </a:lnTo>
                  <a:lnTo>
                    <a:pt x="1446514" y="500110"/>
                  </a:lnTo>
                  <a:lnTo>
                    <a:pt x="1465296" y="472255"/>
                  </a:lnTo>
                  <a:lnTo>
                    <a:pt x="1472184" y="438150"/>
                  </a:lnTo>
                  <a:lnTo>
                    <a:pt x="1472184" y="87629"/>
                  </a:lnTo>
                  <a:lnTo>
                    <a:pt x="1465296" y="53524"/>
                  </a:lnTo>
                  <a:lnTo>
                    <a:pt x="1446514" y="25669"/>
                  </a:lnTo>
                  <a:lnTo>
                    <a:pt x="1418659" y="6887"/>
                  </a:lnTo>
                  <a:lnTo>
                    <a:pt x="1384553" y="0"/>
                  </a:lnTo>
                  <a:close/>
                </a:path>
              </a:pathLst>
            </a:custGeom>
            <a:solidFill>
              <a:srgbClr val="FF92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5">
              <a:extLst>
                <a:ext uri="{FF2B5EF4-FFF2-40B4-BE49-F238E27FC236}">
                  <a16:creationId xmlns:a16="http://schemas.microsoft.com/office/drawing/2014/main" id="{98F0B686-3476-ED44-9321-4B94330CDCCF}"/>
                </a:ext>
              </a:extLst>
            </p:cNvPr>
            <p:cNvSpPr/>
            <p:nvPr/>
          </p:nvSpPr>
          <p:spPr>
            <a:xfrm>
              <a:off x="4374260" y="3102482"/>
              <a:ext cx="1472565" cy="525780"/>
            </a:xfrm>
            <a:custGeom>
              <a:avLst/>
              <a:gdLst/>
              <a:ahLst/>
              <a:cxnLst/>
              <a:rect l="l" t="t" r="r" b="b"/>
              <a:pathLst>
                <a:path w="1472564" h="525779">
                  <a:moveTo>
                    <a:pt x="0" y="87629"/>
                  </a:moveTo>
                  <a:lnTo>
                    <a:pt x="6887" y="53524"/>
                  </a:lnTo>
                  <a:lnTo>
                    <a:pt x="25669" y="25669"/>
                  </a:lnTo>
                  <a:lnTo>
                    <a:pt x="53524" y="6887"/>
                  </a:lnTo>
                  <a:lnTo>
                    <a:pt x="87629" y="0"/>
                  </a:lnTo>
                  <a:lnTo>
                    <a:pt x="1384553" y="0"/>
                  </a:lnTo>
                  <a:lnTo>
                    <a:pt x="1418659" y="6887"/>
                  </a:lnTo>
                  <a:lnTo>
                    <a:pt x="1446514" y="25669"/>
                  </a:lnTo>
                  <a:lnTo>
                    <a:pt x="1465296" y="53524"/>
                  </a:lnTo>
                  <a:lnTo>
                    <a:pt x="1472184" y="87629"/>
                  </a:lnTo>
                  <a:lnTo>
                    <a:pt x="1472184" y="438150"/>
                  </a:lnTo>
                  <a:lnTo>
                    <a:pt x="1465296" y="472255"/>
                  </a:lnTo>
                  <a:lnTo>
                    <a:pt x="1446514" y="500110"/>
                  </a:lnTo>
                  <a:lnTo>
                    <a:pt x="1418659" y="518892"/>
                  </a:lnTo>
                  <a:lnTo>
                    <a:pt x="1384553" y="525779"/>
                  </a:lnTo>
                  <a:lnTo>
                    <a:pt x="87629" y="525779"/>
                  </a:lnTo>
                  <a:lnTo>
                    <a:pt x="53524" y="518892"/>
                  </a:lnTo>
                  <a:lnTo>
                    <a:pt x="25669" y="500110"/>
                  </a:lnTo>
                  <a:lnTo>
                    <a:pt x="6887" y="472255"/>
                  </a:lnTo>
                  <a:lnTo>
                    <a:pt x="0" y="438150"/>
                  </a:lnTo>
                  <a:lnTo>
                    <a:pt x="0" y="87629"/>
                  </a:lnTo>
                  <a:close/>
                </a:path>
              </a:pathLst>
            </a:custGeom>
            <a:ln w="190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6">
            <a:extLst>
              <a:ext uri="{FF2B5EF4-FFF2-40B4-BE49-F238E27FC236}">
                <a16:creationId xmlns:a16="http://schemas.microsoft.com/office/drawing/2014/main" id="{55C6EB60-1515-124A-AFA0-C199BCBBD30E}"/>
              </a:ext>
            </a:extLst>
          </p:cNvPr>
          <p:cNvSpPr txBox="1"/>
          <p:nvPr/>
        </p:nvSpPr>
        <p:spPr>
          <a:xfrm>
            <a:off x="4416805" y="3216148"/>
            <a:ext cx="1333500" cy="2844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(𝒏</a:t>
            </a:r>
            <a:r>
              <a:rPr sz="1700" spc="-2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− </a:t>
            </a:r>
            <a:r>
              <a:rPr sz="1700" spc="-10">
                <a:solidFill>
                  <a:srgbClr val="FFFFFF"/>
                </a:solidFill>
                <a:latin typeface="Cambria Math"/>
                <a:cs typeface="Cambria Math"/>
              </a:rPr>
              <a:t>𝟐,</a:t>
            </a:r>
            <a:r>
              <a:rPr sz="1700" spc="-9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𝑪</a:t>
            </a:r>
            <a:r>
              <a:rPr sz="1700" spc="-1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−</a:t>
            </a:r>
            <a:r>
              <a:rPr sz="1700" spc="-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 spc="-25">
                <a:solidFill>
                  <a:srgbClr val="FFFFFF"/>
                </a:solidFill>
                <a:latin typeface="Cambria Math"/>
                <a:cs typeface="Cambria Math"/>
              </a:rPr>
              <a:t>𝒗)</a:t>
            </a:r>
            <a:endParaRPr sz="1700">
              <a:latin typeface="Cambria Math"/>
              <a:cs typeface="Cambria Math"/>
            </a:endParaRPr>
          </a:p>
        </p:txBody>
      </p:sp>
      <p:grpSp>
        <p:nvGrpSpPr>
          <p:cNvPr id="19" name="object 17">
            <a:extLst>
              <a:ext uri="{FF2B5EF4-FFF2-40B4-BE49-F238E27FC236}">
                <a16:creationId xmlns:a16="http://schemas.microsoft.com/office/drawing/2014/main" id="{56544B5B-4A6D-9547-83C5-A4C8AD80B972}"/>
              </a:ext>
            </a:extLst>
          </p:cNvPr>
          <p:cNvGrpSpPr/>
          <p:nvPr/>
        </p:nvGrpSpPr>
        <p:grpSpPr>
          <a:xfrm>
            <a:off x="6179058" y="3092957"/>
            <a:ext cx="1491615" cy="544830"/>
            <a:chOff x="6179058" y="3092957"/>
            <a:chExt cx="1491615" cy="544830"/>
          </a:xfrm>
        </p:grpSpPr>
        <p:sp>
          <p:nvSpPr>
            <p:cNvPr id="20" name="object 18">
              <a:extLst>
                <a:ext uri="{FF2B5EF4-FFF2-40B4-BE49-F238E27FC236}">
                  <a16:creationId xmlns:a16="http://schemas.microsoft.com/office/drawing/2014/main" id="{E222951F-2844-A241-8EFB-514ADCD0ED79}"/>
                </a:ext>
              </a:extLst>
            </p:cNvPr>
            <p:cNvSpPr/>
            <p:nvPr/>
          </p:nvSpPr>
          <p:spPr>
            <a:xfrm>
              <a:off x="6188583" y="3102482"/>
              <a:ext cx="1472565" cy="525780"/>
            </a:xfrm>
            <a:custGeom>
              <a:avLst/>
              <a:gdLst/>
              <a:ahLst/>
              <a:cxnLst/>
              <a:rect l="l" t="t" r="r" b="b"/>
              <a:pathLst>
                <a:path w="1472565" h="525779">
                  <a:moveTo>
                    <a:pt x="1384553" y="0"/>
                  </a:moveTo>
                  <a:lnTo>
                    <a:pt x="87629" y="0"/>
                  </a:lnTo>
                  <a:lnTo>
                    <a:pt x="53524" y="6887"/>
                  </a:lnTo>
                  <a:lnTo>
                    <a:pt x="25669" y="25669"/>
                  </a:lnTo>
                  <a:lnTo>
                    <a:pt x="6887" y="53524"/>
                  </a:lnTo>
                  <a:lnTo>
                    <a:pt x="0" y="87629"/>
                  </a:lnTo>
                  <a:lnTo>
                    <a:pt x="0" y="438150"/>
                  </a:lnTo>
                  <a:lnTo>
                    <a:pt x="6887" y="472255"/>
                  </a:lnTo>
                  <a:lnTo>
                    <a:pt x="25669" y="500110"/>
                  </a:lnTo>
                  <a:lnTo>
                    <a:pt x="53524" y="518892"/>
                  </a:lnTo>
                  <a:lnTo>
                    <a:pt x="87629" y="525779"/>
                  </a:lnTo>
                  <a:lnTo>
                    <a:pt x="1384553" y="525779"/>
                  </a:lnTo>
                  <a:lnTo>
                    <a:pt x="1418659" y="518892"/>
                  </a:lnTo>
                  <a:lnTo>
                    <a:pt x="1446514" y="500110"/>
                  </a:lnTo>
                  <a:lnTo>
                    <a:pt x="1465296" y="472255"/>
                  </a:lnTo>
                  <a:lnTo>
                    <a:pt x="1472184" y="438150"/>
                  </a:lnTo>
                  <a:lnTo>
                    <a:pt x="1472184" y="87629"/>
                  </a:lnTo>
                  <a:lnTo>
                    <a:pt x="1465296" y="53524"/>
                  </a:lnTo>
                  <a:lnTo>
                    <a:pt x="1446514" y="25669"/>
                  </a:lnTo>
                  <a:lnTo>
                    <a:pt x="1418659" y="6887"/>
                  </a:lnTo>
                  <a:lnTo>
                    <a:pt x="1384553" y="0"/>
                  </a:lnTo>
                  <a:close/>
                </a:path>
              </a:pathLst>
            </a:custGeom>
            <a:solidFill>
              <a:srgbClr val="FF92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19">
              <a:extLst>
                <a:ext uri="{FF2B5EF4-FFF2-40B4-BE49-F238E27FC236}">
                  <a16:creationId xmlns:a16="http://schemas.microsoft.com/office/drawing/2014/main" id="{521CCD22-DE3B-874A-97CA-28C9346F18E9}"/>
                </a:ext>
              </a:extLst>
            </p:cNvPr>
            <p:cNvSpPr/>
            <p:nvPr/>
          </p:nvSpPr>
          <p:spPr>
            <a:xfrm>
              <a:off x="6188583" y="3102482"/>
              <a:ext cx="1472565" cy="525780"/>
            </a:xfrm>
            <a:custGeom>
              <a:avLst/>
              <a:gdLst/>
              <a:ahLst/>
              <a:cxnLst/>
              <a:rect l="l" t="t" r="r" b="b"/>
              <a:pathLst>
                <a:path w="1472565" h="525779">
                  <a:moveTo>
                    <a:pt x="0" y="87629"/>
                  </a:moveTo>
                  <a:lnTo>
                    <a:pt x="6887" y="53524"/>
                  </a:lnTo>
                  <a:lnTo>
                    <a:pt x="25669" y="25669"/>
                  </a:lnTo>
                  <a:lnTo>
                    <a:pt x="53524" y="6887"/>
                  </a:lnTo>
                  <a:lnTo>
                    <a:pt x="87629" y="0"/>
                  </a:lnTo>
                  <a:lnTo>
                    <a:pt x="1384553" y="0"/>
                  </a:lnTo>
                  <a:lnTo>
                    <a:pt x="1418659" y="6887"/>
                  </a:lnTo>
                  <a:lnTo>
                    <a:pt x="1446514" y="25669"/>
                  </a:lnTo>
                  <a:lnTo>
                    <a:pt x="1465296" y="53524"/>
                  </a:lnTo>
                  <a:lnTo>
                    <a:pt x="1472184" y="87629"/>
                  </a:lnTo>
                  <a:lnTo>
                    <a:pt x="1472184" y="438150"/>
                  </a:lnTo>
                  <a:lnTo>
                    <a:pt x="1465296" y="472255"/>
                  </a:lnTo>
                  <a:lnTo>
                    <a:pt x="1446514" y="500110"/>
                  </a:lnTo>
                  <a:lnTo>
                    <a:pt x="1418659" y="518892"/>
                  </a:lnTo>
                  <a:lnTo>
                    <a:pt x="1384553" y="525779"/>
                  </a:lnTo>
                  <a:lnTo>
                    <a:pt x="87629" y="525779"/>
                  </a:lnTo>
                  <a:lnTo>
                    <a:pt x="53524" y="518892"/>
                  </a:lnTo>
                  <a:lnTo>
                    <a:pt x="25669" y="500110"/>
                  </a:lnTo>
                  <a:lnTo>
                    <a:pt x="6887" y="472255"/>
                  </a:lnTo>
                  <a:lnTo>
                    <a:pt x="0" y="438150"/>
                  </a:lnTo>
                  <a:lnTo>
                    <a:pt x="0" y="87629"/>
                  </a:lnTo>
                  <a:close/>
                </a:path>
              </a:pathLst>
            </a:custGeom>
            <a:ln w="190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0">
            <a:extLst>
              <a:ext uri="{FF2B5EF4-FFF2-40B4-BE49-F238E27FC236}">
                <a16:creationId xmlns:a16="http://schemas.microsoft.com/office/drawing/2014/main" id="{21122500-E6D9-B94C-8A72-3103AC83E9BF}"/>
              </a:ext>
            </a:extLst>
          </p:cNvPr>
          <p:cNvSpPr txBox="1"/>
          <p:nvPr/>
        </p:nvSpPr>
        <p:spPr>
          <a:xfrm>
            <a:off x="6231382" y="3216148"/>
            <a:ext cx="1334135" cy="2844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(𝒏</a:t>
            </a:r>
            <a:r>
              <a:rPr sz="1700" spc="-2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− </a:t>
            </a:r>
            <a:r>
              <a:rPr sz="1700" spc="-10">
                <a:solidFill>
                  <a:srgbClr val="FFFFFF"/>
                </a:solidFill>
                <a:latin typeface="Cambria Math"/>
                <a:cs typeface="Cambria Math"/>
              </a:rPr>
              <a:t>𝟐,</a:t>
            </a:r>
            <a:r>
              <a:rPr sz="1700" spc="-9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𝑪</a:t>
            </a:r>
            <a:r>
              <a:rPr sz="1700" spc="-1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−</a:t>
            </a:r>
            <a:r>
              <a:rPr sz="1700" spc="-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 spc="-25">
                <a:solidFill>
                  <a:srgbClr val="FFFFFF"/>
                </a:solidFill>
                <a:latin typeface="Cambria Math"/>
                <a:cs typeface="Cambria Math"/>
              </a:rPr>
              <a:t>𝒗)</a:t>
            </a:r>
            <a:endParaRPr sz="1700">
              <a:latin typeface="Cambria Math"/>
              <a:cs typeface="Cambria Math"/>
            </a:endParaRPr>
          </a:p>
        </p:txBody>
      </p:sp>
      <p:grpSp>
        <p:nvGrpSpPr>
          <p:cNvPr id="23" name="object 21">
            <a:extLst>
              <a:ext uri="{FF2B5EF4-FFF2-40B4-BE49-F238E27FC236}">
                <a16:creationId xmlns:a16="http://schemas.microsoft.com/office/drawing/2014/main" id="{1332DC67-BA34-FC48-9331-FFCF8ADC2237}"/>
              </a:ext>
            </a:extLst>
          </p:cNvPr>
          <p:cNvGrpSpPr/>
          <p:nvPr/>
        </p:nvGrpSpPr>
        <p:grpSpPr>
          <a:xfrm>
            <a:off x="95250" y="4331208"/>
            <a:ext cx="4502785" cy="544830"/>
            <a:chOff x="95250" y="4331208"/>
            <a:chExt cx="4502785" cy="544830"/>
          </a:xfrm>
        </p:grpSpPr>
        <p:sp>
          <p:nvSpPr>
            <p:cNvPr id="24" name="object 22">
              <a:extLst>
                <a:ext uri="{FF2B5EF4-FFF2-40B4-BE49-F238E27FC236}">
                  <a16:creationId xmlns:a16="http://schemas.microsoft.com/office/drawing/2014/main" id="{D2DC7AD3-5595-8049-8190-96528C387473}"/>
                </a:ext>
              </a:extLst>
            </p:cNvPr>
            <p:cNvSpPr/>
            <p:nvPr/>
          </p:nvSpPr>
          <p:spPr>
            <a:xfrm>
              <a:off x="104775" y="4340733"/>
              <a:ext cx="1472565" cy="525780"/>
            </a:xfrm>
            <a:custGeom>
              <a:avLst/>
              <a:gdLst/>
              <a:ahLst/>
              <a:cxnLst/>
              <a:rect l="l" t="t" r="r" b="b"/>
              <a:pathLst>
                <a:path w="1472565" h="525779">
                  <a:moveTo>
                    <a:pt x="0" y="87630"/>
                  </a:moveTo>
                  <a:lnTo>
                    <a:pt x="6885" y="53524"/>
                  </a:lnTo>
                  <a:lnTo>
                    <a:pt x="25665" y="25669"/>
                  </a:lnTo>
                  <a:lnTo>
                    <a:pt x="53519" y="6887"/>
                  </a:lnTo>
                  <a:lnTo>
                    <a:pt x="87630" y="0"/>
                  </a:lnTo>
                  <a:lnTo>
                    <a:pt x="1384554" y="0"/>
                  </a:lnTo>
                  <a:lnTo>
                    <a:pt x="1418659" y="6887"/>
                  </a:lnTo>
                  <a:lnTo>
                    <a:pt x="1446514" y="25669"/>
                  </a:lnTo>
                  <a:lnTo>
                    <a:pt x="1465296" y="53524"/>
                  </a:lnTo>
                  <a:lnTo>
                    <a:pt x="1472184" y="87630"/>
                  </a:lnTo>
                  <a:lnTo>
                    <a:pt x="1472184" y="438150"/>
                  </a:lnTo>
                  <a:lnTo>
                    <a:pt x="1465296" y="472255"/>
                  </a:lnTo>
                  <a:lnTo>
                    <a:pt x="1446514" y="500110"/>
                  </a:lnTo>
                  <a:lnTo>
                    <a:pt x="1418659" y="518892"/>
                  </a:lnTo>
                  <a:lnTo>
                    <a:pt x="1384554" y="525780"/>
                  </a:lnTo>
                  <a:lnTo>
                    <a:pt x="87630" y="525780"/>
                  </a:lnTo>
                  <a:lnTo>
                    <a:pt x="53519" y="518892"/>
                  </a:lnTo>
                  <a:lnTo>
                    <a:pt x="25665" y="500110"/>
                  </a:lnTo>
                  <a:lnTo>
                    <a:pt x="6885" y="472255"/>
                  </a:lnTo>
                  <a:lnTo>
                    <a:pt x="0" y="438150"/>
                  </a:lnTo>
                  <a:lnTo>
                    <a:pt x="0" y="87630"/>
                  </a:lnTo>
                  <a:close/>
                </a:path>
              </a:pathLst>
            </a:custGeom>
            <a:ln w="190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3">
              <a:extLst>
                <a:ext uri="{FF2B5EF4-FFF2-40B4-BE49-F238E27FC236}">
                  <a16:creationId xmlns:a16="http://schemas.microsoft.com/office/drawing/2014/main" id="{C704F77B-4182-534A-A1D4-A2A62DEE3F7D}"/>
                </a:ext>
              </a:extLst>
            </p:cNvPr>
            <p:cNvSpPr/>
            <p:nvPr/>
          </p:nvSpPr>
          <p:spPr>
            <a:xfrm>
              <a:off x="1610486" y="4340733"/>
              <a:ext cx="1472565" cy="525780"/>
            </a:xfrm>
            <a:custGeom>
              <a:avLst/>
              <a:gdLst/>
              <a:ahLst/>
              <a:cxnLst/>
              <a:rect l="l" t="t" r="r" b="b"/>
              <a:pathLst>
                <a:path w="1472564" h="525779">
                  <a:moveTo>
                    <a:pt x="1384554" y="0"/>
                  </a:moveTo>
                  <a:lnTo>
                    <a:pt x="87630" y="0"/>
                  </a:lnTo>
                  <a:lnTo>
                    <a:pt x="53524" y="6887"/>
                  </a:lnTo>
                  <a:lnTo>
                    <a:pt x="25669" y="25669"/>
                  </a:lnTo>
                  <a:lnTo>
                    <a:pt x="6887" y="53524"/>
                  </a:lnTo>
                  <a:lnTo>
                    <a:pt x="0" y="87630"/>
                  </a:lnTo>
                  <a:lnTo>
                    <a:pt x="0" y="438150"/>
                  </a:lnTo>
                  <a:lnTo>
                    <a:pt x="6887" y="472255"/>
                  </a:lnTo>
                  <a:lnTo>
                    <a:pt x="25669" y="500110"/>
                  </a:lnTo>
                  <a:lnTo>
                    <a:pt x="53524" y="518892"/>
                  </a:lnTo>
                  <a:lnTo>
                    <a:pt x="87630" y="525780"/>
                  </a:lnTo>
                  <a:lnTo>
                    <a:pt x="1384554" y="525780"/>
                  </a:lnTo>
                  <a:lnTo>
                    <a:pt x="1418659" y="518892"/>
                  </a:lnTo>
                  <a:lnTo>
                    <a:pt x="1446514" y="500110"/>
                  </a:lnTo>
                  <a:lnTo>
                    <a:pt x="1465296" y="472255"/>
                  </a:lnTo>
                  <a:lnTo>
                    <a:pt x="1472183" y="438150"/>
                  </a:lnTo>
                  <a:lnTo>
                    <a:pt x="1472183" y="87630"/>
                  </a:lnTo>
                  <a:lnTo>
                    <a:pt x="1465296" y="53524"/>
                  </a:lnTo>
                  <a:lnTo>
                    <a:pt x="1446514" y="25669"/>
                  </a:lnTo>
                  <a:lnTo>
                    <a:pt x="1418659" y="6887"/>
                  </a:lnTo>
                  <a:lnTo>
                    <a:pt x="1384554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4">
              <a:extLst>
                <a:ext uri="{FF2B5EF4-FFF2-40B4-BE49-F238E27FC236}">
                  <a16:creationId xmlns:a16="http://schemas.microsoft.com/office/drawing/2014/main" id="{F57FC2FC-7FB4-5942-910A-E2EBF2A298C3}"/>
                </a:ext>
              </a:extLst>
            </p:cNvPr>
            <p:cNvSpPr/>
            <p:nvPr/>
          </p:nvSpPr>
          <p:spPr>
            <a:xfrm>
              <a:off x="1610486" y="4340733"/>
              <a:ext cx="1472565" cy="525780"/>
            </a:xfrm>
            <a:custGeom>
              <a:avLst/>
              <a:gdLst/>
              <a:ahLst/>
              <a:cxnLst/>
              <a:rect l="l" t="t" r="r" b="b"/>
              <a:pathLst>
                <a:path w="1472564" h="525779">
                  <a:moveTo>
                    <a:pt x="0" y="87630"/>
                  </a:moveTo>
                  <a:lnTo>
                    <a:pt x="6887" y="53524"/>
                  </a:lnTo>
                  <a:lnTo>
                    <a:pt x="25669" y="25669"/>
                  </a:lnTo>
                  <a:lnTo>
                    <a:pt x="53524" y="6887"/>
                  </a:lnTo>
                  <a:lnTo>
                    <a:pt x="87630" y="0"/>
                  </a:lnTo>
                  <a:lnTo>
                    <a:pt x="1384554" y="0"/>
                  </a:lnTo>
                  <a:lnTo>
                    <a:pt x="1418659" y="6887"/>
                  </a:lnTo>
                  <a:lnTo>
                    <a:pt x="1446514" y="25669"/>
                  </a:lnTo>
                  <a:lnTo>
                    <a:pt x="1465296" y="53524"/>
                  </a:lnTo>
                  <a:lnTo>
                    <a:pt x="1472183" y="87630"/>
                  </a:lnTo>
                  <a:lnTo>
                    <a:pt x="1472183" y="438150"/>
                  </a:lnTo>
                  <a:lnTo>
                    <a:pt x="1465296" y="472255"/>
                  </a:lnTo>
                  <a:lnTo>
                    <a:pt x="1446514" y="500110"/>
                  </a:lnTo>
                  <a:lnTo>
                    <a:pt x="1418659" y="518892"/>
                  </a:lnTo>
                  <a:lnTo>
                    <a:pt x="1384554" y="525780"/>
                  </a:lnTo>
                  <a:lnTo>
                    <a:pt x="87630" y="525780"/>
                  </a:lnTo>
                  <a:lnTo>
                    <a:pt x="53524" y="518892"/>
                  </a:lnTo>
                  <a:lnTo>
                    <a:pt x="25669" y="500110"/>
                  </a:lnTo>
                  <a:lnTo>
                    <a:pt x="6887" y="472255"/>
                  </a:lnTo>
                  <a:lnTo>
                    <a:pt x="0" y="438150"/>
                  </a:lnTo>
                  <a:lnTo>
                    <a:pt x="0" y="87630"/>
                  </a:lnTo>
                  <a:close/>
                </a:path>
              </a:pathLst>
            </a:custGeom>
            <a:ln w="190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5">
              <a:extLst>
                <a:ext uri="{FF2B5EF4-FFF2-40B4-BE49-F238E27FC236}">
                  <a16:creationId xmlns:a16="http://schemas.microsoft.com/office/drawing/2014/main" id="{4EB57CE7-F3FD-884F-BD4E-1A3517ACD4F7}"/>
                </a:ext>
              </a:extLst>
            </p:cNvPr>
            <p:cNvSpPr/>
            <p:nvPr/>
          </p:nvSpPr>
          <p:spPr>
            <a:xfrm>
              <a:off x="3116198" y="4340733"/>
              <a:ext cx="1472565" cy="525780"/>
            </a:xfrm>
            <a:custGeom>
              <a:avLst/>
              <a:gdLst/>
              <a:ahLst/>
              <a:cxnLst/>
              <a:rect l="l" t="t" r="r" b="b"/>
              <a:pathLst>
                <a:path w="1472564" h="525779">
                  <a:moveTo>
                    <a:pt x="1384553" y="0"/>
                  </a:moveTo>
                  <a:lnTo>
                    <a:pt x="87630" y="0"/>
                  </a:lnTo>
                  <a:lnTo>
                    <a:pt x="53524" y="6887"/>
                  </a:lnTo>
                  <a:lnTo>
                    <a:pt x="25669" y="25669"/>
                  </a:lnTo>
                  <a:lnTo>
                    <a:pt x="6887" y="53524"/>
                  </a:lnTo>
                  <a:lnTo>
                    <a:pt x="0" y="87630"/>
                  </a:lnTo>
                  <a:lnTo>
                    <a:pt x="0" y="438150"/>
                  </a:lnTo>
                  <a:lnTo>
                    <a:pt x="6887" y="472255"/>
                  </a:lnTo>
                  <a:lnTo>
                    <a:pt x="25669" y="500110"/>
                  </a:lnTo>
                  <a:lnTo>
                    <a:pt x="53524" y="518892"/>
                  </a:lnTo>
                  <a:lnTo>
                    <a:pt x="87630" y="525780"/>
                  </a:lnTo>
                  <a:lnTo>
                    <a:pt x="1384553" y="525780"/>
                  </a:lnTo>
                  <a:lnTo>
                    <a:pt x="1418659" y="518892"/>
                  </a:lnTo>
                  <a:lnTo>
                    <a:pt x="1446514" y="500110"/>
                  </a:lnTo>
                  <a:lnTo>
                    <a:pt x="1465296" y="472255"/>
                  </a:lnTo>
                  <a:lnTo>
                    <a:pt x="1472184" y="438150"/>
                  </a:lnTo>
                  <a:lnTo>
                    <a:pt x="1472184" y="87630"/>
                  </a:lnTo>
                  <a:lnTo>
                    <a:pt x="1465296" y="53524"/>
                  </a:lnTo>
                  <a:lnTo>
                    <a:pt x="1446514" y="25669"/>
                  </a:lnTo>
                  <a:lnTo>
                    <a:pt x="1418659" y="6887"/>
                  </a:lnTo>
                  <a:lnTo>
                    <a:pt x="1384553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6">
              <a:extLst>
                <a:ext uri="{FF2B5EF4-FFF2-40B4-BE49-F238E27FC236}">
                  <a16:creationId xmlns:a16="http://schemas.microsoft.com/office/drawing/2014/main" id="{F74A5E79-0673-8B44-99A9-5F6342249BEA}"/>
                </a:ext>
              </a:extLst>
            </p:cNvPr>
            <p:cNvSpPr/>
            <p:nvPr/>
          </p:nvSpPr>
          <p:spPr>
            <a:xfrm>
              <a:off x="3116198" y="4340733"/>
              <a:ext cx="1472565" cy="525780"/>
            </a:xfrm>
            <a:custGeom>
              <a:avLst/>
              <a:gdLst/>
              <a:ahLst/>
              <a:cxnLst/>
              <a:rect l="l" t="t" r="r" b="b"/>
              <a:pathLst>
                <a:path w="1472564" h="525779">
                  <a:moveTo>
                    <a:pt x="0" y="87630"/>
                  </a:moveTo>
                  <a:lnTo>
                    <a:pt x="6887" y="53524"/>
                  </a:lnTo>
                  <a:lnTo>
                    <a:pt x="25669" y="25669"/>
                  </a:lnTo>
                  <a:lnTo>
                    <a:pt x="53524" y="6887"/>
                  </a:lnTo>
                  <a:lnTo>
                    <a:pt x="87630" y="0"/>
                  </a:lnTo>
                  <a:lnTo>
                    <a:pt x="1384553" y="0"/>
                  </a:lnTo>
                  <a:lnTo>
                    <a:pt x="1418659" y="6887"/>
                  </a:lnTo>
                  <a:lnTo>
                    <a:pt x="1446514" y="25669"/>
                  </a:lnTo>
                  <a:lnTo>
                    <a:pt x="1465296" y="53524"/>
                  </a:lnTo>
                  <a:lnTo>
                    <a:pt x="1472184" y="87630"/>
                  </a:lnTo>
                  <a:lnTo>
                    <a:pt x="1472184" y="438150"/>
                  </a:lnTo>
                  <a:lnTo>
                    <a:pt x="1465296" y="472255"/>
                  </a:lnTo>
                  <a:lnTo>
                    <a:pt x="1446514" y="500110"/>
                  </a:lnTo>
                  <a:lnTo>
                    <a:pt x="1418659" y="518892"/>
                  </a:lnTo>
                  <a:lnTo>
                    <a:pt x="1384553" y="525780"/>
                  </a:lnTo>
                  <a:lnTo>
                    <a:pt x="87630" y="525780"/>
                  </a:lnTo>
                  <a:lnTo>
                    <a:pt x="53524" y="518892"/>
                  </a:lnTo>
                  <a:lnTo>
                    <a:pt x="25669" y="500110"/>
                  </a:lnTo>
                  <a:lnTo>
                    <a:pt x="6887" y="472255"/>
                  </a:lnTo>
                  <a:lnTo>
                    <a:pt x="0" y="438150"/>
                  </a:lnTo>
                  <a:lnTo>
                    <a:pt x="0" y="87630"/>
                  </a:lnTo>
                  <a:close/>
                </a:path>
              </a:pathLst>
            </a:custGeom>
            <a:ln w="190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9" name="object 27">
            <a:extLst>
              <a:ext uri="{FF2B5EF4-FFF2-40B4-BE49-F238E27FC236}">
                <a16:creationId xmlns:a16="http://schemas.microsoft.com/office/drawing/2014/main" id="{0AE4A073-AD4F-4240-98C7-D46B23F422C3}"/>
              </a:ext>
            </a:extLst>
          </p:cNvPr>
          <p:cNvSpPr txBox="1"/>
          <p:nvPr/>
        </p:nvSpPr>
        <p:spPr>
          <a:xfrm>
            <a:off x="82550" y="4454397"/>
            <a:ext cx="4474210" cy="2844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700">
                <a:latin typeface="Cambria Math"/>
                <a:cs typeface="Cambria Math"/>
              </a:rPr>
              <a:t>(𝒏 −</a:t>
            </a:r>
            <a:r>
              <a:rPr sz="1700" spc="10">
                <a:latin typeface="Cambria Math"/>
                <a:cs typeface="Cambria Math"/>
              </a:rPr>
              <a:t> </a:t>
            </a:r>
            <a:r>
              <a:rPr sz="1700" spc="-10">
                <a:latin typeface="Cambria Math"/>
                <a:cs typeface="Cambria Math"/>
              </a:rPr>
              <a:t>𝟑,</a:t>
            </a:r>
            <a:r>
              <a:rPr sz="1700" spc="-95">
                <a:latin typeface="Cambria Math"/>
                <a:cs typeface="Cambria Math"/>
              </a:rPr>
              <a:t> </a:t>
            </a:r>
            <a:r>
              <a:rPr sz="1700">
                <a:latin typeface="Cambria Math"/>
                <a:cs typeface="Cambria Math"/>
              </a:rPr>
              <a:t>𝑪 −</a:t>
            </a:r>
            <a:r>
              <a:rPr sz="1700" spc="5">
                <a:latin typeface="Cambria Math"/>
                <a:cs typeface="Cambria Math"/>
              </a:rPr>
              <a:t> </a:t>
            </a:r>
            <a:r>
              <a:rPr sz="1700">
                <a:latin typeface="Cambria Math"/>
                <a:cs typeface="Cambria Math"/>
              </a:rPr>
              <a:t>𝟑𝒗)</a:t>
            </a:r>
            <a:r>
              <a:rPr sz="1700" spc="175">
                <a:latin typeface="Cambria Math"/>
                <a:cs typeface="Cambria Math"/>
              </a:rPr>
              <a:t> 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(𝒏 −</a:t>
            </a:r>
            <a:r>
              <a:rPr sz="1700" spc="10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 spc="-10">
                <a:solidFill>
                  <a:srgbClr val="FFFFFF"/>
                </a:solidFill>
                <a:latin typeface="Cambria Math"/>
                <a:cs typeface="Cambria Math"/>
              </a:rPr>
              <a:t>𝟑,</a:t>
            </a:r>
            <a:r>
              <a:rPr sz="1700" spc="-90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𝑪</a:t>
            </a:r>
            <a:r>
              <a:rPr sz="1700" spc="-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−</a:t>
            </a:r>
            <a:r>
              <a:rPr sz="1700" spc="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𝟐𝒗)</a:t>
            </a:r>
            <a:r>
              <a:rPr sz="1700" spc="170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(𝒏 −</a:t>
            </a:r>
            <a:r>
              <a:rPr sz="1700" spc="1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 spc="-10">
                <a:solidFill>
                  <a:srgbClr val="FFFFFF"/>
                </a:solidFill>
                <a:latin typeface="Cambria Math"/>
                <a:cs typeface="Cambria Math"/>
              </a:rPr>
              <a:t>𝟑,</a:t>
            </a:r>
            <a:r>
              <a:rPr sz="1700" spc="-9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𝑪</a:t>
            </a:r>
            <a:r>
              <a:rPr sz="1700" spc="-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−</a:t>
            </a:r>
            <a:r>
              <a:rPr sz="1700" spc="10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 spc="-25">
                <a:solidFill>
                  <a:srgbClr val="FFFFFF"/>
                </a:solidFill>
                <a:latin typeface="Cambria Math"/>
                <a:cs typeface="Cambria Math"/>
              </a:rPr>
              <a:t>𝟐𝒗)</a:t>
            </a:r>
            <a:endParaRPr sz="1700">
              <a:latin typeface="Cambria Math"/>
              <a:cs typeface="Cambria Math"/>
            </a:endParaRPr>
          </a:p>
        </p:txBody>
      </p:sp>
      <p:grpSp>
        <p:nvGrpSpPr>
          <p:cNvPr id="30" name="object 28">
            <a:extLst>
              <a:ext uri="{FF2B5EF4-FFF2-40B4-BE49-F238E27FC236}">
                <a16:creationId xmlns:a16="http://schemas.microsoft.com/office/drawing/2014/main" id="{E167448C-2ECE-4449-BF67-EC1D04F12B43}"/>
              </a:ext>
            </a:extLst>
          </p:cNvPr>
          <p:cNvGrpSpPr/>
          <p:nvPr/>
        </p:nvGrpSpPr>
        <p:grpSpPr>
          <a:xfrm>
            <a:off x="6118097" y="4331208"/>
            <a:ext cx="1491615" cy="544830"/>
            <a:chOff x="6118097" y="4331208"/>
            <a:chExt cx="1491615" cy="544830"/>
          </a:xfrm>
        </p:grpSpPr>
        <p:sp>
          <p:nvSpPr>
            <p:cNvPr id="31" name="object 29">
              <a:extLst>
                <a:ext uri="{FF2B5EF4-FFF2-40B4-BE49-F238E27FC236}">
                  <a16:creationId xmlns:a16="http://schemas.microsoft.com/office/drawing/2014/main" id="{83B3198A-7C18-7A48-9137-6A2336E94810}"/>
                </a:ext>
              </a:extLst>
            </p:cNvPr>
            <p:cNvSpPr/>
            <p:nvPr/>
          </p:nvSpPr>
          <p:spPr>
            <a:xfrm>
              <a:off x="6127622" y="4340733"/>
              <a:ext cx="1472565" cy="525780"/>
            </a:xfrm>
            <a:custGeom>
              <a:avLst/>
              <a:gdLst/>
              <a:ahLst/>
              <a:cxnLst/>
              <a:rect l="l" t="t" r="r" b="b"/>
              <a:pathLst>
                <a:path w="1472565" h="525779">
                  <a:moveTo>
                    <a:pt x="1384553" y="0"/>
                  </a:moveTo>
                  <a:lnTo>
                    <a:pt x="87629" y="0"/>
                  </a:lnTo>
                  <a:lnTo>
                    <a:pt x="53524" y="6887"/>
                  </a:lnTo>
                  <a:lnTo>
                    <a:pt x="25669" y="25669"/>
                  </a:lnTo>
                  <a:lnTo>
                    <a:pt x="6887" y="53524"/>
                  </a:lnTo>
                  <a:lnTo>
                    <a:pt x="0" y="87630"/>
                  </a:lnTo>
                  <a:lnTo>
                    <a:pt x="0" y="438150"/>
                  </a:lnTo>
                  <a:lnTo>
                    <a:pt x="6887" y="472255"/>
                  </a:lnTo>
                  <a:lnTo>
                    <a:pt x="25669" y="500110"/>
                  </a:lnTo>
                  <a:lnTo>
                    <a:pt x="53524" y="518892"/>
                  </a:lnTo>
                  <a:lnTo>
                    <a:pt x="87629" y="525780"/>
                  </a:lnTo>
                  <a:lnTo>
                    <a:pt x="1384553" y="525780"/>
                  </a:lnTo>
                  <a:lnTo>
                    <a:pt x="1418659" y="518892"/>
                  </a:lnTo>
                  <a:lnTo>
                    <a:pt x="1446514" y="500110"/>
                  </a:lnTo>
                  <a:lnTo>
                    <a:pt x="1465296" y="472255"/>
                  </a:lnTo>
                  <a:lnTo>
                    <a:pt x="1472183" y="438150"/>
                  </a:lnTo>
                  <a:lnTo>
                    <a:pt x="1472183" y="87630"/>
                  </a:lnTo>
                  <a:lnTo>
                    <a:pt x="1465296" y="53524"/>
                  </a:lnTo>
                  <a:lnTo>
                    <a:pt x="1446514" y="25669"/>
                  </a:lnTo>
                  <a:lnTo>
                    <a:pt x="1418659" y="6887"/>
                  </a:lnTo>
                  <a:lnTo>
                    <a:pt x="1384553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0">
              <a:extLst>
                <a:ext uri="{FF2B5EF4-FFF2-40B4-BE49-F238E27FC236}">
                  <a16:creationId xmlns:a16="http://schemas.microsoft.com/office/drawing/2014/main" id="{61624628-08DF-B241-B86D-698E4E5EF005}"/>
                </a:ext>
              </a:extLst>
            </p:cNvPr>
            <p:cNvSpPr/>
            <p:nvPr/>
          </p:nvSpPr>
          <p:spPr>
            <a:xfrm>
              <a:off x="6127622" y="4340733"/>
              <a:ext cx="1472565" cy="525780"/>
            </a:xfrm>
            <a:custGeom>
              <a:avLst/>
              <a:gdLst/>
              <a:ahLst/>
              <a:cxnLst/>
              <a:rect l="l" t="t" r="r" b="b"/>
              <a:pathLst>
                <a:path w="1472565" h="525779">
                  <a:moveTo>
                    <a:pt x="0" y="87630"/>
                  </a:moveTo>
                  <a:lnTo>
                    <a:pt x="6887" y="53524"/>
                  </a:lnTo>
                  <a:lnTo>
                    <a:pt x="25669" y="25669"/>
                  </a:lnTo>
                  <a:lnTo>
                    <a:pt x="53524" y="6887"/>
                  </a:lnTo>
                  <a:lnTo>
                    <a:pt x="87629" y="0"/>
                  </a:lnTo>
                  <a:lnTo>
                    <a:pt x="1384553" y="0"/>
                  </a:lnTo>
                  <a:lnTo>
                    <a:pt x="1418659" y="6887"/>
                  </a:lnTo>
                  <a:lnTo>
                    <a:pt x="1446514" y="25669"/>
                  </a:lnTo>
                  <a:lnTo>
                    <a:pt x="1465296" y="53524"/>
                  </a:lnTo>
                  <a:lnTo>
                    <a:pt x="1472183" y="87630"/>
                  </a:lnTo>
                  <a:lnTo>
                    <a:pt x="1472183" y="438150"/>
                  </a:lnTo>
                  <a:lnTo>
                    <a:pt x="1465296" y="472255"/>
                  </a:lnTo>
                  <a:lnTo>
                    <a:pt x="1446514" y="500110"/>
                  </a:lnTo>
                  <a:lnTo>
                    <a:pt x="1418659" y="518892"/>
                  </a:lnTo>
                  <a:lnTo>
                    <a:pt x="1384553" y="525780"/>
                  </a:lnTo>
                  <a:lnTo>
                    <a:pt x="87629" y="525780"/>
                  </a:lnTo>
                  <a:lnTo>
                    <a:pt x="53524" y="518892"/>
                  </a:lnTo>
                  <a:lnTo>
                    <a:pt x="25669" y="500110"/>
                  </a:lnTo>
                  <a:lnTo>
                    <a:pt x="6887" y="472255"/>
                  </a:lnTo>
                  <a:lnTo>
                    <a:pt x="0" y="438150"/>
                  </a:lnTo>
                  <a:lnTo>
                    <a:pt x="0" y="87630"/>
                  </a:lnTo>
                  <a:close/>
                </a:path>
              </a:pathLst>
            </a:custGeom>
            <a:ln w="190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3" name="object 31">
            <a:extLst>
              <a:ext uri="{FF2B5EF4-FFF2-40B4-BE49-F238E27FC236}">
                <a16:creationId xmlns:a16="http://schemas.microsoft.com/office/drawing/2014/main" id="{C968D026-D2AF-4343-A09E-3557E0710BCE}"/>
              </a:ext>
            </a:extLst>
          </p:cNvPr>
          <p:cNvSpPr txBox="1"/>
          <p:nvPr/>
        </p:nvSpPr>
        <p:spPr>
          <a:xfrm>
            <a:off x="6110985" y="4454397"/>
            <a:ext cx="1453515" cy="2844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(𝒏 −</a:t>
            </a:r>
            <a:r>
              <a:rPr sz="1700" spc="10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 spc="-10">
                <a:solidFill>
                  <a:srgbClr val="FFFFFF"/>
                </a:solidFill>
                <a:latin typeface="Cambria Math"/>
                <a:cs typeface="Cambria Math"/>
              </a:rPr>
              <a:t>𝟑,</a:t>
            </a:r>
            <a:r>
              <a:rPr sz="1700" spc="-90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𝑪</a:t>
            </a:r>
            <a:r>
              <a:rPr sz="1700" spc="-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−</a:t>
            </a:r>
            <a:r>
              <a:rPr sz="1700" spc="10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 spc="-25">
                <a:solidFill>
                  <a:srgbClr val="FFFFFF"/>
                </a:solidFill>
                <a:latin typeface="Cambria Math"/>
                <a:cs typeface="Cambria Math"/>
              </a:rPr>
              <a:t>2𝒗)</a:t>
            </a:r>
            <a:endParaRPr sz="1700">
              <a:latin typeface="Cambria Math"/>
              <a:cs typeface="Cambria Math"/>
            </a:endParaRPr>
          </a:p>
        </p:txBody>
      </p:sp>
      <p:sp>
        <p:nvSpPr>
          <p:cNvPr id="34" name="object 32">
            <a:extLst>
              <a:ext uri="{FF2B5EF4-FFF2-40B4-BE49-F238E27FC236}">
                <a16:creationId xmlns:a16="http://schemas.microsoft.com/office/drawing/2014/main" id="{59E777D4-C185-0C4E-B214-D95341070881}"/>
              </a:ext>
            </a:extLst>
          </p:cNvPr>
          <p:cNvSpPr/>
          <p:nvPr/>
        </p:nvSpPr>
        <p:spPr>
          <a:xfrm>
            <a:off x="8109584" y="3102482"/>
            <a:ext cx="1472565" cy="525780"/>
          </a:xfrm>
          <a:custGeom>
            <a:avLst/>
            <a:gdLst/>
            <a:ahLst/>
            <a:cxnLst/>
            <a:rect l="l" t="t" r="r" b="b"/>
            <a:pathLst>
              <a:path w="1472565" h="525779">
                <a:moveTo>
                  <a:pt x="0" y="87629"/>
                </a:moveTo>
                <a:lnTo>
                  <a:pt x="6887" y="53524"/>
                </a:lnTo>
                <a:lnTo>
                  <a:pt x="25669" y="25669"/>
                </a:lnTo>
                <a:lnTo>
                  <a:pt x="53524" y="6887"/>
                </a:lnTo>
                <a:lnTo>
                  <a:pt x="87630" y="0"/>
                </a:lnTo>
                <a:lnTo>
                  <a:pt x="1384554" y="0"/>
                </a:lnTo>
                <a:lnTo>
                  <a:pt x="1418659" y="6887"/>
                </a:lnTo>
                <a:lnTo>
                  <a:pt x="1446514" y="25669"/>
                </a:lnTo>
                <a:lnTo>
                  <a:pt x="1465296" y="53524"/>
                </a:lnTo>
                <a:lnTo>
                  <a:pt x="1472184" y="87629"/>
                </a:lnTo>
                <a:lnTo>
                  <a:pt x="1472184" y="438150"/>
                </a:lnTo>
                <a:lnTo>
                  <a:pt x="1465296" y="472255"/>
                </a:lnTo>
                <a:lnTo>
                  <a:pt x="1446514" y="500110"/>
                </a:lnTo>
                <a:lnTo>
                  <a:pt x="1418659" y="518892"/>
                </a:lnTo>
                <a:lnTo>
                  <a:pt x="1384554" y="525779"/>
                </a:lnTo>
                <a:lnTo>
                  <a:pt x="87630" y="525779"/>
                </a:lnTo>
                <a:lnTo>
                  <a:pt x="53524" y="518892"/>
                </a:lnTo>
                <a:lnTo>
                  <a:pt x="25669" y="500110"/>
                </a:lnTo>
                <a:lnTo>
                  <a:pt x="6887" y="472255"/>
                </a:lnTo>
                <a:lnTo>
                  <a:pt x="0" y="438150"/>
                </a:lnTo>
                <a:lnTo>
                  <a:pt x="0" y="87629"/>
                </a:lnTo>
                <a:close/>
              </a:path>
            </a:pathLst>
          </a:custGeom>
          <a:ln w="190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3">
            <a:extLst>
              <a:ext uri="{FF2B5EF4-FFF2-40B4-BE49-F238E27FC236}">
                <a16:creationId xmlns:a16="http://schemas.microsoft.com/office/drawing/2014/main" id="{B25713F8-5694-154A-AE3E-EE4E3B934B4C}"/>
              </a:ext>
            </a:extLst>
          </p:cNvPr>
          <p:cNvSpPr txBox="1"/>
          <p:nvPr/>
        </p:nvSpPr>
        <p:spPr>
          <a:xfrm>
            <a:off x="8345931" y="3216148"/>
            <a:ext cx="946785" cy="2844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700">
                <a:latin typeface="Cambria Math"/>
                <a:cs typeface="Cambria Math"/>
              </a:rPr>
              <a:t>(𝒏</a:t>
            </a:r>
            <a:r>
              <a:rPr sz="1700" spc="-25">
                <a:latin typeface="Cambria Math"/>
                <a:cs typeface="Cambria Math"/>
              </a:rPr>
              <a:t> </a:t>
            </a:r>
            <a:r>
              <a:rPr sz="1700">
                <a:latin typeface="Cambria Math"/>
                <a:cs typeface="Cambria Math"/>
              </a:rPr>
              <a:t>−</a:t>
            </a:r>
            <a:r>
              <a:rPr sz="1700" spc="5">
                <a:latin typeface="Cambria Math"/>
                <a:cs typeface="Cambria Math"/>
              </a:rPr>
              <a:t> </a:t>
            </a:r>
            <a:r>
              <a:rPr sz="1700" spc="-10">
                <a:latin typeface="Cambria Math"/>
                <a:cs typeface="Cambria Math"/>
              </a:rPr>
              <a:t>𝟐,</a:t>
            </a:r>
            <a:r>
              <a:rPr sz="1700" spc="-95">
                <a:latin typeface="Cambria Math"/>
                <a:cs typeface="Cambria Math"/>
              </a:rPr>
              <a:t> </a:t>
            </a:r>
            <a:r>
              <a:rPr sz="1700" spc="-25">
                <a:latin typeface="Cambria Math"/>
                <a:cs typeface="Cambria Math"/>
              </a:rPr>
              <a:t>𝑪)</a:t>
            </a:r>
            <a:endParaRPr sz="1700">
              <a:latin typeface="Cambria Math"/>
              <a:cs typeface="Cambria Math"/>
            </a:endParaRPr>
          </a:p>
        </p:txBody>
      </p:sp>
      <p:grpSp>
        <p:nvGrpSpPr>
          <p:cNvPr id="36" name="object 34">
            <a:extLst>
              <a:ext uri="{FF2B5EF4-FFF2-40B4-BE49-F238E27FC236}">
                <a16:creationId xmlns:a16="http://schemas.microsoft.com/office/drawing/2014/main" id="{AF2357EF-C6A7-034D-8B12-6FDD0BCE6CC3}"/>
              </a:ext>
            </a:extLst>
          </p:cNvPr>
          <p:cNvGrpSpPr/>
          <p:nvPr/>
        </p:nvGrpSpPr>
        <p:grpSpPr>
          <a:xfrm>
            <a:off x="4612385" y="4331208"/>
            <a:ext cx="1491615" cy="544830"/>
            <a:chOff x="4612385" y="4331208"/>
            <a:chExt cx="1491615" cy="544830"/>
          </a:xfrm>
        </p:grpSpPr>
        <p:sp>
          <p:nvSpPr>
            <p:cNvPr id="37" name="object 35">
              <a:extLst>
                <a:ext uri="{FF2B5EF4-FFF2-40B4-BE49-F238E27FC236}">
                  <a16:creationId xmlns:a16="http://schemas.microsoft.com/office/drawing/2014/main" id="{790F47EF-E814-5E4E-B4FA-416A1486A600}"/>
                </a:ext>
              </a:extLst>
            </p:cNvPr>
            <p:cNvSpPr/>
            <p:nvPr/>
          </p:nvSpPr>
          <p:spPr>
            <a:xfrm>
              <a:off x="4621910" y="4340733"/>
              <a:ext cx="1472565" cy="525780"/>
            </a:xfrm>
            <a:custGeom>
              <a:avLst/>
              <a:gdLst/>
              <a:ahLst/>
              <a:cxnLst/>
              <a:rect l="l" t="t" r="r" b="b"/>
              <a:pathLst>
                <a:path w="1472564" h="525779">
                  <a:moveTo>
                    <a:pt x="1384553" y="0"/>
                  </a:moveTo>
                  <a:lnTo>
                    <a:pt x="87629" y="0"/>
                  </a:lnTo>
                  <a:lnTo>
                    <a:pt x="53524" y="6887"/>
                  </a:lnTo>
                  <a:lnTo>
                    <a:pt x="25669" y="25669"/>
                  </a:lnTo>
                  <a:lnTo>
                    <a:pt x="6887" y="53524"/>
                  </a:lnTo>
                  <a:lnTo>
                    <a:pt x="0" y="87630"/>
                  </a:lnTo>
                  <a:lnTo>
                    <a:pt x="0" y="438150"/>
                  </a:lnTo>
                  <a:lnTo>
                    <a:pt x="6887" y="472255"/>
                  </a:lnTo>
                  <a:lnTo>
                    <a:pt x="25669" y="500110"/>
                  </a:lnTo>
                  <a:lnTo>
                    <a:pt x="53524" y="518892"/>
                  </a:lnTo>
                  <a:lnTo>
                    <a:pt x="87629" y="525780"/>
                  </a:lnTo>
                  <a:lnTo>
                    <a:pt x="1384553" y="525780"/>
                  </a:lnTo>
                  <a:lnTo>
                    <a:pt x="1418659" y="518892"/>
                  </a:lnTo>
                  <a:lnTo>
                    <a:pt x="1446514" y="500110"/>
                  </a:lnTo>
                  <a:lnTo>
                    <a:pt x="1465296" y="472255"/>
                  </a:lnTo>
                  <a:lnTo>
                    <a:pt x="1472184" y="438150"/>
                  </a:lnTo>
                  <a:lnTo>
                    <a:pt x="1472184" y="87630"/>
                  </a:lnTo>
                  <a:lnTo>
                    <a:pt x="1465296" y="53524"/>
                  </a:lnTo>
                  <a:lnTo>
                    <a:pt x="1446514" y="25669"/>
                  </a:lnTo>
                  <a:lnTo>
                    <a:pt x="1418659" y="6887"/>
                  </a:lnTo>
                  <a:lnTo>
                    <a:pt x="1384553" y="0"/>
                  </a:lnTo>
                  <a:close/>
                </a:path>
              </a:pathLst>
            </a:custGeom>
            <a:solidFill>
              <a:srgbClr val="00A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6">
              <a:extLst>
                <a:ext uri="{FF2B5EF4-FFF2-40B4-BE49-F238E27FC236}">
                  <a16:creationId xmlns:a16="http://schemas.microsoft.com/office/drawing/2014/main" id="{12EFFB84-3DB8-6549-9646-3B4421C54A6E}"/>
                </a:ext>
              </a:extLst>
            </p:cNvPr>
            <p:cNvSpPr/>
            <p:nvPr/>
          </p:nvSpPr>
          <p:spPr>
            <a:xfrm>
              <a:off x="4621910" y="4340733"/>
              <a:ext cx="1472565" cy="525780"/>
            </a:xfrm>
            <a:custGeom>
              <a:avLst/>
              <a:gdLst/>
              <a:ahLst/>
              <a:cxnLst/>
              <a:rect l="l" t="t" r="r" b="b"/>
              <a:pathLst>
                <a:path w="1472564" h="525779">
                  <a:moveTo>
                    <a:pt x="0" y="87630"/>
                  </a:moveTo>
                  <a:lnTo>
                    <a:pt x="6887" y="53524"/>
                  </a:lnTo>
                  <a:lnTo>
                    <a:pt x="25669" y="25669"/>
                  </a:lnTo>
                  <a:lnTo>
                    <a:pt x="53524" y="6887"/>
                  </a:lnTo>
                  <a:lnTo>
                    <a:pt x="87629" y="0"/>
                  </a:lnTo>
                  <a:lnTo>
                    <a:pt x="1384553" y="0"/>
                  </a:lnTo>
                  <a:lnTo>
                    <a:pt x="1418659" y="6887"/>
                  </a:lnTo>
                  <a:lnTo>
                    <a:pt x="1446514" y="25669"/>
                  </a:lnTo>
                  <a:lnTo>
                    <a:pt x="1465296" y="53524"/>
                  </a:lnTo>
                  <a:lnTo>
                    <a:pt x="1472184" y="87630"/>
                  </a:lnTo>
                  <a:lnTo>
                    <a:pt x="1472184" y="438150"/>
                  </a:lnTo>
                  <a:lnTo>
                    <a:pt x="1465296" y="472255"/>
                  </a:lnTo>
                  <a:lnTo>
                    <a:pt x="1446514" y="500110"/>
                  </a:lnTo>
                  <a:lnTo>
                    <a:pt x="1418659" y="518892"/>
                  </a:lnTo>
                  <a:lnTo>
                    <a:pt x="1384553" y="525780"/>
                  </a:lnTo>
                  <a:lnTo>
                    <a:pt x="87629" y="525780"/>
                  </a:lnTo>
                  <a:lnTo>
                    <a:pt x="53524" y="518892"/>
                  </a:lnTo>
                  <a:lnTo>
                    <a:pt x="25669" y="500110"/>
                  </a:lnTo>
                  <a:lnTo>
                    <a:pt x="6887" y="472255"/>
                  </a:lnTo>
                  <a:lnTo>
                    <a:pt x="0" y="438150"/>
                  </a:lnTo>
                  <a:lnTo>
                    <a:pt x="0" y="87630"/>
                  </a:lnTo>
                  <a:close/>
                </a:path>
              </a:pathLst>
            </a:custGeom>
            <a:ln w="190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9" name="object 37">
            <a:extLst>
              <a:ext uri="{FF2B5EF4-FFF2-40B4-BE49-F238E27FC236}">
                <a16:creationId xmlns:a16="http://schemas.microsoft.com/office/drawing/2014/main" id="{38C61F26-CBFF-2347-A03D-B3EC0A0A6EB1}"/>
              </a:ext>
            </a:extLst>
          </p:cNvPr>
          <p:cNvSpPr txBox="1"/>
          <p:nvPr/>
        </p:nvSpPr>
        <p:spPr>
          <a:xfrm>
            <a:off x="4664455" y="4454397"/>
            <a:ext cx="1334135" cy="2844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(𝒏 −</a:t>
            </a:r>
            <a:r>
              <a:rPr sz="1700" spc="10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 spc="-10">
                <a:solidFill>
                  <a:srgbClr val="FFFFFF"/>
                </a:solidFill>
                <a:latin typeface="Cambria Math"/>
                <a:cs typeface="Cambria Math"/>
              </a:rPr>
              <a:t>𝟑,</a:t>
            </a:r>
            <a:r>
              <a:rPr sz="1700" spc="-90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𝑪 −</a:t>
            </a:r>
            <a:r>
              <a:rPr sz="1700" spc="10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 spc="-25">
                <a:solidFill>
                  <a:srgbClr val="FFFFFF"/>
                </a:solidFill>
                <a:latin typeface="Cambria Math"/>
                <a:cs typeface="Cambria Math"/>
              </a:rPr>
              <a:t>𝒗)</a:t>
            </a:r>
            <a:endParaRPr sz="1700">
              <a:latin typeface="Cambria Math"/>
              <a:cs typeface="Cambria Math"/>
            </a:endParaRPr>
          </a:p>
        </p:txBody>
      </p:sp>
      <p:grpSp>
        <p:nvGrpSpPr>
          <p:cNvPr id="40" name="object 38">
            <a:extLst>
              <a:ext uri="{FF2B5EF4-FFF2-40B4-BE49-F238E27FC236}">
                <a16:creationId xmlns:a16="http://schemas.microsoft.com/office/drawing/2014/main" id="{E005E1B0-4E55-6242-AB2A-AD096FD16D62}"/>
              </a:ext>
            </a:extLst>
          </p:cNvPr>
          <p:cNvGrpSpPr/>
          <p:nvPr/>
        </p:nvGrpSpPr>
        <p:grpSpPr>
          <a:xfrm>
            <a:off x="7623809" y="4331208"/>
            <a:ext cx="1491615" cy="544830"/>
            <a:chOff x="7623809" y="4331208"/>
            <a:chExt cx="1491615" cy="544830"/>
          </a:xfrm>
        </p:grpSpPr>
        <p:sp>
          <p:nvSpPr>
            <p:cNvPr id="41" name="object 39">
              <a:extLst>
                <a:ext uri="{FF2B5EF4-FFF2-40B4-BE49-F238E27FC236}">
                  <a16:creationId xmlns:a16="http://schemas.microsoft.com/office/drawing/2014/main" id="{3D40D5DF-B7A1-A544-9DB1-6410AA2F1E91}"/>
                </a:ext>
              </a:extLst>
            </p:cNvPr>
            <p:cNvSpPr/>
            <p:nvPr/>
          </p:nvSpPr>
          <p:spPr>
            <a:xfrm>
              <a:off x="7633334" y="4340733"/>
              <a:ext cx="1472565" cy="525780"/>
            </a:xfrm>
            <a:custGeom>
              <a:avLst/>
              <a:gdLst/>
              <a:ahLst/>
              <a:cxnLst/>
              <a:rect l="l" t="t" r="r" b="b"/>
              <a:pathLst>
                <a:path w="1472565" h="525779">
                  <a:moveTo>
                    <a:pt x="1384554" y="0"/>
                  </a:moveTo>
                  <a:lnTo>
                    <a:pt x="87630" y="0"/>
                  </a:lnTo>
                  <a:lnTo>
                    <a:pt x="53524" y="6887"/>
                  </a:lnTo>
                  <a:lnTo>
                    <a:pt x="25669" y="25669"/>
                  </a:lnTo>
                  <a:lnTo>
                    <a:pt x="6887" y="53524"/>
                  </a:lnTo>
                  <a:lnTo>
                    <a:pt x="0" y="87630"/>
                  </a:lnTo>
                  <a:lnTo>
                    <a:pt x="0" y="438150"/>
                  </a:lnTo>
                  <a:lnTo>
                    <a:pt x="6887" y="472255"/>
                  </a:lnTo>
                  <a:lnTo>
                    <a:pt x="25669" y="500110"/>
                  </a:lnTo>
                  <a:lnTo>
                    <a:pt x="53524" y="518892"/>
                  </a:lnTo>
                  <a:lnTo>
                    <a:pt x="87630" y="525780"/>
                  </a:lnTo>
                  <a:lnTo>
                    <a:pt x="1384554" y="525780"/>
                  </a:lnTo>
                  <a:lnTo>
                    <a:pt x="1418659" y="518892"/>
                  </a:lnTo>
                  <a:lnTo>
                    <a:pt x="1446514" y="500110"/>
                  </a:lnTo>
                  <a:lnTo>
                    <a:pt x="1465296" y="472255"/>
                  </a:lnTo>
                  <a:lnTo>
                    <a:pt x="1472184" y="438150"/>
                  </a:lnTo>
                  <a:lnTo>
                    <a:pt x="1472184" y="87630"/>
                  </a:lnTo>
                  <a:lnTo>
                    <a:pt x="1465296" y="53524"/>
                  </a:lnTo>
                  <a:lnTo>
                    <a:pt x="1446514" y="25669"/>
                  </a:lnTo>
                  <a:lnTo>
                    <a:pt x="1418659" y="6887"/>
                  </a:lnTo>
                  <a:lnTo>
                    <a:pt x="1384554" y="0"/>
                  </a:lnTo>
                  <a:close/>
                </a:path>
              </a:pathLst>
            </a:custGeom>
            <a:solidFill>
              <a:srgbClr val="00A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0">
              <a:extLst>
                <a:ext uri="{FF2B5EF4-FFF2-40B4-BE49-F238E27FC236}">
                  <a16:creationId xmlns:a16="http://schemas.microsoft.com/office/drawing/2014/main" id="{67C01109-AFC6-AA40-BAD0-DB3DC59FD2B5}"/>
                </a:ext>
              </a:extLst>
            </p:cNvPr>
            <p:cNvSpPr/>
            <p:nvPr/>
          </p:nvSpPr>
          <p:spPr>
            <a:xfrm>
              <a:off x="7633334" y="4340733"/>
              <a:ext cx="1472565" cy="525780"/>
            </a:xfrm>
            <a:custGeom>
              <a:avLst/>
              <a:gdLst/>
              <a:ahLst/>
              <a:cxnLst/>
              <a:rect l="l" t="t" r="r" b="b"/>
              <a:pathLst>
                <a:path w="1472565" h="525779">
                  <a:moveTo>
                    <a:pt x="0" y="87630"/>
                  </a:moveTo>
                  <a:lnTo>
                    <a:pt x="6887" y="53524"/>
                  </a:lnTo>
                  <a:lnTo>
                    <a:pt x="25669" y="25669"/>
                  </a:lnTo>
                  <a:lnTo>
                    <a:pt x="53524" y="6887"/>
                  </a:lnTo>
                  <a:lnTo>
                    <a:pt x="87630" y="0"/>
                  </a:lnTo>
                  <a:lnTo>
                    <a:pt x="1384554" y="0"/>
                  </a:lnTo>
                  <a:lnTo>
                    <a:pt x="1418659" y="6887"/>
                  </a:lnTo>
                  <a:lnTo>
                    <a:pt x="1446514" y="25669"/>
                  </a:lnTo>
                  <a:lnTo>
                    <a:pt x="1465296" y="53524"/>
                  </a:lnTo>
                  <a:lnTo>
                    <a:pt x="1472184" y="87630"/>
                  </a:lnTo>
                  <a:lnTo>
                    <a:pt x="1472184" y="438150"/>
                  </a:lnTo>
                  <a:lnTo>
                    <a:pt x="1465296" y="472255"/>
                  </a:lnTo>
                  <a:lnTo>
                    <a:pt x="1446514" y="500110"/>
                  </a:lnTo>
                  <a:lnTo>
                    <a:pt x="1418659" y="518892"/>
                  </a:lnTo>
                  <a:lnTo>
                    <a:pt x="1384554" y="525780"/>
                  </a:lnTo>
                  <a:lnTo>
                    <a:pt x="87630" y="525780"/>
                  </a:lnTo>
                  <a:lnTo>
                    <a:pt x="53524" y="518892"/>
                  </a:lnTo>
                  <a:lnTo>
                    <a:pt x="25669" y="500110"/>
                  </a:lnTo>
                  <a:lnTo>
                    <a:pt x="6887" y="472255"/>
                  </a:lnTo>
                  <a:lnTo>
                    <a:pt x="0" y="438150"/>
                  </a:lnTo>
                  <a:lnTo>
                    <a:pt x="0" y="87630"/>
                  </a:lnTo>
                  <a:close/>
                </a:path>
              </a:pathLst>
            </a:custGeom>
            <a:ln w="190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3" name="object 41">
            <a:extLst>
              <a:ext uri="{FF2B5EF4-FFF2-40B4-BE49-F238E27FC236}">
                <a16:creationId xmlns:a16="http://schemas.microsoft.com/office/drawing/2014/main" id="{60028FF3-51F5-0340-9844-9F99AE5B1B1B}"/>
              </a:ext>
            </a:extLst>
          </p:cNvPr>
          <p:cNvSpPr txBox="1"/>
          <p:nvPr/>
        </p:nvSpPr>
        <p:spPr>
          <a:xfrm>
            <a:off x="7676388" y="4454397"/>
            <a:ext cx="1333500" cy="2844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(𝒏 −</a:t>
            </a:r>
            <a:r>
              <a:rPr sz="1700" spc="10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 spc="-10">
                <a:solidFill>
                  <a:srgbClr val="FFFFFF"/>
                </a:solidFill>
                <a:latin typeface="Cambria Math"/>
                <a:cs typeface="Cambria Math"/>
              </a:rPr>
              <a:t>𝟑,</a:t>
            </a:r>
            <a:r>
              <a:rPr sz="1700" spc="-90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𝑪</a:t>
            </a:r>
            <a:r>
              <a:rPr sz="1700" spc="-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−</a:t>
            </a:r>
            <a:r>
              <a:rPr sz="1700" spc="10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 spc="-25">
                <a:solidFill>
                  <a:srgbClr val="FFFFFF"/>
                </a:solidFill>
                <a:latin typeface="Cambria Math"/>
                <a:cs typeface="Cambria Math"/>
              </a:rPr>
              <a:t>𝒗)</a:t>
            </a:r>
            <a:endParaRPr sz="1700">
              <a:latin typeface="Cambria Math"/>
              <a:cs typeface="Cambria Math"/>
            </a:endParaRPr>
          </a:p>
        </p:txBody>
      </p:sp>
      <p:grpSp>
        <p:nvGrpSpPr>
          <p:cNvPr id="44" name="object 42">
            <a:extLst>
              <a:ext uri="{FF2B5EF4-FFF2-40B4-BE49-F238E27FC236}">
                <a16:creationId xmlns:a16="http://schemas.microsoft.com/office/drawing/2014/main" id="{8B32B2C0-A0AE-5A42-BFA1-1201CE27B6DC}"/>
              </a:ext>
            </a:extLst>
          </p:cNvPr>
          <p:cNvGrpSpPr/>
          <p:nvPr/>
        </p:nvGrpSpPr>
        <p:grpSpPr>
          <a:xfrm>
            <a:off x="9129521" y="4331208"/>
            <a:ext cx="1491615" cy="544830"/>
            <a:chOff x="9129521" y="4331208"/>
            <a:chExt cx="1491615" cy="544830"/>
          </a:xfrm>
        </p:grpSpPr>
        <p:sp>
          <p:nvSpPr>
            <p:cNvPr id="45" name="object 43">
              <a:extLst>
                <a:ext uri="{FF2B5EF4-FFF2-40B4-BE49-F238E27FC236}">
                  <a16:creationId xmlns:a16="http://schemas.microsoft.com/office/drawing/2014/main" id="{8A215003-A95E-3B48-B18B-68E9183CA1A2}"/>
                </a:ext>
              </a:extLst>
            </p:cNvPr>
            <p:cNvSpPr/>
            <p:nvPr/>
          </p:nvSpPr>
          <p:spPr>
            <a:xfrm>
              <a:off x="9139046" y="4340733"/>
              <a:ext cx="1472565" cy="525780"/>
            </a:xfrm>
            <a:custGeom>
              <a:avLst/>
              <a:gdLst/>
              <a:ahLst/>
              <a:cxnLst/>
              <a:rect l="l" t="t" r="r" b="b"/>
              <a:pathLst>
                <a:path w="1472565" h="525779">
                  <a:moveTo>
                    <a:pt x="1384553" y="0"/>
                  </a:moveTo>
                  <a:lnTo>
                    <a:pt x="87629" y="0"/>
                  </a:lnTo>
                  <a:lnTo>
                    <a:pt x="53524" y="6887"/>
                  </a:lnTo>
                  <a:lnTo>
                    <a:pt x="25669" y="25669"/>
                  </a:lnTo>
                  <a:lnTo>
                    <a:pt x="6887" y="53524"/>
                  </a:lnTo>
                  <a:lnTo>
                    <a:pt x="0" y="87630"/>
                  </a:lnTo>
                  <a:lnTo>
                    <a:pt x="0" y="438150"/>
                  </a:lnTo>
                  <a:lnTo>
                    <a:pt x="6887" y="472255"/>
                  </a:lnTo>
                  <a:lnTo>
                    <a:pt x="25669" y="500110"/>
                  </a:lnTo>
                  <a:lnTo>
                    <a:pt x="53524" y="518892"/>
                  </a:lnTo>
                  <a:lnTo>
                    <a:pt x="87629" y="525780"/>
                  </a:lnTo>
                  <a:lnTo>
                    <a:pt x="1384553" y="525780"/>
                  </a:lnTo>
                  <a:lnTo>
                    <a:pt x="1418659" y="518892"/>
                  </a:lnTo>
                  <a:lnTo>
                    <a:pt x="1446514" y="500110"/>
                  </a:lnTo>
                  <a:lnTo>
                    <a:pt x="1465296" y="472255"/>
                  </a:lnTo>
                  <a:lnTo>
                    <a:pt x="1472183" y="438150"/>
                  </a:lnTo>
                  <a:lnTo>
                    <a:pt x="1472183" y="87630"/>
                  </a:lnTo>
                  <a:lnTo>
                    <a:pt x="1465296" y="53524"/>
                  </a:lnTo>
                  <a:lnTo>
                    <a:pt x="1446514" y="25669"/>
                  </a:lnTo>
                  <a:lnTo>
                    <a:pt x="1418659" y="6887"/>
                  </a:lnTo>
                  <a:lnTo>
                    <a:pt x="1384553" y="0"/>
                  </a:lnTo>
                  <a:close/>
                </a:path>
              </a:pathLst>
            </a:custGeom>
            <a:solidFill>
              <a:srgbClr val="00A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4">
              <a:extLst>
                <a:ext uri="{FF2B5EF4-FFF2-40B4-BE49-F238E27FC236}">
                  <a16:creationId xmlns:a16="http://schemas.microsoft.com/office/drawing/2014/main" id="{A245E94D-0F77-A642-9FD5-A098EB56EFCD}"/>
                </a:ext>
              </a:extLst>
            </p:cNvPr>
            <p:cNvSpPr/>
            <p:nvPr/>
          </p:nvSpPr>
          <p:spPr>
            <a:xfrm>
              <a:off x="9139046" y="4340733"/>
              <a:ext cx="1472565" cy="525780"/>
            </a:xfrm>
            <a:custGeom>
              <a:avLst/>
              <a:gdLst/>
              <a:ahLst/>
              <a:cxnLst/>
              <a:rect l="l" t="t" r="r" b="b"/>
              <a:pathLst>
                <a:path w="1472565" h="525779">
                  <a:moveTo>
                    <a:pt x="0" y="87630"/>
                  </a:moveTo>
                  <a:lnTo>
                    <a:pt x="6887" y="53524"/>
                  </a:lnTo>
                  <a:lnTo>
                    <a:pt x="25669" y="25669"/>
                  </a:lnTo>
                  <a:lnTo>
                    <a:pt x="53524" y="6887"/>
                  </a:lnTo>
                  <a:lnTo>
                    <a:pt x="87629" y="0"/>
                  </a:lnTo>
                  <a:lnTo>
                    <a:pt x="1384553" y="0"/>
                  </a:lnTo>
                  <a:lnTo>
                    <a:pt x="1418659" y="6887"/>
                  </a:lnTo>
                  <a:lnTo>
                    <a:pt x="1446514" y="25669"/>
                  </a:lnTo>
                  <a:lnTo>
                    <a:pt x="1465296" y="53524"/>
                  </a:lnTo>
                  <a:lnTo>
                    <a:pt x="1472183" y="87630"/>
                  </a:lnTo>
                  <a:lnTo>
                    <a:pt x="1472183" y="438150"/>
                  </a:lnTo>
                  <a:lnTo>
                    <a:pt x="1465296" y="472255"/>
                  </a:lnTo>
                  <a:lnTo>
                    <a:pt x="1446514" y="500110"/>
                  </a:lnTo>
                  <a:lnTo>
                    <a:pt x="1418659" y="518892"/>
                  </a:lnTo>
                  <a:lnTo>
                    <a:pt x="1384553" y="525780"/>
                  </a:lnTo>
                  <a:lnTo>
                    <a:pt x="87629" y="525780"/>
                  </a:lnTo>
                  <a:lnTo>
                    <a:pt x="53524" y="518892"/>
                  </a:lnTo>
                  <a:lnTo>
                    <a:pt x="25669" y="500110"/>
                  </a:lnTo>
                  <a:lnTo>
                    <a:pt x="6887" y="472255"/>
                  </a:lnTo>
                  <a:lnTo>
                    <a:pt x="0" y="438150"/>
                  </a:lnTo>
                  <a:lnTo>
                    <a:pt x="0" y="87630"/>
                  </a:lnTo>
                  <a:close/>
                </a:path>
              </a:pathLst>
            </a:custGeom>
            <a:ln w="190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7" name="object 45">
            <a:extLst>
              <a:ext uri="{FF2B5EF4-FFF2-40B4-BE49-F238E27FC236}">
                <a16:creationId xmlns:a16="http://schemas.microsoft.com/office/drawing/2014/main" id="{6C87696B-B37E-BB40-9F5F-3953722E43CD}"/>
              </a:ext>
            </a:extLst>
          </p:cNvPr>
          <p:cNvSpPr txBox="1"/>
          <p:nvPr/>
        </p:nvSpPr>
        <p:spPr>
          <a:xfrm>
            <a:off x="9182354" y="4454397"/>
            <a:ext cx="1333500" cy="2844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(𝒏 −</a:t>
            </a:r>
            <a:r>
              <a:rPr sz="1700" spc="10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 spc="-10">
                <a:solidFill>
                  <a:srgbClr val="FFFFFF"/>
                </a:solidFill>
                <a:latin typeface="Cambria Math"/>
                <a:cs typeface="Cambria Math"/>
              </a:rPr>
              <a:t>𝟑,</a:t>
            </a:r>
            <a:r>
              <a:rPr sz="1700" spc="-90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𝑪</a:t>
            </a:r>
            <a:r>
              <a:rPr sz="1700" spc="-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>
                <a:solidFill>
                  <a:srgbClr val="FFFFFF"/>
                </a:solidFill>
                <a:latin typeface="Cambria Math"/>
                <a:cs typeface="Cambria Math"/>
              </a:rPr>
              <a:t>−</a:t>
            </a:r>
            <a:r>
              <a:rPr sz="1700" spc="10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700" spc="-25">
                <a:solidFill>
                  <a:srgbClr val="FFFFFF"/>
                </a:solidFill>
                <a:latin typeface="Cambria Math"/>
                <a:cs typeface="Cambria Math"/>
              </a:rPr>
              <a:t>𝒗)</a:t>
            </a:r>
            <a:endParaRPr sz="1700">
              <a:latin typeface="Cambria Math"/>
              <a:cs typeface="Cambria Math"/>
            </a:endParaRPr>
          </a:p>
        </p:txBody>
      </p:sp>
      <p:sp>
        <p:nvSpPr>
          <p:cNvPr id="48" name="object 46">
            <a:extLst>
              <a:ext uri="{FF2B5EF4-FFF2-40B4-BE49-F238E27FC236}">
                <a16:creationId xmlns:a16="http://schemas.microsoft.com/office/drawing/2014/main" id="{CDE22F43-CC90-AE47-A474-290187B5725A}"/>
              </a:ext>
            </a:extLst>
          </p:cNvPr>
          <p:cNvSpPr/>
          <p:nvPr/>
        </p:nvSpPr>
        <p:spPr>
          <a:xfrm>
            <a:off x="10645520" y="4333113"/>
            <a:ext cx="1472565" cy="525780"/>
          </a:xfrm>
          <a:custGeom>
            <a:avLst/>
            <a:gdLst/>
            <a:ahLst/>
            <a:cxnLst/>
            <a:rect l="l" t="t" r="r" b="b"/>
            <a:pathLst>
              <a:path w="1472565" h="525779">
                <a:moveTo>
                  <a:pt x="0" y="87630"/>
                </a:moveTo>
                <a:lnTo>
                  <a:pt x="6887" y="53524"/>
                </a:lnTo>
                <a:lnTo>
                  <a:pt x="25669" y="25669"/>
                </a:lnTo>
                <a:lnTo>
                  <a:pt x="53524" y="6887"/>
                </a:lnTo>
                <a:lnTo>
                  <a:pt x="87629" y="0"/>
                </a:lnTo>
                <a:lnTo>
                  <a:pt x="1384553" y="0"/>
                </a:lnTo>
                <a:lnTo>
                  <a:pt x="1418659" y="6887"/>
                </a:lnTo>
                <a:lnTo>
                  <a:pt x="1446514" y="25669"/>
                </a:lnTo>
                <a:lnTo>
                  <a:pt x="1465296" y="53524"/>
                </a:lnTo>
                <a:lnTo>
                  <a:pt x="1472183" y="87630"/>
                </a:lnTo>
                <a:lnTo>
                  <a:pt x="1472183" y="438150"/>
                </a:lnTo>
                <a:lnTo>
                  <a:pt x="1465296" y="472255"/>
                </a:lnTo>
                <a:lnTo>
                  <a:pt x="1446514" y="500110"/>
                </a:lnTo>
                <a:lnTo>
                  <a:pt x="1418659" y="518892"/>
                </a:lnTo>
                <a:lnTo>
                  <a:pt x="1384553" y="525780"/>
                </a:lnTo>
                <a:lnTo>
                  <a:pt x="87629" y="525780"/>
                </a:lnTo>
                <a:lnTo>
                  <a:pt x="53524" y="518892"/>
                </a:lnTo>
                <a:lnTo>
                  <a:pt x="25669" y="500110"/>
                </a:lnTo>
                <a:lnTo>
                  <a:pt x="6887" y="472255"/>
                </a:lnTo>
                <a:lnTo>
                  <a:pt x="0" y="438150"/>
                </a:lnTo>
                <a:lnTo>
                  <a:pt x="0" y="87630"/>
                </a:lnTo>
                <a:close/>
              </a:path>
            </a:pathLst>
          </a:custGeom>
          <a:ln w="190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7">
            <a:extLst>
              <a:ext uri="{FF2B5EF4-FFF2-40B4-BE49-F238E27FC236}">
                <a16:creationId xmlns:a16="http://schemas.microsoft.com/office/drawing/2014/main" id="{501F1F34-6CF4-AC4B-8011-63EB5895F365}"/>
              </a:ext>
            </a:extLst>
          </p:cNvPr>
          <p:cNvSpPr txBox="1"/>
          <p:nvPr/>
        </p:nvSpPr>
        <p:spPr>
          <a:xfrm>
            <a:off x="10882121" y="4447285"/>
            <a:ext cx="946785" cy="2844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700">
                <a:latin typeface="Cambria Math"/>
                <a:cs typeface="Cambria Math"/>
              </a:rPr>
              <a:t>(𝒏</a:t>
            </a:r>
            <a:r>
              <a:rPr sz="1700" spc="-25">
                <a:latin typeface="Cambria Math"/>
                <a:cs typeface="Cambria Math"/>
              </a:rPr>
              <a:t> </a:t>
            </a:r>
            <a:r>
              <a:rPr sz="1700">
                <a:latin typeface="Cambria Math"/>
                <a:cs typeface="Cambria Math"/>
              </a:rPr>
              <a:t>− </a:t>
            </a:r>
            <a:r>
              <a:rPr sz="1700" spc="-10">
                <a:latin typeface="Cambria Math"/>
                <a:cs typeface="Cambria Math"/>
              </a:rPr>
              <a:t>𝟑,</a:t>
            </a:r>
            <a:r>
              <a:rPr sz="1700" spc="-95">
                <a:latin typeface="Cambria Math"/>
                <a:cs typeface="Cambria Math"/>
              </a:rPr>
              <a:t> </a:t>
            </a:r>
            <a:r>
              <a:rPr sz="1700" spc="-25">
                <a:latin typeface="Cambria Math"/>
                <a:cs typeface="Cambria Math"/>
              </a:rPr>
              <a:t>𝑪)</a:t>
            </a:r>
            <a:endParaRPr sz="1700">
              <a:latin typeface="Cambria Math"/>
              <a:cs typeface="Cambria Math"/>
            </a:endParaRPr>
          </a:p>
        </p:txBody>
      </p:sp>
      <p:grpSp>
        <p:nvGrpSpPr>
          <p:cNvPr id="50" name="object 48">
            <a:extLst>
              <a:ext uri="{FF2B5EF4-FFF2-40B4-BE49-F238E27FC236}">
                <a16:creationId xmlns:a16="http://schemas.microsoft.com/office/drawing/2014/main" id="{FD173746-976F-FD4A-B1E1-FFA88DA82CB8}"/>
              </a:ext>
            </a:extLst>
          </p:cNvPr>
          <p:cNvGrpSpPr/>
          <p:nvPr/>
        </p:nvGrpSpPr>
        <p:grpSpPr>
          <a:xfrm>
            <a:off x="349377" y="1399158"/>
            <a:ext cx="11032490" cy="4338320"/>
            <a:chOff x="349377" y="1399158"/>
            <a:chExt cx="11032490" cy="4338320"/>
          </a:xfrm>
        </p:grpSpPr>
        <p:sp>
          <p:nvSpPr>
            <p:cNvPr id="51" name="object 49">
              <a:extLst>
                <a:ext uri="{FF2B5EF4-FFF2-40B4-BE49-F238E27FC236}">
                  <a16:creationId xmlns:a16="http://schemas.microsoft.com/office/drawing/2014/main" id="{588917A9-2B0B-5841-8A06-AE041E1E0C89}"/>
                </a:ext>
              </a:extLst>
            </p:cNvPr>
            <p:cNvSpPr/>
            <p:nvPr/>
          </p:nvSpPr>
          <p:spPr>
            <a:xfrm>
              <a:off x="349377" y="1399158"/>
              <a:ext cx="11032490" cy="3803015"/>
            </a:xfrm>
            <a:custGeom>
              <a:avLst/>
              <a:gdLst/>
              <a:ahLst/>
              <a:cxnLst/>
              <a:rect l="l" t="t" r="r" b="b"/>
              <a:pathLst>
                <a:path w="11032490" h="3803015">
                  <a:moveTo>
                    <a:pt x="498487" y="3477895"/>
                  </a:moveTo>
                  <a:lnTo>
                    <a:pt x="484174" y="3456813"/>
                  </a:lnTo>
                  <a:lnTo>
                    <a:pt x="55765" y="3749141"/>
                  </a:lnTo>
                  <a:lnTo>
                    <a:pt x="41478" y="3728212"/>
                  </a:lnTo>
                  <a:lnTo>
                    <a:pt x="0" y="3802519"/>
                  </a:lnTo>
                  <a:lnTo>
                    <a:pt x="84416" y="3791077"/>
                  </a:lnTo>
                  <a:lnTo>
                    <a:pt x="74955" y="3777234"/>
                  </a:lnTo>
                  <a:lnTo>
                    <a:pt x="70078" y="3770096"/>
                  </a:lnTo>
                  <a:lnTo>
                    <a:pt x="498487" y="3477895"/>
                  </a:lnTo>
                  <a:close/>
                </a:path>
                <a:path w="11032490" h="3803015">
                  <a:moveTo>
                    <a:pt x="2777490" y="2238375"/>
                  </a:moveTo>
                  <a:lnTo>
                    <a:pt x="2769031" y="2229307"/>
                  </a:lnTo>
                  <a:lnTo>
                    <a:pt x="2765171" y="2217039"/>
                  </a:lnTo>
                  <a:lnTo>
                    <a:pt x="560425" y="2907296"/>
                  </a:lnTo>
                  <a:lnTo>
                    <a:pt x="552831" y="2883027"/>
                  </a:lnTo>
                  <a:lnTo>
                    <a:pt x="491490" y="2942082"/>
                  </a:lnTo>
                  <a:lnTo>
                    <a:pt x="575589" y="2955671"/>
                  </a:lnTo>
                  <a:lnTo>
                    <a:pt x="569175" y="2935224"/>
                  </a:lnTo>
                  <a:lnTo>
                    <a:pt x="567994" y="2931439"/>
                  </a:lnTo>
                  <a:lnTo>
                    <a:pt x="2718854" y="2258060"/>
                  </a:lnTo>
                  <a:lnTo>
                    <a:pt x="2044522" y="2881122"/>
                  </a:lnTo>
                  <a:lnTo>
                    <a:pt x="2027301" y="2862453"/>
                  </a:lnTo>
                  <a:lnTo>
                    <a:pt x="1997202" y="2942082"/>
                  </a:lnTo>
                  <a:lnTo>
                    <a:pt x="2078990" y="2918460"/>
                  </a:lnTo>
                  <a:lnTo>
                    <a:pt x="2069719" y="2908427"/>
                  </a:lnTo>
                  <a:lnTo>
                    <a:pt x="2061768" y="2899816"/>
                  </a:lnTo>
                  <a:lnTo>
                    <a:pt x="2777490" y="2238375"/>
                  </a:lnTo>
                  <a:close/>
                </a:path>
                <a:path w="11032490" h="3803015">
                  <a:moveTo>
                    <a:pt x="4761103" y="1703070"/>
                  </a:moveTo>
                  <a:lnTo>
                    <a:pt x="4752581" y="1660652"/>
                  </a:lnTo>
                  <a:lnTo>
                    <a:pt x="4744339" y="1619504"/>
                  </a:lnTo>
                  <a:lnTo>
                    <a:pt x="4724298" y="1635099"/>
                  </a:lnTo>
                  <a:lnTo>
                    <a:pt x="4287139" y="1073785"/>
                  </a:lnTo>
                  <a:lnTo>
                    <a:pt x="4276623" y="1081913"/>
                  </a:lnTo>
                  <a:lnTo>
                    <a:pt x="4271645" y="1069848"/>
                  </a:lnTo>
                  <a:lnTo>
                    <a:pt x="2833928" y="1662303"/>
                  </a:lnTo>
                  <a:lnTo>
                    <a:pt x="2824226" y="1638808"/>
                  </a:lnTo>
                  <a:lnTo>
                    <a:pt x="2768346" y="1703070"/>
                  </a:lnTo>
                  <a:lnTo>
                    <a:pt x="2853309" y="1709166"/>
                  </a:lnTo>
                  <a:lnTo>
                    <a:pt x="2845587" y="1690497"/>
                  </a:lnTo>
                  <a:lnTo>
                    <a:pt x="2843580" y="1685658"/>
                  </a:lnTo>
                  <a:lnTo>
                    <a:pt x="4272839" y="1096708"/>
                  </a:lnTo>
                  <a:lnTo>
                    <a:pt x="4704296" y="1650669"/>
                  </a:lnTo>
                  <a:lnTo>
                    <a:pt x="4684268" y="1666240"/>
                  </a:lnTo>
                  <a:lnTo>
                    <a:pt x="4761103" y="1703070"/>
                  </a:lnTo>
                  <a:close/>
                </a:path>
                <a:path w="11032490" h="3803015">
                  <a:moveTo>
                    <a:pt x="5019802" y="2857627"/>
                  </a:moveTo>
                  <a:lnTo>
                    <a:pt x="4995710" y="2866009"/>
                  </a:lnTo>
                  <a:lnTo>
                    <a:pt x="4772914" y="2224913"/>
                  </a:lnTo>
                  <a:lnTo>
                    <a:pt x="4760912" y="2229129"/>
                  </a:lnTo>
                  <a:lnTo>
                    <a:pt x="4754626" y="2218055"/>
                  </a:lnTo>
                  <a:lnTo>
                    <a:pt x="3562934" y="2893568"/>
                  </a:lnTo>
                  <a:lnTo>
                    <a:pt x="3550412" y="2871470"/>
                  </a:lnTo>
                  <a:lnTo>
                    <a:pt x="3502914" y="2942082"/>
                  </a:lnTo>
                  <a:lnTo>
                    <a:pt x="3588004" y="2937764"/>
                  </a:lnTo>
                  <a:lnTo>
                    <a:pt x="3578999" y="2921889"/>
                  </a:lnTo>
                  <a:lnTo>
                    <a:pt x="3575443" y="2915628"/>
                  </a:lnTo>
                  <a:lnTo>
                    <a:pt x="4754016" y="2247633"/>
                  </a:lnTo>
                  <a:lnTo>
                    <a:pt x="4971796" y="2874314"/>
                  </a:lnTo>
                  <a:lnTo>
                    <a:pt x="4947793" y="2882646"/>
                  </a:lnTo>
                  <a:lnTo>
                    <a:pt x="5008753" y="2942082"/>
                  </a:lnTo>
                  <a:lnTo>
                    <a:pt x="5016043" y="2886329"/>
                  </a:lnTo>
                  <a:lnTo>
                    <a:pt x="5019802" y="2857627"/>
                  </a:lnTo>
                  <a:close/>
                </a:path>
                <a:path w="11032490" h="3803015">
                  <a:moveTo>
                    <a:pt x="6776847" y="574421"/>
                  </a:moveTo>
                  <a:lnTo>
                    <a:pt x="6764782" y="559308"/>
                  </a:lnTo>
                  <a:lnTo>
                    <a:pt x="6723761" y="507873"/>
                  </a:lnTo>
                  <a:lnTo>
                    <a:pt x="6713106" y="530860"/>
                  </a:lnTo>
                  <a:lnTo>
                    <a:pt x="5567934" y="127"/>
                  </a:lnTo>
                  <a:lnTo>
                    <a:pt x="5562854" y="11112"/>
                  </a:lnTo>
                  <a:lnTo>
                    <a:pt x="5558155" y="0"/>
                  </a:lnTo>
                  <a:lnTo>
                    <a:pt x="4342257" y="515124"/>
                  </a:lnTo>
                  <a:lnTo>
                    <a:pt x="4332351" y="491744"/>
                  </a:lnTo>
                  <a:lnTo>
                    <a:pt x="4277106" y="556514"/>
                  </a:lnTo>
                  <a:lnTo>
                    <a:pt x="4362069" y="561848"/>
                  </a:lnTo>
                  <a:lnTo>
                    <a:pt x="4354258" y="543433"/>
                  </a:lnTo>
                  <a:lnTo>
                    <a:pt x="4352163" y="538492"/>
                  </a:lnTo>
                  <a:lnTo>
                    <a:pt x="5562562" y="25704"/>
                  </a:lnTo>
                  <a:lnTo>
                    <a:pt x="6702387" y="553999"/>
                  </a:lnTo>
                  <a:lnTo>
                    <a:pt x="6691757" y="576961"/>
                  </a:lnTo>
                  <a:lnTo>
                    <a:pt x="6776847" y="574421"/>
                  </a:lnTo>
                  <a:close/>
                </a:path>
                <a:path w="11032490" h="3803015">
                  <a:moveTo>
                    <a:pt x="8020050" y="2942082"/>
                  </a:moveTo>
                  <a:lnTo>
                    <a:pt x="8007426" y="2925445"/>
                  </a:lnTo>
                  <a:lnTo>
                    <a:pt x="7968615" y="2874264"/>
                  </a:lnTo>
                  <a:lnTo>
                    <a:pt x="7957413" y="2896997"/>
                  </a:lnTo>
                  <a:lnTo>
                    <a:pt x="6580886" y="2217674"/>
                  </a:lnTo>
                  <a:lnTo>
                    <a:pt x="6575298" y="2229104"/>
                  </a:lnTo>
                  <a:lnTo>
                    <a:pt x="6562725" y="2227961"/>
                  </a:lnTo>
                  <a:lnTo>
                    <a:pt x="6508178" y="2865132"/>
                  </a:lnTo>
                  <a:lnTo>
                    <a:pt x="6482842" y="2862961"/>
                  </a:lnTo>
                  <a:lnTo>
                    <a:pt x="6514338" y="2942082"/>
                  </a:lnTo>
                  <a:lnTo>
                    <a:pt x="6552336" y="2879979"/>
                  </a:lnTo>
                  <a:lnTo>
                    <a:pt x="6558788" y="2869438"/>
                  </a:lnTo>
                  <a:lnTo>
                    <a:pt x="6533451" y="2867279"/>
                  </a:lnTo>
                  <a:lnTo>
                    <a:pt x="6586410" y="2248776"/>
                  </a:lnTo>
                  <a:lnTo>
                    <a:pt x="7946174" y="2919831"/>
                  </a:lnTo>
                  <a:lnTo>
                    <a:pt x="7934960" y="2942590"/>
                  </a:lnTo>
                  <a:lnTo>
                    <a:pt x="8020050" y="2942082"/>
                  </a:lnTo>
                  <a:close/>
                </a:path>
                <a:path w="11032490" h="3803015">
                  <a:moveTo>
                    <a:pt x="8496046" y="1703324"/>
                  </a:moveTo>
                  <a:lnTo>
                    <a:pt x="8487321" y="1694307"/>
                  </a:lnTo>
                  <a:lnTo>
                    <a:pt x="8436864" y="1642110"/>
                  </a:lnTo>
                  <a:lnTo>
                    <a:pt x="8428444" y="1666100"/>
                  </a:lnTo>
                  <a:lnTo>
                    <a:pt x="6781419" y="1087882"/>
                  </a:lnTo>
                  <a:lnTo>
                    <a:pt x="6777190" y="1099908"/>
                  </a:lnTo>
                  <a:lnTo>
                    <a:pt x="6764909" y="1095756"/>
                  </a:lnTo>
                  <a:lnTo>
                    <a:pt x="6587439" y="1627047"/>
                  </a:lnTo>
                  <a:lnTo>
                    <a:pt x="6563360" y="1618996"/>
                  </a:lnTo>
                  <a:lnTo>
                    <a:pt x="6575298" y="1703324"/>
                  </a:lnTo>
                  <a:lnTo>
                    <a:pt x="6631546" y="1647190"/>
                  </a:lnTo>
                  <a:lnTo>
                    <a:pt x="6635623" y="1643126"/>
                  </a:lnTo>
                  <a:lnTo>
                    <a:pt x="6611480" y="1635074"/>
                  </a:lnTo>
                  <a:lnTo>
                    <a:pt x="6785000" y="1115961"/>
                  </a:lnTo>
                  <a:lnTo>
                    <a:pt x="8420024" y="1690090"/>
                  </a:lnTo>
                  <a:lnTo>
                    <a:pt x="8411591" y="1714119"/>
                  </a:lnTo>
                  <a:lnTo>
                    <a:pt x="8496046" y="1703324"/>
                  </a:lnTo>
                  <a:close/>
                </a:path>
                <a:path w="11032490" h="3803015">
                  <a:moveTo>
                    <a:pt x="11032236" y="2934589"/>
                  </a:moveTo>
                  <a:lnTo>
                    <a:pt x="11026889" y="2929763"/>
                  </a:lnTo>
                  <a:lnTo>
                    <a:pt x="10968990" y="2877439"/>
                  </a:lnTo>
                  <a:lnTo>
                    <a:pt x="10962157" y="2901962"/>
                  </a:lnTo>
                  <a:lnTo>
                    <a:pt x="8499729" y="2216912"/>
                  </a:lnTo>
                  <a:lnTo>
                    <a:pt x="8496300" y="2229104"/>
                  </a:lnTo>
                  <a:lnTo>
                    <a:pt x="8489061" y="2239518"/>
                  </a:lnTo>
                  <a:lnTo>
                    <a:pt x="9456522" y="2909214"/>
                  </a:lnTo>
                  <a:lnTo>
                    <a:pt x="9442069" y="2930144"/>
                  </a:lnTo>
                  <a:lnTo>
                    <a:pt x="9526397" y="2942082"/>
                  </a:lnTo>
                  <a:lnTo>
                    <a:pt x="9512300" y="2916428"/>
                  </a:lnTo>
                  <a:lnTo>
                    <a:pt x="9485376" y="2867406"/>
                  </a:lnTo>
                  <a:lnTo>
                    <a:pt x="9470923" y="2888335"/>
                  </a:lnTo>
                  <a:lnTo>
                    <a:pt x="8565299" y="2261451"/>
                  </a:lnTo>
                  <a:lnTo>
                    <a:pt x="10955363" y="2926372"/>
                  </a:lnTo>
                  <a:lnTo>
                    <a:pt x="10948543" y="2950845"/>
                  </a:lnTo>
                  <a:lnTo>
                    <a:pt x="11032236" y="293458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0">
              <a:extLst>
                <a:ext uri="{FF2B5EF4-FFF2-40B4-BE49-F238E27FC236}">
                  <a16:creationId xmlns:a16="http://schemas.microsoft.com/office/drawing/2014/main" id="{E6678940-29AC-0840-AA05-FCCFAD6FAB86}"/>
                </a:ext>
              </a:extLst>
            </p:cNvPr>
            <p:cNvSpPr/>
            <p:nvPr/>
          </p:nvSpPr>
          <p:spPr>
            <a:xfrm>
              <a:off x="3305937" y="5201793"/>
              <a:ext cx="6540500" cy="525780"/>
            </a:xfrm>
            <a:custGeom>
              <a:avLst/>
              <a:gdLst/>
              <a:ahLst/>
              <a:cxnLst/>
              <a:rect l="l" t="t" r="r" b="b"/>
              <a:pathLst>
                <a:path w="6540500" h="525779">
                  <a:moveTo>
                    <a:pt x="0" y="87629"/>
                  </a:moveTo>
                  <a:lnTo>
                    <a:pt x="6887" y="53524"/>
                  </a:lnTo>
                  <a:lnTo>
                    <a:pt x="25669" y="25669"/>
                  </a:lnTo>
                  <a:lnTo>
                    <a:pt x="53524" y="6887"/>
                  </a:lnTo>
                  <a:lnTo>
                    <a:pt x="87629" y="0"/>
                  </a:lnTo>
                  <a:lnTo>
                    <a:pt x="6452616" y="0"/>
                  </a:lnTo>
                  <a:lnTo>
                    <a:pt x="6486721" y="6887"/>
                  </a:lnTo>
                  <a:lnTo>
                    <a:pt x="6514576" y="25669"/>
                  </a:lnTo>
                  <a:lnTo>
                    <a:pt x="6533358" y="53524"/>
                  </a:lnTo>
                  <a:lnTo>
                    <a:pt x="6540246" y="87629"/>
                  </a:lnTo>
                  <a:lnTo>
                    <a:pt x="6540246" y="438149"/>
                  </a:lnTo>
                  <a:lnTo>
                    <a:pt x="6533358" y="472260"/>
                  </a:lnTo>
                  <a:lnTo>
                    <a:pt x="6514576" y="500114"/>
                  </a:lnTo>
                  <a:lnTo>
                    <a:pt x="6486721" y="518894"/>
                  </a:lnTo>
                  <a:lnTo>
                    <a:pt x="6452616" y="525779"/>
                  </a:lnTo>
                  <a:lnTo>
                    <a:pt x="87629" y="525779"/>
                  </a:lnTo>
                  <a:lnTo>
                    <a:pt x="53524" y="518894"/>
                  </a:lnTo>
                  <a:lnTo>
                    <a:pt x="25669" y="500114"/>
                  </a:lnTo>
                  <a:lnTo>
                    <a:pt x="6887" y="472260"/>
                  </a:lnTo>
                  <a:lnTo>
                    <a:pt x="0" y="438149"/>
                  </a:lnTo>
                  <a:lnTo>
                    <a:pt x="0" y="87629"/>
                  </a:lnTo>
                  <a:close/>
                </a:path>
              </a:pathLst>
            </a:custGeom>
            <a:ln w="190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3" name="object 51">
            <a:extLst>
              <a:ext uri="{FF2B5EF4-FFF2-40B4-BE49-F238E27FC236}">
                <a16:creationId xmlns:a16="http://schemas.microsoft.com/office/drawing/2014/main" id="{A8486C0C-181B-9344-8CA7-BC99740A965B}"/>
              </a:ext>
            </a:extLst>
          </p:cNvPr>
          <p:cNvSpPr txBox="1"/>
          <p:nvPr/>
        </p:nvSpPr>
        <p:spPr>
          <a:xfrm>
            <a:off x="4074414" y="5273040"/>
            <a:ext cx="5003800" cy="3302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01980" algn="l"/>
                <a:tab pos="1191895" algn="l"/>
                <a:tab pos="1868170" algn="l"/>
                <a:tab pos="3640454" algn="l"/>
                <a:tab pos="4231005" algn="l"/>
                <a:tab pos="4736465" algn="l"/>
              </a:tabLst>
            </a:pPr>
            <a:r>
              <a:rPr sz="2000" spc="-50">
                <a:latin typeface="PMingLiU"/>
                <a:cs typeface="PMingLiU"/>
              </a:rPr>
              <a:t>…</a:t>
            </a:r>
            <a:r>
              <a:rPr sz="2000">
                <a:latin typeface="PMingLiU"/>
                <a:cs typeface="PMingLiU"/>
              </a:rPr>
              <a:t>	</a:t>
            </a:r>
            <a:r>
              <a:rPr sz="2000" spc="-50">
                <a:latin typeface="PMingLiU"/>
                <a:cs typeface="PMingLiU"/>
              </a:rPr>
              <a:t>…</a:t>
            </a:r>
            <a:r>
              <a:rPr sz="2000">
                <a:latin typeface="PMingLiU"/>
                <a:cs typeface="PMingLiU"/>
              </a:rPr>
              <a:t>	</a:t>
            </a:r>
            <a:r>
              <a:rPr sz="2000" spc="-50">
                <a:latin typeface="PMingLiU"/>
                <a:cs typeface="PMingLiU"/>
              </a:rPr>
              <a:t>…</a:t>
            </a:r>
            <a:r>
              <a:rPr sz="2000">
                <a:latin typeface="PMingLiU"/>
                <a:cs typeface="PMingLiU"/>
              </a:rPr>
              <a:t>	</a:t>
            </a:r>
            <a:r>
              <a:rPr sz="2000" spc="-20">
                <a:latin typeface="PMingLiU"/>
                <a:cs typeface="PMingLiU"/>
              </a:rPr>
              <a:t>最深可达</a:t>
            </a:r>
            <a:r>
              <a:rPr sz="2000" spc="-10">
                <a:latin typeface="Cambria Math"/>
                <a:cs typeface="Cambria Math"/>
              </a:rPr>
              <a:t>𝒏</a:t>
            </a:r>
            <a:r>
              <a:rPr sz="2000" spc="-50">
                <a:latin typeface="PMingLiU"/>
                <a:cs typeface="PMingLiU"/>
              </a:rPr>
              <a:t>层</a:t>
            </a:r>
            <a:r>
              <a:rPr sz="2000">
                <a:latin typeface="PMingLiU"/>
                <a:cs typeface="PMingLiU"/>
              </a:rPr>
              <a:t>	</a:t>
            </a:r>
            <a:r>
              <a:rPr sz="2000" spc="-50">
                <a:latin typeface="PMingLiU"/>
                <a:cs typeface="PMingLiU"/>
              </a:rPr>
              <a:t>…</a:t>
            </a:r>
            <a:r>
              <a:rPr sz="2000">
                <a:latin typeface="PMingLiU"/>
                <a:cs typeface="PMingLiU"/>
              </a:rPr>
              <a:t>	</a:t>
            </a:r>
            <a:r>
              <a:rPr sz="2000" spc="-50">
                <a:latin typeface="PMingLiU"/>
                <a:cs typeface="PMingLiU"/>
              </a:rPr>
              <a:t>…</a:t>
            </a:r>
            <a:r>
              <a:rPr sz="2000">
                <a:latin typeface="PMingLiU"/>
                <a:cs typeface="PMingLiU"/>
              </a:rPr>
              <a:t>	</a:t>
            </a:r>
            <a:r>
              <a:rPr sz="2000" spc="-50">
                <a:latin typeface="PMingLiU"/>
                <a:cs typeface="PMingLiU"/>
              </a:rPr>
              <a:t>…</a:t>
            </a:r>
            <a:endParaRPr sz="2000">
              <a:latin typeface="PMingLiU"/>
              <a:cs typeface="PMingLiU"/>
            </a:endParaRPr>
          </a:p>
        </p:txBody>
      </p:sp>
      <p:grpSp>
        <p:nvGrpSpPr>
          <p:cNvPr id="54" name="object 52">
            <a:extLst>
              <a:ext uri="{FF2B5EF4-FFF2-40B4-BE49-F238E27FC236}">
                <a16:creationId xmlns:a16="http://schemas.microsoft.com/office/drawing/2014/main" id="{9E2AEF08-86E4-2C4D-81A7-B26506225938}"/>
              </a:ext>
            </a:extLst>
          </p:cNvPr>
          <p:cNvGrpSpPr/>
          <p:nvPr/>
        </p:nvGrpSpPr>
        <p:grpSpPr>
          <a:xfrm>
            <a:off x="158495" y="1126108"/>
            <a:ext cx="11775440" cy="4574540"/>
            <a:chOff x="158495" y="1126108"/>
            <a:chExt cx="11775440" cy="4574540"/>
          </a:xfrm>
        </p:grpSpPr>
        <p:sp>
          <p:nvSpPr>
            <p:cNvPr id="55" name="object 53">
              <a:extLst>
                <a:ext uri="{FF2B5EF4-FFF2-40B4-BE49-F238E27FC236}">
                  <a16:creationId xmlns:a16="http://schemas.microsoft.com/office/drawing/2014/main" id="{A4B8182F-BAB8-6743-93A9-0FDC4F233C59}"/>
                </a:ext>
              </a:extLst>
            </p:cNvPr>
            <p:cNvSpPr/>
            <p:nvPr/>
          </p:nvSpPr>
          <p:spPr>
            <a:xfrm>
              <a:off x="830262" y="4848224"/>
              <a:ext cx="11103610" cy="369570"/>
            </a:xfrm>
            <a:custGeom>
              <a:avLst/>
              <a:gdLst/>
              <a:ahLst/>
              <a:cxnLst/>
              <a:rect l="l" t="t" r="r" b="b"/>
              <a:pathLst>
                <a:path w="11103610" h="369570">
                  <a:moveTo>
                    <a:pt x="231800" y="353453"/>
                  </a:moveTo>
                  <a:lnTo>
                    <a:pt x="226263" y="307467"/>
                  </a:lnTo>
                  <a:lnTo>
                    <a:pt x="221627" y="268859"/>
                  </a:lnTo>
                  <a:lnTo>
                    <a:pt x="200418" y="282879"/>
                  </a:lnTo>
                  <a:lnTo>
                    <a:pt x="21209" y="11303"/>
                  </a:lnTo>
                  <a:lnTo>
                    <a:pt x="0" y="25273"/>
                  </a:lnTo>
                  <a:lnTo>
                    <a:pt x="179235" y="296887"/>
                  </a:lnTo>
                  <a:lnTo>
                    <a:pt x="158038" y="310896"/>
                  </a:lnTo>
                  <a:lnTo>
                    <a:pt x="231800" y="353453"/>
                  </a:lnTo>
                  <a:close/>
                </a:path>
                <a:path w="11103610" h="369570">
                  <a:moveTo>
                    <a:pt x="1846389" y="353453"/>
                  </a:moveTo>
                  <a:lnTo>
                    <a:pt x="1834603" y="317119"/>
                  </a:lnTo>
                  <a:lnTo>
                    <a:pt x="1820100" y="272415"/>
                  </a:lnTo>
                  <a:lnTo>
                    <a:pt x="1801914" y="290296"/>
                  </a:lnTo>
                  <a:lnTo>
                    <a:pt x="1525333" y="9398"/>
                  </a:lnTo>
                  <a:lnTo>
                    <a:pt x="1516202" y="18402"/>
                  </a:lnTo>
                  <a:lnTo>
                    <a:pt x="1508188" y="8382"/>
                  </a:lnTo>
                  <a:lnTo>
                    <a:pt x="1145209" y="296189"/>
                  </a:lnTo>
                  <a:lnTo>
                    <a:pt x="1129474" y="276352"/>
                  </a:lnTo>
                  <a:lnTo>
                    <a:pt x="1093406" y="353453"/>
                  </a:lnTo>
                  <a:lnTo>
                    <a:pt x="1176845" y="336042"/>
                  </a:lnTo>
                  <a:lnTo>
                    <a:pt x="1167269" y="323977"/>
                  </a:lnTo>
                  <a:lnTo>
                    <a:pt x="1161008" y="316090"/>
                  </a:lnTo>
                  <a:lnTo>
                    <a:pt x="1515198" y="35217"/>
                  </a:lnTo>
                  <a:lnTo>
                    <a:pt x="1783867" y="308063"/>
                  </a:lnTo>
                  <a:lnTo>
                    <a:pt x="1765744" y="325882"/>
                  </a:lnTo>
                  <a:lnTo>
                    <a:pt x="1846389" y="353453"/>
                  </a:lnTo>
                  <a:close/>
                </a:path>
                <a:path w="11103610" h="369570">
                  <a:moveTo>
                    <a:pt x="3336099" y="369570"/>
                  </a:moveTo>
                  <a:lnTo>
                    <a:pt x="3325520" y="330708"/>
                  </a:lnTo>
                  <a:lnTo>
                    <a:pt x="3313747" y="287401"/>
                  </a:lnTo>
                  <a:lnTo>
                    <a:pt x="3294900" y="304266"/>
                  </a:lnTo>
                  <a:lnTo>
                    <a:pt x="3031553" y="9779"/>
                  </a:lnTo>
                  <a:lnTo>
                    <a:pt x="3022054" y="18262"/>
                  </a:lnTo>
                  <a:lnTo>
                    <a:pt x="3014408" y="8128"/>
                  </a:lnTo>
                  <a:lnTo>
                    <a:pt x="2612491" y="313410"/>
                  </a:lnTo>
                  <a:lnTo>
                    <a:pt x="2597086" y="293116"/>
                  </a:lnTo>
                  <a:lnTo>
                    <a:pt x="2559494" y="369570"/>
                  </a:lnTo>
                  <a:lnTo>
                    <a:pt x="2643187" y="353834"/>
                  </a:lnTo>
                  <a:lnTo>
                    <a:pt x="2633637" y="341249"/>
                  </a:lnTo>
                  <a:lnTo>
                    <a:pt x="2627833" y="333616"/>
                  </a:lnTo>
                  <a:lnTo>
                    <a:pt x="3020364" y="35598"/>
                  </a:lnTo>
                  <a:lnTo>
                    <a:pt x="3275927" y="321246"/>
                  </a:lnTo>
                  <a:lnTo>
                    <a:pt x="3256978" y="338201"/>
                  </a:lnTo>
                  <a:lnTo>
                    <a:pt x="3336099" y="369570"/>
                  </a:lnTo>
                  <a:close/>
                </a:path>
                <a:path w="11103610" h="369570">
                  <a:moveTo>
                    <a:pt x="4889436" y="369570"/>
                  </a:moveTo>
                  <a:lnTo>
                    <a:pt x="4877143" y="334391"/>
                  </a:lnTo>
                  <a:lnTo>
                    <a:pt x="4861369" y="289179"/>
                  </a:lnTo>
                  <a:lnTo>
                    <a:pt x="4843640" y="307416"/>
                  </a:lnTo>
                  <a:lnTo>
                    <a:pt x="4536630" y="9144"/>
                  </a:lnTo>
                  <a:lnTo>
                    <a:pt x="4527562" y="18465"/>
                  </a:lnTo>
                  <a:lnTo>
                    <a:pt x="4519231" y="8636"/>
                  </a:lnTo>
                  <a:lnTo>
                    <a:pt x="4162387" y="310591"/>
                  </a:lnTo>
                  <a:lnTo>
                    <a:pt x="4145978" y="291211"/>
                  </a:lnTo>
                  <a:lnTo>
                    <a:pt x="4112450" y="369570"/>
                  </a:lnTo>
                  <a:lnTo>
                    <a:pt x="4195254" y="349377"/>
                  </a:lnTo>
                  <a:lnTo>
                    <a:pt x="4185780" y="338201"/>
                  </a:lnTo>
                  <a:lnTo>
                    <a:pt x="4178808" y="329971"/>
                  </a:lnTo>
                  <a:lnTo>
                    <a:pt x="4526927" y="35293"/>
                  </a:lnTo>
                  <a:lnTo>
                    <a:pt x="4825987" y="325577"/>
                  </a:lnTo>
                  <a:lnTo>
                    <a:pt x="4808283" y="343789"/>
                  </a:lnTo>
                  <a:lnTo>
                    <a:pt x="4889436" y="369570"/>
                  </a:lnTo>
                  <a:close/>
                </a:path>
                <a:path w="11103610" h="369570">
                  <a:moveTo>
                    <a:pt x="6442773" y="369570"/>
                  </a:moveTo>
                  <a:lnTo>
                    <a:pt x="6429426" y="337820"/>
                  </a:lnTo>
                  <a:lnTo>
                    <a:pt x="6409753" y="290957"/>
                  </a:lnTo>
                  <a:lnTo>
                    <a:pt x="6393167" y="310286"/>
                  </a:lnTo>
                  <a:lnTo>
                    <a:pt x="6041707" y="8636"/>
                  </a:lnTo>
                  <a:lnTo>
                    <a:pt x="6033503" y="18224"/>
                  </a:lnTo>
                  <a:lnTo>
                    <a:pt x="6024816" y="9144"/>
                  </a:lnTo>
                  <a:lnTo>
                    <a:pt x="5712447" y="307695"/>
                  </a:lnTo>
                  <a:lnTo>
                    <a:pt x="5694858" y="289306"/>
                  </a:lnTo>
                  <a:lnTo>
                    <a:pt x="5666168" y="369570"/>
                  </a:lnTo>
                  <a:lnTo>
                    <a:pt x="5747575" y="344424"/>
                  </a:lnTo>
                  <a:lnTo>
                    <a:pt x="5738457" y="334899"/>
                  </a:lnTo>
                  <a:lnTo>
                    <a:pt x="5730075" y="326136"/>
                  </a:lnTo>
                  <a:lnTo>
                    <a:pt x="6033948" y="35458"/>
                  </a:lnTo>
                  <a:lnTo>
                    <a:pt x="6376644" y="329577"/>
                  </a:lnTo>
                  <a:lnTo>
                    <a:pt x="6360096" y="348869"/>
                  </a:lnTo>
                  <a:lnTo>
                    <a:pt x="6442773" y="369570"/>
                  </a:lnTo>
                  <a:close/>
                </a:path>
                <a:path w="11103610" h="369570">
                  <a:moveTo>
                    <a:pt x="7995983" y="369570"/>
                  </a:moveTo>
                  <a:lnTo>
                    <a:pt x="7982102" y="340868"/>
                  </a:lnTo>
                  <a:lnTo>
                    <a:pt x="7958899" y="292862"/>
                  </a:lnTo>
                  <a:lnTo>
                    <a:pt x="7943367" y="313067"/>
                  </a:lnTo>
                  <a:lnTo>
                    <a:pt x="7546911" y="8255"/>
                  </a:lnTo>
                  <a:lnTo>
                    <a:pt x="7539368" y="18021"/>
                  </a:lnTo>
                  <a:lnTo>
                    <a:pt x="7530274" y="9779"/>
                  </a:lnTo>
                  <a:lnTo>
                    <a:pt x="7261834" y="304673"/>
                  </a:lnTo>
                  <a:lnTo>
                    <a:pt x="7243000" y="287528"/>
                  </a:lnTo>
                  <a:lnTo>
                    <a:pt x="7219886" y="369570"/>
                  </a:lnTo>
                  <a:lnTo>
                    <a:pt x="7299388" y="338836"/>
                  </a:lnTo>
                  <a:lnTo>
                    <a:pt x="7290867" y="331089"/>
                  </a:lnTo>
                  <a:lnTo>
                    <a:pt x="7280592" y="321741"/>
                  </a:lnTo>
                  <a:lnTo>
                    <a:pt x="7540980" y="35687"/>
                  </a:lnTo>
                  <a:lnTo>
                    <a:pt x="7927911" y="333159"/>
                  </a:lnTo>
                  <a:lnTo>
                    <a:pt x="7912417" y="353314"/>
                  </a:lnTo>
                  <a:lnTo>
                    <a:pt x="7995983" y="369570"/>
                  </a:lnTo>
                  <a:close/>
                </a:path>
                <a:path w="11103610" h="369570">
                  <a:moveTo>
                    <a:pt x="9549320" y="369570"/>
                  </a:moveTo>
                  <a:lnTo>
                    <a:pt x="9535198" y="343662"/>
                  </a:lnTo>
                  <a:lnTo>
                    <a:pt x="9508553" y="294767"/>
                  </a:lnTo>
                  <a:lnTo>
                    <a:pt x="9494050" y="315569"/>
                  </a:lnTo>
                  <a:lnTo>
                    <a:pt x="9052115" y="7874"/>
                  </a:lnTo>
                  <a:lnTo>
                    <a:pt x="9044940" y="18199"/>
                  </a:lnTo>
                  <a:lnTo>
                    <a:pt x="9034970" y="10541"/>
                  </a:lnTo>
                  <a:lnTo>
                    <a:pt x="8809431" y="301523"/>
                  </a:lnTo>
                  <a:lnTo>
                    <a:pt x="8789352" y="286004"/>
                  </a:lnTo>
                  <a:lnTo>
                    <a:pt x="8772842" y="369570"/>
                  </a:lnTo>
                  <a:lnTo>
                    <a:pt x="8849677" y="332613"/>
                  </a:lnTo>
                  <a:lnTo>
                    <a:pt x="8842604" y="327152"/>
                  </a:lnTo>
                  <a:lnTo>
                    <a:pt x="8829548" y="317068"/>
                  </a:lnTo>
                  <a:lnTo>
                    <a:pt x="9047670" y="35699"/>
                  </a:lnTo>
                  <a:lnTo>
                    <a:pt x="9479534" y="336384"/>
                  </a:lnTo>
                  <a:lnTo>
                    <a:pt x="9464992" y="357251"/>
                  </a:lnTo>
                  <a:lnTo>
                    <a:pt x="9549320" y="369570"/>
                  </a:lnTo>
                  <a:close/>
                </a:path>
                <a:path w="11103610" h="369570">
                  <a:moveTo>
                    <a:pt x="11103420" y="369443"/>
                  </a:moveTo>
                  <a:lnTo>
                    <a:pt x="11089373" y="345579"/>
                  </a:lnTo>
                  <a:lnTo>
                    <a:pt x="11060240" y="296037"/>
                  </a:lnTo>
                  <a:lnTo>
                    <a:pt x="11046409" y="317309"/>
                  </a:lnTo>
                  <a:lnTo>
                    <a:pt x="10558209" y="0"/>
                  </a:lnTo>
                  <a:lnTo>
                    <a:pt x="10551262" y="10706"/>
                  </a:lnTo>
                  <a:lnTo>
                    <a:pt x="10540429" y="3937"/>
                  </a:lnTo>
                  <a:lnTo>
                    <a:pt x="10356228" y="298196"/>
                  </a:lnTo>
                  <a:lnTo>
                    <a:pt x="10334688" y="284734"/>
                  </a:lnTo>
                  <a:lnTo>
                    <a:pt x="10326560" y="369443"/>
                  </a:lnTo>
                  <a:lnTo>
                    <a:pt x="10399331" y="325120"/>
                  </a:lnTo>
                  <a:lnTo>
                    <a:pt x="10395052" y="322453"/>
                  </a:lnTo>
                  <a:lnTo>
                    <a:pt x="10377767" y="311658"/>
                  </a:lnTo>
                  <a:lnTo>
                    <a:pt x="10555148" y="28359"/>
                  </a:lnTo>
                  <a:lnTo>
                    <a:pt x="11032541" y="338632"/>
                  </a:lnTo>
                  <a:lnTo>
                    <a:pt x="11018711" y="359918"/>
                  </a:lnTo>
                  <a:lnTo>
                    <a:pt x="11103420" y="36944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4">
              <a:extLst>
                <a:ext uri="{FF2B5EF4-FFF2-40B4-BE49-F238E27FC236}">
                  <a16:creationId xmlns:a16="http://schemas.microsoft.com/office/drawing/2014/main" id="{FB6E76BD-B349-D541-B9DA-337E26FCD034}"/>
                </a:ext>
              </a:extLst>
            </p:cNvPr>
            <p:cNvSpPr/>
            <p:nvPr/>
          </p:nvSpPr>
          <p:spPr>
            <a:xfrm>
              <a:off x="6803516" y="1138808"/>
              <a:ext cx="3948429" cy="2226945"/>
            </a:xfrm>
            <a:custGeom>
              <a:avLst/>
              <a:gdLst/>
              <a:ahLst/>
              <a:cxnLst/>
              <a:rect l="l" t="t" r="r" b="b"/>
              <a:pathLst>
                <a:path w="3948429" h="2226945">
                  <a:moveTo>
                    <a:pt x="0" y="0"/>
                  </a:moveTo>
                  <a:lnTo>
                    <a:pt x="3947540" y="0"/>
                  </a:lnTo>
                </a:path>
                <a:path w="3948429" h="2226945">
                  <a:moveTo>
                    <a:pt x="1838705" y="996950"/>
                  </a:moveTo>
                  <a:lnTo>
                    <a:pt x="3947540" y="995933"/>
                  </a:lnTo>
                </a:path>
                <a:path w="3948429" h="2226945">
                  <a:moveTo>
                    <a:pt x="2778252" y="2226564"/>
                  </a:moveTo>
                  <a:lnTo>
                    <a:pt x="3948049" y="2225040"/>
                  </a:lnTo>
                </a:path>
              </a:pathLst>
            </a:custGeom>
            <a:ln w="25400">
              <a:solidFill>
                <a:srgbClr val="000000"/>
              </a:solidFill>
              <a:prstDash val="lg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5">
              <a:extLst>
                <a:ext uri="{FF2B5EF4-FFF2-40B4-BE49-F238E27FC236}">
                  <a16:creationId xmlns:a16="http://schemas.microsoft.com/office/drawing/2014/main" id="{78E621E8-A631-774B-BB3E-8678BE02E5CB}"/>
                </a:ext>
              </a:extLst>
            </p:cNvPr>
            <p:cNvSpPr/>
            <p:nvPr/>
          </p:nvSpPr>
          <p:spPr>
            <a:xfrm>
              <a:off x="168020" y="5201793"/>
              <a:ext cx="1075690" cy="489584"/>
            </a:xfrm>
            <a:custGeom>
              <a:avLst/>
              <a:gdLst/>
              <a:ahLst/>
              <a:cxnLst/>
              <a:rect l="l" t="t" r="r" b="b"/>
              <a:pathLst>
                <a:path w="1075690" h="489584">
                  <a:moveTo>
                    <a:pt x="0" y="60451"/>
                  </a:moveTo>
                  <a:lnTo>
                    <a:pt x="4750" y="36915"/>
                  </a:lnTo>
                  <a:lnTo>
                    <a:pt x="17705" y="17700"/>
                  </a:lnTo>
                  <a:lnTo>
                    <a:pt x="36920" y="4748"/>
                  </a:lnTo>
                  <a:lnTo>
                    <a:pt x="60451" y="0"/>
                  </a:lnTo>
                  <a:lnTo>
                    <a:pt x="302260" y="0"/>
                  </a:lnTo>
                  <a:lnTo>
                    <a:pt x="325791" y="4748"/>
                  </a:lnTo>
                  <a:lnTo>
                    <a:pt x="345006" y="17700"/>
                  </a:lnTo>
                  <a:lnTo>
                    <a:pt x="357961" y="36915"/>
                  </a:lnTo>
                  <a:lnTo>
                    <a:pt x="362712" y="60451"/>
                  </a:lnTo>
                  <a:lnTo>
                    <a:pt x="362712" y="428751"/>
                  </a:lnTo>
                  <a:lnTo>
                    <a:pt x="357961" y="452283"/>
                  </a:lnTo>
                  <a:lnTo>
                    <a:pt x="345006" y="471498"/>
                  </a:lnTo>
                  <a:lnTo>
                    <a:pt x="325791" y="484453"/>
                  </a:lnTo>
                  <a:lnTo>
                    <a:pt x="302260" y="489203"/>
                  </a:lnTo>
                  <a:lnTo>
                    <a:pt x="60451" y="489203"/>
                  </a:lnTo>
                  <a:lnTo>
                    <a:pt x="36920" y="484453"/>
                  </a:lnTo>
                  <a:lnTo>
                    <a:pt x="17705" y="471498"/>
                  </a:lnTo>
                  <a:lnTo>
                    <a:pt x="4750" y="452283"/>
                  </a:lnTo>
                  <a:lnTo>
                    <a:pt x="0" y="428751"/>
                  </a:lnTo>
                  <a:lnTo>
                    <a:pt x="0" y="60451"/>
                  </a:lnTo>
                  <a:close/>
                </a:path>
                <a:path w="1075690" h="489584">
                  <a:moveTo>
                    <a:pt x="712469" y="60451"/>
                  </a:moveTo>
                  <a:lnTo>
                    <a:pt x="717220" y="36915"/>
                  </a:lnTo>
                  <a:lnTo>
                    <a:pt x="730175" y="17700"/>
                  </a:lnTo>
                  <a:lnTo>
                    <a:pt x="749390" y="4748"/>
                  </a:lnTo>
                  <a:lnTo>
                    <a:pt x="772922" y="0"/>
                  </a:lnTo>
                  <a:lnTo>
                    <a:pt x="1014729" y="0"/>
                  </a:lnTo>
                  <a:lnTo>
                    <a:pt x="1038261" y="4748"/>
                  </a:lnTo>
                  <a:lnTo>
                    <a:pt x="1057476" y="17700"/>
                  </a:lnTo>
                  <a:lnTo>
                    <a:pt x="1070431" y="36915"/>
                  </a:lnTo>
                  <a:lnTo>
                    <a:pt x="1075182" y="60451"/>
                  </a:lnTo>
                  <a:lnTo>
                    <a:pt x="1075182" y="428751"/>
                  </a:lnTo>
                  <a:lnTo>
                    <a:pt x="1070431" y="452283"/>
                  </a:lnTo>
                  <a:lnTo>
                    <a:pt x="1057476" y="471498"/>
                  </a:lnTo>
                  <a:lnTo>
                    <a:pt x="1038261" y="484453"/>
                  </a:lnTo>
                  <a:lnTo>
                    <a:pt x="1014729" y="489203"/>
                  </a:lnTo>
                  <a:lnTo>
                    <a:pt x="772922" y="489203"/>
                  </a:lnTo>
                  <a:lnTo>
                    <a:pt x="749390" y="484453"/>
                  </a:lnTo>
                  <a:lnTo>
                    <a:pt x="730175" y="471498"/>
                  </a:lnTo>
                  <a:lnTo>
                    <a:pt x="717220" y="452283"/>
                  </a:lnTo>
                  <a:lnTo>
                    <a:pt x="712469" y="428751"/>
                  </a:lnTo>
                  <a:lnTo>
                    <a:pt x="712469" y="60451"/>
                  </a:lnTo>
                  <a:close/>
                </a:path>
              </a:pathLst>
            </a:custGeom>
            <a:ln w="190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8" name="object 56">
            <a:extLst>
              <a:ext uri="{FF2B5EF4-FFF2-40B4-BE49-F238E27FC236}">
                <a16:creationId xmlns:a16="http://schemas.microsoft.com/office/drawing/2014/main" id="{C36C67F7-2FC9-6B4A-A66F-E4189BF31490}"/>
              </a:ext>
            </a:extLst>
          </p:cNvPr>
          <p:cNvSpPr txBox="1"/>
          <p:nvPr/>
        </p:nvSpPr>
        <p:spPr>
          <a:xfrm>
            <a:off x="5008117" y="1459229"/>
            <a:ext cx="1397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b="1">
                <a:latin typeface="Times New Roman"/>
                <a:cs typeface="Times New Roman"/>
              </a:rPr>
              <a:t>1</a:t>
            </a:r>
            <a:endParaRPr sz="1800">
              <a:latin typeface="Times New Roman"/>
              <a:cs typeface="Times New Roman"/>
            </a:endParaRPr>
          </a:p>
        </p:txBody>
      </p:sp>
      <p:sp>
        <p:nvSpPr>
          <p:cNvPr id="59" name="object 57">
            <a:extLst>
              <a:ext uri="{FF2B5EF4-FFF2-40B4-BE49-F238E27FC236}">
                <a16:creationId xmlns:a16="http://schemas.microsoft.com/office/drawing/2014/main" id="{2CD0DCD6-7FAD-784E-B24B-129598ABA50E}"/>
              </a:ext>
            </a:extLst>
          </p:cNvPr>
          <p:cNvSpPr txBox="1"/>
          <p:nvPr/>
        </p:nvSpPr>
        <p:spPr>
          <a:xfrm>
            <a:off x="6628130" y="1465326"/>
            <a:ext cx="1397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b="1">
                <a:latin typeface="Times New Roman"/>
                <a:cs typeface="Times New Roman"/>
              </a:rPr>
              <a:t>0</a:t>
            </a:r>
            <a:endParaRPr sz="1800">
              <a:latin typeface="Times New Roman"/>
              <a:cs typeface="Times New Roman"/>
            </a:endParaRPr>
          </a:p>
        </p:txBody>
      </p:sp>
      <p:sp>
        <p:nvSpPr>
          <p:cNvPr id="60" name="object 58">
            <a:extLst>
              <a:ext uri="{FF2B5EF4-FFF2-40B4-BE49-F238E27FC236}">
                <a16:creationId xmlns:a16="http://schemas.microsoft.com/office/drawing/2014/main" id="{8661A2CA-3738-684C-A8FF-53AC44651DDF}"/>
              </a:ext>
            </a:extLst>
          </p:cNvPr>
          <p:cNvSpPr txBox="1"/>
          <p:nvPr/>
        </p:nvSpPr>
        <p:spPr>
          <a:xfrm>
            <a:off x="3476497" y="2634234"/>
            <a:ext cx="1397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b="1">
                <a:latin typeface="Times New Roman"/>
                <a:cs typeface="Times New Roman"/>
              </a:rPr>
              <a:t>1</a:t>
            </a:r>
            <a:endParaRPr sz="1800">
              <a:latin typeface="Times New Roman"/>
              <a:cs typeface="Times New Roman"/>
            </a:endParaRPr>
          </a:p>
        </p:txBody>
      </p:sp>
      <p:sp>
        <p:nvSpPr>
          <p:cNvPr id="61" name="object 59">
            <a:extLst>
              <a:ext uri="{FF2B5EF4-FFF2-40B4-BE49-F238E27FC236}">
                <a16:creationId xmlns:a16="http://schemas.microsoft.com/office/drawing/2014/main" id="{82563E4E-AACB-2F4E-A8A3-EBAC7B2EBDB6}"/>
              </a:ext>
            </a:extLst>
          </p:cNvPr>
          <p:cNvSpPr txBox="1"/>
          <p:nvPr/>
        </p:nvSpPr>
        <p:spPr>
          <a:xfrm>
            <a:off x="4955032" y="2616961"/>
            <a:ext cx="1397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b="1">
                <a:latin typeface="Times New Roman"/>
                <a:cs typeface="Times New Roman"/>
              </a:rPr>
              <a:t>0</a:t>
            </a:r>
            <a:endParaRPr sz="1800">
              <a:latin typeface="Times New Roman"/>
              <a:cs typeface="Times New Roman"/>
            </a:endParaRPr>
          </a:p>
        </p:txBody>
      </p:sp>
      <p:sp>
        <p:nvSpPr>
          <p:cNvPr id="62" name="object 60">
            <a:extLst>
              <a:ext uri="{FF2B5EF4-FFF2-40B4-BE49-F238E27FC236}">
                <a16:creationId xmlns:a16="http://schemas.microsoft.com/office/drawing/2014/main" id="{18531ED9-9BBC-D746-BEDA-4771D45D0326}"/>
              </a:ext>
            </a:extLst>
          </p:cNvPr>
          <p:cNvSpPr txBox="1"/>
          <p:nvPr/>
        </p:nvSpPr>
        <p:spPr>
          <a:xfrm>
            <a:off x="6781545" y="2616961"/>
            <a:ext cx="1397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b="1">
                <a:latin typeface="Times New Roman"/>
                <a:cs typeface="Times New Roman"/>
              </a:rPr>
              <a:t>1</a:t>
            </a:r>
            <a:endParaRPr sz="1800">
              <a:latin typeface="Times New Roman"/>
              <a:cs typeface="Times New Roman"/>
            </a:endParaRPr>
          </a:p>
        </p:txBody>
      </p:sp>
      <p:sp>
        <p:nvSpPr>
          <p:cNvPr id="63" name="object 61">
            <a:extLst>
              <a:ext uri="{FF2B5EF4-FFF2-40B4-BE49-F238E27FC236}">
                <a16:creationId xmlns:a16="http://schemas.microsoft.com/office/drawing/2014/main" id="{245E360C-9198-164E-81A7-C236F7DD029F}"/>
              </a:ext>
            </a:extLst>
          </p:cNvPr>
          <p:cNvSpPr txBox="1"/>
          <p:nvPr/>
        </p:nvSpPr>
        <p:spPr>
          <a:xfrm>
            <a:off x="8021319" y="2566161"/>
            <a:ext cx="1397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b="1">
                <a:latin typeface="Times New Roman"/>
                <a:cs typeface="Times New Roman"/>
              </a:rPr>
              <a:t>0</a:t>
            </a:r>
            <a:endParaRPr sz="1800">
              <a:latin typeface="Times New Roman"/>
              <a:cs typeface="Times New Roman"/>
            </a:endParaRPr>
          </a:p>
        </p:txBody>
      </p:sp>
      <p:sp>
        <p:nvSpPr>
          <p:cNvPr id="64" name="object 62">
            <a:extLst>
              <a:ext uri="{FF2B5EF4-FFF2-40B4-BE49-F238E27FC236}">
                <a16:creationId xmlns:a16="http://schemas.microsoft.com/office/drawing/2014/main" id="{0CCFAAF1-4323-834F-8C49-86E747285ADC}"/>
              </a:ext>
            </a:extLst>
          </p:cNvPr>
          <p:cNvSpPr txBox="1"/>
          <p:nvPr/>
        </p:nvSpPr>
        <p:spPr>
          <a:xfrm>
            <a:off x="1703832" y="3771392"/>
            <a:ext cx="1397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b="1">
                <a:latin typeface="Times New Roman"/>
                <a:cs typeface="Times New Roman"/>
              </a:rPr>
              <a:t>1</a:t>
            </a:r>
            <a:endParaRPr sz="1800">
              <a:latin typeface="Times New Roman"/>
              <a:cs typeface="Times New Roman"/>
            </a:endParaRPr>
          </a:p>
        </p:txBody>
      </p:sp>
      <p:sp>
        <p:nvSpPr>
          <p:cNvPr id="65" name="object 63">
            <a:extLst>
              <a:ext uri="{FF2B5EF4-FFF2-40B4-BE49-F238E27FC236}">
                <a16:creationId xmlns:a16="http://schemas.microsoft.com/office/drawing/2014/main" id="{386674E7-14B9-9440-9F9E-B8ED8658D31D}"/>
              </a:ext>
            </a:extLst>
          </p:cNvPr>
          <p:cNvSpPr txBox="1"/>
          <p:nvPr/>
        </p:nvSpPr>
        <p:spPr>
          <a:xfrm>
            <a:off x="2360167" y="3216148"/>
            <a:ext cx="1998345" cy="84709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700">
                <a:latin typeface="Cambria Math"/>
                <a:cs typeface="Cambria Math"/>
              </a:rPr>
              <a:t>(𝒏</a:t>
            </a:r>
            <a:r>
              <a:rPr sz="1700" spc="-25">
                <a:latin typeface="Cambria Math"/>
                <a:cs typeface="Cambria Math"/>
              </a:rPr>
              <a:t> </a:t>
            </a:r>
            <a:r>
              <a:rPr sz="1700">
                <a:latin typeface="Cambria Math"/>
                <a:cs typeface="Cambria Math"/>
              </a:rPr>
              <a:t>− </a:t>
            </a:r>
            <a:r>
              <a:rPr sz="1700" spc="-10">
                <a:latin typeface="Cambria Math"/>
                <a:cs typeface="Cambria Math"/>
              </a:rPr>
              <a:t>𝟐,</a:t>
            </a:r>
            <a:r>
              <a:rPr sz="1700" spc="-95">
                <a:latin typeface="Cambria Math"/>
                <a:cs typeface="Cambria Math"/>
              </a:rPr>
              <a:t> </a:t>
            </a:r>
            <a:r>
              <a:rPr sz="1700">
                <a:latin typeface="Cambria Math"/>
                <a:cs typeface="Cambria Math"/>
              </a:rPr>
              <a:t>𝑪</a:t>
            </a:r>
            <a:r>
              <a:rPr sz="1700" spc="-15">
                <a:latin typeface="Cambria Math"/>
                <a:cs typeface="Cambria Math"/>
              </a:rPr>
              <a:t> </a:t>
            </a:r>
            <a:r>
              <a:rPr sz="1700">
                <a:latin typeface="Cambria Math"/>
                <a:cs typeface="Cambria Math"/>
              </a:rPr>
              <a:t>−</a:t>
            </a:r>
            <a:r>
              <a:rPr sz="1700" spc="-5">
                <a:latin typeface="Cambria Math"/>
                <a:cs typeface="Cambria Math"/>
              </a:rPr>
              <a:t> </a:t>
            </a:r>
            <a:r>
              <a:rPr sz="1700" spc="-25">
                <a:latin typeface="Cambria Math"/>
                <a:cs typeface="Cambria Math"/>
              </a:rPr>
              <a:t>𝟐𝒗)</a:t>
            </a:r>
            <a:endParaRPr sz="1700">
              <a:latin typeface="Cambria Math"/>
              <a:cs typeface="Cambria Math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900">
              <a:latin typeface="Cambria Math"/>
              <a:cs typeface="Cambria Math"/>
            </a:endParaRPr>
          </a:p>
          <a:p>
            <a:pPr marL="587375">
              <a:lnSpc>
                <a:spcPct val="100000"/>
              </a:lnSpc>
              <a:tabLst>
                <a:tab pos="1870710" algn="l"/>
              </a:tabLst>
            </a:pPr>
            <a:r>
              <a:rPr sz="1800" b="1" spc="-50">
                <a:latin typeface="Times New Roman"/>
                <a:cs typeface="Times New Roman"/>
              </a:rPr>
              <a:t>0</a:t>
            </a:r>
            <a:r>
              <a:rPr sz="1800" b="1">
                <a:latin typeface="Times New Roman"/>
                <a:cs typeface="Times New Roman"/>
              </a:rPr>
              <a:t>	</a:t>
            </a:r>
            <a:r>
              <a:rPr sz="1800" b="1" spc="-50">
                <a:latin typeface="Times New Roman"/>
                <a:cs typeface="Times New Roman"/>
              </a:rPr>
              <a:t>1</a:t>
            </a:r>
            <a:endParaRPr sz="1800">
              <a:latin typeface="Times New Roman"/>
              <a:cs typeface="Times New Roman"/>
            </a:endParaRPr>
          </a:p>
        </p:txBody>
      </p:sp>
      <p:sp>
        <p:nvSpPr>
          <p:cNvPr id="66" name="object 64">
            <a:extLst>
              <a:ext uri="{FF2B5EF4-FFF2-40B4-BE49-F238E27FC236}">
                <a16:creationId xmlns:a16="http://schemas.microsoft.com/office/drawing/2014/main" id="{B5EE6E55-C265-3D43-B070-FB3D077D8836}"/>
              </a:ext>
            </a:extLst>
          </p:cNvPr>
          <p:cNvSpPr txBox="1"/>
          <p:nvPr/>
        </p:nvSpPr>
        <p:spPr>
          <a:xfrm>
            <a:off x="5400802" y="3737609"/>
            <a:ext cx="1397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b="1">
                <a:latin typeface="Times New Roman"/>
                <a:cs typeface="Times New Roman"/>
              </a:rPr>
              <a:t>0</a:t>
            </a:r>
            <a:endParaRPr sz="1800">
              <a:latin typeface="Times New Roman"/>
              <a:cs typeface="Times New Roman"/>
            </a:endParaRPr>
          </a:p>
        </p:txBody>
      </p:sp>
      <p:sp>
        <p:nvSpPr>
          <p:cNvPr id="67" name="object 65">
            <a:extLst>
              <a:ext uri="{FF2B5EF4-FFF2-40B4-BE49-F238E27FC236}">
                <a16:creationId xmlns:a16="http://schemas.microsoft.com/office/drawing/2014/main" id="{E1A1A2CD-F921-3D43-8A7B-F5A9881771A4}"/>
              </a:ext>
            </a:extLst>
          </p:cNvPr>
          <p:cNvSpPr txBox="1"/>
          <p:nvPr/>
        </p:nvSpPr>
        <p:spPr>
          <a:xfrm>
            <a:off x="6680707" y="3742435"/>
            <a:ext cx="1397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b="1">
                <a:latin typeface="Times New Roman"/>
                <a:cs typeface="Times New Roman"/>
              </a:rPr>
              <a:t>1</a:t>
            </a:r>
            <a:endParaRPr sz="1800">
              <a:latin typeface="Times New Roman"/>
              <a:cs typeface="Times New Roman"/>
            </a:endParaRPr>
          </a:p>
        </p:txBody>
      </p:sp>
      <p:sp>
        <p:nvSpPr>
          <p:cNvPr id="68" name="object 66">
            <a:extLst>
              <a:ext uri="{FF2B5EF4-FFF2-40B4-BE49-F238E27FC236}">
                <a16:creationId xmlns:a16="http://schemas.microsoft.com/office/drawing/2014/main" id="{7ECA3C83-877D-8E4C-A579-F4740844F2E6}"/>
              </a:ext>
            </a:extLst>
          </p:cNvPr>
          <p:cNvSpPr txBox="1"/>
          <p:nvPr/>
        </p:nvSpPr>
        <p:spPr>
          <a:xfrm>
            <a:off x="7748523" y="3742435"/>
            <a:ext cx="1397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b="1">
                <a:latin typeface="Times New Roman"/>
                <a:cs typeface="Times New Roman"/>
              </a:rPr>
              <a:t>0</a:t>
            </a:r>
            <a:endParaRPr sz="1800">
              <a:latin typeface="Times New Roman"/>
              <a:cs typeface="Times New Roman"/>
            </a:endParaRPr>
          </a:p>
        </p:txBody>
      </p:sp>
      <p:sp>
        <p:nvSpPr>
          <p:cNvPr id="69" name="object 67">
            <a:extLst>
              <a:ext uri="{FF2B5EF4-FFF2-40B4-BE49-F238E27FC236}">
                <a16:creationId xmlns:a16="http://schemas.microsoft.com/office/drawing/2014/main" id="{827DEC8F-49E0-4847-85BB-6A1F2D93B4AB}"/>
              </a:ext>
            </a:extLst>
          </p:cNvPr>
          <p:cNvSpPr txBox="1"/>
          <p:nvPr/>
        </p:nvSpPr>
        <p:spPr>
          <a:xfrm>
            <a:off x="8920733" y="3725926"/>
            <a:ext cx="1397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b="1">
                <a:latin typeface="Times New Roman"/>
                <a:cs typeface="Times New Roman"/>
              </a:rPr>
              <a:t>1</a:t>
            </a:r>
            <a:endParaRPr sz="1800">
              <a:latin typeface="Times New Roman"/>
              <a:cs typeface="Times New Roman"/>
            </a:endParaRPr>
          </a:p>
        </p:txBody>
      </p:sp>
      <p:sp>
        <p:nvSpPr>
          <p:cNvPr id="70" name="object 68">
            <a:extLst>
              <a:ext uri="{FF2B5EF4-FFF2-40B4-BE49-F238E27FC236}">
                <a16:creationId xmlns:a16="http://schemas.microsoft.com/office/drawing/2014/main" id="{4941DDED-8380-AE4C-B5B7-1296488EA2C2}"/>
              </a:ext>
            </a:extLst>
          </p:cNvPr>
          <p:cNvSpPr txBox="1"/>
          <p:nvPr/>
        </p:nvSpPr>
        <p:spPr>
          <a:xfrm>
            <a:off x="10197845" y="3725926"/>
            <a:ext cx="1397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b="1">
                <a:latin typeface="Times New Roman"/>
                <a:cs typeface="Times New Roman"/>
              </a:rPr>
              <a:t>0</a:t>
            </a:r>
            <a:endParaRPr sz="1800">
              <a:latin typeface="Times New Roman"/>
              <a:cs typeface="Times New Roman"/>
            </a:endParaRPr>
          </a:p>
        </p:txBody>
      </p:sp>
      <p:sp>
        <p:nvSpPr>
          <p:cNvPr id="71" name="object 69">
            <a:extLst>
              <a:ext uri="{FF2B5EF4-FFF2-40B4-BE49-F238E27FC236}">
                <a16:creationId xmlns:a16="http://schemas.microsoft.com/office/drawing/2014/main" id="{9BAFEB8F-3A74-3D4C-BD69-D5938B047D68}"/>
              </a:ext>
            </a:extLst>
          </p:cNvPr>
          <p:cNvSpPr txBox="1"/>
          <p:nvPr/>
        </p:nvSpPr>
        <p:spPr>
          <a:xfrm>
            <a:off x="10830306" y="947419"/>
            <a:ext cx="864869" cy="3613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200" spc="-20">
                <a:latin typeface="PMingLiU"/>
                <a:cs typeface="PMingLiU"/>
              </a:rPr>
              <a:t>第一层</a:t>
            </a:r>
            <a:endParaRPr sz="2200">
              <a:latin typeface="PMingLiU"/>
              <a:cs typeface="PMingLiU"/>
            </a:endParaRPr>
          </a:p>
        </p:txBody>
      </p:sp>
      <p:sp>
        <p:nvSpPr>
          <p:cNvPr id="72" name="object 70">
            <a:extLst>
              <a:ext uri="{FF2B5EF4-FFF2-40B4-BE49-F238E27FC236}">
                <a16:creationId xmlns:a16="http://schemas.microsoft.com/office/drawing/2014/main" id="{4B07C924-8CAE-944F-A402-72630857C33E}"/>
              </a:ext>
            </a:extLst>
          </p:cNvPr>
          <p:cNvSpPr txBox="1"/>
          <p:nvPr/>
        </p:nvSpPr>
        <p:spPr>
          <a:xfrm>
            <a:off x="10830306" y="1917445"/>
            <a:ext cx="864869" cy="3613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200" spc="-20">
                <a:latin typeface="PMingLiU"/>
                <a:cs typeface="PMingLiU"/>
              </a:rPr>
              <a:t>第二层</a:t>
            </a:r>
            <a:endParaRPr sz="2200">
              <a:latin typeface="PMingLiU"/>
              <a:cs typeface="PMingLiU"/>
            </a:endParaRPr>
          </a:p>
        </p:txBody>
      </p:sp>
      <p:sp>
        <p:nvSpPr>
          <p:cNvPr id="73" name="object 71">
            <a:extLst>
              <a:ext uri="{FF2B5EF4-FFF2-40B4-BE49-F238E27FC236}">
                <a16:creationId xmlns:a16="http://schemas.microsoft.com/office/drawing/2014/main" id="{BE62E342-937D-B742-9237-1C6A0EED80A9}"/>
              </a:ext>
            </a:extLst>
          </p:cNvPr>
          <p:cNvSpPr txBox="1"/>
          <p:nvPr/>
        </p:nvSpPr>
        <p:spPr>
          <a:xfrm>
            <a:off x="10830306" y="3146043"/>
            <a:ext cx="864869" cy="3613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200" spc="-20">
                <a:latin typeface="PMingLiU"/>
                <a:cs typeface="PMingLiU"/>
              </a:rPr>
              <a:t>第三层</a:t>
            </a:r>
            <a:endParaRPr sz="2200">
              <a:latin typeface="PMingLiU"/>
              <a:cs typeface="PMingLiU"/>
            </a:endParaRPr>
          </a:p>
        </p:txBody>
      </p:sp>
      <p:sp>
        <p:nvSpPr>
          <p:cNvPr id="74" name="object 72">
            <a:extLst>
              <a:ext uri="{FF2B5EF4-FFF2-40B4-BE49-F238E27FC236}">
                <a16:creationId xmlns:a16="http://schemas.microsoft.com/office/drawing/2014/main" id="{86C9BBC2-35FE-8349-BC8E-47EC83D14D81}"/>
              </a:ext>
            </a:extLst>
          </p:cNvPr>
          <p:cNvSpPr txBox="1"/>
          <p:nvPr/>
        </p:nvSpPr>
        <p:spPr>
          <a:xfrm>
            <a:off x="210058" y="5250434"/>
            <a:ext cx="991869" cy="3302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24535" algn="l"/>
              </a:tabLst>
            </a:pPr>
            <a:r>
              <a:rPr sz="2000" spc="-50">
                <a:latin typeface="PMingLiU"/>
                <a:cs typeface="PMingLiU"/>
              </a:rPr>
              <a:t>…</a:t>
            </a:r>
            <a:r>
              <a:rPr sz="2000">
                <a:latin typeface="PMingLiU"/>
                <a:cs typeface="PMingLiU"/>
              </a:rPr>
              <a:t>	</a:t>
            </a:r>
            <a:r>
              <a:rPr sz="2000" spc="-50">
                <a:latin typeface="PMingLiU"/>
                <a:cs typeface="PMingLiU"/>
              </a:rPr>
              <a:t>…</a:t>
            </a:r>
            <a:endParaRPr sz="2000">
              <a:latin typeface="PMingLiU"/>
              <a:cs typeface="PMingLiU"/>
            </a:endParaRPr>
          </a:p>
        </p:txBody>
      </p:sp>
      <p:sp>
        <p:nvSpPr>
          <p:cNvPr id="75" name="object 73">
            <a:extLst>
              <a:ext uri="{FF2B5EF4-FFF2-40B4-BE49-F238E27FC236}">
                <a16:creationId xmlns:a16="http://schemas.microsoft.com/office/drawing/2014/main" id="{40295CB4-8FB4-D04D-8549-4E8B78C27ECA}"/>
              </a:ext>
            </a:extLst>
          </p:cNvPr>
          <p:cNvSpPr/>
          <p:nvPr/>
        </p:nvSpPr>
        <p:spPr>
          <a:xfrm>
            <a:off x="1742313" y="5201792"/>
            <a:ext cx="1115695" cy="489584"/>
          </a:xfrm>
          <a:custGeom>
            <a:avLst/>
            <a:gdLst/>
            <a:ahLst/>
            <a:cxnLst/>
            <a:rect l="l" t="t" r="r" b="b"/>
            <a:pathLst>
              <a:path w="1115695" h="489584">
                <a:moveTo>
                  <a:pt x="0" y="60451"/>
                </a:moveTo>
                <a:lnTo>
                  <a:pt x="4748" y="36915"/>
                </a:lnTo>
                <a:lnTo>
                  <a:pt x="17700" y="17700"/>
                </a:lnTo>
                <a:lnTo>
                  <a:pt x="36915" y="4748"/>
                </a:lnTo>
                <a:lnTo>
                  <a:pt x="60451" y="0"/>
                </a:lnTo>
                <a:lnTo>
                  <a:pt x="302260" y="0"/>
                </a:lnTo>
                <a:lnTo>
                  <a:pt x="325796" y="4748"/>
                </a:lnTo>
                <a:lnTo>
                  <a:pt x="345011" y="17700"/>
                </a:lnTo>
                <a:lnTo>
                  <a:pt x="357963" y="36915"/>
                </a:lnTo>
                <a:lnTo>
                  <a:pt x="362712" y="60451"/>
                </a:lnTo>
                <a:lnTo>
                  <a:pt x="362712" y="428751"/>
                </a:lnTo>
                <a:lnTo>
                  <a:pt x="357963" y="452283"/>
                </a:lnTo>
                <a:lnTo>
                  <a:pt x="345011" y="471498"/>
                </a:lnTo>
                <a:lnTo>
                  <a:pt x="325796" y="484453"/>
                </a:lnTo>
                <a:lnTo>
                  <a:pt x="302260" y="489203"/>
                </a:lnTo>
                <a:lnTo>
                  <a:pt x="60451" y="489203"/>
                </a:lnTo>
                <a:lnTo>
                  <a:pt x="36915" y="484453"/>
                </a:lnTo>
                <a:lnTo>
                  <a:pt x="17700" y="471498"/>
                </a:lnTo>
                <a:lnTo>
                  <a:pt x="4748" y="452283"/>
                </a:lnTo>
                <a:lnTo>
                  <a:pt x="0" y="428751"/>
                </a:lnTo>
                <a:lnTo>
                  <a:pt x="0" y="60451"/>
                </a:lnTo>
                <a:close/>
              </a:path>
              <a:path w="1115695" h="489584">
                <a:moveTo>
                  <a:pt x="752856" y="60451"/>
                </a:moveTo>
                <a:lnTo>
                  <a:pt x="757604" y="36915"/>
                </a:lnTo>
                <a:lnTo>
                  <a:pt x="770556" y="17700"/>
                </a:lnTo>
                <a:lnTo>
                  <a:pt x="789771" y="4748"/>
                </a:lnTo>
                <a:lnTo>
                  <a:pt x="813307" y="0"/>
                </a:lnTo>
                <a:lnTo>
                  <a:pt x="1055116" y="0"/>
                </a:lnTo>
                <a:lnTo>
                  <a:pt x="1078652" y="4748"/>
                </a:lnTo>
                <a:lnTo>
                  <a:pt x="1097867" y="17700"/>
                </a:lnTo>
                <a:lnTo>
                  <a:pt x="1110819" y="36915"/>
                </a:lnTo>
                <a:lnTo>
                  <a:pt x="1115568" y="60451"/>
                </a:lnTo>
                <a:lnTo>
                  <a:pt x="1115568" y="428751"/>
                </a:lnTo>
                <a:lnTo>
                  <a:pt x="1110819" y="452283"/>
                </a:lnTo>
                <a:lnTo>
                  <a:pt x="1097867" y="471498"/>
                </a:lnTo>
                <a:lnTo>
                  <a:pt x="1078652" y="484453"/>
                </a:lnTo>
                <a:lnTo>
                  <a:pt x="1055116" y="489203"/>
                </a:lnTo>
                <a:lnTo>
                  <a:pt x="813307" y="489203"/>
                </a:lnTo>
                <a:lnTo>
                  <a:pt x="789771" y="484453"/>
                </a:lnTo>
                <a:lnTo>
                  <a:pt x="770556" y="471498"/>
                </a:lnTo>
                <a:lnTo>
                  <a:pt x="757604" y="452283"/>
                </a:lnTo>
                <a:lnTo>
                  <a:pt x="752856" y="428751"/>
                </a:lnTo>
                <a:lnTo>
                  <a:pt x="752856" y="60451"/>
                </a:lnTo>
                <a:close/>
              </a:path>
            </a:pathLst>
          </a:custGeom>
          <a:ln w="190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4">
            <a:extLst>
              <a:ext uri="{FF2B5EF4-FFF2-40B4-BE49-F238E27FC236}">
                <a16:creationId xmlns:a16="http://schemas.microsoft.com/office/drawing/2014/main" id="{F7ED0C33-08F3-EF4D-BD26-5B74820D774A}"/>
              </a:ext>
            </a:extLst>
          </p:cNvPr>
          <p:cNvSpPr txBox="1"/>
          <p:nvPr/>
        </p:nvSpPr>
        <p:spPr>
          <a:xfrm>
            <a:off x="1784350" y="5250434"/>
            <a:ext cx="1032510" cy="3302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65175" algn="l"/>
              </a:tabLst>
            </a:pPr>
            <a:r>
              <a:rPr sz="2000" spc="-50">
                <a:latin typeface="PMingLiU"/>
                <a:cs typeface="PMingLiU"/>
              </a:rPr>
              <a:t>…</a:t>
            </a:r>
            <a:r>
              <a:rPr sz="2000">
                <a:latin typeface="PMingLiU"/>
                <a:cs typeface="PMingLiU"/>
              </a:rPr>
              <a:t>	</a:t>
            </a:r>
            <a:r>
              <a:rPr sz="2000" spc="-50">
                <a:latin typeface="PMingLiU"/>
                <a:cs typeface="PMingLiU"/>
              </a:rPr>
              <a:t>…</a:t>
            </a:r>
            <a:endParaRPr sz="2000">
              <a:latin typeface="PMingLiU"/>
              <a:cs typeface="PMingLiU"/>
            </a:endParaRPr>
          </a:p>
        </p:txBody>
      </p:sp>
      <p:grpSp>
        <p:nvGrpSpPr>
          <p:cNvPr id="77" name="object 75">
            <a:extLst>
              <a:ext uri="{FF2B5EF4-FFF2-40B4-BE49-F238E27FC236}">
                <a16:creationId xmlns:a16="http://schemas.microsoft.com/office/drawing/2014/main" id="{56F27A3E-EA5F-C441-B34D-F3002E1D1CD7}"/>
              </a:ext>
            </a:extLst>
          </p:cNvPr>
          <p:cNvGrpSpPr/>
          <p:nvPr/>
        </p:nvGrpSpPr>
        <p:grpSpPr>
          <a:xfrm>
            <a:off x="10223754" y="5192267"/>
            <a:ext cx="1816735" cy="508634"/>
            <a:chOff x="10223754" y="5192267"/>
            <a:chExt cx="1816735" cy="508634"/>
          </a:xfrm>
        </p:grpSpPr>
        <p:sp>
          <p:nvSpPr>
            <p:cNvPr id="78" name="object 76">
              <a:extLst>
                <a:ext uri="{FF2B5EF4-FFF2-40B4-BE49-F238E27FC236}">
                  <a16:creationId xmlns:a16="http://schemas.microsoft.com/office/drawing/2014/main" id="{98F0C709-8EA4-E04D-A442-E046500BAE90}"/>
                </a:ext>
              </a:extLst>
            </p:cNvPr>
            <p:cNvSpPr/>
            <p:nvPr/>
          </p:nvSpPr>
          <p:spPr>
            <a:xfrm>
              <a:off x="10233279" y="5201792"/>
              <a:ext cx="1797685" cy="489584"/>
            </a:xfrm>
            <a:custGeom>
              <a:avLst/>
              <a:gdLst/>
              <a:ahLst/>
              <a:cxnLst/>
              <a:rect l="l" t="t" r="r" b="b"/>
              <a:pathLst>
                <a:path w="1797683" h="489584">
                  <a:moveTo>
                    <a:pt x="1716024" y="0"/>
                  </a:moveTo>
                  <a:lnTo>
                    <a:pt x="81534" y="0"/>
                  </a:lnTo>
                  <a:lnTo>
                    <a:pt x="49774" y="6399"/>
                  </a:lnTo>
                  <a:lnTo>
                    <a:pt x="23860" y="23860"/>
                  </a:lnTo>
                  <a:lnTo>
                    <a:pt x="6399" y="49774"/>
                  </a:lnTo>
                  <a:lnTo>
                    <a:pt x="0" y="81533"/>
                  </a:lnTo>
                  <a:lnTo>
                    <a:pt x="0" y="407669"/>
                  </a:lnTo>
                  <a:lnTo>
                    <a:pt x="6399" y="439408"/>
                  </a:lnTo>
                  <a:lnTo>
                    <a:pt x="23860" y="465324"/>
                  </a:lnTo>
                  <a:lnTo>
                    <a:pt x="49774" y="482797"/>
                  </a:lnTo>
                  <a:lnTo>
                    <a:pt x="81534" y="489203"/>
                  </a:lnTo>
                  <a:lnTo>
                    <a:pt x="1716024" y="489203"/>
                  </a:lnTo>
                  <a:lnTo>
                    <a:pt x="1747783" y="482797"/>
                  </a:lnTo>
                  <a:lnTo>
                    <a:pt x="1773697" y="465324"/>
                  </a:lnTo>
                  <a:lnTo>
                    <a:pt x="1791158" y="439408"/>
                  </a:lnTo>
                  <a:lnTo>
                    <a:pt x="1797557" y="407669"/>
                  </a:lnTo>
                  <a:lnTo>
                    <a:pt x="1797557" y="81533"/>
                  </a:lnTo>
                  <a:lnTo>
                    <a:pt x="1791158" y="49774"/>
                  </a:lnTo>
                  <a:lnTo>
                    <a:pt x="1773697" y="23860"/>
                  </a:lnTo>
                  <a:lnTo>
                    <a:pt x="1747783" y="6399"/>
                  </a:lnTo>
                  <a:lnTo>
                    <a:pt x="171602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7">
              <a:extLst>
                <a:ext uri="{FF2B5EF4-FFF2-40B4-BE49-F238E27FC236}">
                  <a16:creationId xmlns:a16="http://schemas.microsoft.com/office/drawing/2014/main" id="{DE95BD2D-609E-774E-9681-53B2726C253F}"/>
                </a:ext>
              </a:extLst>
            </p:cNvPr>
            <p:cNvSpPr/>
            <p:nvPr/>
          </p:nvSpPr>
          <p:spPr>
            <a:xfrm>
              <a:off x="10233279" y="5201792"/>
              <a:ext cx="1797685" cy="489584"/>
            </a:xfrm>
            <a:custGeom>
              <a:avLst/>
              <a:gdLst/>
              <a:ahLst/>
              <a:cxnLst/>
              <a:rect l="l" t="t" r="r" b="b"/>
              <a:pathLst>
                <a:path w="1797683" h="489584">
                  <a:moveTo>
                    <a:pt x="0" y="81533"/>
                  </a:moveTo>
                  <a:lnTo>
                    <a:pt x="6399" y="49774"/>
                  </a:lnTo>
                  <a:lnTo>
                    <a:pt x="23860" y="23860"/>
                  </a:lnTo>
                  <a:lnTo>
                    <a:pt x="49774" y="6399"/>
                  </a:lnTo>
                  <a:lnTo>
                    <a:pt x="81534" y="0"/>
                  </a:lnTo>
                  <a:lnTo>
                    <a:pt x="1716024" y="0"/>
                  </a:lnTo>
                  <a:lnTo>
                    <a:pt x="1747783" y="6399"/>
                  </a:lnTo>
                  <a:lnTo>
                    <a:pt x="1773697" y="23860"/>
                  </a:lnTo>
                  <a:lnTo>
                    <a:pt x="1791158" y="49774"/>
                  </a:lnTo>
                  <a:lnTo>
                    <a:pt x="1797557" y="81533"/>
                  </a:lnTo>
                  <a:lnTo>
                    <a:pt x="1797557" y="407669"/>
                  </a:lnTo>
                  <a:lnTo>
                    <a:pt x="1791158" y="439408"/>
                  </a:lnTo>
                  <a:lnTo>
                    <a:pt x="1773697" y="465324"/>
                  </a:lnTo>
                  <a:lnTo>
                    <a:pt x="1747783" y="482797"/>
                  </a:lnTo>
                  <a:lnTo>
                    <a:pt x="1716024" y="489203"/>
                  </a:lnTo>
                  <a:lnTo>
                    <a:pt x="81534" y="489203"/>
                  </a:lnTo>
                  <a:lnTo>
                    <a:pt x="49774" y="482797"/>
                  </a:lnTo>
                  <a:lnTo>
                    <a:pt x="23860" y="465324"/>
                  </a:lnTo>
                  <a:lnTo>
                    <a:pt x="6399" y="439408"/>
                  </a:lnTo>
                  <a:lnTo>
                    <a:pt x="0" y="407669"/>
                  </a:lnTo>
                  <a:lnTo>
                    <a:pt x="0" y="81533"/>
                  </a:lnTo>
                  <a:close/>
                </a:path>
              </a:pathLst>
            </a:custGeom>
            <a:ln w="190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0" name="object 78">
            <a:extLst>
              <a:ext uri="{FF2B5EF4-FFF2-40B4-BE49-F238E27FC236}">
                <a16:creationId xmlns:a16="http://schemas.microsoft.com/office/drawing/2014/main" id="{3C414B2D-D0D2-5144-A8DE-6EBFCC3D7727}"/>
              </a:ext>
            </a:extLst>
          </p:cNvPr>
          <p:cNvSpPr txBox="1"/>
          <p:nvPr/>
        </p:nvSpPr>
        <p:spPr>
          <a:xfrm>
            <a:off x="10992611" y="5250434"/>
            <a:ext cx="279400" cy="3302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2000" spc="-5">
                <a:latin typeface="PMingLiU"/>
                <a:cs typeface="PMingLiU"/>
              </a:rPr>
              <a:t>…</a:t>
            </a:r>
            <a:endParaRPr sz="2000">
              <a:latin typeface="PMingLiU"/>
              <a:cs typeface="PMingLiU"/>
            </a:endParaRPr>
          </a:p>
        </p:txBody>
      </p:sp>
    </p:spTree>
    <p:extLst>
      <p:ext uri="{BB962C8B-B14F-4D97-AF65-F5344CB8AC3E}">
        <p14:creationId xmlns:p14="http://schemas.microsoft.com/office/powerpoint/2010/main" val="16611789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1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9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3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1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5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9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3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4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7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1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5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7" fill="hold">
                      <p:stCondLst>
                        <p:cond delay="indefinite"/>
                      </p:stCondLst>
                      <p:childTnLst>
                        <p:par>
                          <p:cTn id="158" fill="hold">
                            <p:stCondLst>
                              <p:cond delay="0"/>
                            </p:stCondLst>
                            <p:childTnLst>
                              <p:par>
                                <p:cTn id="15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1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2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5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6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9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0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3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4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7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8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1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2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3" fill="hold">
                      <p:stCondLst>
                        <p:cond delay="indefinite"/>
                      </p:stCondLst>
                      <p:childTnLst>
                        <p:par>
                          <p:cTn id="184" fill="hold">
                            <p:stCondLst>
                              <p:cond delay="0"/>
                            </p:stCondLst>
                            <p:childTnLst>
                              <p:par>
                                <p:cTn id="18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9" fill="hold">
                      <p:stCondLst>
                        <p:cond delay="indefinite"/>
                      </p:stCondLst>
                      <p:childTnLst>
                        <p:par>
                          <p:cTn id="190" fill="hold">
                            <p:stCondLst>
                              <p:cond delay="0"/>
                            </p:stCondLst>
                            <p:childTnLst>
                              <p:par>
                                <p:cTn id="19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7" grpId="0" animBg="1"/>
      <p:bldP spid="10" grpId="0" animBg="1"/>
      <p:bldP spid="11" grpId="0"/>
      <p:bldP spid="12" grpId="0" animBg="1"/>
      <p:bldP spid="13" grpId="0"/>
      <p:bldP spid="18" grpId="0"/>
      <p:bldP spid="22" grpId="0"/>
      <p:bldP spid="29" grpId="0"/>
      <p:bldP spid="33" grpId="0"/>
      <p:bldP spid="34" grpId="0" animBg="1"/>
      <p:bldP spid="35" grpId="0"/>
      <p:bldP spid="39" grpId="0"/>
      <p:bldP spid="43" grpId="0"/>
      <p:bldP spid="47" grpId="0"/>
      <p:bldP spid="48" grpId="0" animBg="1"/>
      <p:bldP spid="49" grpId="0"/>
      <p:bldP spid="53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2" grpId="0"/>
      <p:bldP spid="73" grpId="0"/>
      <p:bldP spid="74" grpId="0"/>
      <p:bldP spid="75" grpId="0" animBg="1"/>
      <p:bldP spid="76" grpId="0"/>
      <p:bldP spid="80" grpId="0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>
            <a:extLst>
              <a:ext uri="{FF2B5EF4-FFF2-40B4-BE49-F238E27FC236}">
                <a16:creationId xmlns:a16="http://schemas.microsoft.com/office/drawing/2014/main" id="{3C4F12BE-AF4F-D64F-8DD5-C420130C72F5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72491" y="237579"/>
            <a:ext cx="7531242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从蛮力枚举到</a:t>
            </a:r>
            <a:r>
              <a:rPr spc="-40" dirty="0" err="1">
                <a:solidFill>
                  <a:srgbClr val="FF0000"/>
                </a:solidFill>
                <a:latin typeface="SimSun" panose="02010600030101010101" pitchFamily="2" charset="-122"/>
                <a:ea typeface="SimSun" panose="02010600030101010101" pitchFamily="2" charset="-122"/>
              </a:rPr>
              <a:t>带备忘递</a:t>
            </a:r>
            <a:r>
              <a:rPr spc="-50" dirty="0" err="1">
                <a:solidFill>
                  <a:srgbClr val="FF0000"/>
                </a:solidFill>
                <a:latin typeface="SimSun" panose="02010600030101010101" pitchFamily="2" charset="-122"/>
                <a:ea typeface="SimSun" panose="02010600030101010101" pitchFamily="2" charset="-122"/>
              </a:rPr>
              <a:t>归</a:t>
            </a:r>
            <a:endParaRPr spc="-50" dirty="0">
              <a:solidFill>
                <a:srgbClr val="FF0000"/>
              </a:solidFill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sp>
        <p:nvSpPr>
          <p:cNvPr id="4" name="object 2">
            <a:extLst>
              <a:ext uri="{FF2B5EF4-FFF2-40B4-BE49-F238E27FC236}">
                <a16:creationId xmlns:a16="http://schemas.microsoft.com/office/drawing/2014/main" id="{5290D5DD-BE1A-1B4B-B15D-B8285BD61BBD}"/>
              </a:ext>
            </a:extLst>
          </p:cNvPr>
          <p:cNvSpPr txBox="1"/>
          <p:nvPr/>
        </p:nvSpPr>
        <p:spPr>
          <a:xfrm>
            <a:off x="565404" y="1121793"/>
            <a:ext cx="2546350" cy="1426845"/>
          </a:xfrm>
          <a:prstGeom prst="rect">
            <a:avLst/>
          </a:prstGeom>
        </p:spPr>
        <p:txBody>
          <a:bodyPr vert="horz" wrap="square" lIns="0" tIns="104139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819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25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优化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  <a:p>
            <a:pPr marL="704215" lvl="1" indent="-347980">
              <a:lnSpc>
                <a:spcPct val="100000"/>
              </a:lnSpc>
              <a:spcBef>
                <a:spcPts val="615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704215" algn="l"/>
                <a:tab pos="704850" algn="l"/>
              </a:tabLst>
            </a:pPr>
            <a:r>
              <a:rPr sz="2400" spc="-1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记录子问题解</a:t>
            </a:r>
            <a:endParaRPr sz="24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  <a:p>
            <a:pPr marL="704215" lvl="1" indent="-347980">
              <a:lnSpc>
                <a:spcPct val="100000"/>
              </a:lnSpc>
              <a:spcBef>
                <a:spcPts val="575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704215" algn="l"/>
                <a:tab pos="704850" algn="l"/>
              </a:tabLst>
            </a:pPr>
            <a:r>
              <a:rPr sz="2400" spc="-1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避免重复计算</a:t>
            </a:r>
            <a:endParaRPr sz="24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sp>
        <p:nvSpPr>
          <p:cNvPr id="5" name="object 4">
            <a:extLst>
              <a:ext uri="{FF2B5EF4-FFF2-40B4-BE49-F238E27FC236}">
                <a16:creationId xmlns:a16="http://schemas.microsoft.com/office/drawing/2014/main" id="{124F14B7-9AC9-9B4F-A5F9-94D2A8E49396}"/>
              </a:ext>
            </a:extLst>
          </p:cNvPr>
          <p:cNvSpPr/>
          <p:nvPr/>
        </p:nvSpPr>
        <p:spPr>
          <a:xfrm>
            <a:off x="4888610" y="1205864"/>
            <a:ext cx="1536700" cy="593090"/>
          </a:xfrm>
          <a:custGeom>
            <a:avLst/>
            <a:gdLst/>
            <a:ahLst/>
            <a:cxnLst/>
            <a:rect l="l" t="t" r="r" b="b"/>
            <a:pathLst>
              <a:path w="1536700" h="593089">
                <a:moveTo>
                  <a:pt x="0" y="98806"/>
                </a:moveTo>
                <a:lnTo>
                  <a:pt x="7758" y="60328"/>
                </a:lnTo>
                <a:lnTo>
                  <a:pt x="28924" y="28924"/>
                </a:lnTo>
                <a:lnTo>
                  <a:pt x="60328" y="7758"/>
                </a:lnTo>
                <a:lnTo>
                  <a:pt x="98805" y="0"/>
                </a:lnTo>
                <a:lnTo>
                  <a:pt x="1437386" y="0"/>
                </a:lnTo>
                <a:lnTo>
                  <a:pt x="1475863" y="7758"/>
                </a:lnTo>
                <a:lnTo>
                  <a:pt x="1507267" y="28924"/>
                </a:lnTo>
                <a:lnTo>
                  <a:pt x="1528433" y="60328"/>
                </a:lnTo>
                <a:lnTo>
                  <a:pt x="1536191" y="98806"/>
                </a:lnTo>
                <a:lnTo>
                  <a:pt x="1536191" y="494030"/>
                </a:lnTo>
                <a:lnTo>
                  <a:pt x="1528433" y="532507"/>
                </a:lnTo>
                <a:lnTo>
                  <a:pt x="1507267" y="563911"/>
                </a:lnTo>
                <a:lnTo>
                  <a:pt x="1475863" y="585077"/>
                </a:lnTo>
                <a:lnTo>
                  <a:pt x="1437386" y="592836"/>
                </a:lnTo>
                <a:lnTo>
                  <a:pt x="98805" y="592836"/>
                </a:lnTo>
                <a:lnTo>
                  <a:pt x="60328" y="585077"/>
                </a:lnTo>
                <a:lnTo>
                  <a:pt x="28924" y="563911"/>
                </a:lnTo>
                <a:lnTo>
                  <a:pt x="7758" y="532507"/>
                </a:lnTo>
                <a:lnTo>
                  <a:pt x="0" y="494030"/>
                </a:lnTo>
                <a:lnTo>
                  <a:pt x="0" y="98806"/>
                </a:lnTo>
                <a:close/>
              </a:path>
            </a:pathLst>
          </a:custGeom>
          <a:ln w="190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5">
            <a:extLst>
              <a:ext uri="{FF2B5EF4-FFF2-40B4-BE49-F238E27FC236}">
                <a16:creationId xmlns:a16="http://schemas.microsoft.com/office/drawing/2014/main" id="{F1221970-9620-1F4E-84BD-72580DE74DDD}"/>
              </a:ext>
            </a:extLst>
          </p:cNvPr>
          <p:cNvSpPr txBox="1"/>
          <p:nvPr/>
        </p:nvSpPr>
        <p:spPr>
          <a:xfrm>
            <a:off x="5298185" y="1328165"/>
            <a:ext cx="654685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000" spc="-10">
                <a:latin typeface="Cambria Math"/>
                <a:cs typeface="Cambria Math"/>
              </a:rPr>
              <a:t>(𝒏,</a:t>
            </a:r>
            <a:r>
              <a:rPr sz="2000" spc="-95">
                <a:latin typeface="Cambria Math"/>
                <a:cs typeface="Cambria Math"/>
              </a:rPr>
              <a:t> </a:t>
            </a:r>
            <a:r>
              <a:rPr sz="2000" spc="-25">
                <a:latin typeface="Cambria Math"/>
                <a:cs typeface="Cambria Math"/>
              </a:rPr>
              <a:t>𝑪)</a:t>
            </a:r>
            <a:endParaRPr sz="2000">
              <a:latin typeface="Cambria Math"/>
              <a:cs typeface="Cambria Math"/>
            </a:endParaRPr>
          </a:p>
        </p:txBody>
      </p:sp>
      <p:sp>
        <p:nvSpPr>
          <p:cNvPr id="7" name="object 6">
            <a:extLst>
              <a:ext uri="{FF2B5EF4-FFF2-40B4-BE49-F238E27FC236}">
                <a16:creationId xmlns:a16="http://schemas.microsoft.com/office/drawing/2014/main" id="{1398ED76-3802-874C-889C-09BDDB3CD099}"/>
              </a:ext>
            </a:extLst>
          </p:cNvPr>
          <p:cNvSpPr/>
          <p:nvPr/>
        </p:nvSpPr>
        <p:spPr>
          <a:xfrm>
            <a:off x="3545966" y="2413635"/>
            <a:ext cx="1537335" cy="593090"/>
          </a:xfrm>
          <a:custGeom>
            <a:avLst/>
            <a:gdLst/>
            <a:ahLst/>
            <a:cxnLst/>
            <a:rect l="l" t="t" r="r" b="b"/>
            <a:pathLst>
              <a:path w="1537335" h="593089">
                <a:moveTo>
                  <a:pt x="0" y="98805"/>
                </a:moveTo>
                <a:lnTo>
                  <a:pt x="7758" y="60328"/>
                </a:lnTo>
                <a:lnTo>
                  <a:pt x="28924" y="28924"/>
                </a:lnTo>
                <a:lnTo>
                  <a:pt x="60328" y="7758"/>
                </a:lnTo>
                <a:lnTo>
                  <a:pt x="98806" y="0"/>
                </a:lnTo>
                <a:lnTo>
                  <a:pt x="1438148" y="0"/>
                </a:lnTo>
                <a:lnTo>
                  <a:pt x="1476625" y="7758"/>
                </a:lnTo>
                <a:lnTo>
                  <a:pt x="1508029" y="28924"/>
                </a:lnTo>
                <a:lnTo>
                  <a:pt x="1529195" y="60328"/>
                </a:lnTo>
                <a:lnTo>
                  <a:pt x="1536954" y="98805"/>
                </a:lnTo>
                <a:lnTo>
                  <a:pt x="1536954" y="494029"/>
                </a:lnTo>
                <a:lnTo>
                  <a:pt x="1529195" y="532507"/>
                </a:lnTo>
                <a:lnTo>
                  <a:pt x="1508029" y="563911"/>
                </a:lnTo>
                <a:lnTo>
                  <a:pt x="1476625" y="585077"/>
                </a:lnTo>
                <a:lnTo>
                  <a:pt x="1438148" y="592836"/>
                </a:lnTo>
                <a:lnTo>
                  <a:pt x="98806" y="592836"/>
                </a:lnTo>
                <a:lnTo>
                  <a:pt x="60328" y="585077"/>
                </a:lnTo>
                <a:lnTo>
                  <a:pt x="28924" y="563911"/>
                </a:lnTo>
                <a:lnTo>
                  <a:pt x="7758" y="532507"/>
                </a:lnTo>
                <a:lnTo>
                  <a:pt x="0" y="494029"/>
                </a:lnTo>
                <a:lnTo>
                  <a:pt x="0" y="98805"/>
                </a:lnTo>
                <a:close/>
              </a:path>
            </a:pathLst>
          </a:custGeom>
          <a:ln w="190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7">
            <a:extLst>
              <a:ext uri="{FF2B5EF4-FFF2-40B4-BE49-F238E27FC236}">
                <a16:creationId xmlns:a16="http://schemas.microsoft.com/office/drawing/2014/main" id="{93B00975-8708-354D-A9D6-7BEE18A63088}"/>
              </a:ext>
            </a:extLst>
          </p:cNvPr>
          <p:cNvSpPr txBox="1"/>
          <p:nvPr/>
        </p:nvSpPr>
        <p:spPr>
          <a:xfrm>
            <a:off x="3727958" y="2536444"/>
            <a:ext cx="1110615" cy="3302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2000">
                <a:latin typeface="Cambria Math"/>
                <a:cs typeface="Cambria Math"/>
              </a:rPr>
              <a:t>(𝒏</a:t>
            </a:r>
            <a:r>
              <a:rPr sz="2000" spc="-20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−</a:t>
            </a:r>
            <a:r>
              <a:rPr sz="2000" spc="-5">
                <a:latin typeface="Cambria Math"/>
                <a:cs typeface="Cambria Math"/>
              </a:rPr>
              <a:t> </a:t>
            </a:r>
            <a:r>
              <a:rPr sz="2000" spc="-10">
                <a:latin typeface="Cambria Math"/>
                <a:cs typeface="Cambria Math"/>
              </a:rPr>
              <a:t>𝟏,</a:t>
            </a:r>
            <a:r>
              <a:rPr sz="2000" spc="-110">
                <a:latin typeface="Cambria Math"/>
                <a:cs typeface="Cambria Math"/>
              </a:rPr>
              <a:t> </a:t>
            </a:r>
            <a:r>
              <a:rPr sz="2000" spc="-25">
                <a:latin typeface="Cambria Math"/>
                <a:cs typeface="Cambria Math"/>
              </a:rPr>
              <a:t>𝑪)</a:t>
            </a:r>
            <a:endParaRPr sz="2000">
              <a:latin typeface="Cambria Math"/>
              <a:cs typeface="Cambria Math"/>
            </a:endParaRPr>
          </a:p>
        </p:txBody>
      </p:sp>
      <p:sp>
        <p:nvSpPr>
          <p:cNvPr id="9" name="object 8">
            <a:extLst>
              <a:ext uri="{FF2B5EF4-FFF2-40B4-BE49-F238E27FC236}">
                <a16:creationId xmlns:a16="http://schemas.microsoft.com/office/drawing/2014/main" id="{EE03B24A-35A7-4D40-A9B5-54C021ADB99C}"/>
              </a:ext>
            </a:extLst>
          </p:cNvPr>
          <p:cNvSpPr/>
          <p:nvPr/>
        </p:nvSpPr>
        <p:spPr>
          <a:xfrm>
            <a:off x="5858636" y="2433447"/>
            <a:ext cx="1833880" cy="593725"/>
          </a:xfrm>
          <a:custGeom>
            <a:avLst/>
            <a:gdLst/>
            <a:ahLst/>
            <a:cxnLst/>
            <a:rect l="l" t="t" r="r" b="b"/>
            <a:pathLst>
              <a:path w="1833879" h="593725">
                <a:moveTo>
                  <a:pt x="0" y="98932"/>
                </a:moveTo>
                <a:lnTo>
                  <a:pt x="7778" y="60436"/>
                </a:lnTo>
                <a:lnTo>
                  <a:pt x="28987" y="28987"/>
                </a:lnTo>
                <a:lnTo>
                  <a:pt x="60436" y="7778"/>
                </a:lnTo>
                <a:lnTo>
                  <a:pt x="98933" y="0"/>
                </a:lnTo>
                <a:lnTo>
                  <a:pt x="1734439" y="0"/>
                </a:lnTo>
                <a:lnTo>
                  <a:pt x="1772935" y="7778"/>
                </a:lnTo>
                <a:lnTo>
                  <a:pt x="1804384" y="28987"/>
                </a:lnTo>
                <a:lnTo>
                  <a:pt x="1825593" y="60436"/>
                </a:lnTo>
                <a:lnTo>
                  <a:pt x="1833371" y="98932"/>
                </a:lnTo>
                <a:lnTo>
                  <a:pt x="1833371" y="494664"/>
                </a:lnTo>
                <a:lnTo>
                  <a:pt x="1825593" y="533161"/>
                </a:lnTo>
                <a:lnTo>
                  <a:pt x="1804384" y="564610"/>
                </a:lnTo>
                <a:lnTo>
                  <a:pt x="1772935" y="585819"/>
                </a:lnTo>
                <a:lnTo>
                  <a:pt x="1734439" y="593598"/>
                </a:lnTo>
                <a:lnTo>
                  <a:pt x="98933" y="593598"/>
                </a:lnTo>
                <a:lnTo>
                  <a:pt x="60436" y="585819"/>
                </a:lnTo>
                <a:lnTo>
                  <a:pt x="28987" y="564610"/>
                </a:lnTo>
                <a:lnTo>
                  <a:pt x="7778" y="533161"/>
                </a:lnTo>
                <a:lnTo>
                  <a:pt x="0" y="494664"/>
                </a:lnTo>
                <a:lnTo>
                  <a:pt x="0" y="98932"/>
                </a:lnTo>
                <a:close/>
              </a:path>
            </a:pathLst>
          </a:custGeom>
          <a:ln w="190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9">
            <a:extLst>
              <a:ext uri="{FF2B5EF4-FFF2-40B4-BE49-F238E27FC236}">
                <a16:creationId xmlns:a16="http://schemas.microsoft.com/office/drawing/2014/main" id="{E4BF0344-54C5-CE40-B3A1-8BD3FD97E2A3}"/>
              </a:ext>
            </a:extLst>
          </p:cNvPr>
          <p:cNvSpPr txBox="1"/>
          <p:nvPr/>
        </p:nvSpPr>
        <p:spPr>
          <a:xfrm>
            <a:off x="5960364" y="2556255"/>
            <a:ext cx="156718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000">
                <a:latin typeface="Cambria Math"/>
                <a:cs typeface="Cambria Math"/>
              </a:rPr>
              <a:t>(𝒏</a:t>
            </a:r>
            <a:r>
              <a:rPr sz="2000" spc="5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−</a:t>
            </a:r>
            <a:r>
              <a:rPr sz="2000" spc="5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𝟏,</a:t>
            </a:r>
            <a:r>
              <a:rPr sz="2000" spc="-110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𝑪 −</a:t>
            </a:r>
            <a:r>
              <a:rPr sz="2000" spc="10">
                <a:latin typeface="Cambria Math"/>
                <a:cs typeface="Cambria Math"/>
              </a:rPr>
              <a:t> </a:t>
            </a:r>
            <a:r>
              <a:rPr sz="2000" spc="-25">
                <a:latin typeface="Cambria Math"/>
                <a:cs typeface="Cambria Math"/>
              </a:rPr>
              <a:t>𝒗)</a:t>
            </a:r>
            <a:endParaRPr sz="2000">
              <a:latin typeface="Cambria Math"/>
              <a:cs typeface="Cambria Math"/>
            </a:endParaRPr>
          </a:p>
        </p:txBody>
      </p:sp>
      <p:sp>
        <p:nvSpPr>
          <p:cNvPr id="11" name="object 10">
            <a:extLst>
              <a:ext uri="{FF2B5EF4-FFF2-40B4-BE49-F238E27FC236}">
                <a16:creationId xmlns:a16="http://schemas.microsoft.com/office/drawing/2014/main" id="{3415361A-1957-8E42-896F-88A8BD7DE848}"/>
              </a:ext>
            </a:extLst>
          </p:cNvPr>
          <p:cNvSpPr/>
          <p:nvPr/>
        </p:nvSpPr>
        <p:spPr>
          <a:xfrm>
            <a:off x="1972436" y="3707510"/>
            <a:ext cx="1536700" cy="593090"/>
          </a:xfrm>
          <a:custGeom>
            <a:avLst/>
            <a:gdLst/>
            <a:ahLst/>
            <a:cxnLst/>
            <a:rect l="l" t="t" r="r" b="b"/>
            <a:pathLst>
              <a:path w="1536700" h="593089">
                <a:moveTo>
                  <a:pt x="0" y="98806"/>
                </a:moveTo>
                <a:lnTo>
                  <a:pt x="7758" y="60328"/>
                </a:lnTo>
                <a:lnTo>
                  <a:pt x="28924" y="28924"/>
                </a:lnTo>
                <a:lnTo>
                  <a:pt x="60328" y="7758"/>
                </a:lnTo>
                <a:lnTo>
                  <a:pt x="98806" y="0"/>
                </a:lnTo>
                <a:lnTo>
                  <a:pt x="1437386" y="0"/>
                </a:lnTo>
                <a:lnTo>
                  <a:pt x="1475863" y="7758"/>
                </a:lnTo>
                <a:lnTo>
                  <a:pt x="1507267" y="28924"/>
                </a:lnTo>
                <a:lnTo>
                  <a:pt x="1528433" y="60328"/>
                </a:lnTo>
                <a:lnTo>
                  <a:pt x="1536191" y="98806"/>
                </a:lnTo>
                <a:lnTo>
                  <a:pt x="1536191" y="494030"/>
                </a:lnTo>
                <a:lnTo>
                  <a:pt x="1528433" y="532507"/>
                </a:lnTo>
                <a:lnTo>
                  <a:pt x="1507267" y="563911"/>
                </a:lnTo>
                <a:lnTo>
                  <a:pt x="1475863" y="585077"/>
                </a:lnTo>
                <a:lnTo>
                  <a:pt x="1437386" y="592836"/>
                </a:lnTo>
                <a:lnTo>
                  <a:pt x="98806" y="592836"/>
                </a:lnTo>
                <a:lnTo>
                  <a:pt x="60328" y="585077"/>
                </a:lnTo>
                <a:lnTo>
                  <a:pt x="28924" y="563911"/>
                </a:lnTo>
                <a:lnTo>
                  <a:pt x="7758" y="532507"/>
                </a:lnTo>
                <a:lnTo>
                  <a:pt x="0" y="494030"/>
                </a:lnTo>
                <a:lnTo>
                  <a:pt x="0" y="98806"/>
                </a:lnTo>
                <a:close/>
              </a:path>
            </a:pathLst>
          </a:custGeom>
          <a:ln w="190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1">
            <a:extLst>
              <a:ext uri="{FF2B5EF4-FFF2-40B4-BE49-F238E27FC236}">
                <a16:creationId xmlns:a16="http://schemas.microsoft.com/office/drawing/2014/main" id="{B492AC95-E591-D24D-A8E9-35FBC414BA48}"/>
              </a:ext>
            </a:extLst>
          </p:cNvPr>
          <p:cNvSpPr txBox="1"/>
          <p:nvPr/>
        </p:nvSpPr>
        <p:spPr>
          <a:xfrm>
            <a:off x="2154173" y="3830827"/>
            <a:ext cx="1109980" cy="3302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2000">
                <a:latin typeface="Cambria Math"/>
                <a:cs typeface="Cambria Math"/>
              </a:rPr>
              <a:t>(𝒏</a:t>
            </a:r>
            <a:r>
              <a:rPr sz="2000" spc="-20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−</a:t>
            </a:r>
            <a:r>
              <a:rPr sz="2000" spc="-5">
                <a:latin typeface="Cambria Math"/>
                <a:cs typeface="Cambria Math"/>
              </a:rPr>
              <a:t> </a:t>
            </a:r>
            <a:r>
              <a:rPr sz="2000" spc="-10">
                <a:latin typeface="Cambria Math"/>
                <a:cs typeface="Cambria Math"/>
              </a:rPr>
              <a:t>𝟐,</a:t>
            </a:r>
            <a:r>
              <a:rPr sz="2000" spc="-110">
                <a:latin typeface="Cambria Math"/>
                <a:cs typeface="Cambria Math"/>
              </a:rPr>
              <a:t> </a:t>
            </a:r>
            <a:r>
              <a:rPr sz="2000" spc="-25">
                <a:latin typeface="Cambria Math"/>
                <a:cs typeface="Cambria Math"/>
              </a:rPr>
              <a:t>𝑪)</a:t>
            </a:r>
            <a:endParaRPr sz="2000">
              <a:latin typeface="Cambria Math"/>
              <a:cs typeface="Cambria Math"/>
            </a:endParaRPr>
          </a:p>
        </p:txBody>
      </p:sp>
      <p:grpSp>
        <p:nvGrpSpPr>
          <p:cNvPr id="13" name="object 12">
            <a:extLst>
              <a:ext uri="{FF2B5EF4-FFF2-40B4-BE49-F238E27FC236}">
                <a16:creationId xmlns:a16="http://schemas.microsoft.com/office/drawing/2014/main" id="{F081EC24-40FD-F541-8D63-BDEDB90F6FC1}"/>
              </a:ext>
            </a:extLst>
          </p:cNvPr>
          <p:cNvGrpSpPr/>
          <p:nvPr/>
        </p:nvGrpSpPr>
        <p:grpSpPr>
          <a:xfrm>
            <a:off x="4879085" y="3662171"/>
            <a:ext cx="1958339" cy="612140"/>
            <a:chOff x="4879085" y="3662171"/>
            <a:chExt cx="1958339" cy="612140"/>
          </a:xfrm>
        </p:grpSpPr>
        <p:sp>
          <p:nvSpPr>
            <p:cNvPr id="14" name="object 13">
              <a:extLst>
                <a:ext uri="{FF2B5EF4-FFF2-40B4-BE49-F238E27FC236}">
                  <a16:creationId xmlns:a16="http://schemas.microsoft.com/office/drawing/2014/main" id="{7EED8951-B9BE-9F4F-B439-45BB53CF5189}"/>
                </a:ext>
              </a:extLst>
            </p:cNvPr>
            <p:cNvSpPr/>
            <p:nvPr/>
          </p:nvSpPr>
          <p:spPr>
            <a:xfrm>
              <a:off x="4888610" y="3671696"/>
              <a:ext cx="1939289" cy="593090"/>
            </a:xfrm>
            <a:custGeom>
              <a:avLst/>
              <a:gdLst/>
              <a:ahLst/>
              <a:cxnLst/>
              <a:rect l="l" t="t" r="r" b="b"/>
              <a:pathLst>
                <a:path w="1939289" h="593089">
                  <a:moveTo>
                    <a:pt x="1840484" y="0"/>
                  </a:moveTo>
                  <a:lnTo>
                    <a:pt x="98805" y="0"/>
                  </a:lnTo>
                  <a:lnTo>
                    <a:pt x="60328" y="7758"/>
                  </a:lnTo>
                  <a:lnTo>
                    <a:pt x="28924" y="28924"/>
                  </a:lnTo>
                  <a:lnTo>
                    <a:pt x="7758" y="60328"/>
                  </a:lnTo>
                  <a:lnTo>
                    <a:pt x="0" y="98805"/>
                  </a:lnTo>
                  <a:lnTo>
                    <a:pt x="0" y="494029"/>
                  </a:lnTo>
                  <a:lnTo>
                    <a:pt x="7758" y="532507"/>
                  </a:lnTo>
                  <a:lnTo>
                    <a:pt x="28924" y="563911"/>
                  </a:lnTo>
                  <a:lnTo>
                    <a:pt x="60328" y="585077"/>
                  </a:lnTo>
                  <a:lnTo>
                    <a:pt x="98805" y="592835"/>
                  </a:lnTo>
                  <a:lnTo>
                    <a:pt x="1840484" y="592835"/>
                  </a:lnTo>
                  <a:lnTo>
                    <a:pt x="1878961" y="585077"/>
                  </a:lnTo>
                  <a:lnTo>
                    <a:pt x="1910365" y="563911"/>
                  </a:lnTo>
                  <a:lnTo>
                    <a:pt x="1931531" y="532507"/>
                  </a:lnTo>
                  <a:lnTo>
                    <a:pt x="1939289" y="494029"/>
                  </a:lnTo>
                  <a:lnTo>
                    <a:pt x="1939289" y="98805"/>
                  </a:lnTo>
                  <a:lnTo>
                    <a:pt x="1931531" y="60328"/>
                  </a:lnTo>
                  <a:lnTo>
                    <a:pt x="1910365" y="28924"/>
                  </a:lnTo>
                  <a:lnTo>
                    <a:pt x="1878961" y="7758"/>
                  </a:lnTo>
                  <a:lnTo>
                    <a:pt x="1840484" y="0"/>
                  </a:lnTo>
                  <a:close/>
                </a:path>
              </a:pathLst>
            </a:custGeom>
            <a:solidFill>
              <a:srgbClr val="FF92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4">
              <a:extLst>
                <a:ext uri="{FF2B5EF4-FFF2-40B4-BE49-F238E27FC236}">
                  <a16:creationId xmlns:a16="http://schemas.microsoft.com/office/drawing/2014/main" id="{CBDFC1E0-EDED-4943-8FB1-7767C271B528}"/>
                </a:ext>
              </a:extLst>
            </p:cNvPr>
            <p:cNvSpPr/>
            <p:nvPr/>
          </p:nvSpPr>
          <p:spPr>
            <a:xfrm>
              <a:off x="4888610" y="3671696"/>
              <a:ext cx="1939289" cy="593090"/>
            </a:xfrm>
            <a:custGeom>
              <a:avLst/>
              <a:gdLst/>
              <a:ahLst/>
              <a:cxnLst/>
              <a:rect l="l" t="t" r="r" b="b"/>
              <a:pathLst>
                <a:path w="1939289" h="593089">
                  <a:moveTo>
                    <a:pt x="0" y="98805"/>
                  </a:moveTo>
                  <a:lnTo>
                    <a:pt x="7758" y="60328"/>
                  </a:lnTo>
                  <a:lnTo>
                    <a:pt x="28924" y="28924"/>
                  </a:lnTo>
                  <a:lnTo>
                    <a:pt x="60328" y="7758"/>
                  </a:lnTo>
                  <a:lnTo>
                    <a:pt x="98805" y="0"/>
                  </a:lnTo>
                  <a:lnTo>
                    <a:pt x="1840484" y="0"/>
                  </a:lnTo>
                  <a:lnTo>
                    <a:pt x="1878961" y="7758"/>
                  </a:lnTo>
                  <a:lnTo>
                    <a:pt x="1910365" y="28924"/>
                  </a:lnTo>
                  <a:lnTo>
                    <a:pt x="1931531" y="60328"/>
                  </a:lnTo>
                  <a:lnTo>
                    <a:pt x="1939289" y="98805"/>
                  </a:lnTo>
                  <a:lnTo>
                    <a:pt x="1939289" y="494029"/>
                  </a:lnTo>
                  <a:lnTo>
                    <a:pt x="1931531" y="532507"/>
                  </a:lnTo>
                  <a:lnTo>
                    <a:pt x="1910365" y="563911"/>
                  </a:lnTo>
                  <a:lnTo>
                    <a:pt x="1878961" y="585077"/>
                  </a:lnTo>
                  <a:lnTo>
                    <a:pt x="1840484" y="592835"/>
                  </a:lnTo>
                  <a:lnTo>
                    <a:pt x="98805" y="592835"/>
                  </a:lnTo>
                  <a:lnTo>
                    <a:pt x="60328" y="585077"/>
                  </a:lnTo>
                  <a:lnTo>
                    <a:pt x="28924" y="563911"/>
                  </a:lnTo>
                  <a:lnTo>
                    <a:pt x="7758" y="532507"/>
                  </a:lnTo>
                  <a:lnTo>
                    <a:pt x="0" y="494029"/>
                  </a:lnTo>
                  <a:lnTo>
                    <a:pt x="0" y="98805"/>
                  </a:lnTo>
                  <a:close/>
                </a:path>
              </a:pathLst>
            </a:custGeom>
            <a:ln w="190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" name="object 15">
            <a:extLst>
              <a:ext uri="{FF2B5EF4-FFF2-40B4-BE49-F238E27FC236}">
                <a16:creationId xmlns:a16="http://schemas.microsoft.com/office/drawing/2014/main" id="{BB029A69-3977-ED45-ABC5-2C1AF0CCC64A}"/>
              </a:ext>
            </a:extLst>
          </p:cNvPr>
          <p:cNvSpPr txBox="1"/>
          <p:nvPr/>
        </p:nvSpPr>
        <p:spPr>
          <a:xfrm>
            <a:off x="5043678" y="3794759"/>
            <a:ext cx="1565910" cy="3302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2000">
                <a:solidFill>
                  <a:srgbClr val="FFFFFF"/>
                </a:solidFill>
                <a:latin typeface="Cambria Math"/>
                <a:cs typeface="Cambria Math"/>
              </a:rPr>
              <a:t>(𝒏</a:t>
            </a:r>
            <a:r>
              <a:rPr sz="2000" spc="-1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2000">
                <a:solidFill>
                  <a:srgbClr val="FFFFFF"/>
                </a:solidFill>
                <a:latin typeface="Cambria Math"/>
                <a:cs typeface="Cambria Math"/>
              </a:rPr>
              <a:t>−</a:t>
            </a:r>
            <a:r>
              <a:rPr sz="2000" spc="-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2000" spc="-10">
                <a:solidFill>
                  <a:srgbClr val="FFFFFF"/>
                </a:solidFill>
                <a:latin typeface="Cambria Math"/>
                <a:cs typeface="Cambria Math"/>
              </a:rPr>
              <a:t>𝟐,</a:t>
            </a:r>
            <a:r>
              <a:rPr sz="2000" spc="-110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2000">
                <a:solidFill>
                  <a:srgbClr val="FFFFFF"/>
                </a:solidFill>
                <a:latin typeface="Cambria Math"/>
                <a:cs typeface="Cambria Math"/>
              </a:rPr>
              <a:t>𝑪</a:t>
            </a:r>
            <a:r>
              <a:rPr sz="2000" spc="-20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2000">
                <a:solidFill>
                  <a:srgbClr val="FFFFFF"/>
                </a:solidFill>
                <a:latin typeface="Cambria Math"/>
                <a:cs typeface="Cambria Math"/>
              </a:rPr>
              <a:t>− </a:t>
            </a:r>
            <a:r>
              <a:rPr sz="2000" spc="-25">
                <a:solidFill>
                  <a:srgbClr val="FFFFFF"/>
                </a:solidFill>
                <a:latin typeface="Cambria Math"/>
                <a:cs typeface="Cambria Math"/>
              </a:rPr>
              <a:t>𝒗)</a:t>
            </a:r>
            <a:endParaRPr sz="2000">
              <a:latin typeface="Cambria Math"/>
              <a:cs typeface="Cambria Math"/>
            </a:endParaRPr>
          </a:p>
        </p:txBody>
      </p:sp>
      <p:sp>
        <p:nvSpPr>
          <p:cNvPr id="17" name="object 16">
            <a:extLst>
              <a:ext uri="{FF2B5EF4-FFF2-40B4-BE49-F238E27FC236}">
                <a16:creationId xmlns:a16="http://schemas.microsoft.com/office/drawing/2014/main" id="{76EB24BC-62F9-0847-9B53-FE9C7A7434A0}"/>
              </a:ext>
            </a:extLst>
          </p:cNvPr>
          <p:cNvSpPr/>
          <p:nvPr/>
        </p:nvSpPr>
        <p:spPr>
          <a:xfrm>
            <a:off x="449198" y="5105019"/>
            <a:ext cx="1537335" cy="593090"/>
          </a:xfrm>
          <a:custGeom>
            <a:avLst/>
            <a:gdLst/>
            <a:ahLst/>
            <a:cxnLst/>
            <a:rect l="l" t="t" r="r" b="b"/>
            <a:pathLst>
              <a:path w="1537335" h="593089">
                <a:moveTo>
                  <a:pt x="0" y="98805"/>
                </a:moveTo>
                <a:lnTo>
                  <a:pt x="7764" y="60328"/>
                </a:lnTo>
                <a:lnTo>
                  <a:pt x="28938" y="28924"/>
                </a:lnTo>
                <a:lnTo>
                  <a:pt x="60345" y="7758"/>
                </a:lnTo>
                <a:lnTo>
                  <a:pt x="98806" y="0"/>
                </a:lnTo>
                <a:lnTo>
                  <a:pt x="1438148" y="0"/>
                </a:lnTo>
                <a:lnTo>
                  <a:pt x="1476625" y="7758"/>
                </a:lnTo>
                <a:lnTo>
                  <a:pt x="1508029" y="28924"/>
                </a:lnTo>
                <a:lnTo>
                  <a:pt x="1529195" y="60328"/>
                </a:lnTo>
                <a:lnTo>
                  <a:pt x="1536953" y="98805"/>
                </a:lnTo>
                <a:lnTo>
                  <a:pt x="1536953" y="494029"/>
                </a:lnTo>
                <a:lnTo>
                  <a:pt x="1529195" y="532490"/>
                </a:lnTo>
                <a:lnTo>
                  <a:pt x="1508029" y="563897"/>
                </a:lnTo>
                <a:lnTo>
                  <a:pt x="1476625" y="585071"/>
                </a:lnTo>
                <a:lnTo>
                  <a:pt x="1438148" y="592835"/>
                </a:lnTo>
                <a:lnTo>
                  <a:pt x="98806" y="592835"/>
                </a:lnTo>
                <a:lnTo>
                  <a:pt x="60345" y="585071"/>
                </a:lnTo>
                <a:lnTo>
                  <a:pt x="28938" y="563897"/>
                </a:lnTo>
                <a:lnTo>
                  <a:pt x="7764" y="532490"/>
                </a:lnTo>
                <a:lnTo>
                  <a:pt x="0" y="494029"/>
                </a:lnTo>
                <a:lnTo>
                  <a:pt x="0" y="98805"/>
                </a:lnTo>
                <a:close/>
              </a:path>
            </a:pathLst>
          </a:custGeom>
          <a:ln w="190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7">
            <a:extLst>
              <a:ext uri="{FF2B5EF4-FFF2-40B4-BE49-F238E27FC236}">
                <a16:creationId xmlns:a16="http://schemas.microsoft.com/office/drawing/2014/main" id="{30B3491D-7ADC-8945-B1AA-0EBF036A2527}"/>
              </a:ext>
            </a:extLst>
          </p:cNvPr>
          <p:cNvSpPr txBox="1"/>
          <p:nvPr/>
        </p:nvSpPr>
        <p:spPr>
          <a:xfrm>
            <a:off x="631190" y="5228335"/>
            <a:ext cx="1109980" cy="3302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2000">
                <a:latin typeface="Cambria Math"/>
                <a:cs typeface="Cambria Math"/>
              </a:rPr>
              <a:t>(𝒏</a:t>
            </a:r>
            <a:r>
              <a:rPr sz="2000" spc="-20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−</a:t>
            </a:r>
            <a:r>
              <a:rPr sz="2000" spc="-5">
                <a:latin typeface="Cambria Math"/>
                <a:cs typeface="Cambria Math"/>
              </a:rPr>
              <a:t> </a:t>
            </a:r>
            <a:r>
              <a:rPr sz="2000" spc="-10">
                <a:latin typeface="Cambria Math"/>
                <a:cs typeface="Cambria Math"/>
              </a:rPr>
              <a:t>𝟑,</a:t>
            </a:r>
            <a:r>
              <a:rPr sz="2000" spc="-110">
                <a:latin typeface="Cambria Math"/>
                <a:cs typeface="Cambria Math"/>
              </a:rPr>
              <a:t> </a:t>
            </a:r>
            <a:r>
              <a:rPr sz="2000" spc="-25">
                <a:latin typeface="Cambria Math"/>
                <a:cs typeface="Cambria Math"/>
              </a:rPr>
              <a:t>𝑪)</a:t>
            </a:r>
            <a:endParaRPr sz="2000">
              <a:latin typeface="Cambria Math"/>
              <a:cs typeface="Cambria Math"/>
            </a:endParaRPr>
          </a:p>
        </p:txBody>
      </p:sp>
      <p:grpSp>
        <p:nvGrpSpPr>
          <p:cNvPr id="19" name="object 18">
            <a:extLst>
              <a:ext uri="{FF2B5EF4-FFF2-40B4-BE49-F238E27FC236}">
                <a16:creationId xmlns:a16="http://schemas.microsoft.com/office/drawing/2014/main" id="{03C55329-B746-AF42-B42A-6AA9F670750D}"/>
              </a:ext>
            </a:extLst>
          </p:cNvPr>
          <p:cNvGrpSpPr/>
          <p:nvPr/>
        </p:nvGrpSpPr>
        <p:grpSpPr>
          <a:xfrm>
            <a:off x="3589020" y="5074158"/>
            <a:ext cx="1693545" cy="612140"/>
            <a:chOff x="3589020" y="5074158"/>
            <a:chExt cx="1693545" cy="612140"/>
          </a:xfrm>
        </p:grpSpPr>
        <p:sp>
          <p:nvSpPr>
            <p:cNvPr id="20" name="object 19">
              <a:extLst>
                <a:ext uri="{FF2B5EF4-FFF2-40B4-BE49-F238E27FC236}">
                  <a16:creationId xmlns:a16="http://schemas.microsoft.com/office/drawing/2014/main" id="{7D48B338-343A-3544-9EFF-E6AEBFC8180E}"/>
                </a:ext>
              </a:extLst>
            </p:cNvPr>
            <p:cNvSpPr/>
            <p:nvPr/>
          </p:nvSpPr>
          <p:spPr>
            <a:xfrm>
              <a:off x="3598545" y="5083683"/>
              <a:ext cx="1674495" cy="593090"/>
            </a:xfrm>
            <a:custGeom>
              <a:avLst/>
              <a:gdLst/>
              <a:ahLst/>
              <a:cxnLst/>
              <a:rect l="l" t="t" r="r" b="b"/>
              <a:pathLst>
                <a:path w="1674495" h="593089">
                  <a:moveTo>
                    <a:pt x="1575307" y="0"/>
                  </a:moveTo>
                  <a:lnTo>
                    <a:pt x="98805" y="0"/>
                  </a:lnTo>
                  <a:lnTo>
                    <a:pt x="60328" y="7758"/>
                  </a:lnTo>
                  <a:lnTo>
                    <a:pt x="28924" y="28924"/>
                  </a:lnTo>
                  <a:lnTo>
                    <a:pt x="7758" y="60328"/>
                  </a:lnTo>
                  <a:lnTo>
                    <a:pt x="0" y="98806"/>
                  </a:lnTo>
                  <a:lnTo>
                    <a:pt x="0" y="494030"/>
                  </a:lnTo>
                  <a:lnTo>
                    <a:pt x="7758" y="532490"/>
                  </a:lnTo>
                  <a:lnTo>
                    <a:pt x="28924" y="563897"/>
                  </a:lnTo>
                  <a:lnTo>
                    <a:pt x="60328" y="585071"/>
                  </a:lnTo>
                  <a:lnTo>
                    <a:pt x="98805" y="592836"/>
                  </a:lnTo>
                  <a:lnTo>
                    <a:pt x="1575307" y="592836"/>
                  </a:lnTo>
                  <a:lnTo>
                    <a:pt x="1613785" y="585071"/>
                  </a:lnTo>
                  <a:lnTo>
                    <a:pt x="1645189" y="563897"/>
                  </a:lnTo>
                  <a:lnTo>
                    <a:pt x="1666355" y="532490"/>
                  </a:lnTo>
                  <a:lnTo>
                    <a:pt x="1674114" y="494030"/>
                  </a:lnTo>
                  <a:lnTo>
                    <a:pt x="1674114" y="98806"/>
                  </a:lnTo>
                  <a:lnTo>
                    <a:pt x="1666355" y="60328"/>
                  </a:lnTo>
                  <a:lnTo>
                    <a:pt x="1645189" y="28924"/>
                  </a:lnTo>
                  <a:lnTo>
                    <a:pt x="1613785" y="7758"/>
                  </a:lnTo>
                  <a:lnTo>
                    <a:pt x="1575307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0">
              <a:extLst>
                <a:ext uri="{FF2B5EF4-FFF2-40B4-BE49-F238E27FC236}">
                  <a16:creationId xmlns:a16="http://schemas.microsoft.com/office/drawing/2014/main" id="{240B31AE-B1C5-844E-8F64-C2D558971644}"/>
                </a:ext>
              </a:extLst>
            </p:cNvPr>
            <p:cNvSpPr/>
            <p:nvPr/>
          </p:nvSpPr>
          <p:spPr>
            <a:xfrm>
              <a:off x="3598545" y="5083683"/>
              <a:ext cx="1674495" cy="593090"/>
            </a:xfrm>
            <a:custGeom>
              <a:avLst/>
              <a:gdLst/>
              <a:ahLst/>
              <a:cxnLst/>
              <a:rect l="l" t="t" r="r" b="b"/>
              <a:pathLst>
                <a:path w="1674495" h="593089">
                  <a:moveTo>
                    <a:pt x="0" y="98806"/>
                  </a:moveTo>
                  <a:lnTo>
                    <a:pt x="7758" y="60328"/>
                  </a:lnTo>
                  <a:lnTo>
                    <a:pt x="28924" y="28924"/>
                  </a:lnTo>
                  <a:lnTo>
                    <a:pt x="60328" y="7758"/>
                  </a:lnTo>
                  <a:lnTo>
                    <a:pt x="98805" y="0"/>
                  </a:lnTo>
                  <a:lnTo>
                    <a:pt x="1575307" y="0"/>
                  </a:lnTo>
                  <a:lnTo>
                    <a:pt x="1613785" y="7758"/>
                  </a:lnTo>
                  <a:lnTo>
                    <a:pt x="1645189" y="28924"/>
                  </a:lnTo>
                  <a:lnTo>
                    <a:pt x="1666355" y="60328"/>
                  </a:lnTo>
                  <a:lnTo>
                    <a:pt x="1674114" y="98806"/>
                  </a:lnTo>
                  <a:lnTo>
                    <a:pt x="1674114" y="494030"/>
                  </a:lnTo>
                  <a:lnTo>
                    <a:pt x="1666355" y="532490"/>
                  </a:lnTo>
                  <a:lnTo>
                    <a:pt x="1645189" y="563897"/>
                  </a:lnTo>
                  <a:lnTo>
                    <a:pt x="1613785" y="585071"/>
                  </a:lnTo>
                  <a:lnTo>
                    <a:pt x="1575307" y="592836"/>
                  </a:lnTo>
                  <a:lnTo>
                    <a:pt x="98805" y="592836"/>
                  </a:lnTo>
                  <a:lnTo>
                    <a:pt x="60328" y="585071"/>
                  </a:lnTo>
                  <a:lnTo>
                    <a:pt x="28924" y="563897"/>
                  </a:lnTo>
                  <a:lnTo>
                    <a:pt x="7758" y="532490"/>
                  </a:lnTo>
                  <a:lnTo>
                    <a:pt x="0" y="494030"/>
                  </a:lnTo>
                  <a:lnTo>
                    <a:pt x="0" y="98806"/>
                  </a:lnTo>
                  <a:close/>
                </a:path>
              </a:pathLst>
            </a:custGeom>
            <a:ln w="190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1">
            <a:extLst>
              <a:ext uri="{FF2B5EF4-FFF2-40B4-BE49-F238E27FC236}">
                <a16:creationId xmlns:a16="http://schemas.microsoft.com/office/drawing/2014/main" id="{80BAE8C0-3D28-EB47-8D34-B12D67CB705E}"/>
              </a:ext>
            </a:extLst>
          </p:cNvPr>
          <p:cNvSpPr txBox="1"/>
          <p:nvPr/>
        </p:nvSpPr>
        <p:spPr>
          <a:xfrm>
            <a:off x="3545078" y="5206238"/>
            <a:ext cx="171831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000">
                <a:solidFill>
                  <a:srgbClr val="FFFFFF"/>
                </a:solidFill>
                <a:latin typeface="Cambria Math"/>
                <a:cs typeface="Cambria Math"/>
              </a:rPr>
              <a:t>(𝒏 −</a:t>
            </a:r>
            <a:r>
              <a:rPr sz="2000" spc="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2000">
                <a:solidFill>
                  <a:srgbClr val="FFFFFF"/>
                </a:solidFill>
                <a:latin typeface="Cambria Math"/>
                <a:cs typeface="Cambria Math"/>
              </a:rPr>
              <a:t>𝟑,</a:t>
            </a:r>
            <a:r>
              <a:rPr sz="2000" spc="-10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2000">
                <a:solidFill>
                  <a:srgbClr val="FFFFFF"/>
                </a:solidFill>
                <a:latin typeface="Cambria Math"/>
                <a:cs typeface="Cambria Math"/>
              </a:rPr>
              <a:t>𝑪</a:t>
            </a:r>
            <a:r>
              <a:rPr sz="2000" spc="-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2000">
                <a:solidFill>
                  <a:srgbClr val="FFFFFF"/>
                </a:solidFill>
                <a:latin typeface="Cambria Math"/>
                <a:cs typeface="Cambria Math"/>
              </a:rPr>
              <a:t>−</a:t>
            </a:r>
            <a:r>
              <a:rPr sz="2000" spc="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2000" spc="-25">
                <a:solidFill>
                  <a:srgbClr val="FFFFFF"/>
                </a:solidFill>
                <a:latin typeface="Cambria Math"/>
                <a:cs typeface="Cambria Math"/>
              </a:rPr>
              <a:t>𝟐𝒗)</a:t>
            </a:r>
            <a:endParaRPr sz="2000">
              <a:latin typeface="Cambria Math"/>
              <a:cs typeface="Cambria Math"/>
            </a:endParaRPr>
          </a:p>
        </p:txBody>
      </p:sp>
      <p:sp>
        <p:nvSpPr>
          <p:cNvPr id="23" name="object 22">
            <a:extLst>
              <a:ext uri="{FF2B5EF4-FFF2-40B4-BE49-F238E27FC236}">
                <a16:creationId xmlns:a16="http://schemas.microsoft.com/office/drawing/2014/main" id="{F3DA9541-53E9-064F-930C-4E8EACDE59C4}"/>
              </a:ext>
            </a:extLst>
          </p:cNvPr>
          <p:cNvSpPr/>
          <p:nvPr/>
        </p:nvSpPr>
        <p:spPr>
          <a:xfrm>
            <a:off x="7692008" y="3707510"/>
            <a:ext cx="1793875" cy="593090"/>
          </a:xfrm>
          <a:custGeom>
            <a:avLst/>
            <a:gdLst/>
            <a:ahLst/>
            <a:cxnLst/>
            <a:rect l="l" t="t" r="r" b="b"/>
            <a:pathLst>
              <a:path w="1793875" h="593089">
                <a:moveTo>
                  <a:pt x="0" y="98806"/>
                </a:moveTo>
                <a:lnTo>
                  <a:pt x="7758" y="60328"/>
                </a:lnTo>
                <a:lnTo>
                  <a:pt x="28924" y="28924"/>
                </a:lnTo>
                <a:lnTo>
                  <a:pt x="60328" y="7758"/>
                </a:lnTo>
                <a:lnTo>
                  <a:pt x="98806" y="0"/>
                </a:lnTo>
                <a:lnTo>
                  <a:pt x="1694942" y="0"/>
                </a:lnTo>
                <a:lnTo>
                  <a:pt x="1733419" y="7758"/>
                </a:lnTo>
                <a:lnTo>
                  <a:pt x="1764823" y="28924"/>
                </a:lnTo>
                <a:lnTo>
                  <a:pt x="1785989" y="60328"/>
                </a:lnTo>
                <a:lnTo>
                  <a:pt x="1793748" y="98806"/>
                </a:lnTo>
                <a:lnTo>
                  <a:pt x="1793748" y="494030"/>
                </a:lnTo>
                <a:lnTo>
                  <a:pt x="1785989" y="532507"/>
                </a:lnTo>
                <a:lnTo>
                  <a:pt x="1764823" y="563911"/>
                </a:lnTo>
                <a:lnTo>
                  <a:pt x="1733419" y="585077"/>
                </a:lnTo>
                <a:lnTo>
                  <a:pt x="1694942" y="592836"/>
                </a:lnTo>
                <a:lnTo>
                  <a:pt x="98806" y="592836"/>
                </a:lnTo>
                <a:lnTo>
                  <a:pt x="60328" y="585077"/>
                </a:lnTo>
                <a:lnTo>
                  <a:pt x="28924" y="563911"/>
                </a:lnTo>
                <a:lnTo>
                  <a:pt x="7758" y="532507"/>
                </a:lnTo>
                <a:lnTo>
                  <a:pt x="0" y="494030"/>
                </a:lnTo>
                <a:lnTo>
                  <a:pt x="0" y="98806"/>
                </a:lnTo>
                <a:close/>
              </a:path>
            </a:pathLst>
          </a:custGeom>
          <a:ln w="190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3">
            <a:extLst>
              <a:ext uri="{FF2B5EF4-FFF2-40B4-BE49-F238E27FC236}">
                <a16:creationId xmlns:a16="http://schemas.microsoft.com/office/drawing/2014/main" id="{37DB79D2-7368-594B-BA73-6397C0777E64}"/>
              </a:ext>
            </a:extLst>
          </p:cNvPr>
          <p:cNvSpPr txBox="1"/>
          <p:nvPr/>
        </p:nvSpPr>
        <p:spPr>
          <a:xfrm>
            <a:off x="7698231" y="3830827"/>
            <a:ext cx="1718310" cy="3302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2000">
                <a:latin typeface="Cambria Math"/>
                <a:cs typeface="Cambria Math"/>
              </a:rPr>
              <a:t>(𝒏</a:t>
            </a:r>
            <a:r>
              <a:rPr sz="2000" spc="-20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−</a:t>
            </a:r>
            <a:r>
              <a:rPr sz="2000" spc="-5">
                <a:latin typeface="Cambria Math"/>
                <a:cs typeface="Cambria Math"/>
              </a:rPr>
              <a:t> </a:t>
            </a:r>
            <a:r>
              <a:rPr sz="2000" spc="-10">
                <a:latin typeface="Cambria Math"/>
                <a:cs typeface="Cambria Math"/>
              </a:rPr>
              <a:t>𝟐,</a:t>
            </a:r>
            <a:r>
              <a:rPr sz="2000" spc="-105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𝑪</a:t>
            </a:r>
            <a:r>
              <a:rPr sz="2000" spc="-20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− </a:t>
            </a:r>
            <a:r>
              <a:rPr sz="2000" spc="-25">
                <a:latin typeface="Cambria Math"/>
                <a:cs typeface="Cambria Math"/>
              </a:rPr>
              <a:t>𝟐𝒗)</a:t>
            </a:r>
            <a:endParaRPr sz="2000">
              <a:latin typeface="Cambria Math"/>
              <a:cs typeface="Cambria Math"/>
            </a:endParaRPr>
          </a:p>
        </p:txBody>
      </p:sp>
      <p:grpSp>
        <p:nvGrpSpPr>
          <p:cNvPr id="25" name="object 24">
            <a:extLst>
              <a:ext uri="{FF2B5EF4-FFF2-40B4-BE49-F238E27FC236}">
                <a16:creationId xmlns:a16="http://schemas.microsoft.com/office/drawing/2014/main" id="{2F5CB64F-BB42-464B-A682-FB4B53DEE36B}"/>
              </a:ext>
            </a:extLst>
          </p:cNvPr>
          <p:cNvGrpSpPr/>
          <p:nvPr/>
        </p:nvGrpSpPr>
        <p:grpSpPr>
          <a:xfrm>
            <a:off x="6483096" y="5075682"/>
            <a:ext cx="1812925" cy="612140"/>
            <a:chOff x="6483096" y="5075682"/>
            <a:chExt cx="1812925" cy="612140"/>
          </a:xfrm>
        </p:grpSpPr>
        <p:sp>
          <p:nvSpPr>
            <p:cNvPr id="26" name="object 25">
              <a:extLst>
                <a:ext uri="{FF2B5EF4-FFF2-40B4-BE49-F238E27FC236}">
                  <a16:creationId xmlns:a16="http://schemas.microsoft.com/office/drawing/2014/main" id="{30C2295D-EB86-4C4E-8FCE-91513DA79C5B}"/>
                </a:ext>
              </a:extLst>
            </p:cNvPr>
            <p:cNvSpPr/>
            <p:nvPr/>
          </p:nvSpPr>
          <p:spPr>
            <a:xfrm>
              <a:off x="6492621" y="5085207"/>
              <a:ext cx="1793875" cy="593090"/>
            </a:xfrm>
            <a:custGeom>
              <a:avLst/>
              <a:gdLst/>
              <a:ahLst/>
              <a:cxnLst/>
              <a:rect l="l" t="t" r="r" b="b"/>
              <a:pathLst>
                <a:path w="1793875" h="593089">
                  <a:moveTo>
                    <a:pt x="1694942" y="0"/>
                  </a:moveTo>
                  <a:lnTo>
                    <a:pt x="98805" y="0"/>
                  </a:lnTo>
                  <a:lnTo>
                    <a:pt x="60328" y="7758"/>
                  </a:lnTo>
                  <a:lnTo>
                    <a:pt x="28924" y="28924"/>
                  </a:lnTo>
                  <a:lnTo>
                    <a:pt x="7758" y="60328"/>
                  </a:lnTo>
                  <a:lnTo>
                    <a:pt x="0" y="98806"/>
                  </a:lnTo>
                  <a:lnTo>
                    <a:pt x="0" y="494030"/>
                  </a:lnTo>
                  <a:lnTo>
                    <a:pt x="7758" y="532490"/>
                  </a:lnTo>
                  <a:lnTo>
                    <a:pt x="28924" y="563897"/>
                  </a:lnTo>
                  <a:lnTo>
                    <a:pt x="60328" y="585071"/>
                  </a:lnTo>
                  <a:lnTo>
                    <a:pt x="98805" y="592836"/>
                  </a:lnTo>
                  <a:lnTo>
                    <a:pt x="1694942" y="592836"/>
                  </a:lnTo>
                  <a:lnTo>
                    <a:pt x="1733419" y="585071"/>
                  </a:lnTo>
                  <a:lnTo>
                    <a:pt x="1764823" y="563897"/>
                  </a:lnTo>
                  <a:lnTo>
                    <a:pt x="1785989" y="532490"/>
                  </a:lnTo>
                  <a:lnTo>
                    <a:pt x="1793748" y="494030"/>
                  </a:lnTo>
                  <a:lnTo>
                    <a:pt x="1793748" y="98806"/>
                  </a:lnTo>
                  <a:lnTo>
                    <a:pt x="1785989" y="60328"/>
                  </a:lnTo>
                  <a:lnTo>
                    <a:pt x="1764823" y="28924"/>
                  </a:lnTo>
                  <a:lnTo>
                    <a:pt x="1733419" y="7758"/>
                  </a:lnTo>
                  <a:lnTo>
                    <a:pt x="1694942" y="0"/>
                  </a:lnTo>
                  <a:close/>
                </a:path>
              </a:pathLst>
            </a:custGeom>
            <a:solidFill>
              <a:srgbClr val="00A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6">
              <a:extLst>
                <a:ext uri="{FF2B5EF4-FFF2-40B4-BE49-F238E27FC236}">
                  <a16:creationId xmlns:a16="http://schemas.microsoft.com/office/drawing/2014/main" id="{497119FA-EB12-7A45-AF07-79BC438469F1}"/>
                </a:ext>
              </a:extLst>
            </p:cNvPr>
            <p:cNvSpPr/>
            <p:nvPr/>
          </p:nvSpPr>
          <p:spPr>
            <a:xfrm>
              <a:off x="6492621" y="5085207"/>
              <a:ext cx="1793875" cy="593090"/>
            </a:xfrm>
            <a:custGeom>
              <a:avLst/>
              <a:gdLst/>
              <a:ahLst/>
              <a:cxnLst/>
              <a:rect l="l" t="t" r="r" b="b"/>
              <a:pathLst>
                <a:path w="1793875" h="593089">
                  <a:moveTo>
                    <a:pt x="0" y="98806"/>
                  </a:moveTo>
                  <a:lnTo>
                    <a:pt x="7758" y="60328"/>
                  </a:lnTo>
                  <a:lnTo>
                    <a:pt x="28924" y="28924"/>
                  </a:lnTo>
                  <a:lnTo>
                    <a:pt x="60328" y="7758"/>
                  </a:lnTo>
                  <a:lnTo>
                    <a:pt x="98805" y="0"/>
                  </a:lnTo>
                  <a:lnTo>
                    <a:pt x="1694942" y="0"/>
                  </a:lnTo>
                  <a:lnTo>
                    <a:pt x="1733419" y="7758"/>
                  </a:lnTo>
                  <a:lnTo>
                    <a:pt x="1764823" y="28924"/>
                  </a:lnTo>
                  <a:lnTo>
                    <a:pt x="1785989" y="60328"/>
                  </a:lnTo>
                  <a:lnTo>
                    <a:pt x="1793748" y="98806"/>
                  </a:lnTo>
                  <a:lnTo>
                    <a:pt x="1793748" y="494030"/>
                  </a:lnTo>
                  <a:lnTo>
                    <a:pt x="1785989" y="532490"/>
                  </a:lnTo>
                  <a:lnTo>
                    <a:pt x="1764823" y="563897"/>
                  </a:lnTo>
                  <a:lnTo>
                    <a:pt x="1733419" y="585071"/>
                  </a:lnTo>
                  <a:lnTo>
                    <a:pt x="1694942" y="592836"/>
                  </a:lnTo>
                  <a:lnTo>
                    <a:pt x="98805" y="592836"/>
                  </a:lnTo>
                  <a:lnTo>
                    <a:pt x="60328" y="585071"/>
                  </a:lnTo>
                  <a:lnTo>
                    <a:pt x="28924" y="563897"/>
                  </a:lnTo>
                  <a:lnTo>
                    <a:pt x="7758" y="532490"/>
                  </a:lnTo>
                  <a:lnTo>
                    <a:pt x="0" y="494030"/>
                  </a:lnTo>
                  <a:lnTo>
                    <a:pt x="0" y="98806"/>
                  </a:lnTo>
                  <a:close/>
                </a:path>
              </a:pathLst>
            </a:custGeom>
            <a:ln w="190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8" name="object 27">
            <a:extLst>
              <a:ext uri="{FF2B5EF4-FFF2-40B4-BE49-F238E27FC236}">
                <a16:creationId xmlns:a16="http://schemas.microsoft.com/office/drawing/2014/main" id="{7B832D37-F2F9-4943-84C2-F065E448AD2C}"/>
              </a:ext>
            </a:extLst>
          </p:cNvPr>
          <p:cNvSpPr txBox="1"/>
          <p:nvPr/>
        </p:nvSpPr>
        <p:spPr>
          <a:xfrm>
            <a:off x="6574790" y="5208523"/>
            <a:ext cx="1566545" cy="3302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2000">
                <a:solidFill>
                  <a:srgbClr val="FFFFFF"/>
                </a:solidFill>
                <a:latin typeface="Cambria Math"/>
                <a:cs typeface="Cambria Math"/>
              </a:rPr>
              <a:t>(𝒏</a:t>
            </a:r>
            <a:r>
              <a:rPr sz="2000" spc="-1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2000">
                <a:solidFill>
                  <a:srgbClr val="FFFFFF"/>
                </a:solidFill>
                <a:latin typeface="Cambria Math"/>
                <a:cs typeface="Cambria Math"/>
              </a:rPr>
              <a:t>−</a:t>
            </a:r>
            <a:r>
              <a:rPr sz="2000" spc="-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2000" spc="-10">
                <a:solidFill>
                  <a:srgbClr val="FFFFFF"/>
                </a:solidFill>
                <a:latin typeface="Cambria Math"/>
                <a:cs typeface="Cambria Math"/>
              </a:rPr>
              <a:t>𝟑,</a:t>
            </a:r>
            <a:r>
              <a:rPr sz="2000" spc="-110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2000">
                <a:solidFill>
                  <a:srgbClr val="FFFFFF"/>
                </a:solidFill>
                <a:latin typeface="Cambria Math"/>
                <a:cs typeface="Cambria Math"/>
              </a:rPr>
              <a:t>𝑪</a:t>
            </a:r>
            <a:r>
              <a:rPr sz="2000" spc="-1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2000">
                <a:solidFill>
                  <a:srgbClr val="FFFFFF"/>
                </a:solidFill>
                <a:latin typeface="Cambria Math"/>
                <a:cs typeface="Cambria Math"/>
              </a:rPr>
              <a:t>− </a:t>
            </a:r>
            <a:r>
              <a:rPr sz="2000" spc="-25">
                <a:solidFill>
                  <a:srgbClr val="FFFFFF"/>
                </a:solidFill>
                <a:latin typeface="Cambria Math"/>
                <a:cs typeface="Cambria Math"/>
              </a:rPr>
              <a:t>𝒗)</a:t>
            </a:r>
            <a:endParaRPr sz="2000">
              <a:latin typeface="Cambria Math"/>
              <a:cs typeface="Cambria Math"/>
            </a:endParaRPr>
          </a:p>
        </p:txBody>
      </p:sp>
      <p:sp>
        <p:nvSpPr>
          <p:cNvPr id="29" name="object 28">
            <a:extLst>
              <a:ext uri="{FF2B5EF4-FFF2-40B4-BE49-F238E27FC236}">
                <a16:creationId xmlns:a16="http://schemas.microsoft.com/office/drawing/2014/main" id="{E57EB11D-93A9-D74A-9EC9-F48056EE525B}"/>
              </a:ext>
            </a:extLst>
          </p:cNvPr>
          <p:cNvSpPr/>
          <p:nvPr/>
        </p:nvSpPr>
        <p:spPr>
          <a:xfrm>
            <a:off x="9448418" y="5098922"/>
            <a:ext cx="1877060" cy="593725"/>
          </a:xfrm>
          <a:custGeom>
            <a:avLst/>
            <a:gdLst/>
            <a:ahLst/>
            <a:cxnLst/>
            <a:rect l="l" t="t" r="r" b="b"/>
            <a:pathLst>
              <a:path w="1877058" h="593725">
                <a:moveTo>
                  <a:pt x="0" y="98932"/>
                </a:moveTo>
                <a:lnTo>
                  <a:pt x="7778" y="60436"/>
                </a:lnTo>
                <a:lnTo>
                  <a:pt x="28987" y="28987"/>
                </a:lnTo>
                <a:lnTo>
                  <a:pt x="60436" y="7778"/>
                </a:lnTo>
                <a:lnTo>
                  <a:pt x="98932" y="0"/>
                </a:lnTo>
                <a:lnTo>
                  <a:pt x="1777873" y="0"/>
                </a:lnTo>
                <a:lnTo>
                  <a:pt x="1816369" y="7778"/>
                </a:lnTo>
                <a:lnTo>
                  <a:pt x="1847818" y="28987"/>
                </a:lnTo>
                <a:lnTo>
                  <a:pt x="1869027" y="60436"/>
                </a:lnTo>
                <a:lnTo>
                  <a:pt x="1876805" y="98932"/>
                </a:lnTo>
                <a:lnTo>
                  <a:pt x="1876805" y="494664"/>
                </a:lnTo>
                <a:lnTo>
                  <a:pt x="1869027" y="533172"/>
                </a:lnTo>
                <a:lnTo>
                  <a:pt x="1847818" y="564619"/>
                </a:lnTo>
                <a:lnTo>
                  <a:pt x="1816369" y="585822"/>
                </a:lnTo>
                <a:lnTo>
                  <a:pt x="1777873" y="593597"/>
                </a:lnTo>
                <a:lnTo>
                  <a:pt x="98932" y="593597"/>
                </a:lnTo>
                <a:lnTo>
                  <a:pt x="60436" y="585822"/>
                </a:lnTo>
                <a:lnTo>
                  <a:pt x="28987" y="564619"/>
                </a:lnTo>
                <a:lnTo>
                  <a:pt x="7778" y="533172"/>
                </a:lnTo>
                <a:lnTo>
                  <a:pt x="0" y="494664"/>
                </a:lnTo>
                <a:lnTo>
                  <a:pt x="0" y="98932"/>
                </a:lnTo>
                <a:close/>
              </a:path>
            </a:pathLst>
          </a:custGeom>
          <a:ln w="190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29">
            <a:extLst>
              <a:ext uri="{FF2B5EF4-FFF2-40B4-BE49-F238E27FC236}">
                <a16:creationId xmlns:a16="http://schemas.microsoft.com/office/drawing/2014/main" id="{F3064F60-16E1-674C-9636-071605C8AA59}"/>
              </a:ext>
            </a:extLst>
          </p:cNvPr>
          <p:cNvSpPr txBox="1"/>
          <p:nvPr/>
        </p:nvSpPr>
        <p:spPr>
          <a:xfrm>
            <a:off x="9496552" y="5222494"/>
            <a:ext cx="1718310" cy="3302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2000">
                <a:latin typeface="Cambria Math"/>
                <a:cs typeface="Cambria Math"/>
              </a:rPr>
              <a:t>(𝒏</a:t>
            </a:r>
            <a:r>
              <a:rPr sz="2000" spc="-20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−</a:t>
            </a:r>
            <a:r>
              <a:rPr sz="2000" spc="-5">
                <a:latin typeface="Cambria Math"/>
                <a:cs typeface="Cambria Math"/>
              </a:rPr>
              <a:t> </a:t>
            </a:r>
            <a:r>
              <a:rPr sz="2000" spc="-10">
                <a:latin typeface="Cambria Math"/>
                <a:cs typeface="Cambria Math"/>
              </a:rPr>
              <a:t>𝟑,</a:t>
            </a:r>
            <a:r>
              <a:rPr sz="2000" spc="-105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𝑪</a:t>
            </a:r>
            <a:r>
              <a:rPr sz="2000" spc="-20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− </a:t>
            </a:r>
            <a:r>
              <a:rPr sz="2000" spc="-25">
                <a:latin typeface="Cambria Math"/>
                <a:cs typeface="Cambria Math"/>
              </a:rPr>
              <a:t>𝟑𝒗)</a:t>
            </a:r>
            <a:endParaRPr sz="2000">
              <a:latin typeface="Cambria Math"/>
              <a:cs typeface="Cambria Math"/>
            </a:endParaRPr>
          </a:p>
        </p:txBody>
      </p:sp>
      <p:grpSp>
        <p:nvGrpSpPr>
          <p:cNvPr id="31" name="object 30">
            <a:extLst>
              <a:ext uri="{FF2B5EF4-FFF2-40B4-BE49-F238E27FC236}">
                <a16:creationId xmlns:a16="http://schemas.microsoft.com/office/drawing/2014/main" id="{B855E151-165C-7642-BDAC-114D961A4D6D}"/>
              </a:ext>
            </a:extLst>
          </p:cNvPr>
          <p:cNvGrpSpPr/>
          <p:nvPr/>
        </p:nvGrpSpPr>
        <p:grpSpPr>
          <a:xfrm>
            <a:off x="705230" y="1787144"/>
            <a:ext cx="9681845" cy="4892040"/>
            <a:chOff x="705230" y="1787144"/>
            <a:chExt cx="9681845" cy="4892040"/>
          </a:xfrm>
        </p:grpSpPr>
        <p:sp>
          <p:nvSpPr>
            <p:cNvPr id="32" name="object 31">
              <a:extLst>
                <a:ext uri="{FF2B5EF4-FFF2-40B4-BE49-F238E27FC236}">
                  <a16:creationId xmlns:a16="http://schemas.microsoft.com/office/drawing/2014/main" id="{FAA42610-EE2E-EE47-85A8-A947BE99B3FE}"/>
                </a:ext>
              </a:extLst>
            </p:cNvPr>
            <p:cNvSpPr/>
            <p:nvPr/>
          </p:nvSpPr>
          <p:spPr>
            <a:xfrm>
              <a:off x="705231" y="1787143"/>
              <a:ext cx="9681845" cy="4289425"/>
            </a:xfrm>
            <a:custGeom>
              <a:avLst/>
              <a:gdLst/>
              <a:ahLst/>
              <a:cxnLst/>
              <a:rect l="l" t="t" r="r" b="b"/>
              <a:pathLst>
                <a:path w="9681845" h="4289425">
                  <a:moveTo>
                    <a:pt x="520280" y="3920934"/>
                  </a:moveTo>
                  <a:lnTo>
                    <a:pt x="505193" y="3900487"/>
                  </a:lnTo>
                  <a:lnTo>
                    <a:pt x="53771" y="4233481"/>
                  </a:lnTo>
                  <a:lnTo>
                    <a:pt x="38709" y="4213034"/>
                  </a:lnTo>
                  <a:lnTo>
                    <a:pt x="0" y="4288929"/>
                  </a:lnTo>
                  <a:lnTo>
                    <a:pt x="83934" y="4274350"/>
                  </a:lnTo>
                  <a:lnTo>
                    <a:pt x="74422" y="4261459"/>
                  </a:lnTo>
                  <a:lnTo>
                    <a:pt x="68859" y="4253928"/>
                  </a:lnTo>
                  <a:lnTo>
                    <a:pt x="520280" y="3920934"/>
                  </a:lnTo>
                  <a:close/>
                </a:path>
                <a:path w="9681845" h="4289425">
                  <a:moveTo>
                    <a:pt x="3730371" y="3295904"/>
                  </a:moveTo>
                  <a:lnTo>
                    <a:pt x="3718356" y="3280918"/>
                  </a:lnTo>
                  <a:lnTo>
                    <a:pt x="3677158" y="3229483"/>
                  </a:lnTo>
                  <a:lnTo>
                    <a:pt x="3666502" y="3252482"/>
                  </a:lnTo>
                  <a:lnTo>
                    <a:pt x="2040636" y="2501646"/>
                  </a:lnTo>
                  <a:lnTo>
                    <a:pt x="2035505" y="2512758"/>
                  </a:lnTo>
                  <a:lnTo>
                    <a:pt x="2029841" y="2502027"/>
                  </a:lnTo>
                  <a:lnTo>
                    <a:pt x="574294" y="3270910"/>
                  </a:lnTo>
                  <a:lnTo>
                    <a:pt x="562406" y="3248406"/>
                  </a:lnTo>
                  <a:lnTo>
                    <a:pt x="512826" y="3317748"/>
                  </a:lnTo>
                  <a:lnTo>
                    <a:pt x="598043" y="3315843"/>
                  </a:lnTo>
                  <a:lnTo>
                    <a:pt x="589241" y="3299206"/>
                  </a:lnTo>
                  <a:lnTo>
                    <a:pt x="586117" y="3293300"/>
                  </a:lnTo>
                  <a:lnTo>
                    <a:pt x="2035810" y="2527465"/>
                  </a:lnTo>
                  <a:lnTo>
                    <a:pt x="3655796" y="3275584"/>
                  </a:lnTo>
                  <a:lnTo>
                    <a:pt x="3645154" y="3298571"/>
                  </a:lnTo>
                  <a:lnTo>
                    <a:pt x="3730371" y="3295904"/>
                  </a:lnTo>
                  <a:close/>
                </a:path>
                <a:path w="9681845" h="4289425">
                  <a:moveTo>
                    <a:pt x="5152644" y="1884426"/>
                  </a:moveTo>
                  <a:lnTo>
                    <a:pt x="5141303" y="1870964"/>
                  </a:lnTo>
                  <a:lnTo>
                    <a:pt x="5097780" y="1819287"/>
                  </a:lnTo>
                  <a:lnTo>
                    <a:pt x="5087721" y="1842554"/>
                  </a:lnTo>
                  <a:lnTo>
                    <a:pt x="3613912" y="1207643"/>
                  </a:lnTo>
                  <a:lnTo>
                    <a:pt x="3608984" y="1218971"/>
                  </a:lnTo>
                  <a:lnTo>
                    <a:pt x="3604006" y="1207770"/>
                  </a:lnTo>
                  <a:lnTo>
                    <a:pt x="2099716" y="1877872"/>
                  </a:lnTo>
                  <a:lnTo>
                    <a:pt x="2089404" y="1854708"/>
                  </a:lnTo>
                  <a:lnTo>
                    <a:pt x="2035302" y="1920494"/>
                  </a:lnTo>
                  <a:lnTo>
                    <a:pt x="2120392" y="1924304"/>
                  </a:lnTo>
                  <a:lnTo>
                    <a:pt x="2112353" y="1906270"/>
                  </a:lnTo>
                  <a:lnTo>
                    <a:pt x="2110054" y="1901088"/>
                  </a:lnTo>
                  <a:lnTo>
                    <a:pt x="3608959" y="1233258"/>
                  </a:lnTo>
                  <a:lnTo>
                    <a:pt x="5077612" y="1865947"/>
                  </a:lnTo>
                  <a:lnTo>
                    <a:pt x="5067554" y="1889252"/>
                  </a:lnTo>
                  <a:lnTo>
                    <a:pt x="5152644" y="1884426"/>
                  </a:lnTo>
                  <a:close/>
                </a:path>
                <a:path w="9681845" h="4289425">
                  <a:moveTo>
                    <a:pt x="6069965" y="646557"/>
                  </a:moveTo>
                  <a:lnTo>
                    <a:pt x="6056350" y="626237"/>
                  </a:lnTo>
                  <a:lnTo>
                    <a:pt x="6022594" y="575818"/>
                  </a:lnTo>
                  <a:lnTo>
                    <a:pt x="6010046" y="597890"/>
                  </a:lnTo>
                  <a:lnTo>
                    <a:pt x="4957699" y="508"/>
                  </a:lnTo>
                  <a:lnTo>
                    <a:pt x="4951158" y="12128"/>
                  </a:lnTo>
                  <a:lnTo>
                    <a:pt x="4945634" y="0"/>
                  </a:lnTo>
                  <a:lnTo>
                    <a:pt x="3672814" y="582980"/>
                  </a:lnTo>
                  <a:lnTo>
                    <a:pt x="3662299" y="559943"/>
                  </a:lnTo>
                  <a:lnTo>
                    <a:pt x="3608832" y="626237"/>
                  </a:lnTo>
                  <a:lnTo>
                    <a:pt x="3693922" y="629158"/>
                  </a:lnTo>
                  <a:lnTo>
                    <a:pt x="3685794" y="611378"/>
                  </a:lnTo>
                  <a:lnTo>
                    <a:pt x="3683368" y="606094"/>
                  </a:lnTo>
                  <a:lnTo>
                    <a:pt x="4950625" y="25666"/>
                  </a:lnTo>
                  <a:lnTo>
                    <a:pt x="5997486" y="620001"/>
                  </a:lnTo>
                  <a:lnTo>
                    <a:pt x="5985002" y="641985"/>
                  </a:lnTo>
                  <a:lnTo>
                    <a:pt x="6069965" y="646557"/>
                  </a:lnTo>
                  <a:close/>
                </a:path>
                <a:path w="9681845" h="4289425">
                  <a:moveTo>
                    <a:pt x="7883779" y="1920875"/>
                  </a:moveTo>
                  <a:lnTo>
                    <a:pt x="7874101" y="1910461"/>
                  </a:lnTo>
                  <a:lnTo>
                    <a:pt x="7825740" y="1858391"/>
                  </a:lnTo>
                  <a:lnTo>
                    <a:pt x="7816786" y="1882216"/>
                  </a:lnTo>
                  <a:lnTo>
                    <a:pt x="6074537" y="1227963"/>
                  </a:lnTo>
                  <a:lnTo>
                    <a:pt x="6070104" y="1239850"/>
                  </a:lnTo>
                  <a:lnTo>
                    <a:pt x="6062853" y="1229487"/>
                  </a:lnTo>
                  <a:lnTo>
                    <a:pt x="5208371" y="1830514"/>
                  </a:lnTo>
                  <a:lnTo>
                    <a:pt x="5193792" y="1809762"/>
                  </a:lnTo>
                  <a:lnTo>
                    <a:pt x="5153406" y="1884807"/>
                  </a:lnTo>
                  <a:lnTo>
                    <a:pt x="5237607" y="1872107"/>
                  </a:lnTo>
                  <a:lnTo>
                    <a:pt x="5228145" y="1858645"/>
                  </a:lnTo>
                  <a:lnTo>
                    <a:pt x="5222989" y="1851329"/>
                  </a:lnTo>
                  <a:lnTo>
                    <a:pt x="6071933" y="1254201"/>
                  </a:lnTo>
                  <a:lnTo>
                    <a:pt x="7807858" y="1906003"/>
                  </a:lnTo>
                  <a:lnTo>
                    <a:pt x="7798943" y="1929765"/>
                  </a:lnTo>
                  <a:lnTo>
                    <a:pt x="7883779" y="1920875"/>
                  </a:lnTo>
                  <a:close/>
                </a:path>
                <a:path w="9681845" h="4289425">
                  <a:moveTo>
                    <a:pt x="9681845" y="3311779"/>
                  </a:moveTo>
                  <a:lnTo>
                    <a:pt x="9670110" y="3297555"/>
                  </a:lnTo>
                  <a:lnTo>
                    <a:pt x="9627616" y="3245993"/>
                  </a:lnTo>
                  <a:lnTo>
                    <a:pt x="9617329" y="3269196"/>
                  </a:lnTo>
                  <a:lnTo>
                    <a:pt x="7888859" y="2501646"/>
                  </a:lnTo>
                  <a:lnTo>
                    <a:pt x="7883614" y="2513266"/>
                  </a:lnTo>
                  <a:lnTo>
                    <a:pt x="7876667" y="2502535"/>
                  </a:lnTo>
                  <a:lnTo>
                    <a:pt x="6741084" y="3245421"/>
                  </a:lnTo>
                  <a:lnTo>
                    <a:pt x="6727190" y="3224149"/>
                  </a:lnTo>
                  <a:lnTo>
                    <a:pt x="6684289" y="3297758"/>
                  </a:lnTo>
                  <a:lnTo>
                    <a:pt x="6671234" y="3279267"/>
                  </a:lnTo>
                  <a:lnTo>
                    <a:pt x="6635369" y="3228467"/>
                  </a:lnTo>
                  <a:lnTo>
                    <a:pt x="6623329" y="3250882"/>
                  </a:lnTo>
                  <a:lnTo>
                    <a:pt x="5159375" y="2466213"/>
                  </a:lnTo>
                  <a:lnTo>
                    <a:pt x="5153406" y="2477389"/>
                  </a:lnTo>
                  <a:lnTo>
                    <a:pt x="5147056" y="2466340"/>
                  </a:lnTo>
                  <a:lnTo>
                    <a:pt x="3790416" y="3247148"/>
                  </a:lnTo>
                  <a:lnTo>
                    <a:pt x="3777742" y="3225165"/>
                  </a:lnTo>
                  <a:lnTo>
                    <a:pt x="3730752" y="3296285"/>
                  </a:lnTo>
                  <a:lnTo>
                    <a:pt x="3815842" y="3291205"/>
                  </a:lnTo>
                  <a:lnTo>
                    <a:pt x="3806825" y="3275584"/>
                  </a:lnTo>
                  <a:lnTo>
                    <a:pt x="3803154" y="3269221"/>
                  </a:lnTo>
                  <a:lnTo>
                    <a:pt x="5153698" y="2491930"/>
                  </a:lnTo>
                  <a:lnTo>
                    <a:pt x="6611315" y="3273260"/>
                  </a:lnTo>
                  <a:lnTo>
                    <a:pt x="6599301" y="3295650"/>
                  </a:lnTo>
                  <a:lnTo>
                    <a:pt x="6684518" y="3298063"/>
                  </a:lnTo>
                  <a:lnTo>
                    <a:pt x="6684327" y="3297809"/>
                  </a:lnTo>
                  <a:lnTo>
                    <a:pt x="6768846" y="3287903"/>
                  </a:lnTo>
                  <a:lnTo>
                    <a:pt x="6759549" y="3273679"/>
                  </a:lnTo>
                  <a:lnTo>
                    <a:pt x="6754990" y="3266706"/>
                  </a:lnTo>
                  <a:lnTo>
                    <a:pt x="7884820" y="2527592"/>
                  </a:lnTo>
                  <a:lnTo>
                    <a:pt x="9607029" y="3292424"/>
                  </a:lnTo>
                  <a:lnTo>
                    <a:pt x="9596755" y="3315589"/>
                  </a:lnTo>
                  <a:lnTo>
                    <a:pt x="9681845" y="331177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2">
              <a:extLst>
                <a:ext uri="{FF2B5EF4-FFF2-40B4-BE49-F238E27FC236}">
                  <a16:creationId xmlns:a16="http://schemas.microsoft.com/office/drawing/2014/main" id="{AF078FD1-E58D-394E-B4FD-8D97244D0B31}"/>
                </a:ext>
              </a:extLst>
            </p:cNvPr>
            <p:cNvSpPr/>
            <p:nvPr/>
          </p:nvSpPr>
          <p:spPr>
            <a:xfrm>
              <a:off x="3598545" y="6076569"/>
              <a:ext cx="4907280" cy="593090"/>
            </a:xfrm>
            <a:custGeom>
              <a:avLst/>
              <a:gdLst/>
              <a:ahLst/>
              <a:cxnLst/>
              <a:rect l="l" t="t" r="r" b="b"/>
              <a:pathLst>
                <a:path w="4907280" h="593090">
                  <a:moveTo>
                    <a:pt x="0" y="98805"/>
                  </a:moveTo>
                  <a:lnTo>
                    <a:pt x="7758" y="60345"/>
                  </a:lnTo>
                  <a:lnTo>
                    <a:pt x="28924" y="28938"/>
                  </a:lnTo>
                  <a:lnTo>
                    <a:pt x="60328" y="7764"/>
                  </a:lnTo>
                  <a:lnTo>
                    <a:pt x="98805" y="0"/>
                  </a:lnTo>
                  <a:lnTo>
                    <a:pt x="4808474" y="0"/>
                  </a:lnTo>
                  <a:lnTo>
                    <a:pt x="4846951" y="7764"/>
                  </a:lnTo>
                  <a:lnTo>
                    <a:pt x="4878355" y="28938"/>
                  </a:lnTo>
                  <a:lnTo>
                    <a:pt x="4899521" y="60345"/>
                  </a:lnTo>
                  <a:lnTo>
                    <a:pt x="4907280" y="98805"/>
                  </a:lnTo>
                  <a:lnTo>
                    <a:pt x="4907280" y="494029"/>
                  </a:lnTo>
                  <a:lnTo>
                    <a:pt x="4899521" y="532490"/>
                  </a:lnTo>
                  <a:lnTo>
                    <a:pt x="4878355" y="563897"/>
                  </a:lnTo>
                  <a:lnTo>
                    <a:pt x="4846951" y="585071"/>
                  </a:lnTo>
                  <a:lnTo>
                    <a:pt x="4808474" y="592835"/>
                  </a:lnTo>
                  <a:lnTo>
                    <a:pt x="98805" y="592835"/>
                  </a:lnTo>
                  <a:lnTo>
                    <a:pt x="60328" y="585071"/>
                  </a:lnTo>
                  <a:lnTo>
                    <a:pt x="28924" y="563897"/>
                  </a:lnTo>
                  <a:lnTo>
                    <a:pt x="7758" y="532490"/>
                  </a:lnTo>
                  <a:lnTo>
                    <a:pt x="0" y="494029"/>
                  </a:lnTo>
                  <a:lnTo>
                    <a:pt x="0" y="98805"/>
                  </a:lnTo>
                  <a:close/>
                </a:path>
              </a:pathLst>
            </a:custGeom>
            <a:ln w="190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3">
            <a:extLst>
              <a:ext uri="{FF2B5EF4-FFF2-40B4-BE49-F238E27FC236}">
                <a16:creationId xmlns:a16="http://schemas.microsoft.com/office/drawing/2014/main" id="{DA1DCCDB-53CE-E847-AF59-D8FA0EC13E85}"/>
              </a:ext>
            </a:extLst>
          </p:cNvPr>
          <p:cNvSpPr txBox="1"/>
          <p:nvPr/>
        </p:nvSpPr>
        <p:spPr>
          <a:xfrm>
            <a:off x="4182871" y="6181344"/>
            <a:ext cx="3737610" cy="3302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01980" algn="l"/>
                <a:tab pos="1193165" algn="l"/>
                <a:tab pos="2965450" algn="l"/>
                <a:tab pos="3470910" algn="l"/>
              </a:tabLst>
            </a:pPr>
            <a:r>
              <a:rPr sz="2000" spc="-50">
                <a:latin typeface="PMingLiU"/>
                <a:cs typeface="PMingLiU"/>
              </a:rPr>
              <a:t>…</a:t>
            </a:r>
            <a:r>
              <a:rPr sz="2000">
                <a:latin typeface="PMingLiU"/>
                <a:cs typeface="PMingLiU"/>
              </a:rPr>
              <a:t>	</a:t>
            </a:r>
            <a:r>
              <a:rPr sz="2000" spc="-50">
                <a:latin typeface="PMingLiU"/>
                <a:cs typeface="PMingLiU"/>
              </a:rPr>
              <a:t>…</a:t>
            </a:r>
            <a:r>
              <a:rPr sz="2000">
                <a:latin typeface="PMingLiU"/>
                <a:cs typeface="PMingLiU"/>
              </a:rPr>
              <a:t>	</a:t>
            </a:r>
            <a:r>
              <a:rPr sz="2000" spc="-20">
                <a:latin typeface="PMingLiU"/>
                <a:cs typeface="PMingLiU"/>
              </a:rPr>
              <a:t>最深可达</a:t>
            </a:r>
            <a:r>
              <a:rPr sz="2000" spc="-10">
                <a:latin typeface="Cambria Math"/>
                <a:cs typeface="Cambria Math"/>
              </a:rPr>
              <a:t>𝒏</a:t>
            </a:r>
            <a:r>
              <a:rPr sz="2000" spc="-50">
                <a:latin typeface="PMingLiU"/>
                <a:cs typeface="PMingLiU"/>
              </a:rPr>
              <a:t>层</a:t>
            </a:r>
            <a:r>
              <a:rPr sz="2000">
                <a:latin typeface="PMingLiU"/>
                <a:cs typeface="PMingLiU"/>
              </a:rPr>
              <a:t>	</a:t>
            </a:r>
            <a:r>
              <a:rPr sz="2000" spc="-50">
                <a:latin typeface="PMingLiU"/>
                <a:cs typeface="PMingLiU"/>
              </a:rPr>
              <a:t>…</a:t>
            </a:r>
            <a:r>
              <a:rPr sz="2000">
                <a:latin typeface="PMingLiU"/>
                <a:cs typeface="PMingLiU"/>
              </a:rPr>
              <a:t>	</a:t>
            </a:r>
            <a:r>
              <a:rPr sz="2000" spc="-50">
                <a:latin typeface="PMingLiU"/>
                <a:cs typeface="PMingLiU"/>
              </a:rPr>
              <a:t>…</a:t>
            </a:r>
            <a:endParaRPr sz="2000">
              <a:latin typeface="PMingLiU"/>
              <a:cs typeface="PMingLiU"/>
            </a:endParaRPr>
          </a:p>
        </p:txBody>
      </p:sp>
      <p:grpSp>
        <p:nvGrpSpPr>
          <p:cNvPr id="35" name="object 34">
            <a:extLst>
              <a:ext uri="{FF2B5EF4-FFF2-40B4-BE49-F238E27FC236}">
                <a16:creationId xmlns:a16="http://schemas.microsoft.com/office/drawing/2014/main" id="{7D8557D7-0F65-6F4E-BBC7-3B2AA652E2E5}"/>
              </a:ext>
            </a:extLst>
          </p:cNvPr>
          <p:cNvGrpSpPr/>
          <p:nvPr/>
        </p:nvGrpSpPr>
        <p:grpSpPr>
          <a:xfrm>
            <a:off x="505968" y="1479677"/>
            <a:ext cx="10627360" cy="5158105"/>
            <a:chOff x="505968" y="1479677"/>
            <a:chExt cx="10627360" cy="5158105"/>
          </a:xfrm>
        </p:grpSpPr>
        <p:sp>
          <p:nvSpPr>
            <p:cNvPr id="36" name="object 35">
              <a:extLst>
                <a:ext uri="{FF2B5EF4-FFF2-40B4-BE49-F238E27FC236}">
                  <a16:creationId xmlns:a16="http://schemas.microsoft.com/office/drawing/2014/main" id="{1D595F5B-18AE-8545-8401-D0AF6925F1B3}"/>
                </a:ext>
              </a:extLst>
            </p:cNvPr>
            <p:cNvSpPr/>
            <p:nvPr/>
          </p:nvSpPr>
          <p:spPr>
            <a:xfrm>
              <a:off x="1207211" y="5666333"/>
              <a:ext cx="9926320" cy="431165"/>
            </a:xfrm>
            <a:custGeom>
              <a:avLst/>
              <a:gdLst/>
              <a:ahLst/>
              <a:cxnLst/>
              <a:rect l="l" t="t" r="r" b="b"/>
              <a:pathLst>
                <a:path w="9926320" h="431164">
                  <a:moveTo>
                    <a:pt x="241731" y="409740"/>
                  </a:moveTo>
                  <a:lnTo>
                    <a:pt x="237667" y="362153"/>
                  </a:lnTo>
                  <a:lnTo>
                    <a:pt x="234492" y="324840"/>
                  </a:lnTo>
                  <a:lnTo>
                    <a:pt x="212775" y="338099"/>
                  </a:lnTo>
                  <a:lnTo>
                    <a:pt x="21691" y="24904"/>
                  </a:lnTo>
                  <a:lnTo>
                    <a:pt x="0" y="38138"/>
                  </a:lnTo>
                  <a:lnTo>
                    <a:pt x="191160" y="351307"/>
                  </a:lnTo>
                  <a:lnTo>
                    <a:pt x="169468" y="364540"/>
                  </a:lnTo>
                  <a:lnTo>
                    <a:pt x="241731" y="409740"/>
                  </a:lnTo>
                  <a:close/>
                </a:path>
                <a:path w="9926320" h="431164">
                  <a:moveTo>
                    <a:pt x="3478453" y="428231"/>
                  </a:moveTo>
                  <a:lnTo>
                    <a:pt x="3474859" y="380238"/>
                  </a:lnTo>
                  <a:lnTo>
                    <a:pt x="3472103" y="343281"/>
                  </a:lnTo>
                  <a:lnTo>
                    <a:pt x="3450336" y="356285"/>
                  </a:lnTo>
                  <a:lnTo>
                    <a:pt x="3239693" y="3670"/>
                  </a:lnTo>
                  <a:lnTo>
                    <a:pt x="3228771" y="10185"/>
                  </a:lnTo>
                  <a:lnTo>
                    <a:pt x="3221151" y="0"/>
                  </a:lnTo>
                  <a:lnTo>
                    <a:pt x="2721445" y="372516"/>
                  </a:lnTo>
                  <a:lnTo>
                    <a:pt x="2706293" y="352145"/>
                  </a:lnTo>
                  <a:lnTo>
                    <a:pt x="2667939" y="428244"/>
                  </a:lnTo>
                  <a:lnTo>
                    <a:pt x="2751759" y="413245"/>
                  </a:lnTo>
                  <a:lnTo>
                    <a:pt x="2742247" y="400469"/>
                  </a:lnTo>
                  <a:lnTo>
                    <a:pt x="2736621" y="392912"/>
                  </a:lnTo>
                  <a:lnTo>
                    <a:pt x="3225076" y="28803"/>
                  </a:lnTo>
                  <a:lnTo>
                    <a:pt x="3428492" y="369341"/>
                  </a:lnTo>
                  <a:lnTo>
                    <a:pt x="3406698" y="382358"/>
                  </a:lnTo>
                  <a:lnTo>
                    <a:pt x="3478453" y="428231"/>
                  </a:lnTo>
                  <a:close/>
                </a:path>
                <a:path w="9926320" h="431164">
                  <a:moveTo>
                    <a:pt x="6787820" y="408025"/>
                  </a:moveTo>
                  <a:lnTo>
                    <a:pt x="6773735" y="383882"/>
                  </a:lnTo>
                  <a:lnTo>
                    <a:pt x="6744894" y="334416"/>
                  </a:lnTo>
                  <a:lnTo>
                    <a:pt x="6730987" y="355688"/>
                  </a:lnTo>
                  <a:lnTo>
                    <a:pt x="6189269" y="1079"/>
                  </a:lnTo>
                  <a:lnTo>
                    <a:pt x="6182284" y="11709"/>
                  </a:lnTo>
                  <a:lnTo>
                    <a:pt x="6170981" y="5867"/>
                  </a:lnTo>
                  <a:lnTo>
                    <a:pt x="6001029" y="334530"/>
                  </a:lnTo>
                  <a:lnTo>
                    <a:pt x="5978449" y="322846"/>
                  </a:lnTo>
                  <a:lnTo>
                    <a:pt x="5977306" y="408025"/>
                  </a:lnTo>
                  <a:lnTo>
                    <a:pt x="6046140" y="357847"/>
                  </a:lnTo>
                  <a:lnTo>
                    <a:pt x="6045390" y="357466"/>
                  </a:lnTo>
                  <a:lnTo>
                    <a:pt x="6023635" y="346214"/>
                  </a:lnTo>
                  <a:lnTo>
                    <a:pt x="6187097" y="30073"/>
                  </a:lnTo>
                  <a:lnTo>
                    <a:pt x="6717119" y="376936"/>
                  </a:lnTo>
                  <a:lnTo>
                    <a:pt x="6703238" y="398183"/>
                  </a:lnTo>
                  <a:lnTo>
                    <a:pt x="6787820" y="408025"/>
                  </a:lnTo>
                  <a:close/>
                </a:path>
                <a:path w="9926320" h="431164">
                  <a:moveTo>
                    <a:pt x="9926117" y="431025"/>
                  </a:moveTo>
                  <a:lnTo>
                    <a:pt x="9912756" y="411911"/>
                  </a:lnTo>
                  <a:lnTo>
                    <a:pt x="9877349" y="361200"/>
                  </a:lnTo>
                  <a:lnTo>
                    <a:pt x="9865220" y="383565"/>
                  </a:lnTo>
                  <a:lnTo>
                    <a:pt x="9186088" y="15024"/>
                  </a:lnTo>
                  <a:lnTo>
                    <a:pt x="9179954" y="26250"/>
                  </a:lnTo>
                  <a:lnTo>
                    <a:pt x="9167038" y="24193"/>
                  </a:lnTo>
                  <a:lnTo>
                    <a:pt x="9114663" y="353783"/>
                  </a:lnTo>
                  <a:lnTo>
                    <a:pt x="9089568" y="349783"/>
                  </a:lnTo>
                  <a:lnTo>
                    <a:pt x="9115222" y="431025"/>
                  </a:lnTo>
                  <a:lnTo>
                    <a:pt x="9158745" y="370306"/>
                  </a:lnTo>
                  <a:lnTo>
                    <a:pt x="9164879" y="361772"/>
                  </a:lnTo>
                  <a:lnTo>
                    <a:pt x="9139695" y="357759"/>
                  </a:lnTo>
                  <a:lnTo>
                    <a:pt x="9189377" y="45758"/>
                  </a:lnTo>
                  <a:lnTo>
                    <a:pt x="9853117" y="405879"/>
                  </a:lnTo>
                  <a:lnTo>
                    <a:pt x="9841027" y="428180"/>
                  </a:lnTo>
                  <a:lnTo>
                    <a:pt x="9926117" y="43102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6">
              <a:extLst>
                <a:ext uri="{FF2B5EF4-FFF2-40B4-BE49-F238E27FC236}">
                  <a16:creationId xmlns:a16="http://schemas.microsoft.com/office/drawing/2014/main" id="{CCC7A43B-F5E9-FF48-A694-E5281AD904D5}"/>
                </a:ext>
              </a:extLst>
            </p:cNvPr>
            <p:cNvSpPr/>
            <p:nvPr/>
          </p:nvSpPr>
          <p:spPr>
            <a:xfrm>
              <a:off x="6587108" y="1492377"/>
              <a:ext cx="4119879" cy="2512060"/>
            </a:xfrm>
            <a:custGeom>
              <a:avLst/>
              <a:gdLst/>
              <a:ahLst/>
              <a:cxnLst/>
              <a:rect l="l" t="t" r="r" b="b"/>
              <a:pathLst>
                <a:path w="4119879" h="2512060">
                  <a:moveTo>
                    <a:pt x="0" y="0"/>
                  </a:moveTo>
                  <a:lnTo>
                    <a:pt x="4119626" y="0"/>
                  </a:lnTo>
                </a:path>
                <a:path w="4119879" h="2512060">
                  <a:moveTo>
                    <a:pt x="1918716" y="1125093"/>
                  </a:moveTo>
                  <a:lnTo>
                    <a:pt x="4119499" y="1123950"/>
                  </a:lnTo>
                </a:path>
                <a:path w="4119879" h="2512060">
                  <a:moveTo>
                    <a:pt x="2898648" y="2511679"/>
                  </a:moveTo>
                  <a:lnTo>
                    <a:pt x="4119499" y="2510028"/>
                  </a:lnTo>
                </a:path>
              </a:pathLst>
            </a:custGeom>
            <a:ln w="25400">
              <a:solidFill>
                <a:srgbClr val="000000"/>
              </a:solidFill>
              <a:prstDash val="lg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7">
              <a:extLst>
                <a:ext uri="{FF2B5EF4-FFF2-40B4-BE49-F238E27FC236}">
                  <a16:creationId xmlns:a16="http://schemas.microsoft.com/office/drawing/2014/main" id="{9110D54F-7F30-8841-BE24-D290E7D67E46}"/>
                </a:ext>
              </a:extLst>
            </p:cNvPr>
            <p:cNvSpPr/>
            <p:nvPr/>
          </p:nvSpPr>
          <p:spPr>
            <a:xfrm>
              <a:off x="515493" y="6076568"/>
              <a:ext cx="1122680" cy="551815"/>
            </a:xfrm>
            <a:custGeom>
              <a:avLst/>
              <a:gdLst/>
              <a:ahLst/>
              <a:cxnLst/>
              <a:rect l="l" t="t" r="r" b="b"/>
              <a:pathLst>
                <a:path w="1122680" h="551815">
                  <a:moveTo>
                    <a:pt x="0" y="63118"/>
                  </a:moveTo>
                  <a:lnTo>
                    <a:pt x="4959" y="38549"/>
                  </a:lnTo>
                  <a:lnTo>
                    <a:pt x="18486" y="18486"/>
                  </a:lnTo>
                  <a:lnTo>
                    <a:pt x="38549" y="4959"/>
                  </a:lnTo>
                  <a:lnTo>
                    <a:pt x="63118" y="0"/>
                  </a:lnTo>
                  <a:lnTo>
                    <a:pt x="315594" y="0"/>
                  </a:lnTo>
                  <a:lnTo>
                    <a:pt x="340164" y="4959"/>
                  </a:lnTo>
                  <a:lnTo>
                    <a:pt x="360227" y="18486"/>
                  </a:lnTo>
                  <a:lnTo>
                    <a:pt x="373754" y="38549"/>
                  </a:lnTo>
                  <a:lnTo>
                    <a:pt x="378713" y="63118"/>
                  </a:lnTo>
                  <a:lnTo>
                    <a:pt x="378713" y="488568"/>
                  </a:lnTo>
                  <a:lnTo>
                    <a:pt x="373754" y="513138"/>
                  </a:lnTo>
                  <a:lnTo>
                    <a:pt x="360227" y="533201"/>
                  </a:lnTo>
                  <a:lnTo>
                    <a:pt x="340164" y="546728"/>
                  </a:lnTo>
                  <a:lnTo>
                    <a:pt x="315594" y="551687"/>
                  </a:lnTo>
                  <a:lnTo>
                    <a:pt x="63118" y="551687"/>
                  </a:lnTo>
                  <a:lnTo>
                    <a:pt x="38549" y="546728"/>
                  </a:lnTo>
                  <a:lnTo>
                    <a:pt x="18486" y="533201"/>
                  </a:lnTo>
                  <a:lnTo>
                    <a:pt x="4959" y="513138"/>
                  </a:lnTo>
                  <a:lnTo>
                    <a:pt x="0" y="488568"/>
                  </a:lnTo>
                  <a:lnTo>
                    <a:pt x="0" y="63118"/>
                  </a:lnTo>
                  <a:close/>
                </a:path>
                <a:path w="1122680" h="551815">
                  <a:moveTo>
                    <a:pt x="743712" y="63118"/>
                  </a:moveTo>
                  <a:lnTo>
                    <a:pt x="748680" y="38549"/>
                  </a:lnTo>
                  <a:lnTo>
                    <a:pt x="762222" y="18486"/>
                  </a:lnTo>
                  <a:lnTo>
                    <a:pt x="782288" y="4959"/>
                  </a:lnTo>
                  <a:lnTo>
                    <a:pt x="806831" y="0"/>
                  </a:lnTo>
                  <a:lnTo>
                    <a:pt x="1059307" y="0"/>
                  </a:lnTo>
                  <a:lnTo>
                    <a:pt x="1083849" y="4959"/>
                  </a:lnTo>
                  <a:lnTo>
                    <a:pt x="1103915" y="18486"/>
                  </a:lnTo>
                  <a:lnTo>
                    <a:pt x="1117457" y="38549"/>
                  </a:lnTo>
                  <a:lnTo>
                    <a:pt x="1122426" y="63118"/>
                  </a:lnTo>
                  <a:lnTo>
                    <a:pt x="1122426" y="488568"/>
                  </a:lnTo>
                  <a:lnTo>
                    <a:pt x="1117457" y="513138"/>
                  </a:lnTo>
                  <a:lnTo>
                    <a:pt x="1103915" y="533201"/>
                  </a:lnTo>
                  <a:lnTo>
                    <a:pt x="1083849" y="546728"/>
                  </a:lnTo>
                  <a:lnTo>
                    <a:pt x="1059307" y="551687"/>
                  </a:lnTo>
                  <a:lnTo>
                    <a:pt x="806831" y="551687"/>
                  </a:lnTo>
                  <a:lnTo>
                    <a:pt x="782288" y="546728"/>
                  </a:lnTo>
                  <a:lnTo>
                    <a:pt x="762222" y="533201"/>
                  </a:lnTo>
                  <a:lnTo>
                    <a:pt x="748680" y="513138"/>
                  </a:lnTo>
                  <a:lnTo>
                    <a:pt x="743712" y="488568"/>
                  </a:lnTo>
                  <a:lnTo>
                    <a:pt x="743712" y="63118"/>
                  </a:lnTo>
                  <a:close/>
                </a:path>
              </a:pathLst>
            </a:custGeom>
            <a:ln w="190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9" name="object 38">
            <a:extLst>
              <a:ext uri="{FF2B5EF4-FFF2-40B4-BE49-F238E27FC236}">
                <a16:creationId xmlns:a16="http://schemas.microsoft.com/office/drawing/2014/main" id="{A5E6C70B-A3D7-314E-89C2-CB7E46349862}"/>
              </a:ext>
            </a:extLst>
          </p:cNvPr>
          <p:cNvSpPr txBox="1"/>
          <p:nvPr/>
        </p:nvSpPr>
        <p:spPr>
          <a:xfrm>
            <a:off x="10785347" y="1276350"/>
            <a:ext cx="865505" cy="36131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2200" spc="-20">
                <a:latin typeface="PMingLiU"/>
                <a:cs typeface="PMingLiU"/>
              </a:rPr>
              <a:t>第一层</a:t>
            </a:r>
            <a:endParaRPr sz="2200">
              <a:latin typeface="PMingLiU"/>
              <a:cs typeface="PMingLiU"/>
            </a:endParaRPr>
          </a:p>
        </p:txBody>
      </p:sp>
      <p:sp>
        <p:nvSpPr>
          <p:cNvPr id="40" name="object 39">
            <a:extLst>
              <a:ext uri="{FF2B5EF4-FFF2-40B4-BE49-F238E27FC236}">
                <a16:creationId xmlns:a16="http://schemas.microsoft.com/office/drawing/2014/main" id="{A1267CC0-925F-4947-91B2-0C7FD3F966DA}"/>
              </a:ext>
            </a:extLst>
          </p:cNvPr>
          <p:cNvSpPr txBox="1"/>
          <p:nvPr/>
        </p:nvSpPr>
        <p:spPr>
          <a:xfrm>
            <a:off x="10785347" y="2371089"/>
            <a:ext cx="865505" cy="3613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200" spc="-20">
                <a:latin typeface="PMingLiU"/>
                <a:cs typeface="PMingLiU"/>
              </a:rPr>
              <a:t>第二层</a:t>
            </a:r>
            <a:endParaRPr sz="2200">
              <a:latin typeface="PMingLiU"/>
              <a:cs typeface="PMingLiU"/>
            </a:endParaRPr>
          </a:p>
        </p:txBody>
      </p:sp>
      <p:sp>
        <p:nvSpPr>
          <p:cNvPr id="41" name="object 40">
            <a:extLst>
              <a:ext uri="{FF2B5EF4-FFF2-40B4-BE49-F238E27FC236}">
                <a16:creationId xmlns:a16="http://schemas.microsoft.com/office/drawing/2014/main" id="{83531D9A-701E-5A41-91F4-E0C41CDB9334}"/>
              </a:ext>
            </a:extLst>
          </p:cNvPr>
          <p:cNvSpPr txBox="1"/>
          <p:nvPr/>
        </p:nvSpPr>
        <p:spPr>
          <a:xfrm>
            <a:off x="10785347" y="3757422"/>
            <a:ext cx="865505" cy="3613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200" spc="-20">
                <a:latin typeface="PMingLiU"/>
                <a:cs typeface="PMingLiU"/>
              </a:rPr>
              <a:t>第三层</a:t>
            </a:r>
            <a:endParaRPr sz="2200">
              <a:latin typeface="PMingLiU"/>
              <a:cs typeface="PMingLiU"/>
            </a:endParaRPr>
          </a:p>
        </p:txBody>
      </p:sp>
      <p:sp>
        <p:nvSpPr>
          <p:cNvPr id="42" name="object 41">
            <a:extLst>
              <a:ext uri="{FF2B5EF4-FFF2-40B4-BE49-F238E27FC236}">
                <a16:creationId xmlns:a16="http://schemas.microsoft.com/office/drawing/2014/main" id="{DB027C46-0A43-2444-B05F-3CAA1829BBEA}"/>
              </a:ext>
            </a:extLst>
          </p:cNvPr>
          <p:cNvSpPr txBox="1"/>
          <p:nvPr/>
        </p:nvSpPr>
        <p:spPr>
          <a:xfrm>
            <a:off x="565404" y="6156452"/>
            <a:ext cx="1022985" cy="3302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55650" algn="l"/>
              </a:tabLst>
            </a:pPr>
            <a:r>
              <a:rPr sz="2000" spc="-50">
                <a:latin typeface="PMingLiU"/>
                <a:cs typeface="PMingLiU"/>
              </a:rPr>
              <a:t>…</a:t>
            </a:r>
            <a:r>
              <a:rPr sz="2000">
                <a:latin typeface="PMingLiU"/>
                <a:cs typeface="PMingLiU"/>
              </a:rPr>
              <a:t>	</a:t>
            </a:r>
            <a:r>
              <a:rPr sz="2000" spc="-50">
                <a:latin typeface="PMingLiU"/>
                <a:cs typeface="PMingLiU"/>
              </a:rPr>
              <a:t>…</a:t>
            </a:r>
            <a:endParaRPr sz="2000">
              <a:latin typeface="PMingLiU"/>
              <a:cs typeface="PMingLiU"/>
            </a:endParaRPr>
          </a:p>
        </p:txBody>
      </p:sp>
      <p:sp>
        <p:nvSpPr>
          <p:cNvPr id="43" name="object 42">
            <a:extLst>
              <a:ext uri="{FF2B5EF4-FFF2-40B4-BE49-F238E27FC236}">
                <a16:creationId xmlns:a16="http://schemas.microsoft.com/office/drawing/2014/main" id="{4CE176DD-3E0C-1540-AD93-739462CCF16D}"/>
              </a:ext>
            </a:extLst>
          </p:cNvPr>
          <p:cNvSpPr/>
          <p:nvPr/>
        </p:nvSpPr>
        <p:spPr>
          <a:xfrm>
            <a:off x="9801986" y="6094857"/>
            <a:ext cx="1876425" cy="551815"/>
          </a:xfrm>
          <a:custGeom>
            <a:avLst/>
            <a:gdLst/>
            <a:ahLst/>
            <a:cxnLst/>
            <a:rect l="l" t="t" r="r" b="b"/>
            <a:pathLst>
              <a:path w="1876425" h="551815">
                <a:moveTo>
                  <a:pt x="0" y="91948"/>
                </a:moveTo>
                <a:lnTo>
                  <a:pt x="7223" y="56155"/>
                </a:lnTo>
                <a:lnTo>
                  <a:pt x="26924" y="26928"/>
                </a:lnTo>
                <a:lnTo>
                  <a:pt x="56149" y="7224"/>
                </a:lnTo>
                <a:lnTo>
                  <a:pt x="91948" y="0"/>
                </a:lnTo>
                <a:lnTo>
                  <a:pt x="1784096" y="0"/>
                </a:lnTo>
                <a:lnTo>
                  <a:pt x="1819894" y="7224"/>
                </a:lnTo>
                <a:lnTo>
                  <a:pt x="1849120" y="26928"/>
                </a:lnTo>
                <a:lnTo>
                  <a:pt x="1868820" y="56155"/>
                </a:lnTo>
                <a:lnTo>
                  <a:pt x="1876044" y="91948"/>
                </a:lnTo>
                <a:lnTo>
                  <a:pt x="1876044" y="459740"/>
                </a:lnTo>
                <a:lnTo>
                  <a:pt x="1868820" y="495527"/>
                </a:lnTo>
                <a:lnTo>
                  <a:pt x="1849120" y="524754"/>
                </a:lnTo>
                <a:lnTo>
                  <a:pt x="1819894" y="544461"/>
                </a:lnTo>
                <a:lnTo>
                  <a:pt x="1784096" y="551688"/>
                </a:lnTo>
                <a:lnTo>
                  <a:pt x="91948" y="551688"/>
                </a:lnTo>
                <a:lnTo>
                  <a:pt x="56149" y="544461"/>
                </a:lnTo>
                <a:lnTo>
                  <a:pt x="26924" y="524754"/>
                </a:lnTo>
                <a:lnTo>
                  <a:pt x="7223" y="495527"/>
                </a:lnTo>
                <a:lnTo>
                  <a:pt x="0" y="459740"/>
                </a:lnTo>
                <a:lnTo>
                  <a:pt x="0" y="91948"/>
                </a:lnTo>
                <a:close/>
              </a:path>
            </a:pathLst>
          </a:custGeom>
          <a:ln w="190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3">
            <a:extLst>
              <a:ext uri="{FF2B5EF4-FFF2-40B4-BE49-F238E27FC236}">
                <a16:creationId xmlns:a16="http://schemas.microsoft.com/office/drawing/2014/main" id="{F8FBDF3C-58E0-AD44-B2D2-2DF33132AD04}"/>
              </a:ext>
            </a:extLst>
          </p:cNvPr>
          <p:cNvSpPr txBox="1"/>
          <p:nvPr/>
        </p:nvSpPr>
        <p:spPr>
          <a:xfrm>
            <a:off x="10600435" y="6174485"/>
            <a:ext cx="279400" cy="3302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2000" spc="-5">
                <a:latin typeface="PMingLiU"/>
                <a:cs typeface="PMingLiU"/>
              </a:rPr>
              <a:t>…</a:t>
            </a:r>
            <a:endParaRPr sz="2000">
              <a:latin typeface="PMingLiU"/>
              <a:cs typeface="PMingLiU"/>
            </a:endParaRPr>
          </a:p>
        </p:txBody>
      </p:sp>
    </p:spTree>
    <p:extLst>
      <p:ext uri="{BB962C8B-B14F-4D97-AF65-F5344CB8AC3E}">
        <p14:creationId xmlns:p14="http://schemas.microsoft.com/office/powerpoint/2010/main" val="3818929720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4">
            <a:extLst>
              <a:ext uri="{FF2B5EF4-FFF2-40B4-BE49-F238E27FC236}">
                <a16:creationId xmlns:a16="http://schemas.microsoft.com/office/drawing/2014/main" id="{E5E7A71D-2FDE-FB48-9E66-02FE4E3AECFE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50366" y="227424"/>
            <a:ext cx="4945634" cy="627736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000"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蛮力枚举</a:t>
            </a:r>
            <a:r>
              <a:rPr lang="en-US" altLang="zh-CN" sz="4000" spc="-40" dirty="0">
                <a:latin typeface="SimSun" panose="02010600030101010101" pitchFamily="2" charset="-122"/>
                <a:ea typeface="SimSun" panose="02010600030101010101" pitchFamily="2" charset="-122"/>
              </a:rPr>
              <a:t>-</a:t>
            </a:r>
            <a:r>
              <a:rPr lang="zh-CN" altLang="en-US" sz="4000" spc="-40" dirty="0">
                <a:latin typeface="SimSun" panose="02010600030101010101" pitchFamily="2" charset="-122"/>
                <a:ea typeface="SimSun" panose="02010600030101010101" pitchFamily="2" charset="-122"/>
              </a:rPr>
              <a:t>伪代码</a:t>
            </a:r>
            <a:endParaRPr sz="4000" spc="-6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sp>
        <p:nvSpPr>
          <p:cNvPr id="13" name="object 5">
            <a:extLst>
              <a:ext uri="{FF2B5EF4-FFF2-40B4-BE49-F238E27FC236}">
                <a16:creationId xmlns:a16="http://schemas.microsoft.com/office/drawing/2014/main" id="{F01BCAFF-ED5C-7F46-B0D4-E9D3277E9CBC}"/>
              </a:ext>
            </a:extLst>
          </p:cNvPr>
          <p:cNvSpPr txBox="1"/>
          <p:nvPr/>
        </p:nvSpPr>
        <p:spPr>
          <a:xfrm>
            <a:off x="719870" y="1100164"/>
            <a:ext cx="10328275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b="1" dirty="0" err="1">
                <a:latin typeface="Times New Roman"/>
                <a:cs typeface="Times New Roman"/>
              </a:rPr>
              <a:t>KnapsackSR</a:t>
            </a:r>
            <a:r>
              <a:rPr sz="2800" b="1" dirty="0">
                <a:latin typeface="Times New Roman"/>
                <a:cs typeface="Times New Roman"/>
              </a:rPr>
              <a:t>(</a:t>
            </a:r>
            <a:r>
              <a:rPr sz="2800" dirty="0">
                <a:latin typeface="Cambria Math"/>
                <a:cs typeface="Cambria Math"/>
              </a:rPr>
              <a:t>𝒉</a:t>
            </a:r>
            <a:r>
              <a:rPr sz="2800" spc="-65" dirty="0">
                <a:latin typeface="Cambria Math"/>
                <a:cs typeface="Cambria Math"/>
              </a:rPr>
              <a:t>, </a:t>
            </a:r>
            <a:r>
              <a:rPr sz="2800" spc="-10" dirty="0">
                <a:latin typeface="Cambria Math"/>
                <a:cs typeface="Cambria Math"/>
              </a:rPr>
              <a:t>𝒊</a:t>
            </a:r>
            <a:r>
              <a:rPr sz="2800" spc="-75" dirty="0">
                <a:latin typeface="Cambria Math"/>
                <a:cs typeface="Cambria Math"/>
              </a:rPr>
              <a:t>, </a:t>
            </a:r>
            <a:r>
              <a:rPr sz="2800" dirty="0">
                <a:latin typeface="Cambria Math"/>
                <a:cs typeface="Cambria Math"/>
              </a:rPr>
              <a:t>𝒄</a:t>
            </a:r>
            <a:r>
              <a:rPr sz="2800" b="1" dirty="0">
                <a:latin typeface="Times New Roman"/>
                <a:cs typeface="Times New Roman"/>
              </a:rPr>
              <a:t>)</a:t>
            </a:r>
            <a:r>
              <a:rPr sz="2800" b="1" dirty="0">
                <a:latin typeface="Microsoft JhengHei"/>
                <a:cs typeface="Microsoft JhengHei"/>
              </a:rPr>
              <a:t>：</a:t>
            </a:r>
            <a:r>
              <a:rPr sz="2800" dirty="0" err="1">
                <a:latin typeface="PMingLiU"/>
                <a:cs typeface="PMingLiU"/>
              </a:rPr>
              <a:t>在第</a:t>
            </a:r>
            <a:r>
              <a:rPr sz="2800" dirty="0">
                <a:latin typeface="Cambria Math"/>
                <a:cs typeface="Cambria Math"/>
              </a:rPr>
              <a:t>𝒉</a:t>
            </a:r>
            <a:r>
              <a:rPr sz="2800" dirty="0" err="1">
                <a:latin typeface="PMingLiU"/>
                <a:cs typeface="PMingLiU"/>
              </a:rPr>
              <a:t>个到第</a:t>
            </a:r>
            <a:r>
              <a:rPr sz="2800" spc="-10" dirty="0">
                <a:latin typeface="Cambria Math"/>
                <a:cs typeface="Cambria Math"/>
              </a:rPr>
              <a:t>𝒊</a:t>
            </a:r>
            <a:r>
              <a:rPr sz="2800" spc="-5" dirty="0" err="1">
                <a:latin typeface="PMingLiU"/>
                <a:cs typeface="PMingLiU"/>
              </a:rPr>
              <a:t>个商品中，容量为</a:t>
            </a:r>
            <a:r>
              <a:rPr sz="2800" spc="-10" dirty="0">
                <a:latin typeface="Cambria Math"/>
                <a:cs typeface="Cambria Math"/>
              </a:rPr>
              <a:t>𝒄</a:t>
            </a:r>
            <a:r>
              <a:rPr sz="2800" spc="-15" dirty="0" err="1">
                <a:latin typeface="PMingLiU"/>
                <a:cs typeface="PMingLiU"/>
              </a:rPr>
              <a:t>时最优解</a:t>
            </a:r>
            <a:endParaRPr sz="2800" dirty="0">
              <a:latin typeface="PMingLiU"/>
              <a:cs typeface="PMingLiU"/>
            </a:endParaRPr>
          </a:p>
        </p:txBody>
      </p:sp>
      <p:grpSp>
        <p:nvGrpSpPr>
          <p:cNvPr id="7" name="object 2">
            <a:extLst>
              <a:ext uri="{FF2B5EF4-FFF2-40B4-BE49-F238E27FC236}">
                <a16:creationId xmlns:a16="http://schemas.microsoft.com/office/drawing/2014/main" id="{513B5FC4-DB81-D34E-93CC-B2C75A6E5A1C}"/>
              </a:ext>
            </a:extLst>
          </p:cNvPr>
          <p:cNvGrpSpPr/>
          <p:nvPr/>
        </p:nvGrpSpPr>
        <p:grpSpPr>
          <a:xfrm>
            <a:off x="278433" y="1650411"/>
            <a:ext cx="11710369" cy="4856284"/>
            <a:chOff x="278433" y="1627833"/>
            <a:chExt cx="11710369" cy="4856284"/>
          </a:xfrm>
        </p:grpSpPr>
        <p:pic>
          <p:nvPicPr>
            <p:cNvPr id="8" name="object 3">
              <a:extLst>
                <a:ext uri="{FF2B5EF4-FFF2-40B4-BE49-F238E27FC236}">
                  <a16:creationId xmlns:a16="http://schemas.microsoft.com/office/drawing/2014/main" id="{20431C74-3C29-6B4D-A81C-538D02B6717A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278433" y="1627833"/>
              <a:ext cx="11710369" cy="4856284"/>
            </a:xfrm>
            <a:prstGeom prst="rect">
              <a:avLst/>
            </a:prstGeom>
          </p:spPr>
        </p:pic>
        <p:sp>
          <p:nvSpPr>
            <p:cNvPr id="12" name="object 4">
              <a:extLst>
                <a:ext uri="{FF2B5EF4-FFF2-40B4-BE49-F238E27FC236}">
                  <a16:creationId xmlns:a16="http://schemas.microsoft.com/office/drawing/2014/main" id="{0C936114-936E-C544-AEF7-57BA85A58496}"/>
                </a:ext>
              </a:extLst>
            </p:cNvPr>
            <p:cNvSpPr/>
            <p:nvPr/>
          </p:nvSpPr>
          <p:spPr>
            <a:xfrm>
              <a:off x="3507288" y="4746722"/>
              <a:ext cx="351790" cy="904875"/>
            </a:xfrm>
            <a:custGeom>
              <a:avLst/>
              <a:gdLst/>
              <a:ahLst/>
              <a:cxnLst/>
              <a:rect l="l" t="t" r="r" b="b"/>
              <a:pathLst>
                <a:path w="351789" h="904875">
                  <a:moveTo>
                    <a:pt x="0" y="58546"/>
                  </a:moveTo>
                  <a:lnTo>
                    <a:pt x="4593" y="35736"/>
                  </a:lnTo>
                  <a:lnTo>
                    <a:pt x="17129" y="17129"/>
                  </a:lnTo>
                  <a:lnTo>
                    <a:pt x="35736" y="4593"/>
                  </a:lnTo>
                  <a:lnTo>
                    <a:pt x="58546" y="0"/>
                  </a:lnTo>
                  <a:lnTo>
                    <a:pt x="292734" y="0"/>
                  </a:lnTo>
                  <a:lnTo>
                    <a:pt x="315545" y="4593"/>
                  </a:lnTo>
                  <a:lnTo>
                    <a:pt x="334152" y="17129"/>
                  </a:lnTo>
                  <a:lnTo>
                    <a:pt x="346688" y="35736"/>
                  </a:lnTo>
                  <a:lnTo>
                    <a:pt x="351281" y="58546"/>
                  </a:lnTo>
                  <a:lnTo>
                    <a:pt x="351281" y="845946"/>
                  </a:lnTo>
                  <a:lnTo>
                    <a:pt x="346688" y="868735"/>
                  </a:lnTo>
                  <a:lnTo>
                    <a:pt x="334152" y="887345"/>
                  </a:lnTo>
                  <a:lnTo>
                    <a:pt x="315545" y="899893"/>
                  </a:lnTo>
                  <a:lnTo>
                    <a:pt x="292734" y="904493"/>
                  </a:lnTo>
                  <a:lnTo>
                    <a:pt x="58546" y="904493"/>
                  </a:lnTo>
                  <a:lnTo>
                    <a:pt x="35736" y="899893"/>
                  </a:lnTo>
                  <a:lnTo>
                    <a:pt x="17129" y="887345"/>
                  </a:lnTo>
                  <a:lnTo>
                    <a:pt x="4593" y="868735"/>
                  </a:lnTo>
                  <a:lnTo>
                    <a:pt x="0" y="845946"/>
                  </a:lnTo>
                  <a:lnTo>
                    <a:pt x="0" y="58546"/>
                  </a:lnTo>
                  <a:close/>
                </a:path>
              </a:pathLst>
            </a:custGeom>
            <a:ln w="38100">
              <a:solidFill>
                <a:srgbClr val="FF0000"/>
              </a:solidFill>
              <a:prstDash val="lg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" name="object 7">
            <a:extLst>
              <a:ext uri="{FF2B5EF4-FFF2-40B4-BE49-F238E27FC236}">
                <a16:creationId xmlns:a16="http://schemas.microsoft.com/office/drawing/2014/main" id="{BB7841F8-D5F4-504D-ACD4-72C5A0532EB9}"/>
              </a:ext>
            </a:extLst>
          </p:cNvPr>
          <p:cNvSpPr txBox="1"/>
          <p:nvPr/>
        </p:nvSpPr>
        <p:spPr>
          <a:xfrm>
            <a:off x="6019419" y="4848705"/>
            <a:ext cx="4216400" cy="600075"/>
          </a:xfrm>
          <a:prstGeom prst="rect">
            <a:avLst/>
          </a:prstGeom>
          <a:ln w="9525">
            <a:solidFill>
              <a:srgbClr val="000000"/>
            </a:solidFill>
          </a:ln>
        </p:spPr>
        <p:txBody>
          <a:bodyPr vert="horz" wrap="square" lIns="0" tIns="97155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765"/>
              </a:spcBef>
            </a:pPr>
            <a:r>
              <a:rPr sz="2200" spc="-15">
                <a:latin typeface="PMingLiU"/>
                <a:cs typeface="PMingLiU"/>
              </a:rPr>
              <a:t>简化描述</a:t>
            </a:r>
            <a:endParaRPr sz="2200">
              <a:latin typeface="PMingLiU"/>
              <a:cs typeface="PMingLiU"/>
            </a:endParaRPr>
          </a:p>
        </p:txBody>
      </p:sp>
      <p:sp>
        <p:nvSpPr>
          <p:cNvPr id="15" name="object 8">
            <a:extLst>
              <a:ext uri="{FF2B5EF4-FFF2-40B4-BE49-F238E27FC236}">
                <a16:creationId xmlns:a16="http://schemas.microsoft.com/office/drawing/2014/main" id="{1FC3DE8F-6926-2949-8017-A9E0E4372248}"/>
              </a:ext>
            </a:extLst>
          </p:cNvPr>
          <p:cNvSpPr/>
          <p:nvPr/>
        </p:nvSpPr>
        <p:spPr>
          <a:xfrm>
            <a:off x="618884" y="3649500"/>
            <a:ext cx="2922271" cy="464184"/>
          </a:xfrm>
          <a:custGeom>
            <a:avLst/>
            <a:gdLst/>
            <a:ahLst/>
            <a:cxnLst/>
            <a:rect l="l" t="t" r="r" b="b"/>
            <a:pathLst>
              <a:path w="3274060" h="464184">
                <a:moveTo>
                  <a:pt x="0" y="77343"/>
                </a:moveTo>
                <a:lnTo>
                  <a:pt x="6078" y="47255"/>
                </a:lnTo>
                <a:lnTo>
                  <a:pt x="22655" y="22669"/>
                </a:lnTo>
                <a:lnTo>
                  <a:pt x="47239" y="6084"/>
                </a:lnTo>
                <a:lnTo>
                  <a:pt x="77343" y="0"/>
                </a:lnTo>
                <a:lnTo>
                  <a:pt x="3196209" y="0"/>
                </a:lnTo>
                <a:lnTo>
                  <a:pt x="3226296" y="6084"/>
                </a:lnTo>
                <a:lnTo>
                  <a:pt x="3250882" y="22669"/>
                </a:lnTo>
                <a:lnTo>
                  <a:pt x="3267467" y="47255"/>
                </a:lnTo>
                <a:lnTo>
                  <a:pt x="3273552" y="77343"/>
                </a:lnTo>
                <a:lnTo>
                  <a:pt x="3273552" y="386715"/>
                </a:lnTo>
                <a:lnTo>
                  <a:pt x="3267467" y="416802"/>
                </a:lnTo>
                <a:lnTo>
                  <a:pt x="3250882" y="441388"/>
                </a:lnTo>
                <a:lnTo>
                  <a:pt x="3226296" y="457973"/>
                </a:lnTo>
                <a:lnTo>
                  <a:pt x="3196209" y="464058"/>
                </a:lnTo>
                <a:lnTo>
                  <a:pt x="77343" y="464058"/>
                </a:lnTo>
                <a:lnTo>
                  <a:pt x="47239" y="457973"/>
                </a:lnTo>
                <a:lnTo>
                  <a:pt x="22655" y="441388"/>
                </a:lnTo>
                <a:lnTo>
                  <a:pt x="6078" y="416802"/>
                </a:lnTo>
                <a:lnTo>
                  <a:pt x="0" y="386715"/>
                </a:lnTo>
                <a:lnTo>
                  <a:pt x="0" y="77343"/>
                </a:lnTo>
                <a:close/>
              </a:path>
            </a:pathLst>
          </a:custGeom>
          <a:ln w="3810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259243197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4">
            <a:extLst>
              <a:ext uri="{FF2B5EF4-FFF2-40B4-BE49-F238E27FC236}">
                <a16:creationId xmlns:a16="http://schemas.microsoft.com/office/drawing/2014/main" id="{E5E7A71D-2FDE-FB48-9E66-02FE4E3AECFE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50366" y="227424"/>
            <a:ext cx="4945634" cy="627736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000"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蛮力枚举</a:t>
            </a:r>
            <a:r>
              <a:rPr lang="en-US" altLang="zh-CN" sz="4000" spc="-40" dirty="0">
                <a:latin typeface="SimSun" panose="02010600030101010101" pitchFamily="2" charset="-122"/>
                <a:ea typeface="SimSun" panose="02010600030101010101" pitchFamily="2" charset="-122"/>
              </a:rPr>
              <a:t>-</a:t>
            </a:r>
            <a:r>
              <a:rPr lang="zh-CN" altLang="en-US" sz="4000" spc="-40" dirty="0">
                <a:latin typeface="SimSun" panose="02010600030101010101" pitchFamily="2" charset="-122"/>
                <a:ea typeface="SimSun" panose="02010600030101010101" pitchFamily="2" charset="-122"/>
              </a:rPr>
              <a:t>伪代码</a:t>
            </a:r>
            <a:endParaRPr sz="4000" spc="-6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sp>
        <p:nvSpPr>
          <p:cNvPr id="13" name="object 5">
            <a:extLst>
              <a:ext uri="{FF2B5EF4-FFF2-40B4-BE49-F238E27FC236}">
                <a16:creationId xmlns:a16="http://schemas.microsoft.com/office/drawing/2014/main" id="{F01BCAFF-ED5C-7F46-B0D4-E9D3277E9CBC}"/>
              </a:ext>
            </a:extLst>
          </p:cNvPr>
          <p:cNvSpPr txBox="1"/>
          <p:nvPr/>
        </p:nvSpPr>
        <p:spPr>
          <a:xfrm>
            <a:off x="719870" y="1100164"/>
            <a:ext cx="10328275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b="1" dirty="0" err="1">
                <a:latin typeface="Times New Roman"/>
                <a:cs typeface="Times New Roman"/>
              </a:rPr>
              <a:t>KnapsackSR</a:t>
            </a:r>
            <a:r>
              <a:rPr sz="2800" b="1" dirty="0">
                <a:latin typeface="Times New Roman"/>
                <a:cs typeface="Times New Roman"/>
              </a:rPr>
              <a:t>(</a:t>
            </a:r>
            <a:r>
              <a:rPr sz="2800" dirty="0">
                <a:latin typeface="Cambria Math"/>
                <a:cs typeface="Cambria Math"/>
              </a:rPr>
              <a:t>𝒉</a:t>
            </a:r>
            <a:r>
              <a:rPr sz="2800" spc="-65" dirty="0">
                <a:latin typeface="Cambria Math"/>
                <a:cs typeface="Cambria Math"/>
              </a:rPr>
              <a:t>, </a:t>
            </a:r>
            <a:r>
              <a:rPr sz="2800" spc="-10" dirty="0">
                <a:latin typeface="Cambria Math"/>
                <a:cs typeface="Cambria Math"/>
              </a:rPr>
              <a:t>𝒊</a:t>
            </a:r>
            <a:r>
              <a:rPr sz="2800" spc="-75" dirty="0">
                <a:latin typeface="Cambria Math"/>
                <a:cs typeface="Cambria Math"/>
              </a:rPr>
              <a:t>, </a:t>
            </a:r>
            <a:r>
              <a:rPr sz="2800" dirty="0">
                <a:latin typeface="Cambria Math"/>
                <a:cs typeface="Cambria Math"/>
              </a:rPr>
              <a:t>𝒄</a:t>
            </a:r>
            <a:r>
              <a:rPr sz="2800" b="1" dirty="0">
                <a:latin typeface="Times New Roman"/>
                <a:cs typeface="Times New Roman"/>
              </a:rPr>
              <a:t>)</a:t>
            </a:r>
            <a:r>
              <a:rPr sz="2800" b="1" dirty="0">
                <a:latin typeface="Microsoft JhengHei"/>
                <a:cs typeface="Microsoft JhengHei"/>
              </a:rPr>
              <a:t>：</a:t>
            </a:r>
            <a:r>
              <a:rPr lang="zh-CN" altLang="en-US" sz="2800" dirty="0">
                <a:solidFill>
                  <a:srgbClr val="FF0000"/>
                </a:solidFill>
                <a:latin typeface="PMingLiU"/>
                <a:cs typeface="PMingLiU"/>
              </a:rPr>
              <a:t>前</a:t>
            </a:r>
            <a:r>
              <a:rPr lang="zh-CN" altLang="en-US" sz="2800" spc="-10" dirty="0">
                <a:solidFill>
                  <a:srgbClr val="FF0000"/>
                </a:solidFill>
                <a:latin typeface="Cambria Math"/>
                <a:cs typeface="Cambria Math"/>
              </a:rPr>
              <a:t>𝒊</a:t>
            </a:r>
            <a:r>
              <a:rPr lang="zh-CN" altLang="en-US" sz="2800" dirty="0">
                <a:solidFill>
                  <a:srgbClr val="FF0000"/>
                </a:solidFill>
                <a:latin typeface="PMingLiU"/>
                <a:cs typeface="PMingLiU"/>
              </a:rPr>
              <a:t>个商品中，</a:t>
            </a:r>
            <a:r>
              <a:rPr sz="2800" spc="-5" dirty="0" err="1">
                <a:latin typeface="PMingLiU"/>
                <a:cs typeface="PMingLiU"/>
              </a:rPr>
              <a:t>容量为</a:t>
            </a:r>
            <a:r>
              <a:rPr sz="2800" spc="-10" dirty="0">
                <a:latin typeface="Cambria Math"/>
                <a:cs typeface="Cambria Math"/>
              </a:rPr>
              <a:t>𝒄</a:t>
            </a:r>
            <a:r>
              <a:rPr sz="2800" spc="-15" dirty="0" err="1">
                <a:latin typeface="PMingLiU"/>
                <a:cs typeface="PMingLiU"/>
              </a:rPr>
              <a:t>时最优解</a:t>
            </a:r>
            <a:endParaRPr sz="2800" dirty="0">
              <a:latin typeface="PMingLiU"/>
              <a:cs typeface="PMingLiU"/>
            </a:endParaRPr>
          </a:p>
        </p:txBody>
      </p:sp>
      <p:grpSp>
        <p:nvGrpSpPr>
          <p:cNvPr id="9" name="object 2">
            <a:extLst>
              <a:ext uri="{FF2B5EF4-FFF2-40B4-BE49-F238E27FC236}">
                <a16:creationId xmlns:a16="http://schemas.microsoft.com/office/drawing/2014/main" id="{C997E966-02BB-AB43-AF89-F8A02D668005}"/>
              </a:ext>
            </a:extLst>
          </p:cNvPr>
          <p:cNvGrpSpPr/>
          <p:nvPr/>
        </p:nvGrpSpPr>
        <p:grpSpPr>
          <a:xfrm>
            <a:off x="216809" y="1617691"/>
            <a:ext cx="11799888" cy="4880875"/>
            <a:chOff x="216809" y="1595113"/>
            <a:chExt cx="11799888" cy="4880875"/>
          </a:xfrm>
        </p:grpSpPr>
        <p:pic>
          <p:nvPicPr>
            <p:cNvPr id="10" name="object 3">
              <a:extLst>
                <a:ext uri="{FF2B5EF4-FFF2-40B4-BE49-F238E27FC236}">
                  <a16:creationId xmlns:a16="http://schemas.microsoft.com/office/drawing/2014/main" id="{B8DCD1D3-FCBB-8C49-89FB-17E308A9FACD}"/>
                </a:ext>
              </a:extLst>
            </p:cNvPr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216809" y="1595113"/>
              <a:ext cx="11799888" cy="4880875"/>
            </a:xfrm>
            <a:prstGeom prst="rect">
              <a:avLst/>
            </a:prstGeom>
          </p:spPr>
        </p:pic>
        <p:sp>
          <p:nvSpPr>
            <p:cNvPr id="11" name="object 4">
              <a:extLst>
                <a:ext uri="{FF2B5EF4-FFF2-40B4-BE49-F238E27FC236}">
                  <a16:creationId xmlns:a16="http://schemas.microsoft.com/office/drawing/2014/main" id="{7763914A-711B-2044-BE1D-4B39EF13FA1D}"/>
                </a:ext>
              </a:extLst>
            </p:cNvPr>
            <p:cNvSpPr/>
            <p:nvPr/>
          </p:nvSpPr>
          <p:spPr>
            <a:xfrm>
              <a:off x="630173" y="4758012"/>
              <a:ext cx="4867516" cy="904875"/>
            </a:xfrm>
            <a:custGeom>
              <a:avLst/>
              <a:gdLst/>
              <a:ahLst/>
              <a:cxnLst/>
              <a:rect l="l" t="t" r="r" b="b"/>
              <a:pathLst>
                <a:path w="5212080" h="904875">
                  <a:moveTo>
                    <a:pt x="0" y="150748"/>
                  </a:moveTo>
                  <a:lnTo>
                    <a:pt x="7686" y="103079"/>
                  </a:lnTo>
                  <a:lnTo>
                    <a:pt x="29088" y="61694"/>
                  </a:lnTo>
                  <a:lnTo>
                    <a:pt x="61722" y="29069"/>
                  </a:lnTo>
                  <a:lnTo>
                    <a:pt x="103103" y="7679"/>
                  </a:lnTo>
                  <a:lnTo>
                    <a:pt x="150749" y="0"/>
                  </a:lnTo>
                  <a:lnTo>
                    <a:pt x="5061331" y="0"/>
                  </a:lnTo>
                  <a:lnTo>
                    <a:pt x="5109000" y="7679"/>
                  </a:lnTo>
                  <a:lnTo>
                    <a:pt x="5150385" y="29069"/>
                  </a:lnTo>
                  <a:lnTo>
                    <a:pt x="5183010" y="61694"/>
                  </a:lnTo>
                  <a:lnTo>
                    <a:pt x="5204400" y="103079"/>
                  </a:lnTo>
                  <a:lnTo>
                    <a:pt x="5212080" y="150748"/>
                  </a:lnTo>
                  <a:lnTo>
                    <a:pt x="5212080" y="753744"/>
                  </a:lnTo>
                  <a:lnTo>
                    <a:pt x="5204400" y="801390"/>
                  </a:lnTo>
                  <a:lnTo>
                    <a:pt x="5183010" y="842772"/>
                  </a:lnTo>
                  <a:lnTo>
                    <a:pt x="5150385" y="875405"/>
                  </a:lnTo>
                  <a:lnTo>
                    <a:pt x="5109000" y="896807"/>
                  </a:lnTo>
                  <a:lnTo>
                    <a:pt x="5061331" y="904493"/>
                  </a:lnTo>
                  <a:lnTo>
                    <a:pt x="150749" y="904493"/>
                  </a:lnTo>
                  <a:lnTo>
                    <a:pt x="103103" y="896807"/>
                  </a:lnTo>
                  <a:lnTo>
                    <a:pt x="61721" y="875405"/>
                  </a:lnTo>
                  <a:lnTo>
                    <a:pt x="29088" y="842772"/>
                  </a:lnTo>
                  <a:lnTo>
                    <a:pt x="7686" y="801390"/>
                  </a:lnTo>
                  <a:lnTo>
                    <a:pt x="0" y="753744"/>
                  </a:lnTo>
                  <a:lnTo>
                    <a:pt x="0" y="150748"/>
                  </a:lnTo>
                  <a:close/>
                </a:path>
              </a:pathLst>
            </a:custGeom>
            <a:ln w="38100">
              <a:solidFill>
                <a:srgbClr val="FF0000"/>
              </a:solidFill>
              <a:prstDash val="lg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" name="object 7">
            <a:extLst>
              <a:ext uri="{FF2B5EF4-FFF2-40B4-BE49-F238E27FC236}">
                <a16:creationId xmlns:a16="http://schemas.microsoft.com/office/drawing/2014/main" id="{A0D1B88E-9A84-8646-8EF7-8C59B30CDCB4}"/>
              </a:ext>
            </a:extLst>
          </p:cNvPr>
          <p:cNvSpPr txBox="1"/>
          <p:nvPr/>
        </p:nvSpPr>
        <p:spPr>
          <a:xfrm>
            <a:off x="6019419" y="4848705"/>
            <a:ext cx="4216400" cy="600075"/>
          </a:xfrm>
          <a:prstGeom prst="rect">
            <a:avLst/>
          </a:prstGeom>
          <a:ln w="9525">
            <a:solidFill>
              <a:srgbClr val="000000"/>
            </a:solidFill>
          </a:ln>
        </p:spPr>
        <p:txBody>
          <a:bodyPr vert="horz" wrap="square" lIns="0" tIns="97155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765"/>
              </a:spcBef>
            </a:pPr>
            <a:r>
              <a:rPr sz="2200" spc="-15">
                <a:latin typeface="PMingLiU"/>
                <a:cs typeface="PMingLiU"/>
              </a:rPr>
              <a:t>简化描述</a:t>
            </a:r>
            <a:endParaRPr sz="2200">
              <a:latin typeface="PMingLiU"/>
              <a:cs typeface="PMingLiU"/>
            </a:endParaRPr>
          </a:p>
        </p:txBody>
      </p:sp>
      <p:sp>
        <p:nvSpPr>
          <p:cNvPr id="17" name="object 8">
            <a:extLst>
              <a:ext uri="{FF2B5EF4-FFF2-40B4-BE49-F238E27FC236}">
                <a16:creationId xmlns:a16="http://schemas.microsoft.com/office/drawing/2014/main" id="{17857DCC-803C-B34C-9C82-7F81B28E1EBD}"/>
              </a:ext>
            </a:extLst>
          </p:cNvPr>
          <p:cNvSpPr/>
          <p:nvPr/>
        </p:nvSpPr>
        <p:spPr>
          <a:xfrm>
            <a:off x="618884" y="3694656"/>
            <a:ext cx="2214627" cy="391137"/>
          </a:xfrm>
          <a:custGeom>
            <a:avLst/>
            <a:gdLst/>
            <a:ahLst/>
            <a:cxnLst/>
            <a:rect l="l" t="t" r="r" b="b"/>
            <a:pathLst>
              <a:path w="2688590" h="464184">
                <a:moveTo>
                  <a:pt x="0" y="77343"/>
                </a:moveTo>
                <a:lnTo>
                  <a:pt x="6078" y="47255"/>
                </a:lnTo>
                <a:lnTo>
                  <a:pt x="22655" y="22669"/>
                </a:lnTo>
                <a:lnTo>
                  <a:pt x="47239" y="6084"/>
                </a:lnTo>
                <a:lnTo>
                  <a:pt x="77343" y="0"/>
                </a:lnTo>
                <a:lnTo>
                  <a:pt x="2610993" y="0"/>
                </a:lnTo>
                <a:lnTo>
                  <a:pt x="2641080" y="6084"/>
                </a:lnTo>
                <a:lnTo>
                  <a:pt x="2665666" y="22669"/>
                </a:lnTo>
                <a:lnTo>
                  <a:pt x="2682251" y="47255"/>
                </a:lnTo>
                <a:lnTo>
                  <a:pt x="2688336" y="77343"/>
                </a:lnTo>
                <a:lnTo>
                  <a:pt x="2688336" y="386715"/>
                </a:lnTo>
                <a:lnTo>
                  <a:pt x="2682251" y="416802"/>
                </a:lnTo>
                <a:lnTo>
                  <a:pt x="2665666" y="441388"/>
                </a:lnTo>
                <a:lnTo>
                  <a:pt x="2641080" y="457973"/>
                </a:lnTo>
                <a:lnTo>
                  <a:pt x="2610993" y="464058"/>
                </a:lnTo>
                <a:lnTo>
                  <a:pt x="77343" y="464058"/>
                </a:lnTo>
                <a:lnTo>
                  <a:pt x="47239" y="457973"/>
                </a:lnTo>
                <a:lnTo>
                  <a:pt x="22655" y="441388"/>
                </a:lnTo>
                <a:lnTo>
                  <a:pt x="6078" y="416802"/>
                </a:lnTo>
                <a:lnTo>
                  <a:pt x="0" y="386715"/>
                </a:lnTo>
                <a:lnTo>
                  <a:pt x="0" y="77343"/>
                </a:lnTo>
                <a:close/>
              </a:path>
            </a:pathLst>
          </a:custGeom>
          <a:ln w="3810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866298088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2">
            <a:extLst>
              <a:ext uri="{FF2B5EF4-FFF2-40B4-BE49-F238E27FC236}">
                <a16:creationId xmlns:a16="http://schemas.microsoft.com/office/drawing/2014/main" id="{6241B311-ECC5-8343-8DD8-1E3D927A96CF}"/>
              </a:ext>
            </a:extLst>
          </p:cNvPr>
          <p:cNvSpPr txBox="1"/>
          <p:nvPr/>
        </p:nvSpPr>
        <p:spPr>
          <a:xfrm>
            <a:off x="778652" y="978578"/>
            <a:ext cx="3166745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b="1" dirty="0" err="1">
                <a:latin typeface="Times New Roman"/>
                <a:cs typeface="Times New Roman"/>
              </a:rPr>
              <a:t>KnapsackMR</a:t>
            </a:r>
            <a:r>
              <a:rPr sz="2800" b="1" dirty="0">
                <a:latin typeface="Times New Roman"/>
                <a:cs typeface="Times New Roman"/>
              </a:rPr>
              <a:t>(</a:t>
            </a:r>
            <a:r>
              <a:rPr sz="2800" dirty="0">
                <a:latin typeface="Cambria Math"/>
                <a:cs typeface="Cambria Math"/>
              </a:rPr>
              <a:t>𝒊,</a:t>
            </a:r>
            <a:r>
              <a:rPr sz="2800" spc="-145" dirty="0">
                <a:latin typeface="Cambria Math"/>
                <a:cs typeface="Cambria Math"/>
              </a:rPr>
              <a:t> </a:t>
            </a:r>
            <a:r>
              <a:rPr sz="2800" spc="-25" dirty="0">
                <a:latin typeface="Cambria Math"/>
                <a:cs typeface="Cambria Math"/>
              </a:rPr>
              <a:t>𝒄</a:t>
            </a:r>
            <a:r>
              <a:rPr sz="2800" b="1" spc="-25" dirty="0">
                <a:latin typeface="Times New Roman"/>
                <a:cs typeface="Times New Roman"/>
              </a:rPr>
              <a:t>)</a:t>
            </a:r>
            <a:endParaRPr sz="2800" dirty="0">
              <a:latin typeface="Times New Roman"/>
              <a:cs typeface="Times New Roman"/>
            </a:endParaRPr>
          </a:p>
        </p:txBody>
      </p:sp>
      <p:sp>
        <p:nvSpPr>
          <p:cNvPr id="4" name="object 3">
            <a:extLst>
              <a:ext uri="{FF2B5EF4-FFF2-40B4-BE49-F238E27FC236}">
                <a16:creationId xmlns:a16="http://schemas.microsoft.com/office/drawing/2014/main" id="{226C7ECE-2A59-444A-84C0-362E7FB8A97E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34653" y="155789"/>
            <a:ext cx="7102264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带备忘递归：伪代</a:t>
            </a:r>
            <a:r>
              <a:rPr spc="-60" dirty="0" err="1">
                <a:latin typeface="SimSun" panose="02010600030101010101" pitchFamily="2" charset="-122"/>
                <a:ea typeface="SimSun" panose="02010600030101010101" pitchFamily="2" charset="-122"/>
              </a:rPr>
              <a:t>码</a:t>
            </a:r>
            <a:endParaRPr spc="-6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grpSp>
        <p:nvGrpSpPr>
          <p:cNvPr id="5" name="object 4">
            <a:extLst>
              <a:ext uri="{FF2B5EF4-FFF2-40B4-BE49-F238E27FC236}">
                <a16:creationId xmlns:a16="http://schemas.microsoft.com/office/drawing/2014/main" id="{33739BE1-8003-804E-BA74-D236E5F0A008}"/>
              </a:ext>
            </a:extLst>
          </p:cNvPr>
          <p:cNvGrpSpPr/>
          <p:nvPr/>
        </p:nvGrpSpPr>
        <p:grpSpPr>
          <a:xfrm>
            <a:off x="746138" y="1364911"/>
            <a:ext cx="10480040" cy="5541010"/>
            <a:chOff x="757427" y="1195576"/>
            <a:chExt cx="10480040" cy="5541010"/>
          </a:xfrm>
        </p:grpSpPr>
        <p:pic>
          <p:nvPicPr>
            <p:cNvPr id="6" name="object 5">
              <a:extLst>
                <a:ext uri="{FF2B5EF4-FFF2-40B4-BE49-F238E27FC236}">
                  <a16:creationId xmlns:a16="http://schemas.microsoft.com/office/drawing/2014/main" id="{ECD55B25-B5B2-7C44-A0A7-1F271DBEBACA}"/>
                </a:ext>
              </a:extLst>
            </p:cNvPr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757427" y="1195576"/>
              <a:ext cx="10479786" cy="5540502"/>
            </a:xfrm>
            <a:prstGeom prst="rect">
              <a:avLst/>
            </a:prstGeom>
            <a:solidFill>
              <a:schemeClr val="bg1"/>
            </a:solidFill>
          </p:spPr>
        </p:pic>
        <p:sp>
          <p:nvSpPr>
            <p:cNvPr id="7" name="object 6">
              <a:extLst>
                <a:ext uri="{FF2B5EF4-FFF2-40B4-BE49-F238E27FC236}">
                  <a16:creationId xmlns:a16="http://schemas.microsoft.com/office/drawing/2014/main" id="{32C43488-B378-CD4D-853A-5860FFCFF0E3}"/>
                </a:ext>
              </a:extLst>
            </p:cNvPr>
            <p:cNvSpPr/>
            <p:nvPr/>
          </p:nvSpPr>
          <p:spPr>
            <a:xfrm>
              <a:off x="1161287" y="4089653"/>
              <a:ext cx="3595370" cy="1003935"/>
            </a:xfrm>
            <a:custGeom>
              <a:avLst/>
              <a:gdLst/>
              <a:ahLst/>
              <a:cxnLst/>
              <a:rect l="l" t="t" r="r" b="b"/>
              <a:pathLst>
                <a:path w="3595370" h="1003935">
                  <a:moveTo>
                    <a:pt x="3595116" y="0"/>
                  </a:moveTo>
                  <a:lnTo>
                    <a:pt x="0" y="0"/>
                  </a:lnTo>
                  <a:lnTo>
                    <a:pt x="0" y="1003554"/>
                  </a:lnTo>
                  <a:lnTo>
                    <a:pt x="3595116" y="1003554"/>
                  </a:lnTo>
                  <a:lnTo>
                    <a:pt x="35951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4200701161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2">
            <a:extLst>
              <a:ext uri="{FF2B5EF4-FFF2-40B4-BE49-F238E27FC236}">
                <a16:creationId xmlns:a16="http://schemas.microsoft.com/office/drawing/2014/main" id="{6241B311-ECC5-8343-8DD8-1E3D927A96CF}"/>
              </a:ext>
            </a:extLst>
          </p:cNvPr>
          <p:cNvSpPr txBox="1"/>
          <p:nvPr/>
        </p:nvSpPr>
        <p:spPr>
          <a:xfrm>
            <a:off x="778652" y="978578"/>
            <a:ext cx="3166745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b="1" dirty="0" err="1">
                <a:latin typeface="Times New Roman"/>
                <a:cs typeface="Times New Roman"/>
              </a:rPr>
              <a:t>KnapsackMR</a:t>
            </a:r>
            <a:r>
              <a:rPr sz="2800" b="1" dirty="0">
                <a:latin typeface="Times New Roman"/>
                <a:cs typeface="Times New Roman"/>
              </a:rPr>
              <a:t>(</a:t>
            </a:r>
            <a:r>
              <a:rPr sz="2800" dirty="0">
                <a:latin typeface="Cambria Math"/>
                <a:cs typeface="Cambria Math"/>
              </a:rPr>
              <a:t>𝒊,</a:t>
            </a:r>
            <a:r>
              <a:rPr sz="2800" spc="-145" dirty="0">
                <a:latin typeface="Cambria Math"/>
                <a:cs typeface="Cambria Math"/>
              </a:rPr>
              <a:t> </a:t>
            </a:r>
            <a:r>
              <a:rPr sz="2800" spc="-25" dirty="0">
                <a:latin typeface="Cambria Math"/>
                <a:cs typeface="Cambria Math"/>
              </a:rPr>
              <a:t>𝒄</a:t>
            </a:r>
            <a:r>
              <a:rPr sz="2800" b="1" spc="-25" dirty="0">
                <a:latin typeface="Times New Roman"/>
                <a:cs typeface="Times New Roman"/>
              </a:rPr>
              <a:t>)</a:t>
            </a:r>
            <a:endParaRPr sz="2800" dirty="0">
              <a:latin typeface="Times New Roman"/>
              <a:cs typeface="Times New Roman"/>
            </a:endParaRPr>
          </a:p>
        </p:txBody>
      </p:sp>
      <p:sp>
        <p:nvSpPr>
          <p:cNvPr id="4" name="object 3">
            <a:extLst>
              <a:ext uri="{FF2B5EF4-FFF2-40B4-BE49-F238E27FC236}">
                <a16:creationId xmlns:a16="http://schemas.microsoft.com/office/drawing/2014/main" id="{226C7ECE-2A59-444A-84C0-362E7FB8A97E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34653" y="155789"/>
            <a:ext cx="7102264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带备忘递归：伪代</a:t>
            </a:r>
            <a:r>
              <a:rPr spc="-60" dirty="0" err="1">
                <a:latin typeface="SimSun" panose="02010600030101010101" pitchFamily="2" charset="-122"/>
                <a:ea typeface="SimSun" panose="02010600030101010101" pitchFamily="2" charset="-122"/>
              </a:rPr>
              <a:t>码</a:t>
            </a:r>
            <a:endParaRPr spc="-6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grpSp>
        <p:nvGrpSpPr>
          <p:cNvPr id="8" name="object 4">
            <a:extLst>
              <a:ext uri="{FF2B5EF4-FFF2-40B4-BE49-F238E27FC236}">
                <a16:creationId xmlns:a16="http://schemas.microsoft.com/office/drawing/2014/main" id="{B31CEE84-0005-A54B-BB67-243F6129C1EF}"/>
              </a:ext>
            </a:extLst>
          </p:cNvPr>
          <p:cNvGrpSpPr/>
          <p:nvPr/>
        </p:nvGrpSpPr>
        <p:grpSpPr>
          <a:xfrm>
            <a:off x="757427" y="1393005"/>
            <a:ext cx="10480040" cy="5541010"/>
            <a:chOff x="757427" y="1195576"/>
            <a:chExt cx="10480040" cy="5541010"/>
          </a:xfrm>
          <a:solidFill>
            <a:schemeClr val="bg1"/>
          </a:solidFill>
        </p:grpSpPr>
        <p:pic>
          <p:nvPicPr>
            <p:cNvPr id="9" name="object 5">
              <a:extLst>
                <a:ext uri="{FF2B5EF4-FFF2-40B4-BE49-F238E27FC236}">
                  <a16:creationId xmlns:a16="http://schemas.microsoft.com/office/drawing/2014/main" id="{B0FED7AF-9DBA-CD49-A44C-C7C6E3006965}"/>
                </a:ext>
              </a:extLst>
            </p:cNvPr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757427" y="1195576"/>
              <a:ext cx="10479786" cy="5540502"/>
            </a:xfrm>
            <a:prstGeom prst="rect">
              <a:avLst/>
            </a:prstGeom>
            <a:grpFill/>
          </p:spPr>
        </p:pic>
        <p:sp>
          <p:nvSpPr>
            <p:cNvPr id="10" name="object 6">
              <a:extLst>
                <a:ext uri="{FF2B5EF4-FFF2-40B4-BE49-F238E27FC236}">
                  <a16:creationId xmlns:a16="http://schemas.microsoft.com/office/drawing/2014/main" id="{9F4615BE-2412-3143-A5A0-481C5A6BF2FD}"/>
                </a:ext>
              </a:extLst>
            </p:cNvPr>
            <p:cNvSpPr/>
            <p:nvPr/>
          </p:nvSpPr>
          <p:spPr>
            <a:xfrm>
              <a:off x="1161287" y="4089653"/>
              <a:ext cx="3595370" cy="1003935"/>
            </a:xfrm>
            <a:custGeom>
              <a:avLst/>
              <a:gdLst/>
              <a:ahLst/>
              <a:cxnLst/>
              <a:rect l="l" t="t" r="r" b="b"/>
              <a:pathLst>
                <a:path w="3595370" h="1003935">
                  <a:moveTo>
                    <a:pt x="3595116" y="0"/>
                  </a:moveTo>
                  <a:lnTo>
                    <a:pt x="0" y="0"/>
                  </a:lnTo>
                  <a:lnTo>
                    <a:pt x="0" y="1003554"/>
                  </a:lnTo>
                  <a:lnTo>
                    <a:pt x="3595116" y="1003554"/>
                  </a:lnTo>
                  <a:lnTo>
                    <a:pt x="3595116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7">
              <a:extLst>
                <a:ext uri="{FF2B5EF4-FFF2-40B4-BE49-F238E27FC236}">
                  <a16:creationId xmlns:a16="http://schemas.microsoft.com/office/drawing/2014/main" id="{1E6A3D25-8DB7-0D4A-A3F9-D2411CA217D0}"/>
                </a:ext>
              </a:extLst>
            </p:cNvPr>
            <p:cNvSpPr/>
            <p:nvPr/>
          </p:nvSpPr>
          <p:spPr>
            <a:xfrm>
              <a:off x="6395847" y="4943475"/>
              <a:ext cx="4377055" cy="1541780"/>
            </a:xfrm>
            <a:custGeom>
              <a:avLst/>
              <a:gdLst/>
              <a:ahLst/>
              <a:cxnLst/>
              <a:rect l="l" t="t" r="r" b="b"/>
              <a:pathLst>
                <a:path w="4377055" h="1541779">
                  <a:moveTo>
                    <a:pt x="0" y="1541526"/>
                  </a:moveTo>
                  <a:lnTo>
                    <a:pt x="4376928" y="1541526"/>
                  </a:lnTo>
                  <a:lnTo>
                    <a:pt x="4376928" y="0"/>
                  </a:lnTo>
                  <a:lnTo>
                    <a:pt x="0" y="0"/>
                  </a:lnTo>
                  <a:lnTo>
                    <a:pt x="0" y="1541526"/>
                  </a:lnTo>
                  <a:close/>
                </a:path>
              </a:pathLst>
            </a:custGeom>
            <a:grpFill/>
            <a:ln w="952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" name="object 8">
            <a:extLst>
              <a:ext uri="{FF2B5EF4-FFF2-40B4-BE49-F238E27FC236}">
                <a16:creationId xmlns:a16="http://schemas.microsoft.com/office/drawing/2014/main" id="{10933CC1-1580-8B45-BF7A-CF701E609A66}"/>
              </a:ext>
            </a:extLst>
          </p:cNvPr>
          <p:cNvSpPr txBox="1"/>
          <p:nvPr/>
        </p:nvSpPr>
        <p:spPr>
          <a:xfrm>
            <a:off x="6474459" y="5366329"/>
            <a:ext cx="4222115" cy="1031875"/>
          </a:xfrm>
          <a:prstGeom prst="rect">
            <a:avLst/>
          </a:prstGeom>
          <a:solidFill>
            <a:schemeClr val="bg1"/>
          </a:solidFill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200">
                <a:latin typeface="PMingLiU"/>
                <a:cs typeface="PMingLiU"/>
              </a:rPr>
              <a:t>构造</a:t>
            </a:r>
            <a:r>
              <a:rPr sz="2200">
                <a:solidFill>
                  <a:srgbClr val="FF0000"/>
                </a:solidFill>
                <a:latin typeface="PMingLiU"/>
                <a:cs typeface="PMingLiU"/>
              </a:rPr>
              <a:t>备忘录</a:t>
            </a:r>
            <a:r>
              <a:rPr sz="2200" spc="-10">
                <a:solidFill>
                  <a:srgbClr val="FF0000"/>
                </a:solidFill>
                <a:latin typeface="Cambria Math"/>
                <a:cs typeface="Cambria Math"/>
              </a:rPr>
              <a:t>𝑷[𝒊</a:t>
            </a:r>
            <a:r>
              <a:rPr sz="2200" spc="-60">
                <a:solidFill>
                  <a:srgbClr val="FF0000"/>
                </a:solidFill>
                <a:latin typeface="Cambria Math"/>
                <a:cs typeface="Cambria Math"/>
              </a:rPr>
              <a:t>, </a:t>
            </a:r>
            <a:r>
              <a:rPr sz="2200" spc="-25">
                <a:solidFill>
                  <a:srgbClr val="FF0000"/>
                </a:solidFill>
                <a:latin typeface="Cambria Math"/>
                <a:cs typeface="Cambria Math"/>
              </a:rPr>
              <a:t>𝒄]</a:t>
            </a:r>
            <a:endParaRPr sz="2200">
              <a:latin typeface="Cambria Math"/>
              <a:cs typeface="Cambria Math"/>
            </a:endParaRPr>
          </a:p>
          <a:p>
            <a:pPr marL="12700" marR="5080">
              <a:lnSpc>
                <a:spcPct val="100000"/>
              </a:lnSpc>
            </a:pPr>
            <a:r>
              <a:rPr sz="2200" spc="-10">
                <a:latin typeface="Cambria Math"/>
                <a:cs typeface="Cambria Math"/>
              </a:rPr>
              <a:t>𝑷[𝒊</a:t>
            </a:r>
            <a:r>
              <a:rPr sz="2200" spc="-70">
                <a:latin typeface="Cambria Math"/>
                <a:cs typeface="Cambria Math"/>
              </a:rPr>
              <a:t>, </a:t>
            </a:r>
            <a:r>
              <a:rPr sz="2200" spc="-10">
                <a:latin typeface="Cambria Math"/>
                <a:cs typeface="Cambria Math"/>
              </a:rPr>
              <a:t>𝒄]</a:t>
            </a:r>
            <a:r>
              <a:rPr sz="2200">
                <a:latin typeface="PMingLiU"/>
                <a:cs typeface="PMingLiU"/>
              </a:rPr>
              <a:t>表示在前</a:t>
            </a:r>
            <a:r>
              <a:rPr sz="2200" spc="-10">
                <a:latin typeface="Cambria Math"/>
                <a:cs typeface="Cambria Math"/>
              </a:rPr>
              <a:t>𝒊</a:t>
            </a:r>
            <a:r>
              <a:rPr sz="2200" spc="-10">
                <a:latin typeface="PMingLiU"/>
                <a:cs typeface="PMingLiU"/>
              </a:rPr>
              <a:t>个商品中选择，背</a:t>
            </a:r>
            <a:r>
              <a:rPr sz="2200">
                <a:latin typeface="PMingLiU"/>
                <a:cs typeface="PMingLiU"/>
              </a:rPr>
              <a:t>包容量为</a:t>
            </a:r>
            <a:r>
              <a:rPr sz="2200" spc="-10">
                <a:latin typeface="Cambria Math"/>
                <a:cs typeface="Cambria Math"/>
              </a:rPr>
              <a:t>𝒄</a:t>
            </a:r>
            <a:r>
              <a:rPr sz="2200" spc="-10">
                <a:latin typeface="PMingLiU"/>
                <a:cs typeface="PMingLiU"/>
              </a:rPr>
              <a:t>时的最优解</a:t>
            </a:r>
            <a:endParaRPr sz="2200">
              <a:latin typeface="PMingLiU"/>
              <a:cs typeface="PMingLiU"/>
            </a:endParaRPr>
          </a:p>
        </p:txBody>
      </p:sp>
      <p:sp>
        <p:nvSpPr>
          <p:cNvPr id="2" name="圆角矩形 1">
            <a:extLst>
              <a:ext uri="{FF2B5EF4-FFF2-40B4-BE49-F238E27FC236}">
                <a16:creationId xmlns:a16="http://schemas.microsoft.com/office/drawing/2014/main" id="{E6A689AF-6BD8-0245-B45F-5F630D27CCC3}"/>
              </a:ext>
            </a:extLst>
          </p:cNvPr>
          <p:cNvSpPr/>
          <p:nvPr/>
        </p:nvSpPr>
        <p:spPr>
          <a:xfrm>
            <a:off x="1070264" y="6057900"/>
            <a:ext cx="3906981" cy="415636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2317007470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3">
            <a:extLst>
              <a:ext uri="{FF2B5EF4-FFF2-40B4-BE49-F238E27FC236}">
                <a16:creationId xmlns:a16="http://schemas.microsoft.com/office/drawing/2014/main" id="{226C7ECE-2A59-444A-84C0-362E7FB8A97E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34653" y="155789"/>
            <a:ext cx="7102264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带备忘递归：伪代</a:t>
            </a:r>
            <a:r>
              <a:rPr spc="-60" dirty="0" err="1">
                <a:latin typeface="SimSun" panose="02010600030101010101" pitchFamily="2" charset="-122"/>
                <a:ea typeface="SimSun" panose="02010600030101010101" pitchFamily="2" charset="-122"/>
              </a:rPr>
              <a:t>码</a:t>
            </a:r>
            <a:endParaRPr spc="-6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pic>
        <p:nvPicPr>
          <p:cNvPr id="13" name="object 4">
            <a:extLst>
              <a:ext uri="{FF2B5EF4-FFF2-40B4-BE49-F238E27FC236}">
                <a16:creationId xmlns:a16="http://schemas.microsoft.com/office/drawing/2014/main" id="{B52FDEE7-5D69-944B-8080-9CE96DEDD527}"/>
              </a:ext>
            </a:extLst>
          </p:cNvPr>
          <p:cNvPicPr/>
          <p:nvPr/>
        </p:nvPicPr>
        <p:blipFill>
          <a:blip r:embed="rId2"/>
          <a:stretch>
            <a:fillRect/>
          </a:stretch>
        </p:blipFill>
        <p:spPr>
          <a:xfrm>
            <a:off x="684690" y="946192"/>
            <a:ext cx="10479786" cy="5540502"/>
          </a:xfrm>
          <a:prstGeom prst="rect">
            <a:avLst/>
          </a:prstGeom>
        </p:spPr>
      </p:pic>
      <p:sp>
        <p:nvSpPr>
          <p:cNvPr id="14" name="object 5">
            <a:extLst>
              <a:ext uri="{FF2B5EF4-FFF2-40B4-BE49-F238E27FC236}">
                <a16:creationId xmlns:a16="http://schemas.microsoft.com/office/drawing/2014/main" id="{5EB7EBC7-9EBD-814D-A77E-90A7A648767D}"/>
              </a:ext>
            </a:extLst>
          </p:cNvPr>
          <p:cNvSpPr txBox="1"/>
          <p:nvPr/>
        </p:nvSpPr>
        <p:spPr>
          <a:xfrm>
            <a:off x="6323109" y="4694091"/>
            <a:ext cx="4377055" cy="1541780"/>
          </a:xfrm>
          <a:prstGeom prst="rect">
            <a:avLst/>
          </a:prstGeom>
          <a:ln w="9525">
            <a:solidFill>
              <a:srgbClr val="000000"/>
            </a:solidFill>
          </a:ln>
        </p:spPr>
        <p:txBody>
          <a:bodyPr vert="horz" wrap="square" lIns="0" tIns="238125" rIns="0" bIns="0" rtlCol="0">
            <a:spAutoFit/>
          </a:bodyPr>
          <a:lstStyle/>
          <a:p>
            <a:pPr marL="90805">
              <a:lnSpc>
                <a:spcPct val="100000"/>
              </a:lnSpc>
              <a:spcBef>
                <a:spcPts val="1875"/>
              </a:spcBef>
            </a:pPr>
            <a:r>
              <a:rPr sz="2200">
                <a:latin typeface="PMingLiU"/>
                <a:cs typeface="PMingLiU"/>
              </a:rPr>
              <a:t>构造</a:t>
            </a:r>
            <a:r>
              <a:rPr sz="2200">
                <a:solidFill>
                  <a:srgbClr val="FF0000"/>
                </a:solidFill>
                <a:latin typeface="PMingLiU"/>
                <a:cs typeface="PMingLiU"/>
              </a:rPr>
              <a:t>备忘录</a:t>
            </a:r>
            <a:r>
              <a:rPr sz="2200" spc="-10">
                <a:solidFill>
                  <a:srgbClr val="FF0000"/>
                </a:solidFill>
                <a:latin typeface="Cambria Math"/>
                <a:cs typeface="Cambria Math"/>
              </a:rPr>
              <a:t>𝑷[𝒊</a:t>
            </a:r>
            <a:r>
              <a:rPr sz="2200" spc="-60">
                <a:solidFill>
                  <a:srgbClr val="FF0000"/>
                </a:solidFill>
                <a:latin typeface="Cambria Math"/>
                <a:cs typeface="Cambria Math"/>
              </a:rPr>
              <a:t>, </a:t>
            </a:r>
            <a:r>
              <a:rPr sz="2200" spc="-25">
                <a:solidFill>
                  <a:srgbClr val="FF0000"/>
                </a:solidFill>
                <a:latin typeface="Cambria Math"/>
                <a:cs typeface="Cambria Math"/>
              </a:rPr>
              <a:t>𝒄]</a:t>
            </a:r>
            <a:endParaRPr sz="2200">
              <a:latin typeface="Cambria Math"/>
              <a:cs typeface="Cambria Math"/>
            </a:endParaRPr>
          </a:p>
          <a:p>
            <a:pPr marL="90805" marR="81280">
              <a:lnSpc>
                <a:spcPct val="100000"/>
              </a:lnSpc>
            </a:pPr>
            <a:r>
              <a:rPr sz="2200" spc="-10">
                <a:latin typeface="Cambria Math"/>
                <a:cs typeface="Cambria Math"/>
              </a:rPr>
              <a:t>𝑷[𝒊</a:t>
            </a:r>
            <a:r>
              <a:rPr sz="2200" spc="-70">
                <a:latin typeface="Cambria Math"/>
                <a:cs typeface="Cambria Math"/>
              </a:rPr>
              <a:t>, </a:t>
            </a:r>
            <a:r>
              <a:rPr sz="2200" spc="-10">
                <a:latin typeface="Cambria Math"/>
                <a:cs typeface="Cambria Math"/>
              </a:rPr>
              <a:t>𝒄]</a:t>
            </a:r>
            <a:r>
              <a:rPr sz="2200">
                <a:latin typeface="PMingLiU"/>
                <a:cs typeface="PMingLiU"/>
              </a:rPr>
              <a:t>表示在前</a:t>
            </a:r>
            <a:r>
              <a:rPr sz="2200" spc="-10">
                <a:latin typeface="Cambria Math"/>
                <a:cs typeface="Cambria Math"/>
              </a:rPr>
              <a:t>𝒊</a:t>
            </a:r>
            <a:r>
              <a:rPr sz="2200" spc="-10">
                <a:latin typeface="PMingLiU"/>
                <a:cs typeface="PMingLiU"/>
              </a:rPr>
              <a:t>个商品中选择，背</a:t>
            </a:r>
            <a:r>
              <a:rPr sz="2200">
                <a:latin typeface="PMingLiU"/>
                <a:cs typeface="PMingLiU"/>
              </a:rPr>
              <a:t>包容量为</a:t>
            </a:r>
            <a:r>
              <a:rPr sz="2200" spc="-10">
                <a:latin typeface="Cambria Math"/>
                <a:cs typeface="Cambria Math"/>
              </a:rPr>
              <a:t>𝒄</a:t>
            </a:r>
            <a:r>
              <a:rPr sz="2200" spc="-10">
                <a:latin typeface="PMingLiU"/>
                <a:cs typeface="PMingLiU"/>
              </a:rPr>
              <a:t>时的最优解</a:t>
            </a:r>
            <a:endParaRPr sz="2200">
              <a:latin typeface="PMingLiU"/>
              <a:cs typeface="PMingLiU"/>
            </a:endParaRPr>
          </a:p>
        </p:txBody>
      </p:sp>
      <p:sp>
        <p:nvSpPr>
          <p:cNvPr id="15" name="object 6">
            <a:extLst>
              <a:ext uri="{FF2B5EF4-FFF2-40B4-BE49-F238E27FC236}">
                <a16:creationId xmlns:a16="http://schemas.microsoft.com/office/drawing/2014/main" id="{1B87CC43-78AE-884D-933D-D37ABBBFDC2B}"/>
              </a:ext>
            </a:extLst>
          </p:cNvPr>
          <p:cNvSpPr/>
          <p:nvPr/>
        </p:nvSpPr>
        <p:spPr>
          <a:xfrm>
            <a:off x="1055577" y="3831125"/>
            <a:ext cx="4952365" cy="2177415"/>
          </a:xfrm>
          <a:custGeom>
            <a:avLst/>
            <a:gdLst/>
            <a:ahLst/>
            <a:cxnLst/>
            <a:rect l="l" t="t" r="r" b="b"/>
            <a:pathLst>
              <a:path w="4952365" h="2177415">
                <a:moveTo>
                  <a:pt x="0" y="1866518"/>
                </a:moveTo>
                <a:lnTo>
                  <a:pt x="4879" y="1842343"/>
                </a:lnTo>
                <a:lnTo>
                  <a:pt x="18187" y="1822603"/>
                </a:lnTo>
                <a:lnTo>
                  <a:pt x="37927" y="1809295"/>
                </a:lnTo>
                <a:lnTo>
                  <a:pt x="62103" y="1804415"/>
                </a:lnTo>
                <a:lnTo>
                  <a:pt x="4890134" y="1804415"/>
                </a:lnTo>
                <a:lnTo>
                  <a:pt x="4914304" y="1809295"/>
                </a:lnTo>
                <a:lnTo>
                  <a:pt x="4934045" y="1822603"/>
                </a:lnTo>
                <a:lnTo>
                  <a:pt x="4947356" y="1842343"/>
                </a:lnTo>
                <a:lnTo>
                  <a:pt x="4952238" y="1866518"/>
                </a:lnTo>
                <a:lnTo>
                  <a:pt x="4952238" y="2114930"/>
                </a:lnTo>
                <a:lnTo>
                  <a:pt x="4947356" y="2139106"/>
                </a:lnTo>
                <a:lnTo>
                  <a:pt x="4934045" y="2158846"/>
                </a:lnTo>
                <a:lnTo>
                  <a:pt x="4914304" y="2172154"/>
                </a:lnTo>
                <a:lnTo>
                  <a:pt x="4890134" y="2177034"/>
                </a:lnTo>
                <a:lnTo>
                  <a:pt x="62103" y="2177034"/>
                </a:lnTo>
                <a:lnTo>
                  <a:pt x="37927" y="2172154"/>
                </a:lnTo>
                <a:lnTo>
                  <a:pt x="18187" y="2158846"/>
                </a:lnTo>
                <a:lnTo>
                  <a:pt x="4879" y="2139106"/>
                </a:lnTo>
                <a:lnTo>
                  <a:pt x="0" y="2114930"/>
                </a:lnTo>
                <a:lnTo>
                  <a:pt x="0" y="1866518"/>
                </a:lnTo>
                <a:close/>
              </a:path>
              <a:path w="4952365" h="2177415">
                <a:moveTo>
                  <a:pt x="0" y="167258"/>
                </a:moveTo>
                <a:lnTo>
                  <a:pt x="5975" y="122810"/>
                </a:lnTo>
                <a:lnTo>
                  <a:pt x="22837" y="82860"/>
                </a:lnTo>
                <a:lnTo>
                  <a:pt x="48991" y="49006"/>
                </a:lnTo>
                <a:lnTo>
                  <a:pt x="82843" y="22845"/>
                </a:lnTo>
                <a:lnTo>
                  <a:pt x="122797" y="5977"/>
                </a:lnTo>
                <a:lnTo>
                  <a:pt x="167259" y="0"/>
                </a:lnTo>
                <a:lnTo>
                  <a:pt x="4784979" y="0"/>
                </a:lnTo>
                <a:lnTo>
                  <a:pt x="4829427" y="5977"/>
                </a:lnTo>
                <a:lnTo>
                  <a:pt x="4869377" y="22845"/>
                </a:lnTo>
                <a:lnTo>
                  <a:pt x="4903231" y="49006"/>
                </a:lnTo>
                <a:lnTo>
                  <a:pt x="4929392" y="82860"/>
                </a:lnTo>
                <a:lnTo>
                  <a:pt x="4946260" y="122810"/>
                </a:lnTo>
                <a:lnTo>
                  <a:pt x="4952238" y="167258"/>
                </a:lnTo>
                <a:lnTo>
                  <a:pt x="4952238" y="836294"/>
                </a:lnTo>
                <a:lnTo>
                  <a:pt x="4946260" y="880743"/>
                </a:lnTo>
                <a:lnTo>
                  <a:pt x="4929392" y="920693"/>
                </a:lnTo>
                <a:lnTo>
                  <a:pt x="4903231" y="954547"/>
                </a:lnTo>
                <a:lnTo>
                  <a:pt x="4869377" y="980708"/>
                </a:lnTo>
                <a:lnTo>
                  <a:pt x="4829427" y="997576"/>
                </a:lnTo>
                <a:lnTo>
                  <a:pt x="4784979" y="1003553"/>
                </a:lnTo>
                <a:lnTo>
                  <a:pt x="167259" y="1003553"/>
                </a:lnTo>
                <a:lnTo>
                  <a:pt x="122797" y="997576"/>
                </a:lnTo>
                <a:lnTo>
                  <a:pt x="82843" y="980708"/>
                </a:lnTo>
                <a:lnTo>
                  <a:pt x="48991" y="954547"/>
                </a:lnTo>
                <a:lnTo>
                  <a:pt x="22837" y="920693"/>
                </a:lnTo>
                <a:lnTo>
                  <a:pt x="5975" y="880743"/>
                </a:lnTo>
                <a:lnTo>
                  <a:pt x="0" y="836294"/>
                </a:lnTo>
                <a:lnTo>
                  <a:pt x="0" y="167258"/>
                </a:lnTo>
                <a:close/>
              </a:path>
            </a:pathLst>
          </a:custGeom>
          <a:ln w="3810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7">
            <a:extLst>
              <a:ext uri="{FF2B5EF4-FFF2-40B4-BE49-F238E27FC236}">
                <a16:creationId xmlns:a16="http://schemas.microsoft.com/office/drawing/2014/main" id="{C389637D-0AA5-784B-B6D5-1A8B4F54ABAE}"/>
              </a:ext>
            </a:extLst>
          </p:cNvPr>
          <p:cNvSpPr txBox="1"/>
          <p:nvPr/>
        </p:nvSpPr>
        <p:spPr>
          <a:xfrm>
            <a:off x="6323109" y="3830744"/>
            <a:ext cx="1866264" cy="600075"/>
          </a:xfrm>
          <a:prstGeom prst="rect">
            <a:avLst/>
          </a:prstGeom>
          <a:ln w="9525">
            <a:solidFill>
              <a:srgbClr val="000000"/>
            </a:solidFill>
          </a:ln>
        </p:spPr>
        <p:txBody>
          <a:bodyPr vert="horz" wrap="square" lIns="0" tIns="97790" rIns="0" bIns="0" rtlCol="0">
            <a:spAutoFit/>
          </a:bodyPr>
          <a:lstStyle/>
          <a:p>
            <a:pPr marL="233045">
              <a:lnSpc>
                <a:spcPct val="100000"/>
              </a:lnSpc>
              <a:spcBef>
                <a:spcPts val="770"/>
              </a:spcBef>
            </a:pPr>
            <a:r>
              <a:rPr sz="2200" spc="-10">
                <a:latin typeface="PMingLiU"/>
                <a:cs typeface="PMingLiU"/>
              </a:rPr>
              <a:t>重复子问题</a:t>
            </a:r>
            <a:endParaRPr sz="2200">
              <a:latin typeface="PMingLiU"/>
              <a:cs typeface="PMingLiU"/>
            </a:endParaRPr>
          </a:p>
        </p:txBody>
      </p:sp>
    </p:spTree>
    <p:extLst>
      <p:ext uri="{BB962C8B-B14F-4D97-AF65-F5344CB8AC3E}">
        <p14:creationId xmlns:p14="http://schemas.microsoft.com/office/powerpoint/2010/main" val="2950597667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2">
            <a:extLst>
              <a:ext uri="{FF2B5EF4-FFF2-40B4-BE49-F238E27FC236}">
                <a16:creationId xmlns:a16="http://schemas.microsoft.com/office/drawing/2014/main" id="{A49A81D6-F7CD-8D4D-8979-79EFB5E15B3E}"/>
              </a:ext>
            </a:extLst>
          </p:cNvPr>
          <p:cNvSpPr txBox="1"/>
          <p:nvPr/>
        </p:nvSpPr>
        <p:spPr>
          <a:xfrm>
            <a:off x="740533" y="1123951"/>
            <a:ext cx="1791970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15" dirty="0" err="1">
                <a:latin typeface="PMingLiU"/>
                <a:cs typeface="PMingLiU"/>
              </a:rPr>
              <a:t>自顶向下</a:t>
            </a:r>
            <a:endParaRPr sz="2800" dirty="0">
              <a:latin typeface="PMingLiU"/>
              <a:cs typeface="PMingLiU"/>
            </a:endParaRPr>
          </a:p>
        </p:txBody>
      </p:sp>
      <p:sp>
        <p:nvSpPr>
          <p:cNvPr id="4" name="object 3">
            <a:extLst>
              <a:ext uri="{FF2B5EF4-FFF2-40B4-BE49-F238E27FC236}">
                <a16:creationId xmlns:a16="http://schemas.microsoft.com/office/drawing/2014/main" id="{40FED6F9-5BD5-0041-B4CF-85229963FBDD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80719" y="37498"/>
            <a:ext cx="6929582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带备忘递归：计算顺</a:t>
            </a: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序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sp>
        <p:nvSpPr>
          <p:cNvPr id="5" name="object 4">
            <a:extLst>
              <a:ext uri="{FF2B5EF4-FFF2-40B4-BE49-F238E27FC236}">
                <a16:creationId xmlns:a16="http://schemas.microsoft.com/office/drawing/2014/main" id="{91D11C2C-6562-6147-8FFB-B7075B758DA4}"/>
              </a:ext>
            </a:extLst>
          </p:cNvPr>
          <p:cNvSpPr/>
          <p:nvPr/>
        </p:nvSpPr>
        <p:spPr>
          <a:xfrm>
            <a:off x="5298566" y="788288"/>
            <a:ext cx="1536700" cy="593725"/>
          </a:xfrm>
          <a:custGeom>
            <a:avLst/>
            <a:gdLst/>
            <a:ahLst/>
            <a:cxnLst/>
            <a:rect l="l" t="t" r="r" b="b"/>
            <a:pathLst>
              <a:path w="1536700" h="593725">
                <a:moveTo>
                  <a:pt x="0" y="98933"/>
                </a:moveTo>
                <a:lnTo>
                  <a:pt x="7778" y="60436"/>
                </a:lnTo>
                <a:lnTo>
                  <a:pt x="28987" y="28987"/>
                </a:lnTo>
                <a:lnTo>
                  <a:pt x="60436" y="7778"/>
                </a:lnTo>
                <a:lnTo>
                  <a:pt x="98933" y="0"/>
                </a:lnTo>
                <a:lnTo>
                  <a:pt x="1437259" y="0"/>
                </a:lnTo>
                <a:lnTo>
                  <a:pt x="1475755" y="7778"/>
                </a:lnTo>
                <a:lnTo>
                  <a:pt x="1507204" y="28987"/>
                </a:lnTo>
                <a:lnTo>
                  <a:pt x="1528413" y="60436"/>
                </a:lnTo>
                <a:lnTo>
                  <a:pt x="1536191" y="98933"/>
                </a:lnTo>
                <a:lnTo>
                  <a:pt x="1536191" y="494664"/>
                </a:lnTo>
                <a:lnTo>
                  <a:pt x="1528413" y="533161"/>
                </a:lnTo>
                <a:lnTo>
                  <a:pt x="1507204" y="564610"/>
                </a:lnTo>
                <a:lnTo>
                  <a:pt x="1475755" y="585819"/>
                </a:lnTo>
                <a:lnTo>
                  <a:pt x="1437259" y="593598"/>
                </a:lnTo>
                <a:lnTo>
                  <a:pt x="98933" y="593598"/>
                </a:lnTo>
                <a:lnTo>
                  <a:pt x="60436" y="585819"/>
                </a:lnTo>
                <a:lnTo>
                  <a:pt x="28987" y="564610"/>
                </a:lnTo>
                <a:lnTo>
                  <a:pt x="7778" y="533161"/>
                </a:lnTo>
                <a:lnTo>
                  <a:pt x="0" y="494664"/>
                </a:lnTo>
                <a:lnTo>
                  <a:pt x="0" y="98933"/>
                </a:lnTo>
                <a:close/>
              </a:path>
            </a:pathLst>
          </a:custGeom>
          <a:ln w="190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5">
            <a:extLst>
              <a:ext uri="{FF2B5EF4-FFF2-40B4-BE49-F238E27FC236}">
                <a16:creationId xmlns:a16="http://schemas.microsoft.com/office/drawing/2014/main" id="{4155D3AC-9910-3448-BFAC-4E38516A4B0E}"/>
              </a:ext>
            </a:extLst>
          </p:cNvPr>
          <p:cNvSpPr txBox="1"/>
          <p:nvPr/>
        </p:nvSpPr>
        <p:spPr>
          <a:xfrm>
            <a:off x="5673597" y="894587"/>
            <a:ext cx="717550" cy="3613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200" spc="-10">
                <a:latin typeface="Cambria Math"/>
                <a:cs typeface="Cambria Math"/>
              </a:rPr>
              <a:t>(𝒏,</a:t>
            </a:r>
            <a:r>
              <a:rPr sz="2200" spc="-100">
                <a:latin typeface="Cambria Math"/>
                <a:cs typeface="Cambria Math"/>
              </a:rPr>
              <a:t> </a:t>
            </a:r>
            <a:r>
              <a:rPr sz="2200" spc="-25">
                <a:latin typeface="Cambria Math"/>
                <a:cs typeface="Cambria Math"/>
              </a:rPr>
              <a:t>𝑪)</a:t>
            </a:r>
            <a:endParaRPr sz="2200">
              <a:latin typeface="Cambria Math"/>
              <a:cs typeface="Cambria Math"/>
            </a:endParaRPr>
          </a:p>
        </p:txBody>
      </p:sp>
      <p:sp>
        <p:nvSpPr>
          <p:cNvPr id="7" name="object 6">
            <a:extLst>
              <a:ext uri="{FF2B5EF4-FFF2-40B4-BE49-F238E27FC236}">
                <a16:creationId xmlns:a16="http://schemas.microsoft.com/office/drawing/2014/main" id="{0759B7F1-A3C3-AC4E-907E-C9E765CBF18E}"/>
              </a:ext>
            </a:extLst>
          </p:cNvPr>
          <p:cNvSpPr/>
          <p:nvPr/>
        </p:nvSpPr>
        <p:spPr>
          <a:xfrm>
            <a:off x="3875913" y="1980057"/>
            <a:ext cx="1536700" cy="593725"/>
          </a:xfrm>
          <a:custGeom>
            <a:avLst/>
            <a:gdLst/>
            <a:ahLst/>
            <a:cxnLst/>
            <a:rect l="l" t="t" r="r" b="b"/>
            <a:pathLst>
              <a:path w="1536700" h="593725">
                <a:moveTo>
                  <a:pt x="0" y="98932"/>
                </a:moveTo>
                <a:lnTo>
                  <a:pt x="7778" y="60436"/>
                </a:lnTo>
                <a:lnTo>
                  <a:pt x="28987" y="28987"/>
                </a:lnTo>
                <a:lnTo>
                  <a:pt x="60436" y="7778"/>
                </a:lnTo>
                <a:lnTo>
                  <a:pt x="98933" y="0"/>
                </a:lnTo>
                <a:lnTo>
                  <a:pt x="1437259" y="0"/>
                </a:lnTo>
                <a:lnTo>
                  <a:pt x="1475755" y="7778"/>
                </a:lnTo>
                <a:lnTo>
                  <a:pt x="1507204" y="28987"/>
                </a:lnTo>
                <a:lnTo>
                  <a:pt x="1528413" y="60436"/>
                </a:lnTo>
                <a:lnTo>
                  <a:pt x="1536191" y="98932"/>
                </a:lnTo>
                <a:lnTo>
                  <a:pt x="1536191" y="494664"/>
                </a:lnTo>
                <a:lnTo>
                  <a:pt x="1528413" y="533161"/>
                </a:lnTo>
                <a:lnTo>
                  <a:pt x="1507204" y="564610"/>
                </a:lnTo>
                <a:lnTo>
                  <a:pt x="1475755" y="585819"/>
                </a:lnTo>
                <a:lnTo>
                  <a:pt x="1437259" y="593597"/>
                </a:lnTo>
                <a:lnTo>
                  <a:pt x="98933" y="593597"/>
                </a:lnTo>
                <a:lnTo>
                  <a:pt x="60436" y="585819"/>
                </a:lnTo>
                <a:lnTo>
                  <a:pt x="28987" y="564610"/>
                </a:lnTo>
                <a:lnTo>
                  <a:pt x="7778" y="533161"/>
                </a:lnTo>
                <a:lnTo>
                  <a:pt x="0" y="494664"/>
                </a:lnTo>
                <a:lnTo>
                  <a:pt x="0" y="98932"/>
                </a:lnTo>
                <a:close/>
              </a:path>
            </a:pathLst>
          </a:custGeom>
          <a:ln w="190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7">
            <a:extLst>
              <a:ext uri="{FF2B5EF4-FFF2-40B4-BE49-F238E27FC236}">
                <a16:creationId xmlns:a16="http://schemas.microsoft.com/office/drawing/2014/main" id="{32B4E148-0EFF-5841-84F8-200DBFCFD4A1}"/>
              </a:ext>
            </a:extLst>
          </p:cNvPr>
          <p:cNvSpPr txBox="1"/>
          <p:nvPr/>
        </p:nvSpPr>
        <p:spPr>
          <a:xfrm>
            <a:off x="4001515" y="2086355"/>
            <a:ext cx="1216660" cy="3613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200">
                <a:latin typeface="Cambria Math"/>
                <a:cs typeface="Cambria Math"/>
              </a:rPr>
              <a:t>(𝒏 −</a:t>
            </a:r>
            <a:r>
              <a:rPr sz="2200" spc="5">
                <a:latin typeface="Cambria Math"/>
                <a:cs typeface="Cambria Math"/>
              </a:rPr>
              <a:t> </a:t>
            </a:r>
            <a:r>
              <a:rPr sz="2200" spc="-10">
                <a:latin typeface="Cambria Math"/>
                <a:cs typeface="Cambria Math"/>
              </a:rPr>
              <a:t>𝟏,</a:t>
            </a:r>
            <a:r>
              <a:rPr sz="2200" spc="-120">
                <a:latin typeface="Cambria Math"/>
                <a:cs typeface="Cambria Math"/>
              </a:rPr>
              <a:t> </a:t>
            </a:r>
            <a:r>
              <a:rPr sz="2200" spc="-25">
                <a:latin typeface="Cambria Math"/>
                <a:cs typeface="Cambria Math"/>
              </a:rPr>
              <a:t>𝑪)</a:t>
            </a:r>
            <a:endParaRPr sz="2200">
              <a:latin typeface="Cambria Math"/>
              <a:cs typeface="Cambria Math"/>
            </a:endParaRPr>
          </a:p>
        </p:txBody>
      </p:sp>
      <p:sp>
        <p:nvSpPr>
          <p:cNvPr id="9" name="object 8">
            <a:extLst>
              <a:ext uri="{FF2B5EF4-FFF2-40B4-BE49-F238E27FC236}">
                <a16:creationId xmlns:a16="http://schemas.microsoft.com/office/drawing/2014/main" id="{26A51F71-795A-5342-A392-59B661A5174D}"/>
              </a:ext>
            </a:extLst>
          </p:cNvPr>
          <p:cNvSpPr/>
          <p:nvPr/>
        </p:nvSpPr>
        <p:spPr>
          <a:xfrm>
            <a:off x="6741794" y="1968626"/>
            <a:ext cx="1536700" cy="593090"/>
          </a:xfrm>
          <a:custGeom>
            <a:avLst/>
            <a:gdLst/>
            <a:ahLst/>
            <a:cxnLst/>
            <a:rect l="l" t="t" r="r" b="b"/>
            <a:pathLst>
              <a:path w="1536700" h="593089">
                <a:moveTo>
                  <a:pt x="0" y="98806"/>
                </a:moveTo>
                <a:lnTo>
                  <a:pt x="7758" y="60328"/>
                </a:lnTo>
                <a:lnTo>
                  <a:pt x="28924" y="28924"/>
                </a:lnTo>
                <a:lnTo>
                  <a:pt x="60328" y="7758"/>
                </a:lnTo>
                <a:lnTo>
                  <a:pt x="98805" y="0"/>
                </a:lnTo>
                <a:lnTo>
                  <a:pt x="1437385" y="0"/>
                </a:lnTo>
                <a:lnTo>
                  <a:pt x="1475863" y="7758"/>
                </a:lnTo>
                <a:lnTo>
                  <a:pt x="1507267" y="28924"/>
                </a:lnTo>
                <a:lnTo>
                  <a:pt x="1528433" y="60328"/>
                </a:lnTo>
                <a:lnTo>
                  <a:pt x="1536191" y="98806"/>
                </a:lnTo>
                <a:lnTo>
                  <a:pt x="1536191" y="494030"/>
                </a:lnTo>
                <a:lnTo>
                  <a:pt x="1528433" y="532507"/>
                </a:lnTo>
                <a:lnTo>
                  <a:pt x="1507267" y="563911"/>
                </a:lnTo>
                <a:lnTo>
                  <a:pt x="1475863" y="585077"/>
                </a:lnTo>
                <a:lnTo>
                  <a:pt x="1437385" y="592836"/>
                </a:lnTo>
                <a:lnTo>
                  <a:pt x="98805" y="592836"/>
                </a:lnTo>
                <a:lnTo>
                  <a:pt x="60328" y="585077"/>
                </a:lnTo>
                <a:lnTo>
                  <a:pt x="28924" y="563911"/>
                </a:lnTo>
                <a:lnTo>
                  <a:pt x="7758" y="532507"/>
                </a:lnTo>
                <a:lnTo>
                  <a:pt x="0" y="494030"/>
                </a:lnTo>
                <a:lnTo>
                  <a:pt x="0" y="98806"/>
                </a:lnTo>
                <a:close/>
              </a:path>
            </a:pathLst>
          </a:custGeom>
          <a:ln w="190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9">
            <a:extLst>
              <a:ext uri="{FF2B5EF4-FFF2-40B4-BE49-F238E27FC236}">
                <a16:creationId xmlns:a16="http://schemas.microsoft.com/office/drawing/2014/main" id="{2513E774-3566-5A49-A986-9DB35A9D6F2E}"/>
              </a:ext>
            </a:extLst>
          </p:cNvPr>
          <p:cNvSpPr txBox="1"/>
          <p:nvPr/>
        </p:nvSpPr>
        <p:spPr>
          <a:xfrm>
            <a:off x="6775957" y="2107438"/>
            <a:ext cx="141224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>
                <a:latin typeface="Cambria Math"/>
                <a:cs typeface="Cambria Math"/>
              </a:rPr>
              <a:t>(𝒏</a:t>
            </a:r>
            <a:r>
              <a:rPr sz="1800" spc="-10">
                <a:latin typeface="Cambria Math"/>
                <a:cs typeface="Cambria Math"/>
              </a:rPr>
              <a:t> </a:t>
            </a:r>
            <a:r>
              <a:rPr sz="1800">
                <a:latin typeface="Cambria Math"/>
                <a:cs typeface="Cambria Math"/>
              </a:rPr>
              <a:t>−</a:t>
            </a:r>
            <a:r>
              <a:rPr sz="1800" spc="10">
                <a:latin typeface="Cambria Math"/>
                <a:cs typeface="Cambria Math"/>
              </a:rPr>
              <a:t> </a:t>
            </a:r>
            <a:r>
              <a:rPr sz="1800">
                <a:latin typeface="Cambria Math"/>
                <a:cs typeface="Cambria Math"/>
              </a:rPr>
              <a:t>𝟏,</a:t>
            </a:r>
            <a:r>
              <a:rPr sz="1800" spc="-90">
                <a:latin typeface="Cambria Math"/>
                <a:cs typeface="Cambria Math"/>
              </a:rPr>
              <a:t> </a:t>
            </a:r>
            <a:r>
              <a:rPr sz="1800">
                <a:latin typeface="Cambria Math"/>
                <a:cs typeface="Cambria Math"/>
              </a:rPr>
              <a:t>𝑪</a:t>
            </a:r>
            <a:r>
              <a:rPr sz="1800" spc="-5">
                <a:latin typeface="Cambria Math"/>
                <a:cs typeface="Cambria Math"/>
              </a:rPr>
              <a:t> </a:t>
            </a:r>
            <a:r>
              <a:rPr sz="1800">
                <a:latin typeface="Cambria Math"/>
                <a:cs typeface="Cambria Math"/>
              </a:rPr>
              <a:t>−</a:t>
            </a:r>
            <a:r>
              <a:rPr sz="1800" spc="10">
                <a:latin typeface="Cambria Math"/>
                <a:cs typeface="Cambria Math"/>
              </a:rPr>
              <a:t> </a:t>
            </a:r>
            <a:r>
              <a:rPr sz="1800" spc="-25">
                <a:latin typeface="Cambria Math"/>
                <a:cs typeface="Cambria Math"/>
              </a:rPr>
              <a:t>𝒗)</a:t>
            </a:r>
            <a:endParaRPr sz="1800">
              <a:latin typeface="Cambria Math"/>
              <a:cs typeface="Cambria Math"/>
            </a:endParaRPr>
          </a:p>
        </p:txBody>
      </p:sp>
      <p:sp>
        <p:nvSpPr>
          <p:cNvPr id="11" name="object 10">
            <a:extLst>
              <a:ext uri="{FF2B5EF4-FFF2-40B4-BE49-F238E27FC236}">
                <a16:creationId xmlns:a16="http://schemas.microsoft.com/office/drawing/2014/main" id="{D5068683-BBDE-1148-A1C3-AB4A3911C7F1}"/>
              </a:ext>
            </a:extLst>
          </p:cNvPr>
          <p:cNvSpPr/>
          <p:nvPr/>
        </p:nvSpPr>
        <p:spPr>
          <a:xfrm>
            <a:off x="2382392" y="3290696"/>
            <a:ext cx="1536700" cy="593090"/>
          </a:xfrm>
          <a:custGeom>
            <a:avLst/>
            <a:gdLst/>
            <a:ahLst/>
            <a:cxnLst/>
            <a:rect l="l" t="t" r="r" b="b"/>
            <a:pathLst>
              <a:path w="1536700" h="593089">
                <a:moveTo>
                  <a:pt x="0" y="98805"/>
                </a:moveTo>
                <a:lnTo>
                  <a:pt x="7758" y="60328"/>
                </a:lnTo>
                <a:lnTo>
                  <a:pt x="28924" y="28924"/>
                </a:lnTo>
                <a:lnTo>
                  <a:pt x="60328" y="7758"/>
                </a:lnTo>
                <a:lnTo>
                  <a:pt x="98806" y="0"/>
                </a:lnTo>
                <a:lnTo>
                  <a:pt x="1437385" y="0"/>
                </a:lnTo>
                <a:lnTo>
                  <a:pt x="1475863" y="7758"/>
                </a:lnTo>
                <a:lnTo>
                  <a:pt x="1507267" y="28924"/>
                </a:lnTo>
                <a:lnTo>
                  <a:pt x="1528433" y="60328"/>
                </a:lnTo>
                <a:lnTo>
                  <a:pt x="1536192" y="98805"/>
                </a:lnTo>
                <a:lnTo>
                  <a:pt x="1536192" y="494029"/>
                </a:lnTo>
                <a:lnTo>
                  <a:pt x="1528433" y="532507"/>
                </a:lnTo>
                <a:lnTo>
                  <a:pt x="1507267" y="563911"/>
                </a:lnTo>
                <a:lnTo>
                  <a:pt x="1475863" y="585077"/>
                </a:lnTo>
                <a:lnTo>
                  <a:pt x="1437385" y="592835"/>
                </a:lnTo>
                <a:lnTo>
                  <a:pt x="98806" y="592835"/>
                </a:lnTo>
                <a:lnTo>
                  <a:pt x="60328" y="585077"/>
                </a:lnTo>
                <a:lnTo>
                  <a:pt x="28924" y="563911"/>
                </a:lnTo>
                <a:lnTo>
                  <a:pt x="7758" y="532507"/>
                </a:lnTo>
                <a:lnTo>
                  <a:pt x="0" y="494029"/>
                </a:lnTo>
                <a:lnTo>
                  <a:pt x="0" y="98805"/>
                </a:lnTo>
                <a:close/>
              </a:path>
            </a:pathLst>
          </a:custGeom>
          <a:ln w="190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1">
            <a:extLst>
              <a:ext uri="{FF2B5EF4-FFF2-40B4-BE49-F238E27FC236}">
                <a16:creationId xmlns:a16="http://schemas.microsoft.com/office/drawing/2014/main" id="{74C72E9A-693C-4944-BEC2-40DAC8CD9764}"/>
              </a:ext>
            </a:extLst>
          </p:cNvPr>
          <p:cNvSpPr txBox="1"/>
          <p:nvPr/>
        </p:nvSpPr>
        <p:spPr>
          <a:xfrm>
            <a:off x="2507742" y="3396741"/>
            <a:ext cx="1216660" cy="3613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200">
                <a:latin typeface="Cambria Math"/>
                <a:cs typeface="Cambria Math"/>
              </a:rPr>
              <a:t>(𝒏 −</a:t>
            </a:r>
            <a:r>
              <a:rPr sz="2200" spc="5">
                <a:latin typeface="Cambria Math"/>
                <a:cs typeface="Cambria Math"/>
              </a:rPr>
              <a:t> </a:t>
            </a:r>
            <a:r>
              <a:rPr sz="2200" spc="-10">
                <a:latin typeface="Cambria Math"/>
                <a:cs typeface="Cambria Math"/>
              </a:rPr>
              <a:t>𝟐,</a:t>
            </a:r>
            <a:r>
              <a:rPr sz="2200" spc="-120">
                <a:latin typeface="Cambria Math"/>
                <a:cs typeface="Cambria Math"/>
              </a:rPr>
              <a:t> </a:t>
            </a:r>
            <a:r>
              <a:rPr sz="2200" spc="-25">
                <a:latin typeface="Cambria Math"/>
                <a:cs typeface="Cambria Math"/>
              </a:rPr>
              <a:t>𝑪)</a:t>
            </a:r>
            <a:endParaRPr sz="2200">
              <a:latin typeface="Cambria Math"/>
              <a:cs typeface="Cambria Math"/>
            </a:endParaRPr>
          </a:p>
        </p:txBody>
      </p:sp>
      <p:grpSp>
        <p:nvGrpSpPr>
          <p:cNvPr id="13" name="object 12">
            <a:extLst>
              <a:ext uri="{FF2B5EF4-FFF2-40B4-BE49-F238E27FC236}">
                <a16:creationId xmlns:a16="http://schemas.microsoft.com/office/drawing/2014/main" id="{0C9C578B-0395-AA46-8730-3B984EC60D9D}"/>
              </a:ext>
            </a:extLst>
          </p:cNvPr>
          <p:cNvGrpSpPr/>
          <p:nvPr/>
        </p:nvGrpSpPr>
        <p:grpSpPr>
          <a:xfrm>
            <a:off x="5289041" y="3226307"/>
            <a:ext cx="1555750" cy="612140"/>
            <a:chOff x="5289041" y="3226307"/>
            <a:chExt cx="1555750" cy="612140"/>
          </a:xfrm>
        </p:grpSpPr>
        <p:sp>
          <p:nvSpPr>
            <p:cNvPr id="14" name="object 13">
              <a:extLst>
                <a:ext uri="{FF2B5EF4-FFF2-40B4-BE49-F238E27FC236}">
                  <a16:creationId xmlns:a16="http://schemas.microsoft.com/office/drawing/2014/main" id="{E1366900-0BE1-BC41-B3FC-8DA04276B1C4}"/>
                </a:ext>
              </a:extLst>
            </p:cNvPr>
            <p:cNvSpPr/>
            <p:nvPr/>
          </p:nvSpPr>
          <p:spPr>
            <a:xfrm>
              <a:off x="5298566" y="3235832"/>
              <a:ext cx="1536700" cy="593090"/>
            </a:xfrm>
            <a:custGeom>
              <a:avLst/>
              <a:gdLst/>
              <a:ahLst/>
              <a:cxnLst/>
              <a:rect l="l" t="t" r="r" b="b"/>
              <a:pathLst>
                <a:path w="1536700" h="593089">
                  <a:moveTo>
                    <a:pt x="1437386" y="0"/>
                  </a:moveTo>
                  <a:lnTo>
                    <a:pt x="98806" y="0"/>
                  </a:lnTo>
                  <a:lnTo>
                    <a:pt x="60328" y="7758"/>
                  </a:lnTo>
                  <a:lnTo>
                    <a:pt x="28924" y="28924"/>
                  </a:lnTo>
                  <a:lnTo>
                    <a:pt x="7758" y="60328"/>
                  </a:lnTo>
                  <a:lnTo>
                    <a:pt x="0" y="98805"/>
                  </a:lnTo>
                  <a:lnTo>
                    <a:pt x="0" y="494029"/>
                  </a:lnTo>
                  <a:lnTo>
                    <a:pt x="7758" y="532507"/>
                  </a:lnTo>
                  <a:lnTo>
                    <a:pt x="28924" y="563911"/>
                  </a:lnTo>
                  <a:lnTo>
                    <a:pt x="60328" y="585077"/>
                  </a:lnTo>
                  <a:lnTo>
                    <a:pt x="98806" y="592835"/>
                  </a:lnTo>
                  <a:lnTo>
                    <a:pt x="1437386" y="592835"/>
                  </a:lnTo>
                  <a:lnTo>
                    <a:pt x="1475863" y="585077"/>
                  </a:lnTo>
                  <a:lnTo>
                    <a:pt x="1507267" y="563911"/>
                  </a:lnTo>
                  <a:lnTo>
                    <a:pt x="1528433" y="532507"/>
                  </a:lnTo>
                  <a:lnTo>
                    <a:pt x="1536191" y="494029"/>
                  </a:lnTo>
                  <a:lnTo>
                    <a:pt x="1536191" y="98805"/>
                  </a:lnTo>
                  <a:lnTo>
                    <a:pt x="1528433" y="60328"/>
                  </a:lnTo>
                  <a:lnTo>
                    <a:pt x="1507267" y="28924"/>
                  </a:lnTo>
                  <a:lnTo>
                    <a:pt x="1475863" y="7758"/>
                  </a:lnTo>
                  <a:lnTo>
                    <a:pt x="1437386" y="0"/>
                  </a:lnTo>
                  <a:close/>
                </a:path>
              </a:pathLst>
            </a:custGeom>
            <a:solidFill>
              <a:srgbClr val="FF92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4">
              <a:extLst>
                <a:ext uri="{FF2B5EF4-FFF2-40B4-BE49-F238E27FC236}">
                  <a16:creationId xmlns:a16="http://schemas.microsoft.com/office/drawing/2014/main" id="{7F3203F6-32B9-1443-9724-916DB06B688E}"/>
                </a:ext>
              </a:extLst>
            </p:cNvPr>
            <p:cNvSpPr/>
            <p:nvPr/>
          </p:nvSpPr>
          <p:spPr>
            <a:xfrm>
              <a:off x="5298566" y="3235832"/>
              <a:ext cx="1536700" cy="593090"/>
            </a:xfrm>
            <a:custGeom>
              <a:avLst/>
              <a:gdLst/>
              <a:ahLst/>
              <a:cxnLst/>
              <a:rect l="l" t="t" r="r" b="b"/>
              <a:pathLst>
                <a:path w="1536700" h="593089">
                  <a:moveTo>
                    <a:pt x="0" y="98805"/>
                  </a:moveTo>
                  <a:lnTo>
                    <a:pt x="7758" y="60328"/>
                  </a:lnTo>
                  <a:lnTo>
                    <a:pt x="28924" y="28924"/>
                  </a:lnTo>
                  <a:lnTo>
                    <a:pt x="60328" y="7758"/>
                  </a:lnTo>
                  <a:lnTo>
                    <a:pt x="98806" y="0"/>
                  </a:lnTo>
                  <a:lnTo>
                    <a:pt x="1437386" y="0"/>
                  </a:lnTo>
                  <a:lnTo>
                    <a:pt x="1475863" y="7758"/>
                  </a:lnTo>
                  <a:lnTo>
                    <a:pt x="1507267" y="28924"/>
                  </a:lnTo>
                  <a:lnTo>
                    <a:pt x="1528433" y="60328"/>
                  </a:lnTo>
                  <a:lnTo>
                    <a:pt x="1536191" y="98805"/>
                  </a:lnTo>
                  <a:lnTo>
                    <a:pt x="1536191" y="494029"/>
                  </a:lnTo>
                  <a:lnTo>
                    <a:pt x="1528433" y="532507"/>
                  </a:lnTo>
                  <a:lnTo>
                    <a:pt x="1507267" y="563911"/>
                  </a:lnTo>
                  <a:lnTo>
                    <a:pt x="1475863" y="585077"/>
                  </a:lnTo>
                  <a:lnTo>
                    <a:pt x="1437386" y="592835"/>
                  </a:lnTo>
                  <a:lnTo>
                    <a:pt x="98806" y="592835"/>
                  </a:lnTo>
                  <a:lnTo>
                    <a:pt x="60328" y="585077"/>
                  </a:lnTo>
                  <a:lnTo>
                    <a:pt x="28924" y="563911"/>
                  </a:lnTo>
                  <a:lnTo>
                    <a:pt x="7758" y="532507"/>
                  </a:lnTo>
                  <a:lnTo>
                    <a:pt x="0" y="494029"/>
                  </a:lnTo>
                  <a:lnTo>
                    <a:pt x="0" y="98805"/>
                  </a:lnTo>
                  <a:close/>
                </a:path>
              </a:pathLst>
            </a:custGeom>
            <a:ln w="190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" name="object 15">
            <a:extLst>
              <a:ext uri="{FF2B5EF4-FFF2-40B4-BE49-F238E27FC236}">
                <a16:creationId xmlns:a16="http://schemas.microsoft.com/office/drawing/2014/main" id="{609A4303-2C14-894A-A62B-E37FC15238D5}"/>
              </a:ext>
            </a:extLst>
          </p:cNvPr>
          <p:cNvSpPr txBox="1"/>
          <p:nvPr/>
        </p:nvSpPr>
        <p:spPr>
          <a:xfrm>
            <a:off x="5332221" y="3374390"/>
            <a:ext cx="141224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>
                <a:solidFill>
                  <a:srgbClr val="FFFFFF"/>
                </a:solidFill>
                <a:latin typeface="Cambria Math"/>
                <a:cs typeface="Cambria Math"/>
              </a:rPr>
              <a:t>(𝒏</a:t>
            </a:r>
            <a:r>
              <a:rPr sz="1800" spc="-10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800">
                <a:solidFill>
                  <a:srgbClr val="FFFFFF"/>
                </a:solidFill>
                <a:latin typeface="Cambria Math"/>
                <a:cs typeface="Cambria Math"/>
              </a:rPr>
              <a:t>−</a:t>
            </a:r>
            <a:r>
              <a:rPr sz="1800" spc="10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800">
                <a:solidFill>
                  <a:srgbClr val="FFFFFF"/>
                </a:solidFill>
                <a:latin typeface="Cambria Math"/>
                <a:cs typeface="Cambria Math"/>
              </a:rPr>
              <a:t>𝟐,</a:t>
            </a:r>
            <a:r>
              <a:rPr sz="1800" spc="-90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800">
                <a:solidFill>
                  <a:srgbClr val="FFFFFF"/>
                </a:solidFill>
                <a:latin typeface="Cambria Math"/>
                <a:cs typeface="Cambria Math"/>
              </a:rPr>
              <a:t>𝑪</a:t>
            </a:r>
            <a:r>
              <a:rPr sz="1800" spc="-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800">
                <a:solidFill>
                  <a:srgbClr val="FFFFFF"/>
                </a:solidFill>
                <a:latin typeface="Cambria Math"/>
                <a:cs typeface="Cambria Math"/>
              </a:rPr>
              <a:t>−</a:t>
            </a:r>
            <a:r>
              <a:rPr sz="1800" spc="10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800" spc="-25">
                <a:solidFill>
                  <a:srgbClr val="FFFFFF"/>
                </a:solidFill>
                <a:latin typeface="Cambria Math"/>
                <a:cs typeface="Cambria Math"/>
              </a:rPr>
              <a:t>𝒗)</a:t>
            </a:r>
            <a:endParaRPr sz="1800">
              <a:latin typeface="Cambria Math"/>
              <a:cs typeface="Cambria Math"/>
            </a:endParaRPr>
          </a:p>
        </p:txBody>
      </p:sp>
      <p:sp>
        <p:nvSpPr>
          <p:cNvPr id="17" name="object 16">
            <a:extLst>
              <a:ext uri="{FF2B5EF4-FFF2-40B4-BE49-F238E27FC236}">
                <a16:creationId xmlns:a16="http://schemas.microsoft.com/office/drawing/2014/main" id="{8E528673-FA4E-9B48-AAA1-5B6DDA86B03F}"/>
              </a:ext>
            </a:extLst>
          </p:cNvPr>
          <p:cNvSpPr/>
          <p:nvPr/>
        </p:nvSpPr>
        <p:spPr>
          <a:xfrm>
            <a:off x="987933" y="4688204"/>
            <a:ext cx="1536700" cy="593090"/>
          </a:xfrm>
          <a:custGeom>
            <a:avLst/>
            <a:gdLst/>
            <a:ahLst/>
            <a:cxnLst/>
            <a:rect l="l" t="t" r="r" b="b"/>
            <a:pathLst>
              <a:path w="1536700" h="593089">
                <a:moveTo>
                  <a:pt x="0" y="98806"/>
                </a:moveTo>
                <a:lnTo>
                  <a:pt x="7764" y="60328"/>
                </a:lnTo>
                <a:lnTo>
                  <a:pt x="28938" y="28924"/>
                </a:lnTo>
                <a:lnTo>
                  <a:pt x="60345" y="7758"/>
                </a:lnTo>
                <a:lnTo>
                  <a:pt x="98805" y="0"/>
                </a:lnTo>
                <a:lnTo>
                  <a:pt x="1437386" y="0"/>
                </a:lnTo>
                <a:lnTo>
                  <a:pt x="1475863" y="7758"/>
                </a:lnTo>
                <a:lnTo>
                  <a:pt x="1507267" y="28924"/>
                </a:lnTo>
                <a:lnTo>
                  <a:pt x="1528433" y="60328"/>
                </a:lnTo>
                <a:lnTo>
                  <a:pt x="1536192" y="98806"/>
                </a:lnTo>
                <a:lnTo>
                  <a:pt x="1536192" y="494030"/>
                </a:lnTo>
                <a:lnTo>
                  <a:pt x="1528433" y="532507"/>
                </a:lnTo>
                <a:lnTo>
                  <a:pt x="1507267" y="563911"/>
                </a:lnTo>
                <a:lnTo>
                  <a:pt x="1475863" y="585077"/>
                </a:lnTo>
                <a:lnTo>
                  <a:pt x="1437386" y="592836"/>
                </a:lnTo>
                <a:lnTo>
                  <a:pt x="98805" y="592836"/>
                </a:lnTo>
                <a:lnTo>
                  <a:pt x="60345" y="585077"/>
                </a:lnTo>
                <a:lnTo>
                  <a:pt x="28938" y="563911"/>
                </a:lnTo>
                <a:lnTo>
                  <a:pt x="7764" y="532507"/>
                </a:lnTo>
                <a:lnTo>
                  <a:pt x="0" y="494030"/>
                </a:lnTo>
                <a:lnTo>
                  <a:pt x="0" y="98806"/>
                </a:lnTo>
                <a:close/>
              </a:path>
            </a:pathLst>
          </a:custGeom>
          <a:ln w="190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7">
            <a:extLst>
              <a:ext uri="{FF2B5EF4-FFF2-40B4-BE49-F238E27FC236}">
                <a16:creationId xmlns:a16="http://schemas.microsoft.com/office/drawing/2014/main" id="{76334F3B-C82D-F440-93E3-7BBB1706DC49}"/>
              </a:ext>
            </a:extLst>
          </p:cNvPr>
          <p:cNvSpPr txBox="1"/>
          <p:nvPr/>
        </p:nvSpPr>
        <p:spPr>
          <a:xfrm>
            <a:off x="1113027" y="4794503"/>
            <a:ext cx="1216660" cy="3613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200">
                <a:latin typeface="Cambria Math"/>
                <a:cs typeface="Cambria Math"/>
              </a:rPr>
              <a:t>(𝒏 −</a:t>
            </a:r>
            <a:r>
              <a:rPr sz="2200" spc="5">
                <a:latin typeface="Cambria Math"/>
                <a:cs typeface="Cambria Math"/>
              </a:rPr>
              <a:t> </a:t>
            </a:r>
            <a:r>
              <a:rPr sz="2200" spc="-10">
                <a:latin typeface="Cambria Math"/>
                <a:cs typeface="Cambria Math"/>
              </a:rPr>
              <a:t>𝟑,</a:t>
            </a:r>
            <a:r>
              <a:rPr sz="2200" spc="-120">
                <a:latin typeface="Cambria Math"/>
                <a:cs typeface="Cambria Math"/>
              </a:rPr>
              <a:t> </a:t>
            </a:r>
            <a:r>
              <a:rPr sz="2200" spc="-25">
                <a:latin typeface="Cambria Math"/>
                <a:cs typeface="Cambria Math"/>
              </a:rPr>
              <a:t>𝑪)</a:t>
            </a:r>
            <a:endParaRPr sz="2200">
              <a:latin typeface="Cambria Math"/>
              <a:cs typeface="Cambria Math"/>
            </a:endParaRPr>
          </a:p>
        </p:txBody>
      </p:sp>
      <p:grpSp>
        <p:nvGrpSpPr>
          <p:cNvPr id="19" name="object 18">
            <a:extLst>
              <a:ext uri="{FF2B5EF4-FFF2-40B4-BE49-F238E27FC236}">
                <a16:creationId xmlns:a16="http://schemas.microsoft.com/office/drawing/2014/main" id="{49E3BCD2-F786-494D-8697-D41FBEF64869}"/>
              </a:ext>
            </a:extLst>
          </p:cNvPr>
          <p:cNvGrpSpPr/>
          <p:nvPr/>
        </p:nvGrpSpPr>
        <p:grpSpPr>
          <a:xfrm>
            <a:off x="4047744" y="4656582"/>
            <a:ext cx="1693545" cy="612775"/>
            <a:chOff x="4047744" y="4656582"/>
            <a:chExt cx="1693545" cy="612775"/>
          </a:xfrm>
        </p:grpSpPr>
        <p:sp>
          <p:nvSpPr>
            <p:cNvPr id="20" name="object 19">
              <a:extLst>
                <a:ext uri="{FF2B5EF4-FFF2-40B4-BE49-F238E27FC236}">
                  <a16:creationId xmlns:a16="http://schemas.microsoft.com/office/drawing/2014/main" id="{6C35FCD8-1A76-7449-AF36-C8C96AA480BF}"/>
                </a:ext>
              </a:extLst>
            </p:cNvPr>
            <p:cNvSpPr/>
            <p:nvPr/>
          </p:nvSpPr>
          <p:spPr>
            <a:xfrm>
              <a:off x="4057269" y="4666107"/>
              <a:ext cx="1674495" cy="593725"/>
            </a:xfrm>
            <a:custGeom>
              <a:avLst/>
              <a:gdLst/>
              <a:ahLst/>
              <a:cxnLst/>
              <a:rect l="l" t="t" r="r" b="b"/>
              <a:pathLst>
                <a:path w="1674495" h="593725">
                  <a:moveTo>
                    <a:pt x="1575180" y="0"/>
                  </a:moveTo>
                  <a:lnTo>
                    <a:pt x="98932" y="0"/>
                  </a:lnTo>
                  <a:lnTo>
                    <a:pt x="60436" y="7778"/>
                  </a:lnTo>
                  <a:lnTo>
                    <a:pt x="28987" y="28987"/>
                  </a:lnTo>
                  <a:lnTo>
                    <a:pt x="7778" y="60436"/>
                  </a:lnTo>
                  <a:lnTo>
                    <a:pt x="0" y="98933"/>
                  </a:lnTo>
                  <a:lnTo>
                    <a:pt x="0" y="494665"/>
                  </a:lnTo>
                  <a:lnTo>
                    <a:pt x="7778" y="533161"/>
                  </a:lnTo>
                  <a:lnTo>
                    <a:pt x="28987" y="564610"/>
                  </a:lnTo>
                  <a:lnTo>
                    <a:pt x="60436" y="585819"/>
                  </a:lnTo>
                  <a:lnTo>
                    <a:pt x="98932" y="593598"/>
                  </a:lnTo>
                  <a:lnTo>
                    <a:pt x="1575180" y="593598"/>
                  </a:lnTo>
                  <a:lnTo>
                    <a:pt x="1613677" y="585819"/>
                  </a:lnTo>
                  <a:lnTo>
                    <a:pt x="1645126" y="564610"/>
                  </a:lnTo>
                  <a:lnTo>
                    <a:pt x="1666335" y="533161"/>
                  </a:lnTo>
                  <a:lnTo>
                    <a:pt x="1674114" y="494665"/>
                  </a:lnTo>
                  <a:lnTo>
                    <a:pt x="1674114" y="98933"/>
                  </a:lnTo>
                  <a:lnTo>
                    <a:pt x="1666335" y="60436"/>
                  </a:lnTo>
                  <a:lnTo>
                    <a:pt x="1645126" y="28987"/>
                  </a:lnTo>
                  <a:lnTo>
                    <a:pt x="1613677" y="7778"/>
                  </a:lnTo>
                  <a:lnTo>
                    <a:pt x="1575180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0">
              <a:extLst>
                <a:ext uri="{FF2B5EF4-FFF2-40B4-BE49-F238E27FC236}">
                  <a16:creationId xmlns:a16="http://schemas.microsoft.com/office/drawing/2014/main" id="{E1B97AB1-92E1-B745-9C60-A73B2C7590E8}"/>
                </a:ext>
              </a:extLst>
            </p:cNvPr>
            <p:cNvSpPr/>
            <p:nvPr/>
          </p:nvSpPr>
          <p:spPr>
            <a:xfrm>
              <a:off x="4057269" y="4666107"/>
              <a:ext cx="1674495" cy="593725"/>
            </a:xfrm>
            <a:custGeom>
              <a:avLst/>
              <a:gdLst/>
              <a:ahLst/>
              <a:cxnLst/>
              <a:rect l="l" t="t" r="r" b="b"/>
              <a:pathLst>
                <a:path w="1674495" h="593725">
                  <a:moveTo>
                    <a:pt x="0" y="98933"/>
                  </a:moveTo>
                  <a:lnTo>
                    <a:pt x="7778" y="60436"/>
                  </a:lnTo>
                  <a:lnTo>
                    <a:pt x="28987" y="28987"/>
                  </a:lnTo>
                  <a:lnTo>
                    <a:pt x="60436" y="7778"/>
                  </a:lnTo>
                  <a:lnTo>
                    <a:pt x="98932" y="0"/>
                  </a:lnTo>
                  <a:lnTo>
                    <a:pt x="1575180" y="0"/>
                  </a:lnTo>
                  <a:lnTo>
                    <a:pt x="1613677" y="7778"/>
                  </a:lnTo>
                  <a:lnTo>
                    <a:pt x="1645126" y="28987"/>
                  </a:lnTo>
                  <a:lnTo>
                    <a:pt x="1666335" y="60436"/>
                  </a:lnTo>
                  <a:lnTo>
                    <a:pt x="1674114" y="98933"/>
                  </a:lnTo>
                  <a:lnTo>
                    <a:pt x="1674114" y="494665"/>
                  </a:lnTo>
                  <a:lnTo>
                    <a:pt x="1666335" y="533161"/>
                  </a:lnTo>
                  <a:lnTo>
                    <a:pt x="1645126" y="564610"/>
                  </a:lnTo>
                  <a:lnTo>
                    <a:pt x="1613677" y="585819"/>
                  </a:lnTo>
                  <a:lnTo>
                    <a:pt x="1575180" y="593598"/>
                  </a:lnTo>
                  <a:lnTo>
                    <a:pt x="98932" y="593598"/>
                  </a:lnTo>
                  <a:lnTo>
                    <a:pt x="60436" y="585819"/>
                  </a:lnTo>
                  <a:lnTo>
                    <a:pt x="28987" y="564610"/>
                  </a:lnTo>
                  <a:lnTo>
                    <a:pt x="7778" y="533161"/>
                  </a:lnTo>
                  <a:lnTo>
                    <a:pt x="0" y="494665"/>
                  </a:lnTo>
                  <a:lnTo>
                    <a:pt x="0" y="98933"/>
                  </a:lnTo>
                  <a:close/>
                </a:path>
              </a:pathLst>
            </a:custGeom>
            <a:ln w="190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1">
            <a:extLst>
              <a:ext uri="{FF2B5EF4-FFF2-40B4-BE49-F238E27FC236}">
                <a16:creationId xmlns:a16="http://schemas.microsoft.com/office/drawing/2014/main" id="{06C3DE6C-7584-6341-8EA1-5C21A9B9304D}"/>
              </a:ext>
            </a:extLst>
          </p:cNvPr>
          <p:cNvSpPr txBox="1"/>
          <p:nvPr/>
        </p:nvSpPr>
        <p:spPr>
          <a:xfrm>
            <a:off x="4079747" y="4789423"/>
            <a:ext cx="1565910" cy="3302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2000">
                <a:solidFill>
                  <a:srgbClr val="FFFFFF"/>
                </a:solidFill>
                <a:latin typeface="Cambria Math"/>
                <a:cs typeface="Cambria Math"/>
              </a:rPr>
              <a:t>(𝒏</a:t>
            </a:r>
            <a:r>
              <a:rPr sz="2000" spc="-20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2000">
                <a:solidFill>
                  <a:srgbClr val="FFFFFF"/>
                </a:solidFill>
                <a:latin typeface="Cambria Math"/>
                <a:cs typeface="Cambria Math"/>
              </a:rPr>
              <a:t>−</a:t>
            </a:r>
            <a:r>
              <a:rPr sz="2000" spc="-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2000" spc="-10">
                <a:solidFill>
                  <a:srgbClr val="FFFFFF"/>
                </a:solidFill>
                <a:latin typeface="Cambria Math"/>
                <a:cs typeface="Cambria Math"/>
              </a:rPr>
              <a:t>𝟑,</a:t>
            </a:r>
            <a:r>
              <a:rPr sz="2000" spc="-10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2000">
                <a:solidFill>
                  <a:srgbClr val="FFFFFF"/>
                </a:solidFill>
                <a:latin typeface="Cambria Math"/>
                <a:cs typeface="Cambria Math"/>
              </a:rPr>
              <a:t>𝑪</a:t>
            </a:r>
            <a:r>
              <a:rPr sz="2000" spc="-20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2000">
                <a:solidFill>
                  <a:srgbClr val="FFFFFF"/>
                </a:solidFill>
                <a:latin typeface="Cambria Math"/>
                <a:cs typeface="Cambria Math"/>
              </a:rPr>
              <a:t>− </a:t>
            </a:r>
            <a:r>
              <a:rPr sz="2000" spc="-25">
                <a:solidFill>
                  <a:srgbClr val="FFFFFF"/>
                </a:solidFill>
                <a:latin typeface="Cambria Math"/>
                <a:cs typeface="Cambria Math"/>
              </a:rPr>
              <a:t>𝒗)</a:t>
            </a:r>
            <a:endParaRPr sz="2000">
              <a:latin typeface="Cambria Math"/>
              <a:cs typeface="Cambria Math"/>
            </a:endParaRPr>
          </a:p>
        </p:txBody>
      </p:sp>
      <p:sp>
        <p:nvSpPr>
          <p:cNvPr id="23" name="object 22">
            <a:extLst>
              <a:ext uri="{FF2B5EF4-FFF2-40B4-BE49-F238E27FC236}">
                <a16:creationId xmlns:a16="http://schemas.microsoft.com/office/drawing/2014/main" id="{D8596493-0E2C-6949-8C69-56400A8E409F}"/>
              </a:ext>
            </a:extLst>
          </p:cNvPr>
          <p:cNvSpPr/>
          <p:nvPr/>
        </p:nvSpPr>
        <p:spPr>
          <a:xfrm>
            <a:off x="8375522" y="3290696"/>
            <a:ext cx="1536700" cy="593090"/>
          </a:xfrm>
          <a:custGeom>
            <a:avLst/>
            <a:gdLst/>
            <a:ahLst/>
            <a:cxnLst/>
            <a:rect l="l" t="t" r="r" b="b"/>
            <a:pathLst>
              <a:path w="1536700" h="593089">
                <a:moveTo>
                  <a:pt x="0" y="98805"/>
                </a:moveTo>
                <a:lnTo>
                  <a:pt x="7758" y="60328"/>
                </a:lnTo>
                <a:lnTo>
                  <a:pt x="28924" y="28924"/>
                </a:lnTo>
                <a:lnTo>
                  <a:pt x="60328" y="7758"/>
                </a:lnTo>
                <a:lnTo>
                  <a:pt x="98805" y="0"/>
                </a:lnTo>
                <a:lnTo>
                  <a:pt x="1437385" y="0"/>
                </a:lnTo>
                <a:lnTo>
                  <a:pt x="1475863" y="7758"/>
                </a:lnTo>
                <a:lnTo>
                  <a:pt x="1507267" y="28924"/>
                </a:lnTo>
                <a:lnTo>
                  <a:pt x="1528433" y="60328"/>
                </a:lnTo>
                <a:lnTo>
                  <a:pt x="1536192" y="98805"/>
                </a:lnTo>
                <a:lnTo>
                  <a:pt x="1536192" y="494029"/>
                </a:lnTo>
                <a:lnTo>
                  <a:pt x="1528433" y="532507"/>
                </a:lnTo>
                <a:lnTo>
                  <a:pt x="1507267" y="563911"/>
                </a:lnTo>
                <a:lnTo>
                  <a:pt x="1475863" y="585077"/>
                </a:lnTo>
                <a:lnTo>
                  <a:pt x="1437385" y="592835"/>
                </a:lnTo>
                <a:lnTo>
                  <a:pt x="98805" y="592835"/>
                </a:lnTo>
                <a:lnTo>
                  <a:pt x="60328" y="585077"/>
                </a:lnTo>
                <a:lnTo>
                  <a:pt x="28924" y="563911"/>
                </a:lnTo>
                <a:lnTo>
                  <a:pt x="7758" y="532507"/>
                </a:lnTo>
                <a:lnTo>
                  <a:pt x="0" y="494029"/>
                </a:lnTo>
                <a:lnTo>
                  <a:pt x="0" y="98805"/>
                </a:lnTo>
                <a:close/>
              </a:path>
            </a:pathLst>
          </a:custGeom>
          <a:ln w="190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3">
            <a:extLst>
              <a:ext uri="{FF2B5EF4-FFF2-40B4-BE49-F238E27FC236}">
                <a16:creationId xmlns:a16="http://schemas.microsoft.com/office/drawing/2014/main" id="{3841C60E-1EC4-2540-9162-BEEB68B8BA01}"/>
              </a:ext>
            </a:extLst>
          </p:cNvPr>
          <p:cNvSpPr txBox="1"/>
          <p:nvPr/>
        </p:nvSpPr>
        <p:spPr>
          <a:xfrm>
            <a:off x="8428481" y="3445510"/>
            <a:ext cx="1380490" cy="2698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600">
                <a:latin typeface="Cambria Math"/>
                <a:cs typeface="Cambria Math"/>
              </a:rPr>
              <a:t>(𝒏 − 𝟐,</a:t>
            </a:r>
            <a:r>
              <a:rPr sz="1600" spc="-90">
                <a:latin typeface="Cambria Math"/>
                <a:cs typeface="Cambria Math"/>
              </a:rPr>
              <a:t> </a:t>
            </a:r>
            <a:r>
              <a:rPr sz="1600">
                <a:latin typeface="Cambria Math"/>
                <a:cs typeface="Cambria Math"/>
              </a:rPr>
              <a:t>𝑪</a:t>
            </a:r>
            <a:r>
              <a:rPr sz="1600" spc="-5">
                <a:latin typeface="Cambria Math"/>
                <a:cs typeface="Cambria Math"/>
              </a:rPr>
              <a:t> </a:t>
            </a:r>
            <a:r>
              <a:rPr sz="1600">
                <a:latin typeface="Cambria Math"/>
                <a:cs typeface="Cambria Math"/>
              </a:rPr>
              <a:t>− </a:t>
            </a:r>
            <a:r>
              <a:rPr sz="1600" spc="-25">
                <a:latin typeface="Cambria Math"/>
                <a:cs typeface="Cambria Math"/>
              </a:rPr>
              <a:t>𝟐𝒗)</a:t>
            </a:r>
            <a:endParaRPr sz="1600">
              <a:latin typeface="Cambria Math"/>
              <a:cs typeface="Cambria Math"/>
            </a:endParaRPr>
          </a:p>
        </p:txBody>
      </p:sp>
      <p:grpSp>
        <p:nvGrpSpPr>
          <p:cNvPr id="25" name="object 24">
            <a:extLst>
              <a:ext uri="{FF2B5EF4-FFF2-40B4-BE49-F238E27FC236}">
                <a16:creationId xmlns:a16="http://schemas.microsoft.com/office/drawing/2014/main" id="{85BB7B95-334A-3D49-969D-D9A7C9FA6ECE}"/>
              </a:ext>
            </a:extLst>
          </p:cNvPr>
          <p:cNvGrpSpPr/>
          <p:nvPr/>
        </p:nvGrpSpPr>
        <p:grpSpPr>
          <a:xfrm>
            <a:off x="6854190" y="4652771"/>
            <a:ext cx="1812925" cy="612140"/>
            <a:chOff x="6854190" y="4652771"/>
            <a:chExt cx="1812925" cy="612140"/>
          </a:xfrm>
        </p:grpSpPr>
        <p:sp>
          <p:nvSpPr>
            <p:cNvPr id="26" name="object 25">
              <a:extLst>
                <a:ext uri="{FF2B5EF4-FFF2-40B4-BE49-F238E27FC236}">
                  <a16:creationId xmlns:a16="http://schemas.microsoft.com/office/drawing/2014/main" id="{BD40C5E7-4963-5E40-8F2E-3B61D96B27C0}"/>
                </a:ext>
              </a:extLst>
            </p:cNvPr>
            <p:cNvSpPr/>
            <p:nvPr/>
          </p:nvSpPr>
          <p:spPr>
            <a:xfrm>
              <a:off x="6863715" y="4662296"/>
              <a:ext cx="1793875" cy="593090"/>
            </a:xfrm>
            <a:custGeom>
              <a:avLst/>
              <a:gdLst/>
              <a:ahLst/>
              <a:cxnLst/>
              <a:rect l="l" t="t" r="r" b="b"/>
              <a:pathLst>
                <a:path w="1793875" h="593089">
                  <a:moveTo>
                    <a:pt x="1694941" y="0"/>
                  </a:moveTo>
                  <a:lnTo>
                    <a:pt x="98805" y="0"/>
                  </a:lnTo>
                  <a:lnTo>
                    <a:pt x="60328" y="7758"/>
                  </a:lnTo>
                  <a:lnTo>
                    <a:pt x="28924" y="28924"/>
                  </a:lnTo>
                  <a:lnTo>
                    <a:pt x="7758" y="60328"/>
                  </a:lnTo>
                  <a:lnTo>
                    <a:pt x="0" y="98805"/>
                  </a:lnTo>
                  <a:lnTo>
                    <a:pt x="0" y="494029"/>
                  </a:lnTo>
                  <a:lnTo>
                    <a:pt x="7758" y="532507"/>
                  </a:lnTo>
                  <a:lnTo>
                    <a:pt x="28924" y="563911"/>
                  </a:lnTo>
                  <a:lnTo>
                    <a:pt x="60328" y="585077"/>
                  </a:lnTo>
                  <a:lnTo>
                    <a:pt x="98805" y="592835"/>
                  </a:lnTo>
                  <a:lnTo>
                    <a:pt x="1694941" y="592835"/>
                  </a:lnTo>
                  <a:lnTo>
                    <a:pt x="1733419" y="585077"/>
                  </a:lnTo>
                  <a:lnTo>
                    <a:pt x="1764823" y="563911"/>
                  </a:lnTo>
                  <a:lnTo>
                    <a:pt x="1785989" y="532507"/>
                  </a:lnTo>
                  <a:lnTo>
                    <a:pt x="1793748" y="494029"/>
                  </a:lnTo>
                  <a:lnTo>
                    <a:pt x="1793748" y="98805"/>
                  </a:lnTo>
                  <a:lnTo>
                    <a:pt x="1785989" y="60328"/>
                  </a:lnTo>
                  <a:lnTo>
                    <a:pt x="1764823" y="28924"/>
                  </a:lnTo>
                  <a:lnTo>
                    <a:pt x="1733419" y="7758"/>
                  </a:lnTo>
                  <a:lnTo>
                    <a:pt x="1694941" y="0"/>
                  </a:lnTo>
                  <a:close/>
                </a:path>
              </a:pathLst>
            </a:custGeom>
            <a:solidFill>
              <a:srgbClr val="00A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6">
              <a:extLst>
                <a:ext uri="{FF2B5EF4-FFF2-40B4-BE49-F238E27FC236}">
                  <a16:creationId xmlns:a16="http://schemas.microsoft.com/office/drawing/2014/main" id="{EC3E72DE-E1A3-584E-970B-8A3D432D8917}"/>
                </a:ext>
              </a:extLst>
            </p:cNvPr>
            <p:cNvSpPr/>
            <p:nvPr/>
          </p:nvSpPr>
          <p:spPr>
            <a:xfrm>
              <a:off x="6863715" y="4662296"/>
              <a:ext cx="1793875" cy="593090"/>
            </a:xfrm>
            <a:custGeom>
              <a:avLst/>
              <a:gdLst/>
              <a:ahLst/>
              <a:cxnLst/>
              <a:rect l="l" t="t" r="r" b="b"/>
              <a:pathLst>
                <a:path w="1793875" h="593089">
                  <a:moveTo>
                    <a:pt x="0" y="98805"/>
                  </a:moveTo>
                  <a:lnTo>
                    <a:pt x="7758" y="60328"/>
                  </a:lnTo>
                  <a:lnTo>
                    <a:pt x="28924" y="28924"/>
                  </a:lnTo>
                  <a:lnTo>
                    <a:pt x="60328" y="7758"/>
                  </a:lnTo>
                  <a:lnTo>
                    <a:pt x="98805" y="0"/>
                  </a:lnTo>
                  <a:lnTo>
                    <a:pt x="1694941" y="0"/>
                  </a:lnTo>
                  <a:lnTo>
                    <a:pt x="1733419" y="7758"/>
                  </a:lnTo>
                  <a:lnTo>
                    <a:pt x="1764823" y="28924"/>
                  </a:lnTo>
                  <a:lnTo>
                    <a:pt x="1785989" y="60328"/>
                  </a:lnTo>
                  <a:lnTo>
                    <a:pt x="1793748" y="98805"/>
                  </a:lnTo>
                  <a:lnTo>
                    <a:pt x="1793748" y="494029"/>
                  </a:lnTo>
                  <a:lnTo>
                    <a:pt x="1785989" y="532507"/>
                  </a:lnTo>
                  <a:lnTo>
                    <a:pt x="1764823" y="563911"/>
                  </a:lnTo>
                  <a:lnTo>
                    <a:pt x="1733419" y="585077"/>
                  </a:lnTo>
                  <a:lnTo>
                    <a:pt x="1694941" y="592835"/>
                  </a:lnTo>
                  <a:lnTo>
                    <a:pt x="98805" y="592835"/>
                  </a:lnTo>
                  <a:lnTo>
                    <a:pt x="60328" y="585077"/>
                  </a:lnTo>
                  <a:lnTo>
                    <a:pt x="28924" y="563911"/>
                  </a:lnTo>
                  <a:lnTo>
                    <a:pt x="7758" y="532507"/>
                  </a:lnTo>
                  <a:lnTo>
                    <a:pt x="0" y="494029"/>
                  </a:lnTo>
                  <a:lnTo>
                    <a:pt x="0" y="98805"/>
                  </a:lnTo>
                  <a:close/>
                </a:path>
              </a:pathLst>
            </a:custGeom>
            <a:ln w="190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8" name="object 27">
            <a:extLst>
              <a:ext uri="{FF2B5EF4-FFF2-40B4-BE49-F238E27FC236}">
                <a16:creationId xmlns:a16="http://schemas.microsoft.com/office/drawing/2014/main" id="{78E3372A-4B3F-E348-BBE1-59EACE4B7320}"/>
              </a:ext>
            </a:extLst>
          </p:cNvPr>
          <p:cNvSpPr txBox="1"/>
          <p:nvPr/>
        </p:nvSpPr>
        <p:spPr>
          <a:xfrm>
            <a:off x="6869938" y="4785614"/>
            <a:ext cx="1718310" cy="3302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2000">
                <a:solidFill>
                  <a:srgbClr val="FFFFFF"/>
                </a:solidFill>
                <a:latin typeface="Cambria Math"/>
                <a:cs typeface="Cambria Math"/>
              </a:rPr>
              <a:t>(𝒏</a:t>
            </a:r>
            <a:r>
              <a:rPr sz="2000" spc="-20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2000">
                <a:solidFill>
                  <a:srgbClr val="FFFFFF"/>
                </a:solidFill>
                <a:latin typeface="Cambria Math"/>
                <a:cs typeface="Cambria Math"/>
              </a:rPr>
              <a:t>−</a:t>
            </a:r>
            <a:r>
              <a:rPr sz="2000" spc="-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2000" spc="-10">
                <a:solidFill>
                  <a:srgbClr val="FFFFFF"/>
                </a:solidFill>
                <a:latin typeface="Cambria Math"/>
                <a:cs typeface="Cambria Math"/>
              </a:rPr>
              <a:t>𝟑,</a:t>
            </a:r>
            <a:r>
              <a:rPr sz="2000" spc="-10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2000">
                <a:solidFill>
                  <a:srgbClr val="FFFFFF"/>
                </a:solidFill>
                <a:latin typeface="Cambria Math"/>
                <a:cs typeface="Cambria Math"/>
              </a:rPr>
              <a:t>𝑪</a:t>
            </a:r>
            <a:r>
              <a:rPr sz="2000" spc="-20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2000">
                <a:solidFill>
                  <a:srgbClr val="FFFFFF"/>
                </a:solidFill>
                <a:latin typeface="Cambria Math"/>
                <a:cs typeface="Cambria Math"/>
              </a:rPr>
              <a:t>− </a:t>
            </a:r>
            <a:r>
              <a:rPr sz="2000" spc="-25">
                <a:solidFill>
                  <a:srgbClr val="FFFFFF"/>
                </a:solidFill>
                <a:latin typeface="Cambria Math"/>
                <a:cs typeface="Cambria Math"/>
              </a:rPr>
              <a:t>𝟐𝒗)</a:t>
            </a:r>
            <a:endParaRPr sz="2000">
              <a:latin typeface="Cambria Math"/>
              <a:cs typeface="Cambria Math"/>
            </a:endParaRPr>
          </a:p>
        </p:txBody>
      </p:sp>
      <p:sp>
        <p:nvSpPr>
          <p:cNvPr id="29" name="object 28">
            <a:extLst>
              <a:ext uri="{FF2B5EF4-FFF2-40B4-BE49-F238E27FC236}">
                <a16:creationId xmlns:a16="http://schemas.microsoft.com/office/drawing/2014/main" id="{B0C58410-C096-8746-8BC3-106177321E6F}"/>
              </a:ext>
            </a:extLst>
          </p:cNvPr>
          <p:cNvSpPr/>
          <p:nvPr/>
        </p:nvSpPr>
        <p:spPr>
          <a:xfrm>
            <a:off x="9797415" y="4682109"/>
            <a:ext cx="1536700" cy="593090"/>
          </a:xfrm>
          <a:custGeom>
            <a:avLst/>
            <a:gdLst/>
            <a:ahLst/>
            <a:cxnLst/>
            <a:rect l="l" t="t" r="r" b="b"/>
            <a:pathLst>
              <a:path w="1536700" h="593089">
                <a:moveTo>
                  <a:pt x="0" y="98806"/>
                </a:moveTo>
                <a:lnTo>
                  <a:pt x="7758" y="60328"/>
                </a:lnTo>
                <a:lnTo>
                  <a:pt x="28924" y="28924"/>
                </a:lnTo>
                <a:lnTo>
                  <a:pt x="60328" y="7758"/>
                </a:lnTo>
                <a:lnTo>
                  <a:pt x="98805" y="0"/>
                </a:lnTo>
                <a:lnTo>
                  <a:pt x="1437385" y="0"/>
                </a:lnTo>
                <a:lnTo>
                  <a:pt x="1475863" y="7758"/>
                </a:lnTo>
                <a:lnTo>
                  <a:pt x="1507267" y="28924"/>
                </a:lnTo>
                <a:lnTo>
                  <a:pt x="1528433" y="60328"/>
                </a:lnTo>
                <a:lnTo>
                  <a:pt x="1536191" y="98806"/>
                </a:lnTo>
                <a:lnTo>
                  <a:pt x="1536191" y="494030"/>
                </a:lnTo>
                <a:lnTo>
                  <a:pt x="1528433" y="532507"/>
                </a:lnTo>
                <a:lnTo>
                  <a:pt x="1507267" y="563911"/>
                </a:lnTo>
                <a:lnTo>
                  <a:pt x="1475863" y="585077"/>
                </a:lnTo>
                <a:lnTo>
                  <a:pt x="1437385" y="592836"/>
                </a:lnTo>
                <a:lnTo>
                  <a:pt x="98805" y="592836"/>
                </a:lnTo>
                <a:lnTo>
                  <a:pt x="60328" y="585077"/>
                </a:lnTo>
                <a:lnTo>
                  <a:pt x="28924" y="563911"/>
                </a:lnTo>
                <a:lnTo>
                  <a:pt x="7758" y="532507"/>
                </a:lnTo>
                <a:lnTo>
                  <a:pt x="0" y="494030"/>
                </a:lnTo>
                <a:lnTo>
                  <a:pt x="0" y="98806"/>
                </a:lnTo>
                <a:close/>
              </a:path>
            </a:pathLst>
          </a:custGeom>
          <a:ln w="190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29">
            <a:extLst>
              <a:ext uri="{FF2B5EF4-FFF2-40B4-BE49-F238E27FC236}">
                <a16:creationId xmlns:a16="http://schemas.microsoft.com/office/drawing/2014/main" id="{5123A95D-6672-BA41-96E4-FF86EAC0B4A8}"/>
              </a:ext>
            </a:extLst>
          </p:cNvPr>
          <p:cNvSpPr txBox="1"/>
          <p:nvPr/>
        </p:nvSpPr>
        <p:spPr>
          <a:xfrm>
            <a:off x="9850881" y="4837176"/>
            <a:ext cx="1380490" cy="2698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600">
                <a:latin typeface="Cambria Math"/>
                <a:cs typeface="Cambria Math"/>
              </a:rPr>
              <a:t>(𝒏 − 𝟑,</a:t>
            </a:r>
            <a:r>
              <a:rPr sz="1600" spc="-90">
                <a:latin typeface="Cambria Math"/>
                <a:cs typeface="Cambria Math"/>
              </a:rPr>
              <a:t> </a:t>
            </a:r>
            <a:r>
              <a:rPr sz="1600">
                <a:latin typeface="Cambria Math"/>
                <a:cs typeface="Cambria Math"/>
              </a:rPr>
              <a:t>𝑪</a:t>
            </a:r>
            <a:r>
              <a:rPr sz="1600" spc="-5">
                <a:latin typeface="Cambria Math"/>
                <a:cs typeface="Cambria Math"/>
              </a:rPr>
              <a:t> </a:t>
            </a:r>
            <a:r>
              <a:rPr sz="1600">
                <a:latin typeface="Cambria Math"/>
                <a:cs typeface="Cambria Math"/>
              </a:rPr>
              <a:t>− </a:t>
            </a:r>
            <a:r>
              <a:rPr sz="1600" spc="-25">
                <a:latin typeface="Cambria Math"/>
                <a:cs typeface="Cambria Math"/>
              </a:rPr>
              <a:t>𝟑𝒗)</a:t>
            </a:r>
            <a:endParaRPr sz="1600">
              <a:latin typeface="Cambria Math"/>
              <a:cs typeface="Cambria Math"/>
            </a:endParaRPr>
          </a:p>
        </p:txBody>
      </p:sp>
      <p:sp>
        <p:nvSpPr>
          <p:cNvPr id="31" name="object 30">
            <a:extLst>
              <a:ext uri="{FF2B5EF4-FFF2-40B4-BE49-F238E27FC236}">
                <a16:creationId xmlns:a16="http://schemas.microsoft.com/office/drawing/2014/main" id="{01C8F372-3C46-FD41-B22E-B50E7F73459A}"/>
              </a:ext>
            </a:extLst>
          </p:cNvPr>
          <p:cNvSpPr/>
          <p:nvPr/>
        </p:nvSpPr>
        <p:spPr>
          <a:xfrm>
            <a:off x="4134230" y="5674995"/>
            <a:ext cx="4321810" cy="593090"/>
          </a:xfrm>
          <a:custGeom>
            <a:avLst/>
            <a:gdLst/>
            <a:ahLst/>
            <a:cxnLst/>
            <a:rect l="l" t="t" r="r" b="b"/>
            <a:pathLst>
              <a:path w="4321809" h="593089">
                <a:moveTo>
                  <a:pt x="0" y="98805"/>
                </a:moveTo>
                <a:lnTo>
                  <a:pt x="7758" y="60345"/>
                </a:lnTo>
                <a:lnTo>
                  <a:pt x="28924" y="28938"/>
                </a:lnTo>
                <a:lnTo>
                  <a:pt x="60328" y="7764"/>
                </a:lnTo>
                <a:lnTo>
                  <a:pt x="98806" y="0"/>
                </a:lnTo>
                <a:lnTo>
                  <a:pt x="4222496" y="0"/>
                </a:lnTo>
                <a:lnTo>
                  <a:pt x="4260973" y="7764"/>
                </a:lnTo>
                <a:lnTo>
                  <a:pt x="4292377" y="28938"/>
                </a:lnTo>
                <a:lnTo>
                  <a:pt x="4313543" y="60345"/>
                </a:lnTo>
                <a:lnTo>
                  <a:pt x="4321302" y="98805"/>
                </a:lnTo>
                <a:lnTo>
                  <a:pt x="4321302" y="494029"/>
                </a:lnTo>
                <a:lnTo>
                  <a:pt x="4313543" y="532490"/>
                </a:lnTo>
                <a:lnTo>
                  <a:pt x="4292377" y="563897"/>
                </a:lnTo>
                <a:lnTo>
                  <a:pt x="4260973" y="585071"/>
                </a:lnTo>
                <a:lnTo>
                  <a:pt x="4222496" y="592835"/>
                </a:lnTo>
                <a:lnTo>
                  <a:pt x="98806" y="592835"/>
                </a:lnTo>
                <a:lnTo>
                  <a:pt x="60328" y="585071"/>
                </a:lnTo>
                <a:lnTo>
                  <a:pt x="28924" y="563897"/>
                </a:lnTo>
                <a:lnTo>
                  <a:pt x="7758" y="532490"/>
                </a:lnTo>
                <a:lnTo>
                  <a:pt x="0" y="494029"/>
                </a:lnTo>
                <a:lnTo>
                  <a:pt x="0" y="98805"/>
                </a:lnTo>
                <a:close/>
              </a:path>
            </a:pathLst>
          </a:custGeom>
          <a:ln w="190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1">
            <a:extLst>
              <a:ext uri="{FF2B5EF4-FFF2-40B4-BE49-F238E27FC236}">
                <a16:creationId xmlns:a16="http://schemas.microsoft.com/office/drawing/2014/main" id="{206BD686-95E7-724D-9F5B-80A6FA6FF550}"/>
              </a:ext>
            </a:extLst>
          </p:cNvPr>
          <p:cNvSpPr txBox="1"/>
          <p:nvPr/>
        </p:nvSpPr>
        <p:spPr>
          <a:xfrm>
            <a:off x="4242053" y="5780023"/>
            <a:ext cx="279400" cy="3302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2000" spc="-5">
                <a:latin typeface="PMingLiU"/>
                <a:cs typeface="PMingLiU"/>
              </a:rPr>
              <a:t>…</a:t>
            </a:r>
            <a:endParaRPr sz="2000">
              <a:latin typeface="PMingLiU"/>
              <a:cs typeface="PMingLiU"/>
            </a:endParaRPr>
          </a:p>
        </p:txBody>
      </p:sp>
      <p:sp>
        <p:nvSpPr>
          <p:cNvPr id="33" name="object 32">
            <a:extLst>
              <a:ext uri="{FF2B5EF4-FFF2-40B4-BE49-F238E27FC236}">
                <a16:creationId xmlns:a16="http://schemas.microsoft.com/office/drawing/2014/main" id="{6E2CA397-DB0D-FB47-85FE-2F0DD96D2F16}"/>
              </a:ext>
            </a:extLst>
          </p:cNvPr>
          <p:cNvSpPr txBox="1"/>
          <p:nvPr/>
        </p:nvSpPr>
        <p:spPr>
          <a:xfrm>
            <a:off x="5169408" y="5780023"/>
            <a:ext cx="3063875" cy="3302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34340" algn="l"/>
                <a:tab pos="2037714" algn="l"/>
                <a:tab pos="2797175" algn="l"/>
              </a:tabLst>
            </a:pPr>
            <a:r>
              <a:rPr sz="2000" spc="-50">
                <a:latin typeface="PMingLiU"/>
                <a:cs typeface="PMingLiU"/>
              </a:rPr>
              <a:t>…</a:t>
            </a:r>
            <a:r>
              <a:rPr sz="2000">
                <a:latin typeface="PMingLiU"/>
                <a:cs typeface="PMingLiU"/>
              </a:rPr>
              <a:t>	</a:t>
            </a:r>
            <a:r>
              <a:rPr sz="2000" spc="-20">
                <a:latin typeface="PMingLiU"/>
                <a:cs typeface="PMingLiU"/>
              </a:rPr>
              <a:t>最深可达</a:t>
            </a:r>
            <a:r>
              <a:rPr sz="2000" spc="-10">
                <a:latin typeface="Cambria Math"/>
                <a:cs typeface="Cambria Math"/>
              </a:rPr>
              <a:t>𝒏</a:t>
            </a:r>
            <a:r>
              <a:rPr sz="2000" spc="-50">
                <a:latin typeface="PMingLiU"/>
                <a:cs typeface="PMingLiU"/>
              </a:rPr>
              <a:t>层</a:t>
            </a:r>
            <a:r>
              <a:rPr sz="2000">
                <a:latin typeface="PMingLiU"/>
                <a:cs typeface="PMingLiU"/>
              </a:rPr>
              <a:t>	</a:t>
            </a:r>
            <a:r>
              <a:rPr sz="2000" spc="-50">
                <a:latin typeface="PMingLiU"/>
                <a:cs typeface="PMingLiU"/>
              </a:rPr>
              <a:t>…</a:t>
            </a:r>
            <a:r>
              <a:rPr sz="2000">
                <a:latin typeface="PMingLiU"/>
                <a:cs typeface="PMingLiU"/>
              </a:rPr>
              <a:t>	</a:t>
            </a:r>
            <a:r>
              <a:rPr sz="2000" spc="-50">
                <a:latin typeface="PMingLiU"/>
                <a:cs typeface="PMingLiU"/>
              </a:rPr>
              <a:t>…</a:t>
            </a:r>
            <a:endParaRPr sz="2000">
              <a:latin typeface="PMingLiU"/>
              <a:cs typeface="PMingLiU"/>
            </a:endParaRPr>
          </a:p>
        </p:txBody>
      </p:sp>
      <p:grpSp>
        <p:nvGrpSpPr>
          <p:cNvPr id="34" name="object 33">
            <a:extLst>
              <a:ext uri="{FF2B5EF4-FFF2-40B4-BE49-F238E27FC236}">
                <a16:creationId xmlns:a16="http://schemas.microsoft.com/office/drawing/2014/main" id="{E4240BF2-74AE-6F48-8848-28384028EC8A}"/>
              </a:ext>
            </a:extLst>
          </p:cNvPr>
          <p:cNvGrpSpPr/>
          <p:nvPr/>
        </p:nvGrpSpPr>
        <p:grpSpPr>
          <a:xfrm>
            <a:off x="1044702" y="1062863"/>
            <a:ext cx="10085070" cy="5158105"/>
            <a:chOff x="1044702" y="1062863"/>
            <a:chExt cx="10085070" cy="5158105"/>
          </a:xfrm>
        </p:grpSpPr>
        <p:sp>
          <p:nvSpPr>
            <p:cNvPr id="35" name="object 34">
              <a:extLst>
                <a:ext uri="{FF2B5EF4-FFF2-40B4-BE49-F238E27FC236}">
                  <a16:creationId xmlns:a16="http://schemas.microsoft.com/office/drawing/2014/main" id="{40FF6472-CB30-F54E-AF3B-165B35C0B206}"/>
                </a:ext>
              </a:extLst>
            </p:cNvPr>
            <p:cNvSpPr/>
            <p:nvPr/>
          </p:nvSpPr>
          <p:spPr>
            <a:xfrm>
              <a:off x="1935099" y="5274945"/>
              <a:ext cx="76200" cy="384175"/>
            </a:xfrm>
            <a:custGeom>
              <a:avLst/>
              <a:gdLst/>
              <a:ahLst/>
              <a:cxnLst/>
              <a:rect l="l" t="t" r="r" b="b"/>
              <a:pathLst>
                <a:path w="76200" h="384175">
                  <a:moveTo>
                    <a:pt x="25400" y="307974"/>
                  </a:moveTo>
                  <a:lnTo>
                    <a:pt x="0" y="307974"/>
                  </a:lnTo>
                  <a:lnTo>
                    <a:pt x="38100" y="384174"/>
                  </a:lnTo>
                  <a:lnTo>
                    <a:pt x="69850" y="320674"/>
                  </a:lnTo>
                  <a:lnTo>
                    <a:pt x="25400" y="320674"/>
                  </a:lnTo>
                  <a:lnTo>
                    <a:pt x="25400" y="307974"/>
                  </a:lnTo>
                  <a:close/>
                </a:path>
                <a:path w="76200" h="384175">
                  <a:moveTo>
                    <a:pt x="50800" y="0"/>
                  </a:moveTo>
                  <a:lnTo>
                    <a:pt x="25400" y="0"/>
                  </a:lnTo>
                  <a:lnTo>
                    <a:pt x="25400" y="320674"/>
                  </a:lnTo>
                  <a:lnTo>
                    <a:pt x="50800" y="320674"/>
                  </a:lnTo>
                  <a:lnTo>
                    <a:pt x="50800" y="0"/>
                  </a:lnTo>
                  <a:close/>
                </a:path>
                <a:path w="76200" h="384175">
                  <a:moveTo>
                    <a:pt x="76200" y="307974"/>
                  </a:moveTo>
                  <a:lnTo>
                    <a:pt x="50800" y="307974"/>
                  </a:lnTo>
                  <a:lnTo>
                    <a:pt x="50800" y="320674"/>
                  </a:lnTo>
                  <a:lnTo>
                    <a:pt x="69850" y="320674"/>
                  </a:lnTo>
                  <a:lnTo>
                    <a:pt x="76200" y="30797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5">
              <a:extLst>
                <a:ext uri="{FF2B5EF4-FFF2-40B4-BE49-F238E27FC236}">
                  <a16:creationId xmlns:a16="http://schemas.microsoft.com/office/drawing/2014/main" id="{13706AAC-5B50-C445-962E-E73C79132F07}"/>
                </a:ext>
              </a:extLst>
            </p:cNvPr>
            <p:cNvSpPr/>
            <p:nvPr/>
          </p:nvSpPr>
          <p:spPr>
            <a:xfrm>
              <a:off x="1054227" y="5658992"/>
              <a:ext cx="1122045" cy="552450"/>
            </a:xfrm>
            <a:custGeom>
              <a:avLst/>
              <a:gdLst/>
              <a:ahLst/>
              <a:cxnLst/>
              <a:rect l="l" t="t" r="r" b="b"/>
              <a:pathLst>
                <a:path w="1122045" h="552450">
                  <a:moveTo>
                    <a:pt x="0" y="63118"/>
                  </a:moveTo>
                  <a:lnTo>
                    <a:pt x="4959" y="38549"/>
                  </a:lnTo>
                  <a:lnTo>
                    <a:pt x="18486" y="18486"/>
                  </a:lnTo>
                  <a:lnTo>
                    <a:pt x="38549" y="4959"/>
                  </a:lnTo>
                  <a:lnTo>
                    <a:pt x="63118" y="0"/>
                  </a:lnTo>
                  <a:lnTo>
                    <a:pt x="315594" y="0"/>
                  </a:lnTo>
                  <a:lnTo>
                    <a:pt x="340137" y="4959"/>
                  </a:lnTo>
                  <a:lnTo>
                    <a:pt x="360203" y="18486"/>
                  </a:lnTo>
                  <a:lnTo>
                    <a:pt x="373745" y="38549"/>
                  </a:lnTo>
                  <a:lnTo>
                    <a:pt x="378713" y="63118"/>
                  </a:lnTo>
                  <a:lnTo>
                    <a:pt x="378713" y="489330"/>
                  </a:lnTo>
                  <a:lnTo>
                    <a:pt x="373745" y="513900"/>
                  </a:lnTo>
                  <a:lnTo>
                    <a:pt x="360203" y="533963"/>
                  </a:lnTo>
                  <a:lnTo>
                    <a:pt x="340137" y="547490"/>
                  </a:lnTo>
                  <a:lnTo>
                    <a:pt x="315594" y="552449"/>
                  </a:lnTo>
                  <a:lnTo>
                    <a:pt x="63118" y="552449"/>
                  </a:lnTo>
                  <a:lnTo>
                    <a:pt x="38549" y="547490"/>
                  </a:lnTo>
                  <a:lnTo>
                    <a:pt x="18486" y="533963"/>
                  </a:lnTo>
                  <a:lnTo>
                    <a:pt x="4959" y="513900"/>
                  </a:lnTo>
                  <a:lnTo>
                    <a:pt x="0" y="489330"/>
                  </a:lnTo>
                  <a:lnTo>
                    <a:pt x="0" y="63118"/>
                  </a:lnTo>
                  <a:close/>
                </a:path>
                <a:path w="1122045" h="552450">
                  <a:moveTo>
                    <a:pt x="743711" y="62991"/>
                  </a:moveTo>
                  <a:lnTo>
                    <a:pt x="748661" y="38474"/>
                  </a:lnTo>
                  <a:lnTo>
                    <a:pt x="762158" y="18451"/>
                  </a:lnTo>
                  <a:lnTo>
                    <a:pt x="782181" y="4950"/>
                  </a:lnTo>
                  <a:lnTo>
                    <a:pt x="806704" y="0"/>
                  </a:lnTo>
                  <a:lnTo>
                    <a:pt x="1058672" y="0"/>
                  </a:lnTo>
                  <a:lnTo>
                    <a:pt x="1083194" y="4950"/>
                  </a:lnTo>
                  <a:lnTo>
                    <a:pt x="1103217" y="18451"/>
                  </a:lnTo>
                  <a:lnTo>
                    <a:pt x="1116714" y="38474"/>
                  </a:lnTo>
                  <a:lnTo>
                    <a:pt x="1121664" y="62991"/>
                  </a:lnTo>
                  <a:lnTo>
                    <a:pt x="1121664" y="489457"/>
                  </a:lnTo>
                  <a:lnTo>
                    <a:pt x="1116714" y="513975"/>
                  </a:lnTo>
                  <a:lnTo>
                    <a:pt x="1103217" y="533998"/>
                  </a:lnTo>
                  <a:lnTo>
                    <a:pt x="1083194" y="547499"/>
                  </a:lnTo>
                  <a:lnTo>
                    <a:pt x="1058672" y="552449"/>
                  </a:lnTo>
                  <a:lnTo>
                    <a:pt x="806704" y="552449"/>
                  </a:lnTo>
                  <a:lnTo>
                    <a:pt x="782181" y="547499"/>
                  </a:lnTo>
                  <a:lnTo>
                    <a:pt x="762158" y="533998"/>
                  </a:lnTo>
                  <a:lnTo>
                    <a:pt x="748661" y="513975"/>
                  </a:lnTo>
                  <a:lnTo>
                    <a:pt x="743711" y="489457"/>
                  </a:lnTo>
                  <a:lnTo>
                    <a:pt x="743711" y="62991"/>
                  </a:lnTo>
                  <a:close/>
                </a:path>
              </a:pathLst>
            </a:custGeom>
            <a:ln w="190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6">
              <a:extLst>
                <a:ext uri="{FF2B5EF4-FFF2-40B4-BE49-F238E27FC236}">
                  <a16:creationId xmlns:a16="http://schemas.microsoft.com/office/drawing/2014/main" id="{CABE3AFB-8F2C-154D-9A19-9C76903C617C}"/>
                </a:ext>
              </a:extLst>
            </p:cNvPr>
            <p:cNvSpPr/>
            <p:nvPr/>
          </p:nvSpPr>
          <p:spPr>
            <a:xfrm>
              <a:off x="6997065" y="1075563"/>
              <a:ext cx="4119879" cy="2510155"/>
            </a:xfrm>
            <a:custGeom>
              <a:avLst/>
              <a:gdLst/>
              <a:ahLst/>
              <a:cxnLst/>
              <a:rect l="l" t="t" r="r" b="b"/>
              <a:pathLst>
                <a:path w="4119879" h="2510154">
                  <a:moveTo>
                    <a:pt x="0" y="0"/>
                  </a:moveTo>
                  <a:lnTo>
                    <a:pt x="4119626" y="0"/>
                  </a:lnTo>
                </a:path>
                <a:path w="4119879" h="2510154">
                  <a:moveTo>
                    <a:pt x="1918715" y="1125092"/>
                  </a:moveTo>
                  <a:lnTo>
                    <a:pt x="4119499" y="1123950"/>
                  </a:lnTo>
                </a:path>
                <a:path w="4119879" h="2510154">
                  <a:moveTo>
                    <a:pt x="3370326" y="2510028"/>
                  </a:moveTo>
                  <a:lnTo>
                    <a:pt x="4118990" y="2510028"/>
                  </a:lnTo>
                </a:path>
              </a:pathLst>
            </a:custGeom>
            <a:ln w="25400">
              <a:solidFill>
                <a:srgbClr val="000000"/>
              </a:solidFill>
              <a:prstDash val="lg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" name="object 37">
            <a:extLst>
              <a:ext uri="{FF2B5EF4-FFF2-40B4-BE49-F238E27FC236}">
                <a16:creationId xmlns:a16="http://schemas.microsoft.com/office/drawing/2014/main" id="{C3DE59C0-A9E6-FC47-AA5F-848BC477802A}"/>
              </a:ext>
            </a:extLst>
          </p:cNvPr>
          <p:cNvSpPr txBox="1"/>
          <p:nvPr/>
        </p:nvSpPr>
        <p:spPr>
          <a:xfrm>
            <a:off x="11195557" y="859536"/>
            <a:ext cx="864869" cy="3613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200" spc="-20">
                <a:latin typeface="PMingLiU"/>
                <a:cs typeface="PMingLiU"/>
              </a:rPr>
              <a:t>第一层</a:t>
            </a:r>
            <a:endParaRPr sz="2200">
              <a:latin typeface="PMingLiU"/>
              <a:cs typeface="PMingLiU"/>
            </a:endParaRPr>
          </a:p>
        </p:txBody>
      </p:sp>
      <p:sp>
        <p:nvSpPr>
          <p:cNvPr id="39" name="object 38">
            <a:extLst>
              <a:ext uri="{FF2B5EF4-FFF2-40B4-BE49-F238E27FC236}">
                <a16:creationId xmlns:a16="http://schemas.microsoft.com/office/drawing/2014/main" id="{FC177653-7061-B140-AA58-EA7634D0BB8D}"/>
              </a:ext>
            </a:extLst>
          </p:cNvPr>
          <p:cNvSpPr txBox="1"/>
          <p:nvPr/>
        </p:nvSpPr>
        <p:spPr>
          <a:xfrm>
            <a:off x="11195557" y="1953767"/>
            <a:ext cx="864869" cy="3613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200" spc="-20">
                <a:latin typeface="PMingLiU"/>
                <a:cs typeface="PMingLiU"/>
              </a:rPr>
              <a:t>第二层</a:t>
            </a:r>
            <a:endParaRPr sz="2200">
              <a:latin typeface="PMingLiU"/>
              <a:cs typeface="PMingLiU"/>
            </a:endParaRPr>
          </a:p>
        </p:txBody>
      </p:sp>
      <p:sp>
        <p:nvSpPr>
          <p:cNvPr id="40" name="object 39">
            <a:extLst>
              <a:ext uri="{FF2B5EF4-FFF2-40B4-BE49-F238E27FC236}">
                <a16:creationId xmlns:a16="http://schemas.microsoft.com/office/drawing/2014/main" id="{CDCCAA30-150F-A244-9A7C-3026195E69BF}"/>
              </a:ext>
            </a:extLst>
          </p:cNvPr>
          <p:cNvSpPr txBox="1"/>
          <p:nvPr/>
        </p:nvSpPr>
        <p:spPr>
          <a:xfrm>
            <a:off x="11195557" y="3340353"/>
            <a:ext cx="864869" cy="3613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200" spc="-20">
                <a:latin typeface="PMingLiU"/>
                <a:cs typeface="PMingLiU"/>
              </a:rPr>
              <a:t>第三层</a:t>
            </a:r>
            <a:endParaRPr sz="2200">
              <a:latin typeface="PMingLiU"/>
              <a:cs typeface="PMingLiU"/>
            </a:endParaRPr>
          </a:p>
        </p:txBody>
      </p:sp>
      <p:sp>
        <p:nvSpPr>
          <p:cNvPr id="41" name="object 40">
            <a:extLst>
              <a:ext uri="{FF2B5EF4-FFF2-40B4-BE49-F238E27FC236}">
                <a16:creationId xmlns:a16="http://schemas.microsoft.com/office/drawing/2014/main" id="{53A64B14-FDDD-EC46-A2CD-7D254AA549C1}"/>
              </a:ext>
            </a:extLst>
          </p:cNvPr>
          <p:cNvSpPr txBox="1"/>
          <p:nvPr/>
        </p:nvSpPr>
        <p:spPr>
          <a:xfrm>
            <a:off x="1103630" y="5739384"/>
            <a:ext cx="1022985" cy="3302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56285" algn="l"/>
              </a:tabLst>
            </a:pPr>
            <a:r>
              <a:rPr sz="2000" spc="-50">
                <a:latin typeface="PMingLiU"/>
                <a:cs typeface="PMingLiU"/>
              </a:rPr>
              <a:t>…</a:t>
            </a:r>
            <a:r>
              <a:rPr sz="2000">
                <a:latin typeface="PMingLiU"/>
                <a:cs typeface="PMingLiU"/>
              </a:rPr>
              <a:t>	</a:t>
            </a:r>
            <a:r>
              <a:rPr sz="2000" spc="-50">
                <a:latin typeface="PMingLiU"/>
                <a:cs typeface="PMingLiU"/>
              </a:rPr>
              <a:t>…</a:t>
            </a:r>
            <a:endParaRPr sz="2000">
              <a:latin typeface="PMingLiU"/>
              <a:cs typeface="PMingLiU"/>
            </a:endParaRPr>
          </a:p>
        </p:txBody>
      </p:sp>
      <p:sp>
        <p:nvSpPr>
          <p:cNvPr id="42" name="object 41">
            <a:extLst>
              <a:ext uri="{FF2B5EF4-FFF2-40B4-BE49-F238E27FC236}">
                <a16:creationId xmlns:a16="http://schemas.microsoft.com/office/drawing/2014/main" id="{ADC619F3-6FBA-6548-9C18-53AC5A39927D}"/>
              </a:ext>
            </a:extLst>
          </p:cNvPr>
          <p:cNvSpPr/>
          <p:nvPr/>
        </p:nvSpPr>
        <p:spPr>
          <a:xfrm>
            <a:off x="9811131" y="5677280"/>
            <a:ext cx="1876425" cy="552450"/>
          </a:xfrm>
          <a:custGeom>
            <a:avLst/>
            <a:gdLst/>
            <a:ahLst/>
            <a:cxnLst/>
            <a:rect l="l" t="t" r="r" b="b"/>
            <a:pathLst>
              <a:path w="1876425" h="552450">
                <a:moveTo>
                  <a:pt x="0" y="92075"/>
                </a:moveTo>
                <a:lnTo>
                  <a:pt x="7242" y="56235"/>
                </a:lnTo>
                <a:lnTo>
                  <a:pt x="26987" y="26968"/>
                </a:lnTo>
                <a:lnTo>
                  <a:pt x="56257" y="7235"/>
                </a:lnTo>
                <a:lnTo>
                  <a:pt x="92075" y="0"/>
                </a:lnTo>
                <a:lnTo>
                  <a:pt x="1783969" y="0"/>
                </a:lnTo>
                <a:lnTo>
                  <a:pt x="1819786" y="7235"/>
                </a:lnTo>
                <a:lnTo>
                  <a:pt x="1849056" y="26968"/>
                </a:lnTo>
                <a:lnTo>
                  <a:pt x="1868801" y="56235"/>
                </a:lnTo>
                <a:lnTo>
                  <a:pt x="1876044" y="92075"/>
                </a:lnTo>
                <a:lnTo>
                  <a:pt x="1876044" y="460375"/>
                </a:lnTo>
                <a:lnTo>
                  <a:pt x="1868801" y="496214"/>
                </a:lnTo>
                <a:lnTo>
                  <a:pt x="1849056" y="525481"/>
                </a:lnTo>
                <a:lnTo>
                  <a:pt x="1819786" y="545214"/>
                </a:lnTo>
                <a:lnTo>
                  <a:pt x="1783969" y="552450"/>
                </a:lnTo>
                <a:lnTo>
                  <a:pt x="92075" y="552450"/>
                </a:lnTo>
                <a:lnTo>
                  <a:pt x="56257" y="545214"/>
                </a:lnTo>
                <a:lnTo>
                  <a:pt x="26987" y="525481"/>
                </a:lnTo>
                <a:lnTo>
                  <a:pt x="7242" y="496214"/>
                </a:lnTo>
                <a:lnTo>
                  <a:pt x="0" y="460375"/>
                </a:lnTo>
                <a:lnTo>
                  <a:pt x="0" y="92075"/>
                </a:lnTo>
                <a:close/>
              </a:path>
            </a:pathLst>
          </a:custGeom>
          <a:ln w="190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2">
            <a:extLst>
              <a:ext uri="{FF2B5EF4-FFF2-40B4-BE49-F238E27FC236}">
                <a16:creationId xmlns:a16="http://schemas.microsoft.com/office/drawing/2014/main" id="{2D64EA59-E41F-1048-8608-5FC2D3A5F087}"/>
              </a:ext>
            </a:extLst>
          </p:cNvPr>
          <p:cNvSpPr txBox="1"/>
          <p:nvPr/>
        </p:nvSpPr>
        <p:spPr>
          <a:xfrm>
            <a:off x="10609326" y="5757417"/>
            <a:ext cx="279400" cy="3302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2000" spc="-5">
                <a:latin typeface="PMingLiU"/>
                <a:cs typeface="PMingLiU"/>
              </a:rPr>
              <a:t>…</a:t>
            </a:r>
            <a:endParaRPr sz="2000">
              <a:latin typeface="PMingLiU"/>
              <a:cs typeface="PMingLiU"/>
            </a:endParaRPr>
          </a:p>
        </p:txBody>
      </p:sp>
      <p:sp>
        <p:nvSpPr>
          <p:cNvPr id="44" name="object 43">
            <a:extLst>
              <a:ext uri="{FF2B5EF4-FFF2-40B4-BE49-F238E27FC236}">
                <a16:creationId xmlns:a16="http://schemas.microsoft.com/office/drawing/2014/main" id="{4D30D169-60FA-044C-9780-93481EDEEC5B}"/>
              </a:ext>
            </a:extLst>
          </p:cNvPr>
          <p:cNvSpPr/>
          <p:nvPr/>
        </p:nvSpPr>
        <p:spPr>
          <a:xfrm>
            <a:off x="1180719" y="1072768"/>
            <a:ext cx="9779000" cy="4627245"/>
          </a:xfrm>
          <a:custGeom>
            <a:avLst/>
            <a:gdLst/>
            <a:ahLst/>
            <a:cxnLst/>
            <a:rect l="l" t="t" r="r" b="b"/>
            <a:pathLst>
              <a:path w="9779000" h="4627245">
                <a:moveTo>
                  <a:pt x="76200" y="4518533"/>
                </a:moveTo>
                <a:lnTo>
                  <a:pt x="50800" y="4518533"/>
                </a:lnTo>
                <a:lnTo>
                  <a:pt x="50800" y="4210558"/>
                </a:lnTo>
                <a:lnTo>
                  <a:pt x="25400" y="4210558"/>
                </a:lnTo>
                <a:lnTo>
                  <a:pt x="25400" y="4518533"/>
                </a:lnTo>
                <a:lnTo>
                  <a:pt x="0" y="4518533"/>
                </a:lnTo>
                <a:lnTo>
                  <a:pt x="38100" y="4594733"/>
                </a:lnTo>
                <a:lnTo>
                  <a:pt x="69850" y="4531233"/>
                </a:lnTo>
                <a:lnTo>
                  <a:pt x="76200" y="4518533"/>
                </a:lnTo>
                <a:close/>
              </a:path>
              <a:path w="9779000" h="4627245">
                <a:moveTo>
                  <a:pt x="1202055" y="2527046"/>
                </a:moveTo>
                <a:lnTo>
                  <a:pt x="1201420" y="2501646"/>
                </a:lnTo>
                <a:lnTo>
                  <a:pt x="1186815" y="2502039"/>
                </a:lnTo>
                <a:lnTo>
                  <a:pt x="1171321" y="2503297"/>
                </a:lnTo>
                <a:lnTo>
                  <a:pt x="1125474" y="2511806"/>
                </a:lnTo>
                <a:lnTo>
                  <a:pt x="1080262" y="2527312"/>
                </a:lnTo>
                <a:lnTo>
                  <a:pt x="1035812" y="2549271"/>
                </a:lnTo>
                <a:lnTo>
                  <a:pt x="992251" y="2577084"/>
                </a:lnTo>
                <a:lnTo>
                  <a:pt x="949833" y="2610866"/>
                </a:lnTo>
                <a:lnTo>
                  <a:pt x="908685" y="2649855"/>
                </a:lnTo>
                <a:lnTo>
                  <a:pt x="882142" y="2678557"/>
                </a:lnTo>
                <a:lnTo>
                  <a:pt x="856234" y="2709418"/>
                </a:lnTo>
                <a:lnTo>
                  <a:pt x="830961" y="2742311"/>
                </a:lnTo>
                <a:lnTo>
                  <a:pt x="806450" y="2777109"/>
                </a:lnTo>
                <a:lnTo>
                  <a:pt x="782828" y="2813685"/>
                </a:lnTo>
                <a:lnTo>
                  <a:pt x="760095" y="2851912"/>
                </a:lnTo>
                <a:lnTo>
                  <a:pt x="738251" y="2891790"/>
                </a:lnTo>
                <a:lnTo>
                  <a:pt x="717550" y="2933319"/>
                </a:lnTo>
                <a:lnTo>
                  <a:pt x="697738" y="2975991"/>
                </a:lnTo>
                <a:lnTo>
                  <a:pt x="679196" y="3020187"/>
                </a:lnTo>
                <a:lnTo>
                  <a:pt x="661670" y="3065526"/>
                </a:lnTo>
                <a:lnTo>
                  <a:pt x="645414" y="3111881"/>
                </a:lnTo>
                <a:lnTo>
                  <a:pt x="630428" y="3159252"/>
                </a:lnTo>
                <a:lnTo>
                  <a:pt x="616712" y="3207639"/>
                </a:lnTo>
                <a:lnTo>
                  <a:pt x="604393" y="3256788"/>
                </a:lnTo>
                <a:lnTo>
                  <a:pt x="593725" y="3306572"/>
                </a:lnTo>
                <a:lnTo>
                  <a:pt x="584327" y="3357118"/>
                </a:lnTo>
                <a:lnTo>
                  <a:pt x="576580" y="3408045"/>
                </a:lnTo>
                <a:lnTo>
                  <a:pt x="570357" y="3459480"/>
                </a:lnTo>
                <a:lnTo>
                  <a:pt x="565912" y="3511169"/>
                </a:lnTo>
                <a:lnTo>
                  <a:pt x="564591" y="3538829"/>
                </a:lnTo>
                <a:lnTo>
                  <a:pt x="538988" y="3538093"/>
                </a:lnTo>
                <a:lnTo>
                  <a:pt x="574802" y="3615309"/>
                </a:lnTo>
                <a:lnTo>
                  <a:pt x="608622" y="3552444"/>
                </a:lnTo>
                <a:lnTo>
                  <a:pt x="615188" y="3540252"/>
                </a:lnTo>
                <a:lnTo>
                  <a:pt x="589991" y="3539540"/>
                </a:lnTo>
                <a:lnTo>
                  <a:pt x="591185" y="3513328"/>
                </a:lnTo>
                <a:lnTo>
                  <a:pt x="595630" y="3462401"/>
                </a:lnTo>
                <a:lnTo>
                  <a:pt x="601726" y="3411855"/>
                </a:lnTo>
                <a:lnTo>
                  <a:pt x="609346" y="3361690"/>
                </a:lnTo>
                <a:lnTo>
                  <a:pt x="618490" y="3312033"/>
                </a:lnTo>
                <a:lnTo>
                  <a:pt x="629031" y="3262884"/>
                </a:lnTo>
                <a:lnTo>
                  <a:pt x="641096" y="3214624"/>
                </a:lnTo>
                <a:lnTo>
                  <a:pt x="654685" y="3166872"/>
                </a:lnTo>
                <a:lnTo>
                  <a:pt x="669417" y="3120263"/>
                </a:lnTo>
                <a:lnTo>
                  <a:pt x="685419" y="3074543"/>
                </a:lnTo>
                <a:lnTo>
                  <a:pt x="702564" y="3029966"/>
                </a:lnTo>
                <a:lnTo>
                  <a:pt x="720852" y="2986659"/>
                </a:lnTo>
                <a:lnTo>
                  <a:pt x="740156" y="2944622"/>
                </a:lnTo>
                <a:lnTo>
                  <a:pt x="760603" y="2903982"/>
                </a:lnTo>
                <a:lnTo>
                  <a:pt x="781939" y="2864866"/>
                </a:lnTo>
                <a:lnTo>
                  <a:pt x="804164" y="2827401"/>
                </a:lnTo>
                <a:lnTo>
                  <a:pt x="827278" y="2791714"/>
                </a:lnTo>
                <a:lnTo>
                  <a:pt x="851154" y="2757678"/>
                </a:lnTo>
                <a:lnTo>
                  <a:pt x="875665" y="2725801"/>
                </a:lnTo>
                <a:lnTo>
                  <a:pt x="900811" y="2695702"/>
                </a:lnTo>
                <a:lnTo>
                  <a:pt x="939673" y="2654681"/>
                </a:lnTo>
                <a:lnTo>
                  <a:pt x="979678" y="2618867"/>
                </a:lnTo>
                <a:lnTo>
                  <a:pt x="1020445" y="2588514"/>
                </a:lnTo>
                <a:lnTo>
                  <a:pt x="1061720" y="2564003"/>
                </a:lnTo>
                <a:lnTo>
                  <a:pt x="1103503" y="2545461"/>
                </a:lnTo>
                <a:lnTo>
                  <a:pt x="1145413" y="2533142"/>
                </a:lnTo>
                <a:lnTo>
                  <a:pt x="1187450" y="2527439"/>
                </a:lnTo>
                <a:lnTo>
                  <a:pt x="1202055" y="2527046"/>
                </a:lnTo>
                <a:close/>
              </a:path>
              <a:path w="9779000" h="4627245">
                <a:moveTo>
                  <a:pt x="2695575" y="1217168"/>
                </a:moveTo>
                <a:lnTo>
                  <a:pt x="2695067" y="1191768"/>
                </a:lnTo>
                <a:lnTo>
                  <a:pt x="2678049" y="1192149"/>
                </a:lnTo>
                <a:lnTo>
                  <a:pt x="2660523" y="1193165"/>
                </a:lnTo>
                <a:lnTo>
                  <a:pt x="2608072" y="1201039"/>
                </a:lnTo>
                <a:lnTo>
                  <a:pt x="2556129" y="1215136"/>
                </a:lnTo>
                <a:lnTo>
                  <a:pt x="2505075" y="1235202"/>
                </a:lnTo>
                <a:lnTo>
                  <a:pt x="2454910" y="1260729"/>
                </a:lnTo>
                <a:lnTo>
                  <a:pt x="2422017" y="1280922"/>
                </a:lnTo>
                <a:lnTo>
                  <a:pt x="2390013" y="1303020"/>
                </a:lnTo>
                <a:lnTo>
                  <a:pt x="2358517" y="1327531"/>
                </a:lnTo>
                <a:lnTo>
                  <a:pt x="2327656" y="1353947"/>
                </a:lnTo>
                <a:lnTo>
                  <a:pt x="2297557" y="1382268"/>
                </a:lnTo>
                <a:lnTo>
                  <a:pt x="2268347" y="1412621"/>
                </a:lnTo>
                <a:lnTo>
                  <a:pt x="2240026" y="1444625"/>
                </a:lnTo>
                <a:lnTo>
                  <a:pt x="2212721" y="1478280"/>
                </a:lnTo>
                <a:lnTo>
                  <a:pt x="2186305" y="1513713"/>
                </a:lnTo>
                <a:lnTo>
                  <a:pt x="2161032" y="1550416"/>
                </a:lnTo>
                <a:lnTo>
                  <a:pt x="2136902" y="1588516"/>
                </a:lnTo>
                <a:lnTo>
                  <a:pt x="2114042" y="1628013"/>
                </a:lnTo>
                <a:lnTo>
                  <a:pt x="2092452" y="1668653"/>
                </a:lnTo>
                <a:lnTo>
                  <a:pt x="2072132" y="1710436"/>
                </a:lnTo>
                <a:lnTo>
                  <a:pt x="2053336" y="1753235"/>
                </a:lnTo>
                <a:lnTo>
                  <a:pt x="2035937" y="1797050"/>
                </a:lnTo>
                <a:lnTo>
                  <a:pt x="2020062" y="1841500"/>
                </a:lnTo>
                <a:lnTo>
                  <a:pt x="2005838" y="1886839"/>
                </a:lnTo>
                <a:lnTo>
                  <a:pt x="1993392" y="1932813"/>
                </a:lnTo>
                <a:lnTo>
                  <a:pt x="1982470" y="1979422"/>
                </a:lnTo>
                <a:lnTo>
                  <a:pt x="1973453" y="2026539"/>
                </a:lnTo>
                <a:lnTo>
                  <a:pt x="1966341" y="2073783"/>
                </a:lnTo>
                <a:lnTo>
                  <a:pt x="1961134" y="2121535"/>
                </a:lnTo>
                <a:lnTo>
                  <a:pt x="1960041" y="2141105"/>
                </a:lnTo>
                <a:lnTo>
                  <a:pt x="1934464" y="2140077"/>
                </a:lnTo>
                <a:lnTo>
                  <a:pt x="1969643" y="2217674"/>
                </a:lnTo>
                <a:lnTo>
                  <a:pt x="2004161" y="2154936"/>
                </a:lnTo>
                <a:lnTo>
                  <a:pt x="2010664" y="2143125"/>
                </a:lnTo>
                <a:lnTo>
                  <a:pt x="1985441" y="2142121"/>
                </a:lnTo>
                <a:lnTo>
                  <a:pt x="1986407" y="2124202"/>
                </a:lnTo>
                <a:lnTo>
                  <a:pt x="1991487" y="2077593"/>
                </a:lnTo>
                <a:lnTo>
                  <a:pt x="1998472" y="2031238"/>
                </a:lnTo>
                <a:lnTo>
                  <a:pt x="2007235" y="1985137"/>
                </a:lnTo>
                <a:lnTo>
                  <a:pt x="2017776" y="1939544"/>
                </a:lnTo>
                <a:lnTo>
                  <a:pt x="2030095" y="1894459"/>
                </a:lnTo>
                <a:lnTo>
                  <a:pt x="2044065" y="1850009"/>
                </a:lnTo>
                <a:lnTo>
                  <a:pt x="2059432" y="1806321"/>
                </a:lnTo>
                <a:lnTo>
                  <a:pt x="2076577" y="1763522"/>
                </a:lnTo>
                <a:lnTo>
                  <a:pt x="2094992" y="1721485"/>
                </a:lnTo>
                <a:lnTo>
                  <a:pt x="2114931" y="1680591"/>
                </a:lnTo>
                <a:lnTo>
                  <a:pt x="2136013" y="1640713"/>
                </a:lnTo>
                <a:lnTo>
                  <a:pt x="2158492" y="1602105"/>
                </a:lnTo>
                <a:lnTo>
                  <a:pt x="2181987" y="1564767"/>
                </a:lnTo>
                <a:lnTo>
                  <a:pt x="2206625" y="1528826"/>
                </a:lnTo>
                <a:lnTo>
                  <a:pt x="2232406" y="1494282"/>
                </a:lnTo>
                <a:lnTo>
                  <a:pt x="2259076" y="1461516"/>
                </a:lnTo>
                <a:lnTo>
                  <a:pt x="2286635" y="1430274"/>
                </a:lnTo>
                <a:lnTo>
                  <a:pt x="2314956" y="1400810"/>
                </a:lnTo>
                <a:lnTo>
                  <a:pt x="2344166" y="1373124"/>
                </a:lnTo>
                <a:lnTo>
                  <a:pt x="2374138" y="1347597"/>
                </a:lnTo>
                <a:lnTo>
                  <a:pt x="2404491" y="1323848"/>
                </a:lnTo>
                <a:lnTo>
                  <a:pt x="2451354" y="1292352"/>
                </a:lnTo>
                <a:lnTo>
                  <a:pt x="2498979" y="1266063"/>
                </a:lnTo>
                <a:lnTo>
                  <a:pt x="2547493" y="1245108"/>
                </a:lnTo>
                <a:lnTo>
                  <a:pt x="2596388" y="1229741"/>
                </a:lnTo>
                <a:lnTo>
                  <a:pt x="2645791" y="1220470"/>
                </a:lnTo>
                <a:lnTo>
                  <a:pt x="2678557" y="1217549"/>
                </a:lnTo>
                <a:lnTo>
                  <a:pt x="2695575" y="1217168"/>
                </a:lnTo>
                <a:close/>
              </a:path>
              <a:path w="9779000" h="4627245">
                <a:moveTo>
                  <a:pt x="3169158" y="4494149"/>
                </a:moveTo>
                <a:lnTo>
                  <a:pt x="3143758" y="4494149"/>
                </a:lnTo>
                <a:lnTo>
                  <a:pt x="3143758" y="4186174"/>
                </a:lnTo>
                <a:lnTo>
                  <a:pt x="3118358" y="4186174"/>
                </a:lnTo>
                <a:lnTo>
                  <a:pt x="3118358" y="4494149"/>
                </a:lnTo>
                <a:lnTo>
                  <a:pt x="3092958" y="4494149"/>
                </a:lnTo>
                <a:lnTo>
                  <a:pt x="3131058" y="4570349"/>
                </a:lnTo>
                <a:lnTo>
                  <a:pt x="3162808" y="4506849"/>
                </a:lnTo>
                <a:lnTo>
                  <a:pt x="3169158" y="4494149"/>
                </a:lnTo>
                <a:close/>
              </a:path>
              <a:path w="9779000" h="4627245">
                <a:moveTo>
                  <a:pt x="3747897" y="3515741"/>
                </a:moveTo>
                <a:lnTo>
                  <a:pt x="3722065" y="3516820"/>
                </a:lnTo>
                <a:lnTo>
                  <a:pt x="3720084" y="3490849"/>
                </a:lnTo>
                <a:lnTo>
                  <a:pt x="3716909" y="3465322"/>
                </a:lnTo>
                <a:lnTo>
                  <a:pt x="3708781" y="3414649"/>
                </a:lnTo>
                <a:lnTo>
                  <a:pt x="3697859" y="3364230"/>
                </a:lnTo>
                <a:lnTo>
                  <a:pt x="3684651" y="3314192"/>
                </a:lnTo>
                <a:lnTo>
                  <a:pt x="3668903" y="3264916"/>
                </a:lnTo>
                <a:lnTo>
                  <a:pt x="3640963" y="3192145"/>
                </a:lnTo>
                <a:lnTo>
                  <a:pt x="3619754" y="3144520"/>
                </a:lnTo>
                <a:lnTo>
                  <a:pt x="3596386" y="3097911"/>
                </a:lnTo>
                <a:lnTo>
                  <a:pt x="3570986" y="3052318"/>
                </a:lnTo>
                <a:lnTo>
                  <a:pt x="3543808" y="3007868"/>
                </a:lnTo>
                <a:lnTo>
                  <a:pt x="3514725" y="2964561"/>
                </a:lnTo>
                <a:lnTo>
                  <a:pt x="3483991" y="2922524"/>
                </a:lnTo>
                <a:lnTo>
                  <a:pt x="3451606" y="2882011"/>
                </a:lnTo>
                <a:lnTo>
                  <a:pt x="3417824" y="2842895"/>
                </a:lnTo>
                <a:lnTo>
                  <a:pt x="3382391" y="2805430"/>
                </a:lnTo>
                <a:lnTo>
                  <a:pt x="3345688" y="2769616"/>
                </a:lnTo>
                <a:lnTo>
                  <a:pt x="3307715" y="2735453"/>
                </a:lnTo>
                <a:lnTo>
                  <a:pt x="3268472" y="2703322"/>
                </a:lnTo>
                <a:lnTo>
                  <a:pt x="3228213" y="2673223"/>
                </a:lnTo>
                <a:lnTo>
                  <a:pt x="3186938" y="2645156"/>
                </a:lnTo>
                <a:lnTo>
                  <a:pt x="3144774" y="2619248"/>
                </a:lnTo>
                <a:lnTo>
                  <a:pt x="3101721" y="2595753"/>
                </a:lnTo>
                <a:lnTo>
                  <a:pt x="3057906" y="2574544"/>
                </a:lnTo>
                <a:lnTo>
                  <a:pt x="3013456" y="2555748"/>
                </a:lnTo>
                <a:lnTo>
                  <a:pt x="2968371" y="2539619"/>
                </a:lnTo>
                <a:lnTo>
                  <a:pt x="2922905" y="2526284"/>
                </a:lnTo>
                <a:lnTo>
                  <a:pt x="2876931" y="2515616"/>
                </a:lnTo>
                <a:lnTo>
                  <a:pt x="2830703" y="2507869"/>
                </a:lnTo>
                <a:lnTo>
                  <a:pt x="2784221" y="2503170"/>
                </a:lnTo>
                <a:lnTo>
                  <a:pt x="2738120" y="2501646"/>
                </a:lnTo>
                <a:lnTo>
                  <a:pt x="2737612" y="2527046"/>
                </a:lnTo>
                <a:lnTo>
                  <a:pt x="2760472" y="2527439"/>
                </a:lnTo>
                <a:lnTo>
                  <a:pt x="2782951" y="2528570"/>
                </a:lnTo>
                <a:lnTo>
                  <a:pt x="2827782" y="2533142"/>
                </a:lnTo>
                <a:lnTo>
                  <a:pt x="2872359" y="2540635"/>
                </a:lnTo>
                <a:lnTo>
                  <a:pt x="2916682" y="2550922"/>
                </a:lnTo>
                <a:lnTo>
                  <a:pt x="2960878" y="2563876"/>
                </a:lnTo>
                <a:lnTo>
                  <a:pt x="3004566" y="2579624"/>
                </a:lnTo>
                <a:lnTo>
                  <a:pt x="3047746" y="2597785"/>
                </a:lnTo>
                <a:lnTo>
                  <a:pt x="3090418" y="2618486"/>
                </a:lnTo>
                <a:lnTo>
                  <a:pt x="3132328" y="2641473"/>
                </a:lnTo>
                <a:lnTo>
                  <a:pt x="3173603" y="2666746"/>
                </a:lnTo>
                <a:lnTo>
                  <a:pt x="3213989" y="2694178"/>
                </a:lnTo>
                <a:lnTo>
                  <a:pt x="3253232" y="2723642"/>
                </a:lnTo>
                <a:lnTo>
                  <a:pt x="3291586" y="2755138"/>
                </a:lnTo>
                <a:lnTo>
                  <a:pt x="3328670" y="2788539"/>
                </a:lnTo>
                <a:lnTo>
                  <a:pt x="3364738" y="2823591"/>
                </a:lnTo>
                <a:lnTo>
                  <a:pt x="3399282" y="2860294"/>
                </a:lnTo>
                <a:lnTo>
                  <a:pt x="3432429" y="2898648"/>
                </a:lnTo>
                <a:lnTo>
                  <a:pt x="3464179" y="2938399"/>
                </a:lnTo>
                <a:lnTo>
                  <a:pt x="3494278" y="2979674"/>
                </a:lnTo>
                <a:lnTo>
                  <a:pt x="3522726" y="3022092"/>
                </a:lnTo>
                <a:lnTo>
                  <a:pt x="3549269" y="3065653"/>
                </a:lnTo>
                <a:lnTo>
                  <a:pt x="3574161" y="3110357"/>
                </a:lnTo>
                <a:lnTo>
                  <a:pt x="3597021" y="3155950"/>
                </a:lnTo>
                <a:lnTo>
                  <a:pt x="3617849" y="3202432"/>
                </a:lnTo>
                <a:lnTo>
                  <a:pt x="3636391" y="3249676"/>
                </a:lnTo>
                <a:lnTo>
                  <a:pt x="3652901" y="3297428"/>
                </a:lnTo>
                <a:lnTo>
                  <a:pt x="3667125" y="3346069"/>
                </a:lnTo>
                <a:lnTo>
                  <a:pt x="3678809" y="3394964"/>
                </a:lnTo>
                <a:lnTo>
                  <a:pt x="3688080" y="3444367"/>
                </a:lnTo>
                <a:lnTo>
                  <a:pt x="3694938" y="3493897"/>
                </a:lnTo>
                <a:lnTo>
                  <a:pt x="3696741" y="3517887"/>
                </a:lnTo>
                <a:lnTo>
                  <a:pt x="3671824" y="3518916"/>
                </a:lnTo>
                <a:lnTo>
                  <a:pt x="3712972" y="3593465"/>
                </a:lnTo>
                <a:lnTo>
                  <a:pt x="3741039" y="3530981"/>
                </a:lnTo>
                <a:lnTo>
                  <a:pt x="3747897" y="3515741"/>
                </a:lnTo>
                <a:close/>
              </a:path>
              <a:path w="9779000" h="4627245">
                <a:moveTo>
                  <a:pt x="4117721" y="25400"/>
                </a:moveTo>
                <a:lnTo>
                  <a:pt x="4117213" y="0"/>
                </a:lnTo>
                <a:lnTo>
                  <a:pt x="4101846" y="254"/>
                </a:lnTo>
                <a:lnTo>
                  <a:pt x="4085971" y="1397"/>
                </a:lnTo>
                <a:lnTo>
                  <a:pt x="4038600" y="8255"/>
                </a:lnTo>
                <a:lnTo>
                  <a:pt x="3991737" y="20701"/>
                </a:lnTo>
                <a:lnTo>
                  <a:pt x="3930523" y="45339"/>
                </a:lnTo>
                <a:lnTo>
                  <a:pt x="3870706" y="78740"/>
                </a:lnTo>
                <a:lnTo>
                  <a:pt x="3813048" y="120015"/>
                </a:lnTo>
                <a:lnTo>
                  <a:pt x="3758057" y="168656"/>
                </a:lnTo>
                <a:lnTo>
                  <a:pt x="3706114" y="223774"/>
                </a:lnTo>
                <a:lnTo>
                  <a:pt x="3681349" y="253619"/>
                </a:lnTo>
                <a:lnTo>
                  <a:pt x="3657600" y="284734"/>
                </a:lnTo>
                <a:lnTo>
                  <a:pt x="3634740" y="317246"/>
                </a:lnTo>
                <a:lnTo>
                  <a:pt x="3612896" y="351028"/>
                </a:lnTo>
                <a:lnTo>
                  <a:pt x="3592322" y="385953"/>
                </a:lnTo>
                <a:lnTo>
                  <a:pt x="3572764" y="421767"/>
                </a:lnTo>
                <a:lnTo>
                  <a:pt x="3554476" y="458851"/>
                </a:lnTo>
                <a:lnTo>
                  <a:pt x="3537458" y="496697"/>
                </a:lnTo>
                <a:lnTo>
                  <a:pt x="3521710" y="535305"/>
                </a:lnTo>
                <a:lnTo>
                  <a:pt x="3507359" y="574802"/>
                </a:lnTo>
                <a:lnTo>
                  <a:pt x="3494532" y="614934"/>
                </a:lnTo>
                <a:lnTo>
                  <a:pt x="3483102" y="655574"/>
                </a:lnTo>
                <a:lnTo>
                  <a:pt x="3473450" y="696722"/>
                </a:lnTo>
                <a:lnTo>
                  <a:pt x="3465195" y="738378"/>
                </a:lnTo>
                <a:lnTo>
                  <a:pt x="3458718" y="780288"/>
                </a:lnTo>
                <a:lnTo>
                  <a:pt x="3454146" y="822579"/>
                </a:lnTo>
                <a:lnTo>
                  <a:pt x="3453676" y="830973"/>
                </a:lnTo>
                <a:lnTo>
                  <a:pt x="3428111" y="829818"/>
                </a:lnTo>
                <a:lnTo>
                  <a:pt x="3462782" y="907669"/>
                </a:lnTo>
                <a:lnTo>
                  <a:pt x="3497783" y="844931"/>
                </a:lnTo>
                <a:lnTo>
                  <a:pt x="3504311" y="833247"/>
                </a:lnTo>
                <a:lnTo>
                  <a:pt x="3478936" y="832116"/>
                </a:lnTo>
                <a:lnTo>
                  <a:pt x="3479292" y="825373"/>
                </a:lnTo>
                <a:lnTo>
                  <a:pt x="3483864" y="784098"/>
                </a:lnTo>
                <a:lnTo>
                  <a:pt x="3490087" y="743204"/>
                </a:lnTo>
                <a:lnTo>
                  <a:pt x="3498088" y="702564"/>
                </a:lnTo>
                <a:lnTo>
                  <a:pt x="3507613" y="662432"/>
                </a:lnTo>
                <a:lnTo>
                  <a:pt x="3518789" y="622681"/>
                </a:lnTo>
                <a:lnTo>
                  <a:pt x="3531235" y="583438"/>
                </a:lnTo>
                <a:lnTo>
                  <a:pt x="3545205" y="544830"/>
                </a:lnTo>
                <a:lnTo>
                  <a:pt x="3560572" y="507111"/>
                </a:lnTo>
                <a:lnTo>
                  <a:pt x="3577209" y="470027"/>
                </a:lnTo>
                <a:lnTo>
                  <a:pt x="3594989" y="433959"/>
                </a:lnTo>
                <a:lnTo>
                  <a:pt x="3614166" y="398780"/>
                </a:lnTo>
                <a:lnTo>
                  <a:pt x="3634232" y="364744"/>
                </a:lnTo>
                <a:lnTo>
                  <a:pt x="3655568" y="331851"/>
                </a:lnTo>
                <a:lnTo>
                  <a:pt x="3677793" y="300101"/>
                </a:lnTo>
                <a:lnTo>
                  <a:pt x="3700907" y="269748"/>
                </a:lnTo>
                <a:lnTo>
                  <a:pt x="3749802" y="213233"/>
                </a:lnTo>
                <a:lnTo>
                  <a:pt x="3801618" y="162941"/>
                </a:lnTo>
                <a:lnTo>
                  <a:pt x="3855847" y="119507"/>
                </a:lnTo>
                <a:lnTo>
                  <a:pt x="3911981" y="83566"/>
                </a:lnTo>
                <a:lnTo>
                  <a:pt x="3969893" y="55626"/>
                </a:lnTo>
                <a:lnTo>
                  <a:pt x="4013962" y="40513"/>
                </a:lnTo>
                <a:lnTo>
                  <a:pt x="4058158" y="30353"/>
                </a:lnTo>
                <a:lnTo>
                  <a:pt x="4102354" y="25654"/>
                </a:lnTo>
                <a:lnTo>
                  <a:pt x="4117721" y="25400"/>
                </a:lnTo>
                <a:close/>
              </a:path>
              <a:path w="9779000" h="4627245">
                <a:moveTo>
                  <a:pt x="4168902" y="4518533"/>
                </a:moveTo>
                <a:lnTo>
                  <a:pt x="4143502" y="4518533"/>
                </a:lnTo>
                <a:lnTo>
                  <a:pt x="4143502" y="4210558"/>
                </a:lnTo>
                <a:lnTo>
                  <a:pt x="4118102" y="4210558"/>
                </a:lnTo>
                <a:lnTo>
                  <a:pt x="4118102" y="4518533"/>
                </a:lnTo>
                <a:lnTo>
                  <a:pt x="4092702" y="4518533"/>
                </a:lnTo>
                <a:lnTo>
                  <a:pt x="4130802" y="4594733"/>
                </a:lnTo>
                <a:lnTo>
                  <a:pt x="4162552" y="4531233"/>
                </a:lnTo>
                <a:lnTo>
                  <a:pt x="4168902" y="4518533"/>
                </a:lnTo>
                <a:close/>
              </a:path>
              <a:path w="9779000" h="4627245">
                <a:moveTo>
                  <a:pt x="5561711" y="1204976"/>
                </a:moveTo>
                <a:lnTo>
                  <a:pt x="5561203" y="1179576"/>
                </a:lnTo>
                <a:lnTo>
                  <a:pt x="5545328" y="1179957"/>
                </a:lnTo>
                <a:lnTo>
                  <a:pt x="5528945" y="1180973"/>
                </a:lnTo>
                <a:lnTo>
                  <a:pt x="5480050" y="1188466"/>
                </a:lnTo>
                <a:lnTo>
                  <a:pt x="5431536" y="1202055"/>
                </a:lnTo>
                <a:lnTo>
                  <a:pt x="5383911" y="1221232"/>
                </a:lnTo>
                <a:lnTo>
                  <a:pt x="5337048" y="1245743"/>
                </a:lnTo>
                <a:lnTo>
                  <a:pt x="5276596" y="1286383"/>
                </a:lnTo>
                <a:lnTo>
                  <a:pt x="5218430" y="1335024"/>
                </a:lnTo>
                <a:lnTo>
                  <a:pt x="5190490" y="1362329"/>
                </a:lnTo>
                <a:lnTo>
                  <a:pt x="5163185" y="1391285"/>
                </a:lnTo>
                <a:lnTo>
                  <a:pt x="5136769" y="1422019"/>
                </a:lnTo>
                <a:lnTo>
                  <a:pt x="5111242" y="1454277"/>
                </a:lnTo>
                <a:lnTo>
                  <a:pt x="5086731" y="1488059"/>
                </a:lnTo>
                <a:lnTo>
                  <a:pt x="5063236" y="1523238"/>
                </a:lnTo>
                <a:lnTo>
                  <a:pt x="5040630" y="1559814"/>
                </a:lnTo>
                <a:lnTo>
                  <a:pt x="5019421" y="1597660"/>
                </a:lnTo>
                <a:lnTo>
                  <a:pt x="4999228" y="1636649"/>
                </a:lnTo>
                <a:lnTo>
                  <a:pt x="4980432" y="1676654"/>
                </a:lnTo>
                <a:lnTo>
                  <a:pt x="4962779" y="1717675"/>
                </a:lnTo>
                <a:lnTo>
                  <a:pt x="4946523" y="1759458"/>
                </a:lnTo>
                <a:lnTo>
                  <a:pt x="4931791" y="1802257"/>
                </a:lnTo>
                <a:lnTo>
                  <a:pt x="4918583" y="1845564"/>
                </a:lnTo>
                <a:lnTo>
                  <a:pt x="4906772" y="1889633"/>
                </a:lnTo>
                <a:lnTo>
                  <a:pt x="4896739" y="1934210"/>
                </a:lnTo>
                <a:lnTo>
                  <a:pt x="4888357" y="1979295"/>
                </a:lnTo>
                <a:lnTo>
                  <a:pt x="4885575" y="1997976"/>
                </a:lnTo>
                <a:lnTo>
                  <a:pt x="4883277" y="1981962"/>
                </a:lnTo>
                <a:lnTo>
                  <a:pt x="4875149" y="1937512"/>
                </a:lnTo>
                <a:lnTo>
                  <a:pt x="4865497" y="1893443"/>
                </a:lnTo>
                <a:lnTo>
                  <a:pt x="4854194" y="1849882"/>
                </a:lnTo>
                <a:lnTo>
                  <a:pt x="4841240" y="1807083"/>
                </a:lnTo>
                <a:lnTo>
                  <a:pt x="4827016" y="1764919"/>
                </a:lnTo>
                <a:lnTo>
                  <a:pt x="4811395" y="1723517"/>
                </a:lnTo>
                <a:lnTo>
                  <a:pt x="4794377" y="1683004"/>
                </a:lnTo>
                <a:lnTo>
                  <a:pt x="4776089" y="1643507"/>
                </a:lnTo>
                <a:lnTo>
                  <a:pt x="4756658" y="1604899"/>
                </a:lnTo>
                <a:lnTo>
                  <a:pt x="4736084" y="1567561"/>
                </a:lnTo>
                <a:lnTo>
                  <a:pt x="4714240" y="1531493"/>
                </a:lnTo>
                <a:lnTo>
                  <a:pt x="4691507" y="1496695"/>
                </a:lnTo>
                <a:lnTo>
                  <a:pt x="4667631" y="1463294"/>
                </a:lnTo>
                <a:lnTo>
                  <a:pt x="4642993" y="1431417"/>
                </a:lnTo>
                <a:lnTo>
                  <a:pt x="4617466" y="1401064"/>
                </a:lnTo>
                <a:lnTo>
                  <a:pt x="4591050" y="1372489"/>
                </a:lnTo>
                <a:lnTo>
                  <a:pt x="4563872" y="1345565"/>
                </a:lnTo>
                <a:lnTo>
                  <a:pt x="4507484" y="1297305"/>
                </a:lnTo>
                <a:lnTo>
                  <a:pt x="4448810" y="1257173"/>
                </a:lnTo>
                <a:lnTo>
                  <a:pt x="4403598" y="1232916"/>
                </a:lnTo>
                <a:lnTo>
                  <a:pt x="4357370" y="1213866"/>
                </a:lnTo>
                <a:lnTo>
                  <a:pt x="4310380" y="1200531"/>
                </a:lnTo>
                <a:lnTo>
                  <a:pt x="4262882" y="1193165"/>
                </a:lnTo>
                <a:lnTo>
                  <a:pt x="4231640" y="1191768"/>
                </a:lnTo>
                <a:lnTo>
                  <a:pt x="4231132" y="1217168"/>
                </a:lnTo>
                <a:lnTo>
                  <a:pt x="4246372" y="1217549"/>
                </a:lnTo>
                <a:lnTo>
                  <a:pt x="4261231" y="1218565"/>
                </a:lnTo>
                <a:lnTo>
                  <a:pt x="4305427" y="1225550"/>
                </a:lnTo>
                <a:lnTo>
                  <a:pt x="4349496" y="1238123"/>
                </a:lnTo>
                <a:lnTo>
                  <a:pt x="4393057" y="1256030"/>
                </a:lnTo>
                <a:lnTo>
                  <a:pt x="4436491" y="1279398"/>
                </a:lnTo>
                <a:lnTo>
                  <a:pt x="4492625" y="1317752"/>
                </a:lnTo>
                <a:lnTo>
                  <a:pt x="4546854" y="1364361"/>
                </a:lnTo>
                <a:lnTo>
                  <a:pt x="4598797" y="1418209"/>
                </a:lnTo>
                <a:lnTo>
                  <a:pt x="4623562" y="1447673"/>
                </a:lnTo>
                <a:lnTo>
                  <a:pt x="4647565" y="1478788"/>
                </a:lnTo>
                <a:lnTo>
                  <a:pt x="4670806" y="1511427"/>
                </a:lnTo>
                <a:lnTo>
                  <a:pt x="4693031" y="1545336"/>
                </a:lnTo>
                <a:lnTo>
                  <a:pt x="4714240" y="1580642"/>
                </a:lnTo>
                <a:lnTo>
                  <a:pt x="4734433" y="1617218"/>
                </a:lnTo>
                <a:lnTo>
                  <a:pt x="4753483" y="1654937"/>
                </a:lnTo>
                <a:lnTo>
                  <a:pt x="4771390" y="1693672"/>
                </a:lnTo>
                <a:lnTo>
                  <a:pt x="4788027" y="1733423"/>
                </a:lnTo>
                <a:lnTo>
                  <a:pt x="4803267" y="1773936"/>
                </a:lnTo>
                <a:lnTo>
                  <a:pt x="4817237" y="1815211"/>
                </a:lnTo>
                <a:lnTo>
                  <a:pt x="4829810" y="1857248"/>
                </a:lnTo>
                <a:lnTo>
                  <a:pt x="4840859" y="1899793"/>
                </a:lnTo>
                <a:lnTo>
                  <a:pt x="4850384" y="1942973"/>
                </a:lnTo>
                <a:lnTo>
                  <a:pt x="4858258" y="1986534"/>
                </a:lnTo>
                <a:lnTo>
                  <a:pt x="4864608" y="2030476"/>
                </a:lnTo>
                <a:lnTo>
                  <a:pt x="4869180" y="2074672"/>
                </a:lnTo>
                <a:lnTo>
                  <a:pt x="4869650" y="2085619"/>
                </a:lnTo>
                <a:lnTo>
                  <a:pt x="4850384" y="2084832"/>
                </a:lnTo>
                <a:lnTo>
                  <a:pt x="4851857" y="2088108"/>
                </a:lnTo>
                <a:lnTo>
                  <a:pt x="4844542" y="2088388"/>
                </a:lnTo>
                <a:lnTo>
                  <a:pt x="4885436" y="2163064"/>
                </a:lnTo>
                <a:lnTo>
                  <a:pt x="4887036" y="2159508"/>
                </a:lnTo>
                <a:lnTo>
                  <a:pt x="4920056" y="2099691"/>
                </a:lnTo>
                <a:lnTo>
                  <a:pt x="4926584" y="2087880"/>
                </a:lnTo>
                <a:lnTo>
                  <a:pt x="4919637" y="2087613"/>
                </a:lnTo>
                <a:lnTo>
                  <a:pt x="4920615" y="2085467"/>
                </a:lnTo>
                <a:lnTo>
                  <a:pt x="4901362" y="2086216"/>
                </a:lnTo>
                <a:lnTo>
                  <a:pt x="4902073" y="2073021"/>
                </a:lnTo>
                <a:lnTo>
                  <a:pt x="4906772" y="2028317"/>
                </a:lnTo>
                <a:lnTo>
                  <a:pt x="4913249" y="1983994"/>
                </a:lnTo>
                <a:lnTo>
                  <a:pt x="4921504" y="1939798"/>
                </a:lnTo>
                <a:lnTo>
                  <a:pt x="4931410" y="1896237"/>
                </a:lnTo>
                <a:lnTo>
                  <a:pt x="4942840" y="1853057"/>
                </a:lnTo>
                <a:lnTo>
                  <a:pt x="4955921" y="1810512"/>
                </a:lnTo>
                <a:lnTo>
                  <a:pt x="4970272" y="1768602"/>
                </a:lnTo>
                <a:lnTo>
                  <a:pt x="4986147" y="1727581"/>
                </a:lnTo>
                <a:lnTo>
                  <a:pt x="5003292" y="1687449"/>
                </a:lnTo>
                <a:lnTo>
                  <a:pt x="5021834" y="1648206"/>
                </a:lnTo>
                <a:lnTo>
                  <a:pt x="5041519" y="1610106"/>
                </a:lnTo>
                <a:lnTo>
                  <a:pt x="5062347" y="1573149"/>
                </a:lnTo>
                <a:lnTo>
                  <a:pt x="5084318" y="1537335"/>
                </a:lnTo>
                <a:lnTo>
                  <a:pt x="5107305" y="1503045"/>
                </a:lnTo>
                <a:lnTo>
                  <a:pt x="5131181" y="1470025"/>
                </a:lnTo>
                <a:lnTo>
                  <a:pt x="5155946" y="1438656"/>
                </a:lnTo>
                <a:lnTo>
                  <a:pt x="5181727" y="1408684"/>
                </a:lnTo>
                <a:lnTo>
                  <a:pt x="5208143" y="1380490"/>
                </a:lnTo>
                <a:lnTo>
                  <a:pt x="5263007" y="1329563"/>
                </a:lnTo>
                <a:lnTo>
                  <a:pt x="5320157" y="1286510"/>
                </a:lnTo>
                <a:lnTo>
                  <a:pt x="5364353" y="1259586"/>
                </a:lnTo>
                <a:lnTo>
                  <a:pt x="5409184" y="1237742"/>
                </a:lnTo>
                <a:lnTo>
                  <a:pt x="5454523" y="1221232"/>
                </a:lnTo>
                <a:lnTo>
                  <a:pt x="5500116" y="1210310"/>
                </a:lnTo>
                <a:lnTo>
                  <a:pt x="5545963" y="1205357"/>
                </a:lnTo>
                <a:lnTo>
                  <a:pt x="5561711" y="1204976"/>
                </a:lnTo>
                <a:close/>
              </a:path>
              <a:path w="9779000" h="4627245">
                <a:moveTo>
                  <a:pt x="5682742" y="3886073"/>
                </a:moveTo>
                <a:lnTo>
                  <a:pt x="5610225" y="3841496"/>
                </a:lnTo>
                <a:lnTo>
                  <a:pt x="5608040" y="3865994"/>
                </a:lnTo>
                <a:lnTo>
                  <a:pt x="5592445" y="3863721"/>
                </a:lnTo>
                <a:lnTo>
                  <a:pt x="5538343" y="3848862"/>
                </a:lnTo>
                <a:lnTo>
                  <a:pt x="5502656" y="3835400"/>
                </a:lnTo>
                <a:lnTo>
                  <a:pt x="5467223" y="3819144"/>
                </a:lnTo>
                <a:lnTo>
                  <a:pt x="5432044" y="3800221"/>
                </a:lnTo>
                <a:lnTo>
                  <a:pt x="5397373" y="3778631"/>
                </a:lnTo>
                <a:lnTo>
                  <a:pt x="5363210" y="3754755"/>
                </a:lnTo>
                <a:lnTo>
                  <a:pt x="5329809" y="3728466"/>
                </a:lnTo>
                <a:lnTo>
                  <a:pt x="5296916" y="3699764"/>
                </a:lnTo>
                <a:lnTo>
                  <a:pt x="5264785" y="3669030"/>
                </a:lnTo>
                <a:lnTo>
                  <a:pt x="5233543" y="3636010"/>
                </a:lnTo>
                <a:lnTo>
                  <a:pt x="5203190" y="3601212"/>
                </a:lnTo>
                <a:lnTo>
                  <a:pt x="5173853" y="3564509"/>
                </a:lnTo>
                <a:lnTo>
                  <a:pt x="5145532" y="3526028"/>
                </a:lnTo>
                <a:lnTo>
                  <a:pt x="5118354" y="3485896"/>
                </a:lnTo>
                <a:lnTo>
                  <a:pt x="5092446" y="3444113"/>
                </a:lnTo>
                <a:lnTo>
                  <a:pt x="5067808" y="3401060"/>
                </a:lnTo>
                <a:lnTo>
                  <a:pt x="5044440" y="3356483"/>
                </a:lnTo>
                <a:lnTo>
                  <a:pt x="5022596" y="3310763"/>
                </a:lnTo>
                <a:lnTo>
                  <a:pt x="5002403" y="3264027"/>
                </a:lnTo>
                <a:lnTo>
                  <a:pt x="4983607" y="3216021"/>
                </a:lnTo>
                <a:lnTo>
                  <a:pt x="4966589" y="3167253"/>
                </a:lnTo>
                <a:lnTo>
                  <a:pt x="4951222" y="3117723"/>
                </a:lnTo>
                <a:lnTo>
                  <a:pt x="4937760" y="3067304"/>
                </a:lnTo>
                <a:lnTo>
                  <a:pt x="4926076" y="3016377"/>
                </a:lnTo>
                <a:lnTo>
                  <a:pt x="4916424" y="2964942"/>
                </a:lnTo>
                <a:lnTo>
                  <a:pt x="4908804" y="2912999"/>
                </a:lnTo>
                <a:lnTo>
                  <a:pt x="4903216" y="2860929"/>
                </a:lnTo>
                <a:lnTo>
                  <a:pt x="4899787" y="2808478"/>
                </a:lnTo>
                <a:lnTo>
                  <a:pt x="4898783" y="2771000"/>
                </a:lnTo>
                <a:lnTo>
                  <a:pt x="4898898" y="2756027"/>
                </a:lnTo>
                <a:lnTo>
                  <a:pt x="4898644" y="2756027"/>
                </a:lnTo>
                <a:lnTo>
                  <a:pt x="4898644" y="2755773"/>
                </a:lnTo>
                <a:lnTo>
                  <a:pt x="4886071" y="2755900"/>
                </a:lnTo>
                <a:lnTo>
                  <a:pt x="4873498" y="2755773"/>
                </a:lnTo>
                <a:lnTo>
                  <a:pt x="4873485" y="2756027"/>
                </a:lnTo>
                <a:lnTo>
                  <a:pt x="4873244" y="2756027"/>
                </a:lnTo>
                <a:lnTo>
                  <a:pt x="4873383" y="2770911"/>
                </a:lnTo>
                <a:lnTo>
                  <a:pt x="4873104" y="2809113"/>
                </a:lnTo>
                <a:lnTo>
                  <a:pt x="4871555" y="2862453"/>
                </a:lnTo>
                <a:lnTo>
                  <a:pt x="4869307" y="2914396"/>
                </a:lnTo>
                <a:lnTo>
                  <a:pt x="4866005" y="2966720"/>
                </a:lnTo>
                <a:lnTo>
                  <a:pt x="4861941" y="3018663"/>
                </a:lnTo>
                <a:lnTo>
                  <a:pt x="4856988" y="3069971"/>
                </a:lnTo>
                <a:lnTo>
                  <a:pt x="4851273" y="3120771"/>
                </a:lnTo>
                <a:lnTo>
                  <a:pt x="4844796" y="3170809"/>
                </a:lnTo>
                <a:lnTo>
                  <a:pt x="4837557" y="3220085"/>
                </a:lnTo>
                <a:lnTo>
                  <a:pt x="4829683" y="3268345"/>
                </a:lnTo>
                <a:lnTo>
                  <a:pt x="4821047" y="3315462"/>
                </a:lnTo>
                <a:lnTo>
                  <a:pt x="4811903" y="3361563"/>
                </a:lnTo>
                <a:lnTo>
                  <a:pt x="4801997" y="3406394"/>
                </a:lnTo>
                <a:lnTo>
                  <a:pt x="4791583" y="3449828"/>
                </a:lnTo>
                <a:lnTo>
                  <a:pt x="4780661" y="3491865"/>
                </a:lnTo>
                <a:lnTo>
                  <a:pt x="4769104" y="3532378"/>
                </a:lnTo>
                <a:lnTo>
                  <a:pt x="4757166" y="3571113"/>
                </a:lnTo>
                <a:lnTo>
                  <a:pt x="4744847" y="3608070"/>
                </a:lnTo>
                <a:lnTo>
                  <a:pt x="4718812" y="3676269"/>
                </a:lnTo>
                <a:lnTo>
                  <a:pt x="4691380" y="3735959"/>
                </a:lnTo>
                <a:lnTo>
                  <a:pt x="4670298" y="3774567"/>
                </a:lnTo>
                <a:lnTo>
                  <a:pt x="4648581" y="3807587"/>
                </a:lnTo>
                <a:lnTo>
                  <a:pt x="4619498" y="3842131"/>
                </a:lnTo>
                <a:lnTo>
                  <a:pt x="4614570" y="3846804"/>
                </a:lnTo>
                <a:lnTo>
                  <a:pt x="4604385" y="3824224"/>
                </a:lnTo>
                <a:lnTo>
                  <a:pt x="4550664" y="3890264"/>
                </a:lnTo>
                <a:lnTo>
                  <a:pt x="4635754" y="3893693"/>
                </a:lnTo>
                <a:lnTo>
                  <a:pt x="4627600" y="3875659"/>
                </a:lnTo>
                <a:lnTo>
                  <a:pt x="4625187" y="3870312"/>
                </a:lnTo>
                <a:lnTo>
                  <a:pt x="4626483" y="3869690"/>
                </a:lnTo>
                <a:lnTo>
                  <a:pt x="4627626" y="3869055"/>
                </a:lnTo>
                <a:lnTo>
                  <a:pt x="4628769" y="3868293"/>
                </a:lnTo>
                <a:lnTo>
                  <a:pt x="4629658" y="3867404"/>
                </a:lnTo>
                <a:lnTo>
                  <a:pt x="4637786" y="3859657"/>
                </a:lnTo>
                <a:lnTo>
                  <a:pt x="4646041" y="3851275"/>
                </a:lnTo>
                <a:lnTo>
                  <a:pt x="4649851" y="3846830"/>
                </a:lnTo>
                <a:lnTo>
                  <a:pt x="4653889" y="3842131"/>
                </a:lnTo>
                <a:lnTo>
                  <a:pt x="4677156" y="3811143"/>
                </a:lnTo>
                <a:lnTo>
                  <a:pt x="4699635" y="3774440"/>
                </a:lnTo>
                <a:lnTo>
                  <a:pt x="4728464" y="3717417"/>
                </a:lnTo>
                <a:lnTo>
                  <a:pt x="4755896" y="3651885"/>
                </a:lnTo>
                <a:lnTo>
                  <a:pt x="4781550" y="3578606"/>
                </a:lnTo>
                <a:lnTo>
                  <a:pt x="4793615" y="3539236"/>
                </a:lnTo>
                <a:lnTo>
                  <a:pt x="4805172" y="3498342"/>
                </a:lnTo>
                <a:lnTo>
                  <a:pt x="4816348" y="3455797"/>
                </a:lnTo>
                <a:lnTo>
                  <a:pt x="4826762" y="3411855"/>
                </a:lnTo>
                <a:lnTo>
                  <a:pt x="4836795" y="3366516"/>
                </a:lnTo>
                <a:lnTo>
                  <a:pt x="4846066" y="3320034"/>
                </a:lnTo>
                <a:lnTo>
                  <a:pt x="4854702" y="3272409"/>
                </a:lnTo>
                <a:lnTo>
                  <a:pt x="4862703" y="3223641"/>
                </a:lnTo>
                <a:lnTo>
                  <a:pt x="4869942" y="3174111"/>
                </a:lnTo>
                <a:lnTo>
                  <a:pt x="4876546" y="3123692"/>
                </a:lnTo>
                <a:lnTo>
                  <a:pt x="4882261" y="3072384"/>
                </a:lnTo>
                <a:lnTo>
                  <a:pt x="4887214" y="3020695"/>
                </a:lnTo>
                <a:lnTo>
                  <a:pt x="4891341" y="2968993"/>
                </a:lnTo>
                <a:lnTo>
                  <a:pt x="4901057" y="3021076"/>
                </a:lnTo>
                <a:lnTo>
                  <a:pt x="4912995" y="3073019"/>
                </a:lnTo>
                <a:lnTo>
                  <a:pt x="4926711" y="3124327"/>
                </a:lnTo>
                <a:lnTo>
                  <a:pt x="4942332" y="3174746"/>
                </a:lnTo>
                <a:lnTo>
                  <a:pt x="4959731" y="3224403"/>
                </a:lnTo>
                <a:lnTo>
                  <a:pt x="4978654" y="3273298"/>
                </a:lnTo>
                <a:lnTo>
                  <a:pt x="4999355" y="3320923"/>
                </a:lnTo>
                <a:lnTo>
                  <a:pt x="5021580" y="3367405"/>
                </a:lnTo>
                <a:lnTo>
                  <a:pt x="5045329" y="3412871"/>
                </a:lnTo>
                <a:lnTo>
                  <a:pt x="5070348" y="3456813"/>
                </a:lnTo>
                <a:lnTo>
                  <a:pt x="5096764" y="3499231"/>
                </a:lnTo>
                <a:lnTo>
                  <a:pt x="5124450" y="3540252"/>
                </a:lnTo>
                <a:lnTo>
                  <a:pt x="5153406" y="3579495"/>
                </a:lnTo>
                <a:lnTo>
                  <a:pt x="5183251" y="3617087"/>
                </a:lnTo>
                <a:lnTo>
                  <a:pt x="5214366" y="3652774"/>
                </a:lnTo>
                <a:lnTo>
                  <a:pt x="5246370" y="3686429"/>
                </a:lnTo>
                <a:lnTo>
                  <a:pt x="5279263" y="3718179"/>
                </a:lnTo>
                <a:lnTo>
                  <a:pt x="5313045" y="3747643"/>
                </a:lnTo>
                <a:lnTo>
                  <a:pt x="5347830" y="3774821"/>
                </a:lnTo>
                <a:lnTo>
                  <a:pt x="5383022" y="3799713"/>
                </a:lnTo>
                <a:lnTo>
                  <a:pt x="5418950" y="3821938"/>
                </a:lnTo>
                <a:lnTo>
                  <a:pt x="5455526" y="3841750"/>
                </a:lnTo>
                <a:lnTo>
                  <a:pt x="5492496" y="3858641"/>
                </a:lnTo>
                <a:lnTo>
                  <a:pt x="5529834" y="3872738"/>
                </a:lnTo>
                <a:lnTo>
                  <a:pt x="5567680" y="3884041"/>
                </a:lnTo>
                <a:lnTo>
                  <a:pt x="5605792" y="3891330"/>
                </a:lnTo>
                <a:lnTo>
                  <a:pt x="5603494" y="3917315"/>
                </a:lnTo>
                <a:lnTo>
                  <a:pt x="5665013" y="3893058"/>
                </a:lnTo>
                <a:lnTo>
                  <a:pt x="5682742" y="3886073"/>
                </a:lnTo>
                <a:close/>
              </a:path>
              <a:path w="9779000" h="4627245">
                <a:moveTo>
                  <a:pt x="6057138" y="4510151"/>
                </a:moveTo>
                <a:lnTo>
                  <a:pt x="6031738" y="4510151"/>
                </a:lnTo>
                <a:lnTo>
                  <a:pt x="6031738" y="4202176"/>
                </a:lnTo>
                <a:lnTo>
                  <a:pt x="6006338" y="4202176"/>
                </a:lnTo>
                <a:lnTo>
                  <a:pt x="6006338" y="4510151"/>
                </a:lnTo>
                <a:lnTo>
                  <a:pt x="5980938" y="4510151"/>
                </a:lnTo>
                <a:lnTo>
                  <a:pt x="6019038" y="4586351"/>
                </a:lnTo>
                <a:lnTo>
                  <a:pt x="6050788" y="4522851"/>
                </a:lnTo>
                <a:lnTo>
                  <a:pt x="6057138" y="4510151"/>
                </a:lnTo>
                <a:close/>
              </a:path>
              <a:path w="9779000" h="4627245">
                <a:moveTo>
                  <a:pt x="6364224" y="818007"/>
                </a:moveTo>
                <a:lnTo>
                  <a:pt x="6338684" y="819124"/>
                </a:lnTo>
                <a:lnTo>
                  <a:pt x="6338316" y="811657"/>
                </a:lnTo>
                <a:lnTo>
                  <a:pt x="6333363" y="769874"/>
                </a:lnTo>
                <a:lnTo>
                  <a:pt x="6326759" y="728472"/>
                </a:lnTo>
                <a:lnTo>
                  <a:pt x="6318377" y="687451"/>
                </a:lnTo>
                <a:lnTo>
                  <a:pt x="6308344" y="646811"/>
                </a:lnTo>
                <a:lnTo>
                  <a:pt x="6296660" y="606679"/>
                </a:lnTo>
                <a:lnTo>
                  <a:pt x="6283325" y="567055"/>
                </a:lnTo>
                <a:lnTo>
                  <a:pt x="6268593" y="528193"/>
                </a:lnTo>
                <a:lnTo>
                  <a:pt x="6252337" y="489966"/>
                </a:lnTo>
                <a:lnTo>
                  <a:pt x="6234811" y="452628"/>
                </a:lnTo>
                <a:lnTo>
                  <a:pt x="6215888" y="416052"/>
                </a:lnTo>
                <a:lnTo>
                  <a:pt x="6195822" y="380619"/>
                </a:lnTo>
                <a:lnTo>
                  <a:pt x="6174486" y="346202"/>
                </a:lnTo>
                <a:lnTo>
                  <a:pt x="6152007" y="312801"/>
                </a:lnTo>
                <a:lnTo>
                  <a:pt x="6128385" y="280797"/>
                </a:lnTo>
                <a:lnTo>
                  <a:pt x="6103747" y="250063"/>
                </a:lnTo>
                <a:lnTo>
                  <a:pt x="6078220" y="220599"/>
                </a:lnTo>
                <a:lnTo>
                  <a:pt x="6051931" y="192659"/>
                </a:lnTo>
                <a:lnTo>
                  <a:pt x="5996559" y="141351"/>
                </a:lnTo>
                <a:lnTo>
                  <a:pt x="5938393" y="97028"/>
                </a:lnTo>
                <a:lnTo>
                  <a:pt x="5877814" y="60071"/>
                </a:lnTo>
                <a:lnTo>
                  <a:pt x="5815330" y="31369"/>
                </a:lnTo>
                <a:lnTo>
                  <a:pt x="5767578" y="15621"/>
                </a:lnTo>
                <a:lnTo>
                  <a:pt x="5719064" y="5207"/>
                </a:lnTo>
                <a:lnTo>
                  <a:pt x="5670042" y="254"/>
                </a:lnTo>
                <a:lnTo>
                  <a:pt x="5654294" y="0"/>
                </a:lnTo>
                <a:lnTo>
                  <a:pt x="5653786" y="25400"/>
                </a:lnTo>
                <a:lnTo>
                  <a:pt x="5669661" y="25654"/>
                </a:lnTo>
                <a:lnTo>
                  <a:pt x="5684901" y="26670"/>
                </a:lnTo>
                <a:lnTo>
                  <a:pt x="5730748" y="33147"/>
                </a:lnTo>
                <a:lnTo>
                  <a:pt x="5776468" y="44704"/>
                </a:lnTo>
                <a:lnTo>
                  <a:pt x="5836793" y="68072"/>
                </a:lnTo>
                <a:lnTo>
                  <a:pt x="5895721" y="99695"/>
                </a:lnTo>
                <a:lnTo>
                  <a:pt x="5952871" y="138938"/>
                </a:lnTo>
                <a:lnTo>
                  <a:pt x="6007735" y="185293"/>
                </a:lnTo>
                <a:lnTo>
                  <a:pt x="6059805" y="237998"/>
                </a:lnTo>
                <a:lnTo>
                  <a:pt x="6108573" y="296672"/>
                </a:lnTo>
                <a:lnTo>
                  <a:pt x="6131433" y="327914"/>
                </a:lnTo>
                <a:lnTo>
                  <a:pt x="6153404" y="360426"/>
                </a:lnTo>
                <a:lnTo>
                  <a:pt x="6174105" y="393954"/>
                </a:lnTo>
                <a:lnTo>
                  <a:pt x="6193790" y="428625"/>
                </a:lnTo>
                <a:lnTo>
                  <a:pt x="6212205" y="464312"/>
                </a:lnTo>
                <a:lnTo>
                  <a:pt x="6229350" y="500761"/>
                </a:lnTo>
                <a:lnTo>
                  <a:pt x="6245225" y="538099"/>
                </a:lnTo>
                <a:lnTo>
                  <a:pt x="6259576" y="576072"/>
                </a:lnTo>
                <a:lnTo>
                  <a:pt x="6272530" y="614680"/>
                </a:lnTo>
                <a:lnTo>
                  <a:pt x="6283960" y="653923"/>
                </a:lnTo>
                <a:lnTo>
                  <a:pt x="6293739" y="693547"/>
                </a:lnTo>
                <a:lnTo>
                  <a:pt x="6301867" y="733679"/>
                </a:lnTo>
                <a:lnTo>
                  <a:pt x="6308344" y="773938"/>
                </a:lnTo>
                <a:lnTo>
                  <a:pt x="6313043" y="814578"/>
                </a:lnTo>
                <a:lnTo>
                  <a:pt x="6313309" y="820216"/>
                </a:lnTo>
                <a:lnTo>
                  <a:pt x="6288024" y="821309"/>
                </a:lnTo>
                <a:lnTo>
                  <a:pt x="6329426" y="895731"/>
                </a:lnTo>
                <a:lnTo>
                  <a:pt x="6357506" y="832993"/>
                </a:lnTo>
                <a:lnTo>
                  <a:pt x="6364224" y="818007"/>
                </a:lnTo>
                <a:close/>
              </a:path>
              <a:path w="9779000" h="4627245">
                <a:moveTo>
                  <a:pt x="7011924" y="4518533"/>
                </a:moveTo>
                <a:lnTo>
                  <a:pt x="6986524" y="4518533"/>
                </a:lnTo>
                <a:lnTo>
                  <a:pt x="6986524" y="4210558"/>
                </a:lnTo>
                <a:lnTo>
                  <a:pt x="6961124" y="4210558"/>
                </a:lnTo>
                <a:lnTo>
                  <a:pt x="6961124" y="4518533"/>
                </a:lnTo>
                <a:lnTo>
                  <a:pt x="6935724" y="4518533"/>
                </a:lnTo>
                <a:lnTo>
                  <a:pt x="6973824" y="4594733"/>
                </a:lnTo>
                <a:lnTo>
                  <a:pt x="7005574" y="4531233"/>
                </a:lnTo>
                <a:lnTo>
                  <a:pt x="7011924" y="4518533"/>
                </a:lnTo>
                <a:close/>
              </a:path>
              <a:path w="9779000" h="4627245">
                <a:moveTo>
                  <a:pt x="7195185" y="2527046"/>
                </a:moveTo>
                <a:lnTo>
                  <a:pt x="7194423" y="2501646"/>
                </a:lnTo>
                <a:lnTo>
                  <a:pt x="7180072" y="2502039"/>
                </a:lnTo>
                <a:lnTo>
                  <a:pt x="7164959" y="2503170"/>
                </a:lnTo>
                <a:lnTo>
                  <a:pt x="7120001" y="2511564"/>
                </a:lnTo>
                <a:lnTo>
                  <a:pt x="7075424" y="2526792"/>
                </a:lnTo>
                <a:lnTo>
                  <a:pt x="7031736" y="2548128"/>
                </a:lnTo>
                <a:lnTo>
                  <a:pt x="6988937" y="2575433"/>
                </a:lnTo>
                <a:lnTo>
                  <a:pt x="6947408" y="2608326"/>
                </a:lnTo>
                <a:lnTo>
                  <a:pt x="6907022" y="2646299"/>
                </a:lnTo>
                <a:lnTo>
                  <a:pt x="6880860" y="2674493"/>
                </a:lnTo>
                <a:lnTo>
                  <a:pt x="6855460" y="2704719"/>
                </a:lnTo>
                <a:lnTo>
                  <a:pt x="6830568" y="2736723"/>
                </a:lnTo>
                <a:lnTo>
                  <a:pt x="6806565" y="2770759"/>
                </a:lnTo>
                <a:lnTo>
                  <a:pt x="6783451" y="2806446"/>
                </a:lnTo>
                <a:lnTo>
                  <a:pt x="6761099" y="2843911"/>
                </a:lnTo>
                <a:lnTo>
                  <a:pt x="6739763" y="2882900"/>
                </a:lnTo>
                <a:lnTo>
                  <a:pt x="6719316" y="2923286"/>
                </a:lnTo>
                <a:lnTo>
                  <a:pt x="6700012" y="2965069"/>
                </a:lnTo>
                <a:lnTo>
                  <a:pt x="6681597" y="3008122"/>
                </a:lnTo>
                <a:lnTo>
                  <a:pt x="6664452" y="3052445"/>
                </a:lnTo>
                <a:lnTo>
                  <a:pt x="6648577" y="3097784"/>
                </a:lnTo>
                <a:lnTo>
                  <a:pt x="6633845" y="3144139"/>
                </a:lnTo>
                <a:lnTo>
                  <a:pt x="6620383" y="3191256"/>
                </a:lnTo>
                <a:lnTo>
                  <a:pt x="6608445" y="3239262"/>
                </a:lnTo>
                <a:lnTo>
                  <a:pt x="6597777" y="3287903"/>
                </a:lnTo>
                <a:lnTo>
                  <a:pt x="6588633" y="3337306"/>
                </a:lnTo>
                <a:lnTo>
                  <a:pt x="6581013" y="3386963"/>
                </a:lnTo>
                <a:lnTo>
                  <a:pt x="6574917" y="3437255"/>
                </a:lnTo>
                <a:lnTo>
                  <a:pt x="6570599" y="3487674"/>
                </a:lnTo>
                <a:lnTo>
                  <a:pt x="6569494" y="3512921"/>
                </a:lnTo>
                <a:lnTo>
                  <a:pt x="6543929" y="3512185"/>
                </a:lnTo>
                <a:lnTo>
                  <a:pt x="6579743" y="3589401"/>
                </a:lnTo>
                <a:lnTo>
                  <a:pt x="6613563" y="3526536"/>
                </a:lnTo>
                <a:lnTo>
                  <a:pt x="6620129" y="3514344"/>
                </a:lnTo>
                <a:lnTo>
                  <a:pt x="6594919" y="3513632"/>
                </a:lnTo>
                <a:lnTo>
                  <a:pt x="6595999" y="3489833"/>
                </a:lnTo>
                <a:lnTo>
                  <a:pt x="6600190" y="3440303"/>
                </a:lnTo>
                <a:lnTo>
                  <a:pt x="6606159" y="3390900"/>
                </a:lnTo>
                <a:lnTo>
                  <a:pt x="6613652" y="3341878"/>
                </a:lnTo>
                <a:lnTo>
                  <a:pt x="6622542" y="3293364"/>
                </a:lnTo>
                <a:lnTo>
                  <a:pt x="6633083" y="3245485"/>
                </a:lnTo>
                <a:lnTo>
                  <a:pt x="6644894" y="3198241"/>
                </a:lnTo>
                <a:lnTo>
                  <a:pt x="6658102" y="3151759"/>
                </a:lnTo>
                <a:lnTo>
                  <a:pt x="6672580" y="3106166"/>
                </a:lnTo>
                <a:lnTo>
                  <a:pt x="6688201" y="3061589"/>
                </a:lnTo>
                <a:lnTo>
                  <a:pt x="6704965" y="3018028"/>
                </a:lnTo>
                <a:lnTo>
                  <a:pt x="6722999" y="2975737"/>
                </a:lnTo>
                <a:lnTo>
                  <a:pt x="6742049" y="2934716"/>
                </a:lnTo>
                <a:lnTo>
                  <a:pt x="6761988" y="2895092"/>
                </a:lnTo>
                <a:lnTo>
                  <a:pt x="6782943" y="2856865"/>
                </a:lnTo>
                <a:lnTo>
                  <a:pt x="6804787" y="2820289"/>
                </a:lnTo>
                <a:lnTo>
                  <a:pt x="6827266" y="2785364"/>
                </a:lnTo>
                <a:lnTo>
                  <a:pt x="6850761" y="2752217"/>
                </a:lnTo>
                <a:lnTo>
                  <a:pt x="6874891" y="2720975"/>
                </a:lnTo>
                <a:lnTo>
                  <a:pt x="6899529" y="2691765"/>
                </a:lnTo>
                <a:lnTo>
                  <a:pt x="6950710" y="2639441"/>
                </a:lnTo>
                <a:lnTo>
                  <a:pt x="6990207" y="2606294"/>
                </a:lnTo>
                <a:lnTo>
                  <a:pt x="7030339" y="2578481"/>
                </a:lnTo>
                <a:lnTo>
                  <a:pt x="7070979" y="2556383"/>
                </a:lnTo>
                <a:lnTo>
                  <a:pt x="7112127" y="2540254"/>
                </a:lnTo>
                <a:lnTo>
                  <a:pt x="7153275" y="2530487"/>
                </a:lnTo>
                <a:lnTo>
                  <a:pt x="7180707" y="2527439"/>
                </a:lnTo>
                <a:lnTo>
                  <a:pt x="7195185" y="2527046"/>
                </a:lnTo>
                <a:close/>
              </a:path>
              <a:path w="9779000" h="4627245">
                <a:moveTo>
                  <a:pt x="7997317" y="2139950"/>
                </a:moveTo>
                <a:lnTo>
                  <a:pt x="7971523" y="2141029"/>
                </a:lnTo>
                <a:lnTo>
                  <a:pt x="7970012" y="2120265"/>
                </a:lnTo>
                <a:lnTo>
                  <a:pt x="7967218" y="2096008"/>
                </a:lnTo>
                <a:lnTo>
                  <a:pt x="7959979" y="2047875"/>
                </a:lnTo>
                <a:lnTo>
                  <a:pt x="7944612" y="1975993"/>
                </a:lnTo>
                <a:lnTo>
                  <a:pt x="7931785" y="1928876"/>
                </a:lnTo>
                <a:lnTo>
                  <a:pt x="7916799" y="1882267"/>
                </a:lnTo>
                <a:lnTo>
                  <a:pt x="7899781" y="1836293"/>
                </a:lnTo>
                <a:lnTo>
                  <a:pt x="7880858" y="1791208"/>
                </a:lnTo>
                <a:lnTo>
                  <a:pt x="7860157" y="1746885"/>
                </a:lnTo>
                <a:lnTo>
                  <a:pt x="7837678" y="1703578"/>
                </a:lnTo>
                <a:lnTo>
                  <a:pt x="7813548" y="1661160"/>
                </a:lnTo>
                <a:lnTo>
                  <a:pt x="7787767" y="1620139"/>
                </a:lnTo>
                <a:lnTo>
                  <a:pt x="7760462" y="1580134"/>
                </a:lnTo>
                <a:lnTo>
                  <a:pt x="7731760" y="1541526"/>
                </a:lnTo>
                <a:lnTo>
                  <a:pt x="7701661" y="1504442"/>
                </a:lnTo>
                <a:lnTo>
                  <a:pt x="7670165" y="1468628"/>
                </a:lnTo>
                <a:lnTo>
                  <a:pt x="7637653" y="1434719"/>
                </a:lnTo>
                <a:lnTo>
                  <a:pt x="7603871" y="1402334"/>
                </a:lnTo>
                <a:lnTo>
                  <a:pt x="7569073" y="1371600"/>
                </a:lnTo>
                <a:lnTo>
                  <a:pt x="7533259" y="1343025"/>
                </a:lnTo>
                <a:lnTo>
                  <a:pt x="7496556" y="1316228"/>
                </a:lnTo>
                <a:lnTo>
                  <a:pt x="7459091" y="1291590"/>
                </a:lnTo>
                <a:lnTo>
                  <a:pt x="7420864" y="1269238"/>
                </a:lnTo>
                <a:lnTo>
                  <a:pt x="7382002" y="1249045"/>
                </a:lnTo>
                <a:lnTo>
                  <a:pt x="7342505" y="1231138"/>
                </a:lnTo>
                <a:lnTo>
                  <a:pt x="7302500" y="1215898"/>
                </a:lnTo>
                <a:lnTo>
                  <a:pt x="7261860" y="1203071"/>
                </a:lnTo>
                <a:lnTo>
                  <a:pt x="7221093" y="1192911"/>
                </a:lnTo>
                <a:lnTo>
                  <a:pt x="7179945" y="1185545"/>
                </a:lnTo>
                <a:lnTo>
                  <a:pt x="7138543" y="1181100"/>
                </a:lnTo>
                <a:lnTo>
                  <a:pt x="7097522" y="1179576"/>
                </a:lnTo>
                <a:lnTo>
                  <a:pt x="7097014" y="1204976"/>
                </a:lnTo>
                <a:lnTo>
                  <a:pt x="7117334" y="1205357"/>
                </a:lnTo>
                <a:lnTo>
                  <a:pt x="7137146" y="1206500"/>
                </a:lnTo>
                <a:lnTo>
                  <a:pt x="7176770" y="1210818"/>
                </a:lnTo>
                <a:lnTo>
                  <a:pt x="7216140" y="1217930"/>
                </a:lnTo>
                <a:lnTo>
                  <a:pt x="7255383" y="1227582"/>
                </a:lnTo>
                <a:lnTo>
                  <a:pt x="7294372" y="1239901"/>
                </a:lnTo>
                <a:lnTo>
                  <a:pt x="7333107" y="1254760"/>
                </a:lnTo>
                <a:lnTo>
                  <a:pt x="7371207" y="1272032"/>
                </a:lnTo>
                <a:lnTo>
                  <a:pt x="7408926" y="1291590"/>
                </a:lnTo>
                <a:lnTo>
                  <a:pt x="7446264" y="1313561"/>
                </a:lnTo>
                <a:lnTo>
                  <a:pt x="7482586" y="1337437"/>
                </a:lnTo>
                <a:lnTo>
                  <a:pt x="7518273" y="1363472"/>
                </a:lnTo>
                <a:lnTo>
                  <a:pt x="7553198" y="1391412"/>
                </a:lnTo>
                <a:lnTo>
                  <a:pt x="7587107" y="1421384"/>
                </a:lnTo>
                <a:lnTo>
                  <a:pt x="7620000" y="1453007"/>
                </a:lnTo>
                <a:lnTo>
                  <a:pt x="7651877" y="1486281"/>
                </a:lnTo>
                <a:lnTo>
                  <a:pt x="7682611" y="1521206"/>
                </a:lnTo>
                <a:lnTo>
                  <a:pt x="7712075" y="1557528"/>
                </a:lnTo>
                <a:lnTo>
                  <a:pt x="7740142" y="1595374"/>
                </a:lnTo>
                <a:lnTo>
                  <a:pt x="7766812" y="1634490"/>
                </a:lnTo>
                <a:lnTo>
                  <a:pt x="7792085" y="1674749"/>
                </a:lnTo>
                <a:lnTo>
                  <a:pt x="7815707" y="1716151"/>
                </a:lnTo>
                <a:lnTo>
                  <a:pt x="7837551" y="1758569"/>
                </a:lnTo>
                <a:lnTo>
                  <a:pt x="7857871" y="1801876"/>
                </a:lnTo>
                <a:lnTo>
                  <a:pt x="7876286" y="1846072"/>
                </a:lnTo>
                <a:lnTo>
                  <a:pt x="7892923" y="1891030"/>
                </a:lnTo>
                <a:lnTo>
                  <a:pt x="7907528" y="1936623"/>
                </a:lnTo>
                <a:lnTo>
                  <a:pt x="7920101" y="1982597"/>
                </a:lnTo>
                <a:lnTo>
                  <a:pt x="7930642" y="2029333"/>
                </a:lnTo>
                <a:lnTo>
                  <a:pt x="7938770" y="2075942"/>
                </a:lnTo>
                <a:lnTo>
                  <a:pt x="7944739" y="2123186"/>
                </a:lnTo>
                <a:lnTo>
                  <a:pt x="7946085" y="2142096"/>
                </a:lnTo>
                <a:lnTo>
                  <a:pt x="7921117" y="2143125"/>
                </a:lnTo>
                <a:lnTo>
                  <a:pt x="7962265" y="2217674"/>
                </a:lnTo>
                <a:lnTo>
                  <a:pt x="7990497" y="2155063"/>
                </a:lnTo>
                <a:lnTo>
                  <a:pt x="7997317" y="2139950"/>
                </a:lnTo>
                <a:close/>
              </a:path>
              <a:path w="9779000" h="4627245">
                <a:moveTo>
                  <a:pt x="8823960" y="4542155"/>
                </a:moveTo>
                <a:lnTo>
                  <a:pt x="8798560" y="4542155"/>
                </a:lnTo>
                <a:lnTo>
                  <a:pt x="8798560" y="4234180"/>
                </a:lnTo>
                <a:lnTo>
                  <a:pt x="8773160" y="4234180"/>
                </a:lnTo>
                <a:lnTo>
                  <a:pt x="8773160" y="4542155"/>
                </a:lnTo>
                <a:lnTo>
                  <a:pt x="8747760" y="4542155"/>
                </a:lnTo>
                <a:lnTo>
                  <a:pt x="8785860" y="4618355"/>
                </a:lnTo>
                <a:lnTo>
                  <a:pt x="8817610" y="4554855"/>
                </a:lnTo>
                <a:lnTo>
                  <a:pt x="8823960" y="4542155"/>
                </a:lnTo>
                <a:close/>
              </a:path>
              <a:path w="9779000" h="4627245">
                <a:moveTo>
                  <a:pt x="9420860" y="3531616"/>
                </a:moveTo>
                <a:lnTo>
                  <a:pt x="9395269" y="3532390"/>
                </a:lnTo>
                <a:lnTo>
                  <a:pt x="9394063" y="3505454"/>
                </a:lnTo>
                <a:lnTo>
                  <a:pt x="9389364" y="3454019"/>
                </a:lnTo>
                <a:lnTo>
                  <a:pt x="9383014" y="3402965"/>
                </a:lnTo>
                <a:lnTo>
                  <a:pt x="9375013" y="3352292"/>
                </a:lnTo>
                <a:lnTo>
                  <a:pt x="9365234" y="3302000"/>
                </a:lnTo>
                <a:lnTo>
                  <a:pt x="9353931" y="3252470"/>
                </a:lnTo>
                <a:lnTo>
                  <a:pt x="9341104" y="3203575"/>
                </a:lnTo>
                <a:lnTo>
                  <a:pt x="9326880" y="3155442"/>
                </a:lnTo>
                <a:lnTo>
                  <a:pt x="9311259" y="3108325"/>
                </a:lnTo>
                <a:lnTo>
                  <a:pt x="9294368" y="3062097"/>
                </a:lnTo>
                <a:lnTo>
                  <a:pt x="9276080" y="3017012"/>
                </a:lnTo>
                <a:lnTo>
                  <a:pt x="9256649" y="2973197"/>
                </a:lnTo>
                <a:lnTo>
                  <a:pt x="9236075" y="2930652"/>
                </a:lnTo>
                <a:lnTo>
                  <a:pt x="9214358" y="2889504"/>
                </a:lnTo>
                <a:lnTo>
                  <a:pt x="9191498" y="2849753"/>
                </a:lnTo>
                <a:lnTo>
                  <a:pt x="9167876" y="2811780"/>
                </a:lnTo>
                <a:lnTo>
                  <a:pt x="9143111" y="2775331"/>
                </a:lnTo>
                <a:lnTo>
                  <a:pt x="9117711" y="2740787"/>
                </a:lnTo>
                <a:lnTo>
                  <a:pt x="9091295" y="2708021"/>
                </a:lnTo>
                <a:lnTo>
                  <a:pt x="9064117" y="2677287"/>
                </a:lnTo>
                <a:lnTo>
                  <a:pt x="9036431" y="2648966"/>
                </a:lnTo>
                <a:lnTo>
                  <a:pt x="9007983" y="2622423"/>
                </a:lnTo>
                <a:lnTo>
                  <a:pt x="8964168" y="2587117"/>
                </a:lnTo>
                <a:lnTo>
                  <a:pt x="8919083" y="2557399"/>
                </a:lnTo>
                <a:lnTo>
                  <a:pt x="8873109" y="2533662"/>
                </a:lnTo>
                <a:lnTo>
                  <a:pt x="8826119" y="2516124"/>
                </a:lnTo>
                <a:lnTo>
                  <a:pt x="8778621" y="2505329"/>
                </a:lnTo>
                <a:lnTo>
                  <a:pt x="8731250" y="2501646"/>
                </a:lnTo>
                <a:lnTo>
                  <a:pt x="8730742" y="2527046"/>
                </a:lnTo>
                <a:lnTo>
                  <a:pt x="8745982" y="2527439"/>
                </a:lnTo>
                <a:lnTo>
                  <a:pt x="8760587" y="2528570"/>
                </a:lnTo>
                <a:lnTo>
                  <a:pt x="8804656" y="2536571"/>
                </a:lnTo>
                <a:lnTo>
                  <a:pt x="8848598" y="2550795"/>
                </a:lnTo>
                <a:lnTo>
                  <a:pt x="8892286" y="2571369"/>
                </a:lnTo>
                <a:lnTo>
                  <a:pt x="8935212" y="2597785"/>
                </a:lnTo>
                <a:lnTo>
                  <a:pt x="8977630" y="2629916"/>
                </a:lnTo>
                <a:lnTo>
                  <a:pt x="9018905" y="2667254"/>
                </a:lnTo>
                <a:lnTo>
                  <a:pt x="9045956" y="2695067"/>
                </a:lnTo>
                <a:lnTo>
                  <a:pt x="9072245" y="2724912"/>
                </a:lnTo>
                <a:lnTo>
                  <a:pt x="9097899" y="2756662"/>
                </a:lnTo>
                <a:lnTo>
                  <a:pt x="9122791" y="2790444"/>
                </a:lnTo>
                <a:lnTo>
                  <a:pt x="9146794" y="2826004"/>
                </a:lnTo>
                <a:lnTo>
                  <a:pt x="9170035" y="2863215"/>
                </a:lnTo>
                <a:lnTo>
                  <a:pt x="9192387" y="2902204"/>
                </a:lnTo>
                <a:lnTo>
                  <a:pt x="9213469" y="2942463"/>
                </a:lnTo>
                <a:lnTo>
                  <a:pt x="9233789" y="2984373"/>
                </a:lnTo>
                <a:lnTo>
                  <a:pt x="9252839" y="3027299"/>
                </a:lnTo>
                <a:lnTo>
                  <a:pt x="9270873" y="3071622"/>
                </a:lnTo>
                <a:lnTo>
                  <a:pt x="9287383" y="3117088"/>
                </a:lnTo>
                <a:lnTo>
                  <a:pt x="9302877" y="3163443"/>
                </a:lnTo>
                <a:lnTo>
                  <a:pt x="9316847" y="3210814"/>
                </a:lnTo>
                <a:lnTo>
                  <a:pt x="9329293" y="3258947"/>
                </a:lnTo>
                <a:lnTo>
                  <a:pt x="9340469" y="3307715"/>
                </a:lnTo>
                <a:lnTo>
                  <a:pt x="9349994" y="3356991"/>
                </a:lnTo>
                <a:lnTo>
                  <a:pt x="9357995" y="3406902"/>
                </a:lnTo>
                <a:lnTo>
                  <a:pt x="9364218" y="3457194"/>
                </a:lnTo>
                <a:lnTo>
                  <a:pt x="9368663" y="3507740"/>
                </a:lnTo>
                <a:lnTo>
                  <a:pt x="9369920" y="3533152"/>
                </a:lnTo>
                <a:lnTo>
                  <a:pt x="9344787" y="3533902"/>
                </a:lnTo>
                <a:lnTo>
                  <a:pt x="9385046" y="3608959"/>
                </a:lnTo>
                <a:lnTo>
                  <a:pt x="9414154" y="3546094"/>
                </a:lnTo>
                <a:lnTo>
                  <a:pt x="9420860" y="3531616"/>
                </a:lnTo>
                <a:close/>
              </a:path>
              <a:path w="9779000" h="4627245">
                <a:moveTo>
                  <a:pt x="9778746" y="4550537"/>
                </a:moveTo>
                <a:lnTo>
                  <a:pt x="9753346" y="4550537"/>
                </a:lnTo>
                <a:lnTo>
                  <a:pt x="9753346" y="4242562"/>
                </a:lnTo>
                <a:lnTo>
                  <a:pt x="9727946" y="4242562"/>
                </a:lnTo>
                <a:lnTo>
                  <a:pt x="9727946" y="4550537"/>
                </a:lnTo>
                <a:lnTo>
                  <a:pt x="9702546" y="4550537"/>
                </a:lnTo>
                <a:lnTo>
                  <a:pt x="9740646" y="4626737"/>
                </a:lnTo>
                <a:lnTo>
                  <a:pt x="9772396" y="4563237"/>
                </a:lnTo>
                <a:lnTo>
                  <a:pt x="9778746" y="45505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411939688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2">
            <a:extLst>
              <a:ext uri="{FF2B5EF4-FFF2-40B4-BE49-F238E27FC236}">
                <a16:creationId xmlns:a16="http://schemas.microsoft.com/office/drawing/2014/main" id="{A49A81D6-F7CD-8D4D-8979-79EFB5E15B3E}"/>
              </a:ext>
            </a:extLst>
          </p:cNvPr>
          <p:cNvSpPr txBox="1"/>
          <p:nvPr/>
        </p:nvSpPr>
        <p:spPr>
          <a:xfrm>
            <a:off x="740532" y="1123951"/>
            <a:ext cx="3781225" cy="44371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15" dirty="0" err="1">
                <a:latin typeface="PMingLiU"/>
                <a:cs typeface="PMingLiU"/>
              </a:rPr>
              <a:t>自顶向下</a:t>
            </a:r>
            <a:r>
              <a:rPr lang="en-US" altLang="zh-CN" sz="2800" b="1" spc="-10" dirty="0">
                <a:latin typeface="Times New Roman"/>
                <a:cs typeface="Times New Roman"/>
              </a:rPr>
              <a:t>+</a:t>
            </a:r>
            <a:r>
              <a:rPr lang="zh-CN" altLang="en-US" sz="2800" spc="-15" dirty="0">
                <a:latin typeface="PMingLiU"/>
                <a:cs typeface="PMingLiU"/>
              </a:rPr>
              <a:t>自底向上</a:t>
            </a:r>
            <a:endParaRPr sz="2800" dirty="0">
              <a:latin typeface="PMingLiU"/>
              <a:cs typeface="PMingLiU"/>
            </a:endParaRPr>
          </a:p>
        </p:txBody>
      </p:sp>
      <p:sp>
        <p:nvSpPr>
          <p:cNvPr id="4" name="object 3">
            <a:extLst>
              <a:ext uri="{FF2B5EF4-FFF2-40B4-BE49-F238E27FC236}">
                <a16:creationId xmlns:a16="http://schemas.microsoft.com/office/drawing/2014/main" id="{40FED6F9-5BD5-0041-B4CF-85229963FBDD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80719" y="37498"/>
            <a:ext cx="6929582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带备忘递归：计算顺</a:t>
            </a: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序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sp>
        <p:nvSpPr>
          <p:cNvPr id="45" name="object 4">
            <a:extLst>
              <a:ext uri="{FF2B5EF4-FFF2-40B4-BE49-F238E27FC236}">
                <a16:creationId xmlns:a16="http://schemas.microsoft.com/office/drawing/2014/main" id="{FA507AC7-7CA0-624D-8F9C-9D571F24E242}"/>
              </a:ext>
            </a:extLst>
          </p:cNvPr>
          <p:cNvSpPr/>
          <p:nvPr/>
        </p:nvSpPr>
        <p:spPr>
          <a:xfrm>
            <a:off x="5298566" y="788288"/>
            <a:ext cx="1536700" cy="593725"/>
          </a:xfrm>
          <a:custGeom>
            <a:avLst/>
            <a:gdLst/>
            <a:ahLst/>
            <a:cxnLst/>
            <a:rect l="l" t="t" r="r" b="b"/>
            <a:pathLst>
              <a:path w="1536700" h="593725">
                <a:moveTo>
                  <a:pt x="0" y="98933"/>
                </a:moveTo>
                <a:lnTo>
                  <a:pt x="7778" y="60436"/>
                </a:lnTo>
                <a:lnTo>
                  <a:pt x="28987" y="28987"/>
                </a:lnTo>
                <a:lnTo>
                  <a:pt x="60436" y="7778"/>
                </a:lnTo>
                <a:lnTo>
                  <a:pt x="98933" y="0"/>
                </a:lnTo>
                <a:lnTo>
                  <a:pt x="1437259" y="0"/>
                </a:lnTo>
                <a:lnTo>
                  <a:pt x="1475755" y="7778"/>
                </a:lnTo>
                <a:lnTo>
                  <a:pt x="1507204" y="28987"/>
                </a:lnTo>
                <a:lnTo>
                  <a:pt x="1528413" y="60436"/>
                </a:lnTo>
                <a:lnTo>
                  <a:pt x="1536191" y="98933"/>
                </a:lnTo>
                <a:lnTo>
                  <a:pt x="1536191" y="494664"/>
                </a:lnTo>
                <a:lnTo>
                  <a:pt x="1528413" y="533161"/>
                </a:lnTo>
                <a:lnTo>
                  <a:pt x="1507204" y="564610"/>
                </a:lnTo>
                <a:lnTo>
                  <a:pt x="1475755" y="585819"/>
                </a:lnTo>
                <a:lnTo>
                  <a:pt x="1437259" y="593598"/>
                </a:lnTo>
                <a:lnTo>
                  <a:pt x="98933" y="593598"/>
                </a:lnTo>
                <a:lnTo>
                  <a:pt x="60436" y="585819"/>
                </a:lnTo>
                <a:lnTo>
                  <a:pt x="28987" y="564610"/>
                </a:lnTo>
                <a:lnTo>
                  <a:pt x="7778" y="533161"/>
                </a:lnTo>
                <a:lnTo>
                  <a:pt x="0" y="494664"/>
                </a:lnTo>
                <a:lnTo>
                  <a:pt x="0" y="98933"/>
                </a:lnTo>
                <a:close/>
              </a:path>
            </a:pathLst>
          </a:custGeom>
          <a:ln w="190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5">
            <a:extLst>
              <a:ext uri="{FF2B5EF4-FFF2-40B4-BE49-F238E27FC236}">
                <a16:creationId xmlns:a16="http://schemas.microsoft.com/office/drawing/2014/main" id="{918EF85F-8E07-E346-AB0F-9926BD2EC0F0}"/>
              </a:ext>
            </a:extLst>
          </p:cNvPr>
          <p:cNvSpPr txBox="1"/>
          <p:nvPr/>
        </p:nvSpPr>
        <p:spPr>
          <a:xfrm>
            <a:off x="5673597" y="894587"/>
            <a:ext cx="717550" cy="3613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200" spc="-10">
                <a:latin typeface="Cambria Math"/>
                <a:cs typeface="Cambria Math"/>
              </a:rPr>
              <a:t>(𝒏,</a:t>
            </a:r>
            <a:r>
              <a:rPr sz="2200" spc="-100">
                <a:latin typeface="Cambria Math"/>
                <a:cs typeface="Cambria Math"/>
              </a:rPr>
              <a:t> </a:t>
            </a:r>
            <a:r>
              <a:rPr sz="2200" spc="-25">
                <a:latin typeface="Cambria Math"/>
                <a:cs typeface="Cambria Math"/>
              </a:rPr>
              <a:t>𝑪)</a:t>
            </a:r>
            <a:endParaRPr sz="2200">
              <a:latin typeface="Cambria Math"/>
              <a:cs typeface="Cambria Math"/>
            </a:endParaRPr>
          </a:p>
        </p:txBody>
      </p:sp>
      <p:sp>
        <p:nvSpPr>
          <p:cNvPr id="47" name="object 6">
            <a:extLst>
              <a:ext uri="{FF2B5EF4-FFF2-40B4-BE49-F238E27FC236}">
                <a16:creationId xmlns:a16="http://schemas.microsoft.com/office/drawing/2014/main" id="{D02300C7-2D44-CB4C-AF04-E371E7185520}"/>
              </a:ext>
            </a:extLst>
          </p:cNvPr>
          <p:cNvSpPr/>
          <p:nvPr/>
        </p:nvSpPr>
        <p:spPr>
          <a:xfrm>
            <a:off x="3875913" y="1980057"/>
            <a:ext cx="1536700" cy="593725"/>
          </a:xfrm>
          <a:custGeom>
            <a:avLst/>
            <a:gdLst/>
            <a:ahLst/>
            <a:cxnLst/>
            <a:rect l="l" t="t" r="r" b="b"/>
            <a:pathLst>
              <a:path w="1536700" h="593725">
                <a:moveTo>
                  <a:pt x="0" y="98932"/>
                </a:moveTo>
                <a:lnTo>
                  <a:pt x="7778" y="60436"/>
                </a:lnTo>
                <a:lnTo>
                  <a:pt x="28987" y="28987"/>
                </a:lnTo>
                <a:lnTo>
                  <a:pt x="60436" y="7778"/>
                </a:lnTo>
                <a:lnTo>
                  <a:pt x="98933" y="0"/>
                </a:lnTo>
                <a:lnTo>
                  <a:pt x="1437259" y="0"/>
                </a:lnTo>
                <a:lnTo>
                  <a:pt x="1475755" y="7778"/>
                </a:lnTo>
                <a:lnTo>
                  <a:pt x="1507204" y="28987"/>
                </a:lnTo>
                <a:lnTo>
                  <a:pt x="1528413" y="60436"/>
                </a:lnTo>
                <a:lnTo>
                  <a:pt x="1536191" y="98932"/>
                </a:lnTo>
                <a:lnTo>
                  <a:pt x="1536191" y="494664"/>
                </a:lnTo>
                <a:lnTo>
                  <a:pt x="1528413" y="533161"/>
                </a:lnTo>
                <a:lnTo>
                  <a:pt x="1507204" y="564610"/>
                </a:lnTo>
                <a:lnTo>
                  <a:pt x="1475755" y="585819"/>
                </a:lnTo>
                <a:lnTo>
                  <a:pt x="1437259" y="593597"/>
                </a:lnTo>
                <a:lnTo>
                  <a:pt x="98933" y="593597"/>
                </a:lnTo>
                <a:lnTo>
                  <a:pt x="60436" y="585819"/>
                </a:lnTo>
                <a:lnTo>
                  <a:pt x="28987" y="564610"/>
                </a:lnTo>
                <a:lnTo>
                  <a:pt x="7778" y="533161"/>
                </a:lnTo>
                <a:lnTo>
                  <a:pt x="0" y="494664"/>
                </a:lnTo>
                <a:lnTo>
                  <a:pt x="0" y="98932"/>
                </a:lnTo>
                <a:close/>
              </a:path>
            </a:pathLst>
          </a:custGeom>
          <a:ln w="190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7">
            <a:extLst>
              <a:ext uri="{FF2B5EF4-FFF2-40B4-BE49-F238E27FC236}">
                <a16:creationId xmlns:a16="http://schemas.microsoft.com/office/drawing/2014/main" id="{EA401D7A-9C2F-9847-923E-5534D18038B0}"/>
              </a:ext>
            </a:extLst>
          </p:cNvPr>
          <p:cNvSpPr txBox="1"/>
          <p:nvPr/>
        </p:nvSpPr>
        <p:spPr>
          <a:xfrm>
            <a:off x="4001515" y="2086355"/>
            <a:ext cx="1216660" cy="3613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200">
                <a:latin typeface="Cambria Math"/>
                <a:cs typeface="Cambria Math"/>
              </a:rPr>
              <a:t>(𝒏 −</a:t>
            </a:r>
            <a:r>
              <a:rPr sz="2200" spc="5">
                <a:latin typeface="Cambria Math"/>
                <a:cs typeface="Cambria Math"/>
              </a:rPr>
              <a:t> </a:t>
            </a:r>
            <a:r>
              <a:rPr sz="2200" spc="-10">
                <a:latin typeface="Cambria Math"/>
                <a:cs typeface="Cambria Math"/>
              </a:rPr>
              <a:t>𝟏,</a:t>
            </a:r>
            <a:r>
              <a:rPr sz="2200" spc="-120">
                <a:latin typeface="Cambria Math"/>
                <a:cs typeface="Cambria Math"/>
              </a:rPr>
              <a:t> </a:t>
            </a:r>
            <a:r>
              <a:rPr sz="2200" spc="-25">
                <a:latin typeface="Cambria Math"/>
                <a:cs typeface="Cambria Math"/>
              </a:rPr>
              <a:t>𝑪)</a:t>
            </a:r>
            <a:endParaRPr sz="2200">
              <a:latin typeface="Cambria Math"/>
              <a:cs typeface="Cambria Math"/>
            </a:endParaRPr>
          </a:p>
        </p:txBody>
      </p:sp>
      <p:sp>
        <p:nvSpPr>
          <p:cNvPr id="49" name="object 8">
            <a:extLst>
              <a:ext uri="{FF2B5EF4-FFF2-40B4-BE49-F238E27FC236}">
                <a16:creationId xmlns:a16="http://schemas.microsoft.com/office/drawing/2014/main" id="{591A45D6-56E1-4D43-B517-F7F43230985D}"/>
              </a:ext>
            </a:extLst>
          </p:cNvPr>
          <p:cNvSpPr/>
          <p:nvPr/>
        </p:nvSpPr>
        <p:spPr>
          <a:xfrm>
            <a:off x="6741794" y="1968626"/>
            <a:ext cx="1536700" cy="593090"/>
          </a:xfrm>
          <a:custGeom>
            <a:avLst/>
            <a:gdLst/>
            <a:ahLst/>
            <a:cxnLst/>
            <a:rect l="l" t="t" r="r" b="b"/>
            <a:pathLst>
              <a:path w="1536700" h="593089">
                <a:moveTo>
                  <a:pt x="0" y="98806"/>
                </a:moveTo>
                <a:lnTo>
                  <a:pt x="7758" y="60328"/>
                </a:lnTo>
                <a:lnTo>
                  <a:pt x="28924" y="28924"/>
                </a:lnTo>
                <a:lnTo>
                  <a:pt x="60328" y="7758"/>
                </a:lnTo>
                <a:lnTo>
                  <a:pt x="98805" y="0"/>
                </a:lnTo>
                <a:lnTo>
                  <a:pt x="1437385" y="0"/>
                </a:lnTo>
                <a:lnTo>
                  <a:pt x="1475863" y="7758"/>
                </a:lnTo>
                <a:lnTo>
                  <a:pt x="1507267" y="28924"/>
                </a:lnTo>
                <a:lnTo>
                  <a:pt x="1528433" y="60328"/>
                </a:lnTo>
                <a:lnTo>
                  <a:pt x="1536191" y="98806"/>
                </a:lnTo>
                <a:lnTo>
                  <a:pt x="1536191" y="494030"/>
                </a:lnTo>
                <a:lnTo>
                  <a:pt x="1528433" y="532507"/>
                </a:lnTo>
                <a:lnTo>
                  <a:pt x="1507267" y="563911"/>
                </a:lnTo>
                <a:lnTo>
                  <a:pt x="1475863" y="585077"/>
                </a:lnTo>
                <a:lnTo>
                  <a:pt x="1437385" y="592836"/>
                </a:lnTo>
                <a:lnTo>
                  <a:pt x="98805" y="592836"/>
                </a:lnTo>
                <a:lnTo>
                  <a:pt x="60328" y="585077"/>
                </a:lnTo>
                <a:lnTo>
                  <a:pt x="28924" y="563911"/>
                </a:lnTo>
                <a:lnTo>
                  <a:pt x="7758" y="532507"/>
                </a:lnTo>
                <a:lnTo>
                  <a:pt x="0" y="494030"/>
                </a:lnTo>
                <a:lnTo>
                  <a:pt x="0" y="98806"/>
                </a:lnTo>
                <a:close/>
              </a:path>
            </a:pathLst>
          </a:custGeom>
          <a:ln w="190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9">
            <a:extLst>
              <a:ext uri="{FF2B5EF4-FFF2-40B4-BE49-F238E27FC236}">
                <a16:creationId xmlns:a16="http://schemas.microsoft.com/office/drawing/2014/main" id="{4BBC2A05-B1CE-9C4A-81C4-E151DF0683F5}"/>
              </a:ext>
            </a:extLst>
          </p:cNvPr>
          <p:cNvSpPr txBox="1"/>
          <p:nvPr/>
        </p:nvSpPr>
        <p:spPr>
          <a:xfrm>
            <a:off x="6775957" y="2107438"/>
            <a:ext cx="141224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>
                <a:latin typeface="Cambria Math"/>
                <a:cs typeface="Cambria Math"/>
              </a:rPr>
              <a:t>(𝒏</a:t>
            </a:r>
            <a:r>
              <a:rPr sz="1800" spc="-10">
                <a:latin typeface="Cambria Math"/>
                <a:cs typeface="Cambria Math"/>
              </a:rPr>
              <a:t> </a:t>
            </a:r>
            <a:r>
              <a:rPr sz="1800">
                <a:latin typeface="Cambria Math"/>
                <a:cs typeface="Cambria Math"/>
              </a:rPr>
              <a:t>−</a:t>
            </a:r>
            <a:r>
              <a:rPr sz="1800" spc="10">
                <a:latin typeface="Cambria Math"/>
                <a:cs typeface="Cambria Math"/>
              </a:rPr>
              <a:t> </a:t>
            </a:r>
            <a:r>
              <a:rPr sz="1800">
                <a:latin typeface="Cambria Math"/>
                <a:cs typeface="Cambria Math"/>
              </a:rPr>
              <a:t>𝟏,</a:t>
            </a:r>
            <a:r>
              <a:rPr sz="1800" spc="-90">
                <a:latin typeface="Cambria Math"/>
                <a:cs typeface="Cambria Math"/>
              </a:rPr>
              <a:t> </a:t>
            </a:r>
            <a:r>
              <a:rPr sz="1800">
                <a:latin typeface="Cambria Math"/>
                <a:cs typeface="Cambria Math"/>
              </a:rPr>
              <a:t>𝑪</a:t>
            </a:r>
            <a:r>
              <a:rPr sz="1800" spc="-5">
                <a:latin typeface="Cambria Math"/>
                <a:cs typeface="Cambria Math"/>
              </a:rPr>
              <a:t> </a:t>
            </a:r>
            <a:r>
              <a:rPr sz="1800">
                <a:latin typeface="Cambria Math"/>
                <a:cs typeface="Cambria Math"/>
              </a:rPr>
              <a:t>−</a:t>
            </a:r>
            <a:r>
              <a:rPr sz="1800" spc="10">
                <a:latin typeface="Cambria Math"/>
                <a:cs typeface="Cambria Math"/>
              </a:rPr>
              <a:t> </a:t>
            </a:r>
            <a:r>
              <a:rPr sz="1800" spc="-25">
                <a:latin typeface="Cambria Math"/>
                <a:cs typeface="Cambria Math"/>
              </a:rPr>
              <a:t>𝒗)</a:t>
            </a:r>
            <a:endParaRPr sz="1800">
              <a:latin typeface="Cambria Math"/>
              <a:cs typeface="Cambria Math"/>
            </a:endParaRPr>
          </a:p>
        </p:txBody>
      </p:sp>
      <p:sp>
        <p:nvSpPr>
          <p:cNvPr id="51" name="object 10">
            <a:extLst>
              <a:ext uri="{FF2B5EF4-FFF2-40B4-BE49-F238E27FC236}">
                <a16:creationId xmlns:a16="http://schemas.microsoft.com/office/drawing/2014/main" id="{4D5FFBD0-A5F2-5944-A987-136B802032A2}"/>
              </a:ext>
            </a:extLst>
          </p:cNvPr>
          <p:cNvSpPr/>
          <p:nvPr/>
        </p:nvSpPr>
        <p:spPr>
          <a:xfrm>
            <a:off x="2382392" y="3290696"/>
            <a:ext cx="1536700" cy="593090"/>
          </a:xfrm>
          <a:custGeom>
            <a:avLst/>
            <a:gdLst/>
            <a:ahLst/>
            <a:cxnLst/>
            <a:rect l="l" t="t" r="r" b="b"/>
            <a:pathLst>
              <a:path w="1536700" h="593089">
                <a:moveTo>
                  <a:pt x="0" y="98805"/>
                </a:moveTo>
                <a:lnTo>
                  <a:pt x="7758" y="60328"/>
                </a:lnTo>
                <a:lnTo>
                  <a:pt x="28924" y="28924"/>
                </a:lnTo>
                <a:lnTo>
                  <a:pt x="60328" y="7758"/>
                </a:lnTo>
                <a:lnTo>
                  <a:pt x="98806" y="0"/>
                </a:lnTo>
                <a:lnTo>
                  <a:pt x="1437385" y="0"/>
                </a:lnTo>
                <a:lnTo>
                  <a:pt x="1475863" y="7758"/>
                </a:lnTo>
                <a:lnTo>
                  <a:pt x="1507267" y="28924"/>
                </a:lnTo>
                <a:lnTo>
                  <a:pt x="1528433" y="60328"/>
                </a:lnTo>
                <a:lnTo>
                  <a:pt x="1536192" y="98805"/>
                </a:lnTo>
                <a:lnTo>
                  <a:pt x="1536192" y="494029"/>
                </a:lnTo>
                <a:lnTo>
                  <a:pt x="1528433" y="532507"/>
                </a:lnTo>
                <a:lnTo>
                  <a:pt x="1507267" y="563911"/>
                </a:lnTo>
                <a:lnTo>
                  <a:pt x="1475863" y="585077"/>
                </a:lnTo>
                <a:lnTo>
                  <a:pt x="1437385" y="592835"/>
                </a:lnTo>
                <a:lnTo>
                  <a:pt x="98806" y="592835"/>
                </a:lnTo>
                <a:lnTo>
                  <a:pt x="60328" y="585077"/>
                </a:lnTo>
                <a:lnTo>
                  <a:pt x="28924" y="563911"/>
                </a:lnTo>
                <a:lnTo>
                  <a:pt x="7758" y="532507"/>
                </a:lnTo>
                <a:lnTo>
                  <a:pt x="0" y="494029"/>
                </a:lnTo>
                <a:lnTo>
                  <a:pt x="0" y="98805"/>
                </a:lnTo>
                <a:close/>
              </a:path>
            </a:pathLst>
          </a:custGeom>
          <a:ln w="190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11">
            <a:extLst>
              <a:ext uri="{FF2B5EF4-FFF2-40B4-BE49-F238E27FC236}">
                <a16:creationId xmlns:a16="http://schemas.microsoft.com/office/drawing/2014/main" id="{6E2CCCBC-A844-6241-9BB9-0DBEC2F97F8A}"/>
              </a:ext>
            </a:extLst>
          </p:cNvPr>
          <p:cNvSpPr txBox="1"/>
          <p:nvPr/>
        </p:nvSpPr>
        <p:spPr>
          <a:xfrm>
            <a:off x="2507742" y="3396741"/>
            <a:ext cx="1216660" cy="3613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200">
                <a:latin typeface="Cambria Math"/>
                <a:cs typeface="Cambria Math"/>
              </a:rPr>
              <a:t>(𝒏 −</a:t>
            </a:r>
            <a:r>
              <a:rPr sz="2200" spc="5">
                <a:latin typeface="Cambria Math"/>
                <a:cs typeface="Cambria Math"/>
              </a:rPr>
              <a:t> </a:t>
            </a:r>
            <a:r>
              <a:rPr sz="2200" spc="-10">
                <a:latin typeface="Cambria Math"/>
                <a:cs typeface="Cambria Math"/>
              </a:rPr>
              <a:t>𝟐,</a:t>
            </a:r>
            <a:r>
              <a:rPr sz="2200" spc="-120">
                <a:latin typeface="Cambria Math"/>
                <a:cs typeface="Cambria Math"/>
              </a:rPr>
              <a:t> </a:t>
            </a:r>
            <a:r>
              <a:rPr sz="2200" spc="-25">
                <a:latin typeface="Cambria Math"/>
                <a:cs typeface="Cambria Math"/>
              </a:rPr>
              <a:t>𝑪)</a:t>
            </a:r>
            <a:endParaRPr sz="2200">
              <a:latin typeface="Cambria Math"/>
              <a:cs typeface="Cambria Math"/>
            </a:endParaRPr>
          </a:p>
        </p:txBody>
      </p:sp>
      <p:grpSp>
        <p:nvGrpSpPr>
          <p:cNvPr id="53" name="object 12">
            <a:extLst>
              <a:ext uri="{FF2B5EF4-FFF2-40B4-BE49-F238E27FC236}">
                <a16:creationId xmlns:a16="http://schemas.microsoft.com/office/drawing/2014/main" id="{97C9F97E-75A6-8743-9CA7-E09509C10B25}"/>
              </a:ext>
            </a:extLst>
          </p:cNvPr>
          <p:cNvGrpSpPr/>
          <p:nvPr/>
        </p:nvGrpSpPr>
        <p:grpSpPr>
          <a:xfrm>
            <a:off x="5289041" y="3226307"/>
            <a:ext cx="1555750" cy="612140"/>
            <a:chOff x="5289041" y="3226307"/>
            <a:chExt cx="1555750" cy="612140"/>
          </a:xfrm>
        </p:grpSpPr>
        <p:sp>
          <p:nvSpPr>
            <p:cNvPr id="54" name="object 13">
              <a:extLst>
                <a:ext uri="{FF2B5EF4-FFF2-40B4-BE49-F238E27FC236}">
                  <a16:creationId xmlns:a16="http://schemas.microsoft.com/office/drawing/2014/main" id="{D3D8057F-F41E-EB48-A977-3BC439448C40}"/>
                </a:ext>
              </a:extLst>
            </p:cNvPr>
            <p:cNvSpPr/>
            <p:nvPr/>
          </p:nvSpPr>
          <p:spPr>
            <a:xfrm>
              <a:off x="5298566" y="3235832"/>
              <a:ext cx="1536700" cy="593090"/>
            </a:xfrm>
            <a:custGeom>
              <a:avLst/>
              <a:gdLst/>
              <a:ahLst/>
              <a:cxnLst/>
              <a:rect l="l" t="t" r="r" b="b"/>
              <a:pathLst>
                <a:path w="1536700" h="593089">
                  <a:moveTo>
                    <a:pt x="1437386" y="0"/>
                  </a:moveTo>
                  <a:lnTo>
                    <a:pt x="98806" y="0"/>
                  </a:lnTo>
                  <a:lnTo>
                    <a:pt x="60328" y="7758"/>
                  </a:lnTo>
                  <a:lnTo>
                    <a:pt x="28924" y="28924"/>
                  </a:lnTo>
                  <a:lnTo>
                    <a:pt x="7758" y="60328"/>
                  </a:lnTo>
                  <a:lnTo>
                    <a:pt x="0" y="98805"/>
                  </a:lnTo>
                  <a:lnTo>
                    <a:pt x="0" y="494029"/>
                  </a:lnTo>
                  <a:lnTo>
                    <a:pt x="7758" y="532507"/>
                  </a:lnTo>
                  <a:lnTo>
                    <a:pt x="28924" y="563911"/>
                  </a:lnTo>
                  <a:lnTo>
                    <a:pt x="60328" y="585077"/>
                  </a:lnTo>
                  <a:lnTo>
                    <a:pt x="98806" y="592835"/>
                  </a:lnTo>
                  <a:lnTo>
                    <a:pt x="1437386" y="592835"/>
                  </a:lnTo>
                  <a:lnTo>
                    <a:pt x="1475863" y="585077"/>
                  </a:lnTo>
                  <a:lnTo>
                    <a:pt x="1507267" y="563911"/>
                  </a:lnTo>
                  <a:lnTo>
                    <a:pt x="1528433" y="532507"/>
                  </a:lnTo>
                  <a:lnTo>
                    <a:pt x="1536191" y="494029"/>
                  </a:lnTo>
                  <a:lnTo>
                    <a:pt x="1536191" y="98805"/>
                  </a:lnTo>
                  <a:lnTo>
                    <a:pt x="1528433" y="60328"/>
                  </a:lnTo>
                  <a:lnTo>
                    <a:pt x="1507267" y="28924"/>
                  </a:lnTo>
                  <a:lnTo>
                    <a:pt x="1475863" y="7758"/>
                  </a:lnTo>
                  <a:lnTo>
                    <a:pt x="1437386" y="0"/>
                  </a:lnTo>
                  <a:close/>
                </a:path>
              </a:pathLst>
            </a:custGeom>
            <a:solidFill>
              <a:srgbClr val="FF92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14">
              <a:extLst>
                <a:ext uri="{FF2B5EF4-FFF2-40B4-BE49-F238E27FC236}">
                  <a16:creationId xmlns:a16="http://schemas.microsoft.com/office/drawing/2014/main" id="{7B108C91-E7A3-CA45-84D8-AC61E7124CC0}"/>
                </a:ext>
              </a:extLst>
            </p:cNvPr>
            <p:cNvSpPr/>
            <p:nvPr/>
          </p:nvSpPr>
          <p:spPr>
            <a:xfrm>
              <a:off x="5298566" y="3235832"/>
              <a:ext cx="1536700" cy="593090"/>
            </a:xfrm>
            <a:custGeom>
              <a:avLst/>
              <a:gdLst/>
              <a:ahLst/>
              <a:cxnLst/>
              <a:rect l="l" t="t" r="r" b="b"/>
              <a:pathLst>
                <a:path w="1536700" h="593089">
                  <a:moveTo>
                    <a:pt x="0" y="98805"/>
                  </a:moveTo>
                  <a:lnTo>
                    <a:pt x="7758" y="60328"/>
                  </a:lnTo>
                  <a:lnTo>
                    <a:pt x="28924" y="28924"/>
                  </a:lnTo>
                  <a:lnTo>
                    <a:pt x="60328" y="7758"/>
                  </a:lnTo>
                  <a:lnTo>
                    <a:pt x="98806" y="0"/>
                  </a:lnTo>
                  <a:lnTo>
                    <a:pt x="1437386" y="0"/>
                  </a:lnTo>
                  <a:lnTo>
                    <a:pt x="1475863" y="7758"/>
                  </a:lnTo>
                  <a:lnTo>
                    <a:pt x="1507267" y="28924"/>
                  </a:lnTo>
                  <a:lnTo>
                    <a:pt x="1528433" y="60328"/>
                  </a:lnTo>
                  <a:lnTo>
                    <a:pt x="1536191" y="98805"/>
                  </a:lnTo>
                  <a:lnTo>
                    <a:pt x="1536191" y="494029"/>
                  </a:lnTo>
                  <a:lnTo>
                    <a:pt x="1528433" y="532507"/>
                  </a:lnTo>
                  <a:lnTo>
                    <a:pt x="1507267" y="563911"/>
                  </a:lnTo>
                  <a:lnTo>
                    <a:pt x="1475863" y="585077"/>
                  </a:lnTo>
                  <a:lnTo>
                    <a:pt x="1437386" y="592835"/>
                  </a:lnTo>
                  <a:lnTo>
                    <a:pt x="98806" y="592835"/>
                  </a:lnTo>
                  <a:lnTo>
                    <a:pt x="60328" y="585077"/>
                  </a:lnTo>
                  <a:lnTo>
                    <a:pt x="28924" y="563911"/>
                  </a:lnTo>
                  <a:lnTo>
                    <a:pt x="7758" y="532507"/>
                  </a:lnTo>
                  <a:lnTo>
                    <a:pt x="0" y="494029"/>
                  </a:lnTo>
                  <a:lnTo>
                    <a:pt x="0" y="98805"/>
                  </a:lnTo>
                  <a:close/>
                </a:path>
              </a:pathLst>
            </a:custGeom>
            <a:ln w="190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6" name="object 15">
            <a:extLst>
              <a:ext uri="{FF2B5EF4-FFF2-40B4-BE49-F238E27FC236}">
                <a16:creationId xmlns:a16="http://schemas.microsoft.com/office/drawing/2014/main" id="{B28988AE-C4FE-0943-A47B-B3FD00654311}"/>
              </a:ext>
            </a:extLst>
          </p:cNvPr>
          <p:cNvSpPr txBox="1"/>
          <p:nvPr/>
        </p:nvSpPr>
        <p:spPr>
          <a:xfrm>
            <a:off x="5332221" y="3374390"/>
            <a:ext cx="141224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>
                <a:solidFill>
                  <a:srgbClr val="FFFFFF"/>
                </a:solidFill>
                <a:latin typeface="Cambria Math"/>
                <a:cs typeface="Cambria Math"/>
              </a:rPr>
              <a:t>(𝒏</a:t>
            </a:r>
            <a:r>
              <a:rPr sz="1800" spc="-10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800">
                <a:solidFill>
                  <a:srgbClr val="FFFFFF"/>
                </a:solidFill>
                <a:latin typeface="Cambria Math"/>
                <a:cs typeface="Cambria Math"/>
              </a:rPr>
              <a:t>−</a:t>
            </a:r>
            <a:r>
              <a:rPr sz="1800" spc="10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800">
                <a:solidFill>
                  <a:srgbClr val="FFFFFF"/>
                </a:solidFill>
                <a:latin typeface="Cambria Math"/>
                <a:cs typeface="Cambria Math"/>
              </a:rPr>
              <a:t>𝟐,</a:t>
            </a:r>
            <a:r>
              <a:rPr sz="1800" spc="-90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800">
                <a:solidFill>
                  <a:srgbClr val="FFFFFF"/>
                </a:solidFill>
                <a:latin typeface="Cambria Math"/>
                <a:cs typeface="Cambria Math"/>
              </a:rPr>
              <a:t>𝑪</a:t>
            </a:r>
            <a:r>
              <a:rPr sz="1800" spc="-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800">
                <a:solidFill>
                  <a:srgbClr val="FFFFFF"/>
                </a:solidFill>
                <a:latin typeface="Cambria Math"/>
                <a:cs typeface="Cambria Math"/>
              </a:rPr>
              <a:t>−</a:t>
            </a:r>
            <a:r>
              <a:rPr sz="1800" spc="10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1800" spc="-25">
                <a:solidFill>
                  <a:srgbClr val="FFFFFF"/>
                </a:solidFill>
                <a:latin typeface="Cambria Math"/>
                <a:cs typeface="Cambria Math"/>
              </a:rPr>
              <a:t>𝒗)</a:t>
            </a:r>
            <a:endParaRPr sz="1800">
              <a:latin typeface="Cambria Math"/>
              <a:cs typeface="Cambria Math"/>
            </a:endParaRPr>
          </a:p>
        </p:txBody>
      </p:sp>
      <p:sp>
        <p:nvSpPr>
          <p:cNvPr id="57" name="object 16">
            <a:extLst>
              <a:ext uri="{FF2B5EF4-FFF2-40B4-BE49-F238E27FC236}">
                <a16:creationId xmlns:a16="http://schemas.microsoft.com/office/drawing/2014/main" id="{D7EFE717-E255-6B4E-9D12-2C1A71835B2E}"/>
              </a:ext>
            </a:extLst>
          </p:cNvPr>
          <p:cNvSpPr/>
          <p:nvPr/>
        </p:nvSpPr>
        <p:spPr>
          <a:xfrm>
            <a:off x="987933" y="4688204"/>
            <a:ext cx="1536700" cy="593090"/>
          </a:xfrm>
          <a:custGeom>
            <a:avLst/>
            <a:gdLst/>
            <a:ahLst/>
            <a:cxnLst/>
            <a:rect l="l" t="t" r="r" b="b"/>
            <a:pathLst>
              <a:path w="1536700" h="593089">
                <a:moveTo>
                  <a:pt x="0" y="98806"/>
                </a:moveTo>
                <a:lnTo>
                  <a:pt x="7764" y="60328"/>
                </a:lnTo>
                <a:lnTo>
                  <a:pt x="28938" y="28924"/>
                </a:lnTo>
                <a:lnTo>
                  <a:pt x="60345" y="7758"/>
                </a:lnTo>
                <a:lnTo>
                  <a:pt x="98805" y="0"/>
                </a:lnTo>
                <a:lnTo>
                  <a:pt x="1437386" y="0"/>
                </a:lnTo>
                <a:lnTo>
                  <a:pt x="1475863" y="7758"/>
                </a:lnTo>
                <a:lnTo>
                  <a:pt x="1507267" y="28924"/>
                </a:lnTo>
                <a:lnTo>
                  <a:pt x="1528433" y="60328"/>
                </a:lnTo>
                <a:lnTo>
                  <a:pt x="1536192" y="98806"/>
                </a:lnTo>
                <a:lnTo>
                  <a:pt x="1536192" y="494030"/>
                </a:lnTo>
                <a:lnTo>
                  <a:pt x="1528433" y="532507"/>
                </a:lnTo>
                <a:lnTo>
                  <a:pt x="1507267" y="563911"/>
                </a:lnTo>
                <a:lnTo>
                  <a:pt x="1475863" y="585077"/>
                </a:lnTo>
                <a:lnTo>
                  <a:pt x="1437386" y="592836"/>
                </a:lnTo>
                <a:lnTo>
                  <a:pt x="98805" y="592836"/>
                </a:lnTo>
                <a:lnTo>
                  <a:pt x="60345" y="585077"/>
                </a:lnTo>
                <a:lnTo>
                  <a:pt x="28938" y="563911"/>
                </a:lnTo>
                <a:lnTo>
                  <a:pt x="7764" y="532507"/>
                </a:lnTo>
                <a:lnTo>
                  <a:pt x="0" y="494030"/>
                </a:lnTo>
                <a:lnTo>
                  <a:pt x="0" y="98806"/>
                </a:lnTo>
                <a:close/>
              </a:path>
            </a:pathLst>
          </a:custGeom>
          <a:ln w="190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17">
            <a:extLst>
              <a:ext uri="{FF2B5EF4-FFF2-40B4-BE49-F238E27FC236}">
                <a16:creationId xmlns:a16="http://schemas.microsoft.com/office/drawing/2014/main" id="{D3E6DFC1-B44F-8445-A751-7B26B902A17A}"/>
              </a:ext>
            </a:extLst>
          </p:cNvPr>
          <p:cNvSpPr txBox="1"/>
          <p:nvPr/>
        </p:nvSpPr>
        <p:spPr>
          <a:xfrm>
            <a:off x="1113027" y="4794503"/>
            <a:ext cx="1216660" cy="3613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200">
                <a:latin typeface="Cambria Math"/>
                <a:cs typeface="Cambria Math"/>
              </a:rPr>
              <a:t>(𝒏 −</a:t>
            </a:r>
            <a:r>
              <a:rPr sz="2200" spc="5">
                <a:latin typeface="Cambria Math"/>
                <a:cs typeface="Cambria Math"/>
              </a:rPr>
              <a:t> </a:t>
            </a:r>
            <a:r>
              <a:rPr sz="2200" spc="-10">
                <a:latin typeface="Cambria Math"/>
                <a:cs typeface="Cambria Math"/>
              </a:rPr>
              <a:t>𝟑,</a:t>
            </a:r>
            <a:r>
              <a:rPr sz="2200" spc="-120">
                <a:latin typeface="Cambria Math"/>
                <a:cs typeface="Cambria Math"/>
              </a:rPr>
              <a:t> </a:t>
            </a:r>
            <a:r>
              <a:rPr sz="2200" spc="-25">
                <a:latin typeface="Cambria Math"/>
                <a:cs typeface="Cambria Math"/>
              </a:rPr>
              <a:t>𝑪)</a:t>
            </a:r>
            <a:endParaRPr sz="2200">
              <a:latin typeface="Cambria Math"/>
              <a:cs typeface="Cambria Math"/>
            </a:endParaRPr>
          </a:p>
        </p:txBody>
      </p:sp>
      <p:grpSp>
        <p:nvGrpSpPr>
          <p:cNvPr id="59" name="object 18">
            <a:extLst>
              <a:ext uri="{FF2B5EF4-FFF2-40B4-BE49-F238E27FC236}">
                <a16:creationId xmlns:a16="http://schemas.microsoft.com/office/drawing/2014/main" id="{01051A35-E689-F045-B18E-40F8D5FF76E3}"/>
              </a:ext>
            </a:extLst>
          </p:cNvPr>
          <p:cNvGrpSpPr/>
          <p:nvPr/>
        </p:nvGrpSpPr>
        <p:grpSpPr>
          <a:xfrm>
            <a:off x="4047744" y="4656582"/>
            <a:ext cx="1693545" cy="612775"/>
            <a:chOff x="4047744" y="4656582"/>
            <a:chExt cx="1693545" cy="612775"/>
          </a:xfrm>
        </p:grpSpPr>
        <p:sp>
          <p:nvSpPr>
            <p:cNvPr id="60" name="object 19">
              <a:extLst>
                <a:ext uri="{FF2B5EF4-FFF2-40B4-BE49-F238E27FC236}">
                  <a16:creationId xmlns:a16="http://schemas.microsoft.com/office/drawing/2014/main" id="{E7F07AB0-E522-8143-98E5-05DEB103B606}"/>
                </a:ext>
              </a:extLst>
            </p:cNvPr>
            <p:cNvSpPr/>
            <p:nvPr/>
          </p:nvSpPr>
          <p:spPr>
            <a:xfrm>
              <a:off x="4057269" y="4666107"/>
              <a:ext cx="1674495" cy="593725"/>
            </a:xfrm>
            <a:custGeom>
              <a:avLst/>
              <a:gdLst/>
              <a:ahLst/>
              <a:cxnLst/>
              <a:rect l="l" t="t" r="r" b="b"/>
              <a:pathLst>
                <a:path w="1674495" h="593725">
                  <a:moveTo>
                    <a:pt x="1575180" y="0"/>
                  </a:moveTo>
                  <a:lnTo>
                    <a:pt x="98932" y="0"/>
                  </a:lnTo>
                  <a:lnTo>
                    <a:pt x="60436" y="7778"/>
                  </a:lnTo>
                  <a:lnTo>
                    <a:pt x="28987" y="28987"/>
                  </a:lnTo>
                  <a:lnTo>
                    <a:pt x="7778" y="60436"/>
                  </a:lnTo>
                  <a:lnTo>
                    <a:pt x="0" y="98933"/>
                  </a:lnTo>
                  <a:lnTo>
                    <a:pt x="0" y="494665"/>
                  </a:lnTo>
                  <a:lnTo>
                    <a:pt x="7778" y="533161"/>
                  </a:lnTo>
                  <a:lnTo>
                    <a:pt x="28987" y="564610"/>
                  </a:lnTo>
                  <a:lnTo>
                    <a:pt x="60436" y="585819"/>
                  </a:lnTo>
                  <a:lnTo>
                    <a:pt x="98932" y="593598"/>
                  </a:lnTo>
                  <a:lnTo>
                    <a:pt x="1575180" y="593598"/>
                  </a:lnTo>
                  <a:lnTo>
                    <a:pt x="1613677" y="585819"/>
                  </a:lnTo>
                  <a:lnTo>
                    <a:pt x="1645126" y="564610"/>
                  </a:lnTo>
                  <a:lnTo>
                    <a:pt x="1666335" y="533161"/>
                  </a:lnTo>
                  <a:lnTo>
                    <a:pt x="1674114" y="494665"/>
                  </a:lnTo>
                  <a:lnTo>
                    <a:pt x="1674114" y="98933"/>
                  </a:lnTo>
                  <a:lnTo>
                    <a:pt x="1666335" y="60436"/>
                  </a:lnTo>
                  <a:lnTo>
                    <a:pt x="1645126" y="28987"/>
                  </a:lnTo>
                  <a:lnTo>
                    <a:pt x="1613677" y="7778"/>
                  </a:lnTo>
                  <a:lnTo>
                    <a:pt x="1575180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20">
              <a:extLst>
                <a:ext uri="{FF2B5EF4-FFF2-40B4-BE49-F238E27FC236}">
                  <a16:creationId xmlns:a16="http://schemas.microsoft.com/office/drawing/2014/main" id="{57AB5D13-B947-7240-B6A7-34C01C74800D}"/>
                </a:ext>
              </a:extLst>
            </p:cNvPr>
            <p:cNvSpPr/>
            <p:nvPr/>
          </p:nvSpPr>
          <p:spPr>
            <a:xfrm>
              <a:off x="4057269" y="4666107"/>
              <a:ext cx="1674495" cy="593725"/>
            </a:xfrm>
            <a:custGeom>
              <a:avLst/>
              <a:gdLst/>
              <a:ahLst/>
              <a:cxnLst/>
              <a:rect l="l" t="t" r="r" b="b"/>
              <a:pathLst>
                <a:path w="1674495" h="593725">
                  <a:moveTo>
                    <a:pt x="0" y="98933"/>
                  </a:moveTo>
                  <a:lnTo>
                    <a:pt x="7778" y="60436"/>
                  </a:lnTo>
                  <a:lnTo>
                    <a:pt x="28987" y="28987"/>
                  </a:lnTo>
                  <a:lnTo>
                    <a:pt x="60436" y="7778"/>
                  </a:lnTo>
                  <a:lnTo>
                    <a:pt x="98932" y="0"/>
                  </a:lnTo>
                  <a:lnTo>
                    <a:pt x="1575180" y="0"/>
                  </a:lnTo>
                  <a:lnTo>
                    <a:pt x="1613677" y="7778"/>
                  </a:lnTo>
                  <a:lnTo>
                    <a:pt x="1645126" y="28987"/>
                  </a:lnTo>
                  <a:lnTo>
                    <a:pt x="1666335" y="60436"/>
                  </a:lnTo>
                  <a:lnTo>
                    <a:pt x="1674114" y="98933"/>
                  </a:lnTo>
                  <a:lnTo>
                    <a:pt x="1674114" y="494665"/>
                  </a:lnTo>
                  <a:lnTo>
                    <a:pt x="1666335" y="533161"/>
                  </a:lnTo>
                  <a:lnTo>
                    <a:pt x="1645126" y="564610"/>
                  </a:lnTo>
                  <a:lnTo>
                    <a:pt x="1613677" y="585819"/>
                  </a:lnTo>
                  <a:lnTo>
                    <a:pt x="1575180" y="593598"/>
                  </a:lnTo>
                  <a:lnTo>
                    <a:pt x="98932" y="593598"/>
                  </a:lnTo>
                  <a:lnTo>
                    <a:pt x="60436" y="585819"/>
                  </a:lnTo>
                  <a:lnTo>
                    <a:pt x="28987" y="564610"/>
                  </a:lnTo>
                  <a:lnTo>
                    <a:pt x="7778" y="533161"/>
                  </a:lnTo>
                  <a:lnTo>
                    <a:pt x="0" y="494665"/>
                  </a:lnTo>
                  <a:lnTo>
                    <a:pt x="0" y="98933"/>
                  </a:lnTo>
                  <a:close/>
                </a:path>
              </a:pathLst>
            </a:custGeom>
            <a:ln w="190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2" name="object 21">
            <a:extLst>
              <a:ext uri="{FF2B5EF4-FFF2-40B4-BE49-F238E27FC236}">
                <a16:creationId xmlns:a16="http://schemas.microsoft.com/office/drawing/2014/main" id="{50B76EDB-1E99-C940-A839-39BCE8412FF6}"/>
              </a:ext>
            </a:extLst>
          </p:cNvPr>
          <p:cNvSpPr txBox="1"/>
          <p:nvPr/>
        </p:nvSpPr>
        <p:spPr>
          <a:xfrm>
            <a:off x="4079747" y="4789423"/>
            <a:ext cx="1565910" cy="3302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2000">
                <a:solidFill>
                  <a:srgbClr val="FFFFFF"/>
                </a:solidFill>
                <a:latin typeface="Cambria Math"/>
                <a:cs typeface="Cambria Math"/>
              </a:rPr>
              <a:t>(𝒏</a:t>
            </a:r>
            <a:r>
              <a:rPr sz="2000" spc="-20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2000">
                <a:solidFill>
                  <a:srgbClr val="FFFFFF"/>
                </a:solidFill>
                <a:latin typeface="Cambria Math"/>
                <a:cs typeface="Cambria Math"/>
              </a:rPr>
              <a:t>−</a:t>
            </a:r>
            <a:r>
              <a:rPr sz="2000" spc="-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2000" spc="-10">
                <a:solidFill>
                  <a:srgbClr val="FFFFFF"/>
                </a:solidFill>
                <a:latin typeface="Cambria Math"/>
                <a:cs typeface="Cambria Math"/>
              </a:rPr>
              <a:t>𝟑,</a:t>
            </a:r>
            <a:r>
              <a:rPr sz="2000" spc="-10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2000">
                <a:solidFill>
                  <a:srgbClr val="FFFFFF"/>
                </a:solidFill>
                <a:latin typeface="Cambria Math"/>
                <a:cs typeface="Cambria Math"/>
              </a:rPr>
              <a:t>𝑪</a:t>
            </a:r>
            <a:r>
              <a:rPr sz="2000" spc="-20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2000">
                <a:solidFill>
                  <a:srgbClr val="FFFFFF"/>
                </a:solidFill>
                <a:latin typeface="Cambria Math"/>
                <a:cs typeface="Cambria Math"/>
              </a:rPr>
              <a:t>− </a:t>
            </a:r>
            <a:r>
              <a:rPr sz="2000" spc="-25">
                <a:solidFill>
                  <a:srgbClr val="FFFFFF"/>
                </a:solidFill>
                <a:latin typeface="Cambria Math"/>
                <a:cs typeface="Cambria Math"/>
              </a:rPr>
              <a:t>𝒗)</a:t>
            </a:r>
            <a:endParaRPr sz="2000">
              <a:latin typeface="Cambria Math"/>
              <a:cs typeface="Cambria Math"/>
            </a:endParaRPr>
          </a:p>
        </p:txBody>
      </p:sp>
      <p:sp>
        <p:nvSpPr>
          <p:cNvPr id="63" name="object 22">
            <a:extLst>
              <a:ext uri="{FF2B5EF4-FFF2-40B4-BE49-F238E27FC236}">
                <a16:creationId xmlns:a16="http://schemas.microsoft.com/office/drawing/2014/main" id="{12AC145C-17B9-464A-ACC9-2BB82F0A9DA6}"/>
              </a:ext>
            </a:extLst>
          </p:cNvPr>
          <p:cNvSpPr/>
          <p:nvPr/>
        </p:nvSpPr>
        <p:spPr>
          <a:xfrm>
            <a:off x="8375522" y="3290696"/>
            <a:ext cx="1536700" cy="593090"/>
          </a:xfrm>
          <a:custGeom>
            <a:avLst/>
            <a:gdLst/>
            <a:ahLst/>
            <a:cxnLst/>
            <a:rect l="l" t="t" r="r" b="b"/>
            <a:pathLst>
              <a:path w="1536700" h="593089">
                <a:moveTo>
                  <a:pt x="0" y="98805"/>
                </a:moveTo>
                <a:lnTo>
                  <a:pt x="7758" y="60328"/>
                </a:lnTo>
                <a:lnTo>
                  <a:pt x="28924" y="28924"/>
                </a:lnTo>
                <a:lnTo>
                  <a:pt x="60328" y="7758"/>
                </a:lnTo>
                <a:lnTo>
                  <a:pt x="98805" y="0"/>
                </a:lnTo>
                <a:lnTo>
                  <a:pt x="1437385" y="0"/>
                </a:lnTo>
                <a:lnTo>
                  <a:pt x="1475863" y="7758"/>
                </a:lnTo>
                <a:lnTo>
                  <a:pt x="1507267" y="28924"/>
                </a:lnTo>
                <a:lnTo>
                  <a:pt x="1528433" y="60328"/>
                </a:lnTo>
                <a:lnTo>
                  <a:pt x="1536192" y="98805"/>
                </a:lnTo>
                <a:lnTo>
                  <a:pt x="1536192" y="494029"/>
                </a:lnTo>
                <a:lnTo>
                  <a:pt x="1528433" y="532507"/>
                </a:lnTo>
                <a:lnTo>
                  <a:pt x="1507267" y="563911"/>
                </a:lnTo>
                <a:lnTo>
                  <a:pt x="1475863" y="585077"/>
                </a:lnTo>
                <a:lnTo>
                  <a:pt x="1437385" y="592835"/>
                </a:lnTo>
                <a:lnTo>
                  <a:pt x="98805" y="592835"/>
                </a:lnTo>
                <a:lnTo>
                  <a:pt x="60328" y="585077"/>
                </a:lnTo>
                <a:lnTo>
                  <a:pt x="28924" y="563911"/>
                </a:lnTo>
                <a:lnTo>
                  <a:pt x="7758" y="532507"/>
                </a:lnTo>
                <a:lnTo>
                  <a:pt x="0" y="494029"/>
                </a:lnTo>
                <a:lnTo>
                  <a:pt x="0" y="98805"/>
                </a:lnTo>
                <a:close/>
              </a:path>
            </a:pathLst>
          </a:custGeom>
          <a:ln w="190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23">
            <a:extLst>
              <a:ext uri="{FF2B5EF4-FFF2-40B4-BE49-F238E27FC236}">
                <a16:creationId xmlns:a16="http://schemas.microsoft.com/office/drawing/2014/main" id="{77D32222-68E7-4D42-B900-F024AC03A7ED}"/>
              </a:ext>
            </a:extLst>
          </p:cNvPr>
          <p:cNvSpPr txBox="1"/>
          <p:nvPr/>
        </p:nvSpPr>
        <p:spPr>
          <a:xfrm>
            <a:off x="8428481" y="3445510"/>
            <a:ext cx="1380490" cy="2698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600">
                <a:latin typeface="Cambria Math"/>
                <a:cs typeface="Cambria Math"/>
              </a:rPr>
              <a:t>(𝒏 − 𝟐,</a:t>
            </a:r>
            <a:r>
              <a:rPr sz="1600" spc="-90">
                <a:latin typeface="Cambria Math"/>
                <a:cs typeface="Cambria Math"/>
              </a:rPr>
              <a:t> </a:t>
            </a:r>
            <a:r>
              <a:rPr sz="1600">
                <a:latin typeface="Cambria Math"/>
                <a:cs typeface="Cambria Math"/>
              </a:rPr>
              <a:t>𝑪</a:t>
            </a:r>
            <a:r>
              <a:rPr sz="1600" spc="-5">
                <a:latin typeface="Cambria Math"/>
                <a:cs typeface="Cambria Math"/>
              </a:rPr>
              <a:t> </a:t>
            </a:r>
            <a:r>
              <a:rPr sz="1600">
                <a:latin typeface="Cambria Math"/>
                <a:cs typeface="Cambria Math"/>
              </a:rPr>
              <a:t>− </a:t>
            </a:r>
            <a:r>
              <a:rPr sz="1600" spc="-25">
                <a:latin typeface="Cambria Math"/>
                <a:cs typeface="Cambria Math"/>
              </a:rPr>
              <a:t>𝟐𝒗)</a:t>
            </a:r>
            <a:endParaRPr sz="1600">
              <a:latin typeface="Cambria Math"/>
              <a:cs typeface="Cambria Math"/>
            </a:endParaRPr>
          </a:p>
        </p:txBody>
      </p:sp>
      <p:grpSp>
        <p:nvGrpSpPr>
          <p:cNvPr id="65" name="object 24">
            <a:extLst>
              <a:ext uri="{FF2B5EF4-FFF2-40B4-BE49-F238E27FC236}">
                <a16:creationId xmlns:a16="http://schemas.microsoft.com/office/drawing/2014/main" id="{FCFBB252-E966-EA43-9CB6-C711BAD23C02}"/>
              </a:ext>
            </a:extLst>
          </p:cNvPr>
          <p:cNvGrpSpPr/>
          <p:nvPr/>
        </p:nvGrpSpPr>
        <p:grpSpPr>
          <a:xfrm>
            <a:off x="6854190" y="4652771"/>
            <a:ext cx="1812925" cy="612140"/>
            <a:chOff x="6854190" y="4652771"/>
            <a:chExt cx="1812925" cy="612140"/>
          </a:xfrm>
        </p:grpSpPr>
        <p:sp>
          <p:nvSpPr>
            <p:cNvPr id="66" name="object 25">
              <a:extLst>
                <a:ext uri="{FF2B5EF4-FFF2-40B4-BE49-F238E27FC236}">
                  <a16:creationId xmlns:a16="http://schemas.microsoft.com/office/drawing/2014/main" id="{2C86C5DE-D9D8-F74B-A436-B41B8D3E6184}"/>
                </a:ext>
              </a:extLst>
            </p:cNvPr>
            <p:cNvSpPr/>
            <p:nvPr/>
          </p:nvSpPr>
          <p:spPr>
            <a:xfrm>
              <a:off x="6863715" y="4662296"/>
              <a:ext cx="1793875" cy="593090"/>
            </a:xfrm>
            <a:custGeom>
              <a:avLst/>
              <a:gdLst/>
              <a:ahLst/>
              <a:cxnLst/>
              <a:rect l="l" t="t" r="r" b="b"/>
              <a:pathLst>
                <a:path w="1793875" h="593089">
                  <a:moveTo>
                    <a:pt x="1694941" y="0"/>
                  </a:moveTo>
                  <a:lnTo>
                    <a:pt x="98805" y="0"/>
                  </a:lnTo>
                  <a:lnTo>
                    <a:pt x="60328" y="7758"/>
                  </a:lnTo>
                  <a:lnTo>
                    <a:pt x="28924" y="28924"/>
                  </a:lnTo>
                  <a:lnTo>
                    <a:pt x="7758" y="60328"/>
                  </a:lnTo>
                  <a:lnTo>
                    <a:pt x="0" y="98805"/>
                  </a:lnTo>
                  <a:lnTo>
                    <a:pt x="0" y="494029"/>
                  </a:lnTo>
                  <a:lnTo>
                    <a:pt x="7758" y="532507"/>
                  </a:lnTo>
                  <a:lnTo>
                    <a:pt x="28924" y="563911"/>
                  </a:lnTo>
                  <a:lnTo>
                    <a:pt x="60328" y="585077"/>
                  </a:lnTo>
                  <a:lnTo>
                    <a:pt x="98805" y="592835"/>
                  </a:lnTo>
                  <a:lnTo>
                    <a:pt x="1694941" y="592835"/>
                  </a:lnTo>
                  <a:lnTo>
                    <a:pt x="1733419" y="585077"/>
                  </a:lnTo>
                  <a:lnTo>
                    <a:pt x="1764823" y="563911"/>
                  </a:lnTo>
                  <a:lnTo>
                    <a:pt x="1785989" y="532507"/>
                  </a:lnTo>
                  <a:lnTo>
                    <a:pt x="1793748" y="494029"/>
                  </a:lnTo>
                  <a:lnTo>
                    <a:pt x="1793748" y="98805"/>
                  </a:lnTo>
                  <a:lnTo>
                    <a:pt x="1785989" y="60328"/>
                  </a:lnTo>
                  <a:lnTo>
                    <a:pt x="1764823" y="28924"/>
                  </a:lnTo>
                  <a:lnTo>
                    <a:pt x="1733419" y="7758"/>
                  </a:lnTo>
                  <a:lnTo>
                    <a:pt x="1694941" y="0"/>
                  </a:lnTo>
                  <a:close/>
                </a:path>
              </a:pathLst>
            </a:custGeom>
            <a:solidFill>
              <a:srgbClr val="00A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26">
              <a:extLst>
                <a:ext uri="{FF2B5EF4-FFF2-40B4-BE49-F238E27FC236}">
                  <a16:creationId xmlns:a16="http://schemas.microsoft.com/office/drawing/2014/main" id="{49072A1E-1807-174E-915D-3C0E3928CDD0}"/>
                </a:ext>
              </a:extLst>
            </p:cNvPr>
            <p:cNvSpPr/>
            <p:nvPr/>
          </p:nvSpPr>
          <p:spPr>
            <a:xfrm>
              <a:off x="6863715" y="4662296"/>
              <a:ext cx="1793875" cy="593090"/>
            </a:xfrm>
            <a:custGeom>
              <a:avLst/>
              <a:gdLst/>
              <a:ahLst/>
              <a:cxnLst/>
              <a:rect l="l" t="t" r="r" b="b"/>
              <a:pathLst>
                <a:path w="1793875" h="593089">
                  <a:moveTo>
                    <a:pt x="0" y="98805"/>
                  </a:moveTo>
                  <a:lnTo>
                    <a:pt x="7758" y="60328"/>
                  </a:lnTo>
                  <a:lnTo>
                    <a:pt x="28924" y="28924"/>
                  </a:lnTo>
                  <a:lnTo>
                    <a:pt x="60328" y="7758"/>
                  </a:lnTo>
                  <a:lnTo>
                    <a:pt x="98805" y="0"/>
                  </a:lnTo>
                  <a:lnTo>
                    <a:pt x="1694941" y="0"/>
                  </a:lnTo>
                  <a:lnTo>
                    <a:pt x="1733419" y="7758"/>
                  </a:lnTo>
                  <a:lnTo>
                    <a:pt x="1764823" y="28924"/>
                  </a:lnTo>
                  <a:lnTo>
                    <a:pt x="1785989" y="60328"/>
                  </a:lnTo>
                  <a:lnTo>
                    <a:pt x="1793748" y="98805"/>
                  </a:lnTo>
                  <a:lnTo>
                    <a:pt x="1793748" y="494029"/>
                  </a:lnTo>
                  <a:lnTo>
                    <a:pt x="1785989" y="532507"/>
                  </a:lnTo>
                  <a:lnTo>
                    <a:pt x="1764823" y="563911"/>
                  </a:lnTo>
                  <a:lnTo>
                    <a:pt x="1733419" y="585077"/>
                  </a:lnTo>
                  <a:lnTo>
                    <a:pt x="1694941" y="592835"/>
                  </a:lnTo>
                  <a:lnTo>
                    <a:pt x="98805" y="592835"/>
                  </a:lnTo>
                  <a:lnTo>
                    <a:pt x="60328" y="585077"/>
                  </a:lnTo>
                  <a:lnTo>
                    <a:pt x="28924" y="563911"/>
                  </a:lnTo>
                  <a:lnTo>
                    <a:pt x="7758" y="532507"/>
                  </a:lnTo>
                  <a:lnTo>
                    <a:pt x="0" y="494029"/>
                  </a:lnTo>
                  <a:lnTo>
                    <a:pt x="0" y="98805"/>
                  </a:lnTo>
                  <a:close/>
                </a:path>
              </a:pathLst>
            </a:custGeom>
            <a:ln w="190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8" name="object 27">
            <a:extLst>
              <a:ext uri="{FF2B5EF4-FFF2-40B4-BE49-F238E27FC236}">
                <a16:creationId xmlns:a16="http://schemas.microsoft.com/office/drawing/2014/main" id="{9B027022-A991-714A-9093-C9A3AB84FE00}"/>
              </a:ext>
            </a:extLst>
          </p:cNvPr>
          <p:cNvSpPr txBox="1"/>
          <p:nvPr/>
        </p:nvSpPr>
        <p:spPr>
          <a:xfrm>
            <a:off x="6869938" y="4785614"/>
            <a:ext cx="1718310" cy="3302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2000">
                <a:solidFill>
                  <a:srgbClr val="FFFFFF"/>
                </a:solidFill>
                <a:latin typeface="Cambria Math"/>
                <a:cs typeface="Cambria Math"/>
              </a:rPr>
              <a:t>(𝒏</a:t>
            </a:r>
            <a:r>
              <a:rPr sz="2000" spc="-20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2000">
                <a:solidFill>
                  <a:srgbClr val="FFFFFF"/>
                </a:solidFill>
                <a:latin typeface="Cambria Math"/>
                <a:cs typeface="Cambria Math"/>
              </a:rPr>
              <a:t>−</a:t>
            </a:r>
            <a:r>
              <a:rPr sz="2000" spc="-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2000" spc="-10">
                <a:solidFill>
                  <a:srgbClr val="FFFFFF"/>
                </a:solidFill>
                <a:latin typeface="Cambria Math"/>
                <a:cs typeface="Cambria Math"/>
              </a:rPr>
              <a:t>𝟑,</a:t>
            </a:r>
            <a:r>
              <a:rPr sz="2000" spc="-105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2000">
                <a:solidFill>
                  <a:srgbClr val="FFFFFF"/>
                </a:solidFill>
                <a:latin typeface="Cambria Math"/>
                <a:cs typeface="Cambria Math"/>
              </a:rPr>
              <a:t>𝑪</a:t>
            </a:r>
            <a:r>
              <a:rPr sz="2000" spc="-20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2000">
                <a:solidFill>
                  <a:srgbClr val="FFFFFF"/>
                </a:solidFill>
                <a:latin typeface="Cambria Math"/>
                <a:cs typeface="Cambria Math"/>
              </a:rPr>
              <a:t>− </a:t>
            </a:r>
            <a:r>
              <a:rPr sz="2000" spc="-25">
                <a:solidFill>
                  <a:srgbClr val="FFFFFF"/>
                </a:solidFill>
                <a:latin typeface="Cambria Math"/>
                <a:cs typeface="Cambria Math"/>
              </a:rPr>
              <a:t>𝟐𝒗)</a:t>
            </a:r>
            <a:endParaRPr sz="2000">
              <a:latin typeface="Cambria Math"/>
              <a:cs typeface="Cambria Math"/>
            </a:endParaRPr>
          </a:p>
        </p:txBody>
      </p:sp>
      <p:sp>
        <p:nvSpPr>
          <p:cNvPr id="69" name="object 28">
            <a:extLst>
              <a:ext uri="{FF2B5EF4-FFF2-40B4-BE49-F238E27FC236}">
                <a16:creationId xmlns:a16="http://schemas.microsoft.com/office/drawing/2014/main" id="{41840A5A-8A29-A94D-8C71-1717EC96CBCD}"/>
              </a:ext>
            </a:extLst>
          </p:cNvPr>
          <p:cNvSpPr/>
          <p:nvPr/>
        </p:nvSpPr>
        <p:spPr>
          <a:xfrm>
            <a:off x="9797415" y="4682109"/>
            <a:ext cx="1536700" cy="593090"/>
          </a:xfrm>
          <a:custGeom>
            <a:avLst/>
            <a:gdLst/>
            <a:ahLst/>
            <a:cxnLst/>
            <a:rect l="l" t="t" r="r" b="b"/>
            <a:pathLst>
              <a:path w="1536700" h="593089">
                <a:moveTo>
                  <a:pt x="0" y="98806"/>
                </a:moveTo>
                <a:lnTo>
                  <a:pt x="7758" y="60328"/>
                </a:lnTo>
                <a:lnTo>
                  <a:pt x="28924" y="28924"/>
                </a:lnTo>
                <a:lnTo>
                  <a:pt x="60328" y="7758"/>
                </a:lnTo>
                <a:lnTo>
                  <a:pt x="98805" y="0"/>
                </a:lnTo>
                <a:lnTo>
                  <a:pt x="1437385" y="0"/>
                </a:lnTo>
                <a:lnTo>
                  <a:pt x="1475863" y="7758"/>
                </a:lnTo>
                <a:lnTo>
                  <a:pt x="1507267" y="28924"/>
                </a:lnTo>
                <a:lnTo>
                  <a:pt x="1528433" y="60328"/>
                </a:lnTo>
                <a:lnTo>
                  <a:pt x="1536191" y="98806"/>
                </a:lnTo>
                <a:lnTo>
                  <a:pt x="1536191" y="494030"/>
                </a:lnTo>
                <a:lnTo>
                  <a:pt x="1528433" y="532507"/>
                </a:lnTo>
                <a:lnTo>
                  <a:pt x="1507267" y="563911"/>
                </a:lnTo>
                <a:lnTo>
                  <a:pt x="1475863" y="585077"/>
                </a:lnTo>
                <a:lnTo>
                  <a:pt x="1437385" y="592836"/>
                </a:lnTo>
                <a:lnTo>
                  <a:pt x="98805" y="592836"/>
                </a:lnTo>
                <a:lnTo>
                  <a:pt x="60328" y="585077"/>
                </a:lnTo>
                <a:lnTo>
                  <a:pt x="28924" y="563911"/>
                </a:lnTo>
                <a:lnTo>
                  <a:pt x="7758" y="532507"/>
                </a:lnTo>
                <a:lnTo>
                  <a:pt x="0" y="494030"/>
                </a:lnTo>
                <a:lnTo>
                  <a:pt x="0" y="98806"/>
                </a:lnTo>
                <a:close/>
              </a:path>
            </a:pathLst>
          </a:custGeom>
          <a:ln w="190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29">
            <a:extLst>
              <a:ext uri="{FF2B5EF4-FFF2-40B4-BE49-F238E27FC236}">
                <a16:creationId xmlns:a16="http://schemas.microsoft.com/office/drawing/2014/main" id="{AFB171B4-F1E5-F84B-B054-C32EDD3309B9}"/>
              </a:ext>
            </a:extLst>
          </p:cNvPr>
          <p:cNvSpPr txBox="1"/>
          <p:nvPr/>
        </p:nvSpPr>
        <p:spPr>
          <a:xfrm>
            <a:off x="9850881" y="4837176"/>
            <a:ext cx="1380490" cy="2698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600">
                <a:latin typeface="Cambria Math"/>
                <a:cs typeface="Cambria Math"/>
              </a:rPr>
              <a:t>(𝒏 − 𝟑,</a:t>
            </a:r>
            <a:r>
              <a:rPr sz="1600" spc="-90">
                <a:latin typeface="Cambria Math"/>
                <a:cs typeface="Cambria Math"/>
              </a:rPr>
              <a:t> </a:t>
            </a:r>
            <a:r>
              <a:rPr sz="1600">
                <a:latin typeface="Cambria Math"/>
                <a:cs typeface="Cambria Math"/>
              </a:rPr>
              <a:t>𝑪</a:t>
            </a:r>
            <a:r>
              <a:rPr sz="1600" spc="-5">
                <a:latin typeface="Cambria Math"/>
                <a:cs typeface="Cambria Math"/>
              </a:rPr>
              <a:t> </a:t>
            </a:r>
            <a:r>
              <a:rPr sz="1600">
                <a:latin typeface="Cambria Math"/>
                <a:cs typeface="Cambria Math"/>
              </a:rPr>
              <a:t>− </a:t>
            </a:r>
            <a:r>
              <a:rPr sz="1600" spc="-25">
                <a:latin typeface="Cambria Math"/>
                <a:cs typeface="Cambria Math"/>
              </a:rPr>
              <a:t>𝟑𝒗)</a:t>
            </a:r>
            <a:endParaRPr sz="1600">
              <a:latin typeface="Cambria Math"/>
              <a:cs typeface="Cambria Math"/>
            </a:endParaRPr>
          </a:p>
        </p:txBody>
      </p:sp>
      <p:sp>
        <p:nvSpPr>
          <p:cNvPr id="71" name="object 30">
            <a:extLst>
              <a:ext uri="{FF2B5EF4-FFF2-40B4-BE49-F238E27FC236}">
                <a16:creationId xmlns:a16="http://schemas.microsoft.com/office/drawing/2014/main" id="{1A04EAB9-A157-0B4D-9023-E5F1A8C7B171}"/>
              </a:ext>
            </a:extLst>
          </p:cNvPr>
          <p:cNvSpPr/>
          <p:nvPr/>
        </p:nvSpPr>
        <p:spPr>
          <a:xfrm>
            <a:off x="4134230" y="5674995"/>
            <a:ext cx="4321810" cy="593090"/>
          </a:xfrm>
          <a:custGeom>
            <a:avLst/>
            <a:gdLst/>
            <a:ahLst/>
            <a:cxnLst/>
            <a:rect l="l" t="t" r="r" b="b"/>
            <a:pathLst>
              <a:path w="4321809" h="593089">
                <a:moveTo>
                  <a:pt x="0" y="98805"/>
                </a:moveTo>
                <a:lnTo>
                  <a:pt x="7758" y="60345"/>
                </a:lnTo>
                <a:lnTo>
                  <a:pt x="28924" y="28938"/>
                </a:lnTo>
                <a:lnTo>
                  <a:pt x="60328" y="7764"/>
                </a:lnTo>
                <a:lnTo>
                  <a:pt x="98806" y="0"/>
                </a:lnTo>
                <a:lnTo>
                  <a:pt x="4222496" y="0"/>
                </a:lnTo>
                <a:lnTo>
                  <a:pt x="4260973" y="7764"/>
                </a:lnTo>
                <a:lnTo>
                  <a:pt x="4292377" y="28938"/>
                </a:lnTo>
                <a:lnTo>
                  <a:pt x="4313543" y="60345"/>
                </a:lnTo>
                <a:lnTo>
                  <a:pt x="4321302" y="98805"/>
                </a:lnTo>
                <a:lnTo>
                  <a:pt x="4321302" y="494029"/>
                </a:lnTo>
                <a:lnTo>
                  <a:pt x="4313543" y="532490"/>
                </a:lnTo>
                <a:lnTo>
                  <a:pt x="4292377" y="563897"/>
                </a:lnTo>
                <a:lnTo>
                  <a:pt x="4260973" y="585071"/>
                </a:lnTo>
                <a:lnTo>
                  <a:pt x="4222496" y="592835"/>
                </a:lnTo>
                <a:lnTo>
                  <a:pt x="98806" y="592835"/>
                </a:lnTo>
                <a:lnTo>
                  <a:pt x="60328" y="585071"/>
                </a:lnTo>
                <a:lnTo>
                  <a:pt x="28924" y="563897"/>
                </a:lnTo>
                <a:lnTo>
                  <a:pt x="7758" y="532490"/>
                </a:lnTo>
                <a:lnTo>
                  <a:pt x="0" y="494029"/>
                </a:lnTo>
                <a:lnTo>
                  <a:pt x="0" y="98805"/>
                </a:lnTo>
                <a:close/>
              </a:path>
            </a:pathLst>
          </a:custGeom>
          <a:ln w="190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31">
            <a:extLst>
              <a:ext uri="{FF2B5EF4-FFF2-40B4-BE49-F238E27FC236}">
                <a16:creationId xmlns:a16="http://schemas.microsoft.com/office/drawing/2014/main" id="{476DFF01-B36B-3249-877B-D081F0DD3E43}"/>
              </a:ext>
            </a:extLst>
          </p:cNvPr>
          <p:cNvSpPr txBox="1"/>
          <p:nvPr/>
        </p:nvSpPr>
        <p:spPr>
          <a:xfrm>
            <a:off x="4242053" y="5780023"/>
            <a:ext cx="279400" cy="3302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2000" spc="-5">
                <a:latin typeface="PMingLiU"/>
                <a:cs typeface="PMingLiU"/>
              </a:rPr>
              <a:t>…</a:t>
            </a:r>
            <a:endParaRPr sz="2000">
              <a:latin typeface="PMingLiU"/>
              <a:cs typeface="PMingLiU"/>
            </a:endParaRPr>
          </a:p>
        </p:txBody>
      </p:sp>
      <p:sp>
        <p:nvSpPr>
          <p:cNvPr id="73" name="object 32">
            <a:extLst>
              <a:ext uri="{FF2B5EF4-FFF2-40B4-BE49-F238E27FC236}">
                <a16:creationId xmlns:a16="http://schemas.microsoft.com/office/drawing/2014/main" id="{415555F5-95B6-C446-880F-792212FB692D}"/>
              </a:ext>
            </a:extLst>
          </p:cNvPr>
          <p:cNvSpPr txBox="1"/>
          <p:nvPr/>
        </p:nvSpPr>
        <p:spPr>
          <a:xfrm>
            <a:off x="5169408" y="5780023"/>
            <a:ext cx="3063875" cy="3302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34340" algn="l"/>
                <a:tab pos="2037714" algn="l"/>
                <a:tab pos="2797175" algn="l"/>
              </a:tabLst>
            </a:pPr>
            <a:r>
              <a:rPr sz="2000" spc="-50">
                <a:latin typeface="PMingLiU"/>
                <a:cs typeface="PMingLiU"/>
              </a:rPr>
              <a:t>…</a:t>
            </a:r>
            <a:r>
              <a:rPr sz="2000">
                <a:latin typeface="PMingLiU"/>
                <a:cs typeface="PMingLiU"/>
              </a:rPr>
              <a:t>	</a:t>
            </a:r>
            <a:r>
              <a:rPr sz="2000" spc="-20">
                <a:latin typeface="PMingLiU"/>
                <a:cs typeface="PMingLiU"/>
              </a:rPr>
              <a:t>最深可达</a:t>
            </a:r>
            <a:r>
              <a:rPr sz="2000" spc="-10">
                <a:latin typeface="Cambria Math"/>
                <a:cs typeface="Cambria Math"/>
              </a:rPr>
              <a:t>𝒏</a:t>
            </a:r>
            <a:r>
              <a:rPr sz="2000" spc="-50">
                <a:latin typeface="PMingLiU"/>
                <a:cs typeface="PMingLiU"/>
              </a:rPr>
              <a:t>层</a:t>
            </a:r>
            <a:r>
              <a:rPr sz="2000">
                <a:latin typeface="PMingLiU"/>
                <a:cs typeface="PMingLiU"/>
              </a:rPr>
              <a:t>	</a:t>
            </a:r>
            <a:r>
              <a:rPr sz="2000" spc="-50">
                <a:latin typeface="PMingLiU"/>
                <a:cs typeface="PMingLiU"/>
              </a:rPr>
              <a:t>…</a:t>
            </a:r>
            <a:r>
              <a:rPr sz="2000">
                <a:latin typeface="PMingLiU"/>
                <a:cs typeface="PMingLiU"/>
              </a:rPr>
              <a:t>	</a:t>
            </a:r>
            <a:r>
              <a:rPr sz="2000" spc="-50">
                <a:latin typeface="PMingLiU"/>
                <a:cs typeface="PMingLiU"/>
              </a:rPr>
              <a:t>…</a:t>
            </a:r>
            <a:endParaRPr sz="2000">
              <a:latin typeface="PMingLiU"/>
              <a:cs typeface="PMingLiU"/>
            </a:endParaRPr>
          </a:p>
        </p:txBody>
      </p:sp>
      <p:grpSp>
        <p:nvGrpSpPr>
          <p:cNvPr id="74" name="object 33">
            <a:extLst>
              <a:ext uri="{FF2B5EF4-FFF2-40B4-BE49-F238E27FC236}">
                <a16:creationId xmlns:a16="http://schemas.microsoft.com/office/drawing/2014/main" id="{1C64F1FE-3E0B-D142-96FA-1988EA1B06E4}"/>
              </a:ext>
            </a:extLst>
          </p:cNvPr>
          <p:cNvGrpSpPr/>
          <p:nvPr/>
        </p:nvGrpSpPr>
        <p:grpSpPr>
          <a:xfrm>
            <a:off x="1044702" y="1062863"/>
            <a:ext cx="10085070" cy="5158105"/>
            <a:chOff x="1044702" y="1062863"/>
            <a:chExt cx="10085070" cy="5158105"/>
          </a:xfrm>
        </p:grpSpPr>
        <p:sp>
          <p:nvSpPr>
            <p:cNvPr id="75" name="object 34">
              <a:extLst>
                <a:ext uri="{FF2B5EF4-FFF2-40B4-BE49-F238E27FC236}">
                  <a16:creationId xmlns:a16="http://schemas.microsoft.com/office/drawing/2014/main" id="{11A4F5A7-F6F9-0246-8572-C5C5B8DFE95C}"/>
                </a:ext>
              </a:extLst>
            </p:cNvPr>
            <p:cNvSpPr/>
            <p:nvPr/>
          </p:nvSpPr>
          <p:spPr>
            <a:xfrm>
              <a:off x="1935099" y="5274945"/>
              <a:ext cx="76200" cy="384175"/>
            </a:xfrm>
            <a:custGeom>
              <a:avLst/>
              <a:gdLst/>
              <a:ahLst/>
              <a:cxnLst/>
              <a:rect l="l" t="t" r="r" b="b"/>
              <a:pathLst>
                <a:path w="76200" h="384175">
                  <a:moveTo>
                    <a:pt x="25400" y="307974"/>
                  </a:moveTo>
                  <a:lnTo>
                    <a:pt x="0" y="307974"/>
                  </a:lnTo>
                  <a:lnTo>
                    <a:pt x="38100" y="384174"/>
                  </a:lnTo>
                  <a:lnTo>
                    <a:pt x="69850" y="320674"/>
                  </a:lnTo>
                  <a:lnTo>
                    <a:pt x="25400" y="320674"/>
                  </a:lnTo>
                  <a:lnTo>
                    <a:pt x="25400" y="307974"/>
                  </a:lnTo>
                  <a:close/>
                </a:path>
                <a:path w="76200" h="384175">
                  <a:moveTo>
                    <a:pt x="50800" y="0"/>
                  </a:moveTo>
                  <a:lnTo>
                    <a:pt x="25400" y="0"/>
                  </a:lnTo>
                  <a:lnTo>
                    <a:pt x="25400" y="320674"/>
                  </a:lnTo>
                  <a:lnTo>
                    <a:pt x="50800" y="320674"/>
                  </a:lnTo>
                  <a:lnTo>
                    <a:pt x="50800" y="0"/>
                  </a:lnTo>
                  <a:close/>
                </a:path>
                <a:path w="76200" h="384175">
                  <a:moveTo>
                    <a:pt x="76200" y="307974"/>
                  </a:moveTo>
                  <a:lnTo>
                    <a:pt x="50800" y="307974"/>
                  </a:lnTo>
                  <a:lnTo>
                    <a:pt x="50800" y="320674"/>
                  </a:lnTo>
                  <a:lnTo>
                    <a:pt x="69850" y="320674"/>
                  </a:lnTo>
                  <a:lnTo>
                    <a:pt x="76200" y="30797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35">
              <a:extLst>
                <a:ext uri="{FF2B5EF4-FFF2-40B4-BE49-F238E27FC236}">
                  <a16:creationId xmlns:a16="http://schemas.microsoft.com/office/drawing/2014/main" id="{F49F3976-7881-5D4F-8972-B6ADB708B7BC}"/>
                </a:ext>
              </a:extLst>
            </p:cNvPr>
            <p:cNvSpPr/>
            <p:nvPr/>
          </p:nvSpPr>
          <p:spPr>
            <a:xfrm>
              <a:off x="1054227" y="5658992"/>
              <a:ext cx="1122045" cy="552450"/>
            </a:xfrm>
            <a:custGeom>
              <a:avLst/>
              <a:gdLst/>
              <a:ahLst/>
              <a:cxnLst/>
              <a:rect l="l" t="t" r="r" b="b"/>
              <a:pathLst>
                <a:path w="1122045" h="552450">
                  <a:moveTo>
                    <a:pt x="0" y="63118"/>
                  </a:moveTo>
                  <a:lnTo>
                    <a:pt x="4959" y="38549"/>
                  </a:lnTo>
                  <a:lnTo>
                    <a:pt x="18486" y="18486"/>
                  </a:lnTo>
                  <a:lnTo>
                    <a:pt x="38549" y="4959"/>
                  </a:lnTo>
                  <a:lnTo>
                    <a:pt x="63118" y="0"/>
                  </a:lnTo>
                  <a:lnTo>
                    <a:pt x="315594" y="0"/>
                  </a:lnTo>
                  <a:lnTo>
                    <a:pt x="340137" y="4959"/>
                  </a:lnTo>
                  <a:lnTo>
                    <a:pt x="360203" y="18486"/>
                  </a:lnTo>
                  <a:lnTo>
                    <a:pt x="373745" y="38549"/>
                  </a:lnTo>
                  <a:lnTo>
                    <a:pt x="378713" y="63118"/>
                  </a:lnTo>
                  <a:lnTo>
                    <a:pt x="378713" y="489330"/>
                  </a:lnTo>
                  <a:lnTo>
                    <a:pt x="373745" y="513900"/>
                  </a:lnTo>
                  <a:lnTo>
                    <a:pt x="360203" y="533963"/>
                  </a:lnTo>
                  <a:lnTo>
                    <a:pt x="340137" y="547490"/>
                  </a:lnTo>
                  <a:lnTo>
                    <a:pt x="315594" y="552449"/>
                  </a:lnTo>
                  <a:lnTo>
                    <a:pt x="63118" y="552449"/>
                  </a:lnTo>
                  <a:lnTo>
                    <a:pt x="38549" y="547490"/>
                  </a:lnTo>
                  <a:lnTo>
                    <a:pt x="18486" y="533963"/>
                  </a:lnTo>
                  <a:lnTo>
                    <a:pt x="4959" y="513900"/>
                  </a:lnTo>
                  <a:lnTo>
                    <a:pt x="0" y="489330"/>
                  </a:lnTo>
                  <a:lnTo>
                    <a:pt x="0" y="63118"/>
                  </a:lnTo>
                  <a:close/>
                </a:path>
                <a:path w="1122045" h="552450">
                  <a:moveTo>
                    <a:pt x="743711" y="62991"/>
                  </a:moveTo>
                  <a:lnTo>
                    <a:pt x="748661" y="38474"/>
                  </a:lnTo>
                  <a:lnTo>
                    <a:pt x="762158" y="18451"/>
                  </a:lnTo>
                  <a:lnTo>
                    <a:pt x="782181" y="4950"/>
                  </a:lnTo>
                  <a:lnTo>
                    <a:pt x="806704" y="0"/>
                  </a:lnTo>
                  <a:lnTo>
                    <a:pt x="1058672" y="0"/>
                  </a:lnTo>
                  <a:lnTo>
                    <a:pt x="1083194" y="4950"/>
                  </a:lnTo>
                  <a:lnTo>
                    <a:pt x="1103217" y="18451"/>
                  </a:lnTo>
                  <a:lnTo>
                    <a:pt x="1116714" y="38474"/>
                  </a:lnTo>
                  <a:lnTo>
                    <a:pt x="1121664" y="62991"/>
                  </a:lnTo>
                  <a:lnTo>
                    <a:pt x="1121664" y="489457"/>
                  </a:lnTo>
                  <a:lnTo>
                    <a:pt x="1116714" y="513975"/>
                  </a:lnTo>
                  <a:lnTo>
                    <a:pt x="1103217" y="533998"/>
                  </a:lnTo>
                  <a:lnTo>
                    <a:pt x="1083194" y="547499"/>
                  </a:lnTo>
                  <a:lnTo>
                    <a:pt x="1058672" y="552449"/>
                  </a:lnTo>
                  <a:lnTo>
                    <a:pt x="806704" y="552449"/>
                  </a:lnTo>
                  <a:lnTo>
                    <a:pt x="782181" y="547499"/>
                  </a:lnTo>
                  <a:lnTo>
                    <a:pt x="762158" y="533998"/>
                  </a:lnTo>
                  <a:lnTo>
                    <a:pt x="748661" y="513975"/>
                  </a:lnTo>
                  <a:lnTo>
                    <a:pt x="743711" y="489457"/>
                  </a:lnTo>
                  <a:lnTo>
                    <a:pt x="743711" y="62991"/>
                  </a:lnTo>
                  <a:close/>
                </a:path>
              </a:pathLst>
            </a:custGeom>
            <a:ln w="190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36">
              <a:extLst>
                <a:ext uri="{FF2B5EF4-FFF2-40B4-BE49-F238E27FC236}">
                  <a16:creationId xmlns:a16="http://schemas.microsoft.com/office/drawing/2014/main" id="{CB07F170-4D11-2F49-B43A-7EC31087C94A}"/>
                </a:ext>
              </a:extLst>
            </p:cNvPr>
            <p:cNvSpPr/>
            <p:nvPr/>
          </p:nvSpPr>
          <p:spPr>
            <a:xfrm>
              <a:off x="6997065" y="1075563"/>
              <a:ext cx="4119879" cy="2510155"/>
            </a:xfrm>
            <a:custGeom>
              <a:avLst/>
              <a:gdLst/>
              <a:ahLst/>
              <a:cxnLst/>
              <a:rect l="l" t="t" r="r" b="b"/>
              <a:pathLst>
                <a:path w="4119879" h="2510154">
                  <a:moveTo>
                    <a:pt x="0" y="0"/>
                  </a:moveTo>
                  <a:lnTo>
                    <a:pt x="4119626" y="0"/>
                  </a:lnTo>
                </a:path>
                <a:path w="4119879" h="2510154">
                  <a:moveTo>
                    <a:pt x="1918715" y="1125092"/>
                  </a:moveTo>
                  <a:lnTo>
                    <a:pt x="4119499" y="1123950"/>
                  </a:lnTo>
                </a:path>
                <a:path w="4119879" h="2510154">
                  <a:moveTo>
                    <a:pt x="3370326" y="2510028"/>
                  </a:moveTo>
                  <a:lnTo>
                    <a:pt x="4118990" y="2510028"/>
                  </a:lnTo>
                </a:path>
              </a:pathLst>
            </a:custGeom>
            <a:ln w="25400">
              <a:solidFill>
                <a:srgbClr val="000000"/>
              </a:solidFill>
              <a:prstDash val="lg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8" name="object 37">
            <a:extLst>
              <a:ext uri="{FF2B5EF4-FFF2-40B4-BE49-F238E27FC236}">
                <a16:creationId xmlns:a16="http://schemas.microsoft.com/office/drawing/2014/main" id="{31274C95-E899-9944-A239-A8B3043D596D}"/>
              </a:ext>
            </a:extLst>
          </p:cNvPr>
          <p:cNvSpPr txBox="1"/>
          <p:nvPr/>
        </p:nvSpPr>
        <p:spPr>
          <a:xfrm>
            <a:off x="11195557" y="859536"/>
            <a:ext cx="864869" cy="3613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200" spc="-20">
                <a:latin typeface="PMingLiU"/>
                <a:cs typeface="PMingLiU"/>
              </a:rPr>
              <a:t>第一层</a:t>
            </a:r>
            <a:endParaRPr sz="2200">
              <a:latin typeface="PMingLiU"/>
              <a:cs typeface="PMingLiU"/>
            </a:endParaRPr>
          </a:p>
        </p:txBody>
      </p:sp>
      <p:sp>
        <p:nvSpPr>
          <p:cNvPr id="79" name="object 38">
            <a:extLst>
              <a:ext uri="{FF2B5EF4-FFF2-40B4-BE49-F238E27FC236}">
                <a16:creationId xmlns:a16="http://schemas.microsoft.com/office/drawing/2014/main" id="{747C9850-25AA-0542-8123-4DB4A3795F8F}"/>
              </a:ext>
            </a:extLst>
          </p:cNvPr>
          <p:cNvSpPr txBox="1"/>
          <p:nvPr/>
        </p:nvSpPr>
        <p:spPr>
          <a:xfrm>
            <a:off x="11195557" y="1953767"/>
            <a:ext cx="864869" cy="3613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200" spc="-20">
                <a:latin typeface="PMingLiU"/>
                <a:cs typeface="PMingLiU"/>
              </a:rPr>
              <a:t>第二层</a:t>
            </a:r>
            <a:endParaRPr sz="2200">
              <a:latin typeface="PMingLiU"/>
              <a:cs typeface="PMingLiU"/>
            </a:endParaRPr>
          </a:p>
        </p:txBody>
      </p:sp>
      <p:sp>
        <p:nvSpPr>
          <p:cNvPr id="80" name="object 39">
            <a:extLst>
              <a:ext uri="{FF2B5EF4-FFF2-40B4-BE49-F238E27FC236}">
                <a16:creationId xmlns:a16="http://schemas.microsoft.com/office/drawing/2014/main" id="{E67414E6-AAF2-4F46-8C6F-1B03C0DAD8DB}"/>
              </a:ext>
            </a:extLst>
          </p:cNvPr>
          <p:cNvSpPr txBox="1"/>
          <p:nvPr/>
        </p:nvSpPr>
        <p:spPr>
          <a:xfrm>
            <a:off x="11195557" y="3340353"/>
            <a:ext cx="864869" cy="3613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200" spc="-20">
                <a:latin typeface="PMingLiU"/>
                <a:cs typeface="PMingLiU"/>
              </a:rPr>
              <a:t>第三层</a:t>
            </a:r>
            <a:endParaRPr sz="2200">
              <a:latin typeface="PMingLiU"/>
              <a:cs typeface="PMingLiU"/>
            </a:endParaRPr>
          </a:p>
        </p:txBody>
      </p:sp>
      <p:sp>
        <p:nvSpPr>
          <p:cNvPr id="81" name="object 40">
            <a:extLst>
              <a:ext uri="{FF2B5EF4-FFF2-40B4-BE49-F238E27FC236}">
                <a16:creationId xmlns:a16="http://schemas.microsoft.com/office/drawing/2014/main" id="{A7B7FFBD-7477-2349-B6CB-20394CCD5665}"/>
              </a:ext>
            </a:extLst>
          </p:cNvPr>
          <p:cNvSpPr txBox="1"/>
          <p:nvPr/>
        </p:nvSpPr>
        <p:spPr>
          <a:xfrm>
            <a:off x="1103630" y="5739384"/>
            <a:ext cx="1022985" cy="3302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56285" algn="l"/>
              </a:tabLst>
            </a:pPr>
            <a:r>
              <a:rPr sz="2000" spc="-50">
                <a:latin typeface="PMingLiU"/>
                <a:cs typeface="PMingLiU"/>
              </a:rPr>
              <a:t>…</a:t>
            </a:r>
            <a:r>
              <a:rPr sz="2000">
                <a:latin typeface="PMingLiU"/>
                <a:cs typeface="PMingLiU"/>
              </a:rPr>
              <a:t>	</a:t>
            </a:r>
            <a:r>
              <a:rPr sz="2000" spc="-50">
                <a:latin typeface="PMingLiU"/>
                <a:cs typeface="PMingLiU"/>
              </a:rPr>
              <a:t>…</a:t>
            </a:r>
            <a:endParaRPr sz="2000">
              <a:latin typeface="PMingLiU"/>
              <a:cs typeface="PMingLiU"/>
            </a:endParaRPr>
          </a:p>
        </p:txBody>
      </p:sp>
      <p:sp>
        <p:nvSpPr>
          <p:cNvPr id="82" name="object 41">
            <a:extLst>
              <a:ext uri="{FF2B5EF4-FFF2-40B4-BE49-F238E27FC236}">
                <a16:creationId xmlns:a16="http://schemas.microsoft.com/office/drawing/2014/main" id="{F5B43106-BA73-4749-B9F6-9C09D2CFC887}"/>
              </a:ext>
            </a:extLst>
          </p:cNvPr>
          <p:cNvSpPr/>
          <p:nvPr/>
        </p:nvSpPr>
        <p:spPr>
          <a:xfrm>
            <a:off x="9811131" y="5677280"/>
            <a:ext cx="1876425" cy="552450"/>
          </a:xfrm>
          <a:custGeom>
            <a:avLst/>
            <a:gdLst/>
            <a:ahLst/>
            <a:cxnLst/>
            <a:rect l="l" t="t" r="r" b="b"/>
            <a:pathLst>
              <a:path w="1876425" h="552450">
                <a:moveTo>
                  <a:pt x="0" y="92075"/>
                </a:moveTo>
                <a:lnTo>
                  <a:pt x="7242" y="56235"/>
                </a:lnTo>
                <a:lnTo>
                  <a:pt x="26987" y="26968"/>
                </a:lnTo>
                <a:lnTo>
                  <a:pt x="56257" y="7235"/>
                </a:lnTo>
                <a:lnTo>
                  <a:pt x="92075" y="0"/>
                </a:lnTo>
                <a:lnTo>
                  <a:pt x="1783969" y="0"/>
                </a:lnTo>
                <a:lnTo>
                  <a:pt x="1819786" y="7235"/>
                </a:lnTo>
                <a:lnTo>
                  <a:pt x="1849056" y="26968"/>
                </a:lnTo>
                <a:lnTo>
                  <a:pt x="1868801" y="56235"/>
                </a:lnTo>
                <a:lnTo>
                  <a:pt x="1876044" y="92075"/>
                </a:lnTo>
                <a:lnTo>
                  <a:pt x="1876044" y="460375"/>
                </a:lnTo>
                <a:lnTo>
                  <a:pt x="1868801" y="496214"/>
                </a:lnTo>
                <a:lnTo>
                  <a:pt x="1849056" y="525481"/>
                </a:lnTo>
                <a:lnTo>
                  <a:pt x="1819786" y="545214"/>
                </a:lnTo>
                <a:lnTo>
                  <a:pt x="1783969" y="552450"/>
                </a:lnTo>
                <a:lnTo>
                  <a:pt x="92075" y="552450"/>
                </a:lnTo>
                <a:lnTo>
                  <a:pt x="56257" y="545214"/>
                </a:lnTo>
                <a:lnTo>
                  <a:pt x="26987" y="525481"/>
                </a:lnTo>
                <a:lnTo>
                  <a:pt x="7242" y="496214"/>
                </a:lnTo>
                <a:lnTo>
                  <a:pt x="0" y="460375"/>
                </a:lnTo>
                <a:lnTo>
                  <a:pt x="0" y="92075"/>
                </a:lnTo>
                <a:close/>
              </a:path>
            </a:pathLst>
          </a:custGeom>
          <a:ln w="190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42">
            <a:extLst>
              <a:ext uri="{FF2B5EF4-FFF2-40B4-BE49-F238E27FC236}">
                <a16:creationId xmlns:a16="http://schemas.microsoft.com/office/drawing/2014/main" id="{D85F3034-0E5B-0741-909F-C49DE15C0D35}"/>
              </a:ext>
            </a:extLst>
          </p:cNvPr>
          <p:cNvSpPr txBox="1"/>
          <p:nvPr/>
        </p:nvSpPr>
        <p:spPr>
          <a:xfrm>
            <a:off x="10609326" y="5757417"/>
            <a:ext cx="279400" cy="3302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2000" spc="-5">
                <a:latin typeface="PMingLiU"/>
                <a:cs typeface="PMingLiU"/>
              </a:rPr>
              <a:t>…</a:t>
            </a:r>
            <a:endParaRPr sz="2000">
              <a:latin typeface="PMingLiU"/>
              <a:cs typeface="PMingLiU"/>
            </a:endParaRPr>
          </a:p>
        </p:txBody>
      </p:sp>
      <p:grpSp>
        <p:nvGrpSpPr>
          <p:cNvPr id="84" name="object 43">
            <a:extLst>
              <a:ext uri="{FF2B5EF4-FFF2-40B4-BE49-F238E27FC236}">
                <a16:creationId xmlns:a16="http://schemas.microsoft.com/office/drawing/2014/main" id="{F073C49E-CBE9-4344-ABDE-EF1B437E5448}"/>
              </a:ext>
            </a:extLst>
          </p:cNvPr>
          <p:cNvGrpSpPr/>
          <p:nvPr/>
        </p:nvGrpSpPr>
        <p:grpSpPr>
          <a:xfrm>
            <a:off x="1180719" y="1072769"/>
            <a:ext cx="9911715" cy="4627245"/>
            <a:chOff x="1180719" y="1072769"/>
            <a:chExt cx="9911715" cy="4627245"/>
          </a:xfrm>
        </p:grpSpPr>
        <p:sp>
          <p:nvSpPr>
            <p:cNvPr id="85" name="object 44">
              <a:extLst>
                <a:ext uri="{FF2B5EF4-FFF2-40B4-BE49-F238E27FC236}">
                  <a16:creationId xmlns:a16="http://schemas.microsoft.com/office/drawing/2014/main" id="{BD3DCC4C-45EA-8A4D-97FC-06926F0F5037}"/>
                </a:ext>
              </a:extLst>
            </p:cNvPr>
            <p:cNvSpPr/>
            <p:nvPr/>
          </p:nvSpPr>
          <p:spPr>
            <a:xfrm>
              <a:off x="3115183" y="1072768"/>
              <a:ext cx="2183765" cy="2218055"/>
            </a:xfrm>
            <a:custGeom>
              <a:avLst/>
              <a:gdLst/>
              <a:ahLst/>
              <a:cxnLst/>
              <a:rect l="l" t="t" r="r" b="b"/>
              <a:pathLst>
                <a:path w="2183765" h="2218054">
                  <a:moveTo>
                    <a:pt x="761111" y="1217168"/>
                  </a:moveTo>
                  <a:lnTo>
                    <a:pt x="760603" y="1191768"/>
                  </a:lnTo>
                  <a:lnTo>
                    <a:pt x="743585" y="1192149"/>
                  </a:lnTo>
                  <a:lnTo>
                    <a:pt x="726059" y="1193165"/>
                  </a:lnTo>
                  <a:lnTo>
                    <a:pt x="673608" y="1201039"/>
                  </a:lnTo>
                  <a:lnTo>
                    <a:pt x="621665" y="1215136"/>
                  </a:lnTo>
                  <a:lnTo>
                    <a:pt x="570611" y="1235202"/>
                  </a:lnTo>
                  <a:lnTo>
                    <a:pt x="520446" y="1260729"/>
                  </a:lnTo>
                  <a:lnTo>
                    <a:pt x="487553" y="1280922"/>
                  </a:lnTo>
                  <a:lnTo>
                    <a:pt x="455549" y="1303020"/>
                  </a:lnTo>
                  <a:lnTo>
                    <a:pt x="424053" y="1327531"/>
                  </a:lnTo>
                  <a:lnTo>
                    <a:pt x="393192" y="1353947"/>
                  </a:lnTo>
                  <a:lnTo>
                    <a:pt x="363093" y="1382268"/>
                  </a:lnTo>
                  <a:lnTo>
                    <a:pt x="333883" y="1412621"/>
                  </a:lnTo>
                  <a:lnTo>
                    <a:pt x="305562" y="1444625"/>
                  </a:lnTo>
                  <a:lnTo>
                    <a:pt x="278257" y="1478280"/>
                  </a:lnTo>
                  <a:lnTo>
                    <a:pt x="251841" y="1513713"/>
                  </a:lnTo>
                  <a:lnTo>
                    <a:pt x="226568" y="1550416"/>
                  </a:lnTo>
                  <a:lnTo>
                    <a:pt x="202438" y="1588516"/>
                  </a:lnTo>
                  <a:lnTo>
                    <a:pt x="179578" y="1628013"/>
                  </a:lnTo>
                  <a:lnTo>
                    <a:pt x="157988" y="1668653"/>
                  </a:lnTo>
                  <a:lnTo>
                    <a:pt x="137668" y="1710436"/>
                  </a:lnTo>
                  <a:lnTo>
                    <a:pt x="118872" y="1753235"/>
                  </a:lnTo>
                  <a:lnTo>
                    <a:pt x="101473" y="1797050"/>
                  </a:lnTo>
                  <a:lnTo>
                    <a:pt x="85598" y="1841500"/>
                  </a:lnTo>
                  <a:lnTo>
                    <a:pt x="71374" y="1886839"/>
                  </a:lnTo>
                  <a:lnTo>
                    <a:pt x="58928" y="1932813"/>
                  </a:lnTo>
                  <a:lnTo>
                    <a:pt x="48006" y="1979422"/>
                  </a:lnTo>
                  <a:lnTo>
                    <a:pt x="38989" y="2026539"/>
                  </a:lnTo>
                  <a:lnTo>
                    <a:pt x="31877" y="2073783"/>
                  </a:lnTo>
                  <a:lnTo>
                    <a:pt x="26670" y="2121535"/>
                  </a:lnTo>
                  <a:lnTo>
                    <a:pt x="25577" y="2141105"/>
                  </a:lnTo>
                  <a:lnTo>
                    <a:pt x="0" y="2140077"/>
                  </a:lnTo>
                  <a:lnTo>
                    <a:pt x="35179" y="2217674"/>
                  </a:lnTo>
                  <a:lnTo>
                    <a:pt x="69697" y="2154936"/>
                  </a:lnTo>
                  <a:lnTo>
                    <a:pt x="76200" y="2143125"/>
                  </a:lnTo>
                  <a:lnTo>
                    <a:pt x="50977" y="2142121"/>
                  </a:lnTo>
                  <a:lnTo>
                    <a:pt x="51943" y="2124202"/>
                  </a:lnTo>
                  <a:lnTo>
                    <a:pt x="57023" y="2077593"/>
                  </a:lnTo>
                  <a:lnTo>
                    <a:pt x="64008" y="2031238"/>
                  </a:lnTo>
                  <a:lnTo>
                    <a:pt x="72771" y="1985137"/>
                  </a:lnTo>
                  <a:lnTo>
                    <a:pt x="83312" y="1939544"/>
                  </a:lnTo>
                  <a:lnTo>
                    <a:pt x="95631" y="1894459"/>
                  </a:lnTo>
                  <a:lnTo>
                    <a:pt x="109601" y="1850009"/>
                  </a:lnTo>
                  <a:lnTo>
                    <a:pt x="124968" y="1806321"/>
                  </a:lnTo>
                  <a:lnTo>
                    <a:pt x="142113" y="1763522"/>
                  </a:lnTo>
                  <a:lnTo>
                    <a:pt x="160528" y="1721485"/>
                  </a:lnTo>
                  <a:lnTo>
                    <a:pt x="180467" y="1680591"/>
                  </a:lnTo>
                  <a:lnTo>
                    <a:pt x="201549" y="1640713"/>
                  </a:lnTo>
                  <a:lnTo>
                    <a:pt x="224028" y="1602105"/>
                  </a:lnTo>
                  <a:lnTo>
                    <a:pt x="247523" y="1564767"/>
                  </a:lnTo>
                  <a:lnTo>
                    <a:pt x="272161" y="1528826"/>
                  </a:lnTo>
                  <a:lnTo>
                    <a:pt x="297942" y="1494282"/>
                  </a:lnTo>
                  <a:lnTo>
                    <a:pt x="324612" y="1461516"/>
                  </a:lnTo>
                  <a:lnTo>
                    <a:pt x="352171" y="1430274"/>
                  </a:lnTo>
                  <a:lnTo>
                    <a:pt x="380492" y="1400810"/>
                  </a:lnTo>
                  <a:lnTo>
                    <a:pt x="409702" y="1373124"/>
                  </a:lnTo>
                  <a:lnTo>
                    <a:pt x="439674" y="1347597"/>
                  </a:lnTo>
                  <a:lnTo>
                    <a:pt x="470027" y="1323848"/>
                  </a:lnTo>
                  <a:lnTo>
                    <a:pt x="516890" y="1292352"/>
                  </a:lnTo>
                  <a:lnTo>
                    <a:pt x="564515" y="1266063"/>
                  </a:lnTo>
                  <a:lnTo>
                    <a:pt x="613029" y="1245108"/>
                  </a:lnTo>
                  <a:lnTo>
                    <a:pt x="661924" y="1229741"/>
                  </a:lnTo>
                  <a:lnTo>
                    <a:pt x="711327" y="1220470"/>
                  </a:lnTo>
                  <a:lnTo>
                    <a:pt x="744093" y="1217549"/>
                  </a:lnTo>
                  <a:lnTo>
                    <a:pt x="761111" y="1217168"/>
                  </a:lnTo>
                  <a:close/>
                </a:path>
                <a:path w="2183765" h="2218054">
                  <a:moveTo>
                    <a:pt x="2183257" y="25400"/>
                  </a:moveTo>
                  <a:lnTo>
                    <a:pt x="2182749" y="0"/>
                  </a:lnTo>
                  <a:lnTo>
                    <a:pt x="2167382" y="254"/>
                  </a:lnTo>
                  <a:lnTo>
                    <a:pt x="2151507" y="1397"/>
                  </a:lnTo>
                  <a:lnTo>
                    <a:pt x="2104136" y="8255"/>
                  </a:lnTo>
                  <a:lnTo>
                    <a:pt x="2057273" y="20701"/>
                  </a:lnTo>
                  <a:lnTo>
                    <a:pt x="1996059" y="45339"/>
                  </a:lnTo>
                  <a:lnTo>
                    <a:pt x="1936242" y="78740"/>
                  </a:lnTo>
                  <a:lnTo>
                    <a:pt x="1878584" y="120015"/>
                  </a:lnTo>
                  <a:lnTo>
                    <a:pt x="1823593" y="168656"/>
                  </a:lnTo>
                  <a:lnTo>
                    <a:pt x="1771650" y="223774"/>
                  </a:lnTo>
                  <a:lnTo>
                    <a:pt x="1746885" y="253619"/>
                  </a:lnTo>
                  <a:lnTo>
                    <a:pt x="1723136" y="284734"/>
                  </a:lnTo>
                  <a:lnTo>
                    <a:pt x="1700276" y="317246"/>
                  </a:lnTo>
                  <a:lnTo>
                    <a:pt x="1678432" y="351028"/>
                  </a:lnTo>
                  <a:lnTo>
                    <a:pt x="1657858" y="385953"/>
                  </a:lnTo>
                  <a:lnTo>
                    <a:pt x="1638300" y="421767"/>
                  </a:lnTo>
                  <a:lnTo>
                    <a:pt x="1620012" y="458851"/>
                  </a:lnTo>
                  <a:lnTo>
                    <a:pt x="1602994" y="496697"/>
                  </a:lnTo>
                  <a:lnTo>
                    <a:pt x="1587246" y="535305"/>
                  </a:lnTo>
                  <a:lnTo>
                    <a:pt x="1572895" y="574802"/>
                  </a:lnTo>
                  <a:lnTo>
                    <a:pt x="1560068" y="614934"/>
                  </a:lnTo>
                  <a:lnTo>
                    <a:pt x="1548638" y="655574"/>
                  </a:lnTo>
                  <a:lnTo>
                    <a:pt x="1538986" y="696722"/>
                  </a:lnTo>
                  <a:lnTo>
                    <a:pt x="1530731" y="738378"/>
                  </a:lnTo>
                  <a:lnTo>
                    <a:pt x="1524254" y="780288"/>
                  </a:lnTo>
                  <a:lnTo>
                    <a:pt x="1519682" y="822579"/>
                  </a:lnTo>
                  <a:lnTo>
                    <a:pt x="1519212" y="830973"/>
                  </a:lnTo>
                  <a:lnTo>
                    <a:pt x="1493647" y="829818"/>
                  </a:lnTo>
                  <a:lnTo>
                    <a:pt x="1528318" y="907669"/>
                  </a:lnTo>
                  <a:lnTo>
                    <a:pt x="1563319" y="844931"/>
                  </a:lnTo>
                  <a:lnTo>
                    <a:pt x="1569847" y="833247"/>
                  </a:lnTo>
                  <a:lnTo>
                    <a:pt x="1544472" y="832116"/>
                  </a:lnTo>
                  <a:lnTo>
                    <a:pt x="1544828" y="825373"/>
                  </a:lnTo>
                  <a:lnTo>
                    <a:pt x="1549400" y="784098"/>
                  </a:lnTo>
                  <a:lnTo>
                    <a:pt x="1555623" y="743204"/>
                  </a:lnTo>
                  <a:lnTo>
                    <a:pt x="1563624" y="702564"/>
                  </a:lnTo>
                  <a:lnTo>
                    <a:pt x="1573149" y="662432"/>
                  </a:lnTo>
                  <a:lnTo>
                    <a:pt x="1584325" y="622681"/>
                  </a:lnTo>
                  <a:lnTo>
                    <a:pt x="1596771" y="583438"/>
                  </a:lnTo>
                  <a:lnTo>
                    <a:pt x="1610741" y="544830"/>
                  </a:lnTo>
                  <a:lnTo>
                    <a:pt x="1626108" y="507111"/>
                  </a:lnTo>
                  <a:lnTo>
                    <a:pt x="1642745" y="470027"/>
                  </a:lnTo>
                  <a:lnTo>
                    <a:pt x="1660525" y="433959"/>
                  </a:lnTo>
                  <a:lnTo>
                    <a:pt x="1679702" y="398780"/>
                  </a:lnTo>
                  <a:lnTo>
                    <a:pt x="1699768" y="364744"/>
                  </a:lnTo>
                  <a:lnTo>
                    <a:pt x="1721104" y="331851"/>
                  </a:lnTo>
                  <a:lnTo>
                    <a:pt x="1743329" y="300101"/>
                  </a:lnTo>
                  <a:lnTo>
                    <a:pt x="1766443" y="269748"/>
                  </a:lnTo>
                  <a:lnTo>
                    <a:pt x="1815338" y="213233"/>
                  </a:lnTo>
                  <a:lnTo>
                    <a:pt x="1867154" y="162941"/>
                  </a:lnTo>
                  <a:lnTo>
                    <a:pt x="1921383" y="119507"/>
                  </a:lnTo>
                  <a:lnTo>
                    <a:pt x="1977517" y="83566"/>
                  </a:lnTo>
                  <a:lnTo>
                    <a:pt x="2035429" y="55626"/>
                  </a:lnTo>
                  <a:lnTo>
                    <a:pt x="2079498" y="40513"/>
                  </a:lnTo>
                  <a:lnTo>
                    <a:pt x="2123694" y="30353"/>
                  </a:lnTo>
                  <a:lnTo>
                    <a:pt x="2167890" y="25654"/>
                  </a:lnTo>
                  <a:lnTo>
                    <a:pt x="2183257" y="25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45">
              <a:extLst>
                <a:ext uri="{FF2B5EF4-FFF2-40B4-BE49-F238E27FC236}">
                  <a16:creationId xmlns:a16="http://schemas.microsoft.com/office/drawing/2014/main" id="{669B0844-3E31-E24C-979C-79F80FCE95E0}"/>
                </a:ext>
              </a:extLst>
            </p:cNvPr>
            <p:cNvSpPr/>
            <p:nvPr/>
          </p:nvSpPr>
          <p:spPr>
            <a:xfrm>
              <a:off x="2066925" y="5282565"/>
              <a:ext cx="76200" cy="385445"/>
            </a:xfrm>
            <a:custGeom>
              <a:avLst/>
              <a:gdLst/>
              <a:ahLst/>
              <a:cxnLst/>
              <a:rect l="l" t="t" r="r" b="b"/>
              <a:pathLst>
                <a:path w="76200" h="385445">
                  <a:moveTo>
                    <a:pt x="50800" y="63500"/>
                  </a:moveTo>
                  <a:lnTo>
                    <a:pt x="25400" y="63500"/>
                  </a:lnTo>
                  <a:lnTo>
                    <a:pt x="25400" y="385203"/>
                  </a:lnTo>
                  <a:lnTo>
                    <a:pt x="50800" y="385203"/>
                  </a:lnTo>
                  <a:lnTo>
                    <a:pt x="50800" y="63500"/>
                  </a:lnTo>
                  <a:close/>
                </a:path>
                <a:path w="76200" h="385445">
                  <a:moveTo>
                    <a:pt x="38100" y="0"/>
                  </a:moveTo>
                  <a:lnTo>
                    <a:pt x="0" y="76200"/>
                  </a:lnTo>
                  <a:lnTo>
                    <a:pt x="25400" y="76200"/>
                  </a:lnTo>
                  <a:lnTo>
                    <a:pt x="25400" y="63500"/>
                  </a:lnTo>
                  <a:lnTo>
                    <a:pt x="69850" y="63500"/>
                  </a:lnTo>
                  <a:lnTo>
                    <a:pt x="38100" y="0"/>
                  </a:lnTo>
                  <a:close/>
                </a:path>
                <a:path w="76200" h="385445">
                  <a:moveTo>
                    <a:pt x="69850" y="63500"/>
                  </a:moveTo>
                  <a:lnTo>
                    <a:pt x="50800" y="63500"/>
                  </a:lnTo>
                  <a:lnTo>
                    <a:pt x="50800" y="76200"/>
                  </a:lnTo>
                  <a:lnTo>
                    <a:pt x="76200" y="76200"/>
                  </a:lnTo>
                  <a:lnTo>
                    <a:pt x="69850" y="6350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46">
              <a:extLst>
                <a:ext uri="{FF2B5EF4-FFF2-40B4-BE49-F238E27FC236}">
                  <a16:creationId xmlns:a16="http://schemas.microsoft.com/office/drawing/2014/main" id="{E78ED8BB-D5FD-4746-883B-2E54944B9FD3}"/>
                </a:ext>
              </a:extLst>
            </p:cNvPr>
            <p:cNvSpPr/>
            <p:nvPr/>
          </p:nvSpPr>
          <p:spPr>
            <a:xfrm>
              <a:off x="1180719" y="3574414"/>
              <a:ext cx="1202055" cy="2093595"/>
            </a:xfrm>
            <a:custGeom>
              <a:avLst/>
              <a:gdLst/>
              <a:ahLst/>
              <a:cxnLst/>
              <a:rect l="l" t="t" r="r" b="b"/>
              <a:pathLst>
                <a:path w="1202055" h="2093595">
                  <a:moveTo>
                    <a:pt x="76200" y="2016887"/>
                  </a:moveTo>
                  <a:lnTo>
                    <a:pt x="50800" y="2016887"/>
                  </a:lnTo>
                  <a:lnTo>
                    <a:pt x="50800" y="1708912"/>
                  </a:lnTo>
                  <a:lnTo>
                    <a:pt x="25400" y="1708912"/>
                  </a:lnTo>
                  <a:lnTo>
                    <a:pt x="25400" y="2016887"/>
                  </a:lnTo>
                  <a:lnTo>
                    <a:pt x="0" y="2016887"/>
                  </a:lnTo>
                  <a:lnTo>
                    <a:pt x="38100" y="2093087"/>
                  </a:lnTo>
                  <a:lnTo>
                    <a:pt x="69850" y="2029587"/>
                  </a:lnTo>
                  <a:lnTo>
                    <a:pt x="76200" y="2016887"/>
                  </a:lnTo>
                  <a:close/>
                </a:path>
                <a:path w="1202055" h="2093595">
                  <a:moveTo>
                    <a:pt x="1202055" y="25400"/>
                  </a:moveTo>
                  <a:lnTo>
                    <a:pt x="1201420" y="0"/>
                  </a:lnTo>
                  <a:lnTo>
                    <a:pt x="1186815" y="393"/>
                  </a:lnTo>
                  <a:lnTo>
                    <a:pt x="1171321" y="1651"/>
                  </a:lnTo>
                  <a:lnTo>
                    <a:pt x="1125474" y="10160"/>
                  </a:lnTo>
                  <a:lnTo>
                    <a:pt x="1080262" y="25666"/>
                  </a:lnTo>
                  <a:lnTo>
                    <a:pt x="1035812" y="47625"/>
                  </a:lnTo>
                  <a:lnTo>
                    <a:pt x="992251" y="75438"/>
                  </a:lnTo>
                  <a:lnTo>
                    <a:pt x="949833" y="109220"/>
                  </a:lnTo>
                  <a:lnTo>
                    <a:pt x="908685" y="148209"/>
                  </a:lnTo>
                  <a:lnTo>
                    <a:pt x="882142" y="176911"/>
                  </a:lnTo>
                  <a:lnTo>
                    <a:pt x="856234" y="207772"/>
                  </a:lnTo>
                  <a:lnTo>
                    <a:pt x="830961" y="240665"/>
                  </a:lnTo>
                  <a:lnTo>
                    <a:pt x="806450" y="275463"/>
                  </a:lnTo>
                  <a:lnTo>
                    <a:pt x="782828" y="312039"/>
                  </a:lnTo>
                  <a:lnTo>
                    <a:pt x="760095" y="350266"/>
                  </a:lnTo>
                  <a:lnTo>
                    <a:pt x="738251" y="390144"/>
                  </a:lnTo>
                  <a:lnTo>
                    <a:pt x="717550" y="431673"/>
                  </a:lnTo>
                  <a:lnTo>
                    <a:pt x="697738" y="474345"/>
                  </a:lnTo>
                  <a:lnTo>
                    <a:pt x="679196" y="518541"/>
                  </a:lnTo>
                  <a:lnTo>
                    <a:pt x="661670" y="563880"/>
                  </a:lnTo>
                  <a:lnTo>
                    <a:pt x="645414" y="610235"/>
                  </a:lnTo>
                  <a:lnTo>
                    <a:pt x="630428" y="657606"/>
                  </a:lnTo>
                  <a:lnTo>
                    <a:pt x="616712" y="705993"/>
                  </a:lnTo>
                  <a:lnTo>
                    <a:pt x="604393" y="755142"/>
                  </a:lnTo>
                  <a:lnTo>
                    <a:pt x="593725" y="804926"/>
                  </a:lnTo>
                  <a:lnTo>
                    <a:pt x="584327" y="855472"/>
                  </a:lnTo>
                  <a:lnTo>
                    <a:pt x="576580" y="906399"/>
                  </a:lnTo>
                  <a:lnTo>
                    <a:pt x="570357" y="957834"/>
                  </a:lnTo>
                  <a:lnTo>
                    <a:pt x="565912" y="1009523"/>
                  </a:lnTo>
                  <a:lnTo>
                    <a:pt x="564591" y="1037183"/>
                  </a:lnTo>
                  <a:lnTo>
                    <a:pt x="538988" y="1036447"/>
                  </a:lnTo>
                  <a:lnTo>
                    <a:pt x="574802" y="1113663"/>
                  </a:lnTo>
                  <a:lnTo>
                    <a:pt x="608622" y="1050798"/>
                  </a:lnTo>
                  <a:lnTo>
                    <a:pt x="615188" y="1038606"/>
                  </a:lnTo>
                  <a:lnTo>
                    <a:pt x="589991" y="1037894"/>
                  </a:lnTo>
                  <a:lnTo>
                    <a:pt x="591185" y="1011682"/>
                  </a:lnTo>
                  <a:lnTo>
                    <a:pt x="595630" y="960755"/>
                  </a:lnTo>
                  <a:lnTo>
                    <a:pt x="601726" y="910209"/>
                  </a:lnTo>
                  <a:lnTo>
                    <a:pt x="609346" y="860044"/>
                  </a:lnTo>
                  <a:lnTo>
                    <a:pt x="618490" y="810387"/>
                  </a:lnTo>
                  <a:lnTo>
                    <a:pt x="629031" y="761238"/>
                  </a:lnTo>
                  <a:lnTo>
                    <a:pt x="641096" y="712978"/>
                  </a:lnTo>
                  <a:lnTo>
                    <a:pt x="654685" y="665226"/>
                  </a:lnTo>
                  <a:lnTo>
                    <a:pt x="669417" y="618617"/>
                  </a:lnTo>
                  <a:lnTo>
                    <a:pt x="685419" y="572897"/>
                  </a:lnTo>
                  <a:lnTo>
                    <a:pt x="702564" y="528320"/>
                  </a:lnTo>
                  <a:lnTo>
                    <a:pt x="720852" y="485013"/>
                  </a:lnTo>
                  <a:lnTo>
                    <a:pt x="740156" y="442976"/>
                  </a:lnTo>
                  <a:lnTo>
                    <a:pt x="760603" y="402336"/>
                  </a:lnTo>
                  <a:lnTo>
                    <a:pt x="781939" y="363220"/>
                  </a:lnTo>
                  <a:lnTo>
                    <a:pt x="804164" y="325755"/>
                  </a:lnTo>
                  <a:lnTo>
                    <a:pt x="827278" y="290068"/>
                  </a:lnTo>
                  <a:lnTo>
                    <a:pt x="851154" y="256032"/>
                  </a:lnTo>
                  <a:lnTo>
                    <a:pt x="875665" y="224155"/>
                  </a:lnTo>
                  <a:lnTo>
                    <a:pt x="900811" y="194056"/>
                  </a:lnTo>
                  <a:lnTo>
                    <a:pt x="939673" y="153035"/>
                  </a:lnTo>
                  <a:lnTo>
                    <a:pt x="979678" y="117221"/>
                  </a:lnTo>
                  <a:lnTo>
                    <a:pt x="1020445" y="86868"/>
                  </a:lnTo>
                  <a:lnTo>
                    <a:pt x="1061720" y="62357"/>
                  </a:lnTo>
                  <a:lnTo>
                    <a:pt x="1103503" y="43815"/>
                  </a:lnTo>
                  <a:lnTo>
                    <a:pt x="1145413" y="31496"/>
                  </a:lnTo>
                  <a:lnTo>
                    <a:pt x="1187450" y="25793"/>
                  </a:lnTo>
                  <a:lnTo>
                    <a:pt x="1202055" y="25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47">
              <a:extLst>
                <a:ext uri="{FF2B5EF4-FFF2-40B4-BE49-F238E27FC236}">
                  <a16:creationId xmlns:a16="http://schemas.microsoft.com/office/drawing/2014/main" id="{A0B19647-64E0-CB43-8989-FFE43F18463C}"/>
                </a:ext>
              </a:extLst>
            </p:cNvPr>
            <p:cNvSpPr/>
            <p:nvPr/>
          </p:nvSpPr>
          <p:spPr>
            <a:xfrm>
              <a:off x="1313307" y="5290947"/>
              <a:ext cx="76200" cy="385445"/>
            </a:xfrm>
            <a:custGeom>
              <a:avLst/>
              <a:gdLst/>
              <a:ahLst/>
              <a:cxnLst/>
              <a:rect l="l" t="t" r="r" b="b"/>
              <a:pathLst>
                <a:path w="76200" h="385445">
                  <a:moveTo>
                    <a:pt x="50800" y="63499"/>
                  </a:moveTo>
                  <a:lnTo>
                    <a:pt x="25400" y="63499"/>
                  </a:lnTo>
                  <a:lnTo>
                    <a:pt x="25400" y="385203"/>
                  </a:lnTo>
                  <a:lnTo>
                    <a:pt x="50800" y="385203"/>
                  </a:lnTo>
                  <a:lnTo>
                    <a:pt x="50800" y="63499"/>
                  </a:lnTo>
                  <a:close/>
                </a:path>
                <a:path w="76200" h="385445">
                  <a:moveTo>
                    <a:pt x="38100" y="0"/>
                  </a:moveTo>
                  <a:lnTo>
                    <a:pt x="0" y="76199"/>
                  </a:lnTo>
                  <a:lnTo>
                    <a:pt x="25400" y="76199"/>
                  </a:lnTo>
                  <a:lnTo>
                    <a:pt x="25400" y="63499"/>
                  </a:lnTo>
                  <a:lnTo>
                    <a:pt x="69850" y="63499"/>
                  </a:lnTo>
                  <a:lnTo>
                    <a:pt x="38100" y="0"/>
                  </a:lnTo>
                  <a:close/>
                </a:path>
                <a:path w="76200" h="385445">
                  <a:moveTo>
                    <a:pt x="69850" y="63499"/>
                  </a:moveTo>
                  <a:lnTo>
                    <a:pt x="50800" y="63499"/>
                  </a:lnTo>
                  <a:lnTo>
                    <a:pt x="50800" y="76199"/>
                  </a:lnTo>
                  <a:lnTo>
                    <a:pt x="76200" y="76199"/>
                  </a:lnTo>
                  <a:lnTo>
                    <a:pt x="69850" y="6349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48">
              <a:extLst>
                <a:ext uri="{FF2B5EF4-FFF2-40B4-BE49-F238E27FC236}">
                  <a16:creationId xmlns:a16="http://schemas.microsoft.com/office/drawing/2014/main" id="{7A129D12-676D-594B-A8FF-E61E76C313F8}"/>
                </a:ext>
              </a:extLst>
            </p:cNvPr>
            <p:cNvSpPr/>
            <p:nvPr/>
          </p:nvSpPr>
          <p:spPr>
            <a:xfrm>
              <a:off x="4273676" y="5258942"/>
              <a:ext cx="76200" cy="384175"/>
            </a:xfrm>
            <a:custGeom>
              <a:avLst/>
              <a:gdLst/>
              <a:ahLst/>
              <a:cxnLst/>
              <a:rect l="l" t="t" r="r" b="b"/>
              <a:pathLst>
                <a:path w="76200" h="384175">
                  <a:moveTo>
                    <a:pt x="25400" y="307974"/>
                  </a:moveTo>
                  <a:lnTo>
                    <a:pt x="0" y="307974"/>
                  </a:lnTo>
                  <a:lnTo>
                    <a:pt x="38100" y="384174"/>
                  </a:lnTo>
                  <a:lnTo>
                    <a:pt x="69850" y="320674"/>
                  </a:lnTo>
                  <a:lnTo>
                    <a:pt x="25400" y="320674"/>
                  </a:lnTo>
                  <a:lnTo>
                    <a:pt x="25400" y="307974"/>
                  </a:lnTo>
                  <a:close/>
                </a:path>
                <a:path w="76200" h="384175">
                  <a:moveTo>
                    <a:pt x="50800" y="0"/>
                  </a:moveTo>
                  <a:lnTo>
                    <a:pt x="25400" y="0"/>
                  </a:lnTo>
                  <a:lnTo>
                    <a:pt x="25400" y="320674"/>
                  </a:lnTo>
                  <a:lnTo>
                    <a:pt x="50800" y="320674"/>
                  </a:lnTo>
                  <a:lnTo>
                    <a:pt x="50800" y="0"/>
                  </a:lnTo>
                  <a:close/>
                </a:path>
                <a:path w="76200" h="384175">
                  <a:moveTo>
                    <a:pt x="76200" y="307974"/>
                  </a:moveTo>
                  <a:lnTo>
                    <a:pt x="50800" y="307974"/>
                  </a:lnTo>
                  <a:lnTo>
                    <a:pt x="50800" y="320674"/>
                  </a:lnTo>
                  <a:lnTo>
                    <a:pt x="69850" y="320674"/>
                  </a:lnTo>
                  <a:lnTo>
                    <a:pt x="76200" y="30797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49">
              <a:extLst>
                <a:ext uri="{FF2B5EF4-FFF2-40B4-BE49-F238E27FC236}">
                  <a16:creationId xmlns:a16="http://schemas.microsoft.com/office/drawing/2014/main" id="{F235E048-2EC3-A64C-BDAF-2A68B113204D}"/>
                </a:ext>
              </a:extLst>
            </p:cNvPr>
            <p:cNvSpPr/>
            <p:nvPr/>
          </p:nvSpPr>
          <p:spPr>
            <a:xfrm>
              <a:off x="4406264" y="5266563"/>
              <a:ext cx="76200" cy="385445"/>
            </a:xfrm>
            <a:custGeom>
              <a:avLst/>
              <a:gdLst/>
              <a:ahLst/>
              <a:cxnLst/>
              <a:rect l="l" t="t" r="r" b="b"/>
              <a:pathLst>
                <a:path w="76200" h="385445">
                  <a:moveTo>
                    <a:pt x="50800" y="63500"/>
                  </a:moveTo>
                  <a:lnTo>
                    <a:pt x="25400" y="63500"/>
                  </a:lnTo>
                  <a:lnTo>
                    <a:pt x="25400" y="385203"/>
                  </a:lnTo>
                  <a:lnTo>
                    <a:pt x="50800" y="385203"/>
                  </a:lnTo>
                  <a:lnTo>
                    <a:pt x="50800" y="63500"/>
                  </a:lnTo>
                  <a:close/>
                </a:path>
                <a:path w="76200" h="385445">
                  <a:moveTo>
                    <a:pt x="38100" y="0"/>
                  </a:moveTo>
                  <a:lnTo>
                    <a:pt x="0" y="76200"/>
                  </a:lnTo>
                  <a:lnTo>
                    <a:pt x="25400" y="76200"/>
                  </a:lnTo>
                  <a:lnTo>
                    <a:pt x="25400" y="63500"/>
                  </a:lnTo>
                  <a:lnTo>
                    <a:pt x="69850" y="63500"/>
                  </a:lnTo>
                  <a:lnTo>
                    <a:pt x="38100" y="0"/>
                  </a:lnTo>
                  <a:close/>
                </a:path>
                <a:path w="76200" h="385445">
                  <a:moveTo>
                    <a:pt x="69850" y="63500"/>
                  </a:moveTo>
                  <a:lnTo>
                    <a:pt x="50800" y="63500"/>
                  </a:lnTo>
                  <a:lnTo>
                    <a:pt x="50800" y="76200"/>
                  </a:lnTo>
                  <a:lnTo>
                    <a:pt x="76200" y="76200"/>
                  </a:lnTo>
                  <a:lnTo>
                    <a:pt x="69850" y="6350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50">
              <a:extLst>
                <a:ext uri="{FF2B5EF4-FFF2-40B4-BE49-F238E27FC236}">
                  <a16:creationId xmlns:a16="http://schemas.microsoft.com/office/drawing/2014/main" id="{E4C5E22B-0621-F844-B223-AB70E1CF1A77}"/>
                </a:ext>
              </a:extLst>
            </p:cNvPr>
            <p:cNvSpPr/>
            <p:nvPr/>
          </p:nvSpPr>
          <p:spPr>
            <a:xfrm>
              <a:off x="5273421" y="5283327"/>
              <a:ext cx="76200" cy="384175"/>
            </a:xfrm>
            <a:custGeom>
              <a:avLst/>
              <a:gdLst/>
              <a:ahLst/>
              <a:cxnLst/>
              <a:rect l="l" t="t" r="r" b="b"/>
              <a:pathLst>
                <a:path w="76200" h="384175">
                  <a:moveTo>
                    <a:pt x="25400" y="307975"/>
                  </a:moveTo>
                  <a:lnTo>
                    <a:pt x="0" y="307975"/>
                  </a:lnTo>
                  <a:lnTo>
                    <a:pt x="38100" y="384175"/>
                  </a:lnTo>
                  <a:lnTo>
                    <a:pt x="69850" y="320675"/>
                  </a:lnTo>
                  <a:lnTo>
                    <a:pt x="25400" y="320675"/>
                  </a:lnTo>
                  <a:lnTo>
                    <a:pt x="25400" y="307975"/>
                  </a:lnTo>
                  <a:close/>
                </a:path>
                <a:path w="76200" h="384175">
                  <a:moveTo>
                    <a:pt x="50800" y="0"/>
                  </a:moveTo>
                  <a:lnTo>
                    <a:pt x="25400" y="0"/>
                  </a:lnTo>
                  <a:lnTo>
                    <a:pt x="25400" y="320675"/>
                  </a:lnTo>
                  <a:lnTo>
                    <a:pt x="50800" y="320675"/>
                  </a:lnTo>
                  <a:lnTo>
                    <a:pt x="50800" y="0"/>
                  </a:lnTo>
                  <a:close/>
                </a:path>
                <a:path w="76200" h="384175">
                  <a:moveTo>
                    <a:pt x="76200" y="307975"/>
                  </a:moveTo>
                  <a:lnTo>
                    <a:pt x="50800" y="307975"/>
                  </a:lnTo>
                  <a:lnTo>
                    <a:pt x="50800" y="320675"/>
                  </a:lnTo>
                  <a:lnTo>
                    <a:pt x="69850" y="320675"/>
                  </a:lnTo>
                  <a:lnTo>
                    <a:pt x="76200" y="30797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51">
              <a:extLst>
                <a:ext uri="{FF2B5EF4-FFF2-40B4-BE49-F238E27FC236}">
                  <a16:creationId xmlns:a16="http://schemas.microsoft.com/office/drawing/2014/main" id="{DD6C9072-7DAB-E64B-8EE3-79FDBC903926}"/>
                </a:ext>
              </a:extLst>
            </p:cNvPr>
            <p:cNvSpPr/>
            <p:nvPr/>
          </p:nvSpPr>
          <p:spPr>
            <a:xfrm>
              <a:off x="5405247" y="5290184"/>
              <a:ext cx="76200" cy="385445"/>
            </a:xfrm>
            <a:custGeom>
              <a:avLst/>
              <a:gdLst/>
              <a:ahLst/>
              <a:cxnLst/>
              <a:rect l="l" t="t" r="r" b="b"/>
              <a:pathLst>
                <a:path w="76200" h="385445">
                  <a:moveTo>
                    <a:pt x="50800" y="63499"/>
                  </a:moveTo>
                  <a:lnTo>
                    <a:pt x="25400" y="63499"/>
                  </a:lnTo>
                  <a:lnTo>
                    <a:pt x="25400" y="385203"/>
                  </a:lnTo>
                  <a:lnTo>
                    <a:pt x="50800" y="385203"/>
                  </a:lnTo>
                  <a:lnTo>
                    <a:pt x="50800" y="63499"/>
                  </a:lnTo>
                  <a:close/>
                </a:path>
                <a:path w="76200" h="385445">
                  <a:moveTo>
                    <a:pt x="38100" y="0"/>
                  </a:moveTo>
                  <a:lnTo>
                    <a:pt x="0" y="76199"/>
                  </a:lnTo>
                  <a:lnTo>
                    <a:pt x="25400" y="76199"/>
                  </a:lnTo>
                  <a:lnTo>
                    <a:pt x="25400" y="63499"/>
                  </a:lnTo>
                  <a:lnTo>
                    <a:pt x="69850" y="63499"/>
                  </a:lnTo>
                  <a:lnTo>
                    <a:pt x="38100" y="0"/>
                  </a:lnTo>
                  <a:close/>
                </a:path>
                <a:path w="76200" h="385445">
                  <a:moveTo>
                    <a:pt x="69850" y="63499"/>
                  </a:moveTo>
                  <a:lnTo>
                    <a:pt x="50800" y="63499"/>
                  </a:lnTo>
                  <a:lnTo>
                    <a:pt x="50800" y="76199"/>
                  </a:lnTo>
                  <a:lnTo>
                    <a:pt x="76200" y="76199"/>
                  </a:lnTo>
                  <a:lnTo>
                    <a:pt x="69850" y="6349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52">
              <a:extLst>
                <a:ext uri="{FF2B5EF4-FFF2-40B4-BE49-F238E27FC236}">
                  <a16:creationId xmlns:a16="http://schemas.microsoft.com/office/drawing/2014/main" id="{C624945C-E892-854E-8410-876D96D9E317}"/>
                </a:ext>
              </a:extLst>
            </p:cNvPr>
            <p:cNvSpPr/>
            <p:nvPr/>
          </p:nvSpPr>
          <p:spPr>
            <a:xfrm>
              <a:off x="7161657" y="5274945"/>
              <a:ext cx="76200" cy="384175"/>
            </a:xfrm>
            <a:custGeom>
              <a:avLst/>
              <a:gdLst/>
              <a:ahLst/>
              <a:cxnLst/>
              <a:rect l="l" t="t" r="r" b="b"/>
              <a:pathLst>
                <a:path w="76200" h="384175">
                  <a:moveTo>
                    <a:pt x="25400" y="307974"/>
                  </a:moveTo>
                  <a:lnTo>
                    <a:pt x="0" y="307974"/>
                  </a:lnTo>
                  <a:lnTo>
                    <a:pt x="38100" y="384174"/>
                  </a:lnTo>
                  <a:lnTo>
                    <a:pt x="69850" y="320674"/>
                  </a:lnTo>
                  <a:lnTo>
                    <a:pt x="25400" y="320674"/>
                  </a:lnTo>
                  <a:lnTo>
                    <a:pt x="25400" y="307974"/>
                  </a:lnTo>
                  <a:close/>
                </a:path>
                <a:path w="76200" h="384175">
                  <a:moveTo>
                    <a:pt x="50800" y="0"/>
                  </a:moveTo>
                  <a:lnTo>
                    <a:pt x="25400" y="0"/>
                  </a:lnTo>
                  <a:lnTo>
                    <a:pt x="25400" y="320674"/>
                  </a:lnTo>
                  <a:lnTo>
                    <a:pt x="50800" y="320674"/>
                  </a:lnTo>
                  <a:lnTo>
                    <a:pt x="50800" y="0"/>
                  </a:lnTo>
                  <a:close/>
                </a:path>
                <a:path w="76200" h="384175">
                  <a:moveTo>
                    <a:pt x="76200" y="307974"/>
                  </a:moveTo>
                  <a:lnTo>
                    <a:pt x="50800" y="307974"/>
                  </a:lnTo>
                  <a:lnTo>
                    <a:pt x="50800" y="320674"/>
                  </a:lnTo>
                  <a:lnTo>
                    <a:pt x="69850" y="320674"/>
                  </a:lnTo>
                  <a:lnTo>
                    <a:pt x="76200" y="30797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53">
              <a:extLst>
                <a:ext uri="{FF2B5EF4-FFF2-40B4-BE49-F238E27FC236}">
                  <a16:creationId xmlns:a16="http://schemas.microsoft.com/office/drawing/2014/main" id="{CC5C6816-3593-2D49-A7BD-92DDEFE6234B}"/>
                </a:ext>
              </a:extLst>
            </p:cNvPr>
            <p:cNvSpPr/>
            <p:nvPr/>
          </p:nvSpPr>
          <p:spPr>
            <a:xfrm>
              <a:off x="7293483" y="5282565"/>
              <a:ext cx="76200" cy="385445"/>
            </a:xfrm>
            <a:custGeom>
              <a:avLst/>
              <a:gdLst/>
              <a:ahLst/>
              <a:cxnLst/>
              <a:rect l="l" t="t" r="r" b="b"/>
              <a:pathLst>
                <a:path w="76200" h="385445">
                  <a:moveTo>
                    <a:pt x="50800" y="63500"/>
                  </a:moveTo>
                  <a:lnTo>
                    <a:pt x="25400" y="63500"/>
                  </a:lnTo>
                  <a:lnTo>
                    <a:pt x="25400" y="385203"/>
                  </a:lnTo>
                  <a:lnTo>
                    <a:pt x="50800" y="385203"/>
                  </a:lnTo>
                  <a:lnTo>
                    <a:pt x="50800" y="63500"/>
                  </a:lnTo>
                  <a:close/>
                </a:path>
                <a:path w="76200" h="385445">
                  <a:moveTo>
                    <a:pt x="38100" y="0"/>
                  </a:moveTo>
                  <a:lnTo>
                    <a:pt x="0" y="76200"/>
                  </a:lnTo>
                  <a:lnTo>
                    <a:pt x="25400" y="76200"/>
                  </a:lnTo>
                  <a:lnTo>
                    <a:pt x="25400" y="63500"/>
                  </a:lnTo>
                  <a:lnTo>
                    <a:pt x="69850" y="63500"/>
                  </a:lnTo>
                  <a:lnTo>
                    <a:pt x="38100" y="0"/>
                  </a:lnTo>
                  <a:close/>
                </a:path>
                <a:path w="76200" h="385445">
                  <a:moveTo>
                    <a:pt x="69850" y="63500"/>
                  </a:moveTo>
                  <a:lnTo>
                    <a:pt x="50800" y="63500"/>
                  </a:lnTo>
                  <a:lnTo>
                    <a:pt x="50800" y="76200"/>
                  </a:lnTo>
                  <a:lnTo>
                    <a:pt x="76200" y="76200"/>
                  </a:lnTo>
                  <a:lnTo>
                    <a:pt x="69850" y="6350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54">
              <a:extLst>
                <a:ext uri="{FF2B5EF4-FFF2-40B4-BE49-F238E27FC236}">
                  <a16:creationId xmlns:a16="http://schemas.microsoft.com/office/drawing/2014/main" id="{5A745F72-C069-5042-B570-5A14B3D66F49}"/>
                </a:ext>
              </a:extLst>
            </p:cNvPr>
            <p:cNvSpPr/>
            <p:nvPr/>
          </p:nvSpPr>
          <p:spPr>
            <a:xfrm>
              <a:off x="8116442" y="5283327"/>
              <a:ext cx="76200" cy="384175"/>
            </a:xfrm>
            <a:custGeom>
              <a:avLst/>
              <a:gdLst/>
              <a:ahLst/>
              <a:cxnLst/>
              <a:rect l="l" t="t" r="r" b="b"/>
              <a:pathLst>
                <a:path w="76200" h="384175">
                  <a:moveTo>
                    <a:pt x="25400" y="307975"/>
                  </a:moveTo>
                  <a:lnTo>
                    <a:pt x="0" y="307975"/>
                  </a:lnTo>
                  <a:lnTo>
                    <a:pt x="38100" y="384175"/>
                  </a:lnTo>
                  <a:lnTo>
                    <a:pt x="69850" y="320675"/>
                  </a:lnTo>
                  <a:lnTo>
                    <a:pt x="25400" y="320675"/>
                  </a:lnTo>
                  <a:lnTo>
                    <a:pt x="25400" y="307975"/>
                  </a:lnTo>
                  <a:close/>
                </a:path>
                <a:path w="76200" h="384175">
                  <a:moveTo>
                    <a:pt x="50800" y="0"/>
                  </a:moveTo>
                  <a:lnTo>
                    <a:pt x="25400" y="0"/>
                  </a:lnTo>
                  <a:lnTo>
                    <a:pt x="25400" y="320675"/>
                  </a:lnTo>
                  <a:lnTo>
                    <a:pt x="50800" y="320675"/>
                  </a:lnTo>
                  <a:lnTo>
                    <a:pt x="50800" y="0"/>
                  </a:lnTo>
                  <a:close/>
                </a:path>
                <a:path w="76200" h="384175">
                  <a:moveTo>
                    <a:pt x="76200" y="307975"/>
                  </a:moveTo>
                  <a:lnTo>
                    <a:pt x="50800" y="307975"/>
                  </a:lnTo>
                  <a:lnTo>
                    <a:pt x="50800" y="320675"/>
                  </a:lnTo>
                  <a:lnTo>
                    <a:pt x="69850" y="320675"/>
                  </a:lnTo>
                  <a:lnTo>
                    <a:pt x="76200" y="30797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55">
              <a:extLst>
                <a:ext uri="{FF2B5EF4-FFF2-40B4-BE49-F238E27FC236}">
                  <a16:creationId xmlns:a16="http://schemas.microsoft.com/office/drawing/2014/main" id="{1F5C1A0B-116D-424F-BBF6-CC7FCDB6F388}"/>
                </a:ext>
              </a:extLst>
            </p:cNvPr>
            <p:cNvSpPr/>
            <p:nvPr/>
          </p:nvSpPr>
          <p:spPr>
            <a:xfrm>
              <a:off x="2523744" y="2573146"/>
              <a:ext cx="5800725" cy="3102610"/>
            </a:xfrm>
            <a:custGeom>
              <a:avLst/>
              <a:gdLst/>
              <a:ahLst/>
              <a:cxnLst/>
              <a:rect l="l" t="t" r="r" b="b"/>
              <a:pathLst>
                <a:path w="5800725" h="3102610">
                  <a:moveTo>
                    <a:pt x="1533906" y="2376932"/>
                  </a:moveTo>
                  <a:lnTo>
                    <a:pt x="1491869" y="2375408"/>
                  </a:lnTo>
                  <a:lnTo>
                    <a:pt x="1450340" y="2370836"/>
                  </a:lnTo>
                  <a:lnTo>
                    <a:pt x="1409065" y="2363343"/>
                  </a:lnTo>
                  <a:lnTo>
                    <a:pt x="1367790" y="2353183"/>
                  </a:lnTo>
                  <a:lnTo>
                    <a:pt x="1326896" y="2340229"/>
                  </a:lnTo>
                  <a:lnTo>
                    <a:pt x="1286383" y="2324481"/>
                  </a:lnTo>
                  <a:lnTo>
                    <a:pt x="1246251" y="2306320"/>
                  </a:lnTo>
                  <a:lnTo>
                    <a:pt x="1206754" y="2285746"/>
                  </a:lnTo>
                  <a:lnTo>
                    <a:pt x="1167765" y="2262759"/>
                  </a:lnTo>
                  <a:lnTo>
                    <a:pt x="1129411" y="2237486"/>
                  </a:lnTo>
                  <a:lnTo>
                    <a:pt x="1091946" y="2210054"/>
                  </a:lnTo>
                  <a:lnTo>
                    <a:pt x="1055497" y="2180590"/>
                  </a:lnTo>
                  <a:lnTo>
                    <a:pt x="1019810" y="2149221"/>
                  </a:lnTo>
                  <a:lnTo>
                    <a:pt x="985266" y="2115820"/>
                  </a:lnTo>
                  <a:lnTo>
                    <a:pt x="951865" y="2080768"/>
                  </a:lnTo>
                  <a:lnTo>
                    <a:pt x="919607" y="2044065"/>
                  </a:lnTo>
                  <a:lnTo>
                    <a:pt x="888746" y="2005711"/>
                  </a:lnTo>
                  <a:lnTo>
                    <a:pt x="859409" y="1965960"/>
                  </a:lnTo>
                  <a:lnTo>
                    <a:pt x="831215" y="1924685"/>
                  </a:lnTo>
                  <a:lnTo>
                    <a:pt x="804926" y="1882267"/>
                  </a:lnTo>
                  <a:lnTo>
                    <a:pt x="780034" y="1838706"/>
                  </a:lnTo>
                  <a:lnTo>
                    <a:pt x="756920" y="1794002"/>
                  </a:lnTo>
                  <a:lnTo>
                    <a:pt x="735698" y="1748282"/>
                  </a:lnTo>
                  <a:lnTo>
                    <a:pt x="716280" y="1701800"/>
                  </a:lnTo>
                  <a:lnTo>
                    <a:pt x="698881" y="1654556"/>
                  </a:lnTo>
                  <a:lnTo>
                    <a:pt x="683514" y="1606550"/>
                  </a:lnTo>
                  <a:lnTo>
                    <a:pt x="670179" y="1557909"/>
                  </a:lnTo>
                  <a:lnTo>
                    <a:pt x="659257" y="1509141"/>
                  </a:lnTo>
                  <a:lnTo>
                    <a:pt x="650621" y="1459738"/>
                  </a:lnTo>
                  <a:lnTo>
                    <a:pt x="644271" y="1409954"/>
                  </a:lnTo>
                  <a:lnTo>
                    <a:pt x="642581" y="1386662"/>
                  </a:lnTo>
                  <a:lnTo>
                    <a:pt x="662432" y="1387221"/>
                  </a:lnTo>
                  <a:lnTo>
                    <a:pt x="661479" y="1385189"/>
                  </a:lnTo>
                  <a:lnTo>
                    <a:pt x="667512" y="1384935"/>
                  </a:lnTo>
                  <a:lnTo>
                    <a:pt x="660844" y="1372870"/>
                  </a:lnTo>
                  <a:lnTo>
                    <a:pt x="628307" y="1313916"/>
                  </a:lnTo>
                  <a:lnTo>
                    <a:pt x="626491" y="1310005"/>
                  </a:lnTo>
                  <a:lnTo>
                    <a:pt x="586232" y="1385062"/>
                  </a:lnTo>
                  <a:lnTo>
                    <a:pt x="592594" y="1385252"/>
                  </a:lnTo>
                  <a:lnTo>
                    <a:pt x="591312" y="1388110"/>
                  </a:lnTo>
                  <a:lnTo>
                    <a:pt x="611339" y="1387284"/>
                  </a:lnTo>
                  <a:lnTo>
                    <a:pt x="610235" y="1412113"/>
                  </a:lnTo>
                  <a:lnTo>
                    <a:pt x="605917" y="1463040"/>
                  </a:lnTo>
                  <a:lnTo>
                    <a:pt x="599948" y="1513586"/>
                  </a:lnTo>
                  <a:lnTo>
                    <a:pt x="592328" y="1563878"/>
                  </a:lnTo>
                  <a:lnTo>
                    <a:pt x="583311" y="1613535"/>
                  </a:lnTo>
                  <a:lnTo>
                    <a:pt x="572643" y="1662684"/>
                  </a:lnTo>
                  <a:lnTo>
                    <a:pt x="560578" y="1711071"/>
                  </a:lnTo>
                  <a:lnTo>
                    <a:pt x="547243" y="1758696"/>
                  </a:lnTo>
                  <a:lnTo>
                    <a:pt x="532511" y="1805432"/>
                  </a:lnTo>
                  <a:lnTo>
                    <a:pt x="516636" y="1851152"/>
                  </a:lnTo>
                  <a:lnTo>
                    <a:pt x="499364" y="1895729"/>
                  </a:lnTo>
                  <a:lnTo>
                    <a:pt x="481203" y="1939036"/>
                  </a:lnTo>
                  <a:lnTo>
                    <a:pt x="461899" y="1981200"/>
                  </a:lnTo>
                  <a:lnTo>
                    <a:pt x="441452" y="2021713"/>
                  </a:lnTo>
                  <a:lnTo>
                    <a:pt x="420116" y="2060829"/>
                  </a:lnTo>
                  <a:lnTo>
                    <a:pt x="397891" y="2098421"/>
                  </a:lnTo>
                  <a:lnTo>
                    <a:pt x="374904" y="2134108"/>
                  </a:lnTo>
                  <a:lnTo>
                    <a:pt x="351028" y="2168017"/>
                  </a:lnTo>
                  <a:lnTo>
                    <a:pt x="326517" y="2200021"/>
                  </a:lnTo>
                  <a:lnTo>
                    <a:pt x="301371" y="2230120"/>
                  </a:lnTo>
                  <a:lnTo>
                    <a:pt x="262382" y="2271141"/>
                  </a:lnTo>
                  <a:lnTo>
                    <a:pt x="222504" y="2306955"/>
                  </a:lnTo>
                  <a:lnTo>
                    <a:pt x="181864" y="2337181"/>
                  </a:lnTo>
                  <a:lnTo>
                    <a:pt x="140462" y="2361819"/>
                  </a:lnTo>
                  <a:lnTo>
                    <a:pt x="98679" y="2380361"/>
                  </a:lnTo>
                  <a:lnTo>
                    <a:pt x="56769" y="2392680"/>
                  </a:lnTo>
                  <a:lnTo>
                    <a:pt x="14732" y="2398395"/>
                  </a:lnTo>
                  <a:lnTo>
                    <a:pt x="0" y="2398776"/>
                  </a:lnTo>
                  <a:lnTo>
                    <a:pt x="762" y="2424176"/>
                  </a:lnTo>
                  <a:lnTo>
                    <a:pt x="46101" y="2420493"/>
                  </a:lnTo>
                  <a:lnTo>
                    <a:pt x="91821" y="2409571"/>
                  </a:lnTo>
                  <a:lnTo>
                    <a:pt x="136779" y="2391918"/>
                  </a:lnTo>
                  <a:lnTo>
                    <a:pt x="180975" y="2367915"/>
                  </a:lnTo>
                  <a:lnTo>
                    <a:pt x="224155" y="2338070"/>
                  </a:lnTo>
                  <a:lnTo>
                    <a:pt x="266192" y="2302510"/>
                  </a:lnTo>
                  <a:lnTo>
                    <a:pt x="320040" y="2247265"/>
                  </a:lnTo>
                  <a:lnTo>
                    <a:pt x="345948" y="2216404"/>
                  </a:lnTo>
                  <a:lnTo>
                    <a:pt x="371221" y="2183511"/>
                  </a:lnTo>
                  <a:lnTo>
                    <a:pt x="395605" y="2148713"/>
                  </a:lnTo>
                  <a:lnTo>
                    <a:pt x="419354" y="2112137"/>
                  </a:lnTo>
                  <a:lnTo>
                    <a:pt x="441960" y="2073783"/>
                  </a:lnTo>
                  <a:lnTo>
                    <a:pt x="463804" y="2033905"/>
                  </a:lnTo>
                  <a:lnTo>
                    <a:pt x="484505" y="1992503"/>
                  </a:lnTo>
                  <a:lnTo>
                    <a:pt x="504317" y="1949704"/>
                  </a:lnTo>
                  <a:lnTo>
                    <a:pt x="522859" y="1905635"/>
                  </a:lnTo>
                  <a:lnTo>
                    <a:pt x="540258" y="1860296"/>
                  </a:lnTo>
                  <a:lnTo>
                    <a:pt x="556514" y="1813814"/>
                  </a:lnTo>
                  <a:lnTo>
                    <a:pt x="571373" y="1766316"/>
                  </a:lnTo>
                  <a:lnTo>
                    <a:pt x="585089" y="1717929"/>
                  </a:lnTo>
                  <a:lnTo>
                    <a:pt x="597408" y="1668907"/>
                  </a:lnTo>
                  <a:lnTo>
                    <a:pt x="608076" y="1618869"/>
                  </a:lnTo>
                  <a:lnTo>
                    <a:pt x="617347" y="1568450"/>
                  </a:lnTo>
                  <a:lnTo>
                    <a:pt x="625094" y="1517523"/>
                  </a:lnTo>
                  <a:lnTo>
                    <a:pt x="628967" y="1484744"/>
                  </a:lnTo>
                  <a:lnTo>
                    <a:pt x="629666" y="1489075"/>
                  </a:lnTo>
                  <a:lnTo>
                    <a:pt x="639826" y="1539494"/>
                  </a:lnTo>
                  <a:lnTo>
                    <a:pt x="659384" y="1614297"/>
                  </a:lnTo>
                  <a:lnTo>
                    <a:pt x="675005" y="1663319"/>
                  </a:lnTo>
                  <a:lnTo>
                    <a:pt x="692785" y="1711579"/>
                  </a:lnTo>
                  <a:lnTo>
                    <a:pt x="712724" y="1759077"/>
                  </a:lnTo>
                  <a:lnTo>
                    <a:pt x="734314" y="1805686"/>
                  </a:lnTo>
                  <a:lnTo>
                    <a:pt x="757923" y="1851279"/>
                  </a:lnTo>
                  <a:lnTo>
                    <a:pt x="783323" y="1895729"/>
                  </a:lnTo>
                  <a:lnTo>
                    <a:pt x="810260" y="1939036"/>
                  </a:lnTo>
                  <a:lnTo>
                    <a:pt x="838962" y="1981073"/>
                  </a:lnTo>
                  <a:lnTo>
                    <a:pt x="868934" y="2021713"/>
                  </a:lnTo>
                  <a:lnTo>
                    <a:pt x="900557" y="2060702"/>
                  </a:lnTo>
                  <a:lnTo>
                    <a:pt x="933450" y="2098294"/>
                  </a:lnTo>
                  <a:lnTo>
                    <a:pt x="967740" y="2134108"/>
                  </a:lnTo>
                  <a:lnTo>
                    <a:pt x="1003046" y="2168144"/>
                  </a:lnTo>
                  <a:lnTo>
                    <a:pt x="1039495" y="2200402"/>
                  </a:lnTo>
                  <a:lnTo>
                    <a:pt x="1076960" y="2230628"/>
                  </a:lnTo>
                  <a:lnTo>
                    <a:pt x="1115441" y="2258568"/>
                  </a:lnTo>
                  <a:lnTo>
                    <a:pt x="1154557" y="2284476"/>
                  </a:lnTo>
                  <a:lnTo>
                    <a:pt x="1194689" y="2308098"/>
                  </a:lnTo>
                  <a:lnTo>
                    <a:pt x="1235456" y="2329307"/>
                  </a:lnTo>
                  <a:lnTo>
                    <a:pt x="1276858" y="2348103"/>
                  </a:lnTo>
                  <a:lnTo>
                    <a:pt x="1318768" y="2364232"/>
                  </a:lnTo>
                  <a:lnTo>
                    <a:pt x="1361313" y="2377694"/>
                  </a:lnTo>
                  <a:lnTo>
                    <a:pt x="1404112" y="2388362"/>
                  </a:lnTo>
                  <a:lnTo>
                    <a:pt x="1447165" y="2396109"/>
                  </a:lnTo>
                  <a:lnTo>
                    <a:pt x="1490599" y="2400808"/>
                  </a:lnTo>
                  <a:lnTo>
                    <a:pt x="1533525" y="2402332"/>
                  </a:lnTo>
                  <a:lnTo>
                    <a:pt x="1533906" y="2376932"/>
                  </a:lnTo>
                  <a:close/>
                </a:path>
                <a:path w="5800725" h="3102610">
                  <a:moveTo>
                    <a:pt x="2155444" y="77597"/>
                  </a:moveTo>
                  <a:lnTo>
                    <a:pt x="2148700" y="62738"/>
                  </a:lnTo>
                  <a:lnTo>
                    <a:pt x="2120265" y="0"/>
                  </a:lnTo>
                  <a:lnTo>
                    <a:pt x="2079244" y="74676"/>
                  </a:lnTo>
                  <a:lnTo>
                    <a:pt x="2104453" y="75653"/>
                  </a:lnTo>
                  <a:lnTo>
                    <a:pt x="2103501" y="93726"/>
                  </a:lnTo>
                  <a:lnTo>
                    <a:pt x="2098421" y="140462"/>
                  </a:lnTo>
                  <a:lnTo>
                    <a:pt x="2091563" y="186944"/>
                  </a:lnTo>
                  <a:lnTo>
                    <a:pt x="2082800" y="233045"/>
                  </a:lnTo>
                  <a:lnTo>
                    <a:pt x="2072132" y="278765"/>
                  </a:lnTo>
                  <a:lnTo>
                    <a:pt x="2059940" y="323850"/>
                  </a:lnTo>
                  <a:lnTo>
                    <a:pt x="2045970" y="368300"/>
                  </a:lnTo>
                  <a:lnTo>
                    <a:pt x="2030603" y="412115"/>
                  </a:lnTo>
                  <a:lnTo>
                    <a:pt x="2013458" y="455041"/>
                  </a:lnTo>
                  <a:lnTo>
                    <a:pt x="1995043" y="497078"/>
                  </a:lnTo>
                  <a:lnTo>
                    <a:pt x="1975231" y="537972"/>
                  </a:lnTo>
                  <a:lnTo>
                    <a:pt x="1954149" y="577850"/>
                  </a:lnTo>
                  <a:lnTo>
                    <a:pt x="1931670" y="616585"/>
                  </a:lnTo>
                  <a:lnTo>
                    <a:pt x="1908175" y="653923"/>
                  </a:lnTo>
                  <a:lnTo>
                    <a:pt x="1883537" y="689864"/>
                  </a:lnTo>
                  <a:lnTo>
                    <a:pt x="1857756" y="724408"/>
                  </a:lnTo>
                  <a:lnTo>
                    <a:pt x="1831086" y="757174"/>
                  </a:lnTo>
                  <a:lnTo>
                    <a:pt x="1803400" y="788416"/>
                  </a:lnTo>
                  <a:lnTo>
                    <a:pt x="1775079" y="818007"/>
                  </a:lnTo>
                  <a:lnTo>
                    <a:pt x="1745996" y="845566"/>
                  </a:lnTo>
                  <a:lnTo>
                    <a:pt x="1716024" y="871220"/>
                  </a:lnTo>
                  <a:lnTo>
                    <a:pt x="1685671" y="894842"/>
                  </a:lnTo>
                  <a:lnTo>
                    <a:pt x="1638681" y="926338"/>
                  </a:lnTo>
                  <a:lnTo>
                    <a:pt x="1591056" y="952754"/>
                  </a:lnTo>
                  <a:lnTo>
                    <a:pt x="1542669" y="973709"/>
                  </a:lnTo>
                  <a:lnTo>
                    <a:pt x="1493647" y="989076"/>
                  </a:lnTo>
                  <a:lnTo>
                    <a:pt x="1444371" y="998359"/>
                  </a:lnTo>
                  <a:lnTo>
                    <a:pt x="1394587" y="1001661"/>
                  </a:lnTo>
                  <a:lnTo>
                    <a:pt x="1395095" y="1027061"/>
                  </a:lnTo>
                  <a:lnTo>
                    <a:pt x="1447165" y="1023620"/>
                  </a:lnTo>
                  <a:lnTo>
                    <a:pt x="1499489" y="1013714"/>
                  </a:lnTo>
                  <a:lnTo>
                    <a:pt x="1551051" y="997724"/>
                  </a:lnTo>
                  <a:lnTo>
                    <a:pt x="1601851" y="975741"/>
                  </a:lnTo>
                  <a:lnTo>
                    <a:pt x="1651762" y="948182"/>
                  </a:lnTo>
                  <a:lnTo>
                    <a:pt x="1700149" y="915670"/>
                  </a:lnTo>
                  <a:lnTo>
                    <a:pt x="1731645" y="891286"/>
                  </a:lnTo>
                  <a:lnTo>
                    <a:pt x="1762506" y="864870"/>
                  </a:lnTo>
                  <a:lnTo>
                    <a:pt x="1792605" y="836422"/>
                  </a:lnTo>
                  <a:lnTo>
                    <a:pt x="1821815" y="806069"/>
                  </a:lnTo>
                  <a:lnTo>
                    <a:pt x="1850136" y="774065"/>
                  </a:lnTo>
                  <a:lnTo>
                    <a:pt x="1877568" y="740410"/>
                  </a:lnTo>
                  <a:lnTo>
                    <a:pt x="1903857" y="704977"/>
                  </a:lnTo>
                  <a:lnTo>
                    <a:pt x="1929130" y="668274"/>
                  </a:lnTo>
                  <a:lnTo>
                    <a:pt x="1953133" y="630174"/>
                  </a:lnTo>
                  <a:lnTo>
                    <a:pt x="1976120" y="590550"/>
                  </a:lnTo>
                  <a:lnTo>
                    <a:pt x="1997710" y="549910"/>
                  </a:lnTo>
                  <a:lnTo>
                    <a:pt x="2017903" y="508127"/>
                  </a:lnTo>
                  <a:lnTo>
                    <a:pt x="2036699" y="465201"/>
                  </a:lnTo>
                  <a:lnTo>
                    <a:pt x="2054098" y="421386"/>
                  </a:lnTo>
                  <a:lnTo>
                    <a:pt x="2069973" y="376809"/>
                  </a:lnTo>
                  <a:lnTo>
                    <a:pt x="2084197" y="331470"/>
                  </a:lnTo>
                  <a:lnTo>
                    <a:pt x="2096770" y="285369"/>
                  </a:lnTo>
                  <a:lnTo>
                    <a:pt x="2107438" y="238887"/>
                  </a:lnTo>
                  <a:lnTo>
                    <a:pt x="2116455" y="191643"/>
                  </a:lnTo>
                  <a:lnTo>
                    <a:pt x="2123567" y="144272"/>
                  </a:lnTo>
                  <a:lnTo>
                    <a:pt x="2128647" y="96393"/>
                  </a:lnTo>
                  <a:lnTo>
                    <a:pt x="2129802" y="76619"/>
                  </a:lnTo>
                  <a:lnTo>
                    <a:pt x="2155444" y="77597"/>
                  </a:lnTo>
                  <a:close/>
                </a:path>
                <a:path w="5800725" h="3102610">
                  <a:moveTo>
                    <a:pt x="5800725" y="2793238"/>
                  </a:moveTo>
                  <a:lnTo>
                    <a:pt x="5794375" y="2780538"/>
                  </a:lnTo>
                  <a:lnTo>
                    <a:pt x="5762625" y="2717038"/>
                  </a:lnTo>
                  <a:lnTo>
                    <a:pt x="5724525" y="2793238"/>
                  </a:lnTo>
                  <a:lnTo>
                    <a:pt x="5749925" y="2793238"/>
                  </a:lnTo>
                  <a:lnTo>
                    <a:pt x="5749925" y="3102241"/>
                  </a:lnTo>
                  <a:lnTo>
                    <a:pt x="5775325" y="3102241"/>
                  </a:lnTo>
                  <a:lnTo>
                    <a:pt x="5775325" y="2793238"/>
                  </a:lnTo>
                  <a:lnTo>
                    <a:pt x="5800725" y="279323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56">
              <a:extLst>
                <a:ext uri="{FF2B5EF4-FFF2-40B4-BE49-F238E27FC236}">
                  <a16:creationId xmlns:a16="http://schemas.microsoft.com/office/drawing/2014/main" id="{E3902BD5-92F1-F949-AFAE-522E694435F3}"/>
                </a:ext>
              </a:extLst>
            </p:cNvPr>
            <p:cNvSpPr/>
            <p:nvPr/>
          </p:nvSpPr>
          <p:spPr>
            <a:xfrm>
              <a:off x="5411851" y="2264536"/>
              <a:ext cx="689610" cy="971550"/>
            </a:xfrm>
            <a:custGeom>
              <a:avLst/>
              <a:gdLst/>
              <a:ahLst/>
              <a:cxnLst/>
              <a:rect l="l" t="t" r="r" b="b"/>
              <a:pathLst>
                <a:path w="689610" h="971550">
                  <a:moveTo>
                    <a:pt x="638618" y="895652"/>
                  </a:moveTo>
                  <a:lnTo>
                    <a:pt x="613410" y="896620"/>
                  </a:lnTo>
                  <a:lnTo>
                    <a:pt x="654303" y="971296"/>
                  </a:lnTo>
                  <a:lnTo>
                    <a:pt x="682804" y="908430"/>
                  </a:lnTo>
                  <a:lnTo>
                    <a:pt x="639190" y="908430"/>
                  </a:lnTo>
                  <a:lnTo>
                    <a:pt x="638618" y="895652"/>
                  </a:lnTo>
                  <a:close/>
                </a:path>
                <a:path w="689610" h="971550">
                  <a:moveTo>
                    <a:pt x="663943" y="894679"/>
                  </a:moveTo>
                  <a:lnTo>
                    <a:pt x="638618" y="895652"/>
                  </a:lnTo>
                  <a:lnTo>
                    <a:pt x="639190" y="908430"/>
                  </a:lnTo>
                  <a:lnTo>
                    <a:pt x="664590" y="907161"/>
                  </a:lnTo>
                  <a:lnTo>
                    <a:pt x="663943" y="894679"/>
                  </a:lnTo>
                  <a:close/>
                </a:path>
                <a:path w="689610" h="971550">
                  <a:moveTo>
                    <a:pt x="689483" y="893699"/>
                  </a:moveTo>
                  <a:lnTo>
                    <a:pt x="663943" y="894679"/>
                  </a:lnTo>
                  <a:lnTo>
                    <a:pt x="664590" y="907161"/>
                  </a:lnTo>
                  <a:lnTo>
                    <a:pt x="639190" y="908430"/>
                  </a:lnTo>
                  <a:lnTo>
                    <a:pt x="682804" y="908430"/>
                  </a:lnTo>
                  <a:lnTo>
                    <a:pt x="689483" y="893699"/>
                  </a:lnTo>
                  <a:close/>
                </a:path>
                <a:path w="689610" h="971550">
                  <a:moveTo>
                    <a:pt x="508" y="0"/>
                  </a:moveTo>
                  <a:lnTo>
                    <a:pt x="0" y="25400"/>
                  </a:lnTo>
                  <a:lnTo>
                    <a:pt x="15239" y="25780"/>
                  </a:lnTo>
                  <a:lnTo>
                    <a:pt x="30099" y="26797"/>
                  </a:lnTo>
                  <a:lnTo>
                    <a:pt x="74295" y="33782"/>
                  </a:lnTo>
                  <a:lnTo>
                    <a:pt x="118363" y="46354"/>
                  </a:lnTo>
                  <a:lnTo>
                    <a:pt x="161925" y="64262"/>
                  </a:lnTo>
                  <a:lnTo>
                    <a:pt x="205359" y="87629"/>
                  </a:lnTo>
                  <a:lnTo>
                    <a:pt x="261493" y="125984"/>
                  </a:lnTo>
                  <a:lnTo>
                    <a:pt x="315722" y="172592"/>
                  </a:lnTo>
                  <a:lnTo>
                    <a:pt x="367664" y="226440"/>
                  </a:lnTo>
                  <a:lnTo>
                    <a:pt x="392429" y="255904"/>
                  </a:lnTo>
                  <a:lnTo>
                    <a:pt x="416433" y="287020"/>
                  </a:lnTo>
                  <a:lnTo>
                    <a:pt x="439674" y="319659"/>
                  </a:lnTo>
                  <a:lnTo>
                    <a:pt x="461899" y="353567"/>
                  </a:lnTo>
                  <a:lnTo>
                    <a:pt x="483108" y="388874"/>
                  </a:lnTo>
                  <a:lnTo>
                    <a:pt x="503300" y="425450"/>
                  </a:lnTo>
                  <a:lnTo>
                    <a:pt x="522350" y="463168"/>
                  </a:lnTo>
                  <a:lnTo>
                    <a:pt x="540258" y="501903"/>
                  </a:lnTo>
                  <a:lnTo>
                    <a:pt x="556895" y="541654"/>
                  </a:lnTo>
                  <a:lnTo>
                    <a:pt x="572135" y="582167"/>
                  </a:lnTo>
                  <a:lnTo>
                    <a:pt x="586104" y="623442"/>
                  </a:lnTo>
                  <a:lnTo>
                    <a:pt x="598677" y="665479"/>
                  </a:lnTo>
                  <a:lnTo>
                    <a:pt x="609726" y="708025"/>
                  </a:lnTo>
                  <a:lnTo>
                    <a:pt x="619251" y="751204"/>
                  </a:lnTo>
                  <a:lnTo>
                    <a:pt x="627126" y="794765"/>
                  </a:lnTo>
                  <a:lnTo>
                    <a:pt x="633476" y="838708"/>
                  </a:lnTo>
                  <a:lnTo>
                    <a:pt x="638048" y="882903"/>
                  </a:lnTo>
                  <a:lnTo>
                    <a:pt x="638618" y="895652"/>
                  </a:lnTo>
                  <a:lnTo>
                    <a:pt x="663943" y="894679"/>
                  </a:lnTo>
                  <a:lnTo>
                    <a:pt x="658622" y="835151"/>
                  </a:lnTo>
                  <a:lnTo>
                    <a:pt x="652145" y="790193"/>
                  </a:lnTo>
                  <a:lnTo>
                    <a:pt x="644016" y="745743"/>
                  </a:lnTo>
                  <a:lnTo>
                    <a:pt x="634364" y="701675"/>
                  </a:lnTo>
                  <a:lnTo>
                    <a:pt x="623062" y="658113"/>
                  </a:lnTo>
                  <a:lnTo>
                    <a:pt x="610108" y="615314"/>
                  </a:lnTo>
                  <a:lnTo>
                    <a:pt x="595884" y="573151"/>
                  </a:lnTo>
                  <a:lnTo>
                    <a:pt x="580263" y="531749"/>
                  </a:lnTo>
                  <a:lnTo>
                    <a:pt x="563245" y="491236"/>
                  </a:lnTo>
                  <a:lnTo>
                    <a:pt x="544957" y="451738"/>
                  </a:lnTo>
                  <a:lnTo>
                    <a:pt x="525526" y="413130"/>
                  </a:lnTo>
                  <a:lnTo>
                    <a:pt x="504951" y="375792"/>
                  </a:lnTo>
                  <a:lnTo>
                    <a:pt x="483108" y="339725"/>
                  </a:lnTo>
                  <a:lnTo>
                    <a:pt x="460375" y="304926"/>
                  </a:lnTo>
                  <a:lnTo>
                    <a:pt x="436499" y="271525"/>
                  </a:lnTo>
                  <a:lnTo>
                    <a:pt x="411861" y="239649"/>
                  </a:lnTo>
                  <a:lnTo>
                    <a:pt x="386334" y="209296"/>
                  </a:lnTo>
                  <a:lnTo>
                    <a:pt x="359918" y="180721"/>
                  </a:lnTo>
                  <a:lnTo>
                    <a:pt x="332739" y="153797"/>
                  </a:lnTo>
                  <a:lnTo>
                    <a:pt x="276351" y="105537"/>
                  </a:lnTo>
                  <a:lnTo>
                    <a:pt x="217677" y="65404"/>
                  </a:lnTo>
                  <a:lnTo>
                    <a:pt x="172465" y="41148"/>
                  </a:lnTo>
                  <a:lnTo>
                    <a:pt x="126237" y="22098"/>
                  </a:lnTo>
                  <a:lnTo>
                    <a:pt x="79248" y="8762"/>
                  </a:lnTo>
                  <a:lnTo>
                    <a:pt x="31750" y="1397"/>
                  </a:lnTo>
                  <a:lnTo>
                    <a:pt x="15875" y="380"/>
                  </a:lnTo>
                  <a:lnTo>
                    <a:pt x="5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57">
              <a:extLst>
                <a:ext uri="{FF2B5EF4-FFF2-40B4-BE49-F238E27FC236}">
                  <a16:creationId xmlns:a16="http://schemas.microsoft.com/office/drawing/2014/main" id="{BDB15E87-6F61-D640-A05F-290EE2DB365F}"/>
                </a:ext>
              </a:extLst>
            </p:cNvPr>
            <p:cNvSpPr/>
            <p:nvPr/>
          </p:nvSpPr>
          <p:spPr>
            <a:xfrm>
              <a:off x="4608449" y="2573527"/>
              <a:ext cx="690245" cy="2093595"/>
            </a:xfrm>
            <a:custGeom>
              <a:avLst/>
              <a:gdLst/>
              <a:ahLst/>
              <a:cxnLst/>
              <a:rect l="l" t="t" r="r" b="b"/>
              <a:pathLst>
                <a:path w="690245" h="2093595">
                  <a:moveTo>
                    <a:pt x="689991" y="946150"/>
                  </a:moveTo>
                  <a:lnTo>
                    <a:pt x="645160" y="943102"/>
                  </a:lnTo>
                  <a:lnTo>
                    <a:pt x="621258" y="938872"/>
                  </a:lnTo>
                  <a:lnTo>
                    <a:pt x="621258" y="994765"/>
                  </a:lnTo>
                  <a:lnTo>
                    <a:pt x="618871" y="996061"/>
                  </a:lnTo>
                  <a:lnTo>
                    <a:pt x="621169" y="994803"/>
                  </a:lnTo>
                  <a:lnTo>
                    <a:pt x="621182" y="994575"/>
                  </a:lnTo>
                  <a:lnTo>
                    <a:pt x="621258" y="994765"/>
                  </a:lnTo>
                  <a:lnTo>
                    <a:pt x="621258" y="938872"/>
                  </a:lnTo>
                  <a:lnTo>
                    <a:pt x="615696" y="937768"/>
                  </a:lnTo>
                  <a:lnTo>
                    <a:pt x="600964" y="934212"/>
                  </a:lnTo>
                  <a:lnTo>
                    <a:pt x="557149" y="919734"/>
                  </a:lnTo>
                  <a:lnTo>
                    <a:pt x="513588" y="900049"/>
                  </a:lnTo>
                  <a:lnTo>
                    <a:pt x="456311" y="865759"/>
                  </a:lnTo>
                  <a:lnTo>
                    <a:pt x="401066" y="823087"/>
                  </a:lnTo>
                  <a:lnTo>
                    <a:pt x="347980" y="772795"/>
                  </a:lnTo>
                  <a:lnTo>
                    <a:pt x="297434" y="715518"/>
                  </a:lnTo>
                  <a:lnTo>
                    <a:pt x="273431" y="684403"/>
                  </a:lnTo>
                  <a:lnTo>
                    <a:pt x="250317" y="651891"/>
                  </a:lnTo>
                  <a:lnTo>
                    <a:pt x="227965" y="617855"/>
                  </a:lnTo>
                  <a:lnTo>
                    <a:pt x="206756" y="582549"/>
                  </a:lnTo>
                  <a:lnTo>
                    <a:pt x="186563" y="546100"/>
                  </a:lnTo>
                  <a:lnTo>
                    <a:pt x="167513" y="508381"/>
                  </a:lnTo>
                  <a:lnTo>
                    <a:pt x="149733" y="469646"/>
                  </a:lnTo>
                  <a:lnTo>
                    <a:pt x="132969" y="429895"/>
                  </a:lnTo>
                  <a:lnTo>
                    <a:pt x="117602" y="389382"/>
                  </a:lnTo>
                  <a:lnTo>
                    <a:pt x="103632" y="347980"/>
                  </a:lnTo>
                  <a:lnTo>
                    <a:pt x="91059" y="305943"/>
                  </a:lnTo>
                  <a:lnTo>
                    <a:pt x="80010" y="263271"/>
                  </a:lnTo>
                  <a:lnTo>
                    <a:pt x="70485" y="220218"/>
                  </a:lnTo>
                  <a:lnTo>
                    <a:pt x="62484" y="176530"/>
                  </a:lnTo>
                  <a:lnTo>
                    <a:pt x="56134" y="132588"/>
                  </a:lnTo>
                  <a:lnTo>
                    <a:pt x="51562" y="88519"/>
                  </a:lnTo>
                  <a:lnTo>
                    <a:pt x="50914" y="75565"/>
                  </a:lnTo>
                  <a:lnTo>
                    <a:pt x="76200" y="74549"/>
                  </a:lnTo>
                  <a:lnTo>
                    <a:pt x="69672" y="62738"/>
                  </a:lnTo>
                  <a:lnTo>
                    <a:pt x="35052" y="0"/>
                  </a:lnTo>
                  <a:lnTo>
                    <a:pt x="0" y="77597"/>
                  </a:lnTo>
                  <a:lnTo>
                    <a:pt x="25590" y="76581"/>
                  </a:lnTo>
                  <a:lnTo>
                    <a:pt x="26416" y="91059"/>
                  </a:lnTo>
                  <a:lnTo>
                    <a:pt x="30988" y="136271"/>
                  </a:lnTo>
                  <a:lnTo>
                    <a:pt x="37465" y="181102"/>
                  </a:lnTo>
                  <a:lnTo>
                    <a:pt x="45593" y="225679"/>
                  </a:lnTo>
                  <a:lnTo>
                    <a:pt x="55372" y="269748"/>
                  </a:lnTo>
                  <a:lnTo>
                    <a:pt x="66675" y="313182"/>
                  </a:lnTo>
                  <a:lnTo>
                    <a:pt x="79502" y="356108"/>
                  </a:lnTo>
                  <a:lnTo>
                    <a:pt x="93853" y="398399"/>
                  </a:lnTo>
                  <a:lnTo>
                    <a:pt x="109601" y="439801"/>
                  </a:lnTo>
                  <a:lnTo>
                    <a:pt x="126619" y="480314"/>
                  </a:lnTo>
                  <a:lnTo>
                    <a:pt x="144780" y="519811"/>
                  </a:lnTo>
                  <a:lnTo>
                    <a:pt x="164338" y="558292"/>
                  </a:lnTo>
                  <a:lnTo>
                    <a:pt x="185039" y="595757"/>
                  </a:lnTo>
                  <a:lnTo>
                    <a:pt x="206756" y="631825"/>
                  </a:lnTo>
                  <a:lnTo>
                    <a:pt x="229616" y="666623"/>
                  </a:lnTo>
                  <a:lnTo>
                    <a:pt x="253365" y="700024"/>
                  </a:lnTo>
                  <a:lnTo>
                    <a:pt x="278130" y="731901"/>
                  </a:lnTo>
                  <a:lnTo>
                    <a:pt x="303657" y="762254"/>
                  </a:lnTo>
                  <a:lnTo>
                    <a:pt x="330073" y="790829"/>
                  </a:lnTo>
                  <a:lnTo>
                    <a:pt x="357251" y="817753"/>
                  </a:lnTo>
                  <a:lnTo>
                    <a:pt x="413639" y="866013"/>
                  </a:lnTo>
                  <a:lnTo>
                    <a:pt x="472313" y="906145"/>
                  </a:lnTo>
                  <a:lnTo>
                    <a:pt x="517525" y="930402"/>
                  </a:lnTo>
                  <a:lnTo>
                    <a:pt x="563753" y="949325"/>
                  </a:lnTo>
                  <a:lnTo>
                    <a:pt x="610743" y="962660"/>
                  </a:lnTo>
                  <a:lnTo>
                    <a:pt x="613473" y="970889"/>
                  </a:lnTo>
                  <a:lnTo>
                    <a:pt x="608711" y="972705"/>
                  </a:lnTo>
                  <a:lnTo>
                    <a:pt x="607822" y="973201"/>
                  </a:lnTo>
                  <a:lnTo>
                    <a:pt x="577723" y="996950"/>
                  </a:lnTo>
                  <a:lnTo>
                    <a:pt x="549402" y="1026033"/>
                  </a:lnTo>
                  <a:lnTo>
                    <a:pt x="521970" y="1060958"/>
                  </a:lnTo>
                  <a:lnTo>
                    <a:pt x="495427" y="1101217"/>
                  </a:lnTo>
                  <a:lnTo>
                    <a:pt x="461518" y="1162558"/>
                  </a:lnTo>
                  <a:lnTo>
                    <a:pt x="429514" y="1232154"/>
                  </a:lnTo>
                  <a:lnTo>
                    <a:pt x="414401" y="1269746"/>
                  </a:lnTo>
                  <a:lnTo>
                    <a:pt x="399796" y="1309116"/>
                  </a:lnTo>
                  <a:lnTo>
                    <a:pt x="385826" y="1350137"/>
                  </a:lnTo>
                  <a:lnTo>
                    <a:pt x="372491" y="1392682"/>
                  </a:lnTo>
                  <a:lnTo>
                    <a:pt x="359664" y="1436624"/>
                  </a:lnTo>
                  <a:lnTo>
                    <a:pt x="347726" y="1481963"/>
                  </a:lnTo>
                  <a:lnTo>
                    <a:pt x="336550" y="1528572"/>
                  </a:lnTo>
                  <a:lnTo>
                    <a:pt x="326136" y="1576197"/>
                  </a:lnTo>
                  <a:lnTo>
                    <a:pt x="316484" y="1624965"/>
                  </a:lnTo>
                  <a:lnTo>
                    <a:pt x="307721" y="1674622"/>
                  </a:lnTo>
                  <a:lnTo>
                    <a:pt x="299720" y="1725168"/>
                  </a:lnTo>
                  <a:lnTo>
                    <a:pt x="292862" y="1776349"/>
                  </a:lnTo>
                  <a:lnTo>
                    <a:pt x="286893" y="1828165"/>
                  </a:lnTo>
                  <a:lnTo>
                    <a:pt x="281940" y="1880616"/>
                  </a:lnTo>
                  <a:lnTo>
                    <a:pt x="278003" y="1933448"/>
                  </a:lnTo>
                  <a:lnTo>
                    <a:pt x="275082" y="1986534"/>
                  </a:lnTo>
                  <a:lnTo>
                    <a:pt x="273418" y="2040128"/>
                  </a:lnTo>
                  <a:lnTo>
                    <a:pt x="272796" y="2092960"/>
                  </a:lnTo>
                  <a:lnTo>
                    <a:pt x="298196" y="2093341"/>
                  </a:lnTo>
                  <a:lnTo>
                    <a:pt x="298704" y="2039874"/>
                  </a:lnTo>
                  <a:lnTo>
                    <a:pt x="300482" y="1987296"/>
                  </a:lnTo>
                  <a:lnTo>
                    <a:pt x="303276" y="1934718"/>
                  </a:lnTo>
                  <a:lnTo>
                    <a:pt x="307213" y="1882521"/>
                  </a:lnTo>
                  <a:lnTo>
                    <a:pt x="312166" y="1830578"/>
                  </a:lnTo>
                  <a:lnTo>
                    <a:pt x="318135" y="1779397"/>
                  </a:lnTo>
                  <a:lnTo>
                    <a:pt x="324993" y="1728470"/>
                  </a:lnTo>
                  <a:lnTo>
                    <a:pt x="332867" y="1678559"/>
                  </a:lnTo>
                  <a:lnTo>
                    <a:pt x="341376" y="1629410"/>
                  </a:lnTo>
                  <a:lnTo>
                    <a:pt x="351028" y="1581150"/>
                  </a:lnTo>
                  <a:lnTo>
                    <a:pt x="361315" y="1534033"/>
                  </a:lnTo>
                  <a:lnTo>
                    <a:pt x="372364" y="1487932"/>
                  </a:lnTo>
                  <a:lnTo>
                    <a:pt x="384302" y="1443228"/>
                  </a:lnTo>
                  <a:lnTo>
                    <a:pt x="396875" y="1399794"/>
                  </a:lnTo>
                  <a:lnTo>
                    <a:pt x="409956" y="1357757"/>
                  </a:lnTo>
                  <a:lnTo>
                    <a:pt x="423799" y="1317371"/>
                  </a:lnTo>
                  <a:lnTo>
                    <a:pt x="438150" y="1278636"/>
                  </a:lnTo>
                  <a:lnTo>
                    <a:pt x="453136" y="1241679"/>
                  </a:lnTo>
                  <a:lnTo>
                    <a:pt x="468503" y="1206627"/>
                  </a:lnTo>
                  <a:lnTo>
                    <a:pt x="500761" y="1142746"/>
                  </a:lnTo>
                  <a:lnTo>
                    <a:pt x="525780" y="1100582"/>
                  </a:lnTo>
                  <a:lnTo>
                    <a:pt x="551434" y="1063752"/>
                  </a:lnTo>
                  <a:lnTo>
                    <a:pt x="577596" y="1032637"/>
                  </a:lnTo>
                  <a:lnTo>
                    <a:pt x="612775" y="1000760"/>
                  </a:lnTo>
                  <a:lnTo>
                    <a:pt x="621372" y="995095"/>
                  </a:lnTo>
                  <a:lnTo>
                    <a:pt x="621284" y="994803"/>
                  </a:lnTo>
                  <a:lnTo>
                    <a:pt x="621372" y="995095"/>
                  </a:lnTo>
                  <a:lnTo>
                    <a:pt x="622769" y="994537"/>
                  </a:lnTo>
                  <a:lnTo>
                    <a:pt x="633857" y="990219"/>
                  </a:lnTo>
                  <a:lnTo>
                    <a:pt x="621372" y="995095"/>
                  </a:lnTo>
                  <a:lnTo>
                    <a:pt x="629031" y="1018540"/>
                  </a:lnTo>
                  <a:lnTo>
                    <a:pt x="676922" y="971245"/>
                  </a:lnTo>
                  <a:lnTo>
                    <a:pt x="689483" y="971550"/>
                  </a:lnTo>
                  <a:lnTo>
                    <a:pt x="689991" y="9461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58">
              <a:extLst>
                <a:ext uri="{FF2B5EF4-FFF2-40B4-BE49-F238E27FC236}">
                  <a16:creationId xmlns:a16="http://schemas.microsoft.com/office/drawing/2014/main" id="{5A9E08CD-A67A-EB45-A3B8-FAE3260D94CF}"/>
                </a:ext>
              </a:extLst>
            </p:cNvPr>
            <p:cNvSpPr/>
            <p:nvPr/>
          </p:nvSpPr>
          <p:spPr>
            <a:xfrm>
              <a:off x="6031103" y="2252344"/>
              <a:ext cx="711835" cy="982980"/>
            </a:xfrm>
            <a:custGeom>
              <a:avLst/>
              <a:gdLst/>
              <a:ahLst/>
              <a:cxnLst/>
              <a:rect l="l" t="t" r="r" b="b"/>
              <a:pathLst>
                <a:path w="711834" h="982980">
                  <a:moveTo>
                    <a:pt x="0" y="905255"/>
                  </a:moveTo>
                  <a:lnTo>
                    <a:pt x="35051" y="982852"/>
                  </a:lnTo>
                  <a:lnTo>
                    <a:pt x="69680" y="920114"/>
                  </a:lnTo>
                  <a:lnTo>
                    <a:pt x="50292" y="920114"/>
                  </a:lnTo>
                  <a:lnTo>
                    <a:pt x="24892" y="918844"/>
                  </a:lnTo>
                  <a:lnTo>
                    <a:pt x="25574" y="906278"/>
                  </a:lnTo>
                  <a:lnTo>
                    <a:pt x="0" y="905255"/>
                  </a:lnTo>
                  <a:close/>
                </a:path>
                <a:path w="711834" h="982980">
                  <a:moveTo>
                    <a:pt x="25574" y="906278"/>
                  </a:moveTo>
                  <a:lnTo>
                    <a:pt x="24892" y="918844"/>
                  </a:lnTo>
                  <a:lnTo>
                    <a:pt x="50292" y="920114"/>
                  </a:lnTo>
                  <a:lnTo>
                    <a:pt x="50963" y="907294"/>
                  </a:lnTo>
                  <a:lnTo>
                    <a:pt x="25574" y="906278"/>
                  </a:lnTo>
                  <a:close/>
                </a:path>
                <a:path w="711834" h="982980">
                  <a:moveTo>
                    <a:pt x="50963" y="907294"/>
                  </a:moveTo>
                  <a:lnTo>
                    <a:pt x="50292" y="920114"/>
                  </a:lnTo>
                  <a:lnTo>
                    <a:pt x="69680" y="920114"/>
                  </a:lnTo>
                  <a:lnTo>
                    <a:pt x="76200" y="908303"/>
                  </a:lnTo>
                  <a:lnTo>
                    <a:pt x="50963" y="907294"/>
                  </a:lnTo>
                  <a:close/>
                </a:path>
                <a:path w="711834" h="982980">
                  <a:moveTo>
                    <a:pt x="710819" y="0"/>
                  </a:moveTo>
                  <a:lnTo>
                    <a:pt x="662304" y="3175"/>
                  </a:lnTo>
                  <a:lnTo>
                    <a:pt x="613537" y="12700"/>
                  </a:lnTo>
                  <a:lnTo>
                    <a:pt x="565150" y="28193"/>
                  </a:lnTo>
                  <a:lnTo>
                    <a:pt x="517778" y="49275"/>
                  </a:lnTo>
                  <a:lnTo>
                    <a:pt x="456311" y="85343"/>
                  </a:lnTo>
                  <a:lnTo>
                    <a:pt x="396875" y="130047"/>
                  </a:lnTo>
                  <a:lnTo>
                    <a:pt x="368046" y="155447"/>
                  </a:lnTo>
                  <a:lnTo>
                    <a:pt x="340106" y="182752"/>
                  </a:lnTo>
                  <a:lnTo>
                    <a:pt x="312800" y="211708"/>
                  </a:lnTo>
                  <a:lnTo>
                    <a:pt x="286385" y="242442"/>
                  </a:lnTo>
                  <a:lnTo>
                    <a:pt x="260858" y="274700"/>
                  </a:lnTo>
                  <a:lnTo>
                    <a:pt x="236347" y="308482"/>
                  </a:lnTo>
                  <a:lnTo>
                    <a:pt x="212851" y="343662"/>
                  </a:lnTo>
                  <a:lnTo>
                    <a:pt x="190246" y="380238"/>
                  </a:lnTo>
                  <a:lnTo>
                    <a:pt x="169037" y="418083"/>
                  </a:lnTo>
                  <a:lnTo>
                    <a:pt x="148844" y="457072"/>
                  </a:lnTo>
                  <a:lnTo>
                    <a:pt x="130048" y="497077"/>
                  </a:lnTo>
                  <a:lnTo>
                    <a:pt x="112395" y="538099"/>
                  </a:lnTo>
                  <a:lnTo>
                    <a:pt x="96138" y="579881"/>
                  </a:lnTo>
                  <a:lnTo>
                    <a:pt x="81407" y="622680"/>
                  </a:lnTo>
                  <a:lnTo>
                    <a:pt x="68199" y="665988"/>
                  </a:lnTo>
                  <a:lnTo>
                    <a:pt x="56387" y="710056"/>
                  </a:lnTo>
                  <a:lnTo>
                    <a:pt x="46355" y="754633"/>
                  </a:lnTo>
                  <a:lnTo>
                    <a:pt x="37973" y="799718"/>
                  </a:lnTo>
                  <a:lnTo>
                    <a:pt x="31242" y="845057"/>
                  </a:lnTo>
                  <a:lnTo>
                    <a:pt x="26416" y="890777"/>
                  </a:lnTo>
                  <a:lnTo>
                    <a:pt x="25574" y="906278"/>
                  </a:lnTo>
                  <a:lnTo>
                    <a:pt x="50963" y="907294"/>
                  </a:lnTo>
                  <a:lnTo>
                    <a:pt x="51688" y="893444"/>
                  </a:lnTo>
                  <a:lnTo>
                    <a:pt x="56387" y="848740"/>
                  </a:lnTo>
                  <a:lnTo>
                    <a:pt x="62864" y="804417"/>
                  </a:lnTo>
                  <a:lnTo>
                    <a:pt x="71120" y="760221"/>
                  </a:lnTo>
                  <a:lnTo>
                    <a:pt x="81025" y="716660"/>
                  </a:lnTo>
                  <a:lnTo>
                    <a:pt x="92456" y="673480"/>
                  </a:lnTo>
                  <a:lnTo>
                    <a:pt x="105537" y="630935"/>
                  </a:lnTo>
                  <a:lnTo>
                    <a:pt x="119887" y="589026"/>
                  </a:lnTo>
                  <a:lnTo>
                    <a:pt x="135762" y="548004"/>
                  </a:lnTo>
                  <a:lnTo>
                    <a:pt x="152908" y="507872"/>
                  </a:lnTo>
                  <a:lnTo>
                    <a:pt x="171450" y="468629"/>
                  </a:lnTo>
                  <a:lnTo>
                    <a:pt x="191135" y="430529"/>
                  </a:lnTo>
                  <a:lnTo>
                    <a:pt x="211962" y="393572"/>
                  </a:lnTo>
                  <a:lnTo>
                    <a:pt x="233934" y="357758"/>
                  </a:lnTo>
                  <a:lnTo>
                    <a:pt x="256921" y="323468"/>
                  </a:lnTo>
                  <a:lnTo>
                    <a:pt x="280797" y="290449"/>
                  </a:lnTo>
                  <a:lnTo>
                    <a:pt x="305562" y="259079"/>
                  </a:lnTo>
                  <a:lnTo>
                    <a:pt x="331343" y="229107"/>
                  </a:lnTo>
                  <a:lnTo>
                    <a:pt x="357759" y="200913"/>
                  </a:lnTo>
                  <a:lnTo>
                    <a:pt x="412623" y="149987"/>
                  </a:lnTo>
                  <a:lnTo>
                    <a:pt x="469773" y="106933"/>
                  </a:lnTo>
                  <a:lnTo>
                    <a:pt x="513969" y="80009"/>
                  </a:lnTo>
                  <a:lnTo>
                    <a:pt x="558800" y="58165"/>
                  </a:lnTo>
                  <a:lnTo>
                    <a:pt x="604139" y="41655"/>
                  </a:lnTo>
                  <a:lnTo>
                    <a:pt x="649731" y="30733"/>
                  </a:lnTo>
                  <a:lnTo>
                    <a:pt x="695578" y="25780"/>
                  </a:lnTo>
                  <a:lnTo>
                    <a:pt x="711326" y="25400"/>
                  </a:lnTo>
                  <a:lnTo>
                    <a:pt x="71081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59">
              <a:extLst>
                <a:ext uri="{FF2B5EF4-FFF2-40B4-BE49-F238E27FC236}">
                  <a16:creationId xmlns:a16="http://schemas.microsoft.com/office/drawing/2014/main" id="{D076815F-DDFA-9E4E-8CA5-D4DC059B780B}"/>
                </a:ext>
              </a:extLst>
            </p:cNvPr>
            <p:cNvSpPr/>
            <p:nvPr/>
          </p:nvSpPr>
          <p:spPr>
            <a:xfrm>
              <a:off x="5411851" y="1381379"/>
              <a:ext cx="689610" cy="908685"/>
            </a:xfrm>
            <a:custGeom>
              <a:avLst/>
              <a:gdLst/>
              <a:ahLst/>
              <a:cxnLst/>
              <a:rect l="l" t="t" r="r" b="b"/>
              <a:pathLst>
                <a:path w="689610" h="908685">
                  <a:moveTo>
                    <a:pt x="638361" y="75604"/>
                  </a:moveTo>
                  <a:lnTo>
                    <a:pt x="633476" y="123698"/>
                  </a:lnTo>
                  <a:lnTo>
                    <a:pt x="627252" y="164719"/>
                  </a:lnTo>
                  <a:lnTo>
                    <a:pt x="619251" y="205486"/>
                  </a:lnTo>
                  <a:lnTo>
                    <a:pt x="609853" y="245745"/>
                  </a:lnTo>
                  <a:lnTo>
                    <a:pt x="598804" y="285496"/>
                  </a:lnTo>
                  <a:lnTo>
                    <a:pt x="586232" y="324738"/>
                  </a:lnTo>
                  <a:lnTo>
                    <a:pt x="572262" y="363347"/>
                  </a:lnTo>
                  <a:lnTo>
                    <a:pt x="557022" y="401193"/>
                  </a:lnTo>
                  <a:lnTo>
                    <a:pt x="540385" y="438150"/>
                  </a:lnTo>
                  <a:lnTo>
                    <a:pt x="522477" y="474345"/>
                  </a:lnTo>
                  <a:lnTo>
                    <a:pt x="503427" y="509524"/>
                  </a:lnTo>
                  <a:lnTo>
                    <a:pt x="483362" y="543560"/>
                  </a:lnTo>
                  <a:lnTo>
                    <a:pt x="462152" y="576580"/>
                  </a:lnTo>
                  <a:lnTo>
                    <a:pt x="439927" y="608203"/>
                  </a:lnTo>
                  <a:lnTo>
                    <a:pt x="416687" y="638683"/>
                  </a:lnTo>
                  <a:lnTo>
                    <a:pt x="367919" y="695198"/>
                  </a:lnTo>
                  <a:lnTo>
                    <a:pt x="316102" y="745617"/>
                  </a:lnTo>
                  <a:lnTo>
                    <a:pt x="261874" y="788924"/>
                  </a:lnTo>
                  <a:lnTo>
                    <a:pt x="205739" y="824992"/>
                  </a:lnTo>
                  <a:lnTo>
                    <a:pt x="147827" y="852805"/>
                  </a:lnTo>
                  <a:lnTo>
                    <a:pt x="103759" y="867918"/>
                  </a:lnTo>
                  <a:lnTo>
                    <a:pt x="59562" y="878078"/>
                  </a:lnTo>
                  <a:lnTo>
                    <a:pt x="15366" y="882776"/>
                  </a:lnTo>
                  <a:lnTo>
                    <a:pt x="0" y="883031"/>
                  </a:lnTo>
                  <a:lnTo>
                    <a:pt x="508" y="908431"/>
                  </a:lnTo>
                  <a:lnTo>
                    <a:pt x="47498" y="905510"/>
                  </a:lnTo>
                  <a:lnTo>
                    <a:pt x="94741" y="896747"/>
                  </a:lnTo>
                  <a:lnTo>
                    <a:pt x="141477" y="882396"/>
                  </a:lnTo>
                  <a:lnTo>
                    <a:pt x="187198" y="863092"/>
                  </a:lnTo>
                  <a:lnTo>
                    <a:pt x="247014" y="829691"/>
                  </a:lnTo>
                  <a:lnTo>
                    <a:pt x="304673" y="788416"/>
                  </a:lnTo>
                  <a:lnTo>
                    <a:pt x="359663" y="739775"/>
                  </a:lnTo>
                  <a:lnTo>
                    <a:pt x="411607" y="684657"/>
                  </a:lnTo>
                  <a:lnTo>
                    <a:pt x="436245" y="654938"/>
                  </a:lnTo>
                  <a:lnTo>
                    <a:pt x="460121" y="623570"/>
                  </a:lnTo>
                  <a:lnTo>
                    <a:pt x="482853" y="591058"/>
                  </a:lnTo>
                  <a:lnTo>
                    <a:pt x="504698" y="557403"/>
                  </a:lnTo>
                  <a:lnTo>
                    <a:pt x="525399" y="522478"/>
                  </a:lnTo>
                  <a:lnTo>
                    <a:pt x="544829" y="486410"/>
                  </a:lnTo>
                  <a:lnTo>
                    <a:pt x="563118" y="449453"/>
                  </a:lnTo>
                  <a:lnTo>
                    <a:pt x="580136" y="411607"/>
                  </a:lnTo>
                  <a:lnTo>
                    <a:pt x="595884" y="372872"/>
                  </a:lnTo>
                  <a:lnTo>
                    <a:pt x="610108" y="333375"/>
                  </a:lnTo>
                  <a:lnTo>
                    <a:pt x="622935" y="293243"/>
                  </a:lnTo>
                  <a:lnTo>
                    <a:pt x="634238" y="252475"/>
                  </a:lnTo>
                  <a:lnTo>
                    <a:pt x="644016" y="211200"/>
                  </a:lnTo>
                  <a:lnTo>
                    <a:pt x="652145" y="169672"/>
                  </a:lnTo>
                  <a:lnTo>
                    <a:pt x="658622" y="127635"/>
                  </a:lnTo>
                  <a:lnTo>
                    <a:pt x="663194" y="85344"/>
                  </a:lnTo>
                  <a:lnTo>
                    <a:pt x="663662" y="76658"/>
                  </a:lnTo>
                  <a:lnTo>
                    <a:pt x="638361" y="75604"/>
                  </a:lnTo>
                  <a:close/>
                </a:path>
                <a:path w="689610" h="908685">
                  <a:moveTo>
                    <a:pt x="682552" y="62865"/>
                  </a:moveTo>
                  <a:lnTo>
                    <a:pt x="638937" y="62865"/>
                  </a:lnTo>
                  <a:lnTo>
                    <a:pt x="664337" y="64135"/>
                  </a:lnTo>
                  <a:lnTo>
                    <a:pt x="663662" y="76658"/>
                  </a:lnTo>
                  <a:lnTo>
                    <a:pt x="689228" y="77724"/>
                  </a:lnTo>
                  <a:lnTo>
                    <a:pt x="682552" y="62865"/>
                  </a:lnTo>
                  <a:close/>
                </a:path>
                <a:path w="689610" h="908685">
                  <a:moveTo>
                    <a:pt x="638937" y="62865"/>
                  </a:moveTo>
                  <a:lnTo>
                    <a:pt x="638361" y="75604"/>
                  </a:lnTo>
                  <a:lnTo>
                    <a:pt x="663662" y="76658"/>
                  </a:lnTo>
                  <a:lnTo>
                    <a:pt x="664337" y="64135"/>
                  </a:lnTo>
                  <a:lnTo>
                    <a:pt x="638937" y="62865"/>
                  </a:lnTo>
                  <a:close/>
                </a:path>
                <a:path w="689610" h="908685">
                  <a:moveTo>
                    <a:pt x="654303" y="0"/>
                  </a:moveTo>
                  <a:lnTo>
                    <a:pt x="613028" y="74549"/>
                  </a:lnTo>
                  <a:lnTo>
                    <a:pt x="638361" y="75604"/>
                  </a:lnTo>
                  <a:lnTo>
                    <a:pt x="638937" y="62865"/>
                  </a:lnTo>
                  <a:lnTo>
                    <a:pt x="682552" y="62865"/>
                  </a:lnTo>
                  <a:lnTo>
                    <a:pt x="654303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60">
              <a:extLst>
                <a:ext uri="{FF2B5EF4-FFF2-40B4-BE49-F238E27FC236}">
                  <a16:creationId xmlns:a16="http://schemas.microsoft.com/office/drawing/2014/main" id="{007461E1-40FF-0C42-BA3E-2DB70DF3B105}"/>
                </a:ext>
              </a:extLst>
            </p:cNvPr>
            <p:cNvSpPr/>
            <p:nvPr/>
          </p:nvSpPr>
          <p:spPr>
            <a:xfrm>
              <a:off x="6834504" y="1072769"/>
              <a:ext cx="710565" cy="895985"/>
            </a:xfrm>
            <a:custGeom>
              <a:avLst/>
              <a:gdLst/>
              <a:ahLst/>
              <a:cxnLst/>
              <a:rect l="l" t="t" r="r" b="b"/>
              <a:pathLst>
                <a:path w="710565" h="895985">
                  <a:moveTo>
                    <a:pt x="659529" y="820213"/>
                  </a:moveTo>
                  <a:lnTo>
                    <a:pt x="634238" y="821308"/>
                  </a:lnTo>
                  <a:lnTo>
                    <a:pt x="675640" y="895730"/>
                  </a:lnTo>
                  <a:lnTo>
                    <a:pt x="703728" y="832992"/>
                  </a:lnTo>
                  <a:lnTo>
                    <a:pt x="660146" y="832992"/>
                  </a:lnTo>
                  <a:lnTo>
                    <a:pt x="659529" y="820213"/>
                  </a:lnTo>
                  <a:close/>
                </a:path>
                <a:path w="710565" h="895985">
                  <a:moveTo>
                    <a:pt x="684909" y="819113"/>
                  </a:moveTo>
                  <a:lnTo>
                    <a:pt x="659529" y="820213"/>
                  </a:lnTo>
                  <a:lnTo>
                    <a:pt x="660146" y="832992"/>
                  </a:lnTo>
                  <a:lnTo>
                    <a:pt x="685546" y="831595"/>
                  </a:lnTo>
                  <a:lnTo>
                    <a:pt x="684909" y="819113"/>
                  </a:lnTo>
                  <a:close/>
                </a:path>
                <a:path w="710565" h="895985">
                  <a:moveTo>
                    <a:pt x="710438" y="818006"/>
                  </a:moveTo>
                  <a:lnTo>
                    <a:pt x="684909" y="819113"/>
                  </a:lnTo>
                  <a:lnTo>
                    <a:pt x="685546" y="831595"/>
                  </a:lnTo>
                  <a:lnTo>
                    <a:pt x="660146" y="832992"/>
                  </a:lnTo>
                  <a:lnTo>
                    <a:pt x="703728" y="832992"/>
                  </a:lnTo>
                  <a:lnTo>
                    <a:pt x="710438" y="818006"/>
                  </a:lnTo>
                  <a:close/>
                </a:path>
                <a:path w="710565" h="895985">
                  <a:moveTo>
                    <a:pt x="508" y="0"/>
                  </a:moveTo>
                  <a:lnTo>
                    <a:pt x="0" y="25400"/>
                  </a:lnTo>
                  <a:lnTo>
                    <a:pt x="15875" y="25653"/>
                  </a:lnTo>
                  <a:lnTo>
                    <a:pt x="31115" y="26669"/>
                  </a:lnTo>
                  <a:lnTo>
                    <a:pt x="76962" y="33146"/>
                  </a:lnTo>
                  <a:lnTo>
                    <a:pt x="122681" y="44703"/>
                  </a:lnTo>
                  <a:lnTo>
                    <a:pt x="183006" y="68071"/>
                  </a:lnTo>
                  <a:lnTo>
                    <a:pt x="241935" y="99694"/>
                  </a:lnTo>
                  <a:lnTo>
                    <a:pt x="299085" y="138937"/>
                  </a:lnTo>
                  <a:lnTo>
                    <a:pt x="353949" y="185292"/>
                  </a:lnTo>
                  <a:lnTo>
                    <a:pt x="406019" y="237997"/>
                  </a:lnTo>
                  <a:lnTo>
                    <a:pt x="454787" y="296671"/>
                  </a:lnTo>
                  <a:lnTo>
                    <a:pt x="477647" y="327913"/>
                  </a:lnTo>
                  <a:lnTo>
                    <a:pt x="499618" y="360425"/>
                  </a:lnTo>
                  <a:lnTo>
                    <a:pt x="520319" y="393953"/>
                  </a:lnTo>
                  <a:lnTo>
                    <a:pt x="540003" y="428625"/>
                  </a:lnTo>
                  <a:lnTo>
                    <a:pt x="558419" y="464311"/>
                  </a:lnTo>
                  <a:lnTo>
                    <a:pt x="575564" y="500760"/>
                  </a:lnTo>
                  <a:lnTo>
                    <a:pt x="591439" y="538098"/>
                  </a:lnTo>
                  <a:lnTo>
                    <a:pt x="605790" y="576071"/>
                  </a:lnTo>
                  <a:lnTo>
                    <a:pt x="618744" y="614679"/>
                  </a:lnTo>
                  <a:lnTo>
                    <a:pt x="630174" y="653922"/>
                  </a:lnTo>
                  <a:lnTo>
                    <a:pt x="639952" y="693546"/>
                  </a:lnTo>
                  <a:lnTo>
                    <a:pt x="648080" y="733678"/>
                  </a:lnTo>
                  <a:lnTo>
                    <a:pt x="654558" y="773938"/>
                  </a:lnTo>
                  <a:lnTo>
                    <a:pt x="659256" y="814577"/>
                  </a:lnTo>
                  <a:lnTo>
                    <a:pt x="659529" y="820213"/>
                  </a:lnTo>
                  <a:lnTo>
                    <a:pt x="684909" y="819113"/>
                  </a:lnTo>
                  <a:lnTo>
                    <a:pt x="679576" y="769873"/>
                  </a:lnTo>
                  <a:lnTo>
                    <a:pt x="672973" y="728471"/>
                  </a:lnTo>
                  <a:lnTo>
                    <a:pt x="664591" y="687451"/>
                  </a:lnTo>
                  <a:lnTo>
                    <a:pt x="654558" y="646810"/>
                  </a:lnTo>
                  <a:lnTo>
                    <a:pt x="642874" y="606678"/>
                  </a:lnTo>
                  <a:lnTo>
                    <a:pt x="629539" y="567054"/>
                  </a:lnTo>
                  <a:lnTo>
                    <a:pt x="614806" y="528192"/>
                  </a:lnTo>
                  <a:lnTo>
                    <a:pt x="598551" y="489965"/>
                  </a:lnTo>
                  <a:lnTo>
                    <a:pt x="581025" y="452627"/>
                  </a:lnTo>
                  <a:lnTo>
                    <a:pt x="562101" y="416051"/>
                  </a:lnTo>
                  <a:lnTo>
                    <a:pt x="542036" y="380618"/>
                  </a:lnTo>
                  <a:lnTo>
                    <a:pt x="520700" y="346201"/>
                  </a:lnTo>
                  <a:lnTo>
                    <a:pt x="498221" y="312800"/>
                  </a:lnTo>
                  <a:lnTo>
                    <a:pt x="474599" y="280796"/>
                  </a:lnTo>
                  <a:lnTo>
                    <a:pt x="449961" y="250062"/>
                  </a:lnTo>
                  <a:lnTo>
                    <a:pt x="424434" y="220598"/>
                  </a:lnTo>
                  <a:lnTo>
                    <a:pt x="398145" y="192658"/>
                  </a:lnTo>
                  <a:lnTo>
                    <a:pt x="342773" y="141350"/>
                  </a:lnTo>
                  <a:lnTo>
                    <a:pt x="284606" y="97027"/>
                  </a:lnTo>
                  <a:lnTo>
                    <a:pt x="224027" y="60070"/>
                  </a:lnTo>
                  <a:lnTo>
                    <a:pt x="161544" y="31368"/>
                  </a:lnTo>
                  <a:lnTo>
                    <a:pt x="113792" y="15620"/>
                  </a:lnTo>
                  <a:lnTo>
                    <a:pt x="65277" y="5206"/>
                  </a:lnTo>
                  <a:lnTo>
                    <a:pt x="16255" y="253"/>
                  </a:lnTo>
                  <a:lnTo>
                    <a:pt x="5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61">
              <a:extLst>
                <a:ext uri="{FF2B5EF4-FFF2-40B4-BE49-F238E27FC236}">
                  <a16:creationId xmlns:a16="http://schemas.microsoft.com/office/drawing/2014/main" id="{5DF44942-04BE-1B4E-A34D-D0113201105E}"/>
                </a:ext>
              </a:extLst>
            </p:cNvPr>
            <p:cNvSpPr/>
            <p:nvPr/>
          </p:nvSpPr>
          <p:spPr>
            <a:xfrm>
              <a:off x="6031610" y="1381760"/>
              <a:ext cx="711200" cy="896619"/>
            </a:xfrm>
            <a:custGeom>
              <a:avLst/>
              <a:gdLst/>
              <a:ahLst/>
              <a:cxnLst/>
              <a:rect l="l" t="t" r="r" b="b"/>
              <a:pathLst>
                <a:path w="711200" h="896619">
                  <a:moveTo>
                    <a:pt x="50869" y="75477"/>
                  </a:moveTo>
                  <a:lnTo>
                    <a:pt x="25532" y="76659"/>
                  </a:lnTo>
                  <a:lnTo>
                    <a:pt x="25908" y="84074"/>
                  </a:lnTo>
                  <a:lnTo>
                    <a:pt x="30861" y="125856"/>
                  </a:lnTo>
                  <a:lnTo>
                    <a:pt x="37464" y="167259"/>
                  </a:lnTo>
                  <a:lnTo>
                    <a:pt x="45847" y="208406"/>
                  </a:lnTo>
                  <a:lnTo>
                    <a:pt x="56006" y="249047"/>
                  </a:lnTo>
                  <a:lnTo>
                    <a:pt x="67817" y="289305"/>
                  </a:lnTo>
                  <a:lnTo>
                    <a:pt x="81025" y="328802"/>
                  </a:lnTo>
                  <a:lnTo>
                    <a:pt x="95885" y="367791"/>
                  </a:lnTo>
                  <a:lnTo>
                    <a:pt x="112013" y="406018"/>
                  </a:lnTo>
                  <a:lnTo>
                    <a:pt x="129666" y="443484"/>
                  </a:lnTo>
                  <a:lnTo>
                    <a:pt x="148589" y="479932"/>
                  </a:lnTo>
                  <a:lnTo>
                    <a:pt x="168783" y="515492"/>
                  </a:lnTo>
                  <a:lnTo>
                    <a:pt x="190118" y="549910"/>
                  </a:lnTo>
                  <a:lnTo>
                    <a:pt x="212598" y="583184"/>
                  </a:lnTo>
                  <a:lnTo>
                    <a:pt x="236219" y="615314"/>
                  </a:lnTo>
                  <a:lnTo>
                    <a:pt x="260730" y="646176"/>
                  </a:lnTo>
                  <a:lnTo>
                    <a:pt x="286258" y="675513"/>
                  </a:lnTo>
                  <a:lnTo>
                    <a:pt x="312674" y="703579"/>
                  </a:lnTo>
                  <a:lnTo>
                    <a:pt x="368046" y="754634"/>
                  </a:lnTo>
                  <a:lnTo>
                    <a:pt x="426212" y="799211"/>
                  </a:lnTo>
                  <a:lnTo>
                    <a:pt x="486790" y="836040"/>
                  </a:lnTo>
                  <a:lnTo>
                    <a:pt x="549274" y="864742"/>
                  </a:lnTo>
                  <a:lnTo>
                    <a:pt x="597027" y="880490"/>
                  </a:lnTo>
                  <a:lnTo>
                    <a:pt x="645540" y="891031"/>
                  </a:lnTo>
                  <a:lnTo>
                    <a:pt x="694563" y="895857"/>
                  </a:lnTo>
                  <a:lnTo>
                    <a:pt x="710311" y="896112"/>
                  </a:lnTo>
                  <a:lnTo>
                    <a:pt x="710818" y="870838"/>
                  </a:lnTo>
                  <a:lnTo>
                    <a:pt x="694943" y="870457"/>
                  </a:lnTo>
                  <a:lnTo>
                    <a:pt x="679704" y="869568"/>
                  </a:lnTo>
                  <a:lnTo>
                    <a:pt x="633857" y="863091"/>
                  </a:lnTo>
                  <a:lnTo>
                    <a:pt x="588137" y="851535"/>
                  </a:lnTo>
                  <a:lnTo>
                    <a:pt x="527812" y="828039"/>
                  </a:lnTo>
                  <a:lnTo>
                    <a:pt x="468884" y="796543"/>
                  </a:lnTo>
                  <a:lnTo>
                    <a:pt x="411734" y="757301"/>
                  </a:lnTo>
                  <a:lnTo>
                    <a:pt x="356869" y="710945"/>
                  </a:lnTo>
                  <a:lnTo>
                    <a:pt x="304673" y="658113"/>
                  </a:lnTo>
                  <a:lnTo>
                    <a:pt x="256031" y="599566"/>
                  </a:lnTo>
                  <a:lnTo>
                    <a:pt x="233172" y="568198"/>
                  </a:lnTo>
                  <a:lnTo>
                    <a:pt x="211074" y="535686"/>
                  </a:lnTo>
                  <a:lnTo>
                    <a:pt x="190373" y="502030"/>
                  </a:lnTo>
                  <a:lnTo>
                    <a:pt x="170687" y="467487"/>
                  </a:lnTo>
                  <a:lnTo>
                    <a:pt x="152273" y="431800"/>
                  </a:lnTo>
                  <a:lnTo>
                    <a:pt x="135000" y="395224"/>
                  </a:lnTo>
                  <a:lnTo>
                    <a:pt x="119252" y="357886"/>
                  </a:lnTo>
                  <a:lnTo>
                    <a:pt x="104901" y="319913"/>
                  </a:lnTo>
                  <a:lnTo>
                    <a:pt x="91821" y="281177"/>
                  </a:lnTo>
                  <a:lnTo>
                    <a:pt x="80390" y="241935"/>
                  </a:lnTo>
                  <a:lnTo>
                    <a:pt x="70485" y="202184"/>
                  </a:lnTo>
                  <a:lnTo>
                    <a:pt x="62356" y="162178"/>
                  </a:lnTo>
                  <a:lnTo>
                    <a:pt x="55879" y="121792"/>
                  </a:lnTo>
                  <a:lnTo>
                    <a:pt x="51180" y="81152"/>
                  </a:lnTo>
                  <a:lnTo>
                    <a:pt x="50869" y="75477"/>
                  </a:lnTo>
                  <a:close/>
                </a:path>
                <a:path w="711200" h="896619">
                  <a:moveTo>
                    <a:pt x="34543" y="0"/>
                  </a:moveTo>
                  <a:lnTo>
                    <a:pt x="0" y="77850"/>
                  </a:lnTo>
                  <a:lnTo>
                    <a:pt x="25532" y="76659"/>
                  </a:lnTo>
                  <a:lnTo>
                    <a:pt x="24891" y="64007"/>
                  </a:lnTo>
                  <a:lnTo>
                    <a:pt x="50164" y="62611"/>
                  </a:lnTo>
                  <a:lnTo>
                    <a:pt x="69648" y="62611"/>
                  </a:lnTo>
                  <a:lnTo>
                    <a:pt x="34543" y="0"/>
                  </a:lnTo>
                  <a:close/>
                </a:path>
                <a:path w="711200" h="896619">
                  <a:moveTo>
                    <a:pt x="50164" y="62611"/>
                  </a:moveTo>
                  <a:lnTo>
                    <a:pt x="24891" y="64007"/>
                  </a:lnTo>
                  <a:lnTo>
                    <a:pt x="25532" y="76659"/>
                  </a:lnTo>
                  <a:lnTo>
                    <a:pt x="50869" y="75477"/>
                  </a:lnTo>
                  <a:lnTo>
                    <a:pt x="50164" y="62611"/>
                  </a:lnTo>
                  <a:close/>
                </a:path>
                <a:path w="711200" h="896619">
                  <a:moveTo>
                    <a:pt x="69648" y="62611"/>
                  </a:moveTo>
                  <a:lnTo>
                    <a:pt x="50164" y="62611"/>
                  </a:lnTo>
                  <a:lnTo>
                    <a:pt x="50869" y="75477"/>
                  </a:lnTo>
                  <a:lnTo>
                    <a:pt x="76200" y="74294"/>
                  </a:lnTo>
                  <a:lnTo>
                    <a:pt x="69648" y="6261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62">
              <a:extLst>
                <a:ext uri="{FF2B5EF4-FFF2-40B4-BE49-F238E27FC236}">
                  <a16:creationId xmlns:a16="http://schemas.microsoft.com/office/drawing/2014/main" id="{E1E178CC-4D19-7C44-B265-21E50FC9D8AF}"/>
                </a:ext>
              </a:extLst>
            </p:cNvPr>
            <p:cNvSpPr/>
            <p:nvPr/>
          </p:nvSpPr>
          <p:spPr>
            <a:xfrm>
              <a:off x="9928478" y="5306948"/>
              <a:ext cx="76200" cy="384175"/>
            </a:xfrm>
            <a:custGeom>
              <a:avLst/>
              <a:gdLst/>
              <a:ahLst/>
              <a:cxnLst/>
              <a:rect l="l" t="t" r="r" b="b"/>
              <a:pathLst>
                <a:path w="76200" h="384175">
                  <a:moveTo>
                    <a:pt x="25400" y="307975"/>
                  </a:moveTo>
                  <a:lnTo>
                    <a:pt x="0" y="307975"/>
                  </a:lnTo>
                  <a:lnTo>
                    <a:pt x="38100" y="384175"/>
                  </a:lnTo>
                  <a:lnTo>
                    <a:pt x="69850" y="320675"/>
                  </a:lnTo>
                  <a:lnTo>
                    <a:pt x="25400" y="320675"/>
                  </a:lnTo>
                  <a:lnTo>
                    <a:pt x="25400" y="307975"/>
                  </a:lnTo>
                  <a:close/>
                </a:path>
                <a:path w="76200" h="384175">
                  <a:moveTo>
                    <a:pt x="50800" y="0"/>
                  </a:moveTo>
                  <a:lnTo>
                    <a:pt x="25400" y="0"/>
                  </a:lnTo>
                  <a:lnTo>
                    <a:pt x="25400" y="320675"/>
                  </a:lnTo>
                  <a:lnTo>
                    <a:pt x="50800" y="320675"/>
                  </a:lnTo>
                  <a:lnTo>
                    <a:pt x="50800" y="0"/>
                  </a:lnTo>
                  <a:close/>
                </a:path>
                <a:path w="76200" h="384175">
                  <a:moveTo>
                    <a:pt x="76200" y="307975"/>
                  </a:moveTo>
                  <a:lnTo>
                    <a:pt x="50800" y="307975"/>
                  </a:lnTo>
                  <a:lnTo>
                    <a:pt x="50800" y="320675"/>
                  </a:lnTo>
                  <a:lnTo>
                    <a:pt x="69850" y="320675"/>
                  </a:lnTo>
                  <a:lnTo>
                    <a:pt x="76200" y="30797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63">
              <a:extLst>
                <a:ext uri="{FF2B5EF4-FFF2-40B4-BE49-F238E27FC236}">
                  <a16:creationId xmlns:a16="http://schemas.microsoft.com/office/drawing/2014/main" id="{E40A434B-F308-B540-8EC7-3C1DDCE9CF2C}"/>
                </a:ext>
              </a:extLst>
            </p:cNvPr>
            <p:cNvSpPr/>
            <p:nvPr/>
          </p:nvSpPr>
          <p:spPr>
            <a:xfrm>
              <a:off x="10061066" y="5314569"/>
              <a:ext cx="76200" cy="385445"/>
            </a:xfrm>
            <a:custGeom>
              <a:avLst/>
              <a:gdLst/>
              <a:ahLst/>
              <a:cxnLst/>
              <a:rect l="l" t="t" r="r" b="b"/>
              <a:pathLst>
                <a:path w="76200" h="385445">
                  <a:moveTo>
                    <a:pt x="50800" y="63499"/>
                  </a:moveTo>
                  <a:lnTo>
                    <a:pt x="25400" y="63499"/>
                  </a:lnTo>
                  <a:lnTo>
                    <a:pt x="25400" y="385203"/>
                  </a:lnTo>
                  <a:lnTo>
                    <a:pt x="50800" y="385203"/>
                  </a:lnTo>
                  <a:lnTo>
                    <a:pt x="50800" y="63499"/>
                  </a:lnTo>
                  <a:close/>
                </a:path>
                <a:path w="76200" h="385445">
                  <a:moveTo>
                    <a:pt x="38100" y="0"/>
                  </a:moveTo>
                  <a:lnTo>
                    <a:pt x="0" y="76199"/>
                  </a:lnTo>
                  <a:lnTo>
                    <a:pt x="25400" y="76199"/>
                  </a:lnTo>
                  <a:lnTo>
                    <a:pt x="25400" y="63499"/>
                  </a:lnTo>
                  <a:lnTo>
                    <a:pt x="69850" y="63499"/>
                  </a:lnTo>
                  <a:lnTo>
                    <a:pt x="38100" y="0"/>
                  </a:lnTo>
                  <a:close/>
                </a:path>
                <a:path w="76200" h="385445">
                  <a:moveTo>
                    <a:pt x="69850" y="63499"/>
                  </a:moveTo>
                  <a:lnTo>
                    <a:pt x="50800" y="63499"/>
                  </a:lnTo>
                  <a:lnTo>
                    <a:pt x="50800" y="76199"/>
                  </a:lnTo>
                  <a:lnTo>
                    <a:pt x="76200" y="76199"/>
                  </a:lnTo>
                  <a:lnTo>
                    <a:pt x="69850" y="6349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64">
              <a:extLst>
                <a:ext uri="{FF2B5EF4-FFF2-40B4-BE49-F238E27FC236}">
                  <a16:creationId xmlns:a16="http://schemas.microsoft.com/office/drawing/2014/main" id="{F0925C61-25BF-4048-9F79-065091461EB5}"/>
                </a:ext>
              </a:extLst>
            </p:cNvPr>
            <p:cNvSpPr/>
            <p:nvPr/>
          </p:nvSpPr>
          <p:spPr>
            <a:xfrm>
              <a:off x="10883264" y="5315330"/>
              <a:ext cx="76200" cy="384175"/>
            </a:xfrm>
            <a:custGeom>
              <a:avLst/>
              <a:gdLst/>
              <a:ahLst/>
              <a:cxnLst/>
              <a:rect l="l" t="t" r="r" b="b"/>
              <a:pathLst>
                <a:path w="76200" h="384175">
                  <a:moveTo>
                    <a:pt x="25400" y="307975"/>
                  </a:moveTo>
                  <a:lnTo>
                    <a:pt x="0" y="307975"/>
                  </a:lnTo>
                  <a:lnTo>
                    <a:pt x="38100" y="384175"/>
                  </a:lnTo>
                  <a:lnTo>
                    <a:pt x="69850" y="320675"/>
                  </a:lnTo>
                  <a:lnTo>
                    <a:pt x="25400" y="320675"/>
                  </a:lnTo>
                  <a:lnTo>
                    <a:pt x="25400" y="307975"/>
                  </a:lnTo>
                  <a:close/>
                </a:path>
                <a:path w="76200" h="384175">
                  <a:moveTo>
                    <a:pt x="50800" y="0"/>
                  </a:moveTo>
                  <a:lnTo>
                    <a:pt x="25400" y="0"/>
                  </a:lnTo>
                  <a:lnTo>
                    <a:pt x="25400" y="320675"/>
                  </a:lnTo>
                  <a:lnTo>
                    <a:pt x="50800" y="320675"/>
                  </a:lnTo>
                  <a:lnTo>
                    <a:pt x="50800" y="0"/>
                  </a:lnTo>
                  <a:close/>
                </a:path>
                <a:path w="76200" h="384175">
                  <a:moveTo>
                    <a:pt x="76200" y="307975"/>
                  </a:moveTo>
                  <a:lnTo>
                    <a:pt x="50800" y="307975"/>
                  </a:lnTo>
                  <a:lnTo>
                    <a:pt x="50800" y="320675"/>
                  </a:lnTo>
                  <a:lnTo>
                    <a:pt x="69850" y="320675"/>
                  </a:lnTo>
                  <a:lnTo>
                    <a:pt x="76200" y="30797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65">
              <a:extLst>
                <a:ext uri="{FF2B5EF4-FFF2-40B4-BE49-F238E27FC236}">
                  <a16:creationId xmlns:a16="http://schemas.microsoft.com/office/drawing/2014/main" id="{DCC747AB-83BD-9943-903A-8D010458A968}"/>
                </a:ext>
              </a:extLst>
            </p:cNvPr>
            <p:cNvSpPr/>
            <p:nvPr/>
          </p:nvSpPr>
          <p:spPr>
            <a:xfrm>
              <a:off x="11015852" y="5306186"/>
              <a:ext cx="76200" cy="385445"/>
            </a:xfrm>
            <a:custGeom>
              <a:avLst/>
              <a:gdLst/>
              <a:ahLst/>
              <a:cxnLst/>
              <a:rect l="l" t="t" r="r" b="b"/>
              <a:pathLst>
                <a:path w="76200" h="385445">
                  <a:moveTo>
                    <a:pt x="50800" y="63500"/>
                  </a:moveTo>
                  <a:lnTo>
                    <a:pt x="25400" y="63500"/>
                  </a:lnTo>
                  <a:lnTo>
                    <a:pt x="25400" y="385203"/>
                  </a:lnTo>
                  <a:lnTo>
                    <a:pt x="50800" y="385203"/>
                  </a:lnTo>
                  <a:lnTo>
                    <a:pt x="50800" y="63500"/>
                  </a:lnTo>
                  <a:close/>
                </a:path>
                <a:path w="76200" h="385445">
                  <a:moveTo>
                    <a:pt x="38100" y="0"/>
                  </a:moveTo>
                  <a:lnTo>
                    <a:pt x="0" y="76200"/>
                  </a:lnTo>
                  <a:lnTo>
                    <a:pt x="25400" y="76200"/>
                  </a:lnTo>
                  <a:lnTo>
                    <a:pt x="25400" y="63500"/>
                  </a:lnTo>
                  <a:lnTo>
                    <a:pt x="69850" y="63500"/>
                  </a:lnTo>
                  <a:lnTo>
                    <a:pt x="38100" y="0"/>
                  </a:lnTo>
                  <a:close/>
                </a:path>
                <a:path w="76200" h="385445">
                  <a:moveTo>
                    <a:pt x="69850" y="63500"/>
                  </a:moveTo>
                  <a:lnTo>
                    <a:pt x="50800" y="63500"/>
                  </a:lnTo>
                  <a:lnTo>
                    <a:pt x="50800" y="76200"/>
                  </a:lnTo>
                  <a:lnTo>
                    <a:pt x="76200" y="76200"/>
                  </a:lnTo>
                  <a:lnTo>
                    <a:pt x="69850" y="6350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7" name="object 66">
              <a:extLst>
                <a:ext uri="{FF2B5EF4-FFF2-40B4-BE49-F238E27FC236}">
                  <a16:creationId xmlns:a16="http://schemas.microsoft.com/office/drawing/2014/main" id="{8371763B-0374-EF4F-BAD6-BD0009DB30D3}"/>
                </a:ext>
              </a:extLst>
            </p:cNvPr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5731383" y="2252344"/>
              <a:ext cx="4066793" cy="2739009"/>
            </a:xfrm>
            <a:prstGeom prst="rect">
              <a:avLst/>
            </a:prstGeom>
          </p:spPr>
        </p:pic>
        <p:sp>
          <p:nvSpPr>
            <p:cNvPr id="108" name="object 67">
              <a:extLst>
                <a:ext uri="{FF2B5EF4-FFF2-40B4-BE49-F238E27FC236}">
                  <a16:creationId xmlns:a16="http://schemas.microsoft.com/office/drawing/2014/main" id="{2F8BD48C-D47E-8748-A0F4-EA84AAE0B31F}"/>
                </a:ext>
              </a:extLst>
            </p:cNvPr>
            <p:cNvSpPr/>
            <p:nvPr/>
          </p:nvSpPr>
          <p:spPr>
            <a:xfrm>
              <a:off x="3918331" y="3574414"/>
              <a:ext cx="6683375" cy="1107440"/>
            </a:xfrm>
            <a:custGeom>
              <a:avLst/>
              <a:gdLst/>
              <a:ahLst/>
              <a:cxnLst/>
              <a:rect l="l" t="t" r="r" b="b"/>
              <a:pathLst>
                <a:path w="6683375" h="1107439">
                  <a:moveTo>
                    <a:pt x="1010285" y="1014095"/>
                  </a:moveTo>
                  <a:lnTo>
                    <a:pt x="984453" y="1015174"/>
                  </a:lnTo>
                  <a:lnTo>
                    <a:pt x="982472" y="989203"/>
                  </a:lnTo>
                  <a:lnTo>
                    <a:pt x="979297" y="963676"/>
                  </a:lnTo>
                  <a:lnTo>
                    <a:pt x="971169" y="913003"/>
                  </a:lnTo>
                  <a:lnTo>
                    <a:pt x="960247" y="862584"/>
                  </a:lnTo>
                  <a:lnTo>
                    <a:pt x="947039" y="812546"/>
                  </a:lnTo>
                  <a:lnTo>
                    <a:pt x="931291" y="763270"/>
                  </a:lnTo>
                  <a:lnTo>
                    <a:pt x="903351" y="690499"/>
                  </a:lnTo>
                  <a:lnTo>
                    <a:pt x="882142" y="642874"/>
                  </a:lnTo>
                  <a:lnTo>
                    <a:pt x="858774" y="596265"/>
                  </a:lnTo>
                  <a:lnTo>
                    <a:pt x="833374" y="550672"/>
                  </a:lnTo>
                  <a:lnTo>
                    <a:pt x="806196" y="506222"/>
                  </a:lnTo>
                  <a:lnTo>
                    <a:pt x="777113" y="462915"/>
                  </a:lnTo>
                  <a:lnTo>
                    <a:pt x="746379" y="420878"/>
                  </a:lnTo>
                  <a:lnTo>
                    <a:pt x="713994" y="380365"/>
                  </a:lnTo>
                  <a:lnTo>
                    <a:pt x="680212" y="341249"/>
                  </a:lnTo>
                  <a:lnTo>
                    <a:pt x="644779" y="303784"/>
                  </a:lnTo>
                  <a:lnTo>
                    <a:pt x="608076" y="267970"/>
                  </a:lnTo>
                  <a:lnTo>
                    <a:pt x="570103" y="233807"/>
                  </a:lnTo>
                  <a:lnTo>
                    <a:pt x="530860" y="201676"/>
                  </a:lnTo>
                  <a:lnTo>
                    <a:pt x="490601" y="171577"/>
                  </a:lnTo>
                  <a:lnTo>
                    <a:pt x="449326" y="143510"/>
                  </a:lnTo>
                  <a:lnTo>
                    <a:pt x="407162" y="117602"/>
                  </a:lnTo>
                  <a:lnTo>
                    <a:pt x="364109" y="94107"/>
                  </a:lnTo>
                  <a:lnTo>
                    <a:pt x="320294" y="72898"/>
                  </a:lnTo>
                  <a:lnTo>
                    <a:pt x="275844" y="54102"/>
                  </a:lnTo>
                  <a:lnTo>
                    <a:pt x="230759" y="37973"/>
                  </a:lnTo>
                  <a:lnTo>
                    <a:pt x="185293" y="24638"/>
                  </a:lnTo>
                  <a:lnTo>
                    <a:pt x="139319" y="13970"/>
                  </a:lnTo>
                  <a:lnTo>
                    <a:pt x="93091" y="6223"/>
                  </a:lnTo>
                  <a:lnTo>
                    <a:pt x="46609" y="1524"/>
                  </a:lnTo>
                  <a:lnTo>
                    <a:pt x="508" y="0"/>
                  </a:lnTo>
                  <a:lnTo>
                    <a:pt x="0" y="25400"/>
                  </a:lnTo>
                  <a:lnTo>
                    <a:pt x="22860" y="25793"/>
                  </a:lnTo>
                  <a:lnTo>
                    <a:pt x="45339" y="26924"/>
                  </a:lnTo>
                  <a:lnTo>
                    <a:pt x="90170" y="31496"/>
                  </a:lnTo>
                  <a:lnTo>
                    <a:pt x="134747" y="38989"/>
                  </a:lnTo>
                  <a:lnTo>
                    <a:pt x="179070" y="49276"/>
                  </a:lnTo>
                  <a:lnTo>
                    <a:pt x="223266" y="62230"/>
                  </a:lnTo>
                  <a:lnTo>
                    <a:pt x="266954" y="77978"/>
                  </a:lnTo>
                  <a:lnTo>
                    <a:pt x="310134" y="96139"/>
                  </a:lnTo>
                  <a:lnTo>
                    <a:pt x="352806" y="116840"/>
                  </a:lnTo>
                  <a:lnTo>
                    <a:pt x="394716" y="139827"/>
                  </a:lnTo>
                  <a:lnTo>
                    <a:pt x="435991" y="165100"/>
                  </a:lnTo>
                  <a:lnTo>
                    <a:pt x="476377" y="192532"/>
                  </a:lnTo>
                  <a:lnTo>
                    <a:pt x="515620" y="221996"/>
                  </a:lnTo>
                  <a:lnTo>
                    <a:pt x="553974" y="253492"/>
                  </a:lnTo>
                  <a:lnTo>
                    <a:pt x="591058" y="286893"/>
                  </a:lnTo>
                  <a:lnTo>
                    <a:pt x="627126" y="321945"/>
                  </a:lnTo>
                  <a:lnTo>
                    <a:pt x="661670" y="358648"/>
                  </a:lnTo>
                  <a:lnTo>
                    <a:pt x="694817" y="397002"/>
                  </a:lnTo>
                  <a:lnTo>
                    <a:pt x="726567" y="436753"/>
                  </a:lnTo>
                  <a:lnTo>
                    <a:pt x="756666" y="478028"/>
                  </a:lnTo>
                  <a:lnTo>
                    <a:pt x="785114" y="520446"/>
                  </a:lnTo>
                  <a:lnTo>
                    <a:pt x="811657" y="564007"/>
                  </a:lnTo>
                  <a:lnTo>
                    <a:pt x="836549" y="608711"/>
                  </a:lnTo>
                  <a:lnTo>
                    <a:pt x="859409" y="654304"/>
                  </a:lnTo>
                  <a:lnTo>
                    <a:pt x="880237" y="700786"/>
                  </a:lnTo>
                  <a:lnTo>
                    <a:pt x="898779" y="748030"/>
                  </a:lnTo>
                  <a:lnTo>
                    <a:pt x="915289" y="795782"/>
                  </a:lnTo>
                  <a:lnTo>
                    <a:pt x="929513" y="844423"/>
                  </a:lnTo>
                  <a:lnTo>
                    <a:pt x="941197" y="893318"/>
                  </a:lnTo>
                  <a:lnTo>
                    <a:pt x="950468" y="942721"/>
                  </a:lnTo>
                  <a:lnTo>
                    <a:pt x="957326" y="992251"/>
                  </a:lnTo>
                  <a:lnTo>
                    <a:pt x="959129" y="1016241"/>
                  </a:lnTo>
                  <a:lnTo>
                    <a:pt x="934212" y="1017270"/>
                  </a:lnTo>
                  <a:lnTo>
                    <a:pt x="975360" y="1091819"/>
                  </a:lnTo>
                  <a:lnTo>
                    <a:pt x="1003427" y="1029335"/>
                  </a:lnTo>
                  <a:lnTo>
                    <a:pt x="1010285" y="1014095"/>
                  </a:lnTo>
                  <a:close/>
                </a:path>
                <a:path w="6683375" h="1107439">
                  <a:moveTo>
                    <a:pt x="6683248" y="1029970"/>
                  </a:moveTo>
                  <a:lnTo>
                    <a:pt x="6657657" y="1030744"/>
                  </a:lnTo>
                  <a:lnTo>
                    <a:pt x="6656451" y="1003808"/>
                  </a:lnTo>
                  <a:lnTo>
                    <a:pt x="6651752" y="952373"/>
                  </a:lnTo>
                  <a:lnTo>
                    <a:pt x="6645402" y="901319"/>
                  </a:lnTo>
                  <a:lnTo>
                    <a:pt x="6637401" y="850646"/>
                  </a:lnTo>
                  <a:lnTo>
                    <a:pt x="6627622" y="800354"/>
                  </a:lnTo>
                  <a:lnTo>
                    <a:pt x="6616319" y="750824"/>
                  </a:lnTo>
                  <a:lnTo>
                    <a:pt x="6603492" y="701929"/>
                  </a:lnTo>
                  <a:lnTo>
                    <a:pt x="6589268" y="653796"/>
                  </a:lnTo>
                  <a:lnTo>
                    <a:pt x="6573647" y="606679"/>
                  </a:lnTo>
                  <a:lnTo>
                    <a:pt x="6556756" y="560451"/>
                  </a:lnTo>
                  <a:lnTo>
                    <a:pt x="6538468" y="515366"/>
                  </a:lnTo>
                  <a:lnTo>
                    <a:pt x="6519037" y="471551"/>
                  </a:lnTo>
                  <a:lnTo>
                    <a:pt x="6498463" y="429006"/>
                  </a:lnTo>
                  <a:lnTo>
                    <a:pt x="6476746" y="387858"/>
                  </a:lnTo>
                  <a:lnTo>
                    <a:pt x="6453886" y="348107"/>
                  </a:lnTo>
                  <a:lnTo>
                    <a:pt x="6430264" y="310134"/>
                  </a:lnTo>
                  <a:lnTo>
                    <a:pt x="6405499" y="273685"/>
                  </a:lnTo>
                  <a:lnTo>
                    <a:pt x="6380099" y="239141"/>
                  </a:lnTo>
                  <a:lnTo>
                    <a:pt x="6353683" y="206375"/>
                  </a:lnTo>
                  <a:lnTo>
                    <a:pt x="6326505" y="175641"/>
                  </a:lnTo>
                  <a:lnTo>
                    <a:pt x="6298819" y="147320"/>
                  </a:lnTo>
                  <a:lnTo>
                    <a:pt x="6270371" y="120777"/>
                  </a:lnTo>
                  <a:lnTo>
                    <a:pt x="6226556" y="85471"/>
                  </a:lnTo>
                  <a:lnTo>
                    <a:pt x="6181471" y="55753"/>
                  </a:lnTo>
                  <a:lnTo>
                    <a:pt x="6135497" y="32016"/>
                  </a:lnTo>
                  <a:lnTo>
                    <a:pt x="6088507" y="14478"/>
                  </a:lnTo>
                  <a:lnTo>
                    <a:pt x="6041009" y="3683"/>
                  </a:lnTo>
                  <a:lnTo>
                    <a:pt x="5993638" y="0"/>
                  </a:lnTo>
                  <a:lnTo>
                    <a:pt x="5993130" y="25400"/>
                  </a:lnTo>
                  <a:lnTo>
                    <a:pt x="6008370" y="25793"/>
                  </a:lnTo>
                  <a:lnTo>
                    <a:pt x="6022975" y="26924"/>
                  </a:lnTo>
                  <a:lnTo>
                    <a:pt x="6067044" y="34925"/>
                  </a:lnTo>
                  <a:lnTo>
                    <a:pt x="6110986" y="49149"/>
                  </a:lnTo>
                  <a:lnTo>
                    <a:pt x="6154674" y="69723"/>
                  </a:lnTo>
                  <a:lnTo>
                    <a:pt x="6197600" y="96139"/>
                  </a:lnTo>
                  <a:lnTo>
                    <a:pt x="6240018" y="128270"/>
                  </a:lnTo>
                  <a:lnTo>
                    <a:pt x="6281293" y="165608"/>
                  </a:lnTo>
                  <a:lnTo>
                    <a:pt x="6308344" y="193421"/>
                  </a:lnTo>
                  <a:lnTo>
                    <a:pt x="6334633" y="223266"/>
                  </a:lnTo>
                  <a:lnTo>
                    <a:pt x="6360287" y="255016"/>
                  </a:lnTo>
                  <a:lnTo>
                    <a:pt x="6385179" y="288798"/>
                  </a:lnTo>
                  <a:lnTo>
                    <a:pt x="6409182" y="324358"/>
                  </a:lnTo>
                  <a:lnTo>
                    <a:pt x="6432423" y="361569"/>
                  </a:lnTo>
                  <a:lnTo>
                    <a:pt x="6454775" y="400558"/>
                  </a:lnTo>
                  <a:lnTo>
                    <a:pt x="6475857" y="440817"/>
                  </a:lnTo>
                  <a:lnTo>
                    <a:pt x="6496177" y="482727"/>
                  </a:lnTo>
                  <a:lnTo>
                    <a:pt x="6515227" y="525653"/>
                  </a:lnTo>
                  <a:lnTo>
                    <a:pt x="6533261" y="569976"/>
                  </a:lnTo>
                  <a:lnTo>
                    <a:pt x="6549771" y="615442"/>
                  </a:lnTo>
                  <a:lnTo>
                    <a:pt x="6565265" y="661797"/>
                  </a:lnTo>
                  <a:lnTo>
                    <a:pt x="6579235" y="709168"/>
                  </a:lnTo>
                  <a:lnTo>
                    <a:pt x="6591681" y="757301"/>
                  </a:lnTo>
                  <a:lnTo>
                    <a:pt x="6602857" y="806069"/>
                  </a:lnTo>
                  <a:lnTo>
                    <a:pt x="6612382" y="855345"/>
                  </a:lnTo>
                  <a:lnTo>
                    <a:pt x="6620383" y="905256"/>
                  </a:lnTo>
                  <a:lnTo>
                    <a:pt x="6626606" y="955548"/>
                  </a:lnTo>
                  <a:lnTo>
                    <a:pt x="6631051" y="1006094"/>
                  </a:lnTo>
                  <a:lnTo>
                    <a:pt x="6632308" y="1031506"/>
                  </a:lnTo>
                  <a:lnTo>
                    <a:pt x="6607175" y="1032256"/>
                  </a:lnTo>
                  <a:lnTo>
                    <a:pt x="6647434" y="1107313"/>
                  </a:lnTo>
                  <a:lnTo>
                    <a:pt x="6676542" y="1044448"/>
                  </a:lnTo>
                  <a:lnTo>
                    <a:pt x="6683248" y="102997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664401989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859875" y="1660570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178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3373084" y="1660570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24765" y="27178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4054185" y="2098720"/>
            <a:ext cx="66675" cy="284480"/>
          </a:xfrm>
          <a:custGeom>
            <a:avLst/>
            <a:gdLst/>
            <a:ahLst/>
            <a:cxnLst/>
            <a:rect l="l" t="t" r="r" b="b"/>
            <a:pathLst>
              <a:path w="66675" h="28448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3050"/>
                </a:lnTo>
                <a:lnTo>
                  <a:pt x="0" y="273050"/>
                </a:lnTo>
                <a:lnTo>
                  <a:pt x="0" y="284480"/>
                </a:lnTo>
                <a:lnTo>
                  <a:pt x="66421" y="284480"/>
                </a:lnTo>
                <a:lnTo>
                  <a:pt x="66421" y="27305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525484" y="2098720"/>
            <a:ext cx="66675" cy="284480"/>
          </a:xfrm>
          <a:custGeom>
            <a:avLst/>
            <a:gdLst/>
            <a:ahLst/>
            <a:cxnLst/>
            <a:rect l="l" t="t" r="r" b="b"/>
            <a:pathLst>
              <a:path w="66675" h="28448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3050"/>
                </a:lnTo>
                <a:lnTo>
                  <a:pt x="0" y="284480"/>
                </a:lnTo>
                <a:lnTo>
                  <a:pt x="66421" y="284480"/>
                </a:lnTo>
                <a:lnTo>
                  <a:pt x="66421" y="273050"/>
                </a:lnTo>
                <a:lnTo>
                  <a:pt x="24765" y="27305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758679" y="994981"/>
            <a:ext cx="3997960" cy="1426845"/>
          </a:xfrm>
          <a:prstGeom prst="rect">
            <a:avLst/>
          </a:prstGeom>
        </p:spPr>
        <p:txBody>
          <a:bodyPr vert="horz" wrap="square" lIns="0" tIns="104139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819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20" dirty="0" err="1">
                <a:latin typeface="PMingLiU"/>
                <a:cs typeface="PMingLiU"/>
              </a:rPr>
              <a:t>初始化</a:t>
            </a:r>
            <a:endParaRPr sz="2800" dirty="0">
              <a:latin typeface="PMingLiU"/>
              <a:cs typeface="PMingLiU"/>
            </a:endParaRPr>
          </a:p>
          <a:p>
            <a:pPr marL="704215" lvl="1" indent="-347980">
              <a:lnSpc>
                <a:spcPct val="100000"/>
              </a:lnSpc>
              <a:spcBef>
                <a:spcPts val="615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704215" algn="l"/>
                <a:tab pos="704850" algn="l"/>
                <a:tab pos="3296920" algn="l"/>
              </a:tabLst>
            </a:pPr>
            <a:r>
              <a:rPr sz="2400" dirty="0">
                <a:latin typeface="PMingLiU"/>
                <a:cs typeface="PMingLiU"/>
              </a:rPr>
              <a:t>容量为</a:t>
            </a:r>
            <a:r>
              <a:rPr sz="2400" b="1" dirty="0">
                <a:latin typeface="Times New Roman"/>
                <a:cs typeface="Times New Roman"/>
              </a:rPr>
              <a:t>0</a:t>
            </a:r>
            <a:r>
              <a:rPr sz="2400" dirty="0">
                <a:latin typeface="PMingLiU"/>
                <a:cs typeface="PMingLiU"/>
              </a:rPr>
              <a:t>时：</a:t>
            </a:r>
            <a:r>
              <a:rPr sz="2400" dirty="0">
                <a:latin typeface="Cambria Math"/>
                <a:cs typeface="Cambria Math"/>
              </a:rPr>
              <a:t>𝑷</a:t>
            </a:r>
            <a:r>
              <a:rPr sz="2400" spc="315" dirty="0">
                <a:latin typeface="Cambria Math"/>
                <a:cs typeface="Cambria Math"/>
              </a:rPr>
              <a:t> </a:t>
            </a:r>
            <a:r>
              <a:rPr sz="2400" spc="-10" dirty="0">
                <a:latin typeface="Cambria Math"/>
                <a:cs typeface="Cambria Math"/>
              </a:rPr>
              <a:t>𝒊,</a:t>
            </a:r>
            <a:r>
              <a:rPr sz="2400" spc="-130" dirty="0">
                <a:latin typeface="Cambria Math"/>
                <a:cs typeface="Cambria Math"/>
              </a:rPr>
              <a:t> </a:t>
            </a:r>
            <a:r>
              <a:rPr sz="2400" spc="-50" dirty="0">
                <a:latin typeface="Cambria Math"/>
                <a:cs typeface="Cambria Math"/>
              </a:rPr>
              <a:t>𝟎</a:t>
            </a:r>
            <a:r>
              <a:rPr sz="2400" dirty="0">
                <a:latin typeface="Cambria Math"/>
                <a:cs typeface="Cambria Math"/>
              </a:rPr>
              <a:t>	=</a:t>
            </a:r>
            <a:r>
              <a:rPr sz="2400" spc="130" dirty="0">
                <a:latin typeface="Cambria Math"/>
                <a:cs typeface="Cambria Math"/>
              </a:rPr>
              <a:t> </a:t>
            </a:r>
            <a:r>
              <a:rPr sz="2400" spc="-50" dirty="0">
                <a:latin typeface="Cambria Math"/>
                <a:cs typeface="Cambria Math"/>
              </a:rPr>
              <a:t>𝟎</a:t>
            </a:r>
            <a:endParaRPr sz="2400" dirty="0">
              <a:latin typeface="Cambria Math"/>
              <a:cs typeface="Cambria Math"/>
            </a:endParaRPr>
          </a:p>
          <a:p>
            <a:pPr marL="704215" lvl="1" indent="-347980">
              <a:lnSpc>
                <a:spcPct val="100000"/>
              </a:lnSpc>
              <a:spcBef>
                <a:spcPts val="575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704215" algn="l"/>
                <a:tab pos="704850" algn="l"/>
                <a:tab pos="3490595" algn="l"/>
              </a:tabLst>
            </a:pPr>
            <a:r>
              <a:rPr sz="2400" dirty="0" err="1">
                <a:latin typeface="PMingLiU"/>
                <a:cs typeface="PMingLiU"/>
              </a:rPr>
              <a:t>没有商品时</a:t>
            </a:r>
            <a:r>
              <a:rPr sz="2400" dirty="0">
                <a:latin typeface="PMingLiU"/>
                <a:cs typeface="PMingLiU"/>
              </a:rPr>
              <a:t>：</a:t>
            </a:r>
            <a:r>
              <a:rPr sz="2400" dirty="0">
                <a:latin typeface="Cambria Math"/>
                <a:cs typeface="Cambria Math"/>
              </a:rPr>
              <a:t>𝑷</a:t>
            </a:r>
            <a:r>
              <a:rPr sz="2400" spc="305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𝟎,</a:t>
            </a:r>
            <a:r>
              <a:rPr sz="2400" spc="-135" dirty="0">
                <a:latin typeface="Cambria Math"/>
                <a:cs typeface="Cambria Math"/>
              </a:rPr>
              <a:t> </a:t>
            </a:r>
            <a:r>
              <a:rPr sz="2400" spc="-50" dirty="0">
                <a:latin typeface="Cambria Math"/>
                <a:cs typeface="Cambria Math"/>
              </a:rPr>
              <a:t>𝒄</a:t>
            </a:r>
            <a:r>
              <a:rPr sz="2400" dirty="0">
                <a:latin typeface="Cambria Math"/>
                <a:cs typeface="Cambria Math"/>
              </a:rPr>
              <a:t>	=</a:t>
            </a:r>
            <a:r>
              <a:rPr sz="2400" spc="130" dirty="0">
                <a:latin typeface="Cambria Math"/>
                <a:cs typeface="Cambria Math"/>
              </a:rPr>
              <a:t> </a:t>
            </a:r>
            <a:r>
              <a:rPr sz="2400" spc="-50" dirty="0">
                <a:latin typeface="Cambria Math"/>
                <a:cs typeface="Cambria Math"/>
              </a:rPr>
              <a:t>𝟎</a:t>
            </a:r>
            <a:endParaRPr sz="2400" dirty="0">
              <a:latin typeface="Cambria Math"/>
              <a:cs typeface="Cambria Math"/>
            </a:endParaRPr>
          </a:p>
        </p:txBody>
      </p:sp>
      <p:sp>
        <p:nvSpPr>
          <p:cNvPr id="7" name="object 7"/>
          <p:cNvSpPr txBox="1">
            <a:spLocks noGrp="1"/>
          </p:cNvSpPr>
          <p:nvPr>
            <p:ph type="title"/>
          </p:nvPr>
        </p:nvSpPr>
        <p:spPr>
          <a:xfrm>
            <a:off x="1209584" y="107161"/>
            <a:ext cx="3854786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递推计</a:t>
            </a: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算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1077582" y="2703195"/>
          <a:ext cx="10026011" cy="34163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420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9821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9821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9821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9821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9822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99822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99822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99822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99822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683260">
                <a:tc>
                  <a:txBody>
                    <a:bodyPr/>
                    <a:lstStyle/>
                    <a:p>
                      <a:pPr marL="81915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24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2400" spc="-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24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𝒄]</a:t>
                      </a:r>
                      <a:endParaRPr sz="2400">
                        <a:latin typeface="Cambria Math"/>
                        <a:cs typeface="Cambria Math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94615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24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2400" spc="13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24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2400" spc="13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24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2400">
                        <a:latin typeface="Cambria Math"/>
                        <a:cs typeface="Cambria Math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15290" algn="r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24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24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24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24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…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24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8890" algn="ctr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24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24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24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83260">
                <a:tc>
                  <a:txBody>
                    <a:bodyPr/>
                    <a:lstStyle/>
                    <a:p>
                      <a:pPr marL="136525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24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2400" spc="13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24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2400" spc="13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2400" spc="-50">
                          <a:latin typeface="Cambria Math"/>
                          <a:cs typeface="Cambria Math"/>
                        </a:rPr>
                        <a:t>𝟎</a:t>
                      </a:r>
                      <a:endParaRPr sz="2400">
                        <a:latin typeface="Cambria Math"/>
                        <a:cs typeface="Cambria Math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2400" b="1">
                          <a:latin typeface="Times New Roman"/>
                          <a:cs typeface="Times New Roman"/>
                        </a:rPr>
                        <a:t>0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415290" algn="r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2400" b="1">
                          <a:latin typeface="Times New Roman"/>
                          <a:cs typeface="Times New Roman"/>
                        </a:rPr>
                        <a:t>0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2400" b="1">
                          <a:latin typeface="Times New Roman"/>
                          <a:cs typeface="Times New Roman"/>
                        </a:rPr>
                        <a:t>0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2400" b="1">
                          <a:latin typeface="Times New Roman"/>
                          <a:cs typeface="Times New Roman"/>
                        </a:rPr>
                        <a:t>0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2400" b="1">
                          <a:latin typeface="Times New Roman"/>
                          <a:cs typeface="Times New Roman"/>
                        </a:rPr>
                        <a:t>…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2400" b="1">
                          <a:latin typeface="Times New Roman"/>
                          <a:cs typeface="Times New Roman"/>
                        </a:rPr>
                        <a:t>0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2400" b="1">
                          <a:latin typeface="Times New Roman"/>
                          <a:cs typeface="Times New Roman"/>
                        </a:rPr>
                        <a:t>0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2400" b="1">
                          <a:latin typeface="Times New Roman"/>
                          <a:cs typeface="Times New Roman"/>
                        </a:rPr>
                        <a:t>0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2400" b="1">
                          <a:latin typeface="Times New Roman"/>
                          <a:cs typeface="Times New Roman"/>
                        </a:rPr>
                        <a:t>0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8326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2400" b="1">
                          <a:latin typeface="Times New Roman"/>
                          <a:cs typeface="Times New Roman"/>
                        </a:rPr>
                        <a:t>1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2400" b="1">
                          <a:latin typeface="Times New Roman"/>
                          <a:cs typeface="Times New Roman"/>
                        </a:rPr>
                        <a:t>0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8326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2400" b="1">
                          <a:latin typeface="Times New Roman"/>
                          <a:cs typeface="Times New Roman"/>
                        </a:rPr>
                        <a:t>…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2400" b="1">
                          <a:latin typeface="Times New Roman"/>
                          <a:cs typeface="Times New Roman"/>
                        </a:rPr>
                        <a:t>0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683260">
                <a:tc>
                  <a:txBody>
                    <a:bodyPr/>
                    <a:lstStyle/>
                    <a:p>
                      <a:pPr marR="67310" algn="ctr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2400" spc="-50">
                          <a:latin typeface="Cambria Math"/>
                          <a:cs typeface="Cambria Math"/>
                        </a:rPr>
                        <a:t>𝒏</a:t>
                      </a:r>
                      <a:endParaRPr sz="2400">
                        <a:latin typeface="Cambria Math"/>
                        <a:cs typeface="Cambria Math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2400" b="1">
                          <a:latin typeface="Times New Roman"/>
                          <a:cs typeface="Times New Roman"/>
                        </a:rPr>
                        <a:t>0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9" name="object 9"/>
          <p:cNvSpPr/>
          <p:nvPr/>
        </p:nvSpPr>
        <p:spPr>
          <a:xfrm>
            <a:off x="2098548" y="3265932"/>
            <a:ext cx="9234805" cy="2963545"/>
          </a:xfrm>
          <a:custGeom>
            <a:avLst/>
            <a:gdLst/>
            <a:ahLst/>
            <a:cxnLst/>
            <a:rect l="l" t="t" r="r" b="b"/>
            <a:pathLst>
              <a:path w="9234805" h="2963545">
                <a:moveTo>
                  <a:pt x="0" y="120268"/>
                </a:moveTo>
                <a:lnTo>
                  <a:pt x="9451" y="73455"/>
                </a:lnTo>
                <a:lnTo>
                  <a:pt x="35226" y="35226"/>
                </a:lnTo>
                <a:lnTo>
                  <a:pt x="73455" y="9451"/>
                </a:lnTo>
                <a:lnTo>
                  <a:pt x="120268" y="0"/>
                </a:lnTo>
                <a:lnTo>
                  <a:pt x="9114409" y="0"/>
                </a:lnTo>
                <a:lnTo>
                  <a:pt x="9161222" y="9451"/>
                </a:lnTo>
                <a:lnTo>
                  <a:pt x="9199451" y="35226"/>
                </a:lnTo>
                <a:lnTo>
                  <a:pt x="9225226" y="73455"/>
                </a:lnTo>
                <a:lnTo>
                  <a:pt x="9234678" y="120268"/>
                </a:lnTo>
                <a:lnTo>
                  <a:pt x="9234678" y="601344"/>
                </a:lnTo>
                <a:lnTo>
                  <a:pt x="9225226" y="648158"/>
                </a:lnTo>
                <a:lnTo>
                  <a:pt x="9199451" y="686387"/>
                </a:lnTo>
                <a:lnTo>
                  <a:pt x="9161222" y="712162"/>
                </a:lnTo>
                <a:lnTo>
                  <a:pt x="9114409" y="721613"/>
                </a:lnTo>
                <a:lnTo>
                  <a:pt x="120268" y="721613"/>
                </a:lnTo>
                <a:lnTo>
                  <a:pt x="73455" y="712162"/>
                </a:lnTo>
                <a:lnTo>
                  <a:pt x="35226" y="686387"/>
                </a:lnTo>
                <a:lnTo>
                  <a:pt x="9451" y="648158"/>
                </a:lnTo>
                <a:lnTo>
                  <a:pt x="0" y="601344"/>
                </a:lnTo>
                <a:lnTo>
                  <a:pt x="0" y="120268"/>
                </a:lnTo>
                <a:close/>
              </a:path>
              <a:path w="9234805" h="2963545">
                <a:moveTo>
                  <a:pt x="0" y="183514"/>
                </a:moveTo>
                <a:lnTo>
                  <a:pt x="6252" y="136940"/>
                </a:lnTo>
                <a:lnTo>
                  <a:pt x="23899" y="95099"/>
                </a:lnTo>
                <a:lnTo>
                  <a:pt x="51276" y="59658"/>
                </a:lnTo>
                <a:lnTo>
                  <a:pt x="86717" y="32281"/>
                </a:lnTo>
                <a:lnTo>
                  <a:pt x="128558" y="14634"/>
                </a:lnTo>
                <a:lnTo>
                  <a:pt x="175132" y="8381"/>
                </a:lnTo>
                <a:lnTo>
                  <a:pt x="875664" y="8381"/>
                </a:lnTo>
                <a:lnTo>
                  <a:pt x="922239" y="14634"/>
                </a:lnTo>
                <a:lnTo>
                  <a:pt x="964080" y="32281"/>
                </a:lnTo>
                <a:lnTo>
                  <a:pt x="999521" y="59658"/>
                </a:lnTo>
                <a:lnTo>
                  <a:pt x="1026898" y="95099"/>
                </a:lnTo>
                <a:lnTo>
                  <a:pt x="1044545" y="136940"/>
                </a:lnTo>
                <a:lnTo>
                  <a:pt x="1050797" y="183514"/>
                </a:lnTo>
                <a:lnTo>
                  <a:pt x="1050797" y="2788285"/>
                </a:lnTo>
                <a:lnTo>
                  <a:pt x="1044545" y="2834842"/>
                </a:lnTo>
                <a:lnTo>
                  <a:pt x="1026898" y="2876677"/>
                </a:lnTo>
                <a:lnTo>
                  <a:pt x="999521" y="2912122"/>
                </a:lnTo>
                <a:lnTo>
                  <a:pt x="964080" y="2939507"/>
                </a:lnTo>
                <a:lnTo>
                  <a:pt x="922239" y="2957162"/>
                </a:lnTo>
                <a:lnTo>
                  <a:pt x="875664" y="2963417"/>
                </a:lnTo>
                <a:lnTo>
                  <a:pt x="175132" y="2963417"/>
                </a:lnTo>
                <a:lnTo>
                  <a:pt x="128558" y="2957162"/>
                </a:lnTo>
                <a:lnTo>
                  <a:pt x="86717" y="2939507"/>
                </a:lnTo>
                <a:lnTo>
                  <a:pt x="51276" y="2912122"/>
                </a:lnTo>
                <a:lnTo>
                  <a:pt x="23899" y="2876677"/>
                </a:lnTo>
                <a:lnTo>
                  <a:pt x="6252" y="2834842"/>
                </a:lnTo>
                <a:lnTo>
                  <a:pt x="0" y="2788285"/>
                </a:lnTo>
                <a:lnTo>
                  <a:pt x="0" y="183514"/>
                </a:lnTo>
                <a:close/>
              </a:path>
            </a:pathLst>
          </a:custGeom>
          <a:ln w="3810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6327760" y="1630426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178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5869163" y="1630426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24765" y="27178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703327" y="974885"/>
            <a:ext cx="7033259" cy="988060"/>
          </a:xfrm>
          <a:prstGeom prst="rect">
            <a:avLst/>
          </a:prstGeom>
        </p:spPr>
        <p:txBody>
          <a:bodyPr vert="horz" wrap="square" lIns="0" tIns="104139" rIns="0" bIns="0" rtlCol="0">
            <a:spAutoFit/>
          </a:bodyPr>
          <a:lstStyle/>
          <a:p>
            <a:pPr marL="381000" indent="-342900">
              <a:lnSpc>
                <a:spcPct val="100000"/>
              </a:lnSpc>
              <a:spcBef>
                <a:spcPts val="819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80365" algn="l"/>
                <a:tab pos="381000" algn="l"/>
              </a:tabLst>
            </a:pPr>
            <a:r>
              <a:rPr sz="2800" spc="-1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确定计算顺序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  <a:p>
            <a:pPr marL="729615" lvl="1" indent="-347980">
              <a:lnSpc>
                <a:spcPct val="100000"/>
              </a:lnSpc>
              <a:spcBef>
                <a:spcPts val="615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729615" algn="l"/>
                <a:tab pos="730250" algn="l"/>
              </a:tabLst>
            </a:pPr>
            <a:r>
              <a:rPr sz="2400" dirty="0">
                <a:latin typeface="Cambria Math"/>
                <a:cs typeface="Cambria Math"/>
              </a:rPr>
              <a:t>𝑷[𝒊 − </a:t>
            </a:r>
            <a:r>
              <a:rPr sz="2400" spc="-10" dirty="0">
                <a:latin typeface="Cambria Math"/>
                <a:cs typeface="Cambria Math"/>
              </a:rPr>
              <a:t>𝟏</a:t>
            </a:r>
            <a:r>
              <a:rPr sz="2400" spc="-70" dirty="0">
                <a:latin typeface="Cambria Math"/>
                <a:cs typeface="Cambria Math"/>
              </a:rPr>
              <a:t>, </a:t>
            </a:r>
            <a:r>
              <a:rPr sz="2400" dirty="0">
                <a:latin typeface="Cambria Math"/>
                <a:cs typeface="Cambria Math"/>
              </a:rPr>
              <a:t>𝒄</a:t>
            </a:r>
            <a:r>
              <a:rPr sz="2400" spc="5" dirty="0">
                <a:latin typeface="Cambria Math"/>
                <a:cs typeface="Cambria Math"/>
              </a:rPr>
              <a:t> − </a:t>
            </a:r>
            <a:r>
              <a:rPr sz="2400" dirty="0">
                <a:latin typeface="Cambria Math"/>
                <a:cs typeface="Cambria Math"/>
              </a:rPr>
              <a:t>𝒗</a:t>
            </a:r>
            <a:r>
              <a:rPr sz="2625" baseline="-15873" dirty="0">
                <a:latin typeface="Cambria Math"/>
                <a:cs typeface="Cambria Math"/>
              </a:rPr>
              <a:t>𝒊</a:t>
            </a:r>
            <a:r>
              <a:rPr sz="2400" dirty="0">
                <a:latin typeface="Times New Roman"/>
                <a:cs typeface="Times New Roman"/>
              </a:rPr>
              <a:t>]</a:t>
            </a:r>
            <a:r>
              <a:rPr sz="2400" spc="-30" dirty="0" err="1">
                <a:latin typeface="PMingLiU"/>
                <a:cs typeface="PMingLiU"/>
              </a:rPr>
              <a:t>和</a:t>
            </a:r>
            <a:r>
              <a:rPr sz="2400" dirty="0">
                <a:latin typeface="Cambria Math"/>
                <a:cs typeface="Cambria Math"/>
              </a:rPr>
              <a:t>𝑷[𝒊</a:t>
            </a:r>
            <a:r>
              <a:rPr sz="2400" spc="-5" dirty="0">
                <a:latin typeface="Cambria Math"/>
                <a:cs typeface="Cambria Math"/>
              </a:rPr>
              <a:t> − </a:t>
            </a:r>
            <a:r>
              <a:rPr sz="2400" spc="-10" dirty="0">
                <a:latin typeface="Cambria Math"/>
                <a:cs typeface="Cambria Math"/>
              </a:rPr>
              <a:t>𝟏,</a:t>
            </a:r>
            <a:r>
              <a:rPr sz="2400" spc="-140" dirty="0">
                <a:latin typeface="Cambria Math"/>
                <a:cs typeface="Cambria Math"/>
              </a:rPr>
              <a:t> </a:t>
            </a:r>
            <a:r>
              <a:rPr sz="2400" spc="-25" dirty="0">
                <a:latin typeface="Cambria Math"/>
                <a:cs typeface="Cambria Math"/>
              </a:rPr>
              <a:t>𝒄]</a:t>
            </a:r>
            <a:r>
              <a:rPr sz="2400" spc="-30" dirty="0" err="1">
                <a:latin typeface="PMingLiU"/>
                <a:cs typeface="PMingLiU"/>
              </a:rPr>
              <a:t>位于</a:t>
            </a:r>
            <a:r>
              <a:rPr sz="2400" dirty="0">
                <a:latin typeface="Cambria Math"/>
                <a:cs typeface="Cambria Math"/>
              </a:rPr>
              <a:t>𝑷</a:t>
            </a:r>
            <a:r>
              <a:rPr sz="2400" spc="310" dirty="0">
                <a:latin typeface="Cambria Math"/>
                <a:cs typeface="Cambria Math"/>
              </a:rPr>
              <a:t> </a:t>
            </a:r>
            <a:r>
              <a:rPr sz="2400" spc="-10" dirty="0">
                <a:latin typeface="Cambria Math"/>
                <a:cs typeface="Cambria Math"/>
              </a:rPr>
              <a:t>𝒊</a:t>
            </a:r>
            <a:r>
              <a:rPr sz="2400" spc="-75" dirty="0">
                <a:latin typeface="Cambria Math"/>
                <a:cs typeface="Cambria Math"/>
              </a:rPr>
              <a:t>, </a:t>
            </a:r>
            <a:r>
              <a:rPr sz="2400" dirty="0">
                <a:latin typeface="Cambria Math"/>
                <a:cs typeface="Cambria Math"/>
              </a:rPr>
              <a:t>𝒄</a:t>
            </a:r>
            <a:r>
              <a:rPr sz="2400" spc="300" dirty="0">
                <a:latin typeface="Cambria Math"/>
                <a:cs typeface="Cambria Math"/>
              </a:rPr>
              <a:t> </a:t>
            </a:r>
            <a:r>
              <a:rPr sz="2400" spc="-30" dirty="0" err="1">
                <a:latin typeface="PMingLiU"/>
                <a:cs typeface="PMingLiU"/>
              </a:rPr>
              <a:t>的</a:t>
            </a:r>
            <a:r>
              <a:rPr sz="2400" spc="-30" dirty="0" err="1">
                <a:solidFill>
                  <a:srgbClr val="FF0000"/>
                </a:solidFill>
                <a:latin typeface="PMingLiU"/>
                <a:cs typeface="PMingLiU"/>
              </a:rPr>
              <a:t>左上</a:t>
            </a:r>
            <a:r>
              <a:rPr sz="2400" spc="-50" dirty="0" err="1">
                <a:solidFill>
                  <a:srgbClr val="FF0000"/>
                </a:solidFill>
                <a:latin typeface="PMingLiU"/>
                <a:cs typeface="PMingLiU"/>
              </a:rPr>
              <a:t>方</a:t>
            </a:r>
            <a:endParaRPr sz="2400" dirty="0">
              <a:latin typeface="PMingLiU"/>
              <a:cs typeface="PMingLiU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83563" y="5910834"/>
            <a:ext cx="10025380" cy="720090"/>
          </a:xfrm>
          <a:prstGeom prst="rect">
            <a:avLst/>
          </a:prstGeom>
          <a:ln w="38100">
            <a:solidFill>
              <a:srgbClr val="FF0000"/>
            </a:solidFill>
          </a:ln>
        </p:spPr>
        <p:txBody>
          <a:bodyPr vert="horz" wrap="square" lIns="0" tIns="102235" rIns="0" bIns="0" rtlCol="0">
            <a:spAutoFit/>
          </a:bodyPr>
          <a:lstStyle/>
          <a:p>
            <a:pPr marL="1099185">
              <a:lnSpc>
                <a:spcPct val="100000"/>
              </a:lnSpc>
              <a:spcBef>
                <a:spcPts val="805"/>
              </a:spcBef>
            </a:pPr>
            <a:r>
              <a:rPr sz="2800" spc="-15">
                <a:latin typeface="PMingLiU"/>
                <a:cs typeface="PMingLiU"/>
              </a:rPr>
              <a:t>问题：观察子问题依赖关系，如何确定计算顺序？</a:t>
            </a:r>
            <a:endParaRPr sz="2800">
              <a:latin typeface="PMingLiU"/>
              <a:cs typeface="PMingLiU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1083932" y="2154554"/>
            <a:ext cx="10024110" cy="3430904"/>
            <a:chOff x="1083932" y="2154554"/>
            <a:chExt cx="10024110" cy="3430904"/>
          </a:xfrm>
        </p:grpSpPr>
        <p:sp>
          <p:nvSpPr>
            <p:cNvPr id="8" name="object 8"/>
            <p:cNvSpPr/>
            <p:nvPr/>
          </p:nvSpPr>
          <p:spPr>
            <a:xfrm>
              <a:off x="1083932" y="2160777"/>
              <a:ext cx="10024110" cy="3418204"/>
            </a:xfrm>
            <a:custGeom>
              <a:avLst/>
              <a:gdLst/>
              <a:ahLst/>
              <a:cxnLst/>
              <a:rect l="l" t="t" r="r" b="b"/>
              <a:pathLst>
                <a:path w="10024110" h="3418204">
                  <a:moveTo>
                    <a:pt x="10024110" y="0"/>
                  </a:moveTo>
                  <a:lnTo>
                    <a:pt x="0" y="0"/>
                  </a:lnTo>
                  <a:lnTo>
                    <a:pt x="0" y="3417951"/>
                  </a:lnTo>
                  <a:lnTo>
                    <a:pt x="10024110" y="3417951"/>
                  </a:lnTo>
                  <a:lnTo>
                    <a:pt x="10024110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5119878" y="3527983"/>
              <a:ext cx="2994660" cy="683895"/>
            </a:xfrm>
            <a:custGeom>
              <a:avLst/>
              <a:gdLst/>
              <a:ahLst/>
              <a:cxnLst/>
              <a:rect l="l" t="t" r="r" b="b"/>
              <a:pathLst>
                <a:path w="2994659" h="683895">
                  <a:moveTo>
                    <a:pt x="1996008" y="0"/>
                  </a:moveTo>
                  <a:lnTo>
                    <a:pt x="998042" y="0"/>
                  </a:lnTo>
                  <a:lnTo>
                    <a:pt x="0" y="0"/>
                  </a:lnTo>
                  <a:lnTo>
                    <a:pt x="0" y="683590"/>
                  </a:lnTo>
                  <a:lnTo>
                    <a:pt x="997966" y="683590"/>
                  </a:lnTo>
                  <a:lnTo>
                    <a:pt x="1996008" y="683590"/>
                  </a:lnTo>
                  <a:lnTo>
                    <a:pt x="1996008" y="0"/>
                  </a:lnTo>
                  <a:close/>
                </a:path>
                <a:path w="2994659" h="683895">
                  <a:moveTo>
                    <a:pt x="2994101" y="0"/>
                  </a:moveTo>
                  <a:lnTo>
                    <a:pt x="1996059" y="0"/>
                  </a:lnTo>
                  <a:lnTo>
                    <a:pt x="1996059" y="683590"/>
                  </a:lnTo>
                  <a:lnTo>
                    <a:pt x="2994101" y="683590"/>
                  </a:lnTo>
                  <a:lnTo>
                    <a:pt x="2994101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5119878" y="4211624"/>
              <a:ext cx="2994660" cy="683895"/>
            </a:xfrm>
            <a:custGeom>
              <a:avLst/>
              <a:gdLst/>
              <a:ahLst/>
              <a:cxnLst/>
              <a:rect l="l" t="t" r="r" b="b"/>
              <a:pathLst>
                <a:path w="2994659" h="683895">
                  <a:moveTo>
                    <a:pt x="1996008" y="0"/>
                  </a:moveTo>
                  <a:lnTo>
                    <a:pt x="998042" y="0"/>
                  </a:lnTo>
                  <a:lnTo>
                    <a:pt x="0" y="0"/>
                  </a:lnTo>
                  <a:lnTo>
                    <a:pt x="0" y="683590"/>
                  </a:lnTo>
                  <a:lnTo>
                    <a:pt x="997966" y="683590"/>
                  </a:lnTo>
                  <a:lnTo>
                    <a:pt x="1996008" y="683590"/>
                  </a:lnTo>
                  <a:lnTo>
                    <a:pt x="1996008" y="0"/>
                  </a:lnTo>
                  <a:close/>
                </a:path>
                <a:path w="2994659" h="683895">
                  <a:moveTo>
                    <a:pt x="2994101" y="0"/>
                  </a:moveTo>
                  <a:lnTo>
                    <a:pt x="1996059" y="0"/>
                  </a:lnTo>
                  <a:lnTo>
                    <a:pt x="1996059" y="683590"/>
                  </a:lnTo>
                  <a:lnTo>
                    <a:pt x="2994101" y="683590"/>
                  </a:lnTo>
                  <a:lnTo>
                    <a:pt x="2994101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 flipH="1">
              <a:off x="6117844" y="2154554"/>
              <a:ext cx="0" cy="3430904"/>
            </a:xfrm>
            <a:custGeom>
              <a:avLst/>
              <a:gdLst/>
              <a:ahLst/>
              <a:cxnLst/>
              <a:rect l="l" t="t" r="r" b="b"/>
              <a:pathLst>
                <a:path h="3430904">
                  <a:moveTo>
                    <a:pt x="0" y="0"/>
                  </a:moveTo>
                  <a:lnTo>
                    <a:pt x="0" y="3430524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5151501" y="3658361"/>
              <a:ext cx="2585085" cy="1036319"/>
            </a:xfrm>
            <a:custGeom>
              <a:avLst/>
              <a:gdLst/>
              <a:ahLst/>
              <a:cxnLst/>
              <a:rect l="l" t="t" r="r" b="b"/>
              <a:pathLst>
                <a:path w="2585084" h="1036319">
                  <a:moveTo>
                    <a:pt x="140462" y="297942"/>
                  </a:moveTo>
                  <a:lnTo>
                    <a:pt x="129908" y="293624"/>
                  </a:lnTo>
                  <a:lnTo>
                    <a:pt x="89281" y="276987"/>
                  </a:lnTo>
                  <a:lnTo>
                    <a:pt x="0" y="495808"/>
                  </a:lnTo>
                  <a:lnTo>
                    <a:pt x="51181" y="516636"/>
                  </a:lnTo>
                  <a:lnTo>
                    <a:pt x="54864" y="507873"/>
                  </a:lnTo>
                  <a:lnTo>
                    <a:pt x="22733" y="494665"/>
                  </a:lnTo>
                  <a:lnTo>
                    <a:pt x="104775" y="293624"/>
                  </a:lnTo>
                  <a:lnTo>
                    <a:pt x="136906" y="306705"/>
                  </a:lnTo>
                  <a:lnTo>
                    <a:pt x="140462" y="297942"/>
                  </a:lnTo>
                  <a:close/>
                </a:path>
                <a:path w="2585084" h="1036319">
                  <a:moveTo>
                    <a:pt x="1412494" y="816991"/>
                  </a:moveTo>
                  <a:lnTo>
                    <a:pt x="1361313" y="796163"/>
                  </a:lnTo>
                  <a:lnTo>
                    <a:pt x="1357630" y="804926"/>
                  </a:lnTo>
                  <a:lnTo>
                    <a:pt x="1389748" y="818134"/>
                  </a:lnTo>
                  <a:lnTo>
                    <a:pt x="1307719" y="1019175"/>
                  </a:lnTo>
                  <a:lnTo>
                    <a:pt x="1275588" y="1006094"/>
                  </a:lnTo>
                  <a:lnTo>
                    <a:pt x="1272032" y="1014857"/>
                  </a:lnTo>
                  <a:lnTo>
                    <a:pt x="1323213" y="1035812"/>
                  </a:lnTo>
                  <a:lnTo>
                    <a:pt x="1329994" y="1019175"/>
                  </a:lnTo>
                  <a:lnTo>
                    <a:pt x="1412494" y="816991"/>
                  </a:lnTo>
                  <a:close/>
                </a:path>
                <a:path w="2585084" h="1036319">
                  <a:moveTo>
                    <a:pt x="1973834" y="907669"/>
                  </a:moveTo>
                  <a:lnTo>
                    <a:pt x="1957324" y="888492"/>
                  </a:lnTo>
                  <a:lnTo>
                    <a:pt x="1890522" y="810895"/>
                  </a:lnTo>
                  <a:lnTo>
                    <a:pt x="1875828" y="845947"/>
                  </a:lnTo>
                  <a:lnTo>
                    <a:pt x="236220" y="159131"/>
                  </a:lnTo>
                  <a:lnTo>
                    <a:pt x="221615" y="194310"/>
                  </a:lnTo>
                  <a:lnTo>
                    <a:pt x="1861083" y="881113"/>
                  </a:lnTo>
                  <a:lnTo>
                    <a:pt x="1846326" y="916305"/>
                  </a:lnTo>
                  <a:lnTo>
                    <a:pt x="1973834" y="907669"/>
                  </a:lnTo>
                  <a:close/>
                </a:path>
                <a:path w="2585084" h="1036319">
                  <a:moveTo>
                    <a:pt x="2585085" y="660654"/>
                  </a:moveTo>
                  <a:lnTo>
                    <a:pt x="2546985" y="660654"/>
                  </a:lnTo>
                  <a:lnTo>
                    <a:pt x="2546985" y="0"/>
                  </a:lnTo>
                  <a:lnTo>
                    <a:pt x="2508885" y="0"/>
                  </a:lnTo>
                  <a:lnTo>
                    <a:pt x="2508885" y="660654"/>
                  </a:lnTo>
                  <a:lnTo>
                    <a:pt x="2470785" y="660654"/>
                  </a:lnTo>
                  <a:lnTo>
                    <a:pt x="2527935" y="774954"/>
                  </a:lnTo>
                  <a:lnTo>
                    <a:pt x="2575560" y="679704"/>
                  </a:lnTo>
                  <a:lnTo>
                    <a:pt x="2585085" y="66065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3" name="object 13"/>
          <p:cNvGraphicFramePr>
            <a:graphicFrameLocks noGrp="1"/>
          </p:cNvGraphicFramePr>
          <p:nvPr/>
        </p:nvGraphicFramePr>
        <p:xfrm>
          <a:off x="1077582" y="2154554"/>
          <a:ext cx="10029181" cy="34163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420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9821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9821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9821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011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03695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99885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998854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998854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998854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683260">
                <a:tc>
                  <a:txBody>
                    <a:bodyPr/>
                    <a:lstStyle/>
                    <a:p>
                      <a:pPr marL="81915">
                        <a:lnSpc>
                          <a:spcPct val="100000"/>
                        </a:lnSpc>
                        <a:spcBef>
                          <a:spcPts val="1165"/>
                        </a:spcBef>
                      </a:pPr>
                      <a:r>
                        <a:rPr sz="24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2400" spc="-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24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𝒄]</a:t>
                      </a:r>
                      <a:endParaRPr sz="2400">
                        <a:latin typeface="Cambria Math"/>
                        <a:cs typeface="Cambria Math"/>
                      </a:endParaRPr>
                    </a:p>
                  </a:txBody>
                  <a:tcPr marL="0" marR="0" marT="1479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94615">
                        <a:lnSpc>
                          <a:spcPct val="100000"/>
                        </a:lnSpc>
                        <a:spcBef>
                          <a:spcPts val="1165"/>
                        </a:spcBef>
                      </a:pPr>
                      <a:r>
                        <a:rPr sz="24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2400" spc="13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24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2400" spc="13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24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2400">
                        <a:latin typeface="Cambria Math"/>
                        <a:cs typeface="Cambria Math"/>
                      </a:endParaRPr>
                    </a:p>
                  </a:txBody>
                  <a:tcPr marL="0" marR="0" marT="1479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15290" algn="r">
                        <a:lnSpc>
                          <a:spcPct val="100000"/>
                        </a:lnSpc>
                        <a:spcBef>
                          <a:spcPts val="1165"/>
                        </a:spcBef>
                      </a:pPr>
                      <a:r>
                        <a:rPr sz="24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1479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ct val="100000"/>
                        </a:lnSpc>
                        <a:spcBef>
                          <a:spcPts val="1165"/>
                        </a:spcBef>
                      </a:pPr>
                      <a:r>
                        <a:rPr sz="24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1479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7465" algn="ctr">
                        <a:lnSpc>
                          <a:spcPct val="100000"/>
                        </a:lnSpc>
                        <a:spcBef>
                          <a:spcPts val="1165"/>
                        </a:spcBef>
                      </a:pPr>
                      <a:r>
                        <a:rPr sz="24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147955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7465" algn="ctr">
                        <a:lnSpc>
                          <a:spcPct val="100000"/>
                        </a:lnSpc>
                        <a:spcBef>
                          <a:spcPts val="1165"/>
                        </a:spcBef>
                      </a:pPr>
                      <a:r>
                        <a:rPr sz="24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…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147955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65"/>
                        </a:spcBef>
                      </a:pPr>
                      <a:r>
                        <a:rPr sz="24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1479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63855" algn="r">
                        <a:lnSpc>
                          <a:spcPct val="100000"/>
                        </a:lnSpc>
                        <a:spcBef>
                          <a:spcPts val="1165"/>
                        </a:spcBef>
                      </a:pPr>
                      <a:r>
                        <a:rPr sz="24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1479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65"/>
                        </a:spcBef>
                      </a:pPr>
                      <a:r>
                        <a:rPr sz="24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1479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65"/>
                        </a:spcBef>
                      </a:pPr>
                      <a:r>
                        <a:rPr sz="24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1479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83260">
                <a:tc>
                  <a:txBody>
                    <a:bodyPr/>
                    <a:lstStyle/>
                    <a:p>
                      <a:pPr marL="136525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24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2400" spc="13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24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2400" spc="13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2400" spc="-50">
                          <a:latin typeface="Cambria Math"/>
                          <a:cs typeface="Cambria Math"/>
                        </a:rPr>
                        <a:t>𝟎</a:t>
                      </a:r>
                      <a:endParaRPr sz="2400">
                        <a:latin typeface="Cambria Math"/>
                        <a:cs typeface="Cambria Math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2400" b="1">
                          <a:latin typeface="Times New Roman"/>
                          <a:cs typeface="Times New Roman"/>
                        </a:rPr>
                        <a:t>0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415290" algn="r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2400" b="1">
                          <a:latin typeface="Times New Roman"/>
                          <a:cs typeface="Times New Roman"/>
                        </a:rPr>
                        <a:t>0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2400" b="1">
                          <a:latin typeface="Times New Roman"/>
                          <a:cs typeface="Times New Roman"/>
                        </a:rPr>
                        <a:t>0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7465" algn="ctr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2400" b="1">
                          <a:latin typeface="Times New Roman"/>
                          <a:cs typeface="Times New Roman"/>
                        </a:rPr>
                        <a:t>0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7465" algn="ctr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2400" b="1">
                          <a:latin typeface="Times New Roman"/>
                          <a:cs typeface="Times New Roman"/>
                        </a:rPr>
                        <a:t>…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14859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2400" b="1">
                          <a:latin typeface="Times New Roman"/>
                          <a:cs typeface="Times New Roman"/>
                        </a:rPr>
                        <a:t>0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2400" b="1">
                          <a:latin typeface="Times New Roman"/>
                          <a:cs typeface="Times New Roman"/>
                        </a:rPr>
                        <a:t>0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2400" b="1">
                          <a:latin typeface="Times New Roman"/>
                          <a:cs typeface="Times New Roman"/>
                        </a:rPr>
                        <a:t>0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2400" b="1">
                          <a:latin typeface="Times New Roman"/>
                          <a:cs typeface="Times New Roman"/>
                        </a:rPr>
                        <a:t>0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8326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2400" b="1">
                          <a:latin typeface="Times New Roman"/>
                          <a:cs typeface="Times New Roman"/>
                        </a:rPr>
                        <a:t>1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2400" b="1">
                          <a:latin typeface="Times New Roman"/>
                          <a:cs typeface="Times New Roman"/>
                        </a:rPr>
                        <a:t>0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  <a:p>
                      <a:pPr marL="598170">
                        <a:lnSpc>
                          <a:spcPct val="100000"/>
                        </a:lnSpc>
                      </a:pPr>
                      <a:r>
                        <a:rPr sz="2000">
                          <a:latin typeface="Cambria Math"/>
                          <a:cs typeface="Cambria Math"/>
                        </a:rPr>
                        <a:t>𝑷</a:t>
                      </a:r>
                      <a:r>
                        <a:rPr sz="2000" spc="254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2000" spc="-50">
                          <a:latin typeface="Cambria Math"/>
                          <a:cs typeface="Cambria Math"/>
                        </a:rPr>
                        <a:t>𝒊</a:t>
                      </a:r>
                      <a:endParaRPr sz="2000">
                        <a:latin typeface="Cambria Math"/>
                        <a:cs typeface="Cambria Math"/>
                      </a:endParaRPr>
                    </a:p>
                  </a:txBody>
                  <a:tcPr marL="0" marR="0" marT="317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  <a:p>
                      <a:pPr marR="353060" algn="r">
                        <a:lnSpc>
                          <a:spcPct val="100000"/>
                        </a:lnSpc>
                      </a:pPr>
                      <a:r>
                        <a:rPr sz="2000">
                          <a:latin typeface="Cambria Math"/>
                          <a:cs typeface="Cambria Math"/>
                        </a:rPr>
                        <a:t>−</a:t>
                      </a:r>
                      <a:r>
                        <a:rPr sz="2000" spc="-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2000" spc="-10">
                          <a:latin typeface="Cambria Math"/>
                          <a:cs typeface="Cambria Math"/>
                        </a:rPr>
                        <a:t>𝟏,</a:t>
                      </a:r>
                      <a:r>
                        <a:rPr sz="2000" spc="-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2000" spc="-50">
                          <a:latin typeface="Cambria Math"/>
                          <a:cs typeface="Cambria Math"/>
                        </a:rPr>
                        <a:t>𝒄</a:t>
                      </a:r>
                      <a:endParaRPr sz="2000">
                        <a:latin typeface="Cambria Math"/>
                        <a:cs typeface="Cambria Math"/>
                      </a:endParaRPr>
                    </a:p>
                  </a:txBody>
                  <a:tcPr marL="0" marR="0" marT="317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8326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2400" b="1">
                          <a:latin typeface="Times New Roman"/>
                          <a:cs typeface="Times New Roman"/>
                        </a:rPr>
                        <a:t>…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2400" b="1">
                          <a:latin typeface="Times New Roman"/>
                          <a:cs typeface="Times New Roman"/>
                        </a:rPr>
                        <a:t>0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2400" spc="-10"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2400" spc="-11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2400" spc="-25">
                          <a:latin typeface="Cambria Math"/>
                          <a:cs typeface="Cambria Math"/>
                        </a:rPr>
                        <a:t>𝒄]</a:t>
                      </a:r>
                      <a:endParaRPr sz="2400">
                        <a:latin typeface="Cambria Math"/>
                        <a:cs typeface="Cambria Math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683260">
                <a:tc>
                  <a:txBody>
                    <a:bodyPr/>
                    <a:lstStyle/>
                    <a:p>
                      <a:pPr marR="67310" algn="ctr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2400" spc="-50">
                          <a:latin typeface="Cambria Math"/>
                          <a:cs typeface="Cambria Math"/>
                        </a:rPr>
                        <a:t>𝒏</a:t>
                      </a:r>
                      <a:endParaRPr sz="2400">
                        <a:latin typeface="Cambria Math"/>
                        <a:cs typeface="Cambria Math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2400" b="1">
                          <a:latin typeface="Times New Roman"/>
                          <a:cs typeface="Times New Roman"/>
                        </a:rPr>
                        <a:t>0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pSp>
        <p:nvGrpSpPr>
          <p:cNvPr id="14" name="object 14"/>
          <p:cNvGrpSpPr/>
          <p:nvPr/>
        </p:nvGrpSpPr>
        <p:grpSpPr>
          <a:xfrm>
            <a:off x="4987797" y="3893820"/>
            <a:ext cx="3823335" cy="1007110"/>
            <a:chOff x="4987797" y="3893820"/>
            <a:chExt cx="3823335" cy="1007110"/>
          </a:xfrm>
        </p:grpSpPr>
        <p:pic>
          <p:nvPicPr>
            <p:cNvPr id="15" name="object 15"/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4987797" y="3893820"/>
              <a:ext cx="196976" cy="167894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5246623" y="3994023"/>
              <a:ext cx="120014" cy="162306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5405754" y="4123436"/>
              <a:ext cx="147955" cy="73025"/>
            </a:xfrm>
            <a:custGeom>
              <a:avLst/>
              <a:gdLst/>
              <a:ahLst/>
              <a:cxnLst/>
              <a:rect l="l" t="t" r="r" b="b"/>
              <a:pathLst>
                <a:path w="147954" h="73025">
                  <a:moveTo>
                    <a:pt x="6223" y="0"/>
                  </a:moveTo>
                  <a:lnTo>
                    <a:pt x="0" y="15239"/>
                  </a:lnTo>
                  <a:lnTo>
                    <a:pt x="141224" y="72897"/>
                  </a:lnTo>
                  <a:lnTo>
                    <a:pt x="147574" y="57657"/>
                  </a:lnTo>
                  <a:lnTo>
                    <a:pt x="62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" name="object 18"/>
            <p:cNvPicPr/>
            <p:nvPr/>
          </p:nvPicPr>
          <p:blipFill>
            <a:blip r:embed="rId4"/>
            <a:stretch>
              <a:fillRect/>
            </a:stretch>
          </p:blipFill>
          <p:spPr>
            <a:xfrm>
              <a:off x="5618606" y="4158234"/>
              <a:ext cx="161670" cy="219202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5"/>
            <a:stretch>
              <a:fillRect/>
            </a:stretch>
          </p:blipFill>
          <p:spPr>
            <a:xfrm>
              <a:off x="5845063" y="4289361"/>
              <a:ext cx="136382" cy="116014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6034277" y="4379976"/>
              <a:ext cx="147955" cy="73025"/>
            </a:xfrm>
            <a:custGeom>
              <a:avLst/>
              <a:gdLst/>
              <a:ahLst/>
              <a:cxnLst/>
              <a:rect l="l" t="t" r="r" b="b"/>
              <a:pathLst>
                <a:path w="147954" h="73025">
                  <a:moveTo>
                    <a:pt x="6223" y="0"/>
                  </a:moveTo>
                  <a:lnTo>
                    <a:pt x="0" y="15240"/>
                  </a:lnTo>
                  <a:lnTo>
                    <a:pt x="141350" y="72898"/>
                  </a:lnTo>
                  <a:lnTo>
                    <a:pt x="147574" y="57657"/>
                  </a:lnTo>
                  <a:lnTo>
                    <a:pt x="62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" name="object 21"/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6252971" y="4439721"/>
              <a:ext cx="193166" cy="222829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6611365" y="4574921"/>
              <a:ext cx="147574" cy="154051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8"/>
            <a:stretch>
              <a:fillRect/>
            </a:stretch>
          </p:blipFill>
          <p:spPr>
            <a:xfrm>
              <a:off x="6782434" y="4674743"/>
              <a:ext cx="246380" cy="225679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7917307" y="3901439"/>
              <a:ext cx="893444" cy="236220"/>
            </a:xfrm>
            <a:custGeom>
              <a:avLst/>
              <a:gdLst/>
              <a:ahLst/>
              <a:cxnLst/>
              <a:rect l="l" t="t" r="r" b="b"/>
              <a:pathLst>
                <a:path w="893444" h="236220">
                  <a:moveTo>
                    <a:pt x="55372" y="0"/>
                  </a:moveTo>
                  <a:lnTo>
                    <a:pt x="0" y="0"/>
                  </a:lnTo>
                  <a:lnTo>
                    <a:pt x="0" y="10160"/>
                  </a:lnTo>
                  <a:lnTo>
                    <a:pt x="0" y="227330"/>
                  </a:lnTo>
                  <a:lnTo>
                    <a:pt x="0" y="236220"/>
                  </a:lnTo>
                  <a:lnTo>
                    <a:pt x="55372" y="236220"/>
                  </a:lnTo>
                  <a:lnTo>
                    <a:pt x="55372" y="227330"/>
                  </a:lnTo>
                  <a:lnTo>
                    <a:pt x="20574" y="227330"/>
                  </a:lnTo>
                  <a:lnTo>
                    <a:pt x="20574" y="10160"/>
                  </a:lnTo>
                  <a:lnTo>
                    <a:pt x="55372" y="10160"/>
                  </a:lnTo>
                  <a:lnTo>
                    <a:pt x="55372" y="0"/>
                  </a:lnTo>
                  <a:close/>
                </a:path>
                <a:path w="893444" h="236220">
                  <a:moveTo>
                    <a:pt x="893445" y="0"/>
                  </a:moveTo>
                  <a:lnTo>
                    <a:pt x="838200" y="0"/>
                  </a:lnTo>
                  <a:lnTo>
                    <a:pt x="838200" y="10160"/>
                  </a:lnTo>
                  <a:lnTo>
                    <a:pt x="872871" y="10160"/>
                  </a:lnTo>
                  <a:lnTo>
                    <a:pt x="872871" y="227330"/>
                  </a:lnTo>
                  <a:lnTo>
                    <a:pt x="838200" y="227330"/>
                  </a:lnTo>
                  <a:lnTo>
                    <a:pt x="838200" y="236220"/>
                  </a:lnTo>
                  <a:lnTo>
                    <a:pt x="893445" y="236220"/>
                  </a:lnTo>
                  <a:lnTo>
                    <a:pt x="893445" y="227330"/>
                  </a:lnTo>
                  <a:lnTo>
                    <a:pt x="893445" y="10160"/>
                  </a:lnTo>
                  <a:lnTo>
                    <a:pt x="89344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5" name="object 25"/>
          <p:cNvSpPr/>
          <p:nvPr/>
        </p:nvSpPr>
        <p:spPr>
          <a:xfrm>
            <a:off x="2098548" y="2717292"/>
            <a:ext cx="9234805" cy="2963545"/>
          </a:xfrm>
          <a:custGeom>
            <a:avLst/>
            <a:gdLst/>
            <a:ahLst/>
            <a:cxnLst/>
            <a:rect l="l" t="t" r="r" b="b"/>
            <a:pathLst>
              <a:path w="9234805" h="2963545">
                <a:moveTo>
                  <a:pt x="0" y="120269"/>
                </a:moveTo>
                <a:lnTo>
                  <a:pt x="9451" y="73455"/>
                </a:lnTo>
                <a:lnTo>
                  <a:pt x="35226" y="35226"/>
                </a:lnTo>
                <a:lnTo>
                  <a:pt x="73455" y="9451"/>
                </a:lnTo>
                <a:lnTo>
                  <a:pt x="120268" y="0"/>
                </a:lnTo>
                <a:lnTo>
                  <a:pt x="9114409" y="0"/>
                </a:lnTo>
                <a:lnTo>
                  <a:pt x="9161222" y="9451"/>
                </a:lnTo>
                <a:lnTo>
                  <a:pt x="9199451" y="35226"/>
                </a:lnTo>
                <a:lnTo>
                  <a:pt x="9225226" y="73455"/>
                </a:lnTo>
                <a:lnTo>
                  <a:pt x="9234678" y="120269"/>
                </a:lnTo>
                <a:lnTo>
                  <a:pt x="9234678" y="601345"/>
                </a:lnTo>
                <a:lnTo>
                  <a:pt x="9225226" y="648158"/>
                </a:lnTo>
                <a:lnTo>
                  <a:pt x="9199451" y="686387"/>
                </a:lnTo>
                <a:lnTo>
                  <a:pt x="9161222" y="712162"/>
                </a:lnTo>
                <a:lnTo>
                  <a:pt x="9114409" y="721613"/>
                </a:lnTo>
                <a:lnTo>
                  <a:pt x="120268" y="721613"/>
                </a:lnTo>
                <a:lnTo>
                  <a:pt x="73455" y="712162"/>
                </a:lnTo>
                <a:lnTo>
                  <a:pt x="35226" y="686387"/>
                </a:lnTo>
                <a:lnTo>
                  <a:pt x="9451" y="648158"/>
                </a:lnTo>
                <a:lnTo>
                  <a:pt x="0" y="601345"/>
                </a:lnTo>
                <a:lnTo>
                  <a:pt x="0" y="120269"/>
                </a:lnTo>
                <a:close/>
              </a:path>
              <a:path w="9234805" h="2963545">
                <a:moveTo>
                  <a:pt x="0" y="183515"/>
                </a:moveTo>
                <a:lnTo>
                  <a:pt x="6252" y="136940"/>
                </a:lnTo>
                <a:lnTo>
                  <a:pt x="23899" y="95099"/>
                </a:lnTo>
                <a:lnTo>
                  <a:pt x="51276" y="59658"/>
                </a:lnTo>
                <a:lnTo>
                  <a:pt x="86717" y="32281"/>
                </a:lnTo>
                <a:lnTo>
                  <a:pt x="128558" y="14634"/>
                </a:lnTo>
                <a:lnTo>
                  <a:pt x="175132" y="8382"/>
                </a:lnTo>
                <a:lnTo>
                  <a:pt x="875664" y="8382"/>
                </a:lnTo>
                <a:lnTo>
                  <a:pt x="922239" y="14634"/>
                </a:lnTo>
                <a:lnTo>
                  <a:pt x="964080" y="32281"/>
                </a:lnTo>
                <a:lnTo>
                  <a:pt x="999521" y="59658"/>
                </a:lnTo>
                <a:lnTo>
                  <a:pt x="1026898" y="95099"/>
                </a:lnTo>
                <a:lnTo>
                  <a:pt x="1044545" y="136940"/>
                </a:lnTo>
                <a:lnTo>
                  <a:pt x="1050797" y="183515"/>
                </a:lnTo>
                <a:lnTo>
                  <a:pt x="1050797" y="2788285"/>
                </a:lnTo>
                <a:lnTo>
                  <a:pt x="1044545" y="2834842"/>
                </a:lnTo>
                <a:lnTo>
                  <a:pt x="1026898" y="2876677"/>
                </a:lnTo>
                <a:lnTo>
                  <a:pt x="999521" y="2912122"/>
                </a:lnTo>
                <a:lnTo>
                  <a:pt x="964080" y="2939507"/>
                </a:lnTo>
                <a:lnTo>
                  <a:pt x="922239" y="2957162"/>
                </a:lnTo>
                <a:lnTo>
                  <a:pt x="875664" y="2963418"/>
                </a:lnTo>
                <a:lnTo>
                  <a:pt x="175132" y="2963418"/>
                </a:lnTo>
                <a:lnTo>
                  <a:pt x="128558" y="2957162"/>
                </a:lnTo>
                <a:lnTo>
                  <a:pt x="86717" y="2939507"/>
                </a:lnTo>
                <a:lnTo>
                  <a:pt x="51276" y="2912122"/>
                </a:lnTo>
                <a:lnTo>
                  <a:pt x="23899" y="2876677"/>
                </a:lnTo>
                <a:lnTo>
                  <a:pt x="6252" y="2834842"/>
                </a:lnTo>
                <a:lnTo>
                  <a:pt x="0" y="2788285"/>
                </a:lnTo>
                <a:lnTo>
                  <a:pt x="0" y="183515"/>
                </a:lnTo>
                <a:close/>
              </a:path>
            </a:pathLst>
          </a:custGeom>
          <a:ln w="3810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7">
            <a:extLst>
              <a:ext uri="{FF2B5EF4-FFF2-40B4-BE49-F238E27FC236}">
                <a16:creationId xmlns:a16="http://schemas.microsoft.com/office/drawing/2014/main" id="{2F4F2F7B-9536-C64A-8F14-17FB54AA35A3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09584" y="107161"/>
            <a:ext cx="3854786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递推计</a:t>
            </a: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算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769075" y="962634"/>
            <a:ext cx="5289550" cy="988060"/>
          </a:xfrm>
          <a:prstGeom prst="rect">
            <a:avLst/>
          </a:prstGeom>
        </p:spPr>
        <p:txBody>
          <a:bodyPr vert="horz" wrap="square" lIns="0" tIns="104139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819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10" dirty="0" err="1">
                <a:latin typeface="PMingLiU"/>
                <a:cs typeface="PMingLiU"/>
              </a:rPr>
              <a:t>确定计算顺序</a:t>
            </a:r>
            <a:endParaRPr sz="2800" dirty="0">
              <a:latin typeface="PMingLiU"/>
              <a:cs typeface="PMingLiU"/>
            </a:endParaRPr>
          </a:p>
          <a:p>
            <a:pPr marL="704215" lvl="1" indent="-347980">
              <a:lnSpc>
                <a:spcPct val="100000"/>
              </a:lnSpc>
              <a:spcBef>
                <a:spcPts val="615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704215" algn="l"/>
                <a:tab pos="704850" algn="l"/>
              </a:tabLst>
            </a:pPr>
            <a:r>
              <a:rPr sz="2400" spc="-5" dirty="0" err="1">
                <a:latin typeface="PMingLiU"/>
                <a:cs typeface="PMingLiU"/>
              </a:rPr>
              <a:t>按从左到右、从上到下的顺序计算</a:t>
            </a:r>
            <a:endParaRPr sz="2400" dirty="0">
              <a:latin typeface="PMingLiU"/>
              <a:cs typeface="PMingLiU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161257" y="112482"/>
            <a:ext cx="3925124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递推计</a:t>
            </a: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算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83563" y="5910834"/>
            <a:ext cx="10025380" cy="720090"/>
          </a:xfrm>
          <a:prstGeom prst="rect">
            <a:avLst/>
          </a:prstGeom>
          <a:ln w="38100">
            <a:solidFill>
              <a:srgbClr val="FF0000"/>
            </a:solidFill>
          </a:ln>
        </p:spPr>
        <p:txBody>
          <a:bodyPr vert="horz" wrap="square" lIns="0" tIns="102235" rIns="0" bIns="0" rtlCol="0">
            <a:spAutoFit/>
          </a:bodyPr>
          <a:lstStyle/>
          <a:p>
            <a:pPr marL="1099185">
              <a:lnSpc>
                <a:spcPct val="100000"/>
              </a:lnSpc>
              <a:spcBef>
                <a:spcPts val="805"/>
              </a:spcBef>
            </a:pPr>
            <a:r>
              <a:rPr sz="2800" spc="-15">
                <a:latin typeface="PMingLiU"/>
                <a:cs typeface="PMingLiU"/>
              </a:rPr>
              <a:t>问题：观察子问题依赖关系，如何确定计算顺序？</a:t>
            </a:r>
            <a:endParaRPr sz="2800">
              <a:latin typeface="PMingLiU"/>
              <a:cs typeface="PMingLiU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1083932" y="2148204"/>
            <a:ext cx="10024745" cy="3443604"/>
            <a:chOff x="1083932" y="2148204"/>
            <a:chExt cx="10024745" cy="3443604"/>
          </a:xfrm>
        </p:grpSpPr>
        <p:sp>
          <p:nvSpPr>
            <p:cNvPr id="6" name="object 6"/>
            <p:cNvSpPr/>
            <p:nvPr/>
          </p:nvSpPr>
          <p:spPr>
            <a:xfrm>
              <a:off x="1083932" y="2160777"/>
              <a:ext cx="10024110" cy="3418204"/>
            </a:xfrm>
            <a:custGeom>
              <a:avLst/>
              <a:gdLst/>
              <a:ahLst/>
              <a:cxnLst/>
              <a:rect l="l" t="t" r="r" b="b"/>
              <a:pathLst>
                <a:path w="10024110" h="3418204">
                  <a:moveTo>
                    <a:pt x="10024110" y="0"/>
                  </a:moveTo>
                  <a:lnTo>
                    <a:pt x="0" y="0"/>
                  </a:lnTo>
                  <a:lnTo>
                    <a:pt x="0" y="3417951"/>
                  </a:lnTo>
                  <a:lnTo>
                    <a:pt x="10024110" y="3417951"/>
                  </a:lnTo>
                  <a:lnTo>
                    <a:pt x="10024110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3123819" y="3527983"/>
              <a:ext cx="7984490" cy="683895"/>
            </a:xfrm>
            <a:custGeom>
              <a:avLst/>
              <a:gdLst/>
              <a:ahLst/>
              <a:cxnLst/>
              <a:rect l="l" t="t" r="r" b="b"/>
              <a:pathLst>
                <a:path w="7984490" h="683895">
                  <a:moveTo>
                    <a:pt x="1996008" y="0"/>
                  </a:moveTo>
                  <a:lnTo>
                    <a:pt x="998042" y="0"/>
                  </a:lnTo>
                  <a:lnTo>
                    <a:pt x="0" y="0"/>
                  </a:lnTo>
                  <a:lnTo>
                    <a:pt x="0" y="683590"/>
                  </a:lnTo>
                  <a:lnTo>
                    <a:pt x="997966" y="683590"/>
                  </a:lnTo>
                  <a:lnTo>
                    <a:pt x="1996008" y="683590"/>
                  </a:lnTo>
                  <a:lnTo>
                    <a:pt x="1996008" y="0"/>
                  </a:lnTo>
                  <a:close/>
                </a:path>
                <a:path w="7984490" h="683895">
                  <a:moveTo>
                    <a:pt x="3992067" y="0"/>
                  </a:moveTo>
                  <a:lnTo>
                    <a:pt x="2994101" y="0"/>
                  </a:lnTo>
                  <a:lnTo>
                    <a:pt x="1996059" y="0"/>
                  </a:lnTo>
                  <a:lnTo>
                    <a:pt x="1996059" y="683590"/>
                  </a:lnTo>
                  <a:lnTo>
                    <a:pt x="2994025" y="683590"/>
                  </a:lnTo>
                  <a:lnTo>
                    <a:pt x="3992067" y="683590"/>
                  </a:lnTo>
                  <a:lnTo>
                    <a:pt x="3992067" y="0"/>
                  </a:lnTo>
                  <a:close/>
                </a:path>
                <a:path w="7984490" h="683895">
                  <a:moveTo>
                    <a:pt x="5988126" y="0"/>
                  </a:moveTo>
                  <a:lnTo>
                    <a:pt x="4990160" y="0"/>
                  </a:lnTo>
                  <a:lnTo>
                    <a:pt x="3992118" y="0"/>
                  </a:lnTo>
                  <a:lnTo>
                    <a:pt x="3992118" y="683590"/>
                  </a:lnTo>
                  <a:lnTo>
                    <a:pt x="4990084" y="683590"/>
                  </a:lnTo>
                  <a:lnTo>
                    <a:pt x="5988126" y="683590"/>
                  </a:lnTo>
                  <a:lnTo>
                    <a:pt x="5988126" y="0"/>
                  </a:lnTo>
                  <a:close/>
                </a:path>
                <a:path w="7984490" h="683895">
                  <a:moveTo>
                    <a:pt x="6986219" y="0"/>
                  </a:moveTo>
                  <a:lnTo>
                    <a:pt x="5988177" y="0"/>
                  </a:lnTo>
                  <a:lnTo>
                    <a:pt x="5988177" y="683590"/>
                  </a:lnTo>
                  <a:lnTo>
                    <a:pt x="6986219" y="683590"/>
                  </a:lnTo>
                  <a:lnTo>
                    <a:pt x="6986219" y="0"/>
                  </a:lnTo>
                  <a:close/>
                </a:path>
                <a:path w="7984490" h="683895">
                  <a:moveTo>
                    <a:pt x="7984312" y="0"/>
                  </a:moveTo>
                  <a:lnTo>
                    <a:pt x="6986270" y="0"/>
                  </a:lnTo>
                  <a:lnTo>
                    <a:pt x="6986270" y="683590"/>
                  </a:lnTo>
                  <a:lnTo>
                    <a:pt x="7984312" y="683590"/>
                  </a:lnTo>
                  <a:lnTo>
                    <a:pt x="7984312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123819" y="4211624"/>
              <a:ext cx="7984490" cy="683895"/>
            </a:xfrm>
            <a:custGeom>
              <a:avLst/>
              <a:gdLst/>
              <a:ahLst/>
              <a:cxnLst/>
              <a:rect l="l" t="t" r="r" b="b"/>
              <a:pathLst>
                <a:path w="7984490" h="683895">
                  <a:moveTo>
                    <a:pt x="1996008" y="0"/>
                  </a:moveTo>
                  <a:lnTo>
                    <a:pt x="998042" y="0"/>
                  </a:lnTo>
                  <a:lnTo>
                    <a:pt x="0" y="0"/>
                  </a:lnTo>
                  <a:lnTo>
                    <a:pt x="0" y="683590"/>
                  </a:lnTo>
                  <a:lnTo>
                    <a:pt x="997966" y="683590"/>
                  </a:lnTo>
                  <a:lnTo>
                    <a:pt x="1996008" y="683590"/>
                  </a:lnTo>
                  <a:lnTo>
                    <a:pt x="1996008" y="0"/>
                  </a:lnTo>
                  <a:close/>
                </a:path>
                <a:path w="7984490" h="683895">
                  <a:moveTo>
                    <a:pt x="3992067" y="0"/>
                  </a:moveTo>
                  <a:lnTo>
                    <a:pt x="2994101" y="0"/>
                  </a:lnTo>
                  <a:lnTo>
                    <a:pt x="1996059" y="0"/>
                  </a:lnTo>
                  <a:lnTo>
                    <a:pt x="1996059" y="683590"/>
                  </a:lnTo>
                  <a:lnTo>
                    <a:pt x="2994025" y="683590"/>
                  </a:lnTo>
                  <a:lnTo>
                    <a:pt x="3992067" y="683590"/>
                  </a:lnTo>
                  <a:lnTo>
                    <a:pt x="3992067" y="0"/>
                  </a:lnTo>
                  <a:close/>
                </a:path>
                <a:path w="7984490" h="683895">
                  <a:moveTo>
                    <a:pt x="5988126" y="0"/>
                  </a:moveTo>
                  <a:lnTo>
                    <a:pt x="4990160" y="0"/>
                  </a:lnTo>
                  <a:lnTo>
                    <a:pt x="3992118" y="0"/>
                  </a:lnTo>
                  <a:lnTo>
                    <a:pt x="3992118" y="683590"/>
                  </a:lnTo>
                  <a:lnTo>
                    <a:pt x="4990084" y="683590"/>
                  </a:lnTo>
                  <a:lnTo>
                    <a:pt x="5988126" y="683590"/>
                  </a:lnTo>
                  <a:lnTo>
                    <a:pt x="5988126" y="0"/>
                  </a:lnTo>
                  <a:close/>
                </a:path>
                <a:path w="7984490" h="683895">
                  <a:moveTo>
                    <a:pt x="6986219" y="0"/>
                  </a:moveTo>
                  <a:lnTo>
                    <a:pt x="5988177" y="0"/>
                  </a:lnTo>
                  <a:lnTo>
                    <a:pt x="5988177" y="683590"/>
                  </a:lnTo>
                  <a:lnTo>
                    <a:pt x="6986219" y="683590"/>
                  </a:lnTo>
                  <a:lnTo>
                    <a:pt x="6986219" y="0"/>
                  </a:lnTo>
                  <a:close/>
                </a:path>
                <a:path w="7984490" h="683895">
                  <a:moveTo>
                    <a:pt x="7984312" y="0"/>
                  </a:moveTo>
                  <a:lnTo>
                    <a:pt x="6986270" y="0"/>
                  </a:lnTo>
                  <a:lnTo>
                    <a:pt x="6986270" y="683590"/>
                  </a:lnTo>
                  <a:lnTo>
                    <a:pt x="7984312" y="683590"/>
                  </a:lnTo>
                  <a:lnTo>
                    <a:pt x="7984312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123819" y="4895138"/>
              <a:ext cx="7984490" cy="683895"/>
            </a:xfrm>
            <a:custGeom>
              <a:avLst/>
              <a:gdLst/>
              <a:ahLst/>
              <a:cxnLst/>
              <a:rect l="l" t="t" r="r" b="b"/>
              <a:pathLst>
                <a:path w="7984490" h="683895">
                  <a:moveTo>
                    <a:pt x="1996008" y="0"/>
                  </a:moveTo>
                  <a:lnTo>
                    <a:pt x="998042" y="0"/>
                  </a:lnTo>
                  <a:lnTo>
                    <a:pt x="0" y="0"/>
                  </a:lnTo>
                  <a:lnTo>
                    <a:pt x="0" y="683590"/>
                  </a:lnTo>
                  <a:lnTo>
                    <a:pt x="997966" y="683590"/>
                  </a:lnTo>
                  <a:lnTo>
                    <a:pt x="1996008" y="683590"/>
                  </a:lnTo>
                  <a:lnTo>
                    <a:pt x="1996008" y="0"/>
                  </a:lnTo>
                  <a:close/>
                </a:path>
                <a:path w="7984490" h="683895">
                  <a:moveTo>
                    <a:pt x="3992067" y="0"/>
                  </a:moveTo>
                  <a:lnTo>
                    <a:pt x="2994101" y="0"/>
                  </a:lnTo>
                  <a:lnTo>
                    <a:pt x="1996059" y="0"/>
                  </a:lnTo>
                  <a:lnTo>
                    <a:pt x="1996059" y="683590"/>
                  </a:lnTo>
                  <a:lnTo>
                    <a:pt x="2994025" y="683590"/>
                  </a:lnTo>
                  <a:lnTo>
                    <a:pt x="3992067" y="683590"/>
                  </a:lnTo>
                  <a:lnTo>
                    <a:pt x="3992067" y="0"/>
                  </a:lnTo>
                  <a:close/>
                </a:path>
                <a:path w="7984490" h="683895">
                  <a:moveTo>
                    <a:pt x="5988126" y="0"/>
                  </a:moveTo>
                  <a:lnTo>
                    <a:pt x="4990160" y="0"/>
                  </a:lnTo>
                  <a:lnTo>
                    <a:pt x="3992118" y="0"/>
                  </a:lnTo>
                  <a:lnTo>
                    <a:pt x="3992118" y="683590"/>
                  </a:lnTo>
                  <a:lnTo>
                    <a:pt x="4990084" y="683590"/>
                  </a:lnTo>
                  <a:lnTo>
                    <a:pt x="5988126" y="683590"/>
                  </a:lnTo>
                  <a:lnTo>
                    <a:pt x="5988126" y="0"/>
                  </a:lnTo>
                  <a:close/>
                </a:path>
                <a:path w="7984490" h="683895">
                  <a:moveTo>
                    <a:pt x="6986219" y="0"/>
                  </a:moveTo>
                  <a:lnTo>
                    <a:pt x="5988177" y="0"/>
                  </a:lnTo>
                  <a:lnTo>
                    <a:pt x="5988177" y="683590"/>
                  </a:lnTo>
                  <a:lnTo>
                    <a:pt x="6986219" y="683590"/>
                  </a:lnTo>
                  <a:lnTo>
                    <a:pt x="6986219" y="0"/>
                  </a:lnTo>
                  <a:close/>
                </a:path>
                <a:path w="7984490" h="683895">
                  <a:moveTo>
                    <a:pt x="7984312" y="0"/>
                  </a:moveTo>
                  <a:lnTo>
                    <a:pt x="6986270" y="0"/>
                  </a:lnTo>
                  <a:lnTo>
                    <a:pt x="6986270" y="683590"/>
                  </a:lnTo>
                  <a:lnTo>
                    <a:pt x="7984312" y="683590"/>
                  </a:lnTo>
                  <a:lnTo>
                    <a:pt x="7984312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4121785" y="2154554"/>
              <a:ext cx="4990465" cy="3430904"/>
            </a:xfrm>
            <a:custGeom>
              <a:avLst/>
              <a:gdLst/>
              <a:ahLst/>
              <a:cxnLst/>
              <a:rect l="l" t="t" r="r" b="b"/>
              <a:pathLst>
                <a:path w="4990465" h="3430904">
                  <a:moveTo>
                    <a:pt x="0" y="0"/>
                  </a:moveTo>
                  <a:lnTo>
                    <a:pt x="0" y="3430524"/>
                  </a:lnTo>
                </a:path>
                <a:path w="4990465" h="3430904">
                  <a:moveTo>
                    <a:pt x="998092" y="0"/>
                  </a:moveTo>
                  <a:lnTo>
                    <a:pt x="998092" y="3430524"/>
                  </a:lnTo>
                </a:path>
                <a:path w="4990465" h="3430904">
                  <a:moveTo>
                    <a:pt x="1996059" y="0"/>
                  </a:moveTo>
                  <a:lnTo>
                    <a:pt x="1996059" y="3430524"/>
                  </a:lnTo>
                </a:path>
                <a:path w="4990465" h="3430904">
                  <a:moveTo>
                    <a:pt x="2994151" y="0"/>
                  </a:moveTo>
                  <a:lnTo>
                    <a:pt x="2994151" y="3430524"/>
                  </a:lnTo>
                </a:path>
                <a:path w="4990465" h="3430904">
                  <a:moveTo>
                    <a:pt x="3992117" y="0"/>
                  </a:moveTo>
                  <a:lnTo>
                    <a:pt x="3992117" y="3430524"/>
                  </a:lnTo>
                </a:path>
                <a:path w="4990465" h="3430904">
                  <a:moveTo>
                    <a:pt x="4990211" y="0"/>
                  </a:moveTo>
                  <a:lnTo>
                    <a:pt x="4990211" y="3430524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1" name="object 11"/>
          <p:cNvGraphicFramePr>
            <a:graphicFrameLocks noGrp="1"/>
          </p:cNvGraphicFramePr>
          <p:nvPr/>
        </p:nvGraphicFramePr>
        <p:xfrm>
          <a:off x="1077582" y="2154554"/>
          <a:ext cx="10026012" cy="34163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420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9821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9758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9821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012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03632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0026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98170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01092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99822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683260">
                <a:tc>
                  <a:txBody>
                    <a:bodyPr/>
                    <a:lstStyle/>
                    <a:p>
                      <a:pPr marL="81915">
                        <a:lnSpc>
                          <a:spcPct val="100000"/>
                        </a:lnSpc>
                        <a:spcBef>
                          <a:spcPts val="1165"/>
                        </a:spcBef>
                      </a:pPr>
                      <a:r>
                        <a:rPr sz="24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2400" spc="-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24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𝒄]</a:t>
                      </a:r>
                      <a:endParaRPr sz="2400">
                        <a:latin typeface="Cambria Math"/>
                        <a:cs typeface="Cambria Math"/>
                      </a:endParaRPr>
                    </a:p>
                  </a:txBody>
                  <a:tcPr marL="0" marR="0" marT="1479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94615">
                        <a:lnSpc>
                          <a:spcPct val="100000"/>
                        </a:lnSpc>
                        <a:spcBef>
                          <a:spcPts val="1165"/>
                        </a:spcBef>
                      </a:pPr>
                      <a:r>
                        <a:rPr sz="24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2400" spc="13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24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2400" spc="13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24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2400">
                        <a:latin typeface="Cambria Math"/>
                        <a:cs typeface="Cambria Math"/>
                      </a:endParaRPr>
                    </a:p>
                  </a:txBody>
                  <a:tcPr marL="0" marR="0" marT="1479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14655" algn="r">
                        <a:lnSpc>
                          <a:spcPct val="100000"/>
                        </a:lnSpc>
                        <a:spcBef>
                          <a:spcPts val="1165"/>
                        </a:spcBef>
                      </a:pPr>
                      <a:r>
                        <a:rPr sz="24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147955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ct val="100000"/>
                        </a:lnSpc>
                        <a:spcBef>
                          <a:spcPts val="1165"/>
                        </a:spcBef>
                      </a:pPr>
                      <a:r>
                        <a:rPr sz="24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147955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8100" algn="ctr">
                        <a:lnSpc>
                          <a:spcPct val="100000"/>
                        </a:lnSpc>
                        <a:spcBef>
                          <a:spcPts val="1165"/>
                        </a:spcBef>
                      </a:pPr>
                      <a:r>
                        <a:rPr sz="24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147955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7465" algn="ctr">
                        <a:lnSpc>
                          <a:spcPct val="100000"/>
                        </a:lnSpc>
                        <a:spcBef>
                          <a:spcPts val="1165"/>
                        </a:spcBef>
                      </a:pPr>
                      <a:r>
                        <a:rPr sz="24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…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147955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65"/>
                        </a:spcBef>
                      </a:pPr>
                      <a:r>
                        <a:rPr sz="24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147955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1165"/>
                        </a:spcBef>
                      </a:pPr>
                      <a:r>
                        <a:rPr sz="24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147955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2700" algn="ctr">
                        <a:lnSpc>
                          <a:spcPct val="100000"/>
                        </a:lnSpc>
                        <a:spcBef>
                          <a:spcPts val="1165"/>
                        </a:spcBef>
                      </a:pPr>
                      <a:r>
                        <a:rPr sz="24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147955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65"/>
                        </a:spcBef>
                      </a:pPr>
                      <a:r>
                        <a:rPr sz="24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1479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83260">
                <a:tc>
                  <a:txBody>
                    <a:bodyPr/>
                    <a:lstStyle/>
                    <a:p>
                      <a:pPr marL="136525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24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2400" spc="13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24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2400" spc="13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2400" spc="-50">
                          <a:latin typeface="Cambria Math"/>
                          <a:cs typeface="Cambria Math"/>
                        </a:rPr>
                        <a:t>𝟎</a:t>
                      </a:r>
                      <a:endParaRPr sz="2400">
                        <a:latin typeface="Cambria Math"/>
                        <a:cs typeface="Cambria Math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2400" b="1">
                          <a:latin typeface="Times New Roman"/>
                          <a:cs typeface="Times New Roman"/>
                        </a:rPr>
                        <a:t>0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414655" algn="r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2400" b="1">
                          <a:latin typeface="Times New Roman"/>
                          <a:cs typeface="Times New Roman"/>
                        </a:rPr>
                        <a:t>0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2400" b="1">
                          <a:latin typeface="Times New Roman"/>
                          <a:cs typeface="Times New Roman"/>
                        </a:rPr>
                        <a:t>0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148590" marB="0"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8100" algn="ctr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2400" b="1">
                          <a:latin typeface="Times New Roman"/>
                          <a:cs typeface="Times New Roman"/>
                        </a:rPr>
                        <a:t>0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148590" marB="0"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7465" algn="ctr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2400" b="1">
                          <a:latin typeface="Times New Roman"/>
                          <a:cs typeface="Times New Roman"/>
                        </a:rPr>
                        <a:t>…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148590" marB="0"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2400" b="1">
                          <a:latin typeface="Times New Roman"/>
                          <a:cs typeface="Times New Roman"/>
                        </a:rPr>
                        <a:t>0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148590" marB="0"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2400" b="1">
                          <a:latin typeface="Times New Roman"/>
                          <a:cs typeface="Times New Roman"/>
                        </a:rPr>
                        <a:t>0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148590" marB="0"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2065" algn="ctr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2400" b="1">
                          <a:latin typeface="Times New Roman"/>
                          <a:cs typeface="Times New Roman"/>
                        </a:rPr>
                        <a:t>0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14859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2400" b="1">
                          <a:latin typeface="Times New Roman"/>
                          <a:cs typeface="Times New Roman"/>
                        </a:rPr>
                        <a:t>0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8326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2400" b="1">
                          <a:latin typeface="Times New Roman"/>
                          <a:cs typeface="Times New Roman"/>
                        </a:rPr>
                        <a:t>1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2400" b="1">
                          <a:latin typeface="Times New Roman"/>
                          <a:cs typeface="Times New Roman"/>
                        </a:rPr>
                        <a:t>0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gridSpan="7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8326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2400" b="1">
                          <a:latin typeface="Times New Roman"/>
                          <a:cs typeface="Times New Roman"/>
                        </a:rPr>
                        <a:t>…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2400" b="1">
                          <a:latin typeface="Times New Roman"/>
                          <a:cs typeface="Times New Roman"/>
                        </a:rPr>
                        <a:t>0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gridSpan="7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683260">
                <a:tc>
                  <a:txBody>
                    <a:bodyPr/>
                    <a:lstStyle/>
                    <a:p>
                      <a:pPr marR="67310" algn="ctr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2400" spc="-50">
                          <a:latin typeface="Cambria Math"/>
                          <a:cs typeface="Cambria Math"/>
                        </a:rPr>
                        <a:t>𝒏</a:t>
                      </a:r>
                      <a:endParaRPr sz="2400">
                        <a:latin typeface="Cambria Math"/>
                        <a:cs typeface="Cambria Math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2400" b="1">
                          <a:latin typeface="Times New Roman"/>
                          <a:cs typeface="Times New Roman"/>
                        </a:rPr>
                        <a:t>0</a:t>
                      </a:r>
                      <a:endParaRPr sz="2400">
                        <a:latin typeface="Times New Roman"/>
                        <a:cs typeface="Times New Roman"/>
                      </a:endParaRPr>
                    </a:p>
                  </a:txBody>
                  <a:tcPr marL="0" marR="0" marT="1485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gridSpan="7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2" name="object 12"/>
          <p:cNvSpPr/>
          <p:nvPr/>
        </p:nvSpPr>
        <p:spPr>
          <a:xfrm>
            <a:off x="10466831" y="5063490"/>
            <a:ext cx="327660" cy="327660"/>
          </a:xfrm>
          <a:custGeom>
            <a:avLst/>
            <a:gdLst/>
            <a:ahLst/>
            <a:cxnLst/>
            <a:rect l="l" t="t" r="r" b="b"/>
            <a:pathLst>
              <a:path w="327659" h="327660">
                <a:moveTo>
                  <a:pt x="163829" y="0"/>
                </a:moveTo>
                <a:lnTo>
                  <a:pt x="125095" y="125095"/>
                </a:lnTo>
                <a:lnTo>
                  <a:pt x="0" y="125095"/>
                </a:lnTo>
                <a:lnTo>
                  <a:pt x="101219" y="202565"/>
                </a:lnTo>
                <a:lnTo>
                  <a:pt x="62611" y="327660"/>
                </a:lnTo>
                <a:lnTo>
                  <a:pt x="163829" y="250317"/>
                </a:lnTo>
                <a:lnTo>
                  <a:pt x="265049" y="327660"/>
                </a:lnTo>
                <a:lnTo>
                  <a:pt x="226441" y="202565"/>
                </a:lnTo>
                <a:lnTo>
                  <a:pt x="327660" y="125095"/>
                </a:lnTo>
                <a:lnTo>
                  <a:pt x="202565" y="125095"/>
                </a:lnTo>
                <a:lnTo>
                  <a:pt x="163829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3515105" y="5164835"/>
            <a:ext cx="6258560" cy="114300"/>
          </a:xfrm>
          <a:custGeom>
            <a:avLst/>
            <a:gdLst/>
            <a:ahLst/>
            <a:cxnLst/>
            <a:rect l="l" t="t" r="r" b="b"/>
            <a:pathLst>
              <a:path w="6258559" h="114300">
                <a:moveTo>
                  <a:pt x="6144260" y="0"/>
                </a:moveTo>
                <a:lnTo>
                  <a:pt x="6144260" y="114300"/>
                </a:lnTo>
                <a:lnTo>
                  <a:pt x="6220460" y="76200"/>
                </a:lnTo>
                <a:lnTo>
                  <a:pt x="6163310" y="76200"/>
                </a:lnTo>
                <a:lnTo>
                  <a:pt x="6163310" y="38100"/>
                </a:lnTo>
                <a:lnTo>
                  <a:pt x="6220460" y="38100"/>
                </a:lnTo>
                <a:lnTo>
                  <a:pt x="6144260" y="0"/>
                </a:lnTo>
                <a:close/>
              </a:path>
              <a:path w="6258559" h="114300">
                <a:moveTo>
                  <a:pt x="6144260" y="38100"/>
                </a:moveTo>
                <a:lnTo>
                  <a:pt x="0" y="38100"/>
                </a:lnTo>
                <a:lnTo>
                  <a:pt x="0" y="76200"/>
                </a:lnTo>
                <a:lnTo>
                  <a:pt x="6144260" y="76200"/>
                </a:lnTo>
                <a:lnTo>
                  <a:pt x="6144260" y="38100"/>
                </a:lnTo>
                <a:close/>
              </a:path>
              <a:path w="6258559" h="114300">
                <a:moveTo>
                  <a:pt x="6220460" y="38100"/>
                </a:moveTo>
                <a:lnTo>
                  <a:pt x="6163310" y="38100"/>
                </a:lnTo>
                <a:lnTo>
                  <a:pt x="6163310" y="76200"/>
                </a:lnTo>
                <a:lnTo>
                  <a:pt x="6220460" y="76200"/>
                </a:lnTo>
                <a:lnTo>
                  <a:pt x="6258560" y="57150"/>
                </a:lnTo>
                <a:lnTo>
                  <a:pt x="6220460" y="381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515105" y="3803903"/>
            <a:ext cx="6951980" cy="1405255"/>
          </a:xfrm>
          <a:custGeom>
            <a:avLst/>
            <a:gdLst/>
            <a:ahLst/>
            <a:cxnLst/>
            <a:rect l="l" t="t" r="r" b="b"/>
            <a:pathLst>
              <a:path w="6951980" h="1405254">
                <a:moveTo>
                  <a:pt x="197485" y="1360043"/>
                </a:moveTo>
                <a:lnTo>
                  <a:pt x="194310" y="1322070"/>
                </a:lnTo>
                <a:lnTo>
                  <a:pt x="112344" y="1328877"/>
                </a:lnTo>
                <a:lnTo>
                  <a:pt x="109220" y="1290955"/>
                </a:lnTo>
                <a:lnTo>
                  <a:pt x="0" y="1357376"/>
                </a:lnTo>
                <a:lnTo>
                  <a:pt x="118618" y="1404874"/>
                </a:lnTo>
                <a:lnTo>
                  <a:pt x="115608" y="1368425"/>
                </a:lnTo>
                <a:lnTo>
                  <a:pt x="115481" y="1366862"/>
                </a:lnTo>
                <a:lnTo>
                  <a:pt x="197485" y="1360043"/>
                </a:lnTo>
                <a:close/>
              </a:path>
              <a:path w="6951980" h="1405254">
                <a:moveTo>
                  <a:pt x="349377" y="1347470"/>
                </a:moveTo>
                <a:lnTo>
                  <a:pt x="346202" y="1309497"/>
                </a:lnTo>
                <a:lnTo>
                  <a:pt x="232283" y="1319022"/>
                </a:lnTo>
                <a:lnTo>
                  <a:pt x="235458" y="1356995"/>
                </a:lnTo>
                <a:lnTo>
                  <a:pt x="349377" y="1347470"/>
                </a:lnTo>
                <a:close/>
              </a:path>
              <a:path w="6951980" h="1405254">
                <a:moveTo>
                  <a:pt x="349377" y="667004"/>
                </a:moveTo>
                <a:lnTo>
                  <a:pt x="346202" y="629031"/>
                </a:lnTo>
                <a:lnTo>
                  <a:pt x="232283" y="638556"/>
                </a:lnTo>
                <a:lnTo>
                  <a:pt x="235458" y="676529"/>
                </a:lnTo>
                <a:lnTo>
                  <a:pt x="349377" y="667004"/>
                </a:lnTo>
                <a:close/>
              </a:path>
              <a:path w="6951980" h="1405254">
                <a:moveTo>
                  <a:pt x="501142" y="1334897"/>
                </a:moveTo>
                <a:lnTo>
                  <a:pt x="498094" y="1296924"/>
                </a:lnTo>
                <a:lnTo>
                  <a:pt x="384175" y="1306322"/>
                </a:lnTo>
                <a:lnTo>
                  <a:pt x="387223" y="1344295"/>
                </a:lnTo>
                <a:lnTo>
                  <a:pt x="501142" y="1334897"/>
                </a:lnTo>
                <a:close/>
              </a:path>
              <a:path w="6951980" h="1405254">
                <a:moveTo>
                  <a:pt x="501142" y="654431"/>
                </a:moveTo>
                <a:lnTo>
                  <a:pt x="498094" y="616458"/>
                </a:lnTo>
                <a:lnTo>
                  <a:pt x="384175" y="625856"/>
                </a:lnTo>
                <a:lnTo>
                  <a:pt x="387223" y="663829"/>
                </a:lnTo>
                <a:lnTo>
                  <a:pt x="501142" y="654431"/>
                </a:lnTo>
                <a:close/>
              </a:path>
              <a:path w="6951980" h="1405254">
                <a:moveTo>
                  <a:pt x="653034" y="1322197"/>
                </a:moveTo>
                <a:lnTo>
                  <a:pt x="649859" y="1284224"/>
                </a:lnTo>
                <a:lnTo>
                  <a:pt x="536067" y="1293749"/>
                </a:lnTo>
                <a:lnTo>
                  <a:pt x="539115" y="1331722"/>
                </a:lnTo>
                <a:lnTo>
                  <a:pt x="653034" y="1322197"/>
                </a:lnTo>
                <a:close/>
              </a:path>
              <a:path w="6951980" h="1405254">
                <a:moveTo>
                  <a:pt x="653034" y="641731"/>
                </a:moveTo>
                <a:lnTo>
                  <a:pt x="649859" y="603758"/>
                </a:lnTo>
                <a:lnTo>
                  <a:pt x="536067" y="613283"/>
                </a:lnTo>
                <a:lnTo>
                  <a:pt x="539115" y="651256"/>
                </a:lnTo>
                <a:lnTo>
                  <a:pt x="653034" y="641731"/>
                </a:lnTo>
                <a:close/>
              </a:path>
              <a:path w="6951980" h="1405254">
                <a:moveTo>
                  <a:pt x="804926" y="1309624"/>
                </a:moveTo>
                <a:lnTo>
                  <a:pt x="801751" y="1271651"/>
                </a:lnTo>
                <a:lnTo>
                  <a:pt x="687832" y="1281049"/>
                </a:lnTo>
                <a:lnTo>
                  <a:pt x="691007" y="1319022"/>
                </a:lnTo>
                <a:lnTo>
                  <a:pt x="804926" y="1309624"/>
                </a:lnTo>
                <a:close/>
              </a:path>
              <a:path w="6951980" h="1405254">
                <a:moveTo>
                  <a:pt x="804926" y="629158"/>
                </a:moveTo>
                <a:lnTo>
                  <a:pt x="801751" y="591185"/>
                </a:lnTo>
                <a:lnTo>
                  <a:pt x="687832" y="600583"/>
                </a:lnTo>
                <a:lnTo>
                  <a:pt x="691007" y="638556"/>
                </a:lnTo>
                <a:lnTo>
                  <a:pt x="804926" y="629158"/>
                </a:lnTo>
                <a:close/>
              </a:path>
              <a:path w="6951980" h="1405254">
                <a:moveTo>
                  <a:pt x="956818" y="1297051"/>
                </a:moveTo>
                <a:lnTo>
                  <a:pt x="953643" y="1259078"/>
                </a:lnTo>
                <a:lnTo>
                  <a:pt x="839724" y="1268476"/>
                </a:lnTo>
                <a:lnTo>
                  <a:pt x="842899" y="1306449"/>
                </a:lnTo>
                <a:lnTo>
                  <a:pt x="956818" y="1297051"/>
                </a:lnTo>
                <a:close/>
              </a:path>
              <a:path w="6951980" h="1405254">
                <a:moveTo>
                  <a:pt x="956818" y="616585"/>
                </a:moveTo>
                <a:lnTo>
                  <a:pt x="953643" y="578612"/>
                </a:lnTo>
                <a:lnTo>
                  <a:pt x="839724" y="588010"/>
                </a:lnTo>
                <a:lnTo>
                  <a:pt x="842899" y="625983"/>
                </a:lnTo>
                <a:lnTo>
                  <a:pt x="956818" y="616585"/>
                </a:lnTo>
                <a:close/>
              </a:path>
              <a:path w="6951980" h="1405254">
                <a:moveTo>
                  <a:pt x="1108710" y="1284351"/>
                </a:moveTo>
                <a:lnTo>
                  <a:pt x="1105535" y="1246378"/>
                </a:lnTo>
                <a:lnTo>
                  <a:pt x="991616" y="1255903"/>
                </a:lnTo>
                <a:lnTo>
                  <a:pt x="994791" y="1293876"/>
                </a:lnTo>
                <a:lnTo>
                  <a:pt x="1108710" y="1284351"/>
                </a:lnTo>
                <a:close/>
              </a:path>
              <a:path w="6951980" h="1405254">
                <a:moveTo>
                  <a:pt x="1108710" y="603885"/>
                </a:moveTo>
                <a:lnTo>
                  <a:pt x="1105535" y="565912"/>
                </a:lnTo>
                <a:lnTo>
                  <a:pt x="991616" y="575437"/>
                </a:lnTo>
                <a:lnTo>
                  <a:pt x="994791" y="613410"/>
                </a:lnTo>
                <a:lnTo>
                  <a:pt x="1108710" y="603885"/>
                </a:lnTo>
                <a:close/>
              </a:path>
              <a:path w="6951980" h="1405254">
                <a:moveTo>
                  <a:pt x="1260602" y="1271778"/>
                </a:moveTo>
                <a:lnTo>
                  <a:pt x="1257427" y="1233805"/>
                </a:lnTo>
                <a:lnTo>
                  <a:pt x="1143508" y="1243203"/>
                </a:lnTo>
                <a:lnTo>
                  <a:pt x="1146683" y="1281176"/>
                </a:lnTo>
                <a:lnTo>
                  <a:pt x="1260602" y="1271778"/>
                </a:lnTo>
                <a:close/>
              </a:path>
              <a:path w="6951980" h="1405254">
                <a:moveTo>
                  <a:pt x="1260602" y="591312"/>
                </a:moveTo>
                <a:lnTo>
                  <a:pt x="1257427" y="553339"/>
                </a:lnTo>
                <a:lnTo>
                  <a:pt x="1143508" y="562737"/>
                </a:lnTo>
                <a:lnTo>
                  <a:pt x="1146683" y="600710"/>
                </a:lnTo>
                <a:lnTo>
                  <a:pt x="1260602" y="591312"/>
                </a:lnTo>
                <a:close/>
              </a:path>
              <a:path w="6951980" h="1405254">
                <a:moveTo>
                  <a:pt x="1412494" y="1259205"/>
                </a:moveTo>
                <a:lnTo>
                  <a:pt x="1409319" y="1221232"/>
                </a:lnTo>
                <a:lnTo>
                  <a:pt x="1295400" y="1230630"/>
                </a:lnTo>
                <a:lnTo>
                  <a:pt x="1298575" y="1268603"/>
                </a:lnTo>
                <a:lnTo>
                  <a:pt x="1412494" y="1259205"/>
                </a:lnTo>
                <a:close/>
              </a:path>
              <a:path w="6951980" h="1405254">
                <a:moveTo>
                  <a:pt x="1412494" y="578739"/>
                </a:moveTo>
                <a:lnTo>
                  <a:pt x="1409319" y="540766"/>
                </a:lnTo>
                <a:lnTo>
                  <a:pt x="1295400" y="550164"/>
                </a:lnTo>
                <a:lnTo>
                  <a:pt x="1298575" y="588137"/>
                </a:lnTo>
                <a:lnTo>
                  <a:pt x="1412494" y="578739"/>
                </a:lnTo>
                <a:close/>
              </a:path>
              <a:path w="6951980" h="1405254">
                <a:moveTo>
                  <a:pt x="1564386" y="1246505"/>
                </a:moveTo>
                <a:lnTo>
                  <a:pt x="1561211" y="1208532"/>
                </a:lnTo>
                <a:lnTo>
                  <a:pt x="1447292" y="1218057"/>
                </a:lnTo>
                <a:lnTo>
                  <a:pt x="1450467" y="1256030"/>
                </a:lnTo>
                <a:lnTo>
                  <a:pt x="1564386" y="1246505"/>
                </a:lnTo>
                <a:close/>
              </a:path>
              <a:path w="6951980" h="1405254">
                <a:moveTo>
                  <a:pt x="1564386" y="566039"/>
                </a:moveTo>
                <a:lnTo>
                  <a:pt x="1561211" y="528066"/>
                </a:lnTo>
                <a:lnTo>
                  <a:pt x="1447292" y="537591"/>
                </a:lnTo>
                <a:lnTo>
                  <a:pt x="1450467" y="575564"/>
                </a:lnTo>
                <a:lnTo>
                  <a:pt x="1564386" y="566039"/>
                </a:lnTo>
                <a:close/>
              </a:path>
              <a:path w="6951980" h="1405254">
                <a:moveTo>
                  <a:pt x="1716151" y="1233932"/>
                </a:moveTo>
                <a:lnTo>
                  <a:pt x="1713103" y="1195959"/>
                </a:lnTo>
                <a:lnTo>
                  <a:pt x="1599184" y="1205357"/>
                </a:lnTo>
                <a:lnTo>
                  <a:pt x="1602359" y="1243330"/>
                </a:lnTo>
                <a:lnTo>
                  <a:pt x="1716151" y="1233932"/>
                </a:lnTo>
                <a:close/>
              </a:path>
              <a:path w="6951980" h="1405254">
                <a:moveTo>
                  <a:pt x="1716151" y="553466"/>
                </a:moveTo>
                <a:lnTo>
                  <a:pt x="1713103" y="515493"/>
                </a:lnTo>
                <a:lnTo>
                  <a:pt x="1599184" y="524891"/>
                </a:lnTo>
                <a:lnTo>
                  <a:pt x="1602359" y="562864"/>
                </a:lnTo>
                <a:lnTo>
                  <a:pt x="1716151" y="553466"/>
                </a:lnTo>
                <a:close/>
              </a:path>
              <a:path w="6951980" h="1405254">
                <a:moveTo>
                  <a:pt x="1868043" y="1221359"/>
                </a:moveTo>
                <a:lnTo>
                  <a:pt x="1864868" y="1183386"/>
                </a:lnTo>
                <a:lnTo>
                  <a:pt x="1751076" y="1192784"/>
                </a:lnTo>
                <a:lnTo>
                  <a:pt x="1754124" y="1230757"/>
                </a:lnTo>
                <a:lnTo>
                  <a:pt x="1868043" y="1221359"/>
                </a:lnTo>
                <a:close/>
              </a:path>
              <a:path w="6951980" h="1405254">
                <a:moveTo>
                  <a:pt x="1868043" y="540893"/>
                </a:moveTo>
                <a:lnTo>
                  <a:pt x="1864868" y="502920"/>
                </a:lnTo>
                <a:lnTo>
                  <a:pt x="1751076" y="512318"/>
                </a:lnTo>
                <a:lnTo>
                  <a:pt x="1754124" y="550291"/>
                </a:lnTo>
                <a:lnTo>
                  <a:pt x="1868043" y="540893"/>
                </a:lnTo>
                <a:close/>
              </a:path>
              <a:path w="6951980" h="1405254">
                <a:moveTo>
                  <a:pt x="2019935" y="1208659"/>
                </a:moveTo>
                <a:lnTo>
                  <a:pt x="2016760" y="1170686"/>
                </a:lnTo>
                <a:lnTo>
                  <a:pt x="1902841" y="1180211"/>
                </a:lnTo>
                <a:lnTo>
                  <a:pt x="1906016" y="1218184"/>
                </a:lnTo>
                <a:lnTo>
                  <a:pt x="2019935" y="1208659"/>
                </a:lnTo>
                <a:close/>
              </a:path>
              <a:path w="6951980" h="1405254">
                <a:moveTo>
                  <a:pt x="2019935" y="528193"/>
                </a:moveTo>
                <a:lnTo>
                  <a:pt x="2016760" y="490220"/>
                </a:lnTo>
                <a:lnTo>
                  <a:pt x="1902841" y="499745"/>
                </a:lnTo>
                <a:lnTo>
                  <a:pt x="1906016" y="537718"/>
                </a:lnTo>
                <a:lnTo>
                  <a:pt x="2019935" y="528193"/>
                </a:lnTo>
                <a:close/>
              </a:path>
              <a:path w="6951980" h="1405254">
                <a:moveTo>
                  <a:pt x="2171827" y="1196086"/>
                </a:moveTo>
                <a:lnTo>
                  <a:pt x="2168652" y="1158113"/>
                </a:lnTo>
                <a:lnTo>
                  <a:pt x="2054733" y="1167511"/>
                </a:lnTo>
                <a:lnTo>
                  <a:pt x="2057908" y="1205484"/>
                </a:lnTo>
                <a:lnTo>
                  <a:pt x="2171827" y="1196086"/>
                </a:lnTo>
                <a:close/>
              </a:path>
              <a:path w="6951980" h="1405254">
                <a:moveTo>
                  <a:pt x="2171827" y="515620"/>
                </a:moveTo>
                <a:lnTo>
                  <a:pt x="2168652" y="477647"/>
                </a:lnTo>
                <a:lnTo>
                  <a:pt x="2054733" y="487045"/>
                </a:lnTo>
                <a:lnTo>
                  <a:pt x="2057908" y="525018"/>
                </a:lnTo>
                <a:lnTo>
                  <a:pt x="2171827" y="515620"/>
                </a:lnTo>
                <a:close/>
              </a:path>
              <a:path w="6951980" h="1405254">
                <a:moveTo>
                  <a:pt x="2323719" y="1183386"/>
                </a:moveTo>
                <a:lnTo>
                  <a:pt x="2320544" y="1145540"/>
                </a:lnTo>
                <a:lnTo>
                  <a:pt x="2206625" y="1154938"/>
                </a:lnTo>
                <a:lnTo>
                  <a:pt x="2209800" y="1192911"/>
                </a:lnTo>
                <a:lnTo>
                  <a:pt x="2323719" y="1183386"/>
                </a:lnTo>
                <a:close/>
              </a:path>
              <a:path w="6951980" h="1405254">
                <a:moveTo>
                  <a:pt x="2323719" y="502920"/>
                </a:moveTo>
                <a:lnTo>
                  <a:pt x="2320544" y="465074"/>
                </a:lnTo>
                <a:lnTo>
                  <a:pt x="2206625" y="474472"/>
                </a:lnTo>
                <a:lnTo>
                  <a:pt x="2209800" y="512445"/>
                </a:lnTo>
                <a:lnTo>
                  <a:pt x="2323719" y="502920"/>
                </a:lnTo>
                <a:close/>
              </a:path>
              <a:path w="6951980" h="1405254">
                <a:moveTo>
                  <a:pt x="2475611" y="1170813"/>
                </a:moveTo>
                <a:lnTo>
                  <a:pt x="2472436" y="1132840"/>
                </a:lnTo>
                <a:lnTo>
                  <a:pt x="2358517" y="1142365"/>
                </a:lnTo>
                <a:lnTo>
                  <a:pt x="2361692" y="1180338"/>
                </a:lnTo>
                <a:lnTo>
                  <a:pt x="2475611" y="1170813"/>
                </a:lnTo>
                <a:close/>
              </a:path>
              <a:path w="6951980" h="1405254">
                <a:moveTo>
                  <a:pt x="2475611" y="490347"/>
                </a:moveTo>
                <a:lnTo>
                  <a:pt x="2472436" y="452374"/>
                </a:lnTo>
                <a:lnTo>
                  <a:pt x="2358517" y="461899"/>
                </a:lnTo>
                <a:lnTo>
                  <a:pt x="2361692" y="499872"/>
                </a:lnTo>
                <a:lnTo>
                  <a:pt x="2475611" y="490347"/>
                </a:lnTo>
                <a:close/>
              </a:path>
              <a:path w="6951980" h="1405254">
                <a:moveTo>
                  <a:pt x="2627503" y="1158240"/>
                </a:moveTo>
                <a:lnTo>
                  <a:pt x="2624328" y="1120267"/>
                </a:lnTo>
                <a:lnTo>
                  <a:pt x="2510409" y="1129665"/>
                </a:lnTo>
                <a:lnTo>
                  <a:pt x="2513584" y="1167638"/>
                </a:lnTo>
                <a:lnTo>
                  <a:pt x="2627503" y="1158240"/>
                </a:lnTo>
                <a:close/>
              </a:path>
              <a:path w="6951980" h="1405254">
                <a:moveTo>
                  <a:pt x="2627503" y="477774"/>
                </a:moveTo>
                <a:lnTo>
                  <a:pt x="2624328" y="439801"/>
                </a:lnTo>
                <a:lnTo>
                  <a:pt x="2510409" y="449199"/>
                </a:lnTo>
                <a:lnTo>
                  <a:pt x="2513584" y="487172"/>
                </a:lnTo>
                <a:lnTo>
                  <a:pt x="2627503" y="477774"/>
                </a:lnTo>
                <a:close/>
              </a:path>
              <a:path w="6951980" h="1405254">
                <a:moveTo>
                  <a:pt x="2779395" y="1145540"/>
                </a:moveTo>
                <a:lnTo>
                  <a:pt x="2776220" y="1107567"/>
                </a:lnTo>
                <a:lnTo>
                  <a:pt x="2662301" y="1117092"/>
                </a:lnTo>
                <a:lnTo>
                  <a:pt x="2665476" y="1155065"/>
                </a:lnTo>
                <a:lnTo>
                  <a:pt x="2779395" y="1145540"/>
                </a:lnTo>
                <a:close/>
              </a:path>
              <a:path w="6951980" h="1405254">
                <a:moveTo>
                  <a:pt x="2779395" y="465074"/>
                </a:moveTo>
                <a:lnTo>
                  <a:pt x="2776220" y="427101"/>
                </a:lnTo>
                <a:lnTo>
                  <a:pt x="2662301" y="436626"/>
                </a:lnTo>
                <a:lnTo>
                  <a:pt x="2665476" y="474599"/>
                </a:lnTo>
                <a:lnTo>
                  <a:pt x="2779395" y="465074"/>
                </a:lnTo>
                <a:close/>
              </a:path>
              <a:path w="6951980" h="1405254">
                <a:moveTo>
                  <a:pt x="2931160" y="1132967"/>
                </a:moveTo>
                <a:lnTo>
                  <a:pt x="2928112" y="1094994"/>
                </a:lnTo>
                <a:lnTo>
                  <a:pt x="2814193" y="1104519"/>
                </a:lnTo>
                <a:lnTo>
                  <a:pt x="2817368" y="1142492"/>
                </a:lnTo>
                <a:lnTo>
                  <a:pt x="2931160" y="1132967"/>
                </a:lnTo>
                <a:close/>
              </a:path>
              <a:path w="6951980" h="1405254">
                <a:moveTo>
                  <a:pt x="2931160" y="452501"/>
                </a:moveTo>
                <a:lnTo>
                  <a:pt x="2928112" y="414528"/>
                </a:lnTo>
                <a:lnTo>
                  <a:pt x="2814193" y="424053"/>
                </a:lnTo>
                <a:lnTo>
                  <a:pt x="2817368" y="462026"/>
                </a:lnTo>
                <a:lnTo>
                  <a:pt x="2931160" y="452501"/>
                </a:lnTo>
                <a:close/>
              </a:path>
              <a:path w="6951980" h="1405254">
                <a:moveTo>
                  <a:pt x="3083039" y="1120394"/>
                </a:moveTo>
                <a:lnTo>
                  <a:pt x="3079991" y="1082421"/>
                </a:lnTo>
                <a:lnTo>
                  <a:pt x="2966085" y="1091819"/>
                </a:lnTo>
                <a:lnTo>
                  <a:pt x="2969133" y="1129792"/>
                </a:lnTo>
                <a:lnTo>
                  <a:pt x="3083039" y="1120394"/>
                </a:lnTo>
                <a:close/>
              </a:path>
              <a:path w="6951980" h="1405254">
                <a:moveTo>
                  <a:pt x="3083039" y="439928"/>
                </a:moveTo>
                <a:lnTo>
                  <a:pt x="3079991" y="401955"/>
                </a:lnTo>
                <a:lnTo>
                  <a:pt x="2966085" y="411353"/>
                </a:lnTo>
                <a:lnTo>
                  <a:pt x="2969133" y="449326"/>
                </a:lnTo>
                <a:lnTo>
                  <a:pt x="3083039" y="439928"/>
                </a:lnTo>
                <a:close/>
              </a:path>
              <a:path w="6951980" h="1405254">
                <a:moveTo>
                  <a:pt x="3234944" y="1107694"/>
                </a:moveTo>
                <a:lnTo>
                  <a:pt x="3231769" y="1069721"/>
                </a:lnTo>
                <a:lnTo>
                  <a:pt x="3117850" y="1079246"/>
                </a:lnTo>
                <a:lnTo>
                  <a:pt x="3121025" y="1117219"/>
                </a:lnTo>
                <a:lnTo>
                  <a:pt x="3234944" y="1107694"/>
                </a:lnTo>
                <a:close/>
              </a:path>
              <a:path w="6951980" h="1405254">
                <a:moveTo>
                  <a:pt x="3234944" y="427228"/>
                </a:moveTo>
                <a:lnTo>
                  <a:pt x="3231769" y="389255"/>
                </a:lnTo>
                <a:lnTo>
                  <a:pt x="3117850" y="398780"/>
                </a:lnTo>
                <a:lnTo>
                  <a:pt x="3121025" y="436753"/>
                </a:lnTo>
                <a:lnTo>
                  <a:pt x="3234944" y="427228"/>
                </a:lnTo>
                <a:close/>
              </a:path>
              <a:path w="6951980" h="1405254">
                <a:moveTo>
                  <a:pt x="3386836" y="1095121"/>
                </a:moveTo>
                <a:lnTo>
                  <a:pt x="3383661" y="1057148"/>
                </a:lnTo>
                <a:lnTo>
                  <a:pt x="3269742" y="1066673"/>
                </a:lnTo>
                <a:lnTo>
                  <a:pt x="3272917" y="1104646"/>
                </a:lnTo>
                <a:lnTo>
                  <a:pt x="3386836" y="1095121"/>
                </a:lnTo>
                <a:close/>
              </a:path>
              <a:path w="6951980" h="1405254">
                <a:moveTo>
                  <a:pt x="3386836" y="414655"/>
                </a:moveTo>
                <a:lnTo>
                  <a:pt x="3383661" y="376682"/>
                </a:lnTo>
                <a:lnTo>
                  <a:pt x="3269742" y="386207"/>
                </a:lnTo>
                <a:lnTo>
                  <a:pt x="3272917" y="424180"/>
                </a:lnTo>
                <a:lnTo>
                  <a:pt x="3386836" y="414655"/>
                </a:lnTo>
                <a:close/>
              </a:path>
              <a:path w="6951980" h="1405254">
                <a:moveTo>
                  <a:pt x="3538728" y="1082548"/>
                </a:moveTo>
                <a:lnTo>
                  <a:pt x="3535553" y="1044575"/>
                </a:lnTo>
                <a:lnTo>
                  <a:pt x="3421634" y="1053973"/>
                </a:lnTo>
                <a:lnTo>
                  <a:pt x="3424809" y="1091946"/>
                </a:lnTo>
                <a:lnTo>
                  <a:pt x="3538728" y="1082548"/>
                </a:lnTo>
                <a:close/>
              </a:path>
              <a:path w="6951980" h="1405254">
                <a:moveTo>
                  <a:pt x="3538728" y="402082"/>
                </a:moveTo>
                <a:lnTo>
                  <a:pt x="3535553" y="364109"/>
                </a:lnTo>
                <a:lnTo>
                  <a:pt x="3421634" y="373507"/>
                </a:lnTo>
                <a:lnTo>
                  <a:pt x="3424809" y="411480"/>
                </a:lnTo>
                <a:lnTo>
                  <a:pt x="3538728" y="402082"/>
                </a:lnTo>
                <a:close/>
              </a:path>
              <a:path w="6951980" h="1405254">
                <a:moveTo>
                  <a:pt x="3690620" y="1069848"/>
                </a:moveTo>
                <a:lnTo>
                  <a:pt x="3687445" y="1031875"/>
                </a:lnTo>
                <a:lnTo>
                  <a:pt x="3573526" y="1041400"/>
                </a:lnTo>
                <a:lnTo>
                  <a:pt x="3576701" y="1079373"/>
                </a:lnTo>
                <a:lnTo>
                  <a:pt x="3690620" y="1069848"/>
                </a:lnTo>
                <a:close/>
              </a:path>
              <a:path w="6951980" h="1405254">
                <a:moveTo>
                  <a:pt x="3690620" y="389382"/>
                </a:moveTo>
                <a:lnTo>
                  <a:pt x="3687445" y="351409"/>
                </a:lnTo>
                <a:lnTo>
                  <a:pt x="3573526" y="360934"/>
                </a:lnTo>
                <a:lnTo>
                  <a:pt x="3576701" y="398907"/>
                </a:lnTo>
                <a:lnTo>
                  <a:pt x="3690620" y="389382"/>
                </a:lnTo>
                <a:close/>
              </a:path>
              <a:path w="6951980" h="1405254">
                <a:moveTo>
                  <a:pt x="3842512" y="1057275"/>
                </a:moveTo>
                <a:lnTo>
                  <a:pt x="3839337" y="1019302"/>
                </a:lnTo>
                <a:lnTo>
                  <a:pt x="3725418" y="1028827"/>
                </a:lnTo>
                <a:lnTo>
                  <a:pt x="3728593" y="1066800"/>
                </a:lnTo>
                <a:lnTo>
                  <a:pt x="3842512" y="1057275"/>
                </a:lnTo>
                <a:close/>
              </a:path>
              <a:path w="6951980" h="1405254">
                <a:moveTo>
                  <a:pt x="3842512" y="376809"/>
                </a:moveTo>
                <a:lnTo>
                  <a:pt x="3839337" y="338836"/>
                </a:lnTo>
                <a:lnTo>
                  <a:pt x="3725418" y="348361"/>
                </a:lnTo>
                <a:lnTo>
                  <a:pt x="3728593" y="386334"/>
                </a:lnTo>
                <a:lnTo>
                  <a:pt x="3842512" y="376809"/>
                </a:lnTo>
                <a:close/>
              </a:path>
              <a:path w="6951980" h="1405254">
                <a:moveTo>
                  <a:pt x="3994404" y="1044702"/>
                </a:moveTo>
                <a:lnTo>
                  <a:pt x="3991229" y="1006729"/>
                </a:lnTo>
                <a:lnTo>
                  <a:pt x="3877310" y="1016127"/>
                </a:lnTo>
                <a:lnTo>
                  <a:pt x="3880485" y="1054100"/>
                </a:lnTo>
                <a:lnTo>
                  <a:pt x="3994404" y="1044702"/>
                </a:lnTo>
                <a:close/>
              </a:path>
              <a:path w="6951980" h="1405254">
                <a:moveTo>
                  <a:pt x="3994404" y="364236"/>
                </a:moveTo>
                <a:lnTo>
                  <a:pt x="3991229" y="326263"/>
                </a:lnTo>
                <a:lnTo>
                  <a:pt x="3877310" y="335661"/>
                </a:lnTo>
                <a:lnTo>
                  <a:pt x="3880485" y="373634"/>
                </a:lnTo>
                <a:lnTo>
                  <a:pt x="3994404" y="364236"/>
                </a:lnTo>
                <a:close/>
              </a:path>
              <a:path w="6951980" h="1405254">
                <a:moveTo>
                  <a:pt x="4146296" y="1032002"/>
                </a:moveTo>
                <a:lnTo>
                  <a:pt x="4143121" y="994029"/>
                </a:lnTo>
                <a:lnTo>
                  <a:pt x="4029202" y="1003554"/>
                </a:lnTo>
                <a:lnTo>
                  <a:pt x="4032377" y="1041527"/>
                </a:lnTo>
                <a:lnTo>
                  <a:pt x="4146296" y="1032002"/>
                </a:lnTo>
                <a:close/>
              </a:path>
              <a:path w="6951980" h="1405254">
                <a:moveTo>
                  <a:pt x="4146296" y="351536"/>
                </a:moveTo>
                <a:lnTo>
                  <a:pt x="4143121" y="313563"/>
                </a:lnTo>
                <a:lnTo>
                  <a:pt x="4029202" y="323088"/>
                </a:lnTo>
                <a:lnTo>
                  <a:pt x="4032377" y="361061"/>
                </a:lnTo>
                <a:lnTo>
                  <a:pt x="4146296" y="351536"/>
                </a:lnTo>
                <a:close/>
              </a:path>
              <a:path w="6951980" h="1405254">
                <a:moveTo>
                  <a:pt x="4298061" y="1019429"/>
                </a:moveTo>
                <a:lnTo>
                  <a:pt x="4295013" y="981456"/>
                </a:lnTo>
                <a:lnTo>
                  <a:pt x="4181094" y="990981"/>
                </a:lnTo>
                <a:lnTo>
                  <a:pt x="4184142" y="1028954"/>
                </a:lnTo>
                <a:lnTo>
                  <a:pt x="4298061" y="1019429"/>
                </a:lnTo>
                <a:close/>
              </a:path>
              <a:path w="6951980" h="1405254">
                <a:moveTo>
                  <a:pt x="4298061" y="338963"/>
                </a:moveTo>
                <a:lnTo>
                  <a:pt x="4295013" y="300990"/>
                </a:lnTo>
                <a:lnTo>
                  <a:pt x="4181094" y="310515"/>
                </a:lnTo>
                <a:lnTo>
                  <a:pt x="4184142" y="348488"/>
                </a:lnTo>
                <a:lnTo>
                  <a:pt x="4298061" y="338963"/>
                </a:lnTo>
                <a:close/>
              </a:path>
              <a:path w="6951980" h="1405254">
                <a:moveTo>
                  <a:pt x="4449953" y="1006856"/>
                </a:moveTo>
                <a:lnTo>
                  <a:pt x="4446778" y="968883"/>
                </a:lnTo>
                <a:lnTo>
                  <a:pt x="4332986" y="978281"/>
                </a:lnTo>
                <a:lnTo>
                  <a:pt x="4336034" y="1016254"/>
                </a:lnTo>
                <a:lnTo>
                  <a:pt x="4449953" y="1006856"/>
                </a:lnTo>
                <a:close/>
              </a:path>
              <a:path w="6951980" h="1405254">
                <a:moveTo>
                  <a:pt x="4449953" y="326390"/>
                </a:moveTo>
                <a:lnTo>
                  <a:pt x="4446778" y="288417"/>
                </a:lnTo>
                <a:lnTo>
                  <a:pt x="4332986" y="297815"/>
                </a:lnTo>
                <a:lnTo>
                  <a:pt x="4336034" y="335788"/>
                </a:lnTo>
                <a:lnTo>
                  <a:pt x="4449953" y="326390"/>
                </a:lnTo>
                <a:close/>
              </a:path>
              <a:path w="6951980" h="1405254">
                <a:moveTo>
                  <a:pt x="4601845" y="994156"/>
                </a:moveTo>
                <a:lnTo>
                  <a:pt x="4598670" y="956183"/>
                </a:lnTo>
                <a:lnTo>
                  <a:pt x="4484751" y="965708"/>
                </a:lnTo>
                <a:lnTo>
                  <a:pt x="4487926" y="1003681"/>
                </a:lnTo>
                <a:lnTo>
                  <a:pt x="4601845" y="994156"/>
                </a:lnTo>
                <a:close/>
              </a:path>
              <a:path w="6951980" h="1405254">
                <a:moveTo>
                  <a:pt x="4601845" y="313690"/>
                </a:moveTo>
                <a:lnTo>
                  <a:pt x="4598670" y="275717"/>
                </a:lnTo>
                <a:lnTo>
                  <a:pt x="4484751" y="285242"/>
                </a:lnTo>
                <a:lnTo>
                  <a:pt x="4487926" y="323215"/>
                </a:lnTo>
                <a:lnTo>
                  <a:pt x="4601845" y="313690"/>
                </a:lnTo>
                <a:close/>
              </a:path>
              <a:path w="6951980" h="1405254">
                <a:moveTo>
                  <a:pt x="4753737" y="981583"/>
                </a:moveTo>
                <a:lnTo>
                  <a:pt x="4750562" y="943610"/>
                </a:lnTo>
                <a:lnTo>
                  <a:pt x="4636643" y="953008"/>
                </a:lnTo>
                <a:lnTo>
                  <a:pt x="4639818" y="990981"/>
                </a:lnTo>
                <a:lnTo>
                  <a:pt x="4753737" y="981583"/>
                </a:lnTo>
                <a:close/>
              </a:path>
              <a:path w="6951980" h="1405254">
                <a:moveTo>
                  <a:pt x="4753737" y="301117"/>
                </a:moveTo>
                <a:lnTo>
                  <a:pt x="4750562" y="263144"/>
                </a:lnTo>
                <a:lnTo>
                  <a:pt x="4636643" y="272669"/>
                </a:lnTo>
                <a:lnTo>
                  <a:pt x="4639818" y="310515"/>
                </a:lnTo>
                <a:lnTo>
                  <a:pt x="4753737" y="301117"/>
                </a:lnTo>
                <a:close/>
              </a:path>
              <a:path w="6951980" h="1405254">
                <a:moveTo>
                  <a:pt x="4905629" y="969010"/>
                </a:moveTo>
                <a:lnTo>
                  <a:pt x="4902454" y="931037"/>
                </a:lnTo>
                <a:lnTo>
                  <a:pt x="4788535" y="940435"/>
                </a:lnTo>
                <a:lnTo>
                  <a:pt x="4791710" y="978408"/>
                </a:lnTo>
                <a:lnTo>
                  <a:pt x="4905629" y="969010"/>
                </a:lnTo>
                <a:close/>
              </a:path>
              <a:path w="6951980" h="1405254">
                <a:moveTo>
                  <a:pt x="4905629" y="288544"/>
                </a:moveTo>
                <a:lnTo>
                  <a:pt x="4902454" y="250571"/>
                </a:lnTo>
                <a:lnTo>
                  <a:pt x="4788535" y="259969"/>
                </a:lnTo>
                <a:lnTo>
                  <a:pt x="4791710" y="297942"/>
                </a:lnTo>
                <a:lnTo>
                  <a:pt x="4905629" y="288544"/>
                </a:lnTo>
                <a:close/>
              </a:path>
              <a:path w="6951980" h="1405254">
                <a:moveTo>
                  <a:pt x="5057521" y="956310"/>
                </a:moveTo>
                <a:lnTo>
                  <a:pt x="5054346" y="918337"/>
                </a:lnTo>
                <a:lnTo>
                  <a:pt x="4940427" y="927862"/>
                </a:lnTo>
                <a:lnTo>
                  <a:pt x="4943602" y="965835"/>
                </a:lnTo>
                <a:lnTo>
                  <a:pt x="5057521" y="956310"/>
                </a:lnTo>
                <a:close/>
              </a:path>
              <a:path w="6951980" h="1405254">
                <a:moveTo>
                  <a:pt x="5057521" y="275844"/>
                </a:moveTo>
                <a:lnTo>
                  <a:pt x="5054346" y="237871"/>
                </a:lnTo>
                <a:lnTo>
                  <a:pt x="4940427" y="247396"/>
                </a:lnTo>
                <a:lnTo>
                  <a:pt x="4943602" y="285369"/>
                </a:lnTo>
                <a:lnTo>
                  <a:pt x="5057521" y="275844"/>
                </a:lnTo>
                <a:close/>
              </a:path>
              <a:path w="6951980" h="1405254">
                <a:moveTo>
                  <a:pt x="5209413" y="943737"/>
                </a:moveTo>
                <a:lnTo>
                  <a:pt x="5206238" y="905764"/>
                </a:lnTo>
                <a:lnTo>
                  <a:pt x="5092319" y="915162"/>
                </a:lnTo>
                <a:lnTo>
                  <a:pt x="5095494" y="953135"/>
                </a:lnTo>
                <a:lnTo>
                  <a:pt x="5209413" y="943737"/>
                </a:lnTo>
                <a:close/>
              </a:path>
              <a:path w="6951980" h="1405254">
                <a:moveTo>
                  <a:pt x="5209413" y="263271"/>
                </a:moveTo>
                <a:lnTo>
                  <a:pt x="5206238" y="225298"/>
                </a:lnTo>
                <a:lnTo>
                  <a:pt x="5092319" y="234696"/>
                </a:lnTo>
                <a:lnTo>
                  <a:pt x="5095494" y="272669"/>
                </a:lnTo>
                <a:lnTo>
                  <a:pt x="5209413" y="263271"/>
                </a:lnTo>
                <a:close/>
              </a:path>
              <a:path w="6951980" h="1405254">
                <a:moveTo>
                  <a:pt x="5361305" y="931164"/>
                </a:moveTo>
                <a:lnTo>
                  <a:pt x="5358130" y="893191"/>
                </a:lnTo>
                <a:lnTo>
                  <a:pt x="5244211" y="902589"/>
                </a:lnTo>
                <a:lnTo>
                  <a:pt x="5247386" y="940562"/>
                </a:lnTo>
                <a:lnTo>
                  <a:pt x="5361305" y="931164"/>
                </a:lnTo>
                <a:close/>
              </a:path>
              <a:path w="6951980" h="1405254">
                <a:moveTo>
                  <a:pt x="5361305" y="250698"/>
                </a:moveTo>
                <a:lnTo>
                  <a:pt x="5358130" y="212725"/>
                </a:lnTo>
                <a:lnTo>
                  <a:pt x="5244211" y="222123"/>
                </a:lnTo>
                <a:lnTo>
                  <a:pt x="5247386" y="260096"/>
                </a:lnTo>
                <a:lnTo>
                  <a:pt x="5361305" y="250698"/>
                </a:lnTo>
                <a:close/>
              </a:path>
              <a:path w="6951980" h="1405254">
                <a:moveTo>
                  <a:pt x="5513070" y="918464"/>
                </a:moveTo>
                <a:lnTo>
                  <a:pt x="5510022" y="880491"/>
                </a:lnTo>
                <a:lnTo>
                  <a:pt x="5396103" y="890016"/>
                </a:lnTo>
                <a:lnTo>
                  <a:pt x="5399278" y="927989"/>
                </a:lnTo>
                <a:lnTo>
                  <a:pt x="5513070" y="918464"/>
                </a:lnTo>
                <a:close/>
              </a:path>
              <a:path w="6951980" h="1405254">
                <a:moveTo>
                  <a:pt x="5513070" y="237998"/>
                </a:moveTo>
                <a:lnTo>
                  <a:pt x="5510022" y="200025"/>
                </a:lnTo>
                <a:lnTo>
                  <a:pt x="5396103" y="209550"/>
                </a:lnTo>
                <a:lnTo>
                  <a:pt x="5399278" y="247523"/>
                </a:lnTo>
                <a:lnTo>
                  <a:pt x="5513070" y="237998"/>
                </a:lnTo>
                <a:close/>
              </a:path>
              <a:path w="6951980" h="1405254">
                <a:moveTo>
                  <a:pt x="5664962" y="905891"/>
                </a:moveTo>
                <a:lnTo>
                  <a:pt x="5661787" y="867918"/>
                </a:lnTo>
                <a:lnTo>
                  <a:pt x="5547995" y="877316"/>
                </a:lnTo>
                <a:lnTo>
                  <a:pt x="5551043" y="915289"/>
                </a:lnTo>
                <a:lnTo>
                  <a:pt x="5664962" y="905891"/>
                </a:lnTo>
                <a:close/>
              </a:path>
              <a:path w="6951980" h="1405254">
                <a:moveTo>
                  <a:pt x="5664962" y="225425"/>
                </a:moveTo>
                <a:lnTo>
                  <a:pt x="5661787" y="187452"/>
                </a:lnTo>
                <a:lnTo>
                  <a:pt x="5547995" y="196850"/>
                </a:lnTo>
                <a:lnTo>
                  <a:pt x="5551043" y="234823"/>
                </a:lnTo>
                <a:lnTo>
                  <a:pt x="5664962" y="225425"/>
                </a:lnTo>
                <a:close/>
              </a:path>
              <a:path w="6951980" h="1405254">
                <a:moveTo>
                  <a:pt x="5816854" y="893318"/>
                </a:moveTo>
                <a:lnTo>
                  <a:pt x="5813679" y="855345"/>
                </a:lnTo>
                <a:lnTo>
                  <a:pt x="5699760" y="864743"/>
                </a:lnTo>
                <a:lnTo>
                  <a:pt x="5702935" y="902716"/>
                </a:lnTo>
                <a:lnTo>
                  <a:pt x="5816854" y="893318"/>
                </a:lnTo>
                <a:close/>
              </a:path>
              <a:path w="6951980" h="1405254">
                <a:moveTo>
                  <a:pt x="5816854" y="212852"/>
                </a:moveTo>
                <a:lnTo>
                  <a:pt x="5813679" y="174879"/>
                </a:lnTo>
                <a:lnTo>
                  <a:pt x="5699760" y="184277"/>
                </a:lnTo>
                <a:lnTo>
                  <a:pt x="5702935" y="222250"/>
                </a:lnTo>
                <a:lnTo>
                  <a:pt x="5816854" y="212852"/>
                </a:lnTo>
                <a:close/>
              </a:path>
              <a:path w="6951980" h="1405254">
                <a:moveTo>
                  <a:pt x="5968746" y="880618"/>
                </a:moveTo>
                <a:lnTo>
                  <a:pt x="5965571" y="842645"/>
                </a:lnTo>
                <a:lnTo>
                  <a:pt x="5851652" y="852170"/>
                </a:lnTo>
                <a:lnTo>
                  <a:pt x="5854827" y="890143"/>
                </a:lnTo>
                <a:lnTo>
                  <a:pt x="5968746" y="880618"/>
                </a:lnTo>
                <a:close/>
              </a:path>
              <a:path w="6951980" h="1405254">
                <a:moveTo>
                  <a:pt x="5968746" y="200152"/>
                </a:moveTo>
                <a:lnTo>
                  <a:pt x="5965571" y="162179"/>
                </a:lnTo>
                <a:lnTo>
                  <a:pt x="5851652" y="171704"/>
                </a:lnTo>
                <a:lnTo>
                  <a:pt x="5854827" y="209677"/>
                </a:lnTo>
                <a:lnTo>
                  <a:pt x="5968746" y="200152"/>
                </a:lnTo>
                <a:close/>
              </a:path>
              <a:path w="6951980" h="1405254">
                <a:moveTo>
                  <a:pt x="6120638" y="868045"/>
                </a:moveTo>
                <a:lnTo>
                  <a:pt x="6117463" y="830072"/>
                </a:lnTo>
                <a:lnTo>
                  <a:pt x="6003544" y="839470"/>
                </a:lnTo>
                <a:lnTo>
                  <a:pt x="6006719" y="877443"/>
                </a:lnTo>
                <a:lnTo>
                  <a:pt x="6120638" y="868045"/>
                </a:lnTo>
                <a:close/>
              </a:path>
              <a:path w="6951980" h="1405254">
                <a:moveTo>
                  <a:pt x="6120638" y="187579"/>
                </a:moveTo>
                <a:lnTo>
                  <a:pt x="6117463" y="149606"/>
                </a:lnTo>
                <a:lnTo>
                  <a:pt x="6003544" y="159004"/>
                </a:lnTo>
                <a:lnTo>
                  <a:pt x="6006719" y="196977"/>
                </a:lnTo>
                <a:lnTo>
                  <a:pt x="6120638" y="187579"/>
                </a:lnTo>
                <a:close/>
              </a:path>
              <a:path w="6951980" h="1405254">
                <a:moveTo>
                  <a:pt x="6272530" y="855472"/>
                </a:moveTo>
                <a:lnTo>
                  <a:pt x="6269355" y="817499"/>
                </a:lnTo>
                <a:lnTo>
                  <a:pt x="6155436" y="826897"/>
                </a:lnTo>
                <a:lnTo>
                  <a:pt x="6158611" y="864870"/>
                </a:lnTo>
                <a:lnTo>
                  <a:pt x="6272530" y="855472"/>
                </a:lnTo>
                <a:close/>
              </a:path>
              <a:path w="6951980" h="1405254">
                <a:moveTo>
                  <a:pt x="6272530" y="175006"/>
                </a:moveTo>
                <a:lnTo>
                  <a:pt x="6269355" y="137033"/>
                </a:lnTo>
                <a:lnTo>
                  <a:pt x="6155436" y="146431"/>
                </a:lnTo>
                <a:lnTo>
                  <a:pt x="6158611" y="184404"/>
                </a:lnTo>
                <a:lnTo>
                  <a:pt x="6272530" y="175006"/>
                </a:lnTo>
                <a:close/>
              </a:path>
              <a:path w="6951980" h="1405254">
                <a:moveTo>
                  <a:pt x="6424422" y="842772"/>
                </a:moveTo>
                <a:lnTo>
                  <a:pt x="6421247" y="804799"/>
                </a:lnTo>
                <a:lnTo>
                  <a:pt x="6307328" y="814324"/>
                </a:lnTo>
                <a:lnTo>
                  <a:pt x="6310503" y="852297"/>
                </a:lnTo>
                <a:lnTo>
                  <a:pt x="6424422" y="842772"/>
                </a:lnTo>
                <a:close/>
              </a:path>
              <a:path w="6951980" h="1405254">
                <a:moveTo>
                  <a:pt x="6424422" y="162306"/>
                </a:moveTo>
                <a:lnTo>
                  <a:pt x="6421247" y="124333"/>
                </a:lnTo>
                <a:lnTo>
                  <a:pt x="6307328" y="133858"/>
                </a:lnTo>
                <a:lnTo>
                  <a:pt x="6310503" y="171831"/>
                </a:lnTo>
                <a:lnTo>
                  <a:pt x="6424422" y="162306"/>
                </a:lnTo>
                <a:close/>
              </a:path>
              <a:path w="6951980" h="1405254">
                <a:moveTo>
                  <a:pt x="6576314" y="830199"/>
                </a:moveTo>
                <a:lnTo>
                  <a:pt x="6573139" y="792226"/>
                </a:lnTo>
                <a:lnTo>
                  <a:pt x="6459220" y="801624"/>
                </a:lnTo>
                <a:lnTo>
                  <a:pt x="6462395" y="839597"/>
                </a:lnTo>
                <a:lnTo>
                  <a:pt x="6576314" y="830199"/>
                </a:lnTo>
                <a:close/>
              </a:path>
              <a:path w="6951980" h="1405254">
                <a:moveTo>
                  <a:pt x="6576314" y="149733"/>
                </a:moveTo>
                <a:lnTo>
                  <a:pt x="6573139" y="111760"/>
                </a:lnTo>
                <a:lnTo>
                  <a:pt x="6459220" y="121158"/>
                </a:lnTo>
                <a:lnTo>
                  <a:pt x="6462395" y="159131"/>
                </a:lnTo>
                <a:lnTo>
                  <a:pt x="6576314" y="149733"/>
                </a:lnTo>
                <a:close/>
              </a:path>
              <a:path w="6951980" h="1405254">
                <a:moveTo>
                  <a:pt x="6728079" y="817499"/>
                </a:moveTo>
                <a:lnTo>
                  <a:pt x="6725031" y="779526"/>
                </a:lnTo>
                <a:lnTo>
                  <a:pt x="6611112" y="789051"/>
                </a:lnTo>
                <a:lnTo>
                  <a:pt x="6614287" y="827024"/>
                </a:lnTo>
                <a:lnTo>
                  <a:pt x="6728079" y="817499"/>
                </a:lnTo>
                <a:close/>
              </a:path>
              <a:path w="6951980" h="1405254">
                <a:moveTo>
                  <a:pt x="6728079" y="137033"/>
                </a:moveTo>
                <a:lnTo>
                  <a:pt x="6725031" y="99187"/>
                </a:lnTo>
                <a:lnTo>
                  <a:pt x="6611112" y="108585"/>
                </a:lnTo>
                <a:lnTo>
                  <a:pt x="6614287" y="146558"/>
                </a:lnTo>
                <a:lnTo>
                  <a:pt x="6728079" y="137033"/>
                </a:lnTo>
                <a:close/>
              </a:path>
              <a:path w="6951980" h="1405254">
                <a:moveTo>
                  <a:pt x="6951472" y="737616"/>
                </a:moveTo>
                <a:lnTo>
                  <a:pt x="6913372" y="718566"/>
                </a:lnTo>
                <a:lnTo>
                  <a:pt x="6837172" y="680466"/>
                </a:lnTo>
                <a:lnTo>
                  <a:pt x="6837172" y="718566"/>
                </a:lnTo>
                <a:lnTo>
                  <a:pt x="118135" y="718566"/>
                </a:lnTo>
                <a:lnTo>
                  <a:pt x="115608" y="687959"/>
                </a:lnTo>
                <a:lnTo>
                  <a:pt x="115481" y="686396"/>
                </a:lnTo>
                <a:lnTo>
                  <a:pt x="197485" y="679577"/>
                </a:lnTo>
                <a:lnTo>
                  <a:pt x="194310" y="641604"/>
                </a:lnTo>
                <a:lnTo>
                  <a:pt x="112344" y="648411"/>
                </a:lnTo>
                <a:lnTo>
                  <a:pt x="109220" y="610489"/>
                </a:lnTo>
                <a:lnTo>
                  <a:pt x="0" y="676910"/>
                </a:lnTo>
                <a:lnTo>
                  <a:pt x="104025" y="718566"/>
                </a:lnTo>
                <a:lnTo>
                  <a:pt x="0" y="718566"/>
                </a:lnTo>
                <a:lnTo>
                  <a:pt x="0" y="756666"/>
                </a:lnTo>
                <a:lnTo>
                  <a:pt x="6837172" y="756666"/>
                </a:lnTo>
                <a:lnTo>
                  <a:pt x="6837172" y="794766"/>
                </a:lnTo>
                <a:lnTo>
                  <a:pt x="6913372" y="756666"/>
                </a:lnTo>
                <a:lnTo>
                  <a:pt x="6951472" y="737616"/>
                </a:lnTo>
                <a:close/>
              </a:path>
              <a:path w="6951980" h="1405254">
                <a:moveTo>
                  <a:pt x="6951472" y="57150"/>
                </a:moveTo>
                <a:lnTo>
                  <a:pt x="6913372" y="38100"/>
                </a:lnTo>
                <a:lnTo>
                  <a:pt x="6837172" y="0"/>
                </a:lnTo>
                <a:lnTo>
                  <a:pt x="6837172" y="38100"/>
                </a:lnTo>
                <a:lnTo>
                  <a:pt x="0" y="38100"/>
                </a:lnTo>
                <a:lnTo>
                  <a:pt x="0" y="76200"/>
                </a:lnTo>
                <a:lnTo>
                  <a:pt x="6837172" y="76200"/>
                </a:lnTo>
                <a:lnTo>
                  <a:pt x="6837172" y="114300"/>
                </a:lnTo>
                <a:lnTo>
                  <a:pt x="6913372" y="76200"/>
                </a:lnTo>
                <a:lnTo>
                  <a:pt x="6951472" y="571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609600" y="2262179"/>
            <a:ext cx="11170285" cy="2621280"/>
            <a:chOff x="609600" y="1810004"/>
            <a:chExt cx="11170285" cy="2621280"/>
          </a:xfrm>
        </p:grpSpPr>
        <p:sp>
          <p:nvSpPr>
            <p:cNvPr id="4" name="object 4"/>
            <p:cNvSpPr/>
            <p:nvPr/>
          </p:nvSpPr>
          <p:spPr>
            <a:xfrm>
              <a:off x="609600" y="1822704"/>
              <a:ext cx="11170285" cy="2595880"/>
            </a:xfrm>
            <a:custGeom>
              <a:avLst/>
              <a:gdLst/>
              <a:ahLst/>
              <a:cxnLst/>
              <a:rect l="l" t="t" r="r" b="b"/>
              <a:pathLst>
                <a:path w="11170285" h="2595879">
                  <a:moveTo>
                    <a:pt x="11170031" y="0"/>
                  </a:moveTo>
                  <a:lnTo>
                    <a:pt x="0" y="0"/>
                  </a:lnTo>
                  <a:lnTo>
                    <a:pt x="0" y="2595880"/>
                  </a:lnTo>
                  <a:lnTo>
                    <a:pt x="11170031" y="2595880"/>
                  </a:lnTo>
                  <a:lnTo>
                    <a:pt x="11170031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384680" y="2193544"/>
              <a:ext cx="742950" cy="370840"/>
            </a:xfrm>
            <a:custGeom>
              <a:avLst/>
              <a:gdLst/>
              <a:ahLst/>
              <a:cxnLst/>
              <a:rect l="l" t="t" r="r" b="b"/>
              <a:pathLst>
                <a:path w="742950" h="370839">
                  <a:moveTo>
                    <a:pt x="742492" y="0"/>
                  </a:moveTo>
                  <a:lnTo>
                    <a:pt x="0" y="0"/>
                  </a:lnTo>
                  <a:lnTo>
                    <a:pt x="0" y="370839"/>
                  </a:lnTo>
                  <a:lnTo>
                    <a:pt x="742492" y="370839"/>
                  </a:lnTo>
                  <a:lnTo>
                    <a:pt x="742492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1384681" y="2564383"/>
              <a:ext cx="2970530" cy="370840"/>
            </a:xfrm>
            <a:custGeom>
              <a:avLst/>
              <a:gdLst/>
              <a:ahLst/>
              <a:cxnLst/>
              <a:rect l="l" t="t" r="r" b="b"/>
              <a:pathLst>
                <a:path w="2970529" h="370839">
                  <a:moveTo>
                    <a:pt x="1484934" y="0"/>
                  </a:moveTo>
                  <a:lnTo>
                    <a:pt x="742492" y="0"/>
                  </a:lnTo>
                  <a:lnTo>
                    <a:pt x="0" y="0"/>
                  </a:lnTo>
                  <a:lnTo>
                    <a:pt x="0" y="370840"/>
                  </a:lnTo>
                  <a:lnTo>
                    <a:pt x="742442" y="370840"/>
                  </a:lnTo>
                  <a:lnTo>
                    <a:pt x="1484934" y="370840"/>
                  </a:lnTo>
                  <a:lnTo>
                    <a:pt x="1484934" y="0"/>
                  </a:lnTo>
                  <a:close/>
                </a:path>
                <a:path w="2970529" h="370839">
                  <a:moveTo>
                    <a:pt x="2969945" y="0"/>
                  </a:moveTo>
                  <a:lnTo>
                    <a:pt x="2227503" y="0"/>
                  </a:lnTo>
                  <a:lnTo>
                    <a:pt x="1485011" y="0"/>
                  </a:lnTo>
                  <a:lnTo>
                    <a:pt x="1485011" y="370840"/>
                  </a:lnTo>
                  <a:lnTo>
                    <a:pt x="2227453" y="370840"/>
                  </a:lnTo>
                  <a:lnTo>
                    <a:pt x="2969945" y="370840"/>
                  </a:lnTo>
                  <a:lnTo>
                    <a:pt x="2969945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384681" y="2935223"/>
              <a:ext cx="2970530" cy="370840"/>
            </a:xfrm>
            <a:custGeom>
              <a:avLst/>
              <a:gdLst/>
              <a:ahLst/>
              <a:cxnLst/>
              <a:rect l="l" t="t" r="r" b="b"/>
              <a:pathLst>
                <a:path w="2970529" h="370839">
                  <a:moveTo>
                    <a:pt x="1484934" y="0"/>
                  </a:moveTo>
                  <a:lnTo>
                    <a:pt x="742492" y="0"/>
                  </a:lnTo>
                  <a:lnTo>
                    <a:pt x="0" y="0"/>
                  </a:lnTo>
                  <a:lnTo>
                    <a:pt x="0" y="370840"/>
                  </a:lnTo>
                  <a:lnTo>
                    <a:pt x="742442" y="370840"/>
                  </a:lnTo>
                  <a:lnTo>
                    <a:pt x="1484934" y="370840"/>
                  </a:lnTo>
                  <a:lnTo>
                    <a:pt x="1484934" y="0"/>
                  </a:lnTo>
                  <a:close/>
                </a:path>
                <a:path w="2970529" h="370839">
                  <a:moveTo>
                    <a:pt x="2969945" y="0"/>
                  </a:moveTo>
                  <a:lnTo>
                    <a:pt x="2227503" y="0"/>
                  </a:lnTo>
                  <a:lnTo>
                    <a:pt x="1485011" y="0"/>
                  </a:lnTo>
                  <a:lnTo>
                    <a:pt x="1485011" y="370840"/>
                  </a:lnTo>
                  <a:lnTo>
                    <a:pt x="2227453" y="370840"/>
                  </a:lnTo>
                  <a:lnTo>
                    <a:pt x="2969945" y="370840"/>
                  </a:lnTo>
                  <a:lnTo>
                    <a:pt x="2969945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384680" y="3306064"/>
              <a:ext cx="742950" cy="370840"/>
            </a:xfrm>
            <a:custGeom>
              <a:avLst/>
              <a:gdLst/>
              <a:ahLst/>
              <a:cxnLst/>
              <a:rect l="l" t="t" r="r" b="b"/>
              <a:pathLst>
                <a:path w="742950" h="370839">
                  <a:moveTo>
                    <a:pt x="742492" y="0"/>
                  </a:moveTo>
                  <a:lnTo>
                    <a:pt x="0" y="0"/>
                  </a:lnTo>
                  <a:lnTo>
                    <a:pt x="0" y="370840"/>
                  </a:lnTo>
                  <a:lnTo>
                    <a:pt x="742492" y="370840"/>
                  </a:lnTo>
                  <a:lnTo>
                    <a:pt x="742492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384680" y="3676904"/>
              <a:ext cx="742950" cy="370840"/>
            </a:xfrm>
            <a:custGeom>
              <a:avLst/>
              <a:gdLst/>
              <a:ahLst/>
              <a:cxnLst/>
              <a:rect l="l" t="t" r="r" b="b"/>
              <a:pathLst>
                <a:path w="742950" h="370839">
                  <a:moveTo>
                    <a:pt x="742492" y="0"/>
                  </a:moveTo>
                  <a:lnTo>
                    <a:pt x="0" y="0"/>
                  </a:lnTo>
                  <a:lnTo>
                    <a:pt x="0" y="370840"/>
                  </a:lnTo>
                  <a:lnTo>
                    <a:pt x="742492" y="370840"/>
                  </a:lnTo>
                  <a:lnTo>
                    <a:pt x="742492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1384680" y="4047744"/>
              <a:ext cx="742950" cy="370840"/>
            </a:xfrm>
            <a:custGeom>
              <a:avLst/>
              <a:gdLst/>
              <a:ahLst/>
              <a:cxnLst/>
              <a:rect l="l" t="t" r="r" b="b"/>
              <a:pathLst>
                <a:path w="742950" h="370839">
                  <a:moveTo>
                    <a:pt x="742492" y="0"/>
                  </a:moveTo>
                  <a:lnTo>
                    <a:pt x="0" y="0"/>
                  </a:lnTo>
                  <a:lnTo>
                    <a:pt x="0" y="370839"/>
                  </a:lnTo>
                  <a:lnTo>
                    <a:pt x="742492" y="370839"/>
                  </a:lnTo>
                  <a:lnTo>
                    <a:pt x="742492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2869692" y="1816354"/>
              <a:ext cx="742950" cy="2608580"/>
            </a:xfrm>
            <a:custGeom>
              <a:avLst/>
              <a:gdLst/>
              <a:ahLst/>
              <a:cxnLst/>
              <a:rect l="l" t="t" r="r" b="b"/>
              <a:pathLst>
                <a:path w="742950" h="2608579">
                  <a:moveTo>
                    <a:pt x="0" y="0"/>
                  </a:moveTo>
                  <a:lnTo>
                    <a:pt x="0" y="2608580"/>
                  </a:lnTo>
                </a:path>
                <a:path w="742950" h="2608579">
                  <a:moveTo>
                    <a:pt x="742442" y="0"/>
                  </a:moveTo>
                  <a:lnTo>
                    <a:pt x="742442" y="2608580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2462276" y="2700147"/>
              <a:ext cx="1946910" cy="659130"/>
            </a:xfrm>
            <a:custGeom>
              <a:avLst/>
              <a:gdLst/>
              <a:ahLst/>
              <a:cxnLst/>
              <a:rect l="l" t="t" r="r" b="b"/>
              <a:pathLst>
                <a:path w="1946910" h="659129">
                  <a:moveTo>
                    <a:pt x="0" y="0"/>
                  </a:moveTo>
                  <a:lnTo>
                    <a:pt x="685546" y="235076"/>
                  </a:lnTo>
                  <a:lnTo>
                    <a:pt x="433324" y="235076"/>
                  </a:lnTo>
                  <a:lnTo>
                    <a:pt x="433324" y="658749"/>
                  </a:lnTo>
                  <a:lnTo>
                    <a:pt x="1946656" y="658749"/>
                  </a:lnTo>
                  <a:lnTo>
                    <a:pt x="1946656" y="235076"/>
                  </a:lnTo>
                  <a:lnTo>
                    <a:pt x="1063878" y="2350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3C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3" name="object 1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53243534"/>
              </p:ext>
            </p:extLst>
          </p:nvPr>
        </p:nvGraphicFramePr>
        <p:xfrm>
          <a:off x="603250" y="2290119"/>
          <a:ext cx="11176635" cy="25933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35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794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231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647065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96520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1800" spc="-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𝒄]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15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76200">
                      <a:solidFill>
                        <a:srgbClr val="FF0000"/>
                      </a:solidFill>
                      <a:prstDash val="sysDash"/>
                    </a:lnR>
                    <a:lnT w="5715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5715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76200">
                      <a:solidFill>
                        <a:srgbClr val="FF0000"/>
                      </a:solidFill>
                      <a:prstDash val="sysDash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5715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dirty="0">
                          <a:latin typeface="Times New Roman"/>
                          <a:cs typeface="Times New Roman"/>
                        </a:rPr>
                        <a:t>0</a:t>
                      </a:r>
                      <a:endParaRPr sz="18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T w="5715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dirty="0">
                          <a:latin typeface="Times New Roman"/>
                          <a:cs typeface="Times New Roman"/>
                        </a:rPr>
                        <a:t>0</a:t>
                      </a:r>
                      <a:endParaRPr sz="18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9652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76200">
                      <a:solidFill>
                        <a:srgbClr val="FF0000"/>
                      </a:solidFill>
                      <a:prstDash val="sysDash"/>
                    </a:lnR>
                    <a:lnT w="5715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76200">
                      <a:solidFill>
                        <a:srgbClr val="FF0000"/>
                      </a:solidFill>
                      <a:prstDash val="sysDash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898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5778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 marL="114427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2000" spc="-20">
                          <a:solidFill>
                            <a:srgbClr val="FFFFFF"/>
                          </a:solidFill>
                          <a:latin typeface="PMingLiU"/>
                          <a:cs typeface="PMingLiU"/>
                        </a:rPr>
                        <a:t>初始</a:t>
                      </a:r>
                      <a:r>
                        <a:rPr sz="2000" spc="-50">
                          <a:solidFill>
                            <a:srgbClr val="FFFFFF"/>
                          </a:solidFill>
                          <a:latin typeface="PMingLiU"/>
                          <a:cs typeface="PMingLiU"/>
                        </a:rPr>
                        <a:t>化</a:t>
                      </a:r>
                      <a:endParaRPr sz="2000">
                        <a:latin typeface="PMingLiU"/>
                        <a:cs typeface="PMingLiU"/>
                      </a:endParaRPr>
                    </a:p>
                  </a:txBody>
                  <a:tcPr marL="0" marR="0" marT="2794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14" name="object 1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13638471"/>
              </p:ext>
            </p:extLst>
          </p:nvPr>
        </p:nvGraphicFramePr>
        <p:xfrm>
          <a:off x="603250" y="1338888"/>
          <a:ext cx="4509135" cy="7410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85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 marL="25654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𝒗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𝒑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5" name="object 15"/>
          <p:cNvSpPr/>
          <p:nvPr/>
        </p:nvSpPr>
        <p:spPr>
          <a:xfrm>
            <a:off x="1434846" y="2659689"/>
            <a:ext cx="635635" cy="2198370"/>
          </a:xfrm>
          <a:custGeom>
            <a:avLst/>
            <a:gdLst/>
            <a:ahLst/>
            <a:cxnLst/>
            <a:rect l="l" t="t" r="r" b="b"/>
            <a:pathLst>
              <a:path w="635635" h="2198370">
                <a:moveTo>
                  <a:pt x="0" y="105918"/>
                </a:moveTo>
                <a:lnTo>
                  <a:pt x="8316" y="64668"/>
                </a:lnTo>
                <a:lnTo>
                  <a:pt x="31003" y="31003"/>
                </a:lnTo>
                <a:lnTo>
                  <a:pt x="64668" y="8316"/>
                </a:lnTo>
                <a:lnTo>
                  <a:pt x="105917" y="0"/>
                </a:lnTo>
                <a:lnTo>
                  <a:pt x="529590" y="0"/>
                </a:lnTo>
                <a:lnTo>
                  <a:pt x="570839" y="8316"/>
                </a:lnTo>
                <a:lnTo>
                  <a:pt x="604504" y="31003"/>
                </a:lnTo>
                <a:lnTo>
                  <a:pt x="627191" y="64668"/>
                </a:lnTo>
                <a:lnTo>
                  <a:pt x="635508" y="105918"/>
                </a:lnTo>
                <a:lnTo>
                  <a:pt x="635508" y="2092452"/>
                </a:lnTo>
                <a:lnTo>
                  <a:pt x="627191" y="2133701"/>
                </a:lnTo>
                <a:lnTo>
                  <a:pt x="604504" y="2167366"/>
                </a:lnTo>
                <a:lnTo>
                  <a:pt x="570839" y="2190053"/>
                </a:lnTo>
                <a:lnTo>
                  <a:pt x="529590" y="2198370"/>
                </a:lnTo>
                <a:lnTo>
                  <a:pt x="105917" y="2198370"/>
                </a:lnTo>
                <a:lnTo>
                  <a:pt x="64668" y="2190053"/>
                </a:lnTo>
                <a:lnTo>
                  <a:pt x="31003" y="2167366"/>
                </a:lnTo>
                <a:lnTo>
                  <a:pt x="8316" y="2133701"/>
                </a:lnTo>
                <a:lnTo>
                  <a:pt x="0" y="2092452"/>
                </a:lnTo>
                <a:lnTo>
                  <a:pt x="0" y="105918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 txBox="1"/>
          <p:nvPr/>
        </p:nvSpPr>
        <p:spPr>
          <a:xfrm>
            <a:off x="10707116" y="1827330"/>
            <a:ext cx="9772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=</a:t>
            </a:r>
            <a:r>
              <a:rPr sz="2400" spc="130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𝟏𝟑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9" name="object 3">
            <a:extLst>
              <a:ext uri="{FF2B5EF4-FFF2-40B4-BE49-F238E27FC236}">
                <a16:creationId xmlns:a16="http://schemas.microsoft.com/office/drawing/2014/main" id="{5615BCD9-4D01-C04C-BF75-B1B280C8F62B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61257" y="112482"/>
            <a:ext cx="3925124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算</a:t>
            </a:r>
            <a:r>
              <a:rPr lang="zh-CN" altLang="en-US" spc="-50" dirty="0">
                <a:latin typeface="SimSun" panose="02010600030101010101" pitchFamily="2" charset="-122"/>
                <a:ea typeface="SimSun" panose="02010600030101010101" pitchFamily="2" charset="-122"/>
              </a:rPr>
              <a:t>法实例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cxnSp>
        <p:nvCxnSpPr>
          <p:cNvPr id="21" name="直线连接符 20">
            <a:extLst>
              <a:ext uri="{FF2B5EF4-FFF2-40B4-BE49-F238E27FC236}">
                <a16:creationId xmlns:a16="http://schemas.microsoft.com/office/drawing/2014/main" id="{7E8640DF-8773-4049-90D6-1200C0771DC2}"/>
              </a:ext>
            </a:extLst>
          </p:cNvPr>
          <p:cNvCxnSpPr/>
          <p:nvPr/>
        </p:nvCxnSpPr>
        <p:spPr>
          <a:xfrm>
            <a:off x="1434846" y="2659689"/>
            <a:ext cx="10249535" cy="0"/>
          </a:xfrm>
          <a:prstGeom prst="line">
            <a:avLst/>
          </a:prstGeom>
          <a:ln w="38100">
            <a:solidFill>
              <a:srgbClr val="FF00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609600" y="2208001"/>
            <a:ext cx="11170285" cy="2619375"/>
            <a:chOff x="609600" y="1806067"/>
            <a:chExt cx="11170285" cy="2619375"/>
          </a:xfrm>
        </p:grpSpPr>
        <p:sp>
          <p:nvSpPr>
            <p:cNvPr id="4" name="object 4"/>
            <p:cNvSpPr/>
            <p:nvPr/>
          </p:nvSpPr>
          <p:spPr>
            <a:xfrm>
              <a:off x="609600" y="1822704"/>
              <a:ext cx="11170285" cy="2595880"/>
            </a:xfrm>
            <a:custGeom>
              <a:avLst/>
              <a:gdLst/>
              <a:ahLst/>
              <a:cxnLst/>
              <a:rect l="l" t="t" r="r" b="b"/>
              <a:pathLst>
                <a:path w="11170285" h="2595879">
                  <a:moveTo>
                    <a:pt x="11170031" y="0"/>
                  </a:moveTo>
                  <a:lnTo>
                    <a:pt x="0" y="0"/>
                  </a:lnTo>
                  <a:lnTo>
                    <a:pt x="0" y="2595880"/>
                  </a:lnTo>
                  <a:lnTo>
                    <a:pt x="11170031" y="2595880"/>
                  </a:lnTo>
                  <a:lnTo>
                    <a:pt x="11170031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2127122" y="1822704"/>
              <a:ext cx="742950" cy="370840"/>
            </a:xfrm>
            <a:custGeom>
              <a:avLst/>
              <a:gdLst/>
              <a:ahLst/>
              <a:cxnLst/>
              <a:rect l="l" t="t" r="r" b="b"/>
              <a:pathLst>
                <a:path w="742950" h="370839">
                  <a:moveTo>
                    <a:pt x="742492" y="0"/>
                  </a:moveTo>
                  <a:lnTo>
                    <a:pt x="0" y="0"/>
                  </a:lnTo>
                  <a:lnTo>
                    <a:pt x="0" y="370839"/>
                  </a:lnTo>
                  <a:lnTo>
                    <a:pt x="742492" y="370839"/>
                  </a:lnTo>
                  <a:lnTo>
                    <a:pt x="742492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2127123" y="2564383"/>
              <a:ext cx="6682740" cy="370840"/>
            </a:xfrm>
            <a:custGeom>
              <a:avLst/>
              <a:gdLst/>
              <a:ahLst/>
              <a:cxnLst/>
              <a:rect l="l" t="t" r="r" b="b"/>
              <a:pathLst>
                <a:path w="6682740" h="370839">
                  <a:moveTo>
                    <a:pt x="742492" y="0"/>
                  </a:moveTo>
                  <a:lnTo>
                    <a:pt x="0" y="0"/>
                  </a:lnTo>
                  <a:lnTo>
                    <a:pt x="0" y="370840"/>
                  </a:lnTo>
                  <a:lnTo>
                    <a:pt x="742492" y="370840"/>
                  </a:lnTo>
                  <a:lnTo>
                    <a:pt x="742492" y="0"/>
                  </a:lnTo>
                  <a:close/>
                </a:path>
                <a:path w="6682740" h="370839">
                  <a:moveTo>
                    <a:pt x="2969945" y="0"/>
                  </a:moveTo>
                  <a:lnTo>
                    <a:pt x="2969945" y="0"/>
                  </a:lnTo>
                  <a:lnTo>
                    <a:pt x="742569" y="0"/>
                  </a:lnTo>
                  <a:lnTo>
                    <a:pt x="742569" y="370840"/>
                  </a:lnTo>
                  <a:lnTo>
                    <a:pt x="2969945" y="370840"/>
                  </a:lnTo>
                  <a:lnTo>
                    <a:pt x="2969945" y="0"/>
                  </a:lnTo>
                  <a:close/>
                </a:path>
                <a:path w="6682740" h="370839">
                  <a:moveTo>
                    <a:pt x="4454957" y="0"/>
                  </a:moveTo>
                  <a:lnTo>
                    <a:pt x="3712514" y="0"/>
                  </a:lnTo>
                  <a:lnTo>
                    <a:pt x="2970022" y="0"/>
                  </a:lnTo>
                  <a:lnTo>
                    <a:pt x="2970022" y="370840"/>
                  </a:lnTo>
                  <a:lnTo>
                    <a:pt x="3712464" y="370840"/>
                  </a:lnTo>
                  <a:lnTo>
                    <a:pt x="4454957" y="370840"/>
                  </a:lnTo>
                  <a:lnTo>
                    <a:pt x="4454957" y="0"/>
                  </a:lnTo>
                  <a:close/>
                </a:path>
                <a:path w="6682740" h="370839">
                  <a:moveTo>
                    <a:pt x="5939968" y="0"/>
                  </a:moveTo>
                  <a:lnTo>
                    <a:pt x="5197513" y="0"/>
                  </a:lnTo>
                  <a:lnTo>
                    <a:pt x="4455033" y="0"/>
                  </a:lnTo>
                  <a:lnTo>
                    <a:pt x="4455033" y="370840"/>
                  </a:lnTo>
                  <a:lnTo>
                    <a:pt x="5197475" y="370840"/>
                  </a:lnTo>
                  <a:lnTo>
                    <a:pt x="5939968" y="370840"/>
                  </a:lnTo>
                  <a:lnTo>
                    <a:pt x="5939968" y="0"/>
                  </a:lnTo>
                  <a:close/>
                </a:path>
                <a:path w="6682740" h="370839">
                  <a:moveTo>
                    <a:pt x="6682537" y="0"/>
                  </a:moveTo>
                  <a:lnTo>
                    <a:pt x="5940044" y="0"/>
                  </a:lnTo>
                  <a:lnTo>
                    <a:pt x="5940044" y="370840"/>
                  </a:lnTo>
                  <a:lnTo>
                    <a:pt x="6682537" y="370840"/>
                  </a:lnTo>
                  <a:lnTo>
                    <a:pt x="6682537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067167" y="2935223"/>
              <a:ext cx="3712845" cy="370840"/>
            </a:xfrm>
            <a:custGeom>
              <a:avLst/>
              <a:gdLst/>
              <a:ahLst/>
              <a:cxnLst/>
              <a:rect l="l" t="t" r="r" b="b"/>
              <a:pathLst>
                <a:path w="3712845" h="370839">
                  <a:moveTo>
                    <a:pt x="1484934" y="0"/>
                  </a:moveTo>
                  <a:lnTo>
                    <a:pt x="742492" y="0"/>
                  </a:lnTo>
                  <a:lnTo>
                    <a:pt x="0" y="0"/>
                  </a:lnTo>
                  <a:lnTo>
                    <a:pt x="0" y="370840"/>
                  </a:lnTo>
                  <a:lnTo>
                    <a:pt x="742442" y="370840"/>
                  </a:lnTo>
                  <a:lnTo>
                    <a:pt x="1484934" y="370840"/>
                  </a:lnTo>
                  <a:lnTo>
                    <a:pt x="1484934" y="0"/>
                  </a:lnTo>
                  <a:close/>
                </a:path>
                <a:path w="3712845" h="370839">
                  <a:moveTo>
                    <a:pt x="3712375" y="0"/>
                  </a:moveTo>
                  <a:lnTo>
                    <a:pt x="3712375" y="0"/>
                  </a:lnTo>
                  <a:lnTo>
                    <a:pt x="1485011" y="0"/>
                  </a:lnTo>
                  <a:lnTo>
                    <a:pt x="1485011" y="370840"/>
                  </a:lnTo>
                  <a:lnTo>
                    <a:pt x="3712375" y="370840"/>
                  </a:lnTo>
                  <a:lnTo>
                    <a:pt x="3712375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8067167" y="3306063"/>
              <a:ext cx="3712845" cy="370840"/>
            </a:xfrm>
            <a:custGeom>
              <a:avLst/>
              <a:gdLst/>
              <a:ahLst/>
              <a:cxnLst/>
              <a:rect l="l" t="t" r="r" b="b"/>
              <a:pathLst>
                <a:path w="3712845" h="370839">
                  <a:moveTo>
                    <a:pt x="1484934" y="0"/>
                  </a:moveTo>
                  <a:lnTo>
                    <a:pt x="742492" y="0"/>
                  </a:lnTo>
                  <a:lnTo>
                    <a:pt x="0" y="0"/>
                  </a:lnTo>
                  <a:lnTo>
                    <a:pt x="0" y="370840"/>
                  </a:lnTo>
                  <a:lnTo>
                    <a:pt x="742442" y="370840"/>
                  </a:lnTo>
                  <a:lnTo>
                    <a:pt x="1484934" y="370840"/>
                  </a:lnTo>
                  <a:lnTo>
                    <a:pt x="1484934" y="0"/>
                  </a:lnTo>
                  <a:close/>
                </a:path>
                <a:path w="3712845" h="370839">
                  <a:moveTo>
                    <a:pt x="3712375" y="0"/>
                  </a:moveTo>
                  <a:lnTo>
                    <a:pt x="3712375" y="0"/>
                  </a:lnTo>
                  <a:lnTo>
                    <a:pt x="1485011" y="0"/>
                  </a:lnTo>
                  <a:lnTo>
                    <a:pt x="1485011" y="370840"/>
                  </a:lnTo>
                  <a:lnTo>
                    <a:pt x="3712375" y="370840"/>
                  </a:lnTo>
                  <a:lnTo>
                    <a:pt x="3712375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8809608" y="1816354"/>
              <a:ext cx="1485265" cy="2608580"/>
            </a:xfrm>
            <a:custGeom>
              <a:avLst/>
              <a:gdLst/>
              <a:ahLst/>
              <a:cxnLst/>
              <a:rect l="l" t="t" r="r" b="b"/>
              <a:pathLst>
                <a:path w="1485265" h="2608579">
                  <a:moveTo>
                    <a:pt x="0" y="0"/>
                  </a:moveTo>
                  <a:lnTo>
                    <a:pt x="0" y="2608580"/>
                  </a:lnTo>
                </a:path>
                <a:path w="1485265" h="2608579">
                  <a:moveTo>
                    <a:pt x="742569" y="0"/>
                  </a:moveTo>
                  <a:lnTo>
                    <a:pt x="742569" y="2608580"/>
                  </a:lnTo>
                </a:path>
                <a:path w="1485265" h="2608579">
                  <a:moveTo>
                    <a:pt x="1485011" y="0"/>
                  </a:moveTo>
                  <a:lnTo>
                    <a:pt x="1485011" y="2608580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2165603" y="2547366"/>
              <a:ext cx="6653530" cy="424180"/>
            </a:xfrm>
            <a:custGeom>
              <a:avLst/>
              <a:gdLst/>
              <a:ahLst/>
              <a:cxnLst/>
              <a:rect l="l" t="t" r="r" b="b"/>
              <a:pathLst>
                <a:path w="6653530" h="424180">
                  <a:moveTo>
                    <a:pt x="0" y="70612"/>
                  </a:moveTo>
                  <a:lnTo>
                    <a:pt x="5550" y="43130"/>
                  </a:lnTo>
                  <a:lnTo>
                    <a:pt x="20685" y="20685"/>
                  </a:lnTo>
                  <a:lnTo>
                    <a:pt x="43130" y="5550"/>
                  </a:lnTo>
                  <a:lnTo>
                    <a:pt x="70612" y="0"/>
                  </a:lnTo>
                  <a:lnTo>
                    <a:pt x="6582410" y="0"/>
                  </a:lnTo>
                  <a:lnTo>
                    <a:pt x="6609891" y="5550"/>
                  </a:lnTo>
                  <a:lnTo>
                    <a:pt x="6632336" y="20685"/>
                  </a:lnTo>
                  <a:lnTo>
                    <a:pt x="6647471" y="43130"/>
                  </a:lnTo>
                  <a:lnTo>
                    <a:pt x="6653022" y="70612"/>
                  </a:lnTo>
                  <a:lnTo>
                    <a:pt x="6653022" y="353060"/>
                  </a:lnTo>
                  <a:lnTo>
                    <a:pt x="6647471" y="380541"/>
                  </a:lnTo>
                  <a:lnTo>
                    <a:pt x="6632336" y="402986"/>
                  </a:lnTo>
                  <a:lnTo>
                    <a:pt x="6609891" y="418121"/>
                  </a:lnTo>
                  <a:lnTo>
                    <a:pt x="6582410" y="423672"/>
                  </a:lnTo>
                  <a:lnTo>
                    <a:pt x="70612" y="423672"/>
                  </a:lnTo>
                  <a:lnTo>
                    <a:pt x="43130" y="418121"/>
                  </a:lnTo>
                  <a:lnTo>
                    <a:pt x="20685" y="402986"/>
                  </a:lnTo>
                  <a:lnTo>
                    <a:pt x="5550" y="380541"/>
                  </a:lnTo>
                  <a:lnTo>
                    <a:pt x="0" y="353060"/>
                  </a:lnTo>
                  <a:lnTo>
                    <a:pt x="0" y="70612"/>
                  </a:lnTo>
                  <a:close/>
                </a:path>
              </a:pathLst>
            </a:custGeom>
            <a:ln w="31750">
              <a:solidFill>
                <a:srgbClr val="006FC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2165603" y="1821942"/>
              <a:ext cx="647700" cy="340360"/>
            </a:xfrm>
            <a:custGeom>
              <a:avLst/>
              <a:gdLst/>
              <a:ahLst/>
              <a:cxnLst/>
              <a:rect l="l" t="t" r="r" b="b"/>
              <a:pathLst>
                <a:path w="647700" h="340360">
                  <a:moveTo>
                    <a:pt x="0" y="56642"/>
                  </a:moveTo>
                  <a:lnTo>
                    <a:pt x="4456" y="34611"/>
                  </a:lnTo>
                  <a:lnTo>
                    <a:pt x="16605" y="16605"/>
                  </a:lnTo>
                  <a:lnTo>
                    <a:pt x="34611" y="4456"/>
                  </a:lnTo>
                  <a:lnTo>
                    <a:pt x="56641" y="0"/>
                  </a:lnTo>
                  <a:lnTo>
                    <a:pt x="591057" y="0"/>
                  </a:lnTo>
                  <a:lnTo>
                    <a:pt x="613088" y="4456"/>
                  </a:lnTo>
                  <a:lnTo>
                    <a:pt x="631094" y="16605"/>
                  </a:lnTo>
                  <a:lnTo>
                    <a:pt x="643243" y="34611"/>
                  </a:lnTo>
                  <a:lnTo>
                    <a:pt x="647700" y="56642"/>
                  </a:lnTo>
                  <a:lnTo>
                    <a:pt x="647700" y="283210"/>
                  </a:lnTo>
                  <a:lnTo>
                    <a:pt x="643243" y="305240"/>
                  </a:lnTo>
                  <a:lnTo>
                    <a:pt x="631094" y="323246"/>
                  </a:lnTo>
                  <a:lnTo>
                    <a:pt x="613088" y="335395"/>
                  </a:lnTo>
                  <a:lnTo>
                    <a:pt x="591057" y="339852"/>
                  </a:lnTo>
                  <a:lnTo>
                    <a:pt x="56641" y="339852"/>
                  </a:lnTo>
                  <a:lnTo>
                    <a:pt x="34611" y="335395"/>
                  </a:lnTo>
                  <a:lnTo>
                    <a:pt x="16605" y="323246"/>
                  </a:lnTo>
                  <a:lnTo>
                    <a:pt x="4456" y="305240"/>
                  </a:lnTo>
                  <a:lnTo>
                    <a:pt x="0" y="283210"/>
                  </a:lnTo>
                  <a:lnTo>
                    <a:pt x="0" y="56642"/>
                  </a:lnTo>
                  <a:close/>
                </a:path>
              </a:pathLst>
            </a:custGeom>
            <a:ln w="31749">
              <a:solidFill>
                <a:srgbClr val="FF000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8297926" y="2982087"/>
              <a:ext cx="2897505" cy="659130"/>
            </a:xfrm>
            <a:custGeom>
              <a:avLst/>
              <a:gdLst/>
              <a:ahLst/>
              <a:cxnLst/>
              <a:rect l="l" t="t" r="r" b="b"/>
              <a:pathLst>
                <a:path w="2897504" h="659129">
                  <a:moveTo>
                    <a:pt x="0" y="0"/>
                  </a:moveTo>
                  <a:lnTo>
                    <a:pt x="1020318" y="235076"/>
                  </a:lnTo>
                  <a:lnTo>
                    <a:pt x="644905" y="235076"/>
                  </a:lnTo>
                  <a:lnTo>
                    <a:pt x="644905" y="658749"/>
                  </a:lnTo>
                  <a:lnTo>
                    <a:pt x="2897378" y="658749"/>
                  </a:lnTo>
                  <a:lnTo>
                    <a:pt x="2897378" y="235076"/>
                  </a:lnTo>
                  <a:lnTo>
                    <a:pt x="1583435" y="2350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3C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3" name="object 1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37400218"/>
              </p:ext>
            </p:extLst>
          </p:nvPr>
        </p:nvGraphicFramePr>
        <p:xfrm>
          <a:off x="603250" y="2218288"/>
          <a:ext cx="11184253" cy="259486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29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1437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9810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4952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17399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09245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518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742315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1800" spc="-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𝒄]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2794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17399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4445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2794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7399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5461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 gridSpan="6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gridSpan="6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62255"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R="34290" algn="r">
                        <a:lnSpc>
                          <a:spcPts val="1970"/>
                        </a:lnSpc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𝒗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28575">
                      <a:solidFill>
                        <a:srgbClr val="FFFFFF"/>
                      </a:solidFill>
                      <a:prstDash val="solid"/>
                    </a:lnL>
                    <a:lnT w="2857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15" marR="3175">
                        <a:lnSpc>
                          <a:spcPts val="1970"/>
                        </a:lnSpc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0" marB="0">
                    <a:lnR w="2857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</a:tcPr>
                </a:tc>
                <a:tc gridSpan="2">
                  <a:txBody>
                    <a:bodyPr/>
                    <a:lstStyle/>
                    <a:p>
                      <a:pPr marL="120014">
                        <a:lnSpc>
                          <a:spcPts val="1970"/>
                        </a:lnSpc>
                      </a:pPr>
                      <a:r>
                        <a:rPr sz="22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&gt;</a:t>
                      </a:r>
                      <a:r>
                        <a:rPr sz="2200" spc="12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0" marB="0">
                    <a:lnL w="2857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0795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gridSpan="6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gridSpan="6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14" name="object 1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46179627"/>
              </p:ext>
            </p:extLst>
          </p:nvPr>
        </p:nvGraphicFramePr>
        <p:xfrm>
          <a:off x="603250" y="1288647"/>
          <a:ext cx="4509135" cy="7410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85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 marL="25654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𝒗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𝒑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dirty="0">
                          <a:latin typeface="Times New Roman"/>
                          <a:cs typeface="Times New Roman"/>
                        </a:rPr>
                        <a:t>9</a:t>
                      </a:r>
                      <a:endParaRPr sz="18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5" name="object 15"/>
          <p:cNvSpPr/>
          <p:nvPr/>
        </p:nvSpPr>
        <p:spPr>
          <a:xfrm>
            <a:off x="1434846" y="1328525"/>
            <a:ext cx="647700" cy="340995"/>
          </a:xfrm>
          <a:custGeom>
            <a:avLst/>
            <a:gdLst/>
            <a:ahLst/>
            <a:cxnLst/>
            <a:rect l="l" t="t" r="r" b="b"/>
            <a:pathLst>
              <a:path w="647700" h="340994">
                <a:moveTo>
                  <a:pt x="0" y="56769"/>
                </a:moveTo>
                <a:lnTo>
                  <a:pt x="4458" y="34665"/>
                </a:lnTo>
                <a:lnTo>
                  <a:pt x="16621" y="16621"/>
                </a:lnTo>
                <a:lnTo>
                  <a:pt x="34665" y="4458"/>
                </a:lnTo>
                <a:lnTo>
                  <a:pt x="56768" y="0"/>
                </a:lnTo>
                <a:lnTo>
                  <a:pt x="590930" y="0"/>
                </a:lnTo>
                <a:lnTo>
                  <a:pt x="613034" y="4458"/>
                </a:lnTo>
                <a:lnTo>
                  <a:pt x="631078" y="16621"/>
                </a:lnTo>
                <a:lnTo>
                  <a:pt x="643241" y="34665"/>
                </a:lnTo>
                <a:lnTo>
                  <a:pt x="647699" y="56769"/>
                </a:lnTo>
                <a:lnTo>
                  <a:pt x="647699" y="283845"/>
                </a:lnTo>
                <a:lnTo>
                  <a:pt x="643241" y="305948"/>
                </a:lnTo>
                <a:lnTo>
                  <a:pt x="631078" y="323992"/>
                </a:lnTo>
                <a:lnTo>
                  <a:pt x="613034" y="336155"/>
                </a:lnTo>
                <a:lnTo>
                  <a:pt x="590930" y="340613"/>
                </a:lnTo>
                <a:lnTo>
                  <a:pt x="56768" y="340613"/>
                </a:lnTo>
                <a:lnTo>
                  <a:pt x="34665" y="336155"/>
                </a:lnTo>
                <a:lnTo>
                  <a:pt x="16621" y="323992"/>
                </a:lnTo>
                <a:lnTo>
                  <a:pt x="4458" y="305948"/>
                </a:lnTo>
                <a:lnTo>
                  <a:pt x="0" y="283845"/>
                </a:lnTo>
                <a:lnTo>
                  <a:pt x="0" y="56769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 txBox="1"/>
          <p:nvPr/>
        </p:nvSpPr>
        <p:spPr>
          <a:xfrm>
            <a:off x="10707116" y="1777089"/>
            <a:ext cx="9772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=</a:t>
            </a:r>
            <a:r>
              <a:rPr sz="2400" spc="130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𝟏𝟑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7" name="object 17"/>
          <p:cNvSpPr/>
          <p:nvPr/>
        </p:nvSpPr>
        <p:spPr>
          <a:xfrm>
            <a:off x="3974338" y="5281929"/>
            <a:ext cx="72390" cy="307340"/>
          </a:xfrm>
          <a:custGeom>
            <a:avLst/>
            <a:gdLst/>
            <a:ahLst/>
            <a:cxnLst/>
            <a:rect l="l" t="t" r="r" b="b"/>
            <a:pathLst>
              <a:path w="72389" h="307339">
                <a:moveTo>
                  <a:pt x="71882" y="0"/>
                </a:moveTo>
                <a:lnTo>
                  <a:pt x="0" y="0"/>
                </a:lnTo>
                <a:lnTo>
                  <a:pt x="0" y="11430"/>
                </a:lnTo>
                <a:lnTo>
                  <a:pt x="45085" y="11430"/>
                </a:lnTo>
                <a:lnTo>
                  <a:pt x="45085" y="294640"/>
                </a:lnTo>
                <a:lnTo>
                  <a:pt x="0" y="294640"/>
                </a:lnTo>
                <a:lnTo>
                  <a:pt x="0" y="307340"/>
                </a:lnTo>
                <a:lnTo>
                  <a:pt x="71882" y="307340"/>
                </a:lnTo>
                <a:lnTo>
                  <a:pt x="71882" y="294640"/>
                </a:lnTo>
                <a:lnTo>
                  <a:pt x="71882" y="11430"/>
                </a:lnTo>
                <a:lnTo>
                  <a:pt x="718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3476117" y="5281929"/>
            <a:ext cx="72390" cy="307340"/>
          </a:xfrm>
          <a:custGeom>
            <a:avLst/>
            <a:gdLst/>
            <a:ahLst/>
            <a:cxnLst/>
            <a:rect l="l" t="t" r="r" b="b"/>
            <a:pathLst>
              <a:path w="72389" h="307339">
                <a:moveTo>
                  <a:pt x="71882" y="0"/>
                </a:moveTo>
                <a:lnTo>
                  <a:pt x="0" y="0"/>
                </a:lnTo>
                <a:lnTo>
                  <a:pt x="0" y="11430"/>
                </a:lnTo>
                <a:lnTo>
                  <a:pt x="0" y="294640"/>
                </a:lnTo>
                <a:lnTo>
                  <a:pt x="0" y="307340"/>
                </a:lnTo>
                <a:lnTo>
                  <a:pt x="71882" y="307340"/>
                </a:lnTo>
                <a:lnTo>
                  <a:pt x="71882" y="294640"/>
                </a:lnTo>
                <a:lnTo>
                  <a:pt x="26797" y="294640"/>
                </a:lnTo>
                <a:lnTo>
                  <a:pt x="26797" y="11430"/>
                </a:lnTo>
                <a:lnTo>
                  <a:pt x="71882" y="11430"/>
                </a:lnTo>
                <a:lnTo>
                  <a:pt x="718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 txBox="1"/>
          <p:nvPr/>
        </p:nvSpPr>
        <p:spPr>
          <a:xfrm>
            <a:off x="1549908" y="5187188"/>
            <a:ext cx="2430780" cy="42164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2600" spc="-35">
                <a:latin typeface="PMingLiU"/>
                <a:cs typeface="PMingLiU"/>
              </a:rPr>
              <a:t>递推公式</a:t>
            </a:r>
            <a:r>
              <a:rPr sz="2600">
                <a:latin typeface="PMingLiU"/>
                <a:cs typeface="PMingLiU"/>
              </a:rPr>
              <a:t>：</a:t>
            </a:r>
            <a:r>
              <a:rPr sz="2600">
                <a:latin typeface="Cambria Math"/>
                <a:cs typeface="Cambria Math"/>
              </a:rPr>
              <a:t>𝑷</a:t>
            </a:r>
            <a:r>
              <a:rPr sz="2600" spc="335">
                <a:latin typeface="Cambria Math"/>
                <a:cs typeface="Cambria Math"/>
              </a:rPr>
              <a:t> </a:t>
            </a:r>
            <a:r>
              <a:rPr sz="2600" spc="-10">
                <a:latin typeface="Cambria Math"/>
                <a:cs typeface="Cambria Math"/>
              </a:rPr>
              <a:t>𝒊,</a:t>
            </a:r>
            <a:r>
              <a:rPr sz="2600" spc="-140">
                <a:latin typeface="Cambria Math"/>
                <a:cs typeface="Cambria Math"/>
              </a:rPr>
              <a:t> </a:t>
            </a:r>
            <a:r>
              <a:rPr sz="2600" spc="-50">
                <a:latin typeface="Cambria Math"/>
                <a:cs typeface="Cambria Math"/>
              </a:rPr>
              <a:t>𝒄</a:t>
            </a:r>
            <a:endParaRPr sz="2600">
              <a:latin typeface="Cambria Math"/>
              <a:cs typeface="Cambria Math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7476490" y="5236209"/>
            <a:ext cx="189865" cy="398780"/>
          </a:xfrm>
          <a:custGeom>
            <a:avLst/>
            <a:gdLst/>
            <a:ahLst/>
            <a:cxnLst/>
            <a:rect l="l" t="t" r="r" b="b"/>
            <a:pathLst>
              <a:path w="189865" h="398779">
                <a:moveTo>
                  <a:pt x="71882" y="45720"/>
                </a:moveTo>
                <a:lnTo>
                  <a:pt x="0" y="45720"/>
                </a:lnTo>
                <a:lnTo>
                  <a:pt x="0" y="57150"/>
                </a:lnTo>
                <a:lnTo>
                  <a:pt x="45085" y="57150"/>
                </a:lnTo>
                <a:lnTo>
                  <a:pt x="45085" y="340360"/>
                </a:lnTo>
                <a:lnTo>
                  <a:pt x="0" y="340360"/>
                </a:lnTo>
                <a:lnTo>
                  <a:pt x="0" y="353060"/>
                </a:lnTo>
                <a:lnTo>
                  <a:pt x="71882" y="353060"/>
                </a:lnTo>
                <a:lnTo>
                  <a:pt x="71882" y="340360"/>
                </a:lnTo>
                <a:lnTo>
                  <a:pt x="71882" y="57150"/>
                </a:lnTo>
                <a:lnTo>
                  <a:pt x="71882" y="45720"/>
                </a:lnTo>
                <a:close/>
              </a:path>
              <a:path w="189865" h="398779">
                <a:moveTo>
                  <a:pt x="189611" y="0"/>
                </a:moveTo>
                <a:lnTo>
                  <a:pt x="116205" y="0"/>
                </a:lnTo>
                <a:lnTo>
                  <a:pt x="116205" y="12700"/>
                </a:lnTo>
                <a:lnTo>
                  <a:pt x="159639" y="12700"/>
                </a:lnTo>
                <a:lnTo>
                  <a:pt x="159639" y="384810"/>
                </a:lnTo>
                <a:lnTo>
                  <a:pt x="116205" y="384810"/>
                </a:lnTo>
                <a:lnTo>
                  <a:pt x="116205" y="398780"/>
                </a:lnTo>
                <a:lnTo>
                  <a:pt x="189611" y="398780"/>
                </a:lnTo>
                <a:lnTo>
                  <a:pt x="189611" y="384810"/>
                </a:lnTo>
                <a:lnTo>
                  <a:pt x="189611" y="12700"/>
                </a:lnTo>
                <a:lnTo>
                  <a:pt x="189611" y="0"/>
                </a:lnTo>
                <a:close/>
              </a:path>
            </a:pathLst>
          </a:custGeom>
          <a:solidFill>
            <a:srgbClr val="CACA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557139" y="5236209"/>
            <a:ext cx="73660" cy="398780"/>
          </a:xfrm>
          <a:custGeom>
            <a:avLst/>
            <a:gdLst/>
            <a:ahLst/>
            <a:cxnLst/>
            <a:rect l="l" t="t" r="r" b="b"/>
            <a:pathLst>
              <a:path w="73660" h="398779">
                <a:moveTo>
                  <a:pt x="73406" y="0"/>
                </a:moveTo>
                <a:lnTo>
                  <a:pt x="0" y="0"/>
                </a:lnTo>
                <a:lnTo>
                  <a:pt x="0" y="12700"/>
                </a:lnTo>
                <a:lnTo>
                  <a:pt x="0" y="384810"/>
                </a:lnTo>
                <a:lnTo>
                  <a:pt x="0" y="398780"/>
                </a:lnTo>
                <a:lnTo>
                  <a:pt x="73406" y="398780"/>
                </a:lnTo>
                <a:lnTo>
                  <a:pt x="73406" y="384810"/>
                </a:lnTo>
                <a:lnTo>
                  <a:pt x="29972" y="384810"/>
                </a:lnTo>
                <a:lnTo>
                  <a:pt x="29972" y="12700"/>
                </a:lnTo>
                <a:lnTo>
                  <a:pt x="73406" y="12700"/>
                </a:lnTo>
                <a:lnTo>
                  <a:pt x="73406" y="0"/>
                </a:lnTo>
                <a:close/>
              </a:path>
            </a:pathLst>
          </a:custGeom>
          <a:solidFill>
            <a:srgbClr val="CACA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7267829" y="5281929"/>
            <a:ext cx="72390" cy="307340"/>
          </a:xfrm>
          <a:custGeom>
            <a:avLst/>
            <a:gdLst/>
            <a:ahLst/>
            <a:cxnLst/>
            <a:rect l="l" t="t" r="r" b="b"/>
            <a:pathLst>
              <a:path w="72390" h="307339">
                <a:moveTo>
                  <a:pt x="71882" y="0"/>
                </a:moveTo>
                <a:lnTo>
                  <a:pt x="0" y="0"/>
                </a:lnTo>
                <a:lnTo>
                  <a:pt x="0" y="11430"/>
                </a:lnTo>
                <a:lnTo>
                  <a:pt x="0" y="294640"/>
                </a:lnTo>
                <a:lnTo>
                  <a:pt x="0" y="307340"/>
                </a:lnTo>
                <a:lnTo>
                  <a:pt x="71882" y="307340"/>
                </a:lnTo>
                <a:lnTo>
                  <a:pt x="71882" y="294640"/>
                </a:lnTo>
                <a:lnTo>
                  <a:pt x="26797" y="294640"/>
                </a:lnTo>
                <a:lnTo>
                  <a:pt x="26797" y="11430"/>
                </a:lnTo>
                <a:lnTo>
                  <a:pt x="71882" y="11430"/>
                </a:lnTo>
                <a:lnTo>
                  <a:pt x="71882" y="0"/>
                </a:lnTo>
                <a:close/>
              </a:path>
            </a:pathLst>
          </a:custGeom>
          <a:solidFill>
            <a:srgbClr val="CACA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 txBox="1"/>
          <p:nvPr/>
        </p:nvSpPr>
        <p:spPr>
          <a:xfrm>
            <a:off x="4161535" y="5187188"/>
            <a:ext cx="3321685" cy="42164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2600">
                <a:latin typeface="Cambria Math"/>
                <a:cs typeface="Cambria Math"/>
              </a:rPr>
              <a:t>=</a:t>
            </a:r>
            <a:r>
              <a:rPr sz="2600" spc="110">
                <a:latin typeface="Cambria Math"/>
                <a:cs typeface="Cambria Math"/>
              </a:rPr>
              <a:t> </a:t>
            </a:r>
            <a:r>
              <a:rPr sz="2600">
                <a:latin typeface="Cambria Math"/>
                <a:cs typeface="Cambria Math"/>
              </a:rPr>
              <a:t>𝐦𝐚𝐱{</a:t>
            </a:r>
            <a:r>
              <a:rPr sz="2600">
                <a:solidFill>
                  <a:srgbClr val="CACACA"/>
                </a:solidFill>
                <a:latin typeface="Cambria Math"/>
                <a:cs typeface="Cambria Math"/>
              </a:rPr>
              <a:t>𝑷</a:t>
            </a:r>
            <a:r>
              <a:rPr sz="2600" spc="325">
                <a:solidFill>
                  <a:srgbClr val="CACACA"/>
                </a:solidFill>
                <a:latin typeface="Cambria Math"/>
                <a:cs typeface="Cambria Math"/>
              </a:rPr>
              <a:t> </a:t>
            </a:r>
            <a:r>
              <a:rPr sz="2600">
                <a:solidFill>
                  <a:srgbClr val="CACACA"/>
                </a:solidFill>
                <a:latin typeface="Cambria Math"/>
                <a:cs typeface="Cambria Math"/>
              </a:rPr>
              <a:t>𝒊</a:t>
            </a:r>
            <a:r>
              <a:rPr sz="2600" spc="-15">
                <a:solidFill>
                  <a:srgbClr val="CACACA"/>
                </a:solidFill>
                <a:latin typeface="Cambria Math"/>
                <a:cs typeface="Cambria Math"/>
              </a:rPr>
              <a:t> </a:t>
            </a:r>
            <a:r>
              <a:rPr sz="2600">
                <a:solidFill>
                  <a:srgbClr val="CACACA"/>
                </a:solidFill>
                <a:latin typeface="Cambria Math"/>
                <a:cs typeface="Cambria Math"/>
              </a:rPr>
              <a:t>−</a:t>
            </a:r>
            <a:r>
              <a:rPr sz="2600" spc="-15">
                <a:solidFill>
                  <a:srgbClr val="CACACA"/>
                </a:solidFill>
                <a:latin typeface="Cambria Math"/>
                <a:cs typeface="Cambria Math"/>
              </a:rPr>
              <a:t> </a:t>
            </a:r>
            <a:r>
              <a:rPr sz="2600" spc="-20">
                <a:solidFill>
                  <a:srgbClr val="CACACA"/>
                </a:solidFill>
                <a:latin typeface="Cambria Math"/>
                <a:cs typeface="Cambria Math"/>
              </a:rPr>
              <a:t>𝟏,</a:t>
            </a:r>
            <a:r>
              <a:rPr sz="2600" spc="-140">
                <a:solidFill>
                  <a:srgbClr val="CACACA"/>
                </a:solidFill>
                <a:latin typeface="Cambria Math"/>
                <a:cs typeface="Cambria Math"/>
              </a:rPr>
              <a:t> </a:t>
            </a:r>
            <a:r>
              <a:rPr sz="2600">
                <a:solidFill>
                  <a:srgbClr val="CACACA"/>
                </a:solidFill>
                <a:latin typeface="Cambria Math"/>
                <a:cs typeface="Cambria Math"/>
              </a:rPr>
              <a:t>𝒄</a:t>
            </a:r>
            <a:r>
              <a:rPr sz="2600" spc="-15">
                <a:solidFill>
                  <a:srgbClr val="CACACA"/>
                </a:solidFill>
                <a:latin typeface="Cambria Math"/>
                <a:cs typeface="Cambria Math"/>
              </a:rPr>
              <a:t> </a:t>
            </a:r>
            <a:r>
              <a:rPr sz="2600">
                <a:solidFill>
                  <a:srgbClr val="CACACA"/>
                </a:solidFill>
                <a:latin typeface="Cambria Math"/>
                <a:cs typeface="Cambria Math"/>
              </a:rPr>
              <a:t>−</a:t>
            </a:r>
            <a:r>
              <a:rPr sz="2600" spc="-15">
                <a:solidFill>
                  <a:srgbClr val="CACACA"/>
                </a:solidFill>
                <a:latin typeface="Cambria Math"/>
                <a:cs typeface="Cambria Math"/>
              </a:rPr>
              <a:t> </a:t>
            </a:r>
            <a:r>
              <a:rPr sz="2600">
                <a:solidFill>
                  <a:srgbClr val="CACACA"/>
                </a:solidFill>
                <a:latin typeface="Cambria Math"/>
                <a:cs typeface="Cambria Math"/>
              </a:rPr>
              <a:t>𝒗</a:t>
            </a:r>
            <a:r>
              <a:rPr sz="2600" spc="310">
                <a:solidFill>
                  <a:srgbClr val="CACACA"/>
                </a:solidFill>
                <a:latin typeface="Cambria Math"/>
                <a:cs typeface="Cambria Math"/>
              </a:rPr>
              <a:t> </a:t>
            </a:r>
            <a:r>
              <a:rPr sz="2600" spc="-50">
                <a:solidFill>
                  <a:srgbClr val="CACACA"/>
                </a:solidFill>
                <a:latin typeface="Cambria Math"/>
                <a:cs typeface="Cambria Math"/>
              </a:rPr>
              <a:t>𝒊</a:t>
            </a:r>
            <a:endParaRPr sz="2600">
              <a:latin typeface="Cambria Math"/>
              <a:cs typeface="Cambria Math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7763002" y="5187188"/>
            <a:ext cx="2726055" cy="42164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123950" algn="l"/>
              </a:tabLst>
            </a:pPr>
            <a:r>
              <a:rPr sz="2600">
                <a:solidFill>
                  <a:srgbClr val="CACACA"/>
                </a:solidFill>
                <a:latin typeface="Cambria Math"/>
                <a:cs typeface="Cambria Math"/>
              </a:rPr>
              <a:t>+</a:t>
            </a:r>
            <a:r>
              <a:rPr sz="2600" spc="-15">
                <a:solidFill>
                  <a:srgbClr val="CACACA"/>
                </a:solidFill>
                <a:latin typeface="Cambria Math"/>
                <a:cs typeface="Cambria Math"/>
              </a:rPr>
              <a:t> </a:t>
            </a:r>
            <a:r>
              <a:rPr sz="2600" spc="-20">
                <a:solidFill>
                  <a:srgbClr val="CACACA"/>
                </a:solidFill>
                <a:latin typeface="Cambria Math"/>
                <a:cs typeface="Cambria Math"/>
              </a:rPr>
              <a:t>𝒑[𝒊],</a:t>
            </a:r>
            <a:r>
              <a:rPr sz="2600">
                <a:solidFill>
                  <a:srgbClr val="CACACA"/>
                </a:solidFill>
                <a:latin typeface="Cambria Math"/>
                <a:cs typeface="Cambria Math"/>
              </a:rPr>
              <a:t>	</a:t>
            </a:r>
            <a:r>
              <a:rPr sz="2600">
                <a:latin typeface="Cambria Math"/>
                <a:cs typeface="Cambria Math"/>
              </a:rPr>
              <a:t>𝑷[𝒊</a:t>
            </a:r>
            <a:r>
              <a:rPr sz="2600" spc="-20">
                <a:latin typeface="Cambria Math"/>
                <a:cs typeface="Cambria Math"/>
              </a:rPr>
              <a:t> </a:t>
            </a:r>
            <a:r>
              <a:rPr sz="2600">
                <a:latin typeface="Cambria Math"/>
                <a:cs typeface="Cambria Math"/>
              </a:rPr>
              <a:t>−</a:t>
            </a:r>
            <a:r>
              <a:rPr sz="2600" spc="-15">
                <a:latin typeface="Cambria Math"/>
                <a:cs typeface="Cambria Math"/>
              </a:rPr>
              <a:t> </a:t>
            </a:r>
            <a:r>
              <a:rPr sz="2600" spc="-20">
                <a:latin typeface="Cambria Math"/>
                <a:cs typeface="Cambria Math"/>
              </a:rPr>
              <a:t>𝟏,</a:t>
            </a:r>
            <a:r>
              <a:rPr sz="2600" spc="-140">
                <a:latin typeface="Cambria Math"/>
                <a:cs typeface="Cambria Math"/>
              </a:rPr>
              <a:t> </a:t>
            </a:r>
            <a:r>
              <a:rPr sz="2600" spc="-25">
                <a:latin typeface="Cambria Math"/>
                <a:cs typeface="Cambria Math"/>
              </a:rPr>
              <a:t>𝒄]}</a:t>
            </a:r>
            <a:endParaRPr sz="2600">
              <a:latin typeface="Cambria Math"/>
              <a:cs typeface="Cambria Math"/>
            </a:endParaRPr>
          </a:p>
        </p:txBody>
      </p:sp>
      <p:sp>
        <p:nvSpPr>
          <p:cNvPr id="27" name="object 3">
            <a:extLst>
              <a:ext uri="{FF2B5EF4-FFF2-40B4-BE49-F238E27FC236}">
                <a16:creationId xmlns:a16="http://schemas.microsoft.com/office/drawing/2014/main" id="{8B3DCC59-861A-FB40-8431-9C31D046BCB7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61257" y="112482"/>
            <a:ext cx="3925124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算</a:t>
            </a:r>
            <a:r>
              <a:rPr lang="zh-CN" altLang="en-US" spc="-50" dirty="0">
                <a:latin typeface="SimSun" panose="02010600030101010101" pitchFamily="2" charset="-122"/>
                <a:ea typeface="SimSun" panose="02010600030101010101" pitchFamily="2" charset="-122"/>
              </a:rPr>
              <a:t>法实例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sp>
        <p:nvSpPr>
          <p:cNvPr id="28" name="矩形 27">
            <a:extLst>
              <a:ext uri="{FF2B5EF4-FFF2-40B4-BE49-F238E27FC236}">
                <a16:creationId xmlns:a16="http://schemas.microsoft.com/office/drawing/2014/main" id="{4CDDE23B-542C-6D47-998C-BB008657F3D7}"/>
              </a:ext>
            </a:extLst>
          </p:cNvPr>
          <p:cNvSpPr/>
          <p:nvPr/>
        </p:nvSpPr>
        <p:spPr>
          <a:xfrm>
            <a:off x="2165603" y="2966317"/>
            <a:ext cx="6653530" cy="407163"/>
          </a:xfrm>
          <a:prstGeom prst="rect">
            <a:avLst/>
          </a:prstGeom>
          <a:noFill/>
          <a:ln w="38100"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/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609600" y="2234687"/>
            <a:ext cx="11170285" cy="2595880"/>
            <a:chOff x="609600" y="1822704"/>
            <a:chExt cx="11170285" cy="2595880"/>
          </a:xfrm>
        </p:grpSpPr>
        <p:sp>
          <p:nvSpPr>
            <p:cNvPr id="4" name="object 4"/>
            <p:cNvSpPr/>
            <p:nvPr/>
          </p:nvSpPr>
          <p:spPr>
            <a:xfrm>
              <a:off x="609600" y="1822704"/>
              <a:ext cx="11170285" cy="2595880"/>
            </a:xfrm>
            <a:custGeom>
              <a:avLst/>
              <a:gdLst/>
              <a:ahLst/>
              <a:cxnLst/>
              <a:rect l="l" t="t" r="r" b="b"/>
              <a:pathLst>
                <a:path w="11170285" h="2595879">
                  <a:moveTo>
                    <a:pt x="11170031" y="0"/>
                  </a:moveTo>
                  <a:lnTo>
                    <a:pt x="0" y="0"/>
                  </a:lnTo>
                  <a:lnTo>
                    <a:pt x="0" y="2595880"/>
                  </a:lnTo>
                  <a:lnTo>
                    <a:pt x="11170031" y="2595880"/>
                  </a:lnTo>
                  <a:lnTo>
                    <a:pt x="11170031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2127123" y="2564383"/>
              <a:ext cx="6682740" cy="370840"/>
            </a:xfrm>
            <a:custGeom>
              <a:avLst/>
              <a:gdLst/>
              <a:ahLst/>
              <a:cxnLst/>
              <a:rect l="l" t="t" r="r" b="b"/>
              <a:pathLst>
                <a:path w="6682740" h="370839">
                  <a:moveTo>
                    <a:pt x="742492" y="0"/>
                  </a:moveTo>
                  <a:lnTo>
                    <a:pt x="0" y="0"/>
                  </a:lnTo>
                  <a:lnTo>
                    <a:pt x="0" y="370840"/>
                  </a:lnTo>
                  <a:lnTo>
                    <a:pt x="742492" y="370840"/>
                  </a:lnTo>
                  <a:lnTo>
                    <a:pt x="742492" y="0"/>
                  </a:lnTo>
                  <a:close/>
                </a:path>
                <a:path w="6682740" h="370839">
                  <a:moveTo>
                    <a:pt x="2969945" y="0"/>
                  </a:moveTo>
                  <a:lnTo>
                    <a:pt x="2969945" y="0"/>
                  </a:lnTo>
                  <a:lnTo>
                    <a:pt x="742569" y="0"/>
                  </a:lnTo>
                  <a:lnTo>
                    <a:pt x="742569" y="370840"/>
                  </a:lnTo>
                  <a:lnTo>
                    <a:pt x="2969945" y="370840"/>
                  </a:lnTo>
                  <a:lnTo>
                    <a:pt x="2969945" y="0"/>
                  </a:lnTo>
                  <a:close/>
                </a:path>
                <a:path w="6682740" h="370839">
                  <a:moveTo>
                    <a:pt x="4454957" y="0"/>
                  </a:moveTo>
                  <a:lnTo>
                    <a:pt x="3712514" y="0"/>
                  </a:lnTo>
                  <a:lnTo>
                    <a:pt x="2970022" y="0"/>
                  </a:lnTo>
                  <a:lnTo>
                    <a:pt x="2970022" y="370840"/>
                  </a:lnTo>
                  <a:lnTo>
                    <a:pt x="3712464" y="370840"/>
                  </a:lnTo>
                  <a:lnTo>
                    <a:pt x="4454957" y="370840"/>
                  </a:lnTo>
                  <a:lnTo>
                    <a:pt x="4454957" y="0"/>
                  </a:lnTo>
                  <a:close/>
                </a:path>
                <a:path w="6682740" h="370839">
                  <a:moveTo>
                    <a:pt x="5939968" y="0"/>
                  </a:moveTo>
                  <a:lnTo>
                    <a:pt x="5197513" y="0"/>
                  </a:lnTo>
                  <a:lnTo>
                    <a:pt x="4455033" y="0"/>
                  </a:lnTo>
                  <a:lnTo>
                    <a:pt x="4455033" y="370840"/>
                  </a:lnTo>
                  <a:lnTo>
                    <a:pt x="5197475" y="370840"/>
                  </a:lnTo>
                  <a:lnTo>
                    <a:pt x="5939968" y="370840"/>
                  </a:lnTo>
                  <a:lnTo>
                    <a:pt x="5939968" y="0"/>
                  </a:lnTo>
                  <a:close/>
                </a:path>
                <a:path w="6682740" h="370839">
                  <a:moveTo>
                    <a:pt x="6682537" y="0"/>
                  </a:moveTo>
                  <a:lnTo>
                    <a:pt x="5940044" y="0"/>
                  </a:lnTo>
                  <a:lnTo>
                    <a:pt x="5940044" y="370840"/>
                  </a:lnTo>
                  <a:lnTo>
                    <a:pt x="6682537" y="370840"/>
                  </a:lnTo>
                  <a:lnTo>
                    <a:pt x="6682537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/>
          <p:nvPr/>
        </p:nvSpPr>
        <p:spPr>
          <a:xfrm>
            <a:off x="2165604" y="2959349"/>
            <a:ext cx="6653530" cy="424180"/>
          </a:xfrm>
          <a:custGeom>
            <a:avLst/>
            <a:gdLst/>
            <a:ahLst/>
            <a:cxnLst/>
            <a:rect l="l" t="t" r="r" b="b"/>
            <a:pathLst>
              <a:path w="6653530" h="424180">
                <a:moveTo>
                  <a:pt x="0" y="70612"/>
                </a:moveTo>
                <a:lnTo>
                  <a:pt x="5550" y="43130"/>
                </a:lnTo>
                <a:lnTo>
                  <a:pt x="20685" y="20685"/>
                </a:lnTo>
                <a:lnTo>
                  <a:pt x="43130" y="5550"/>
                </a:lnTo>
                <a:lnTo>
                  <a:pt x="70612" y="0"/>
                </a:lnTo>
                <a:lnTo>
                  <a:pt x="6582410" y="0"/>
                </a:lnTo>
                <a:lnTo>
                  <a:pt x="6609891" y="5550"/>
                </a:lnTo>
                <a:lnTo>
                  <a:pt x="6632336" y="20685"/>
                </a:lnTo>
                <a:lnTo>
                  <a:pt x="6647471" y="43130"/>
                </a:lnTo>
                <a:lnTo>
                  <a:pt x="6653022" y="70612"/>
                </a:lnTo>
                <a:lnTo>
                  <a:pt x="6653022" y="353060"/>
                </a:lnTo>
                <a:lnTo>
                  <a:pt x="6647471" y="380541"/>
                </a:lnTo>
                <a:lnTo>
                  <a:pt x="6632336" y="402986"/>
                </a:lnTo>
                <a:lnTo>
                  <a:pt x="6609891" y="418121"/>
                </a:lnTo>
                <a:lnTo>
                  <a:pt x="6582410" y="423672"/>
                </a:lnTo>
                <a:lnTo>
                  <a:pt x="70612" y="423672"/>
                </a:lnTo>
                <a:lnTo>
                  <a:pt x="43130" y="418121"/>
                </a:lnTo>
                <a:lnTo>
                  <a:pt x="20685" y="402986"/>
                </a:lnTo>
                <a:lnTo>
                  <a:pt x="5550" y="380541"/>
                </a:lnTo>
                <a:lnTo>
                  <a:pt x="0" y="353060"/>
                </a:lnTo>
                <a:lnTo>
                  <a:pt x="0" y="70612"/>
                </a:lnTo>
                <a:close/>
              </a:path>
            </a:pathLst>
          </a:custGeom>
          <a:ln w="31750">
            <a:solidFill>
              <a:srgbClr val="006FC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7" name="object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32293903"/>
              </p:ext>
            </p:extLst>
          </p:nvPr>
        </p:nvGraphicFramePr>
        <p:xfrm>
          <a:off x="603250" y="2228337"/>
          <a:ext cx="11176634" cy="25927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29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1800" spc="-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𝒄]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0000"/>
                      </a:solidFill>
                      <a:prstDash val="sysDash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0000"/>
                      </a:solidFill>
                      <a:prstDash val="sysDash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76200">
                      <a:solidFill>
                        <a:srgbClr val="FF0000"/>
                      </a:solidFill>
                      <a:prstDash val="sysDash"/>
                    </a:lnR>
                    <a:lnT w="571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000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76200">
                      <a:solidFill>
                        <a:srgbClr val="FF0000"/>
                      </a:solidFill>
                      <a:prstDash val="sysDash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000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8" name="object 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36783971"/>
              </p:ext>
            </p:extLst>
          </p:nvPr>
        </p:nvGraphicFramePr>
        <p:xfrm>
          <a:off x="603250" y="1298696"/>
          <a:ext cx="4509135" cy="7410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85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 marL="25654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𝒗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𝒑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 dirty="0">
                          <a:latin typeface="Times New Roman"/>
                          <a:cs typeface="Times New Roman"/>
                        </a:rPr>
                        <a:t>24</a:t>
                      </a:r>
                      <a:endParaRPr sz="18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dirty="0">
                          <a:latin typeface="Times New Roman"/>
                          <a:cs typeface="Times New Roman"/>
                        </a:rPr>
                        <a:t>9</a:t>
                      </a:r>
                      <a:endParaRPr sz="18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9" name="object 9"/>
          <p:cNvSpPr txBox="1"/>
          <p:nvPr/>
        </p:nvSpPr>
        <p:spPr>
          <a:xfrm>
            <a:off x="10707116" y="1787138"/>
            <a:ext cx="9772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=</a:t>
            </a:r>
            <a:r>
              <a:rPr sz="2400" spc="130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𝟏𝟑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3974338" y="5281929"/>
            <a:ext cx="72390" cy="307340"/>
          </a:xfrm>
          <a:custGeom>
            <a:avLst/>
            <a:gdLst/>
            <a:ahLst/>
            <a:cxnLst/>
            <a:rect l="l" t="t" r="r" b="b"/>
            <a:pathLst>
              <a:path w="72389" h="307339">
                <a:moveTo>
                  <a:pt x="71882" y="0"/>
                </a:moveTo>
                <a:lnTo>
                  <a:pt x="0" y="0"/>
                </a:lnTo>
                <a:lnTo>
                  <a:pt x="0" y="11430"/>
                </a:lnTo>
                <a:lnTo>
                  <a:pt x="45085" y="11430"/>
                </a:lnTo>
                <a:lnTo>
                  <a:pt x="45085" y="294640"/>
                </a:lnTo>
                <a:lnTo>
                  <a:pt x="0" y="294640"/>
                </a:lnTo>
                <a:lnTo>
                  <a:pt x="0" y="307340"/>
                </a:lnTo>
                <a:lnTo>
                  <a:pt x="71882" y="307340"/>
                </a:lnTo>
                <a:lnTo>
                  <a:pt x="71882" y="294640"/>
                </a:lnTo>
                <a:lnTo>
                  <a:pt x="71882" y="11430"/>
                </a:lnTo>
                <a:lnTo>
                  <a:pt x="718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3476117" y="5281929"/>
            <a:ext cx="72390" cy="307340"/>
          </a:xfrm>
          <a:custGeom>
            <a:avLst/>
            <a:gdLst/>
            <a:ahLst/>
            <a:cxnLst/>
            <a:rect l="l" t="t" r="r" b="b"/>
            <a:pathLst>
              <a:path w="72389" h="307339">
                <a:moveTo>
                  <a:pt x="71882" y="0"/>
                </a:moveTo>
                <a:lnTo>
                  <a:pt x="0" y="0"/>
                </a:lnTo>
                <a:lnTo>
                  <a:pt x="0" y="11430"/>
                </a:lnTo>
                <a:lnTo>
                  <a:pt x="0" y="294640"/>
                </a:lnTo>
                <a:lnTo>
                  <a:pt x="0" y="307340"/>
                </a:lnTo>
                <a:lnTo>
                  <a:pt x="71882" y="307340"/>
                </a:lnTo>
                <a:lnTo>
                  <a:pt x="71882" y="294640"/>
                </a:lnTo>
                <a:lnTo>
                  <a:pt x="26797" y="294640"/>
                </a:lnTo>
                <a:lnTo>
                  <a:pt x="26797" y="11430"/>
                </a:lnTo>
                <a:lnTo>
                  <a:pt x="71882" y="11430"/>
                </a:lnTo>
                <a:lnTo>
                  <a:pt x="718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 txBox="1"/>
          <p:nvPr/>
        </p:nvSpPr>
        <p:spPr>
          <a:xfrm>
            <a:off x="1549908" y="5187188"/>
            <a:ext cx="2430780" cy="42164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2600" spc="-35">
                <a:latin typeface="PMingLiU"/>
                <a:cs typeface="PMingLiU"/>
              </a:rPr>
              <a:t>递推公式</a:t>
            </a:r>
            <a:r>
              <a:rPr sz="2600">
                <a:latin typeface="PMingLiU"/>
                <a:cs typeface="PMingLiU"/>
              </a:rPr>
              <a:t>：</a:t>
            </a:r>
            <a:r>
              <a:rPr sz="2600">
                <a:latin typeface="Cambria Math"/>
                <a:cs typeface="Cambria Math"/>
              </a:rPr>
              <a:t>𝑷</a:t>
            </a:r>
            <a:r>
              <a:rPr sz="2600" spc="335">
                <a:latin typeface="Cambria Math"/>
                <a:cs typeface="Cambria Math"/>
              </a:rPr>
              <a:t> </a:t>
            </a:r>
            <a:r>
              <a:rPr sz="2600" spc="-10">
                <a:latin typeface="Cambria Math"/>
                <a:cs typeface="Cambria Math"/>
              </a:rPr>
              <a:t>𝒊,</a:t>
            </a:r>
            <a:r>
              <a:rPr sz="2600" spc="-140">
                <a:latin typeface="Cambria Math"/>
                <a:cs typeface="Cambria Math"/>
              </a:rPr>
              <a:t> </a:t>
            </a:r>
            <a:r>
              <a:rPr sz="2600" spc="-50">
                <a:latin typeface="Cambria Math"/>
                <a:cs typeface="Cambria Math"/>
              </a:rPr>
              <a:t>𝒄</a:t>
            </a:r>
            <a:endParaRPr sz="2600">
              <a:latin typeface="Cambria Math"/>
              <a:cs typeface="Cambria Math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7476490" y="5236209"/>
            <a:ext cx="189865" cy="398780"/>
          </a:xfrm>
          <a:custGeom>
            <a:avLst/>
            <a:gdLst/>
            <a:ahLst/>
            <a:cxnLst/>
            <a:rect l="l" t="t" r="r" b="b"/>
            <a:pathLst>
              <a:path w="189865" h="398779">
                <a:moveTo>
                  <a:pt x="71882" y="45720"/>
                </a:moveTo>
                <a:lnTo>
                  <a:pt x="0" y="45720"/>
                </a:lnTo>
                <a:lnTo>
                  <a:pt x="0" y="57150"/>
                </a:lnTo>
                <a:lnTo>
                  <a:pt x="45085" y="57150"/>
                </a:lnTo>
                <a:lnTo>
                  <a:pt x="45085" y="340360"/>
                </a:lnTo>
                <a:lnTo>
                  <a:pt x="0" y="340360"/>
                </a:lnTo>
                <a:lnTo>
                  <a:pt x="0" y="353060"/>
                </a:lnTo>
                <a:lnTo>
                  <a:pt x="71882" y="353060"/>
                </a:lnTo>
                <a:lnTo>
                  <a:pt x="71882" y="340360"/>
                </a:lnTo>
                <a:lnTo>
                  <a:pt x="71882" y="57150"/>
                </a:lnTo>
                <a:lnTo>
                  <a:pt x="71882" y="45720"/>
                </a:lnTo>
                <a:close/>
              </a:path>
              <a:path w="189865" h="398779">
                <a:moveTo>
                  <a:pt x="189611" y="0"/>
                </a:moveTo>
                <a:lnTo>
                  <a:pt x="116205" y="0"/>
                </a:lnTo>
                <a:lnTo>
                  <a:pt x="116205" y="12700"/>
                </a:lnTo>
                <a:lnTo>
                  <a:pt x="159639" y="12700"/>
                </a:lnTo>
                <a:lnTo>
                  <a:pt x="159639" y="384810"/>
                </a:lnTo>
                <a:lnTo>
                  <a:pt x="116205" y="384810"/>
                </a:lnTo>
                <a:lnTo>
                  <a:pt x="116205" y="398780"/>
                </a:lnTo>
                <a:lnTo>
                  <a:pt x="189611" y="398780"/>
                </a:lnTo>
                <a:lnTo>
                  <a:pt x="189611" y="384810"/>
                </a:lnTo>
                <a:lnTo>
                  <a:pt x="189611" y="12700"/>
                </a:lnTo>
                <a:lnTo>
                  <a:pt x="189611" y="0"/>
                </a:lnTo>
                <a:close/>
              </a:path>
            </a:pathLst>
          </a:custGeom>
          <a:solidFill>
            <a:srgbClr val="CACA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557139" y="5236209"/>
            <a:ext cx="73660" cy="398780"/>
          </a:xfrm>
          <a:custGeom>
            <a:avLst/>
            <a:gdLst/>
            <a:ahLst/>
            <a:cxnLst/>
            <a:rect l="l" t="t" r="r" b="b"/>
            <a:pathLst>
              <a:path w="73660" h="398779">
                <a:moveTo>
                  <a:pt x="73406" y="0"/>
                </a:moveTo>
                <a:lnTo>
                  <a:pt x="0" y="0"/>
                </a:lnTo>
                <a:lnTo>
                  <a:pt x="0" y="12700"/>
                </a:lnTo>
                <a:lnTo>
                  <a:pt x="0" y="384810"/>
                </a:lnTo>
                <a:lnTo>
                  <a:pt x="0" y="398780"/>
                </a:lnTo>
                <a:lnTo>
                  <a:pt x="73406" y="398780"/>
                </a:lnTo>
                <a:lnTo>
                  <a:pt x="73406" y="384810"/>
                </a:lnTo>
                <a:lnTo>
                  <a:pt x="29972" y="384810"/>
                </a:lnTo>
                <a:lnTo>
                  <a:pt x="29972" y="12700"/>
                </a:lnTo>
                <a:lnTo>
                  <a:pt x="73406" y="12700"/>
                </a:lnTo>
                <a:lnTo>
                  <a:pt x="73406" y="0"/>
                </a:lnTo>
                <a:close/>
              </a:path>
            </a:pathLst>
          </a:custGeom>
          <a:solidFill>
            <a:srgbClr val="CACA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7267829" y="5281929"/>
            <a:ext cx="72390" cy="307340"/>
          </a:xfrm>
          <a:custGeom>
            <a:avLst/>
            <a:gdLst/>
            <a:ahLst/>
            <a:cxnLst/>
            <a:rect l="l" t="t" r="r" b="b"/>
            <a:pathLst>
              <a:path w="72390" h="307339">
                <a:moveTo>
                  <a:pt x="71882" y="0"/>
                </a:moveTo>
                <a:lnTo>
                  <a:pt x="0" y="0"/>
                </a:lnTo>
                <a:lnTo>
                  <a:pt x="0" y="11430"/>
                </a:lnTo>
                <a:lnTo>
                  <a:pt x="0" y="294640"/>
                </a:lnTo>
                <a:lnTo>
                  <a:pt x="0" y="307340"/>
                </a:lnTo>
                <a:lnTo>
                  <a:pt x="71882" y="307340"/>
                </a:lnTo>
                <a:lnTo>
                  <a:pt x="71882" y="294640"/>
                </a:lnTo>
                <a:lnTo>
                  <a:pt x="26797" y="294640"/>
                </a:lnTo>
                <a:lnTo>
                  <a:pt x="26797" y="11430"/>
                </a:lnTo>
                <a:lnTo>
                  <a:pt x="71882" y="11430"/>
                </a:lnTo>
                <a:lnTo>
                  <a:pt x="71882" y="0"/>
                </a:lnTo>
                <a:close/>
              </a:path>
            </a:pathLst>
          </a:custGeom>
          <a:solidFill>
            <a:srgbClr val="CACA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 txBox="1"/>
          <p:nvPr/>
        </p:nvSpPr>
        <p:spPr>
          <a:xfrm>
            <a:off x="4161535" y="5187188"/>
            <a:ext cx="3321685" cy="42164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2600">
                <a:latin typeface="Cambria Math"/>
                <a:cs typeface="Cambria Math"/>
              </a:rPr>
              <a:t>=</a:t>
            </a:r>
            <a:r>
              <a:rPr sz="2600" spc="110">
                <a:latin typeface="Cambria Math"/>
                <a:cs typeface="Cambria Math"/>
              </a:rPr>
              <a:t> </a:t>
            </a:r>
            <a:r>
              <a:rPr sz="2600">
                <a:latin typeface="Cambria Math"/>
                <a:cs typeface="Cambria Math"/>
              </a:rPr>
              <a:t>𝐦𝐚𝐱{</a:t>
            </a:r>
            <a:r>
              <a:rPr sz="2600">
                <a:solidFill>
                  <a:srgbClr val="CACACA"/>
                </a:solidFill>
                <a:latin typeface="Cambria Math"/>
                <a:cs typeface="Cambria Math"/>
              </a:rPr>
              <a:t>𝑷</a:t>
            </a:r>
            <a:r>
              <a:rPr sz="2600" spc="325">
                <a:solidFill>
                  <a:srgbClr val="CACACA"/>
                </a:solidFill>
                <a:latin typeface="Cambria Math"/>
                <a:cs typeface="Cambria Math"/>
              </a:rPr>
              <a:t> </a:t>
            </a:r>
            <a:r>
              <a:rPr sz="2600">
                <a:solidFill>
                  <a:srgbClr val="CACACA"/>
                </a:solidFill>
                <a:latin typeface="Cambria Math"/>
                <a:cs typeface="Cambria Math"/>
              </a:rPr>
              <a:t>𝒊</a:t>
            </a:r>
            <a:r>
              <a:rPr sz="2600" spc="-15">
                <a:solidFill>
                  <a:srgbClr val="CACACA"/>
                </a:solidFill>
                <a:latin typeface="Cambria Math"/>
                <a:cs typeface="Cambria Math"/>
              </a:rPr>
              <a:t> </a:t>
            </a:r>
            <a:r>
              <a:rPr sz="2600">
                <a:solidFill>
                  <a:srgbClr val="CACACA"/>
                </a:solidFill>
                <a:latin typeface="Cambria Math"/>
                <a:cs typeface="Cambria Math"/>
              </a:rPr>
              <a:t>−</a:t>
            </a:r>
            <a:r>
              <a:rPr sz="2600" spc="-15">
                <a:solidFill>
                  <a:srgbClr val="CACACA"/>
                </a:solidFill>
                <a:latin typeface="Cambria Math"/>
                <a:cs typeface="Cambria Math"/>
              </a:rPr>
              <a:t> </a:t>
            </a:r>
            <a:r>
              <a:rPr sz="2600" spc="-20">
                <a:solidFill>
                  <a:srgbClr val="CACACA"/>
                </a:solidFill>
                <a:latin typeface="Cambria Math"/>
                <a:cs typeface="Cambria Math"/>
              </a:rPr>
              <a:t>𝟏,</a:t>
            </a:r>
            <a:r>
              <a:rPr sz="2600" spc="-140">
                <a:solidFill>
                  <a:srgbClr val="CACACA"/>
                </a:solidFill>
                <a:latin typeface="Cambria Math"/>
                <a:cs typeface="Cambria Math"/>
              </a:rPr>
              <a:t> </a:t>
            </a:r>
            <a:r>
              <a:rPr sz="2600">
                <a:solidFill>
                  <a:srgbClr val="CACACA"/>
                </a:solidFill>
                <a:latin typeface="Cambria Math"/>
                <a:cs typeface="Cambria Math"/>
              </a:rPr>
              <a:t>𝒄</a:t>
            </a:r>
            <a:r>
              <a:rPr sz="2600" spc="-15">
                <a:solidFill>
                  <a:srgbClr val="CACACA"/>
                </a:solidFill>
                <a:latin typeface="Cambria Math"/>
                <a:cs typeface="Cambria Math"/>
              </a:rPr>
              <a:t> </a:t>
            </a:r>
            <a:r>
              <a:rPr sz="2600">
                <a:solidFill>
                  <a:srgbClr val="CACACA"/>
                </a:solidFill>
                <a:latin typeface="Cambria Math"/>
                <a:cs typeface="Cambria Math"/>
              </a:rPr>
              <a:t>−</a:t>
            </a:r>
            <a:r>
              <a:rPr sz="2600" spc="-15">
                <a:solidFill>
                  <a:srgbClr val="CACACA"/>
                </a:solidFill>
                <a:latin typeface="Cambria Math"/>
                <a:cs typeface="Cambria Math"/>
              </a:rPr>
              <a:t> </a:t>
            </a:r>
            <a:r>
              <a:rPr sz="2600">
                <a:solidFill>
                  <a:srgbClr val="CACACA"/>
                </a:solidFill>
                <a:latin typeface="Cambria Math"/>
                <a:cs typeface="Cambria Math"/>
              </a:rPr>
              <a:t>𝒗</a:t>
            </a:r>
            <a:r>
              <a:rPr sz="2600" spc="310">
                <a:solidFill>
                  <a:srgbClr val="CACACA"/>
                </a:solidFill>
                <a:latin typeface="Cambria Math"/>
                <a:cs typeface="Cambria Math"/>
              </a:rPr>
              <a:t> </a:t>
            </a:r>
            <a:r>
              <a:rPr sz="2600" spc="-50">
                <a:solidFill>
                  <a:srgbClr val="CACACA"/>
                </a:solidFill>
                <a:latin typeface="Cambria Math"/>
                <a:cs typeface="Cambria Math"/>
              </a:rPr>
              <a:t>𝒊</a:t>
            </a:r>
            <a:endParaRPr sz="2600">
              <a:latin typeface="Cambria Math"/>
              <a:cs typeface="Cambria Math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7763002" y="5187188"/>
            <a:ext cx="2726055" cy="42164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123950" algn="l"/>
              </a:tabLst>
            </a:pPr>
            <a:r>
              <a:rPr sz="2600">
                <a:solidFill>
                  <a:srgbClr val="CACACA"/>
                </a:solidFill>
                <a:latin typeface="Cambria Math"/>
                <a:cs typeface="Cambria Math"/>
              </a:rPr>
              <a:t>+</a:t>
            </a:r>
            <a:r>
              <a:rPr sz="2600" spc="-15">
                <a:solidFill>
                  <a:srgbClr val="CACACA"/>
                </a:solidFill>
                <a:latin typeface="Cambria Math"/>
                <a:cs typeface="Cambria Math"/>
              </a:rPr>
              <a:t> </a:t>
            </a:r>
            <a:r>
              <a:rPr sz="2600" spc="-20">
                <a:solidFill>
                  <a:srgbClr val="CACACA"/>
                </a:solidFill>
                <a:latin typeface="Cambria Math"/>
                <a:cs typeface="Cambria Math"/>
              </a:rPr>
              <a:t>𝒑[𝒊],</a:t>
            </a:r>
            <a:r>
              <a:rPr sz="2600">
                <a:solidFill>
                  <a:srgbClr val="CACACA"/>
                </a:solidFill>
                <a:latin typeface="Cambria Math"/>
                <a:cs typeface="Cambria Math"/>
              </a:rPr>
              <a:t>	</a:t>
            </a:r>
            <a:r>
              <a:rPr sz="2600">
                <a:solidFill>
                  <a:srgbClr val="FF0000"/>
                </a:solidFill>
                <a:latin typeface="Cambria Math"/>
                <a:cs typeface="Cambria Math"/>
              </a:rPr>
              <a:t>𝑷[𝒊</a:t>
            </a:r>
            <a:r>
              <a:rPr sz="2600" spc="-20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2600">
                <a:solidFill>
                  <a:srgbClr val="FF0000"/>
                </a:solidFill>
                <a:latin typeface="Cambria Math"/>
                <a:cs typeface="Cambria Math"/>
              </a:rPr>
              <a:t>−</a:t>
            </a:r>
            <a:r>
              <a:rPr sz="2600" spc="-15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2600" spc="-20">
                <a:solidFill>
                  <a:srgbClr val="FF0000"/>
                </a:solidFill>
                <a:latin typeface="Cambria Math"/>
                <a:cs typeface="Cambria Math"/>
              </a:rPr>
              <a:t>𝟏,</a:t>
            </a:r>
            <a:r>
              <a:rPr sz="2600" spc="-140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2600" spc="-25">
                <a:solidFill>
                  <a:srgbClr val="FF0000"/>
                </a:solidFill>
                <a:latin typeface="Cambria Math"/>
                <a:cs typeface="Cambria Math"/>
              </a:rPr>
              <a:t>𝒄]}</a:t>
            </a:r>
            <a:endParaRPr sz="2600">
              <a:latin typeface="Cambria Math"/>
              <a:cs typeface="Cambria Math"/>
            </a:endParaRPr>
          </a:p>
        </p:txBody>
      </p:sp>
      <p:sp>
        <p:nvSpPr>
          <p:cNvPr id="20" name="object 3">
            <a:extLst>
              <a:ext uri="{FF2B5EF4-FFF2-40B4-BE49-F238E27FC236}">
                <a16:creationId xmlns:a16="http://schemas.microsoft.com/office/drawing/2014/main" id="{E24C5F94-7663-E142-90D1-6422DB9B0819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61257" y="112482"/>
            <a:ext cx="3925124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算</a:t>
            </a:r>
            <a:r>
              <a:rPr lang="zh-CN" altLang="en-US" spc="-50" dirty="0">
                <a:latin typeface="SimSun" panose="02010600030101010101" pitchFamily="2" charset="-122"/>
                <a:ea typeface="SimSun" panose="02010600030101010101" pitchFamily="2" charset="-122"/>
              </a:rPr>
              <a:t>法实例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sp>
        <p:nvSpPr>
          <p:cNvPr id="21" name="圆角矩形 20">
            <a:extLst>
              <a:ext uri="{FF2B5EF4-FFF2-40B4-BE49-F238E27FC236}">
                <a16:creationId xmlns:a16="http://schemas.microsoft.com/office/drawing/2014/main" id="{29443AD1-CB5F-6B41-9320-97F36B82110F}"/>
              </a:ext>
            </a:extLst>
          </p:cNvPr>
          <p:cNvSpPr/>
          <p:nvPr/>
        </p:nvSpPr>
        <p:spPr>
          <a:xfrm>
            <a:off x="2127123" y="2582426"/>
            <a:ext cx="6692011" cy="376923"/>
          </a:xfrm>
          <a:prstGeom prst="roundRect">
            <a:avLst/>
          </a:prstGeom>
          <a:noFill/>
          <a:ln w="38100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/>
          </a:p>
        </p:txBody>
      </p:sp>
      <p:sp>
        <p:nvSpPr>
          <p:cNvPr id="22" name="圆角矩形 21">
            <a:extLst>
              <a:ext uri="{FF2B5EF4-FFF2-40B4-BE49-F238E27FC236}">
                <a16:creationId xmlns:a16="http://schemas.microsoft.com/office/drawing/2014/main" id="{7A02EB8F-9BD9-5544-AB4C-7BAB6006D104}"/>
              </a:ext>
            </a:extLst>
          </p:cNvPr>
          <p:cNvSpPr/>
          <p:nvPr/>
        </p:nvSpPr>
        <p:spPr>
          <a:xfrm>
            <a:off x="2145508" y="2989493"/>
            <a:ext cx="6644259" cy="387857"/>
          </a:xfrm>
          <a:prstGeom prst="roundRect">
            <a:avLst/>
          </a:prstGeom>
          <a:noFill/>
          <a:ln w="38100">
            <a:solidFill>
              <a:schemeClr val="accent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/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53266919"/>
              </p:ext>
            </p:extLst>
          </p:nvPr>
        </p:nvGraphicFramePr>
        <p:xfrm>
          <a:off x="603250" y="2228335"/>
          <a:ext cx="11176634" cy="25927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29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1800" spc="-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𝒄]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4" name="object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97853819"/>
              </p:ext>
            </p:extLst>
          </p:nvPr>
        </p:nvGraphicFramePr>
        <p:xfrm>
          <a:off x="603250" y="1298694"/>
          <a:ext cx="4509135" cy="7410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85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 marL="25654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𝒗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𝒑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object 5"/>
          <p:cNvSpPr txBox="1"/>
          <p:nvPr/>
        </p:nvSpPr>
        <p:spPr>
          <a:xfrm>
            <a:off x="10707116" y="1787136"/>
            <a:ext cx="9772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=</a:t>
            </a:r>
            <a:r>
              <a:rPr sz="2400" spc="130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𝟏𝟑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8871204" y="2236208"/>
            <a:ext cx="647700" cy="340360"/>
          </a:xfrm>
          <a:custGeom>
            <a:avLst/>
            <a:gdLst/>
            <a:ahLst/>
            <a:cxnLst/>
            <a:rect l="l" t="t" r="r" b="b"/>
            <a:pathLst>
              <a:path w="647700" h="340360">
                <a:moveTo>
                  <a:pt x="0" y="56642"/>
                </a:moveTo>
                <a:lnTo>
                  <a:pt x="4456" y="34611"/>
                </a:lnTo>
                <a:lnTo>
                  <a:pt x="16605" y="16605"/>
                </a:lnTo>
                <a:lnTo>
                  <a:pt x="34611" y="4456"/>
                </a:lnTo>
                <a:lnTo>
                  <a:pt x="56642" y="0"/>
                </a:lnTo>
                <a:lnTo>
                  <a:pt x="591057" y="0"/>
                </a:lnTo>
                <a:lnTo>
                  <a:pt x="613088" y="4456"/>
                </a:lnTo>
                <a:lnTo>
                  <a:pt x="631094" y="16605"/>
                </a:lnTo>
                <a:lnTo>
                  <a:pt x="643243" y="34611"/>
                </a:lnTo>
                <a:lnTo>
                  <a:pt x="647700" y="56642"/>
                </a:lnTo>
                <a:lnTo>
                  <a:pt x="647700" y="283210"/>
                </a:lnTo>
                <a:lnTo>
                  <a:pt x="643243" y="305240"/>
                </a:lnTo>
                <a:lnTo>
                  <a:pt x="631094" y="323246"/>
                </a:lnTo>
                <a:lnTo>
                  <a:pt x="613088" y="335395"/>
                </a:lnTo>
                <a:lnTo>
                  <a:pt x="591057" y="339851"/>
                </a:lnTo>
                <a:lnTo>
                  <a:pt x="56642" y="339851"/>
                </a:lnTo>
                <a:lnTo>
                  <a:pt x="34611" y="335395"/>
                </a:lnTo>
                <a:lnTo>
                  <a:pt x="16605" y="323246"/>
                </a:lnTo>
                <a:lnTo>
                  <a:pt x="4456" y="305240"/>
                </a:lnTo>
                <a:lnTo>
                  <a:pt x="0" y="283210"/>
                </a:lnTo>
                <a:lnTo>
                  <a:pt x="0" y="56642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3974338" y="5281929"/>
            <a:ext cx="72390" cy="307340"/>
          </a:xfrm>
          <a:custGeom>
            <a:avLst/>
            <a:gdLst/>
            <a:ahLst/>
            <a:cxnLst/>
            <a:rect l="l" t="t" r="r" b="b"/>
            <a:pathLst>
              <a:path w="72389" h="307339">
                <a:moveTo>
                  <a:pt x="71882" y="0"/>
                </a:moveTo>
                <a:lnTo>
                  <a:pt x="0" y="0"/>
                </a:lnTo>
                <a:lnTo>
                  <a:pt x="0" y="11430"/>
                </a:lnTo>
                <a:lnTo>
                  <a:pt x="45085" y="11430"/>
                </a:lnTo>
                <a:lnTo>
                  <a:pt x="45085" y="294640"/>
                </a:lnTo>
                <a:lnTo>
                  <a:pt x="0" y="294640"/>
                </a:lnTo>
                <a:lnTo>
                  <a:pt x="0" y="307340"/>
                </a:lnTo>
                <a:lnTo>
                  <a:pt x="71882" y="307340"/>
                </a:lnTo>
                <a:lnTo>
                  <a:pt x="71882" y="294640"/>
                </a:lnTo>
                <a:lnTo>
                  <a:pt x="71882" y="11430"/>
                </a:lnTo>
                <a:lnTo>
                  <a:pt x="718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3476117" y="5281929"/>
            <a:ext cx="72390" cy="307340"/>
          </a:xfrm>
          <a:custGeom>
            <a:avLst/>
            <a:gdLst/>
            <a:ahLst/>
            <a:cxnLst/>
            <a:rect l="l" t="t" r="r" b="b"/>
            <a:pathLst>
              <a:path w="72389" h="307339">
                <a:moveTo>
                  <a:pt x="71882" y="0"/>
                </a:moveTo>
                <a:lnTo>
                  <a:pt x="0" y="0"/>
                </a:lnTo>
                <a:lnTo>
                  <a:pt x="0" y="11430"/>
                </a:lnTo>
                <a:lnTo>
                  <a:pt x="0" y="294640"/>
                </a:lnTo>
                <a:lnTo>
                  <a:pt x="0" y="307340"/>
                </a:lnTo>
                <a:lnTo>
                  <a:pt x="71882" y="307340"/>
                </a:lnTo>
                <a:lnTo>
                  <a:pt x="71882" y="294640"/>
                </a:lnTo>
                <a:lnTo>
                  <a:pt x="26797" y="294640"/>
                </a:lnTo>
                <a:lnTo>
                  <a:pt x="26797" y="11430"/>
                </a:lnTo>
                <a:lnTo>
                  <a:pt x="71882" y="11430"/>
                </a:lnTo>
                <a:lnTo>
                  <a:pt x="718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 txBox="1"/>
          <p:nvPr/>
        </p:nvSpPr>
        <p:spPr>
          <a:xfrm>
            <a:off x="1549908" y="5187188"/>
            <a:ext cx="2430780" cy="42164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2600" spc="-35">
                <a:latin typeface="PMingLiU"/>
                <a:cs typeface="PMingLiU"/>
              </a:rPr>
              <a:t>递推公式</a:t>
            </a:r>
            <a:r>
              <a:rPr sz="2600">
                <a:latin typeface="PMingLiU"/>
                <a:cs typeface="PMingLiU"/>
              </a:rPr>
              <a:t>：</a:t>
            </a:r>
            <a:r>
              <a:rPr sz="2600">
                <a:latin typeface="Cambria Math"/>
                <a:cs typeface="Cambria Math"/>
              </a:rPr>
              <a:t>𝑷</a:t>
            </a:r>
            <a:r>
              <a:rPr sz="2600" spc="335">
                <a:latin typeface="Cambria Math"/>
                <a:cs typeface="Cambria Math"/>
              </a:rPr>
              <a:t> </a:t>
            </a:r>
            <a:r>
              <a:rPr sz="2600" spc="-10">
                <a:latin typeface="Cambria Math"/>
                <a:cs typeface="Cambria Math"/>
              </a:rPr>
              <a:t>𝒊,</a:t>
            </a:r>
            <a:r>
              <a:rPr sz="2600" spc="-140">
                <a:latin typeface="Cambria Math"/>
                <a:cs typeface="Cambria Math"/>
              </a:rPr>
              <a:t> </a:t>
            </a:r>
            <a:r>
              <a:rPr sz="2600" spc="-50">
                <a:latin typeface="Cambria Math"/>
                <a:cs typeface="Cambria Math"/>
              </a:rPr>
              <a:t>𝒄</a:t>
            </a:r>
            <a:endParaRPr sz="2600">
              <a:latin typeface="Cambria Math"/>
              <a:cs typeface="Cambria Math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7476490" y="5236209"/>
            <a:ext cx="189865" cy="398780"/>
          </a:xfrm>
          <a:custGeom>
            <a:avLst/>
            <a:gdLst/>
            <a:ahLst/>
            <a:cxnLst/>
            <a:rect l="l" t="t" r="r" b="b"/>
            <a:pathLst>
              <a:path w="189865" h="398779">
                <a:moveTo>
                  <a:pt x="71882" y="45720"/>
                </a:moveTo>
                <a:lnTo>
                  <a:pt x="0" y="45720"/>
                </a:lnTo>
                <a:lnTo>
                  <a:pt x="0" y="57150"/>
                </a:lnTo>
                <a:lnTo>
                  <a:pt x="45085" y="57150"/>
                </a:lnTo>
                <a:lnTo>
                  <a:pt x="45085" y="340360"/>
                </a:lnTo>
                <a:lnTo>
                  <a:pt x="0" y="340360"/>
                </a:lnTo>
                <a:lnTo>
                  <a:pt x="0" y="353060"/>
                </a:lnTo>
                <a:lnTo>
                  <a:pt x="71882" y="353060"/>
                </a:lnTo>
                <a:lnTo>
                  <a:pt x="71882" y="340360"/>
                </a:lnTo>
                <a:lnTo>
                  <a:pt x="71882" y="57150"/>
                </a:lnTo>
                <a:lnTo>
                  <a:pt x="71882" y="45720"/>
                </a:lnTo>
                <a:close/>
              </a:path>
              <a:path w="189865" h="398779">
                <a:moveTo>
                  <a:pt x="189611" y="0"/>
                </a:moveTo>
                <a:lnTo>
                  <a:pt x="116205" y="0"/>
                </a:lnTo>
                <a:lnTo>
                  <a:pt x="116205" y="12700"/>
                </a:lnTo>
                <a:lnTo>
                  <a:pt x="159639" y="12700"/>
                </a:lnTo>
                <a:lnTo>
                  <a:pt x="159639" y="384810"/>
                </a:lnTo>
                <a:lnTo>
                  <a:pt x="116205" y="384810"/>
                </a:lnTo>
                <a:lnTo>
                  <a:pt x="116205" y="398780"/>
                </a:lnTo>
                <a:lnTo>
                  <a:pt x="189611" y="398780"/>
                </a:lnTo>
                <a:lnTo>
                  <a:pt x="189611" y="384810"/>
                </a:lnTo>
                <a:lnTo>
                  <a:pt x="189611" y="12700"/>
                </a:lnTo>
                <a:lnTo>
                  <a:pt x="18961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557139" y="5236209"/>
            <a:ext cx="73660" cy="398780"/>
          </a:xfrm>
          <a:custGeom>
            <a:avLst/>
            <a:gdLst/>
            <a:ahLst/>
            <a:cxnLst/>
            <a:rect l="l" t="t" r="r" b="b"/>
            <a:pathLst>
              <a:path w="73660" h="398779">
                <a:moveTo>
                  <a:pt x="73406" y="0"/>
                </a:moveTo>
                <a:lnTo>
                  <a:pt x="0" y="0"/>
                </a:lnTo>
                <a:lnTo>
                  <a:pt x="0" y="12700"/>
                </a:lnTo>
                <a:lnTo>
                  <a:pt x="0" y="384810"/>
                </a:lnTo>
                <a:lnTo>
                  <a:pt x="0" y="398780"/>
                </a:lnTo>
                <a:lnTo>
                  <a:pt x="73406" y="398780"/>
                </a:lnTo>
                <a:lnTo>
                  <a:pt x="73406" y="384810"/>
                </a:lnTo>
                <a:lnTo>
                  <a:pt x="29972" y="384810"/>
                </a:lnTo>
                <a:lnTo>
                  <a:pt x="29972" y="12700"/>
                </a:lnTo>
                <a:lnTo>
                  <a:pt x="73406" y="12700"/>
                </a:lnTo>
                <a:lnTo>
                  <a:pt x="7340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7267829" y="5281929"/>
            <a:ext cx="72390" cy="307340"/>
          </a:xfrm>
          <a:custGeom>
            <a:avLst/>
            <a:gdLst/>
            <a:ahLst/>
            <a:cxnLst/>
            <a:rect l="l" t="t" r="r" b="b"/>
            <a:pathLst>
              <a:path w="72390" h="307339">
                <a:moveTo>
                  <a:pt x="71882" y="0"/>
                </a:moveTo>
                <a:lnTo>
                  <a:pt x="0" y="0"/>
                </a:lnTo>
                <a:lnTo>
                  <a:pt x="0" y="11430"/>
                </a:lnTo>
                <a:lnTo>
                  <a:pt x="0" y="294640"/>
                </a:lnTo>
                <a:lnTo>
                  <a:pt x="0" y="307340"/>
                </a:lnTo>
                <a:lnTo>
                  <a:pt x="71882" y="307340"/>
                </a:lnTo>
                <a:lnTo>
                  <a:pt x="71882" y="294640"/>
                </a:lnTo>
                <a:lnTo>
                  <a:pt x="26797" y="294640"/>
                </a:lnTo>
                <a:lnTo>
                  <a:pt x="26797" y="11430"/>
                </a:lnTo>
                <a:lnTo>
                  <a:pt x="71882" y="11430"/>
                </a:lnTo>
                <a:lnTo>
                  <a:pt x="718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 txBox="1"/>
          <p:nvPr/>
        </p:nvSpPr>
        <p:spPr>
          <a:xfrm>
            <a:off x="4161535" y="5187188"/>
            <a:ext cx="3321685" cy="42164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2600">
                <a:latin typeface="Cambria Math"/>
                <a:cs typeface="Cambria Math"/>
              </a:rPr>
              <a:t>=</a:t>
            </a:r>
            <a:r>
              <a:rPr sz="2600" spc="110">
                <a:latin typeface="Cambria Math"/>
                <a:cs typeface="Cambria Math"/>
              </a:rPr>
              <a:t> </a:t>
            </a:r>
            <a:r>
              <a:rPr sz="2600">
                <a:latin typeface="Cambria Math"/>
                <a:cs typeface="Cambria Math"/>
              </a:rPr>
              <a:t>𝐦𝐚𝐱{𝑷</a:t>
            </a:r>
            <a:r>
              <a:rPr sz="2600" spc="325">
                <a:latin typeface="Cambria Math"/>
                <a:cs typeface="Cambria Math"/>
              </a:rPr>
              <a:t> </a:t>
            </a:r>
            <a:r>
              <a:rPr sz="2600">
                <a:latin typeface="Cambria Math"/>
                <a:cs typeface="Cambria Math"/>
              </a:rPr>
              <a:t>𝒊</a:t>
            </a:r>
            <a:r>
              <a:rPr sz="2600" spc="-15">
                <a:latin typeface="Cambria Math"/>
                <a:cs typeface="Cambria Math"/>
              </a:rPr>
              <a:t> </a:t>
            </a:r>
            <a:r>
              <a:rPr sz="2600">
                <a:latin typeface="Cambria Math"/>
                <a:cs typeface="Cambria Math"/>
              </a:rPr>
              <a:t>−</a:t>
            </a:r>
            <a:r>
              <a:rPr sz="2600" spc="-15">
                <a:latin typeface="Cambria Math"/>
                <a:cs typeface="Cambria Math"/>
              </a:rPr>
              <a:t> </a:t>
            </a:r>
            <a:r>
              <a:rPr sz="2600" spc="-20">
                <a:latin typeface="Cambria Math"/>
                <a:cs typeface="Cambria Math"/>
              </a:rPr>
              <a:t>𝟏,</a:t>
            </a:r>
            <a:r>
              <a:rPr sz="2600" spc="-140">
                <a:latin typeface="Cambria Math"/>
                <a:cs typeface="Cambria Math"/>
              </a:rPr>
              <a:t> </a:t>
            </a:r>
            <a:r>
              <a:rPr sz="2600">
                <a:latin typeface="Cambria Math"/>
                <a:cs typeface="Cambria Math"/>
              </a:rPr>
              <a:t>𝒄</a:t>
            </a:r>
            <a:r>
              <a:rPr sz="2600" spc="-15">
                <a:latin typeface="Cambria Math"/>
                <a:cs typeface="Cambria Math"/>
              </a:rPr>
              <a:t> </a:t>
            </a:r>
            <a:r>
              <a:rPr sz="2600">
                <a:latin typeface="Cambria Math"/>
                <a:cs typeface="Cambria Math"/>
              </a:rPr>
              <a:t>−</a:t>
            </a:r>
            <a:r>
              <a:rPr sz="2600" spc="-15">
                <a:latin typeface="Cambria Math"/>
                <a:cs typeface="Cambria Math"/>
              </a:rPr>
              <a:t> </a:t>
            </a:r>
            <a:r>
              <a:rPr sz="2600">
                <a:latin typeface="Cambria Math"/>
                <a:cs typeface="Cambria Math"/>
              </a:rPr>
              <a:t>𝒗</a:t>
            </a:r>
            <a:r>
              <a:rPr sz="2600" spc="310">
                <a:latin typeface="Cambria Math"/>
                <a:cs typeface="Cambria Math"/>
              </a:rPr>
              <a:t> </a:t>
            </a:r>
            <a:r>
              <a:rPr sz="2600" spc="-50">
                <a:latin typeface="Cambria Math"/>
                <a:cs typeface="Cambria Math"/>
              </a:rPr>
              <a:t>𝒊</a:t>
            </a:r>
            <a:endParaRPr sz="2600">
              <a:latin typeface="Cambria Math"/>
              <a:cs typeface="Cambria Math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7763002" y="5187188"/>
            <a:ext cx="2726055" cy="42164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123950" algn="l"/>
              </a:tabLst>
            </a:pPr>
            <a:r>
              <a:rPr sz="2600">
                <a:latin typeface="Cambria Math"/>
                <a:cs typeface="Cambria Math"/>
              </a:rPr>
              <a:t>+</a:t>
            </a:r>
            <a:r>
              <a:rPr sz="2600" spc="-15">
                <a:latin typeface="Cambria Math"/>
                <a:cs typeface="Cambria Math"/>
              </a:rPr>
              <a:t> </a:t>
            </a:r>
            <a:r>
              <a:rPr sz="2600" spc="-20">
                <a:latin typeface="Cambria Math"/>
                <a:cs typeface="Cambria Math"/>
              </a:rPr>
              <a:t>𝒑[𝒊],</a:t>
            </a:r>
            <a:r>
              <a:rPr sz="2600">
                <a:latin typeface="Cambria Math"/>
                <a:cs typeface="Cambria Math"/>
              </a:rPr>
              <a:t>	𝑷[𝒊</a:t>
            </a:r>
            <a:r>
              <a:rPr sz="2600" spc="-20">
                <a:latin typeface="Cambria Math"/>
                <a:cs typeface="Cambria Math"/>
              </a:rPr>
              <a:t> </a:t>
            </a:r>
            <a:r>
              <a:rPr sz="2600">
                <a:latin typeface="Cambria Math"/>
                <a:cs typeface="Cambria Math"/>
              </a:rPr>
              <a:t>−</a:t>
            </a:r>
            <a:r>
              <a:rPr sz="2600" spc="-15">
                <a:latin typeface="Cambria Math"/>
                <a:cs typeface="Cambria Math"/>
              </a:rPr>
              <a:t> </a:t>
            </a:r>
            <a:r>
              <a:rPr sz="2600" spc="-20">
                <a:latin typeface="Cambria Math"/>
                <a:cs typeface="Cambria Math"/>
              </a:rPr>
              <a:t>𝟏,</a:t>
            </a:r>
            <a:r>
              <a:rPr sz="2600" spc="-140">
                <a:latin typeface="Cambria Math"/>
                <a:cs typeface="Cambria Math"/>
              </a:rPr>
              <a:t> </a:t>
            </a:r>
            <a:r>
              <a:rPr sz="2600" spc="-25">
                <a:latin typeface="Cambria Math"/>
                <a:cs typeface="Cambria Math"/>
              </a:rPr>
              <a:t>𝒄]}</a:t>
            </a:r>
            <a:endParaRPr sz="2600">
              <a:latin typeface="Cambria Math"/>
              <a:cs typeface="Cambria Math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675894" y="3000495"/>
            <a:ext cx="647700" cy="340995"/>
          </a:xfrm>
          <a:custGeom>
            <a:avLst/>
            <a:gdLst/>
            <a:ahLst/>
            <a:cxnLst/>
            <a:rect l="l" t="t" r="r" b="b"/>
            <a:pathLst>
              <a:path w="647700" h="340994">
                <a:moveTo>
                  <a:pt x="0" y="56769"/>
                </a:moveTo>
                <a:lnTo>
                  <a:pt x="4460" y="34665"/>
                </a:lnTo>
                <a:lnTo>
                  <a:pt x="16625" y="16621"/>
                </a:lnTo>
                <a:lnTo>
                  <a:pt x="34670" y="4458"/>
                </a:lnTo>
                <a:lnTo>
                  <a:pt x="56768" y="0"/>
                </a:lnTo>
                <a:lnTo>
                  <a:pt x="590931" y="0"/>
                </a:lnTo>
                <a:lnTo>
                  <a:pt x="613034" y="4458"/>
                </a:lnTo>
                <a:lnTo>
                  <a:pt x="631078" y="16621"/>
                </a:lnTo>
                <a:lnTo>
                  <a:pt x="643241" y="34665"/>
                </a:lnTo>
                <a:lnTo>
                  <a:pt x="647700" y="56769"/>
                </a:lnTo>
                <a:lnTo>
                  <a:pt x="647700" y="283845"/>
                </a:lnTo>
                <a:lnTo>
                  <a:pt x="643241" y="305948"/>
                </a:lnTo>
                <a:lnTo>
                  <a:pt x="631078" y="323992"/>
                </a:lnTo>
                <a:lnTo>
                  <a:pt x="613034" y="336155"/>
                </a:lnTo>
                <a:lnTo>
                  <a:pt x="590931" y="340613"/>
                </a:lnTo>
                <a:lnTo>
                  <a:pt x="56768" y="340613"/>
                </a:lnTo>
                <a:lnTo>
                  <a:pt x="34670" y="336155"/>
                </a:lnTo>
                <a:lnTo>
                  <a:pt x="16625" y="323992"/>
                </a:lnTo>
                <a:lnTo>
                  <a:pt x="4460" y="305948"/>
                </a:lnTo>
                <a:lnTo>
                  <a:pt x="0" y="283845"/>
                </a:lnTo>
                <a:lnTo>
                  <a:pt x="0" y="56769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8836914" y="3003542"/>
            <a:ext cx="711835" cy="340360"/>
          </a:xfrm>
          <a:custGeom>
            <a:avLst/>
            <a:gdLst/>
            <a:ahLst/>
            <a:cxnLst/>
            <a:rect l="l" t="t" r="r" b="b"/>
            <a:pathLst>
              <a:path w="711834" h="340360">
                <a:moveTo>
                  <a:pt x="0" y="56641"/>
                </a:moveTo>
                <a:lnTo>
                  <a:pt x="4456" y="34611"/>
                </a:lnTo>
                <a:lnTo>
                  <a:pt x="16605" y="16605"/>
                </a:lnTo>
                <a:lnTo>
                  <a:pt x="34611" y="4456"/>
                </a:lnTo>
                <a:lnTo>
                  <a:pt x="56641" y="0"/>
                </a:lnTo>
                <a:lnTo>
                  <a:pt x="655065" y="0"/>
                </a:lnTo>
                <a:lnTo>
                  <a:pt x="677096" y="4456"/>
                </a:lnTo>
                <a:lnTo>
                  <a:pt x="695102" y="16605"/>
                </a:lnTo>
                <a:lnTo>
                  <a:pt x="707251" y="34611"/>
                </a:lnTo>
                <a:lnTo>
                  <a:pt x="711707" y="56641"/>
                </a:lnTo>
                <a:lnTo>
                  <a:pt x="711707" y="283210"/>
                </a:lnTo>
                <a:lnTo>
                  <a:pt x="707251" y="305240"/>
                </a:lnTo>
                <a:lnTo>
                  <a:pt x="695102" y="323246"/>
                </a:lnTo>
                <a:lnTo>
                  <a:pt x="677096" y="335395"/>
                </a:lnTo>
                <a:lnTo>
                  <a:pt x="655065" y="339851"/>
                </a:lnTo>
                <a:lnTo>
                  <a:pt x="56641" y="339851"/>
                </a:lnTo>
                <a:lnTo>
                  <a:pt x="34611" y="335395"/>
                </a:lnTo>
                <a:lnTo>
                  <a:pt x="16605" y="323246"/>
                </a:lnTo>
                <a:lnTo>
                  <a:pt x="4456" y="305240"/>
                </a:lnTo>
                <a:lnTo>
                  <a:pt x="0" y="283210"/>
                </a:lnTo>
                <a:lnTo>
                  <a:pt x="0" y="56641"/>
                </a:lnTo>
                <a:close/>
              </a:path>
            </a:pathLst>
          </a:custGeom>
          <a:ln w="31750">
            <a:solidFill>
              <a:srgbClr val="006FC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3">
            <a:extLst>
              <a:ext uri="{FF2B5EF4-FFF2-40B4-BE49-F238E27FC236}">
                <a16:creationId xmlns:a16="http://schemas.microsoft.com/office/drawing/2014/main" id="{C37D8FFB-A323-9D42-9B80-8A01D2DB2984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61257" y="112482"/>
            <a:ext cx="3925124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算</a:t>
            </a:r>
            <a:r>
              <a:rPr lang="zh-CN" altLang="en-US" spc="-50" dirty="0">
                <a:latin typeface="SimSun" panose="02010600030101010101" pitchFamily="2" charset="-122"/>
                <a:ea typeface="SimSun" panose="02010600030101010101" pitchFamily="2" charset="-122"/>
              </a:rPr>
              <a:t>法实例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609600" y="2224639"/>
            <a:ext cx="11170285" cy="2595880"/>
            <a:chOff x="609600" y="1822704"/>
            <a:chExt cx="11170285" cy="2595880"/>
          </a:xfrm>
        </p:grpSpPr>
        <p:sp>
          <p:nvSpPr>
            <p:cNvPr id="4" name="object 4"/>
            <p:cNvSpPr/>
            <p:nvPr/>
          </p:nvSpPr>
          <p:spPr>
            <a:xfrm>
              <a:off x="609600" y="1822704"/>
              <a:ext cx="11170285" cy="2595880"/>
            </a:xfrm>
            <a:custGeom>
              <a:avLst/>
              <a:gdLst/>
              <a:ahLst/>
              <a:cxnLst/>
              <a:rect l="l" t="t" r="r" b="b"/>
              <a:pathLst>
                <a:path w="11170285" h="2595879">
                  <a:moveTo>
                    <a:pt x="11170031" y="0"/>
                  </a:moveTo>
                  <a:lnTo>
                    <a:pt x="0" y="0"/>
                  </a:lnTo>
                  <a:lnTo>
                    <a:pt x="0" y="2595880"/>
                  </a:lnTo>
                  <a:lnTo>
                    <a:pt x="11170031" y="2595880"/>
                  </a:lnTo>
                  <a:lnTo>
                    <a:pt x="11170031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8809608" y="2193544"/>
              <a:ext cx="742950" cy="370840"/>
            </a:xfrm>
            <a:custGeom>
              <a:avLst/>
              <a:gdLst/>
              <a:ahLst/>
              <a:cxnLst/>
              <a:rect l="l" t="t" r="r" b="b"/>
              <a:pathLst>
                <a:path w="742950" h="370839">
                  <a:moveTo>
                    <a:pt x="742492" y="0"/>
                  </a:moveTo>
                  <a:lnTo>
                    <a:pt x="0" y="0"/>
                  </a:lnTo>
                  <a:lnTo>
                    <a:pt x="0" y="370839"/>
                  </a:lnTo>
                  <a:lnTo>
                    <a:pt x="742492" y="370839"/>
                  </a:lnTo>
                  <a:lnTo>
                    <a:pt x="742492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6" name="object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48660244"/>
              </p:ext>
            </p:extLst>
          </p:nvPr>
        </p:nvGraphicFramePr>
        <p:xfrm>
          <a:off x="603250" y="2218289"/>
          <a:ext cx="11176634" cy="25927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29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1800" spc="-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𝒄]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7" name="object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65625232"/>
              </p:ext>
            </p:extLst>
          </p:nvPr>
        </p:nvGraphicFramePr>
        <p:xfrm>
          <a:off x="603250" y="1288648"/>
          <a:ext cx="4509135" cy="7410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85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 marL="25654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𝒗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𝒑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object 8"/>
          <p:cNvSpPr/>
          <p:nvPr/>
        </p:nvSpPr>
        <p:spPr>
          <a:xfrm>
            <a:off x="1434846" y="1674474"/>
            <a:ext cx="647700" cy="340360"/>
          </a:xfrm>
          <a:custGeom>
            <a:avLst/>
            <a:gdLst/>
            <a:ahLst/>
            <a:cxnLst/>
            <a:rect l="l" t="t" r="r" b="b"/>
            <a:pathLst>
              <a:path w="647700" h="340359">
                <a:moveTo>
                  <a:pt x="0" y="56642"/>
                </a:moveTo>
                <a:lnTo>
                  <a:pt x="4456" y="34611"/>
                </a:lnTo>
                <a:lnTo>
                  <a:pt x="16605" y="16605"/>
                </a:lnTo>
                <a:lnTo>
                  <a:pt x="34611" y="4456"/>
                </a:lnTo>
                <a:lnTo>
                  <a:pt x="56641" y="0"/>
                </a:lnTo>
                <a:lnTo>
                  <a:pt x="591058" y="0"/>
                </a:lnTo>
                <a:lnTo>
                  <a:pt x="613088" y="4456"/>
                </a:lnTo>
                <a:lnTo>
                  <a:pt x="631094" y="16605"/>
                </a:lnTo>
                <a:lnTo>
                  <a:pt x="643243" y="34611"/>
                </a:lnTo>
                <a:lnTo>
                  <a:pt x="647699" y="56642"/>
                </a:lnTo>
                <a:lnTo>
                  <a:pt x="647699" y="283210"/>
                </a:lnTo>
                <a:lnTo>
                  <a:pt x="643243" y="305240"/>
                </a:lnTo>
                <a:lnTo>
                  <a:pt x="631094" y="323246"/>
                </a:lnTo>
                <a:lnTo>
                  <a:pt x="613088" y="335395"/>
                </a:lnTo>
                <a:lnTo>
                  <a:pt x="591058" y="339851"/>
                </a:lnTo>
                <a:lnTo>
                  <a:pt x="56641" y="339851"/>
                </a:lnTo>
                <a:lnTo>
                  <a:pt x="34611" y="335395"/>
                </a:lnTo>
                <a:lnTo>
                  <a:pt x="16605" y="323246"/>
                </a:lnTo>
                <a:lnTo>
                  <a:pt x="4456" y="305240"/>
                </a:lnTo>
                <a:lnTo>
                  <a:pt x="0" y="283210"/>
                </a:lnTo>
                <a:lnTo>
                  <a:pt x="0" y="56642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 txBox="1"/>
          <p:nvPr/>
        </p:nvSpPr>
        <p:spPr>
          <a:xfrm>
            <a:off x="10707116" y="1777090"/>
            <a:ext cx="9772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=</a:t>
            </a:r>
            <a:r>
              <a:rPr sz="2400" spc="130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𝟏𝟑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8871204" y="2571349"/>
            <a:ext cx="647700" cy="340360"/>
          </a:xfrm>
          <a:custGeom>
            <a:avLst/>
            <a:gdLst/>
            <a:ahLst/>
            <a:cxnLst/>
            <a:rect l="l" t="t" r="r" b="b"/>
            <a:pathLst>
              <a:path w="647700" h="340360">
                <a:moveTo>
                  <a:pt x="0" y="56641"/>
                </a:moveTo>
                <a:lnTo>
                  <a:pt x="4456" y="34611"/>
                </a:lnTo>
                <a:lnTo>
                  <a:pt x="16605" y="16605"/>
                </a:lnTo>
                <a:lnTo>
                  <a:pt x="34611" y="4456"/>
                </a:lnTo>
                <a:lnTo>
                  <a:pt x="56642" y="0"/>
                </a:lnTo>
                <a:lnTo>
                  <a:pt x="591057" y="0"/>
                </a:lnTo>
                <a:lnTo>
                  <a:pt x="613088" y="4456"/>
                </a:lnTo>
                <a:lnTo>
                  <a:pt x="631094" y="16605"/>
                </a:lnTo>
                <a:lnTo>
                  <a:pt x="643243" y="34611"/>
                </a:lnTo>
                <a:lnTo>
                  <a:pt x="647700" y="56641"/>
                </a:lnTo>
                <a:lnTo>
                  <a:pt x="647700" y="283210"/>
                </a:lnTo>
                <a:lnTo>
                  <a:pt x="643243" y="305240"/>
                </a:lnTo>
                <a:lnTo>
                  <a:pt x="631094" y="323246"/>
                </a:lnTo>
                <a:lnTo>
                  <a:pt x="613088" y="335395"/>
                </a:lnTo>
                <a:lnTo>
                  <a:pt x="591057" y="339851"/>
                </a:lnTo>
                <a:lnTo>
                  <a:pt x="56642" y="339851"/>
                </a:lnTo>
                <a:lnTo>
                  <a:pt x="34611" y="335395"/>
                </a:lnTo>
                <a:lnTo>
                  <a:pt x="16605" y="323246"/>
                </a:lnTo>
                <a:lnTo>
                  <a:pt x="4456" y="305240"/>
                </a:lnTo>
                <a:lnTo>
                  <a:pt x="0" y="283210"/>
                </a:lnTo>
                <a:lnTo>
                  <a:pt x="0" y="56641"/>
                </a:lnTo>
                <a:close/>
              </a:path>
            </a:pathLst>
          </a:custGeom>
          <a:ln w="31750">
            <a:solidFill>
              <a:srgbClr val="00AF5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434846" y="2608686"/>
            <a:ext cx="647700" cy="340995"/>
          </a:xfrm>
          <a:custGeom>
            <a:avLst/>
            <a:gdLst/>
            <a:ahLst/>
            <a:cxnLst/>
            <a:rect l="l" t="t" r="r" b="b"/>
            <a:pathLst>
              <a:path w="647700" h="340994">
                <a:moveTo>
                  <a:pt x="0" y="56769"/>
                </a:moveTo>
                <a:lnTo>
                  <a:pt x="4458" y="34665"/>
                </a:lnTo>
                <a:lnTo>
                  <a:pt x="16621" y="16621"/>
                </a:lnTo>
                <a:lnTo>
                  <a:pt x="34665" y="4458"/>
                </a:lnTo>
                <a:lnTo>
                  <a:pt x="56768" y="0"/>
                </a:lnTo>
                <a:lnTo>
                  <a:pt x="590930" y="0"/>
                </a:lnTo>
                <a:lnTo>
                  <a:pt x="613034" y="4458"/>
                </a:lnTo>
                <a:lnTo>
                  <a:pt x="631078" y="16621"/>
                </a:lnTo>
                <a:lnTo>
                  <a:pt x="643241" y="34665"/>
                </a:lnTo>
                <a:lnTo>
                  <a:pt x="647699" y="56769"/>
                </a:lnTo>
                <a:lnTo>
                  <a:pt x="647699" y="283845"/>
                </a:lnTo>
                <a:lnTo>
                  <a:pt x="643241" y="305948"/>
                </a:lnTo>
                <a:lnTo>
                  <a:pt x="631078" y="323992"/>
                </a:lnTo>
                <a:lnTo>
                  <a:pt x="613034" y="336155"/>
                </a:lnTo>
                <a:lnTo>
                  <a:pt x="590930" y="340613"/>
                </a:lnTo>
                <a:lnTo>
                  <a:pt x="56768" y="340613"/>
                </a:lnTo>
                <a:lnTo>
                  <a:pt x="34665" y="336155"/>
                </a:lnTo>
                <a:lnTo>
                  <a:pt x="16621" y="323992"/>
                </a:lnTo>
                <a:lnTo>
                  <a:pt x="4458" y="305948"/>
                </a:lnTo>
                <a:lnTo>
                  <a:pt x="0" y="283845"/>
                </a:lnTo>
                <a:lnTo>
                  <a:pt x="0" y="56769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56505" y="5237479"/>
            <a:ext cx="71755" cy="307340"/>
          </a:xfrm>
          <a:custGeom>
            <a:avLst/>
            <a:gdLst/>
            <a:ahLst/>
            <a:cxnLst/>
            <a:rect l="l" t="t" r="r" b="b"/>
            <a:pathLst>
              <a:path w="71754" h="307339">
                <a:moveTo>
                  <a:pt x="71755" y="0"/>
                </a:moveTo>
                <a:lnTo>
                  <a:pt x="0" y="0"/>
                </a:lnTo>
                <a:lnTo>
                  <a:pt x="0" y="12700"/>
                </a:lnTo>
                <a:lnTo>
                  <a:pt x="45085" y="12700"/>
                </a:lnTo>
                <a:lnTo>
                  <a:pt x="45085" y="294640"/>
                </a:lnTo>
                <a:lnTo>
                  <a:pt x="0" y="294640"/>
                </a:lnTo>
                <a:lnTo>
                  <a:pt x="0" y="307340"/>
                </a:lnTo>
                <a:lnTo>
                  <a:pt x="71755" y="307340"/>
                </a:lnTo>
                <a:lnTo>
                  <a:pt x="71755" y="294640"/>
                </a:lnTo>
                <a:lnTo>
                  <a:pt x="71755" y="12700"/>
                </a:lnTo>
                <a:lnTo>
                  <a:pt x="7175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4558157" y="5237479"/>
            <a:ext cx="72390" cy="307340"/>
          </a:xfrm>
          <a:custGeom>
            <a:avLst/>
            <a:gdLst/>
            <a:ahLst/>
            <a:cxnLst/>
            <a:rect l="l" t="t" r="r" b="b"/>
            <a:pathLst>
              <a:path w="72389" h="307339">
                <a:moveTo>
                  <a:pt x="71882" y="0"/>
                </a:moveTo>
                <a:lnTo>
                  <a:pt x="0" y="0"/>
                </a:lnTo>
                <a:lnTo>
                  <a:pt x="0" y="12700"/>
                </a:lnTo>
                <a:lnTo>
                  <a:pt x="0" y="294640"/>
                </a:lnTo>
                <a:lnTo>
                  <a:pt x="0" y="307340"/>
                </a:lnTo>
                <a:lnTo>
                  <a:pt x="71882" y="307340"/>
                </a:lnTo>
                <a:lnTo>
                  <a:pt x="71882" y="294640"/>
                </a:lnTo>
                <a:lnTo>
                  <a:pt x="26797" y="294640"/>
                </a:lnTo>
                <a:lnTo>
                  <a:pt x="26797" y="12700"/>
                </a:lnTo>
                <a:lnTo>
                  <a:pt x="71882" y="12700"/>
                </a:lnTo>
                <a:lnTo>
                  <a:pt x="718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7242683" y="5237479"/>
            <a:ext cx="71755" cy="307340"/>
          </a:xfrm>
          <a:custGeom>
            <a:avLst/>
            <a:gdLst/>
            <a:ahLst/>
            <a:cxnLst/>
            <a:rect l="l" t="t" r="r" b="b"/>
            <a:pathLst>
              <a:path w="71754" h="307339">
                <a:moveTo>
                  <a:pt x="71755" y="0"/>
                </a:moveTo>
                <a:lnTo>
                  <a:pt x="0" y="0"/>
                </a:lnTo>
                <a:lnTo>
                  <a:pt x="0" y="12700"/>
                </a:lnTo>
                <a:lnTo>
                  <a:pt x="45085" y="12700"/>
                </a:lnTo>
                <a:lnTo>
                  <a:pt x="45085" y="294640"/>
                </a:lnTo>
                <a:lnTo>
                  <a:pt x="0" y="294640"/>
                </a:lnTo>
                <a:lnTo>
                  <a:pt x="0" y="307340"/>
                </a:lnTo>
                <a:lnTo>
                  <a:pt x="71755" y="307340"/>
                </a:lnTo>
                <a:lnTo>
                  <a:pt x="71755" y="294640"/>
                </a:lnTo>
                <a:lnTo>
                  <a:pt x="71755" y="12700"/>
                </a:lnTo>
                <a:lnTo>
                  <a:pt x="71755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6639179" y="5237479"/>
            <a:ext cx="72390" cy="307340"/>
          </a:xfrm>
          <a:custGeom>
            <a:avLst/>
            <a:gdLst/>
            <a:ahLst/>
            <a:cxnLst/>
            <a:rect l="l" t="t" r="r" b="b"/>
            <a:pathLst>
              <a:path w="72390" h="307339">
                <a:moveTo>
                  <a:pt x="71882" y="0"/>
                </a:moveTo>
                <a:lnTo>
                  <a:pt x="0" y="0"/>
                </a:lnTo>
                <a:lnTo>
                  <a:pt x="0" y="12700"/>
                </a:lnTo>
                <a:lnTo>
                  <a:pt x="0" y="294640"/>
                </a:lnTo>
                <a:lnTo>
                  <a:pt x="0" y="307340"/>
                </a:lnTo>
                <a:lnTo>
                  <a:pt x="71882" y="307340"/>
                </a:lnTo>
                <a:lnTo>
                  <a:pt x="71882" y="294640"/>
                </a:lnTo>
                <a:lnTo>
                  <a:pt x="26797" y="294640"/>
                </a:lnTo>
                <a:lnTo>
                  <a:pt x="26797" y="12700"/>
                </a:lnTo>
                <a:lnTo>
                  <a:pt x="71882" y="12700"/>
                </a:lnTo>
                <a:lnTo>
                  <a:pt x="71882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 txBox="1"/>
          <p:nvPr/>
        </p:nvSpPr>
        <p:spPr>
          <a:xfrm>
            <a:off x="2632201" y="5142991"/>
            <a:ext cx="7292975" cy="42164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623820" algn="l"/>
                <a:tab pos="4791710" algn="l"/>
                <a:tab pos="5978525" algn="l"/>
              </a:tabLst>
            </a:pPr>
            <a:r>
              <a:rPr sz="2600" spc="-35">
                <a:latin typeface="PMingLiU"/>
                <a:cs typeface="PMingLiU"/>
              </a:rPr>
              <a:t>递推公式</a:t>
            </a:r>
            <a:r>
              <a:rPr sz="2600">
                <a:latin typeface="PMingLiU"/>
                <a:cs typeface="PMingLiU"/>
              </a:rPr>
              <a:t>：</a:t>
            </a:r>
            <a:r>
              <a:rPr sz="2600">
                <a:latin typeface="Cambria Math"/>
                <a:cs typeface="Cambria Math"/>
              </a:rPr>
              <a:t>𝑷</a:t>
            </a:r>
            <a:r>
              <a:rPr sz="2600" spc="335">
                <a:latin typeface="Cambria Math"/>
                <a:cs typeface="Cambria Math"/>
              </a:rPr>
              <a:t> </a:t>
            </a:r>
            <a:r>
              <a:rPr sz="2600" spc="-10">
                <a:latin typeface="Cambria Math"/>
                <a:cs typeface="Cambria Math"/>
              </a:rPr>
              <a:t>𝒊,</a:t>
            </a:r>
            <a:r>
              <a:rPr sz="2600" spc="-140">
                <a:latin typeface="Cambria Math"/>
                <a:cs typeface="Cambria Math"/>
              </a:rPr>
              <a:t> </a:t>
            </a:r>
            <a:r>
              <a:rPr sz="2600" spc="-50">
                <a:latin typeface="Cambria Math"/>
                <a:cs typeface="Cambria Math"/>
              </a:rPr>
              <a:t>𝒄</a:t>
            </a:r>
            <a:r>
              <a:rPr sz="2600">
                <a:latin typeface="Cambria Math"/>
                <a:cs typeface="Cambria Math"/>
              </a:rPr>
              <a:t>	=</a:t>
            </a:r>
            <a:r>
              <a:rPr sz="2600" spc="100">
                <a:latin typeface="Cambria Math"/>
                <a:cs typeface="Cambria Math"/>
              </a:rPr>
              <a:t> </a:t>
            </a:r>
            <a:r>
              <a:rPr sz="2600">
                <a:latin typeface="Cambria Math"/>
                <a:cs typeface="Cambria Math"/>
              </a:rPr>
              <a:t>𝐦𝐚𝐱{</a:t>
            </a:r>
            <a:r>
              <a:rPr sz="2600">
                <a:solidFill>
                  <a:srgbClr val="FF0000"/>
                </a:solidFill>
                <a:latin typeface="Cambria Math"/>
                <a:cs typeface="Cambria Math"/>
              </a:rPr>
              <a:t>𝑷</a:t>
            </a:r>
            <a:r>
              <a:rPr sz="2600" spc="305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2600" spc="-20">
                <a:solidFill>
                  <a:srgbClr val="FF0000"/>
                </a:solidFill>
                <a:latin typeface="Cambria Math"/>
                <a:cs typeface="Cambria Math"/>
              </a:rPr>
              <a:t>𝟎,</a:t>
            </a:r>
            <a:r>
              <a:rPr sz="2600" spc="-140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2600" spc="-50">
                <a:solidFill>
                  <a:srgbClr val="FF0000"/>
                </a:solidFill>
                <a:latin typeface="Cambria Math"/>
                <a:cs typeface="Cambria Math"/>
              </a:rPr>
              <a:t>𝟎</a:t>
            </a:r>
            <a:r>
              <a:rPr sz="2600">
                <a:solidFill>
                  <a:srgbClr val="FF0000"/>
                </a:solidFill>
                <a:latin typeface="Cambria Math"/>
                <a:cs typeface="Cambria Math"/>
              </a:rPr>
              <a:t>	+</a:t>
            </a:r>
            <a:r>
              <a:rPr sz="2600" spc="-20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2600" spc="-10">
                <a:solidFill>
                  <a:srgbClr val="FF0000"/>
                </a:solidFill>
                <a:latin typeface="Cambria Math"/>
                <a:cs typeface="Cambria Math"/>
              </a:rPr>
              <a:t>𝒑[𝟏],</a:t>
            </a:r>
            <a:r>
              <a:rPr sz="2600">
                <a:solidFill>
                  <a:srgbClr val="FF0000"/>
                </a:solidFill>
                <a:latin typeface="Cambria Math"/>
                <a:cs typeface="Cambria Math"/>
              </a:rPr>
              <a:t>	</a:t>
            </a:r>
            <a:r>
              <a:rPr sz="2600" spc="-20">
                <a:solidFill>
                  <a:srgbClr val="00AF50"/>
                </a:solidFill>
                <a:latin typeface="Cambria Math"/>
                <a:cs typeface="Cambria Math"/>
              </a:rPr>
              <a:t>𝑷[𝟎,</a:t>
            </a:r>
            <a:r>
              <a:rPr sz="2600" spc="-110">
                <a:solidFill>
                  <a:srgbClr val="00AF50"/>
                </a:solidFill>
                <a:latin typeface="Cambria Math"/>
                <a:cs typeface="Cambria Math"/>
              </a:rPr>
              <a:t> </a:t>
            </a:r>
            <a:r>
              <a:rPr sz="2600" spc="-20">
                <a:solidFill>
                  <a:srgbClr val="00AF50"/>
                </a:solidFill>
                <a:latin typeface="Cambria Math"/>
                <a:cs typeface="Cambria Math"/>
              </a:rPr>
              <a:t>𝟏𝟎]}</a:t>
            </a:r>
            <a:endParaRPr sz="2600">
              <a:latin typeface="Cambria Math"/>
              <a:cs typeface="Cambria Math"/>
            </a:endParaRPr>
          </a:p>
        </p:txBody>
      </p:sp>
      <p:sp>
        <p:nvSpPr>
          <p:cNvPr id="17" name="object 17"/>
          <p:cNvSpPr/>
          <p:nvPr/>
        </p:nvSpPr>
        <p:spPr>
          <a:xfrm>
            <a:off x="8836914" y="2993496"/>
            <a:ext cx="711835" cy="340360"/>
          </a:xfrm>
          <a:custGeom>
            <a:avLst/>
            <a:gdLst/>
            <a:ahLst/>
            <a:cxnLst/>
            <a:rect l="l" t="t" r="r" b="b"/>
            <a:pathLst>
              <a:path w="711834" h="340360">
                <a:moveTo>
                  <a:pt x="0" y="56641"/>
                </a:moveTo>
                <a:lnTo>
                  <a:pt x="4456" y="34611"/>
                </a:lnTo>
                <a:lnTo>
                  <a:pt x="16605" y="16605"/>
                </a:lnTo>
                <a:lnTo>
                  <a:pt x="34611" y="4456"/>
                </a:lnTo>
                <a:lnTo>
                  <a:pt x="56641" y="0"/>
                </a:lnTo>
                <a:lnTo>
                  <a:pt x="655065" y="0"/>
                </a:lnTo>
                <a:lnTo>
                  <a:pt x="677096" y="4456"/>
                </a:lnTo>
                <a:lnTo>
                  <a:pt x="695102" y="16605"/>
                </a:lnTo>
                <a:lnTo>
                  <a:pt x="707251" y="34611"/>
                </a:lnTo>
                <a:lnTo>
                  <a:pt x="711707" y="56641"/>
                </a:lnTo>
                <a:lnTo>
                  <a:pt x="711707" y="283210"/>
                </a:lnTo>
                <a:lnTo>
                  <a:pt x="707251" y="305240"/>
                </a:lnTo>
                <a:lnTo>
                  <a:pt x="695102" y="323246"/>
                </a:lnTo>
                <a:lnTo>
                  <a:pt x="677096" y="335395"/>
                </a:lnTo>
                <a:lnTo>
                  <a:pt x="655065" y="339851"/>
                </a:lnTo>
                <a:lnTo>
                  <a:pt x="56641" y="339851"/>
                </a:lnTo>
                <a:lnTo>
                  <a:pt x="34611" y="335395"/>
                </a:lnTo>
                <a:lnTo>
                  <a:pt x="16605" y="323246"/>
                </a:lnTo>
                <a:lnTo>
                  <a:pt x="4456" y="305240"/>
                </a:lnTo>
                <a:lnTo>
                  <a:pt x="0" y="283210"/>
                </a:lnTo>
                <a:lnTo>
                  <a:pt x="0" y="56641"/>
                </a:lnTo>
                <a:close/>
              </a:path>
            </a:pathLst>
          </a:custGeom>
          <a:ln w="31750">
            <a:solidFill>
              <a:srgbClr val="006FC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3">
            <a:extLst>
              <a:ext uri="{FF2B5EF4-FFF2-40B4-BE49-F238E27FC236}">
                <a16:creationId xmlns:a16="http://schemas.microsoft.com/office/drawing/2014/main" id="{D908A2D9-2211-9244-BB67-9A61088E3210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61257" y="112482"/>
            <a:ext cx="3925124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算</a:t>
            </a:r>
            <a:r>
              <a:rPr lang="zh-CN" altLang="en-US" spc="-50" dirty="0">
                <a:latin typeface="SimSun" panose="02010600030101010101" pitchFamily="2" charset="-122"/>
                <a:ea typeface="SimSun" panose="02010600030101010101" pitchFamily="2" charset="-122"/>
              </a:rPr>
              <a:t>法实例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609600" y="2214587"/>
            <a:ext cx="11170285" cy="2595880"/>
            <a:chOff x="609600" y="1822704"/>
            <a:chExt cx="11170285" cy="2595880"/>
          </a:xfrm>
        </p:grpSpPr>
        <p:sp>
          <p:nvSpPr>
            <p:cNvPr id="4" name="object 4"/>
            <p:cNvSpPr/>
            <p:nvPr/>
          </p:nvSpPr>
          <p:spPr>
            <a:xfrm>
              <a:off x="609600" y="1822704"/>
              <a:ext cx="11170285" cy="2595880"/>
            </a:xfrm>
            <a:custGeom>
              <a:avLst/>
              <a:gdLst/>
              <a:ahLst/>
              <a:cxnLst/>
              <a:rect l="l" t="t" r="r" b="b"/>
              <a:pathLst>
                <a:path w="11170285" h="2595879">
                  <a:moveTo>
                    <a:pt x="11170031" y="0"/>
                  </a:moveTo>
                  <a:lnTo>
                    <a:pt x="0" y="0"/>
                  </a:lnTo>
                  <a:lnTo>
                    <a:pt x="0" y="2595880"/>
                  </a:lnTo>
                  <a:lnTo>
                    <a:pt x="11170031" y="2595880"/>
                  </a:lnTo>
                  <a:lnTo>
                    <a:pt x="11170031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8809608" y="2193544"/>
              <a:ext cx="742950" cy="370840"/>
            </a:xfrm>
            <a:custGeom>
              <a:avLst/>
              <a:gdLst/>
              <a:ahLst/>
              <a:cxnLst/>
              <a:rect l="l" t="t" r="r" b="b"/>
              <a:pathLst>
                <a:path w="742950" h="370839">
                  <a:moveTo>
                    <a:pt x="742492" y="0"/>
                  </a:moveTo>
                  <a:lnTo>
                    <a:pt x="0" y="0"/>
                  </a:lnTo>
                  <a:lnTo>
                    <a:pt x="0" y="370839"/>
                  </a:lnTo>
                  <a:lnTo>
                    <a:pt x="742492" y="370839"/>
                  </a:lnTo>
                  <a:lnTo>
                    <a:pt x="742492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6" name="object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5248505"/>
              </p:ext>
            </p:extLst>
          </p:nvPr>
        </p:nvGraphicFramePr>
        <p:xfrm>
          <a:off x="603250" y="2208237"/>
          <a:ext cx="11176634" cy="25927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29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1800" spc="-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𝒄]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7" name="object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52430147"/>
              </p:ext>
            </p:extLst>
          </p:nvPr>
        </p:nvGraphicFramePr>
        <p:xfrm>
          <a:off x="603250" y="1278596"/>
          <a:ext cx="4509135" cy="7410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85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 marL="25654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𝒗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𝒑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object 8"/>
          <p:cNvSpPr/>
          <p:nvPr/>
        </p:nvSpPr>
        <p:spPr>
          <a:xfrm>
            <a:off x="1434846" y="1664422"/>
            <a:ext cx="647700" cy="340360"/>
          </a:xfrm>
          <a:custGeom>
            <a:avLst/>
            <a:gdLst/>
            <a:ahLst/>
            <a:cxnLst/>
            <a:rect l="l" t="t" r="r" b="b"/>
            <a:pathLst>
              <a:path w="647700" h="340359">
                <a:moveTo>
                  <a:pt x="0" y="56642"/>
                </a:moveTo>
                <a:lnTo>
                  <a:pt x="4456" y="34611"/>
                </a:lnTo>
                <a:lnTo>
                  <a:pt x="16605" y="16605"/>
                </a:lnTo>
                <a:lnTo>
                  <a:pt x="34611" y="4456"/>
                </a:lnTo>
                <a:lnTo>
                  <a:pt x="56641" y="0"/>
                </a:lnTo>
                <a:lnTo>
                  <a:pt x="591058" y="0"/>
                </a:lnTo>
                <a:lnTo>
                  <a:pt x="613088" y="4456"/>
                </a:lnTo>
                <a:lnTo>
                  <a:pt x="631094" y="16605"/>
                </a:lnTo>
                <a:lnTo>
                  <a:pt x="643243" y="34611"/>
                </a:lnTo>
                <a:lnTo>
                  <a:pt x="647699" y="56642"/>
                </a:lnTo>
                <a:lnTo>
                  <a:pt x="647699" y="283210"/>
                </a:lnTo>
                <a:lnTo>
                  <a:pt x="643243" y="305240"/>
                </a:lnTo>
                <a:lnTo>
                  <a:pt x="631094" y="323246"/>
                </a:lnTo>
                <a:lnTo>
                  <a:pt x="613088" y="335395"/>
                </a:lnTo>
                <a:lnTo>
                  <a:pt x="591058" y="339851"/>
                </a:lnTo>
                <a:lnTo>
                  <a:pt x="56641" y="339851"/>
                </a:lnTo>
                <a:lnTo>
                  <a:pt x="34611" y="335395"/>
                </a:lnTo>
                <a:lnTo>
                  <a:pt x="16605" y="323246"/>
                </a:lnTo>
                <a:lnTo>
                  <a:pt x="4456" y="305240"/>
                </a:lnTo>
                <a:lnTo>
                  <a:pt x="0" y="283210"/>
                </a:lnTo>
                <a:lnTo>
                  <a:pt x="0" y="56642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 txBox="1"/>
          <p:nvPr/>
        </p:nvSpPr>
        <p:spPr>
          <a:xfrm>
            <a:off x="10707116" y="1767038"/>
            <a:ext cx="9772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=</a:t>
            </a:r>
            <a:r>
              <a:rPr sz="2400" spc="130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𝟏𝟑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8871204" y="2561297"/>
            <a:ext cx="647700" cy="340360"/>
          </a:xfrm>
          <a:custGeom>
            <a:avLst/>
            <a:gdLst/>
            <a:ahLst/>
            <a:cxnLst/>
            <a:rect l="l" t="t" r="r" b="b"/>
            <a:pathLst>
              <a:path w="647700" h="340360">
                <a:moveTo>
                  <a:pt x="0" y="56641"/>
                </a:moveTo>
                <a:lnTo>
                  <a:pt x="4456" y="34611"/>
                </a:lnTo>
                <a:lnTo>
                  <a:pt x="16605" y="16605"/>
                </a:lnTo>
                <a:lnTo>
                  <a:pt x="34611" y="4456"/>
                </a:lnTo>
                <a:lnTo>
                  <a:pt x="56642" y="0"/>
                </a:lnTo>
                <a:lnTo>
                  <a:pt x="591057" y="0"/>
                </a:lnTo>
                <a:lnTo>
                  <a:pt x="613088" y="4456"/>
                </a:lnTo>
                <a:lnTo>
                  <a:pt x="631094" y="16605"/>
                </a:lnTo>
                <a:lnTo>
                  <a:pt x="643243" y="34611"/>
                </a:lnTo>
                <a:lnTo>
                  <a:pt x="647700" y="56641"/>
                </a:lnTo>
                <a:lnTo>
                  <a:pt x="647700" y="283210"/>
                </a:lnTo>
                <a:lnTo>
                  <a:pt x="643243" y="305240"/>
                </a:lnTo>
                <a:lnTo>
                  <a:pt x="631094" y="323246"/>
                </a:lnTo>
                <a:lnTo>
                  <a:pt x="613088" y="335395"/>
                </a:lnTo>
                <a:lnTo>
                  <a:pt x="591057" y="339851"/>
                </a:lnTo>
                <a:lnTo>
                  <a:pt x="56642" y="339851"/>
                </a:lnTo>
                <a:lnTo>
                  <a:pt x="34611" y="335395"/>
                </a:lnTo>
                <a:lnTo>
                  <a:pt x="16605" y="323246"/>
                </a:lnTo>
                <a:lnTo>
                  <a:pt x="4456" y="305240"/>
                </a:lnTo>
                <a:lnTo>
                  <a:pt x="0" y="283210"/>
                </a:lnTo>
                <a:lnTo>
                  <a:pt x="0" y="56641"/>
                </a:lnTo>
                <a:close/>
              </a:path>
            </a:pathLst>
          </a:custGeom>
          <a:ln w="31750">
            <a:solidFill>
              <a:srgbClr val="00AF5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434846" y="2598634"/>
            <a:ext cx="647700" cy="340995"/>
          </a:xfrm>
          <a:custGeom>
            <a:avLst/>
            <a:gdLst/>
            <a:ahLst/>
            <a:cxnLst/>
            <a:rect l="l" t="t" r="r" b="b"/>
            <a:pathLst>
              <a:path w="647700" h="340994">
                <a:moveTo>
                  <a:pt x="0" y="56769"/>
                </a:moveTo>
                <a:lnTo>
                  <a:pt x="4458" y="34665"/>
                </a:lnTo>
                <a:lnTo>
                  <a:pt x="16621" y="16621"/>
                </a:lnTo>
                <a:lnTo>
                  <a:pt x="34665" y="4458"/>
                </a:lnTo>
                <a:lnTo>
                  <a:pt x="56768" y="0"/>
                </a:lnTo>
                <a:lnTo>
                  <a:pt x="590930" y="0"/>
                </a:lnTo>
                <a:lnTo>
                  <a:pt x="613034" y="4458"/>
                </a:lnTo>
                <a:lnTo>
                  <a:pt x="631078" y="16621"/>
                </a:lnTo>
                <a:lnTo>
                  <a:pt x="643241" y="34665"/>
                </a:lnTo>
                <a:lnTo>
                  <a:pt x="647699" y="56769"/>
                </a:lnTo>
                <a:lnTo>
                  <a:pt x="647699" y="283845"/>
                </a:lnTo>
                <a:lnTo>
                  <a:pt x="643241" y="305948"/>
                </a:lnTo>
                <a:lnTo>
                  <a:pt x="631078" y="323992"/>
                </a:lnTo>
                <a:lnTo>
                  <a:pt x="613034" y="336155"/>
                </a:lnTo>
                <a:lnTo>
                  <a:pt x="590930" y="340613"/>
                </a:lnTo>
                <a:lnTo>
                  <a:pt x="56768" y="340613"/>
                </a:lnTo>
                <a:lnTo>
                  <a:pt x="34665" y="336155"/>
                </a:lnTo>
                <a:lnTo>
                  <a:pt x="16621" y="323992"/>
                </a:lnTo>
                <a:lnTo>
                  <a:pt x="4458" y="305948"/>
                </a:lnTo>
                <a:lnTo>
                  <a:pt x="0" y="283845"/>
                </a:lnTo>
                <a:lnTo>
                  <a:pt x="0" y="56769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56505" y="5237479"/>
            <a:ext cx="71755" cy="307340"/>
          </a:xfrm>
          <a:custGeom>
            <a:avLst/>
            <a:gdLst/>
            <a:ahLst/>
            <a:cxnLst/>
            <a:rect l="l" t="t" r="r" b="b"/>
            <a:pathLst>
              <a:path w="71754" h="307339">
                <a:moveTo>
                  <a:pt x="71755" y="0"/>
                </a:moveTo>
                <a:lnTo>
                  <a:pt x="0" y="0"/>
                </a:lnTo>
                <a:lnTo>
                  <a:pt x="0" y="12700"/>
                </a:lnTo>
                <a:lnTo>
                  <a:pt x="45085" y="12700"/>
                </a:lnTo>
                <a:lnTo>
                  <a:pt x="45085" y="294640"/>
                </a:lnTo>
                <a:lnTo>
                  <a:pt x="0" y="294640"/>
                </a:lnTo>
                <a:lnTo>
                  <a:pt x="0" y="307340"/>
                </a:lnTo>
                <a:lnTo>
                  <a:pt x="71755" y="307340"/>
                </a:lnTo>
                <a:lnTo>
                  <a:pt x="71755" y="294640"/>
                </a:lnTo>
                <a:lnTo>
                  <a:pt x="71755" y="12700"/>
                </a:lnTo>
                <a:lnTo>
                  <a:pt x="7175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4558157" y="5237479"/>
            <a:ext cx="72390" cy="307340"/>
          </a:xfrm>
          <a:custGeom>
            <a:avLst/>
            <a:gdLst/>
            <a:ahLst/>
            <a:cxnLst/>
            <a:rect l="l" t="t" r="r" b="b"/>
            <a:pathLst>
              <a:path w="72389" h="307339">
                <a:moveTo>
                  <a:pt x="71882" y="0"/>
                </a:moveTo>
                <a:lnTo>
                  <a:pt x="0" y="0"/>
                </a:lnTo>
                <a:lnTo>
                  <a:pt x="0" y="12700"/>
                </a:lnTo>
                <a:lnTo>
                  <a:pt x="0" y="294640"/>
                </a:lnTo>
                <a:lnTo>
                  <a:pt x="0" y="307340"/>
                </a:lnTo>
                <a:lnTo>
                  <a:pt x="71882" y="307340"/>
                </a:lnTo>
                <a:lnTo>
                  <a:pt x="71882" y="294640"/>
                </a:lnTo>
                <a:lnTo>
                  <a:pt x="26797" y="294640"/>
                </a:lnTo>
                <a:lnTo>
                  <a:pt x="26797" y="12700"/>
                </a:lnTo>
                <a:lnTo>
                  <a:pt x="71882" y="12700"/>
                </a:lnTo>
                <a:lnTo>
                  <a:pt x="718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 txBox="1"/>
          <p:nvPr/>
        </p:nvSpPr>
        <p:spPr>
          <a:xfrm>
            <a:off x="2632201" y="5142991"/>
            <a:ext cx="2430145" cy="42164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2600" spc="-35">
                <a:latin typeface="PMingLiU"/>
                <a:cs typeface="PMingLiU"/>
              </a:rPr>
              <a:t>递推公式</a:t>
            </a:r>
            <a:r>
              <a:rPr sz="2600">
                <a:latin typeface="PMingLiU"/>
                <a:cs typeface="PMingLiU"/>
              </a:rPr>
              <a:t>：</a:t>
            </a:r>
            <a:r>
              <a:rPr sz="2600">
                <a:latin typeface="Cambria Math"/>
                <a:cs typeface="Cambria Math"/>
              </a:rPr>
              <a:t>𝑷</a:t>
            </a:r>
            <a:r>
              <a:rPr sz="2600" spc="335">
                <a:latin typeface="Cambria Math"/>
                <a:cs typeface="Cambria Math"/>
              </a:rPr>
              <a:t> </a:t>
            </a:r>
            <a:r>
              <a:rPr sz="2600" spc="-10">
                <a:latin typeface="Cambria Math"/>
                <a:cs typeface="Cambria Math"/>
              </a:rPr>
              <a:t>𝒊,</a:t>
            </a:r>
            <a:r>
              <a:rPr sz="2600" spc="-140">
                <a:latin typeface="Cambria Math"/>
                <a:cs typeface="Cambria Math"/>
              </a:rPr>
              <a:t> </a:t>
            </a:r>
            <a:r>
              <a:rPr sz="2600" spc="-50">
                <a:latin typeface="Cambria Math"/>
                <a:cs typeface="Cambria Math"/>
              </a:rPr>
              <a:t>𝒄</a:t>
            </a:r>
            <a:endParaRPr sz="2600">
              <a:latin typeface="Cambria Math"/>
              <a:cs typeface="Cambria Math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5243576" y="5142991"/>
            <a:ext cx="2687320" cy="42164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348865" algn="l"/>
              </a:tabLst>
            </a:pPr>
            <a:r>
              <a:rPr sz="2600">
                <a:latin typeface="Cambria Math"/>
                <a:cs typeface="Cambria Math"/>
              </a:rPr>
              <a:t>=</a:t>
            </a:r>
            <a:r>
              <a:rPr sz="2600" spc="100">
                <a:latin typeface="Cambria Math"/>
                <a:cs typeface="Cambria Math"/>
              </a:rPr>
              <a:t> </a:t>
            </a:r>
            <a:r>
              <a:rPr sz="2600">
                <a:latin typeface="Cambria Math"/>
                <a:cs typeface="Cambria Math"/>
              </a:rPr>
              <a:t>𝐦𝐚𝐱{</a:t>
            </a:r>
            <a:r>
              <a:rPr sz="2600">
                <a:solidFill>
                  <a:srgbClr val="FF0000"/>
                </a:solidFill>
                <a:latin typeface="Cambria Math"/>
                <a:cs typeface="Cambria Math"/>
              </a:rPr>
              <a:t>𝟎</a:t>
            </a:r>
            <a:r>
              <a:rPr sz="2600" spc="-40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2600">
                <a:solidFill>
                  <a:srgbClr val="FF0000"/>
                </a:solidFill>
                <a:latin typeface="Cambria Math"/>
                <a:cs typeface="Cambria Math"/>
              </a:rPr>
              <a:t>+</a:t>
            </a:r>
            <a:r>
              <a:rPr sz="2600" spc="-35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2600" spc="-25">
                <a:solidFill>
                  <a:srgbClr val="FF0000"/>
                </a:solidFill>
                <a:latin typeface="Cambria Math"/>
                <a:cs typeface="Cambria Math"/>
              </a:rPr>
              <a:t>𝟐𝟒</a:t>
            </a:r>
            <a:r>
              <a:rPr sz="2600" spc="-25">
                <a:latin typeface="Cambria Math"/>
                <a:cs typeface="Cambria Math"/>
              </a:rPr>
              <a:t>,</a:t>
            </a:r>
            <a:r>
              <a:rPr sz="2600">
                <a:latin typeface="Cambria Math"/>
                <a:cs typeface="Cambria Math"/>
              </a:rPr>
              <a:t>	</a:t>
            </a:r>
            <a:r>
              <a:rPr sz="2600" spc="-25">
                <a:solidFill>
                  <a:srgbClr val="00AF50"/>
                </a:solidFill>
                <a:latin typeface="Cambria Math"/>
                <a:cs typeface="Cambria Math"/>
              </a:rPr>
              <a:t>𝟎</a:t>
            </a:r>
            <a:r>
              <a:rPr sz="2600" spc="-25">
                <a:latin typeface="Cambria Math"/>
                <a:cs typeface="Cambria Math"/>
              </a:rPr>
              <a:t>}</a:t>
            </a:r>
            <a:endParaRPr sz="2600">
              <a:latin typeface="Cambria Math"/>
              <a:cs typeface="Cambria Math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8836914" y="2983444"/>
            <a:ext cx="711835" cy="340360"/>
          </a:xfrm>
          <a:custGeom>
            <a:avLst/>
            <a:gdLst/>
            <a:ahLst/>
            <a:cxnLst/>
            <a:rect l="l" t="t" r="r" b="b"/>
            <a:pathLst>
              <a:path w="711834" h="340360">
                <a:moveTo>
                  <a:pt x="0" y="56641"/>
                </a:moveTo>
                <a:lnTo>
                  <a:pt x="4456" y="34611"/>
                </a:lnTo>
                <a:lnTo>
                  <a:pt x="16605" y="16605"/>
                </a:lnTo>
                <a:lnTo>
                  <a:pt x="34611" y="4456"/>
                </a:lnTo>
                <a:lnTo>
                  <a:pt x="56641" y="0"/>
                </a:lnTo>
                <a:lnTo>
                  <a:pt x="655065" y="0"/>
                </a:lnTo>
                <a:lnTo>
                  <a:pt x="677096" y="4456"/>
                </a:lnTo>
                <a:lnTo>
                  <a:pt x="695102" y="16605"/>
                </a:lnTo>
                <a:lnTo>
                  <a:pt x="707251" y="34611"/>
                </a:lnTo>
                <a:lnTo>
                  <a:pt x="711707" y="56641"/>
                </a:lnTo>
                <a:lnTo>
                  <a:pt x="711707" y="283210"/>
                </a:lnTo>
                <a:lnTo>
                  <a:pt x="707251" y="305240"/>
                </a:lnTo>
                <a:lnTo>
                  <a:pt x="695102" y="323246"/>
                </a:lnTo>
                <a:lnTo>
                  <a:pt x="677096" y="335395"/>
                </a:lnTo>
                <a:lnTo>
                  <a:pt x="655065" y="339851"/>
                </a:lnTo>
                <a:lnTo>
                  <a:pt x="56641" y="339851"/>
                </a:lnTo>
                <a:lnTo>
                  <a:pt x="34611" y="335395"/>
                </a:lnTo>
                <a:lnTo>
                  <a:pt x="16605" y="323246"/>
                </a:lnTo>
                <a:lnTo>
                  <a:pt x="4456" y="305240"/>
                </a:lnTo>
                <a:lnTo>
                  <a:pt x="0" y="283210"/>
                </a:lnTo>
                <a:lnTo>
                  <a:pt x="0" y="56641"/>
                </a:lnTo>
                <a:close/>
              </a:path>
            </a:pathLst>
          </a:custGeom>
          <a:ln w="31750">
            <a:solidFill>
              <a:srgbClr val="006FC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3">
            <a:extLst>
              <a:ext uri="{FF2B5EF4-FFF2-40B4-BE49-F238E27FC236}">
                <a16:creationId xmlns:a16="http://schemas.microsoft.com/office/drawing/2014/main" id="{EC274054-C642-F846-A3F8-DC8C70EA7103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61257" y="112482"/>
            <a:ext cx="3925124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算</a:t>
            </a:r>
            <a:r>
              <a:rPr lang="zh-CN" altLang="en-US" spc="-50" dirty="0">
                <a:latin typeface="SimSun" panose="02010600030101010101" pitchFamily="2" charset="-122"/>
                <a:ea typeface="SimSun" panose="02010600030101010101" pitchFamily="2" charset="-122"/>
              </a:rPr>
              <a:t>法实例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609600" y="2224638"/>
            <a:ext cx="11170285" cy="2595880"/>
            <a:chOff x="609600" y="1822704"/>
            <a:chExt cx="11170285" cy="2595880"/>
          </a:xfrm>
        </p:grpSpPr>
        <p:sp>
          <p:nvSpPr>
            <p:cNvPr id="4" name="object 4"/>
            <p:cNvSpPr/>
            <p:nvPr/>
          </p:nvSpPr>
          <p:spPr>
            <a:xfrm>
              <a:off x="609600" y="1822704"/>
              <a:ext cx="11170285" cy="2595880"/>
            </a:xfrm>
            <a:custGeom>
              <a:avLst/>
              <a:gdLst/>
              <a:ahLst/>
              <a:cxnLst/>
              <a:rect l="l" t="t" r="r" b="b"/>
              <a:pathLst>
                <a:path w="11170285" h="2595879">
                  <a:moveTo>
                    <a:pt x="11170031" y="0"/>
                  </a:moveTo>
                  <a:lnTo>
                    <a:pt x="0" y="0"/>
                  </a:lnTo>
                  <a:lnTo>
                    <a:pt x="0" y="2595880"/>
                  </a:lnTo>
                  <a:lnTo>
                    <a:pt x="11170031" y="2595880"/>
                  </a:lnTo>
                  <a:lnTo>
                    <a:pt x="11170031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9552178" y="2564384"/>
              <a:ext cx="742950" cy="370840"/>
            </a:xfrm>
            <a:custGeom>
              <a:avLst/>
              <a:gdLst/>
              <a:ahLst/>
              <a:cxnLst/>
              <a:rect l="l" t="t" r="r" b="b"/>
              <a:pathLst>
                <a:path w="742950" h="370839">
                  <a:moveTo>
                    <a:pt x="742492" y="0"/>
                  </a:moveTo>
                  <a:lnTo>
                    <a:pt x="0" y="0"/>
                  </a:lnTo>
                  <a:lnTo>
                    <a:pt x="0" y="370839"/>
                  </a:lnTo>
                  <a:lnTo>
                    <a:pt x="742492" y="370839"/>
                  </a:lnTo>
                  <a:lnTo>
                    <a:pt x="742492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6" name="object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74878445"/>
              </p:ext>
            </p:extLst>
          </p:nvPr>
        </p:nvGraphicFramePr>
        <p:xfrm>
          <a:off x="603250" y="2218288"/>
          <a:ext cx="11176634" cy="25927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29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1800" spc="-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𝒄]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7" name="object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74624870"/>
              </p:ext>
            </p:extLst>
          </p:nvPr>
        </p:nvGraphicFramePr>
        <p:xfrm>
          <a:off x="603250" y="1288647"/>
          <a:ext cx="4509135" cy="7410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85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 marL="25654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𝒗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𝒑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object 8"/>
          <p:cNvSpPr/>
          <p:nvPr/>
        </p:nvSpPr>
        <p:spPr>
          <a:xfrm>
            <a:off x="1434846" y="1674473"/>
            <a:ext cx="647700" cy="340360"/>
          </a:xfrm>
          <a:custGeom>
            <a:avLst/>
            <a:gdLst/>
            <a:ahLst/>
            <a:cxnLst/>
            <a:rect l="l" t="t" r="r" b="b"/>
            <a:pathLst>
              <a:path w="647700" h="340359">
                <a:moveTo>
                  <a:pt x="0" y="56642"/>
                </a:moveTo>
                <a:lnTo>
                  <a:pt x="4456" y="34611"/>
                </a:lnTo>
                <a:lnTo>
                  <a:pt x="16605" y="16605"/>
                </a:lnTo>
                <a:lnTo>
                  <a:pt x="34611" y="4456"/>
                </a:lnTo>
                <a:lnTo>
                  <a:pt x="56641" y="0"/>
                </a:lnTo>
                <a:lnTo>
                  <a:pt x="591058" y="0"/>
                </a:lnTo>
                <a:lnTo>
                  <a:pt x="613088" y="4456"/>
                </a:lnTo>
                <a:lnTo>
                  <a:pt x="631094" y="16605"/>
                </a:lnTo>
                <a:lnTo>
                  <a:pt x="643243" y="34611"/>
                </a:lnTo>
                <a:lnTo>
                  <a:pt x="647699" y="56642"/>
                </a:lnTo>
                <a:lnTo>
                  <a:pt x="647699" y="283210"/>
                </a:lnTo>
                <a:lnTo>
                  <a:pt x="643243" y="305240"/>
                </a:lnTo>
                <a:lnTo>
                  <a:pt x="631094" y="323246"/>
                </a:lnTo>
                <a:lnTo>
                  <a:pt x="613088" y="335395"/>
                </a:lnTo>
                <a:lnTo>
                  <a:pt x="591058" y="339851"/>
                </a:lnTo>
                <a:lnTo>
                  <a:pt x="56641" y="339851"/>
                </a:lnTo>
                <a:lnTo>
                  <a:pt x="34611" y="335395"/>
                </a:lnTo>
                <a:lnTo>
                  <a:pt x="16605" y="323246"/>
                </a:lnTo>
                <a:lnTo>
                  <a:pt x="4456" y="305240"/>
                </a:lnTo>
                <a:lnTo>
                  <a:pt x="0" y="283210"/>
                </a:lnTo>
                <a:lnTo>
                  <a:pt x="0" y="56642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 txBox="1"/>
          <p:nvPr/>
        </p:nvSpPr>
        <p:spPr>
          <a:xfrm>
            <a:off x="10707116" y="1777089"/>
            <a:ext cx="9772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=</a:t>
            </a:r>
            <a:r>
              <a:rPr sz="2400" spc="130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𝟏𝟑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2191511" y="2608685"/>
            <a:ext cx="647700" cy="340995"/>
          </a:xfrm>
          <a:custGeom>
            <a:avLst/>
            <a:gdLst/>
            <a:ahLst/>
            <a:cxnLst/>
            <a:rect l="l" t="t" r="r" b="b"/>
            <a:pathLst>
              <a:path w="647700" h="340994">
                <a:moveTo>
                  <a:pt x="0" y="56769"/>
                </a:moveTo>
                <a:lnTo>
                  <a:pt x="4458" y="34665"/>
                </a:lnTo>
                <a:lnTo>
                  <a:pt x="16621" y="16621"/>
                </a:lnTo>
                <a:lnTo>
                  <a:pt x="34665" y="4458"/>
                </a:lnTo>
                <a:lnTo>
                  <a:pt x="56768" y="0"/>
                </a:lnTo>
                <a:lnTo>
                  <a:pt x="590931" y="0"/>
                </a:lnTo>
                <a:lnTo>
                  <a:pt x="613034" y="4458"/>
                </a:lnTo>
                <a:lnTo>
                  <a:pt x="631078" y="16621"/>
                </a:lnTo>
                <a:lnTo>
                  <a:pt x="643241" y="34665"/>
                </a:lnTo>
                <a:lnTo>
                  <a:pt x="647700" y="56769"/>
                </a:lnTo>
                <a:lnTo>
                  <a:pt x="647700" y="283845"/>
                </a:lnTo>
                <a:lnTo>
                  <a:pt x="643241" y="305948"/>
                </a:lnTo>
                <a:lnTo>
                  <a:pt x="631078" y="323992"/>
                </a:lnTo>
                <a:lnTo>
                  <a:pt x="613034" y="336155"/>
                </a:lnTo>
                <a:lnTo>
                  <a:pt x="590931" y="340613"/>
                </a:lnTo>
                <a:lnTo>
                  <a:pt x="56768" y="340613"/>
                </a:lnTo>
                <a:lnTo>
                  <a:pt x="34665" y="336155"/>
                </a:lnTo>
                <a:lnTo>
                  <a:pt x="16621" y="323992"/>
                </a:lnTo>
                <a:lnTo>
                  <a:pt x="4458" y="305948"/>
                </a:lnTo>
                <a:lnTo>
                  <a:pt x="0" y="283845"/>
                </a:lnTo>
                <a:lnTo>
                  <a:pt x="0" y="56769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9627107" y="2601066"/>
            <a:ext cx="647700" cy="340360"/>
          </a:xfrm>
          <a:custGeom>
            <a:avLst/>
            <a:gdLst/>
            <a:ahLst/>
            <a:cxnLst/>
            <a:rect l="l" t="t" r="r" b="b"/>
            <a:pathLst>
              <a:path w="647700" h="340360">
                <a:moveTo>
                  <a:pt x="0" y="56641"/>
                </a:moveTo>
                <a:lnTo>
                  <a:pt x="4456" y="34611"/>
                </a:lnTo>
                <a:lnTo>
                  <a:pt x="16605" y="16605"/>
                </a:lnTo>
                <a:lnTo>
                  <a:pt x="34611" y="4456"/>
                </a:lnTo>
                <a:lnTo>
                  <a:pt x="56642" y="0"/>
                </a:lnTo>
                <a:lnTo>
                  <a:pt x="591058" y="0"/>
                </a:lnTo>
                <a:lnTo>
                  <a:pt x="613088" y="4456"/>
                </a:lnTo>
                <a:lnTo>
                  <a:pt x="631094" y="16605"/>
                </a:lnTo>
                <a:lnTo>
                  <a:pt x="643243" y="34611"/>
                </a:lnTo>
                <a:lnTo>
                  <a:pt x="647700" y="56641"/>
                </a:lnTo>
                <a:lnTo>
                  <a:pt x="647700" y="283209"/>
                </a:lnTo>
                <a:lnTo>
                  <a:pt x="643243" y="305240"/>
                </a:lnTo>
                <a:lnTo>
                  <a:pt x="631094" y="323246"/>
                </a:lnTo>
                <a:lnTo>
                  <a:pt x="613088" y="335395"/>
                </a:lnTo>
                <a:lnTo>
                  <a:pt x="591058" y="339851"/>
                </a:lnTo>
                <a:lnTo>
                  <a:pt x="56642" y="339851"/>
                </a:lnTo>
                <a:lnTo>
                  <a:pt x="34611" y="335395"/>
                </a:lnTo>
                <a:lnTo>
                  <a:pt x="16605" y="323246"/>
                </a:lnTo>
                <a:lnTo>
                  <a:pt x="4456" y="305240"/>
                </a:lnTo>
                <a:lnTo>
                  <a:pt x="0" y="283209"/>
                </a:lnTo>
                <a:lnTo>
                  <a:pt x="0" y="56641"/>
                </a:lnTo>
                <a:close/>
              </a:path>
            </a:pathLst>
          </a:custGeom>
          <a:ln w="31750">
            <a:solidFill>
              <a:srgbClr val="00AF5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9609581" y="2993495"/>
            <a:ext cx="711835" cy="340360"/>
          </a:xfrm>
          <a:custGeom>
            <a:avLst/>
            <a:gdLst/>
            <a:ahLst/>
            <a:cxnLst/>
            <a:rect l="l" t="t" r="r" b="b"/>
            <a:pathLst>
              <a:path w="711834" h="340360">
                <a:moveTo>
                  <a:pt x="0" y="56641"/>
                </a:moveTo>
                <a:lnTo>
                  <a:pt x="4456" y="34611"/>
                </a:lnTo>
                <a:lnTo>
                  <a:pt x="16605" y="16605"/>
                </a:lnTo>
                <a:lnTo>
                  <a:pt x="34611" y="4456"/>
                </a:lnTo>
                <a:lnTo>
                  <a:pt x="56642" y="0"/>
                </a:lnTo>
                <a:lnTo>
                  <a:pt x="655066" y="0"/>
                </a:lnTo>
                <a:lnTo>
                  <a:pt x="677096" y="4456"/>
                </a:lnTo>
                <a:lnTo>
                  <a:pt x="695102" y="16605"/>
                </a:lnTo>
                <a:lnTo>
                  <a:pt x="707251" y="34611"/>
                </a:lnTo>
                <a:lnTo>
                  <a:pt x="711708" y="56641"/>
                </a:lnTo>
                <a:lnTo>
                  <a:pt x="711708" y="283210"/>
                </a:lnTo>
                <a:lnTo>
                  <a:pt x="707251" y="305240"/>
                </a:lnTo>
                <a:lnTo>
                  <a:pt x="695102" y="323246"/>
                </a:lnTo>
                <a:lnTo>
                  <a:pt x="677096" y="335395"/>
                </a:lnTo>
                <a:lnTo>
                  <a:pt x="655066" y="339851"/>
                </a:lnTo>
                <a:lnTo>
                  <a:pt x="56642" y="339851"/>
                </a:lnTo>
                <a:lnTo>
                  <a:pt x="34611" y="335395"/>
                </a:lnTo>
                <a:lnTo>
                  <a:pt x="16605" y="323246"/>
                </a:lnTo>
                <a:lnTo>
                  <a:pt x="4456" y="305240"/>
                </a:lnTo>
                <a:lnTo>
                  <a:pt x="0" y="283210"/>
                </a:lnTo>
                <a:lnTo>
                  <a:pt x="0" y="56641"/>
                </a:lnTo>
                <a:close/>
              </a:path>
            </a:pathLst>
          </a:custGeom>
          <a:ln w="31749">
            <a:solidFill>
              <a:srgbClr val="006FC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3">
            <a:extLst>
              <a:ext uri="{FF2B5EF4-FFF2-40B4-BE49-F238E27FC236}">
                <a16:creationId xmlns:a16="http://schemas.microsoft.com/office/drawing/2014/main" id="{02377AB8-FEA1-C045-9D63-5CE37B86B414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61257" y="122530"/>
            <a:ext cx="3925124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算</a:t>
            </a:r>
            <a:r>
              <a:rPr lang="zh-CN" altLang="en-US" spc="-50" dirty="0">
                <a:latin typeface="SimSun" panose="02010600030101010101" pitchFamily="2" charset="-122"/>
                <a:ea typeface="SimSun" panose="02010600030101010101" pitchFamily="2" charset="-122"/>
              </a:rPr>
              <a:t>法实例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20649595"/>
              </p:ext>
            </p:extLst>
          </p:nvPr>
        </p:nvGraphicFramePr>
        <p:xfrm>
          <a:off x="603250" y="2228335"/>
          <a:ext cx="11176634" cy="25927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29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1800" spc="-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𝒄]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4" name="object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67124430"/>
              </p:ext>
            </p:extLst>
          </p:nvPr>
        </p:nvGraphicFramePr>
        <p:xfrm>
          <a:off x="603250" y="1298694"/>
          <a:ext cx="4509135" cy="7410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85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 marL="25654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𝒗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𝒑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object 5"/>
          <p:cNvSpPr/>
          <p:nvPr/>
        </p:nvSpPr>
        <p:spPr>
          <a:xfrm>
            <a:off x="1434846" y="1684520"/>
            <a:ext cx="647700" cy="340360"/>
          </a:xfrm>
          <a:custGeom>
            <a:avLst/>
            <a:gdLst/>
            <a:ahLst/>
            <a:cxnLst/>
            <a:rect l="l" t="t" r="r" b="b"/>
            <a:pathLst>
              <a:path w="647700" h="340359">
                <a:moveTo>
                  <a:pt x="0" y="56642"/>
                </a:moveTo>
                <a:lnTo>
                  <a:pt x="4456" y="34611"/>
                </a:lnTo>
                <a:lnTo>
                  <a:pt x="16605" y="16605"/>
                </a:lnTo>
                <a:lnTo>
                  <a:pt x="34611" y="4456"/>
                </a:lnTo>
                <a:lnTo>
                  <a:pt x="56641" y="0"/>
                </a:lnTo>
                <a:lnTo>
                  <a:pt x="591058" y="0"/>
                </a:lnTo>
                <a:lnTo>
                  <a:pt x="613088" y="4456"/>
                </a:lnTo>
                <a:lnTo>
                  <a:pt x="631094" y="16605"/>
                </a:lnTo>
                <a:lnTo>
                  <a:pt x="643243" y="34611"/>
                </a:lnTo>
                <a:lnTo>
                  <a:pt x="647699" y="56642"/>
                </a:lnTo>
                <a:lnTo>
                  <a:pt x="647699" y="283210"/>
                </a:lnTo>
                <a:lnTo>
                  <a:pt x="643243" y="305240"/>
                </a:lnTo>
                <a:lnTo>
                  <a:pt x="631094" y="323246"/>
                </a:lnTo>
                <a:lnTo>
                  <a:pt x="613088" y="335395"/>
                </a:lnTo>
                <a:lnTo>
                  <a:pt x="591058" y="339851"/>
                </a:lnTo>
                <a:lnTo>
                  <a:pt x="56641" y="339851"/>
                </a:lnTo>
                <a:lnTo>
                  <a:pt x="34611" y="335395"/>
                </a:lnTo>
                <a:lnTo>
                  <a:pt x="16605" y="323246"/>
                </a:lnTo>
                <a:lnTo>
                  <a:pt x="4456" y="305240"/>
                </a:lnTo>
                <a:lnTo>
                  <a:pt x="0" y="283210"/>
                </a:lnTo>
                <a:lnTo>
                  <a:pt x="0" y="56642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10707116" y="1787136"/>
            <a:ext cx="9772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=</a:t>
            </a:r>
            <a:r>
              <a:rPr sz="2400" spc="130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𝟏𝟑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2912364" y="2618732"/>
            <a:ext cx="647700" cy="340995"/>
          </a:xfrm>
          <a:custGeom>
            <a:avLst/>
            <a:gdLst/>
            <a:ahLst/>
            <a:cxnLst/>
            <a:rect l="l" t="t" r="r" b="b"/>
            <a:pathLst>
              <a:path w="647700" h="340994">
                <a:moveTo>
                  <a:pt x="0" y="56769"/>
                </a:moveTo>
                <a:lnTo>
                  <a:pt x="4458" y="34665"/>
                </a:lnTo>
                <a:lnTo>
                  <a:pt x="16621" y="16621"/>
                </a:lnTo>
                <a:lnTo>
                  <a:pt x="34665" y="4458"/>
                </a:lnTo>
                <a:lnTo>
                  <a:pt x="56768" y="0"/>
                </a:lnTo>
                <a:lnTo>
                  <a:pt x="590931" y="0"/>
                </a:lnTo>
                <a:lnTo>
                  <a:pt x="613034" y="4458"/>
                </a:lnTo>
                <a:lnTo>
                  <a:pt x="631078" y="16621"/>
                </a:lnTo>
                <a:lnTo>
                  <a:pt x="643241" y="34665"/>
                </a:lnTo>
                <a:lnTo>
                  <a:pt x="647700" y="56769"/>
                </a:lnTo>
                <a:lnTo>
                  <a:pt x="647700" y="283845"/>
                </a:lnTo>
                <a:lnTo>
                  <a:pt x="643241" y="305948"/>
                </a:lnTo>
                <a:lnTo>
                  <a:pt x="631078" y="323992"/>
                </a:lnTo>
                <a:lnTo>
                  <a:pt x="613034" y="336155"/>
                </a:lnTo>
                <a:lnTo>
                  <a:pt x="590931" y="340613"/>
                </a:lnTo>
                <a:lnTo>
                  <a:pt x="56768" y="340613"/>
                </a:lnTo>
                <a:lnTo>
                  <a:pt x="34665" y="336155"/>
                </a:lnTo>
                <a:lnTo>
                  <a:pt x="16621" y="323992"/>
                </a:lnTo>
                <a:lnTo>
                  <a:pt x="4458" y="305948"/>
                </a:lnTo>
                <a:lnTo>
                  <a:pt x="0" y="283845"/>
                </a:lnTo>
                <a:lnTo>
                  <a:pt x="0" y="56769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" name="object 8"/>
          <p:cNvGrpSpPr/>
          <p:nvPr/>
        </p:nvGrpSpPr>
        <p:grpSpPr>
          <a:xfrm>
            <a:off x="10271886" y="2595238"/>
            <a:ext cx="742950" cy="764540"/>
            <a:chOff x="10271886" y="2183257"/>
            <a:chExt cx="742950" cy="764540"/>
          </a:xfrm>
        </p:grpSpPr>
        <p:sp>
          <p:nvSpPr>
            <p:cNvPr id="9" name="object 9"/>
            <p:cNvSpPr/>
            <p:nvPr/>
          </p:nvSpPr>
          <p:spPr>
            <a:xfrm>
              <a:off x="10347959" y="2199132"/>
              <a:ext cx="647700" cy="340360"/>
            </a:xfrm>
            <a:custGeom>
              <a:avLst/>
              <a:gdLst/>
              <a:ahLst/>
              <a:cxnLst/>
              <a:rect l="l" t="t" r="r" b="b"/>
              <a:pathLst>
                <a:path w="647700" h="340360">
                  <a:moveTo>
                    <a:pt x="0" y="56641"/>
                  </a:moveTo>
                  <a:lnTo>
                    <a:pt x="4456" y="34611"/>
                  </a:lnTo>
                  <a:lnTo>
                    <a:pt x="16605" y="16605"/>
                  </a:lnTo>
                  <a:lnTo>
                    <a:pt x="34611" y="4456"/>
                  </a:lnTo>
                  <a:lnTo>
                    <a:pt x="56642" y="0"/>
                  </a:lnTo>
                  <a:lnTo>
                    <a:pt x="591058" y="0"/>
                  </a:lnTo>
                  <a:lnTo>
                    <a:pt x="613088" y="4456"/>
                  </a:lnTo>
                  <a:lnTo>
                    <a:pt x="631094" y="16605"/>
                  </a:lnTo>
                  <a:lnTo>
                    <a:pt x="643243" y="34611"/>
                  </a:lnTo>
                  <a:lnTo>
                    <a:pt x="647700" y="56641"/>
                  </a:lnTo>
                  <a:lnTo>
                    <a:pt x="647700" y="283209"/>
                  </a:lnTo>
                  <a:lnTo>
                    <a:pt x="643243" y="305240"/>
                  </a:lnTo>
                  <a:lnTo>
                    <a:pt x="631094" y="323246"/>
                  </a:lnTo>
                  <a:lnTo>
                    <a:pt x="613088" y="335395"/>
                  </a:lnTo>
                  <a:lnTo>
                    <a:pt x="591058" y="339851"/>
                  </a:lnTo>
                  <a:lnTo>
                    <a:pt x="56642" y="339851"/>
                  </a:lnTo>
                  <a:lnTo>
                    <a:pt x="34611" y="335395"/>
                  </a:lnTo>
                  <a:lnTo>
                    <a:pt x="16605" y="323246"/>
                  </a:lnTo>
                  <a:lnTo>
                    <a:pt x="4456" y="305240"/>
                  </a:lnTo>
                  <a:lnTo>
                    <a:pt x="0" y="283209"/>
                  </a:lnTo>
                  <a:lnTo>
                    <a:pt x="0" y="56641"/>
                  </a:lnTo>
                  <a:close/>
                </a:path>
              </a:pathLst>
            </a:custGeom>
            <a:ln w="31750">
              <a:solidFill>
                <a:srgbClr val="00AF5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10287761" y="2591562"/>
              <a:ext cx="711200" cy="340360"/>
            </a:xfrm>
            <a:custGeom>
              <a:avLst/>
              <a:gdLst/>
              <a:ahLst/>
              <a:cxnLst/>
              <a:rect l="l" t="t" r="r" b="b"/>
              <a:pathLst>
                <a:path w="711200" h="340360">
                  <a:moveTo>
                    <a:pt x="0" y="56641"/>
                  </a:moveTo>
                  <a:lnTo>
                    <a:pt x="4456" y="34611"/>
                  </a:lnTo>
                  <a:lnTo>
                    <a:pt x="16605" y="16605"/>
                  </a:lnTo>
                  <a:lnTo>
                    <a:pt x="34611" y="4456"/>
                  </a:lnTo>
                  <a:lnTo>
                    <a:pt x="56642" y="0"/>
                  </a:lnTo>
                  <a:lnTo>
                    <a:pt x="654304" y="0"/>
                  </a:lnTo>
                  <a:lnTo>
                    <a:pt x="676334" y="4456"/>
                  </a:lnTo>
                  <a:lnTo>
                    <a:pt x="694340" y="16605"/>
                  </a:lnTo>
                  <a:lnTo>
                    <a:pt x="706489" y="34611"/>
                  </a:lnTo>
                  <a:lnTo>
                    <a:pt x="710946" y="56641"/>
                  </a:lnTo>
                  <a:lnTo>
                    <a:pt x="710946" y="283210"/>
                  </a:lnTo>
                  <a:lnTo>
                    <a:pt x="706489" y="305240"/>
                  </a:lnTo>
                  <a:lnTo>
                    <a:pt x="694340" y="323246"/>
                  </a:lnTo>
                  <a:lnTo>
                    <a:pt x="676334" y="335395"/>
                  </a:lnTo>
                  <a:lnTo>
                    <a:pt x="654304" y="339851"/>
                  </a:lnTo>
                  <a:lnTo>
                    <a:pt x="56642" y="339851"/>
                  </a:lnTo>
                  <a:lnTo>
                    <a:pt x="34611" y="335395"/>
                  </a:lnTo>
                  <a:lnTo>
                    <a:pt x="16605" y="323246"/>
                  </a:lnTo>
                  <a:lnTo>
                    <a:pt x="4456" y="305240"/>
                  </a:lnTo>
                  <a:lnTo>
                    <a:pt x="0" y="283210"/>
                  </a:lnTo>
                  <a:lnTo>
                    <a:pt x="0" y="56641"/>
                  </a:lnTo>
                  <a:close/>
                </a:path>
              </a:pathLst>
            </a:custGeom>
            <a:ln w="31750">
              <a:solidFill>
                <a:srgbClr val="006FC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" name="object 3">
            <a:extLst>
              <a:ext uri="{FF2B5EF4-FFF2-40B4-BE49-F238E27FC236}">
                <a16:creationId xmlns:a16="http://schemas.microsoft.com/office/drawing/2014/main" id="{125B3658-B5FC-EE46-A539-74018094F551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61257" y="122530"/>
            <a:ext cx="3925124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算</a:t>
            </a:r>
            <a:r>
              <a:rPr lang="zh-CN" altLang="en-US" spc="-50" dirty="0">
                <a:latin typeface="SimSun" panose="02010600030101010101" pitchFamily="2" charset="-122"/>
                <a:ea typeface="SimSun" panose="02010600030101010101" pitchFamily="2" charset="-122"/>
              </a:rPr>
              <a:t>法实例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73363466"/>
              </p:ext>
            </p:extLst>
          </p:nvPr>
        </p:nvGraphicFramePr>
        <p:xfrm>
          <a:off x="603250" y="2188143"/>
          <a:ext cx="11176634" cy="25927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29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1800" spc="-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𝒄]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4" name="object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74623484"/>
              </p:ext>
            </p:extLst>
          </p:nvPr>
        </p:nvGraphicFramePr>
        <p:xfrm>
          <a:off x="603250" y="1258502"/>
          <a:ext cx="4509135" cy="7410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85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 marL="25654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𝒗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𝒑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object 5"/>
          <p:cNvSpPr/>
          <p:nvPr/>
        </p:nvSpPr>
        <p:spPr>
          <a:xfrm>
            <a:off x="1434846" y="1644328"/>
            <a:ext cx="647700" cy="340360"/>
          </a:xfrm>
          <a:custGeom>
            <a:avLst/>
            <a:gdLst/>
            <a:ahLst/>
            <a:cxnLst/>
            <a:rect l="l" t="t" r="r" b="b"/>
            <a:pathLst>
              <a:path w="647700" h="340359">
                <a:moveTo>
                  <a:pt x="0" y="56642"/>
                </a:moveTo>
                <a:lnTo>
                  <a:pt x="4456" y="34611"/>
                </a:lnTo>
                <a:lnTo>
                  <a:pt x="16605" y="16605"/>
                </a:lnTo>
                <a:lnTo>
                  <a:pt x="34611" y="4456"/>
                </a:lnTo>
                <a:lnTo>
                  <a:pt x="56641" y="0"/>
                </a:lnTo>
                <a:lnTo>
                  <a:pt x="591058" y="0"/>
                </a:lnTo>
                <a:lnTo>
                  <a:pt x="613088" y="4456"/>
                </a:lnTo>
                <a:lnTo>
                  <a:pt x="631094" y="16605"/>
                </a:lnTo>
                <a:lnTo>
                  <a:pt x="643243" y="34611"/>
                </a:lnTo>
                <a:lnTo>
                  <a:pt x="647699" y="56642"/>
                </a:lnTo>
                <a:lnTo>
                  <a:pt x="647699" y="283210"/>
                </a:lnTo>
                <a:lnTo>
                  <a:pt x="643243" y="305240"/>
                </a:lnTo>
                <a:lnTo>
                  <a:pt x="631094" y="323246"/>
                </a:lnTo>
                <a:lnTo>
                  <a:pt x="613088" y="335395"/>
                </a:lnTo>
                <a:lnTo>
                  <a:pt x="591058" y="339851"/>
                </a:lnTo>
                <a:lnTo>
                  <a:pt x="56641" y="339851"/>
                </a:lnTo>
                <a:lnTo>
                  <a:pt x="34611" y="335395"/>
                </a:lnTo>
                <a:lnTo>
                  <a:pt x="16605" y="323246"/>
                </a:lnTo>
                <a:lnTo>
                  <a:pt x="4456" y="305240"/>
                </a:lnTo>
                <a:lnTo>
                  <a:pt x="0" y="283210"/>
                </a:lnTo>
                <a:lnTo>
                  <a:pt x="0" y="56642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10707116" y="1746944"/>
            <a:ext cx="9772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=</a:t>
            </a:r>
            <a:r>
              <a:rPr sz="2400" spc="130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𝟏𝟑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3650741" y="2578540"/>
            <a:ext cx="647700" cy="340995"/>
          </a:xfrm>
          <a:custGeom>
            <a:avLst/>
            <a:gdLst/>
            <a:ahLst/>
            <a:cxnLst/>
            <a:rect l="l" t="t" r="r" b="b"/>
            <a:pathLst>
              <a:path w="647700" h="340994">
                <a:moveTo>
                  <a:pt x="0" y="56769"/>
                </a:moveTo>
                <a:lnTo>
                  <a:pt x="4458" y="34665"/>
                </a:lnTo>
                <a:lnTo>
                  <a:pt x="16621" y="16621"/>
                </a:lnTo>
                <a:lnTo>
                  <a:pt x="34665" y="4458"/>
                </a:lnTo>
                <a:lnTo>
                  <a:pt x="56769" y="0"/>
                </a:lnTo>
                <a:lnTo>
                  <a:pt x="590931" y="0"/>
                </a:lnTo>
                <a:lnTo>
                  <a:pt x="613034" y="4458"/>
                </a:lnTo>
                <a:lnTo>
                  <a:pt x="631078" y="16621"/>
                </a:lnTo>
                <a:lnTo>
                  <a:pt x="643241" y="34665"/>
                </a:lnTo>
                <a:lnTo>
                  <a:pt x="647700" y="56769"/>
                </a:lnTo>
                <a:lnTo>
                  <a:pt x="647700" y="283845"/>
                </a:lnTo>
                <a:lnTo>
                  <a:pt x="643241" y="305948"/>
                </a:lnTo>
                <a:lnTo>
                  <a:pt x="631078" y="323992"/>
                </a:lnTo>
                <a:lnTo>
                  <a:pt x="613034" y="336155"/>
                </a:lnTo>
                <a:lnTo>
                  <a:pt x="590931" y="340613"/>
                </a:lnTo>
                <a:lnTo>
                  <a:pt x="56769" y="340613"/>
                </a:lnTo>
                <a:lnTo>
                  <a:pt x="34665" y="336155"/>
                </a:lnTo>
                <a:lnTo>
                  <a:pt x="16621" y="323992"/>
                </a:lnTo>
                <a:lnTo>
                  <a:pt x="4458" y="305948"/>
                </a:lnTo>
                <a:lnTo>
                  <a:pt x="0" y="283845"/>
                </a:lnTo>
                <a:lnTo>
                  <a:pt x="0" y="56769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" name="object 8"/>
          <p:cNvGrpSpPr/>
          <p:nvPr/>
        </p:nvGrpSpPr>
        <p:grpSpPr>
          <a:xfrm>
            <a:off x="11028553" y="2555046"/>
            <a:ext cx="742950" cy="764540"/>
            <a:chOff x="11028553" y="2183257"/>
            <a:chExt cx="742950" cy="764540"/>
          </a:xfrm>
        </p:grpSpPr>
        <p:sp>
          <p:nvSpPr>
            <p:cNvPr id="9" name="object 9"/>
            <p:cNvSpPr/>
            <p:nvPr/>
          </p:nvSpPr>
          <p:spPr>
            <a:xfrm>
              <a:off x="11086338" y="2199132"/>
              <a:ext cx="647700" cy="340360"/>
            </a:xfrm>
            <a:custGeom>
              <a:avLst/>
              <a:gdLst/>
              <a:ahLst/>
              <a:cxnLst/>
              <a:rect l="l" t="t" r="r" b="b"/>
              <a:pathLst>
                <a:path w="647700" h="340360">
                  <a:moveTo>
                    <a:pt x="0" y="56641"/>
                  </a:moveTo>
                  <a:lnTo>
                    <a:pt x="4456" y="34611"/>
                  </a:lnTo>
                  <a:lnTo>
                    <a:pt x="16605" y="16605"/>
                  </a:lnTo>
                  <a:lnTo>
                    <a:pt x="34611" y="4456"/>
                  </a:lnTo>
                  <a:lnTo>
                    <a:pt x="56641" y="0"/>
                  </a:lnTo>
                  <a:lnTo>
                    <a:pt x="591057" y="0"/>
                  </a:lnTo>
                  <a:lnTo>
                    <a:pt x="613088" y="4456"/>
                  </a:lnTo>
                  <a:lnTo>
                    <a:pt x="631094" y="16605"/>
                  </a:lnTo>
                  <a:lnTo>
                    <a:pt x="643243" y="34611"/>
                  </a:lnTo>
                  <a:lnTo>
                    <a:pt x="647700" y="56641"/>
                  </a:lnTo>
                  <a:lnTo>
                    <a:pt x="647700" y="283209"/>
                  </a:lnTo>
                  <a:lnTo>
                    <a:pt x="643243" y="305240"/>
                  </a:lnTo>
                  <a:lnTo>
                    <a:pt x="631094" y="323246"/>
                  </a:lnTo>
                  <a:lnTo>
                    <a:pt x="613088" y="335395"/>
                  </a:lnTo>
                  <a:lnTo>
                    <a:pt x="591057" y="339851"/>
                  </a:lnTo>
                  <a:lnTo>
                    <a:pt x="56641" y="339851"/>
                  </a:lnTo>
                  <a:lnTo>
                    <a:pt x="34611" y="335395"/>
                  </a:lnTo>
                  <a:lnTo>
                    <a:pt x="16605" y="323246"/>
                  </a:lnTo>
                  <a:lnTo>
                    <a:pt x="4456" y="305240"/>
                  </a:lnTo>
                  <a:lnTo>
                    <a:pt x="0" y="283209"/>
                  </a:lnTo>
                  <a:lnTo>
                    <a:pt x="0" y="56641"/>
                  </a:lnTo>
                  <a:close/>
                </a:path>
              </a:pathLst>
            </a:custGeom>
            <a:ln w="31750">
              <a:solidFill>
                <a:srgbClr val="00AF5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11044428" y="2591562"/>
              <a:ext cx="711200" cy="340360"/>
            </a:xfrm>
            <a:custGeom>
              <a:avLst/>
              <a:gdLst/>
              <a:ahLst/>
              <a:cxnLst/>
              <a:rect l="l" t="t" r="r" b="b"/>
              <a:pathLst>
                <a:path w="711200" h="340360">
                  <a:moveTo>
                    <a:pt x="0" y="56641"/>
                  </a:moveTo>
                  <a:lnTo>
                    <a:pt x="4456" y="34611"/>
                  </a:lnTo>
                  <a:lnTo>
                    <a:pt x="16605" y="16605"/>
                  </a:lnTo>
                  <a:lnTo>
                    <a:pt x="34611" y="4456"/>
                  </a:lnTo>
                  <a:lnTo>
                    <a:pt x="56642" y="0"/>
                  </a:lnTo>
                  <a:lnTo>
                    <a:pt x="654303" y="0"/>
                  </a:lnTo>
                  <a:lnTo>
                    <a:pt x="676334" y="4456"/>
                  </a:lnTo>
                  <a:lnTo>
                    <a:pt x="694340" y="16605"/>
                  </a:lnTo>
                  <a:lnTo>
                    <a:pt x="706489" y="34611"/>
                  </a:lnTo>
                  <a:lnTo>
                    <a:pt x="710946" y="56641"/>
                  </a:lnTo>
                  <a:lnTo>
                    <a:pt x="710946" y="283210"/>
                  </a:lnTo>
                  <a:lnTo>
                    <a:pt x="706489" y="305240"/>
                  </a:lnTo>
                  <a:lnTo>
                    <a:pt x="694340" y="323246"/>
                  </a:lnTo>
                  <a:lnTo>
                    <a:pt x="676334" y="335395"/>
                  </a:lnTo>
                  <a:lnTo>
                    <a:pt x="654303" y="339851"/>
                  </a:lnTo>
                  <a:lnTo>
                    <a:pt x="56642" y="339851"/>
                  </a:lnTo>
                  <a:lnTo>
                    <a:pt x="34611" y="335395"/>
                  </a:lnTo>
                  <a:lnTo>
                    <a:pt x="16605" y="323246"/>
                  </a:lnTo>
                  <a:lnTo>
                    <a:pt x="4456" y="305240"/>
                  </a:lnTo>
                  <a:lnTo>
                    <a:pt x="0" y="283210"/>
                  </a:lnTo>
                  <a:lnTo>
                    <a:pt x="0" y="56641"/>
                  </a:lnTo>
                  <a:close/>
                </a:path>
              </a:pathLst>
            </a:custGeom>
            <a:ln w="31750">
              <a:solidFill>
                <a:srgbClr val="006FC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" name="object 3">
            <a:extLst>
              <a:ext uri="{FF2B5EF4-FFF2-40B4-BE49-F238E27FC236}">
                <a16:creationId xmlns:a16="http://schemas.microsoft.com/office/drawing/2014/main" id="{3D2C3CB3-5C98-574C-8D67-D28936E7F491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61257" y="112482"/>
            <a:ext cx="3925124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算</a:t>
            </a:r>
            <a:r>
              <a:rPr lang="zh-CN" altLang="en-US" spc="-50" dirty="0">
                <a:latin typeface="SimSun" panose="02010600030101010101" pitchFamily="2" charset="-122"/>
                <a:ea typeface="SimSun" panose="02010600030101010101" pitchFamily="2" charset="-122"/>
              </a:rPr>
              <a:t>法实例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609600" y="2178091"/>
            <a:ext cx="11170285" cy="2608580"/>
            <a:chOff x="609600" y="1816354"/>
            <a:chExt cx="11170285" cy="2608580"/>
          </a:xfrm>
        </p:grpSpPr>
        <p:sp>
          <p:nvSpPr>
            <p:cNvPr id="4" name="object 4"/>
            <p:cNvSpPr/>
            <p:nvPr/>
          </p:nvSpPr>
          <p:spPr>
            <a:xfrm>
              <a:off x="609600" y="1822704"/>
              <a:ext cx="11170285" cy="2595880"/>
            </a:xfrm>
            <a:custGeom>
              <a:avLst/>
              <a:gdLst/>
              <a:ahLst/>
              <a:cxnLst/>
              <a:rect l="l" t="t" r="r" b="b"/>
              <a:pathLst>
                <a:path w="11170285" h="2595879">
                  <a:moveTo>
                    <a:pt x="11170031" y="0"/>
                  </a:moveTo>
                  <a:lnTo>
                    <a:pt x="0" y="0"/>
                  </a:lnTo>
                  <a:lnTo>
                    <a:pt x="0" y="2595880"/>
                  </a:lnTo>
                  <a:lnTo>
                    <a:pt x="11170031" y="2595880"/>
                  </a:lnTo>
                  <a:lnTo>
                    <a:pt x="11170031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2127123" y="2935223"/>
              <a:ext cx="1485265" cy="370840"/>
            </a:xfrm>
            <a:custGeom>
              <a:avLst/>
              <a:gdLst/>
              <a:ahLst/>
              <a:cxnLst/>
              <a:rect l="l" t="t" r="r" b="b"/>
              <a:pathLst>
                <a:path w="1485264" h="370839">
                  <a:moveTo>
                    <a:pt x="742492" y="0"/>
                  </a:moveTo>
                  <a:lnTo>
                    <a:pt x="0" y="0"/>
                  </a:lnTo>
                  <a:lnTo>
                    <a:pt x="0" y="370840"/>
                  </a:lnTo>
                  <a:lnTo>
                    <a:pt x="742492" y="370840"/>
                  </a:lnTo>
                  <a:lnTo>
                    <a:pt x="742492" y="0"/>
                  </a:lnTo>
                  <a:close/>
                </a:path>
                <a:path w="1485264" h="370839">
                  <a:moveTo>
                    <a:pt x="1485061" y="0"/>
                  </a:moveTo>
                  <a:lnTo>
                    <a:pt x="742569" y="0"/>
                  </a:lnTo>
                  <a:lnTo>
                    <a:pt x="742569" y="370840"/>
                  </a:lnTo>
                  <a:lnTo>
                    <a:pt x="1485061" y="370840"/>
                  </a:lnTo>
                  <a:lnTo>
                    <a:pt x="1485061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2127123" y="3306063"/>
              <a:ext cx="4455160" cy="370840"/>
            </a:xfrm>
            <a:custGeom>
              <a:avLst/>
              <a:gdLst/>
              <a:ahLst/>
              <a:cxnLst/>
              <a:rect l="l" t="t" r="r" b="b"/>
              <a:pathLst>
                <a:path w="4455159" h="370839">
                  <a:moveTo>
                    <a:pt x="742492" y="0"/>
                  </a:moveTo>
                  <a:lnTo>
                    <a:pt x="0" y="0"/>
                  </a:lnTo>
                  <a:lnTo>
                    <a:pt x="0" y="370840"/>
                  </a:lnTo>
                  <a:lnTo>
                    <a:pt x="742492" y="370840"/>
                  </a:lnTo>
                  <a:lnTo>
                    <a:pt x="742492" y="0"/>
                  </a:lnTo>
                  <a:close/>
                </a:path>
                <a:path w="4455159" h="370839">
                  <a:moveTo>
                    <a:pt x="2969945" y="0"/>
                  </a:moveTo>
                  <a:lnTo>
                    <a:pt x="2969945" y="0"/>
                  </a:lnTo>
                  <a:lnTo>
                    <a:pt x="742569" y="0"/>
                  </a:lnTo>
                  <a:lnTo>
                    <a:pt x="742569" y="370840"/>
                  </a:lnTo>
                  <a:lnTo>
                    <a:pt x="2969945" y="370840"/>
                  </a:lnTo>
                  <a:lnTo>
                    <a:pt x="2969945" y="0"/>
                  </a:lnTo>
                  <a:close/>
                </a:path>
                <a:path w="4455159" h="370839">
                  <a:moveTo>
                    <a:pt x="4454957" y="0"/>
                  </a:moveTo>
                  <a:lnTo>
                    <a:pt x="3712514" y="0"/>
                  </a:lnTo>
                  <a:lnTo>
                    <a:pt x="2970022" y="0"/>
                  </a:lnTo>
                  <a:lnTo>
                    <a:pt x="2970022" y="370840"/>
                  </a:lnTo>
                  <a:lnTo>
                    <a:pt x="3712464" y="370840"/>
                  </a:lnTo>
                  <a:lnTo>
                    <a:pt x="4454957" y="370840"/>
                  </a:lnTo>
                  <a:lnTo>
                    <a:pt x="4454957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2869692" y="3676903"/>
              <a:ext cx="3712845" cy="370840"/>
            </a:xfrm>
            <a:custGeom>
              <a:avLst/>
              <a:gdLst/>
              <a:ahLst/>
              <a:cxnLst/>
              <a:rect l="l" t="t" r="r" b="b"/>
              <a:pathLst>
                <a:path w="3712845" h="370839">
                  <a:moveTo>
                    <a:pt x="2227376" y="0"/>
                  </a:moveTo>
                  <a:lnTo>
                    <a:pt x="2227376" y="0"/>
                  </a:lnTo>
                  <a:lnTo>
                    <a:pt x="0" y="0"/>
                  </a:lnTo>
                  <a:lnTo>
                    <a:pt x="0" y="370840"/>
                  </a:lnTo>
                  <a:lnTo>
                    <a:pt x="2227376" y="370840"/>
                  </a:lnTo>
                  <a:lnTo>
                    <a:pt x="2227376" y="0"/>
                  </a:lnTo>
                  <a:close/>
                </a:path>
                <a:path w="3712845" h="370839">
                  <a:moveTo>
                    <a:pt x="3712387" y="0"/>
                  </a:moveTo>
                  <a:lnTo>
                    <a:pt x="2969945" y="0"/>
                  </a:lnTo>
                  <a:lnTo>
                    <a:pt x="2227453" y="0"/>
                  </a:lnTo>
                  <a:lnTo>
                    <a:pt x="2227453" y="370840"/>
                  </a:lnTo>
                  <a:lnTo>
                    <a:pt x="2969895" y="370840"/>
                  </a:lnTo>
                  <a:lnTo>
                    <a:pt x="3712387" y="370840"/>
                  </a:lnTo>
                  <a:lnTo>
                    <a:pt x="3712387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2869692" y="4047744"/>
              <a:ext cx="3712845" cy="370840"/>
            </a:xfrm>
            <a:custGeom>
              <a:avLst/>
              <a:gdLst/>
              <a:ahLst/>
              <a:cxnLst/>
              <a:rect l="l" t="t" r="r" b="b"/>
              <a:pathLst>
                <a:path w="3712845" h="370839">
                  <a:moveTo>
                    <a:pt x="2227376" y="0"/>
                  </a:moveTo>
                  <a:lnTo>
                    <a:pt x="2227376" y="0"/>
                  </a:lnTo>
                  <a:lnTo>
                    <a:pt x="0" y="0"/>
                  </a:lnTo>
                  <a:lnTo>
                    <a:pt x="0" y="370840"/>
                  </a:lnTo>
                  <a:lnTo>
                    <a:pt x="2227376" y="370840"/>
                  </a:lnTo>
                  <a:lnTo>
                    <a:pt x="2227376" y="0"/>
                  </a:lnTo>
                  <a:close/>
                </a:path>
                <a:path w="3712845" h="370839">
                  <a:moveTo>
                    <a:pt x="3712387" y="0"/>
                  </a:moveTo>
                  <a:lnTo>
                    <a:pt x="2969945" y="0"/>
                  </a:lnTo>
                  <a:lnTo>
                    <a:pt x="2227453" y="0"/>
                  </a:lnTo>
                  <a:lnTo>
                    <a:pt x="2227453" y="370840"/>
                  </a:lnTo>
                  <a:lnTo>
                    <a:pt x="2969895" y="370840"/>
                  </a:lnTo>
                  <a:lnTo>
                    <a:pt x="3712387" y="370840"/>
                  </a:lnTo>
                  <a:lnTo>
                    <a:pt x="3712387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612133" y="1816354"/>
              <a:ext cx="2227580" cy="2608580"/>
            </a:xfrm>
            <a:custGeom>
              <a:avLst/>
              <a:gdLst/>
              <a:ahLst/>
              <a:cxnLst/>
              <a:rect l="l" t="t" r="r" b="b"/>
              <a:pathLst>
                <a:path w="2227579" h="2608579">
                  <a:moveTo>
                    <a:pt x="0" y="0"/>
                  </a:moveTo>
                  <a:lnTo>
                    <a:pt x="0" y="2608580"/>
                  </a:lnTo>
                </a:path>
                <a:path w="2227579" h="2608579">
                  <a:moveTo>
                    <a:pt x="742441" y="0"/>
                  </a:moveTo>
                  <a:lnTo>
                    <a:pt x="742441" y="2608580"/>
                  </a:lnTo>
                </a:path>
                <a:path w="2227579" h="2608579">
                  <a:moveTo>
                    <a:pt x="1485011" y="0"/>
                  </a:moveTo>
                  <a:lnTo>
                    <a:pt x="1485011" y="2608580"/>
                  </a:lnTo>
                </a:path>
                <a:path w="2227579" h="2608579">
                  <a:moveTo>
                    <a:pt x="2227453" y="0"/>
                  </a:moveTo>
                  <a:lnTo>
                    <a:pt x="2227453" y="2608580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2138172" y="2930652"/>
              <a:ext cx="1466850" cy="424180"/>
            </a:xfrm>
            <a:custGeom>
              <a:avLst/>
              <a:gdLst/>
              <a:ahLst/>
              <a:cxnLst/>
              <a:rect l="l" t="t" r="r" b="b"/>
              <a:pathLst>
                <a:path w="1466850" h="424179">
                  <a:moveTo>
                    <a:pt x="0" y="70612"/>
                  </a:moveTo>
                  <a:lnTo>
                    <a:pt x="5550" y="43130"/>
                  </a:lnTo>
                  <a:lnTo>
                    <a:pt x="20685" y="20685"/>
                  </a:lnTo>
                  <a:lnTo>
                    <a:pt x="43130" y="5550"/>
                  </a:lnTo>
                  <a:lnTo>
                    <a:pt x="70611" y="0"/>
                  </a:lnTo>
                  <a:lnTo>
                    <a:pt x="1396238" y="0"/>
                  </a:lnTo>
                  <a:lnTo>
                    <a:pt x="1423719" y="5550"/>
                  </a:lnTo>
                  <a:lnTo>
                    <a:pt x="1446164" y="20685"/>
                  </a:lnTo>
                  <a:lnTo>
                    <a:pt x="1461299" y="43130"/>
                  </a:lnTo>
                  <a:lnTo>
                    <a:pt x="1466850" y="70612"/>
                  </a:lnTo>
                  <a:lnTo>
                    <a:pt x="1466850" y="353060"/>
                  </a:lnTo>
                  <a:lnTo>
                    <a:pt x="1461299" y="380541"/>
                  </a:lnTo>
                  <a:lnTo>
                    <a:pt x="1446164" y="402986"/>
                  </a:lnTo>
                  <a:lnTo>
                    <a:pt x="1423719" y="418121"/>
                  </a:lnTo>
                  <a:lnTo>
                    <a:pt x="1396238" y="423672"/>
                  </a:lnTo>
                  <a:lnTo>
                    <a:pt x="70611" y="423672"/>
                  </a:lnTo>
                  <a:lnTo>
                    <a:pt x="43130" y="418121"/>
                  </a:lnTo>
                  <a:lnTo>
                    <a:pt x="20685" y="402986"/>
                  </a:lnTo>
                  <a:lnTo>
                    <a:pt x="5550" y="380541"/>
                  </a:lnTo>
                  <a:lnTo>
                    <a:pt x="0" y="353060"/>
                  </a:lnTo>
                  <a:lnTo>
                    <a:pt x="0" y="70612"/>
                  </a:lnTo>
                  <a:close/>
                </a:path>
              </a:pathLst>
            </a:custGeom>
            <a:ln w="31750">
              <a:solidFill>
                <a:srgbClr val="006FC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3347973" y="3469767"/>
              <a:ext cx="2897505" cy="659130"/>
            </a:xfrm>
            <a:custGeom>
              <a:avLst/>
              <a:gdLst/>
              <a:ahLst/>
              <a:cxnLst/>
              <a:rect l="l" t="t" r="r" b="b"/>
              <a:pathLst>
                <a:path w="2897504" h="659129">
                  <a:moveTo>
                    <a:pt x="0" y="0"/>
                  </a:moveTo>
                  <a:lnTo>
                    <a:pt x="1020317" y="235077"/>
                  </a:lnTo>
                  <a:lnTo>
                    <a:pt x="644905" y="235077"/>
                  </a:lnTo>
                  <a:lnTo>
                    <a:pt x="644905" y="658749"/>
                  </a:lnTo>
                  <a:lnTo>
                    <a:pt x="2897378" y="658749"/>
                  </a:lnTo>
                  <a:lnTo>
                    <a:pt x="2897378" y="235077"/>
                  </a:lnTo>
                  <a:lnTo>
                    <a:pt x="1583436" y="2350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3C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2" name="object 1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7446210"/>
              </p:ext>
            </p:extLst>
          </p:nvPr>
        </p:nvGraphicFramePr>
        <p:xfrm>
          <a:off x="603250" y="2178091"/>
          <a:ext cx="11177268" cy="259740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231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5783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016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651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81407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1800" spc="-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𝒄]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209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09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095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dirty="0">
                          <a:latin typeface="Times New Roman"/>
                          <a:cs typeface="Times New Roman"/>
                        </a:rPr>
                        <a:t>0</a:t>
                      </a:r>
                      <a:endParaRPr sz="18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 gridSpan="7">
                  <a:txBody>
                    <a:bodyPr/>
                    <a:lstStyle/>
                    <a:p>
                      <a:pPr marL="313055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 gridSpan="7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28905"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grid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130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R="34925" algn="r">
                        <a:lnSpc>
                          <a:spcPts val="1800"/>
                        </a:lnSpc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𝒗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FFFFFF"/>
                      </a:solidFill>
                      <a:prstDash val="solid"/>
                    </a:lnR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28575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15">
                        <a:lnSpc>
                          <a:spcPts val="1800"/>
                        </a:lnSpc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0" marB="0">
                    <a:lnR w="28575">
                      <a:solidFill>
                        <a:srgbClr val="FFFFFF"/>
                      </a:solidFill>
                      <a:prstDash val="solid"/>
                    </a:lnR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L="120014">
                        <a:lnSpc>
                          <a:spcPts val="1800"/>
                        </a:lnSpc>
                      </a:pPr>
                      <a:r>
                        <a:rPr sz="22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&gt;</a:t>
                      </a:r>
                      <a:r>
                        <a:rPr sz="2200" spc="12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0" marB="0">
                    <a:lnL w="2857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gridSpan="7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13" name="object 1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273273"/>
              </p:ext>
            </p:extLst>
          </p:nvPr>
        </p:nvGraphicFramePr>
        <p:xfrm>
          <a:off x="603250" y="1248450"/>
          <a:ext cx="4509135" cy="7410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85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 marL="25654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𝒗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𝒑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4" name="object 14"/>
          <p:cNvSpPr/>
          <p:nvPr/>
        </p:nvSpPr>
        <p:spPr>
          <a:xfrm>
            <a:off x="2173985" y="1264706"/>
            <a:ext cx="647700" cy="340995"/>
          </a:xfrm>
          <a:custGeom>
            <a:avLst/>
            <a:gdLst/>
            <a:ahLst/>
            <a:cxnLst/>
            <a:rect l="l" t="t" r="r" b="b"/>
            <a:pathLst>
              <a:path w="647700" h="340994">
                <a:moveTo>
                  <a:pt x="0" y="56768"/>
                </a:moveTo>
                <a:lnTo>
                  <a:pt x="4458" y="34665"/>
                </a:lnTo>
                <a:lnTo>
                  <a:pt x="16621" y="16621"/>
                </a:lnTo>
                <a:lnTo>
                  <a:pt x="34665" y="4458"/>
                </a:lnTo>
                <a:lnTo>
                  <a:pt x="56768" y="0"/>
                </a:lnTo>
                <a:lnTo>
                  <a:pt x="590931" y="0"/>
                </a:lnTo>
                <a:lnTo>
                  <a:pt x="613034" y="4458"/>
                </a:lnTo>
                <a:lnTo>
                  <a:pt x="631078" y="16621"/>
                </a:lnTo>
                <a:lnTo>
                  <a:pt x="643241" y="34665"/>
                </a:lnTo>
                <a:lnTo>
                  <a:pt x="647700" y="56768"/>
                </a:lnTo>
                <a:lnTo>
                  <a:pt x="647700" y="283844"/>
                </a:lnTo>
                <a:lnTo>
                  <a:pt x="643241" y="305948"/>
                </a:lnTo>
                <a:lnTo>
                  <a:pt x="631078" y="323992"/>
                </a:lnTo>
                <a:lnTo>
                  <a:pt x="613034" y="336155"/>
                </a:lnTo>
                <a:lnTo>
                  <a:pt x="590931" y="340613"/>
                </a:lnTo>
                <a:lnTo>
                  <a:pt x="56768" y="340613"/>
                </a:lnTo>
                <a:lnTo>
                  <a:pt x="34665" y="336155"/>
                </a:lnTo>
                <a:lnTo>
                  <a:pt x="16621" y="323992"/>
                </a:lnTo>
                <a:lnTo>
                  <a:pt x="4458" y="305948"/>
                </a:lnTo>
                <a:lnTo>
                  <a:pt x="0" y="283844"/>
                </a:lnTo>
                <a:lnTo>
                  <a:pt x="0" y="56768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 txBox="1"/>
          <p:nvPr/>
        </p:nvSpPr>
        <p:spPr>
          <a:xfrm>
            <a:off x="10707116" y="1736892"/>
            <a:ext cx="9772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=</a:t>
            </a:r>
            <a:r>
              <a:rPr sz="2400" spc="130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𝟏𝟑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75160575-265D-7942-B3F5-8FD501C40A9F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61257" y="112482"/>
            <a:ext cx="3925124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算</a:t>
            </a:r>
            <a:r>
              <a:rPr lang="zh-CN" altLang="en-US" spc="-50" dirty="0">
                <a:latin typeface="SimSun" panose="02010600030101010101" pitchFamily="2" charset="-122"/>
                <a:ea typeface="SimSun" panose="02010600030101010101" pitchFamily="2" charset="-122"/>
              </a:rPr>
              <a:t>法实例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06866476"/>
              </p:ext>
            </p:extLst>
          </p:nvPr>
        </p:nvGraphicFramePr>
        <p:xfrm>
          <a:off x="603250" y="2218283"/>
          <a:ext cx="11176634" cy="25927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29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1800" spc="-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𝒄]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4" name="object 4"/>
          <p:cNvSpPr/>
          <p:nvPr/>
        </p:nvSpPr>
        <p:spPr>
          <a:xfrm>
            <a:off x="1408938" y="2959201"/>
            <a:ext cx="711835" cy="340360"/>
          </a:xfrm>
          <a:custGeom>
            <a:avLst/>
            <a:gdLst/>
            <a:ahLst/>
            <a:cxnLst/>
            <a:rect l="l" t="t" r="r" b="b"/>
            <a:pathLst>
              <a:path w="711835" h="340360">
                <a:moveTo>
                  <a:pt x="0" y="56641"/>
                </a:moveTo>
                <a:lnTo>
                  <a:pt x="4456" y="34611"/>
                </a:lnTo>
                <a:lnTo>
                  <a:pt x="16605" y="16605"/>
                </a:lnTo>
                <a:lnTo>
                  <a:pt x="34611" y="4456"/>
                </a:lnTo>
                <a:lnTo>
                  <a:pt x="56642" y="0"/>
                </a:lnTo>
                <a:lnTo>
                  <a:pt x="655066" y="0"/>
                </a:lnTo>
                <a:lnTo>
                  <a:pt x="677096" y="4456"/>
                </a:lnTo>
                <a:lnTo>
                  <a:pt x="695102" y="16605"/>
                </a:lnTo>
                <a:lnTo>
                  <a:pt x="707251" y="34611"/>
                </a:lnTo>
                <a:lnTo>
                  <a:pt x="711707" y="56641"/>
                </a:lnTo>
                <a:lnTo>
                  <a:pt x="711707" y="283210"/>
                </a:lnTo>
                <a:lnTo>
                  <a:pt x="707251" y="305240"/>
                </a:lnTo>
                <a:lnTo>
                  <a:pt x="695102" y="323246"/>
                </a:lnTo>
                <a:lnTo>
                  <a:pt x="677096" y="335395"/>
                </a:lnTo>
                <a:lnTo>
                  <a:pt x="655066" y="339851"/>
                </a:lnTo>
                <a:lnTo>
                  <a:pt x="56642" y="339851"/>
                </a:lnTo>
                <a:lnTo>
                  <a:pt x="34611" y="335395"/>
                </a:lnTo>
                <a:lnTo>
                  <a:pt x="16605" y="323246"/>
                </a:lnTo>
                <a:lnTo>
                  <a:pt x="4456" y="305240"/>
                </a:lnTo>
                <a:lnTo>
                  <a:pt x="0" y="283210"/>
                </a:lnTo>
                <a:lnTo>
                  <a:pt x="0" y="56641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" name="object 5"/>
          <p:cNvGrpSpPr/>
          <p:nvPr/>
        </p:nvGrpSpPr>
        <p:grpSpPr>
          <a:xfrm>
            <a:off x="3615054" y="2943326"/>
            <a:ext cx="743585" cy="765810"/>
            <a:chOff x="3615054" y="2541397"/>
            <a:chExt cx="743585" cy="765810"/>
          </a:xfrm>
        </p:grpSpPr>
        <p:sp>
          <p:nvSpPr>
            <p:cNvPr id="6" name="object 6"/>
            <p:cNvSpPr/>
            <p:nvPr/>
          </p:nvSpPr>
          <p:spPr>
            <a:xfrm>
              <a:off x="3630929" y="2557272"/>
              <a:ext cx="711835" cy="340360"/>
            </a:xfrm>
            <a:custGeom>
              <a:avLst/>
              <a:gdLst/>
              <a:ahLst/>
              <a:cxnLst/>
              <a:rect l="l" t="t" r="r" b="b"/>
              <a:pathLst>
                <a:path w="711835" h="340360">
                  <a:moveTo>
                    <a:pt x="0" y="56641"/>
                  </a:moveTo>
                  <a:lnTo>
                    <a:pt x="4456" y="34611"/>
                  </a:lnTo>
                  <a:lnTo>
                    <a:pt x="16605" y="16605"/>
                  </a:lnTo>
                  <a:lnTo>
                    <a:pt x="34611" y="4456"/>
                  </a:lnTo>
                  <a:lnTo>
                    <a:pt x="56642" y="0"/>
                  </a:lnTo>
                  <a:lnTo>
                    <a:pt x="655066" y="0"/>
                  </a:lnTo>
                  <a:lnTo>
                    <a:pt x="677096" y="4456"/>
                  </a:lnTo>
                  <a:lnTo>
                    <a:pt x="695102" y="16605"/>
                  </a:lnTo>
                  <a:lnTo>
                    <a:pt x="707251" y="34611"/>
                  </a:lnTo>
                  <a:lnTo>
                    <a:pt x="711708" y="56641"/>
                  </a:lnTo>
                  <a:lnTo>
                    <a:pt x="711708" y="283210"/>
                  </a:lnTo>
                  <a:lnTo>
                    <a:pt x="707251" y="305240"/>
                  </a:lnTo>
                  <a:lnTo>
                    <a:pt x="695102" y="323246"/>
                  </a:lnTo>
                  <a:lnTo>
                    <a:pt x="677096" y="335395"/>
                  </a:lnTo>
                  <a:lnTo>
                    <a:pt x="655066" y="339851"/>
                  </a:lnTo>
                  <a:lnTo>
                    <a:pt x="56642" y="339851"/>
                  </a:lnTo>
                  <a:lnTo>
                    <a:pt x="34611" y="335395"/>
                  </a:lnTo>
                  <a:lnTo>
                    <a:pt x="16605" y="323246"/>
                  </a:lnTo>
                  <a:lnTo>
                    <a:pt x="4456" y="305240"/>
                  </a:lnTo>
                  <a:lnTo>
                    <a:pt x="0" y="283210"/>
                  </a:lnTo>
                  <a:lnTo>
                    <a:pt x="0" y="56641"/>
                  </a:lnTo>
                  <a:close/>
                </a:path>
              </a:pathLst>
            </a:custGeom>
            <a:ln w="31750">
              <a:solidFill>
                <a:srgbClr val="00AF5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3630929" y="2950463"/>
              <a:ext cx="711835" cy="340995"/>
            </a:xfrm>
            <a:custGeom>
              <a:avLst/>
              <a:gdLst/>
              <a:ahLst/>
              <a:cxnLst/>
              <a:rect l="l" t="t" r="r" b="b"/>
              <a:pathLst>
                <a:path w="711835" h="340995">
                  <a:moveTo>
                    <a:pt x="0" y="56769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9" y="0"/>
                  </a:lnTo>
                  <a:lnTo>
                    <a:pt x="654939" y="0"/>
                  </a:lnTo>
                  <a:lnTo>
                    <a:pt x="677042" y="4458"/>
                  </a:lnTo>
                  <a:lnTo>
                    <a:pt x="695086" y="16621"/>
                  </a:lnTo>
                  <a:lnTo>
                    <a:pt x="707249" y="34665"/>
                  </a:lnTo>
                  <a:lnTo>
                    <a:pt x="711708" y="56769"/>
                  </a:lnTo>
                  <a:lnTo>
                    <a:pt x="711708" y="283845"/>
                  </a:lnTo>
                  <a:lnTo>
                    <a:pt x="707249" y="305948"/>
                  </a:lnTo>
                  <a:lnTo>
                    <a:pt x="695086" y="323992"/>
                  </a:lnTo>
                  <a:lnTo>
                    <a:pt x="677042" y="336155"/>
                  </a:lnTo>
                  <a:lnTo>
                    <a:pt x="654939" y="340613"/>
                  </a:lnTo>
                  <a:lnTo>
                    <a:pt x="56769" y="340613"/>
                  </a:lnTo>
                  <a:lnTo>
                    <a:pt x="34665" y="336155"/>
                  </a:lnTo>
                  <a:lnTo>
                    <a:pt x="16621" y="323992"/>
                  </a:lnTo>
                  <a:lnTo>
                    <a:pt x="4458" y="305948"/>
                  </a:lnTo>
                  <a:lnTo>
                    <a:pt x="0" y="283845"/>
                  </a:lnTo>
                  <a:lnTo>
                    <a:pt x="0" y="56769"/>
                  </a:lnTo>
                  <a:close/>
                </a:path>
              </a:pathLst>
            </a:custGeom>
            <a:ln w="31750">
              <a:solidFill>
                <a:srgbClr val="006FC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8" name="object 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0952375"/>
              </p:ext>
            </p:extLst>
          </p:nvPr>
        </p:nvGraphicFramePr>
        <p:xfrm>
          <a:off x="603250" y="1288642"/>
          <a:ext cx="4509135" cy="7410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85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 marL="25654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𝒗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𝒑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9" name="object 9"/>
          <p:cNvSpPr/>
          <p:nvPr/>
        </p:nvSpPr>
        <p:spPr>
          <a:xfrm>
            <a:off x="2168651" y="1695042"/>
            <a:ext cx="711200" cy="340360"/>
          </a:xfrm>
          <a:custGeom>
            <a:avLst/>
            <a:gdLst/>
            <a:ahLst/>
            <a:cxnLst/>
            <a:rect l="l" t="t" r="r" b="b"/>
            <a:pathLst>
              <a:path w="711200" h="340360">
                <a:moveTo>
                  <a:pt x="0" y="56641"/>
                </a:moveTo>
                <a:lnTo>
                  <a:pt x="4456" y="34611"/>
                </a:lnTo>
                <a:lnTo>
                  <a:pt x="16605" y="16605"/>
                </a:lnTo>
                <a:lnTo>
                  <a:pt x="34611" y="4456"/>
                </a:lnTo>
                <a:lnTo>
                  <a:pt x="56642" y="0"/>
                </a:lnTo>
                <a:lnTo>
                  <a:pt x="654304" y="0"/>
                </a:lnTo>
                <a:lnTo>
                  <a:pt x="676334" y="4456"/>
                </a:lnTo>
                <a:lnTo>
                  <a:pt x="694340" y="16605"/>
                </a:lnTo>
                <a:lnTo>
                  <a:pt x="706489" y="34611"/>
                </a:lnTo>
                <a:lnTo>
                  <a:pt x="710946" y="56641"/>
                </a:lnTo>
                <a:lnTo>
                  <a:pt x="710946" y="283210"/>
                </a:lnTo>
                <a:lnTo>
                  <a:pt x="706489" y="305240"/>
                </a:lnTo>
                <a:lnTo>
                  <a:pt x="694340" y="323246"/>
                </a:lnTo>
                <a:lnTo>
                  <a:pt x="676334" y="335395"/>
                </a:lnTo>
                <a:lnTo>
                  <a:pt x="654304" y="339851"/>
                </a:lnTo>
                <a:lnTo>
                  <a:pt x="56642" y="339851"/>
                </a:lnTo>
                <a:lnTo>
                  <a:pt x="34611" y="335395"/>
                </a:lnTo>
                <a:lnTo>
                  <a:pt x="16605" y="323246"/>
                </a:lnTo>
                <a:lnTo>
                  <a:pt x="4456" y="305240"/>
                </a:lnTo>
                <a:lnTo>
                  <a:pt x="0" y="283210"/>
                </a:lnTo>
                <a:lnTo>
                  <a:pt x="0" y="56641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10707116" y="1777084"/>
            <a:ext cx="9772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=</a:t>
            </a:r>
            <a:r>
              <a:rPr sz="2400" spc="130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𝟏𝟑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5056505" y="5237479"/>
            <a:ext cx="71755" cy="307340"/>
          </a:xfrm>
          <a:custGeom>
            <a:avLst/>
            <a:gdLst/>
            <a:ahLst/>
            <a:cxnLst/>
            <a:rect l="l" t="t" r="r" b="b"/>
            <a:pathLst>
              <a:path w="71754" h="307339">
                <a:moveTo>
                  <a:pt x="71755" y="0"/>
                </a:moveTo>
                <a:lnTo>
                  <a:pt x="0" y="0"/>
                </a:lnTo>
                <a:lnTo>
                  <a:pt x="0" y="12700"/>
                </a:lnTo>
                <a:lnTo>
                  <a:pt x="45085" y="12700"/>
                </a:lnTo>
                <a:lnTo>
                  <a:pt x="45085" y="294640"/>
                </a:lnTo>
                <a:lnTo>
                  <a:pt x="0" y="294640"/>
                </a:lnTo>
                <a:lnTo>
                  <a:pt x="0" y="307340"/>
                </a:lnTo>
                <a:lnTo>
                  <a:pt x="71755" y="307340"/>
                </a:lnTo>
                <a:lnTo>
                  <a:pt x="71755" y="294640"/>
                </a:lnTo>
                <a:lnTo>
                  <a:pt x="71755" y="12700"/>
                </a:lnTo>
                <a:lnTo>
                  <a:pt x="7175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4558157" y="5237479"/>
            <a:ext cx="72390" cy="307340"/>
          </a:xfrm>
          <a:custGeom>
            <a:avLst/>
            <a:gdLst/>
            <a:ahLst/>
            <a:cxnLst/>
            <a:rect l="l" t="t" r="r" b="b"/>
            <a:pathLst>
              <a:path w="72389" h="307339">
                <a:moveTo>
                  <a:pt x="71882" y="0"/>
                </a:moveTo>
                <a:lnTo>
                  <a:pt x="0" y="0"/>
                </a:lnTo>
                <a:lnTo>
                  <a:pt x="0" y="12700"/>
                </a:lnTo>
                <a:lnTo>
                  <a:pt x="0" y="294640"/>
                </a:lnTo>
                <a:lnTo>
                  <a:pt x="0" y="307340"/>
                </a:lnTo>
                <a:lnTo>
                  <a:pt x="71882" y="307340"/>
                </a:lnTo>
                <a:lnTo>
                  <a:pt x="71882" y="294640"/>
                </a:lnTo>
                <a:lnTo>
                  <a:pt x="26797" y="294640"/>
                </a:lnTo>
                <a:lnTo>
                  <a:pt x="26797" y="12700"/>
                </a:lnTo>
                <a:lnTo>
                  <a:pt x="71882" y="12700"/>
                </a:lnTo>
                <a:lnTo>
                  <a:pt x="718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 txBox="1"/>
          <p:nvPr/>
        </p:nvSpPr>
        <p:spPr>
          <a:xfrm>
            <a:off x="2632201" y="5142991"/>
            <a:ext cx="2430145" cy="42164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2600" spc="-35">
                <a:latin typeface="PMingLiU"/>
                <a:cs typeface="PMingLiU"/>
              </a:rPr>
              <a:t>递推公式</a:t>
            </a:r>
            <a:r>
              <a:rPr sz="2600">
                <a:latin typeface="PMingLiU"/>
                <a:cs typeface="PMingLiU"/>
              </a:rPr>
              <a:t>：</a:t>
            </a:r>
            <a:r>
              <a:rPr sz="2600">
                <a:latin typeface="Cambria Math"/>
                <a:cs typeface="Cambria Math"/>
              </a:rPr>
              <a:t>𝑷</a:t>
            </a:r>
            <a:r>
              <a:rPr sz="2600" spc="335">
                <a:latin typeface="Cambria Math"/>
                <a:cs typeface="Cambria Math"/>
              </a:rPr>
              <a:t> </a:t>
            </a:r>
            <a:r>
              <a:rPr sz="2600" spc="-10">
                <a:latin typeface="Cambria Math"/>
                <a:cs typeface="Cambria Math"/>
              </a:rPr>
              <a:t>𝒊,</a:t>
            </a:r>
            <a:r>
              <a:rPr sz="2600" spc="-140">
                <a:latin typeface="Cambria Math"/>
                <a:cs typeface="Cambria Math"/>
              </a:rPr>
              <a:t> </a:t>
            </a:r>
            <a:r>
              <a:rPr sz="2600" spc="-50">
                <a:latin typeface="Cambria Math"/>
                <a:cs typeface="Cambria Math"/>
              </a:rPr>
              <a:t>𝒄</a:t>
            </a:r>
            <a:endParaRPr sz="2600">
              <a:latin typeface="Cambria Math"/>
              <a:cs typeface="Cambria Math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5243576" y="5142991"/>
            <a:ext cx="2489835" cy="42164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51380" algn="l"/>
              </a:tabLst>
            </a:pPr>
            <a:r>
              <a:rPr sz="2600">
                <a:latin typeface="Cambria Math"/>
                <a:cs typeface="Cambria Math"/>
              </a:rPr>
              <a:t>=</a:t>
            </a:r>
            <a:r>
              <a:rPr sz="2600" spc="100">
                <a:latin typeface="Cambria Math"/>
                <a:cs typeface="Cambria Math"/>
              </a:rPr>
              <a:t> </a:t>
            </a:r>
            <a:r>
              <a:rPr sz="2600">
                <a:latin typeface="Cambria Math"/>
                <a:cs typeface="Cambria Math"/>
              </a:rPr>
              <a:t>𝐦𝐚𝐱{</a:t>
            </a:r>
            <a:r>
              <a:rPr sz="2600">
                <a:solidFill>
                  <a:srgbClr val="FF0000"/>
                </a:solidFill>
                <a:latin typeface="Cambria Math"/>
                <a:cs typeface="Cambria Math"/>
              </a:rPr>
              <a:t>𝟎</a:t>
            </a:r>
            <a:r>
              <a:rPr sz="2600" spc="-40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2600">
                <a:solidFill>
                  <a:srgbClr val="FF0000"/>
                </a:solidFill>
                <a:latin typeface="Cambria Math"/>
                <a:cs typeface="Cambria Math"/>
              </a:rPr>
              <a:t>+</a:t>
            </a:r>
            <a:r>
              <a:rPr sz="2600" spc="-35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2600" spc="-25">
                <a:solidFill>
                  <a:srgbClr val="FF0000"/>
                </a:solidFill>
                <a:latin typeface="Cambria Math"/>
                <a:cs typeface="Cambria Math"/>
              </a:rPr>
              <a:t>𝟐</a:t>
            </a:r>
            <a:r>
              <a:rPr sz="2600" spc="-25">
                <a:latin typeface="Cambria Math"/>
                <a:cs typeface="Cambria Math"/>
              </a:rPr>
              <a:t>,</a:t>
            </a:r>
            <a:r>
              <a:rPr sz="2600">
                <a:latin typeface="Cambria Math"/>
                <a:cs typeface="Cambria Math"/>
              </a:rPr>
              <a:t>	</a:t>
            </a:r>
            <a:r>
              <a:rPr sz="2600" spc="-25">
                <a:solidFill>
                  <a:srgbClr val="00AF50"/>
                </a:solidFill>
                <a:latin typeface="Cambria Math"/>
                <a:cs typeface="Cambria Math"/>
              </a:rPr>
              <a:t>𝟎</a:t>
            </a:r>
            <a:r>
              <a:rPr sz="2600" spc="-25">
                <a:latin typeface="Cambria Math"/>
                <a:cs typeface="Cambria Math"/>
              </a:rPr>
              <a:t>}</a:t>
            </a:r>
            <a:endParaRPr sz="2600">
              <a:latin typeface="Cambria Math"/>
              <a:cs typeface="Cambria Math"/>
            </a:endParaRPr>
          </a:p>
        </p:txBody>
      </p:sp>
      <p:sp>
        <p:nvSpPr>
          <p:cNvPr id="17" name="object 3">
            <a:extLst>
              <a:ext uri="{FF2B5EF4-FFF2-40B4-BE49-F238E27FC236}">
                <a16:creationId xmlns:a16="http://schemas.microsoft.com/office/drawing/2014/main" id="{9C7B8147-80F6-6042-9257-72043497B060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61257" y="112482"/>
            <a:ext cx="3925124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算</a:t>
            </a:r>
            <a:r>
              <a:rPr lang="zh-CN" altLang="en-US" spc="-50" dirty="0">
                <a:latin typeface="SimSun" panose="02010600030101010101" pitchFamily="2" charset="-122"/>
                <a:ea typeface="SimSun" panose="02010600030101010101" pitchFamily="2" charset="-122"/>
              </a:rPr>
              <a:t>法实例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7869991"/>
              </p:ext>
            </p:extLst>
          </p:nvPr>
        </p:nvGraphicFramePr>
        <p:xfrm>
          <a:off x="603250" y="2208240"/>
          <a:ext cx="11176634" cy="25927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29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1800" spc="-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𝒄]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4" name="object 4"/>
          <p:cNvSpPr/>
          <p:nvPr/>
        </p:nvSpPr>
        <p:spPr>
          <a:xfrm>
            <a:off x="2145792" y="2949158"/>
            <a:ext cx="711200" cy="340360"/>
          </a:xfrm>
          <a:custGeom>
            <a:avLst/>
            <a:gdLst/>
            <a:ahLst/>
            <a:cxnLst/>
            <a:rect l="l" t="t" r="r" b="b"/>
            <a:pathLst>
              <a:path w="711200" h="340360">
                <a:moveTo>
                  <a:pt x="0" y="56641"/>
                </a:moveTo>
                <a:lnTo>
                  <a:pt x="4456" y="34611"/>
                </a:lnTo>
                <a:lnTo>
                  <a:pt x="16605" y="16605"/>
                </a:lnTo>
                <a:lnTo>
                  <a:pt x="34611" y="4456"/>
                </a:lnTo>
                <a:lnTo>
                  <a:pt x="56641" y="0"/>
                </a:lnTo>
                <a:lnTo>
                  <a:pt x="654303" y="0"/>
                </a:lnTo>
                <a:lnTo>
                  <a:pt x="676334" y="4456"/>
                </a:lnTo>
                <a:lnTo>
                  <a:pt x="694340" y="16605"/>
                </a:lnTo>
                <a:lnTo>
                  <a:pt x="706489" y="34611"/>
                </a:lnTo>
                <a:lnTo>
                  <a:pt x="710945" y="56641"/>
                </a:lnTo>
                <a:lnTo>
                  <a:pt x="710945" y="283210"/>
                </a:lnTo>
                <a:lnTo>
                  <a:pt x="706489" y="305240"/>
                </a:lnTo>
                <a:lnTo>
                  <a:pt x="694340" y="323246"/>
                </a:lnTo>
                <a:lnTo>
                  <a:pt x="676334" y="335395"/>
                </a:lnTo>
                <a:lnTo>
                  <a:pt x="654303" y="339851"/>
                </a:lnTo>
                <a:lnTo>
                  <a:pt x="56641" y="339851"/>
                </a:lnTo>
                <a:lnTo>
                  <a:pt x="34611" y="335395"/>
                </a:lnTo>
                <a:lnTo>
                  <a:pt x="16605" y="323246"/>
                </a:lnTo>
                <a:lnTo>
                  <a:pt x="4456" y="305240"/>
                </a:lnTo>
                <a:lnTo>
                  <a:pt x="0" y="283210"/>
                </a:lnTo>
                <a:lnTo>
                  <a:pt x="0" y="56641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" name="object 5"/>
          <p:cNvGrpSpPr/>
          <p:nvPr/>
        </p:nvGrpSpPr>
        <p:grpSpPr>
          <a:xfrm>
            <a:off x="4377054" y="2933283"/>
            <a:ext cx="743585" cy="765810"/>
            <a:chOff x="4377054" y="2541397"/>
            <a:chExt cx="743585" cy="765810"/>
          </a:xfrm>
        </p:grpSpPr>
        <p:sp>
          <p:nvSpPr>
            <p:cNvPr id="6" name="object 6"/>
            <p:cNvSpPr/>
            <p:nvPr/>
          </p:nvSpPr>
          <p:spPr>
            <a:xfrm>
              <a:off x="4392929" y="2557272"/>
              <a:ext cx="711835" cy="340360"/>
            </a:xfrm>
            <a:custGeom>
              <a:avLst/>
              <a:gdLst/>
              <a:ahLst/>
              <a:cxnLst/>
              <a:rect l="l" t="t" r="r" b="b"/>
              <a:pathLst>
                <a:path w="711835" h="340360">
                  <a:moveTo>
                    <a:pt x="0" y="56641"/>
                  </a:moveTo>
                  <a:lnTo>
                    <a:pt x="4456" y="34611"/>
                  </a:lnTo>
                  <a:lnTo>
                    <a:pt x="16605" y="16605"/>
                  </a:lnTo>
                  <a:lnTo>
                    <a:pt x="34611" y="4456"/>
                  </a:lnTo>
                  <a:lnTo>
                    <a:pt x="56642" y="0"/>
                  </a:lnTo>
                  <a:lnTo>
                    <a:pt x="655066" y="0"/>
                  </a:lnTo>
                  <a:lnTo>
                    <a:pt x="677096" y="4456"/>
                  </a:lnTo>
                  <a:lnTo>
                    <a:pt x="695102" y="16605"/>
                  </a:lnTo>
                  <a:lnTo>
                    <a:pt x="707251" y="34611"/>
                  </a:lnTo>
                  <a:lnTo>
                    <a:pt x="711708" y="56641"/>
                  </a:lnTo>
                  <a:lnTo>
                    <a:pt x="711708" y="283210"/>
                  </a:lnTo>
                  <a:lnTo>
                    <a:pt x="707251" y="305240"/>
                  </a:lnTo>
                  <a:lnTo>
                    <a:pt x="695102" y="323246"/>
                  </a:lnTo>
                  <a:lnTo>
                    <a:pt x="677096" y="335395"/>
                  </a:lnTo>
                  <a:lnTo>
                    <a:pt x="655066" y="339851"/>
                  </a:lnTo>
                  <a:lnTo>
                    <a:pt x="56642" y="339851"/>
                  </a:lnTo>
                  <a:lnTo>
                    <a:pt x="34611" y="335395"/>
                  </a:lnTo>
                  <a:lnTo>
                    <a:pt x="16605" y="323246"/>
                  </a:lnTo>
                  <a:lnTo>
                    <a:pt x="4456" y="305240"/>
                  </a:lnTo>
                  <a:lnTo>
                    <a:pt x="0" y="283210"/>
                  </a:lnTo>
                  <a:lnTo>
                    <a:pt x="0" y="56641"/>
                  </a:lnTo>
                  <a:close/>
                </a:path>
              </a:pathLst>
            </a:custGeom>
            <a:ln w="31750">
              <a:solidFill>
                <a:srgbClr val="00AF5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4392929" y="2950463"/>
              <a:ext cx="711835" cy="340995"/>
            </a:xfrm>
            <a:custGeom>
              <a:avLst/>
              <a:gdLst/>
              <a:ahLst/>
              <a:cxnLst/>
              <a:rect l="l" t="t" r="r" b="b"/>
              <a:pathLst>
                <a:path w="711835" h="340995">
                  <a:moveTo>
                    <a:pt x="0" y="56769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9" y="0"/>
                  </a:lnTo>
                  <a:lnTo>
                    <a:pt x="654939" y="0"/>
                  </a:lnTo>
                  <a:lnTo>
                    <a:pt x="677042" y="4458"/>
                  </a:lnTo>
                  <a:lnTo>
                    <a:pt x="695086" y="16621"/>
                  </a:lnTo>
                  <a:lnTo>
                    <a:pt x="707249" y="34665"/>
                  </a:lnTo>
                  <a:lnTo>
                    <a:pt x="711708" y="56769"/>
                  </a:lnTo>
                  <a:lnTo>
                    <a:pt x="711708" y="283845"/>
                  </a:lnTo>
                  <a:lnTo>
                    <a:pt x="707249" y="305948"/>
                  </a:lnTo>
                  <a:lnTo>
                    <a:pt x="695086" y="323992"/>
                  </a:lnTo>
                  <a:lnTo>
                    <a:pt x="677042" y="336155"/>
                  </a:lnTo>
                  <a:lnTo>
                    <a:pt x="654939" y="340613"/>
                  </a:lnTo>
                  <a:lnTo>
                    <a:pt x="56769" y="340613"/>
                  </a:lnTo>
                  <a:lnTo>
                    <a:pt x="34665" y="336155"/>
                  </a:lnTo>
                  <a:lnTo>
                    <a:pt x="16621" y="323992"/>
                  </a:lnTo>
                  <a:lnTo>
                    <a:pt x="4458" y="305948"/>
                  </a:lnTo>
                  <a:lnTo>
                    <a:pt x="0" y="283845"/>
                  </a:lnTo>
                  <a:lnTo>
                    <a:pt x="0" y="56769"/>
                  </a:lnTo>
                  <a:close/>
                </a:path>
              </a:pathLst>
            </a:custGeom>
            <a:ln w="31750">
              <a:solidFill>
                <a:srgbClr val="006FC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8" name="object 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00452638"/>
              </p:ext>
            </p:extLst>
          </p:nvPr>
        </p:nvGraphicFramePr>
        <p:xfrm>
          <a:off x="603250" y="1278599"/>
          <a:ext cx="4509135" cy="7410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85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 marL="25654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𝒗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𝒑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9" name="object 9"/>
          <p:cNvSpPr/>
          <p:nvPr/>
        </p:nvSpPr>
        <p:spPr>
          <a:xfrm>
            <a:off x="2168651" y="1684999"/>
            <a:ext cx="711200" cy="340360"/>
          </a:xfrm>
          <a:custGeom>
            <a:avLst/>
            <a:gdLst/>
            <a:ahLst/>
            <a:cxnLst/>
            <a:rect l="l" t="t" r="r" b="b"/>
            <a:pathLst>
              <a:path w="711200" h="340360">
                <a:moveTo>
                  <a:pt x="0" y="56641"/>
                </a:moveTo>
                <a:lnTo>
                  <a:pt x="4456" y="34611"/>
                </a:lnTo>
                <a:lnTo>
                  <a:pt x="16605" y="16605"/>
                </a:lnTo>
                <a:lnTo>
                  <a:pt x="34611" y="4456"/>
                </a:lnTo>
                <a:lnTo>
                  <a:pt x="56642" y="0"/>
                </a:lnTo>
                <a:lnTo>
                  <a:pt x="654304" y="0"/>
                </a:lnTo>
                <a:lnTo>
                  <a:pt x="676334" y="4456"/>
                </a:lnTo>
                <a:lnTo>
                  <a:pt x="694340" y="16605"/>
                </a:lnTo>
                <a:lnTo>
                  <a:pt x="706489" y="34611"/>
                </a:lnTo>
                <a:lnTo>
                  <a:pt x="710946" y="56641"/>
                </a:lnTo>
                <a:lnTo>
                  <a:pt x="710946" y="283210"/>
                </a:lnTo>
                <a:lnTo>
                  <a:pt x="706489" y="305240"/>
                </a:lnTo>
                <a:lnTo>
                  <a:pt x="694340" y="323246"/>
                </a:lnTo>
                <a:lnTo>
                  <a:pt x="676334" y="335395"/>
                </a:lnTo>
                <a:lnTo>
                  <a:pt x="654304" y="339851"/>
                </a:lnTo>
                <a:lnTo>
                  <a:pt x="56642" y="339851"/>
                </a:lnTo>
                <a:lnTo>
                  <a:pt x="34611" y="335395"/>
                </a:lnTo>
                <a:lnTo>
                  <a:pt x="16605" y="323246"/>
                </a:lnTo>
                <a:lnTo>
                  <a:pt x="4456" y="305240"/>
                </a:lnTo>
                <a:lnTo>
                  <a:pt x="0" y="283210"/>
                </a:lnTo>
                <a:lnTo>
                  <a:pt x="0" y="56641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10707116" y="1767041"/>
            <a:ext cx="9772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=</a:t>
            </a:r>
            <a:r>
              <a:rPr sz="2400" spc="130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𝟏𝟑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3" name="object 3">
            <a:extLst>
              <a:ext uri="{FF2B5EF4-FFF2-40B4-BE49-F238E27FC236}">
                <a16:creationId xmlns:a16="http://schemas.microsoft.com/office/drawing/2014/main" id="{805804A9-3954-DB49-A707-374E0FD131B6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61257" y="112482"/>
            <a:ext cx="3925124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算</a:t>
            </a:r>
            <a:r>
              <a:rPr lang="zh-CN" altLang="en-US" spc="-50" dirty="0">
                <a:latin typeface="SimSun" panose="02010600030101010101" pitchFamily="2" charset="-122"/>
                <a:ea typeface="SimSun" panose="02010600030101010101" pitchFamily="2" charset="-122"/>
              </a:rPr>
              <a:t>法实例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01692522"/>
              </p:ext>
            </p:extLst>
          </p:nvPr>
        </p:nvGraphicFramePr>
        <p:xfrm>
          <a:off x="603250" y="2238387"/>
          <a:ext cx="11176634" cy="25927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29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1800" spc="-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𝒄]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4" name="object 4"/>
          <p:cNvSpPr/>
          <p:nvPr/>
        </p:nvSpPr>
        <p:spPr>
          <a:xfrm>
            <a:off x="2864357" y="2979305"/>
            <a:ext cx="711200" cy="340360"/>
          </a:xfrm>
          <a:custGeom>
            <a:avLst/>
            <a:gdLst/>
            <a:ahLst/>
            <a:cxnLst/>
            <a:rect l="l" t="t" r="r" b="b"/>
            <a:pathLst>
              <a:path w="711200" h="340360">
                <a:moveTo>
                  <a:pt x="0" y="56641"/>
                </a:moveTo>
                <a:lnTo>
                  <a:pt x="4456" y="34611"/>
                </a:lnTo>
                <a:lnTo>
                  <a:pt x="16605" y="16605"/>
                </a:lnTo>
                <a:lnTo>
                  <a:pt x="34611" y="4456"/>
                </a:lnTo>
                <a:lnTo>
                  <a:pt x="56642" y="0"/>
                </a:lnTo>
                <a:lnTo>
                  <a:pt x="654304" y="0"/>
                </a:lnTo>
                <a:lnTo>
                  <a:pt x="676334" y="4456"/>
                </a:lnTo>
                <a:lnTo>
                  <a:pt x="694340" y="16605"/>
                </a:lnTo>
                <a:lnTo>
                  <a:pt x="706489" y="34611"/>
                </a:lnTo>
                <a:lnTo>
                  <a:pt x="710945" y="56641"/>
                </a:lnTo>
                <a:lnTo>
                  <a:pt x="710945" y="283210"/>
                </a:lnTo>
                <a:lnTo>
                  <a:pt x="706489" y="305240"/>
                </a:lnTo>
                <a:lnTo>
                  <a:pt x="694340" y="323246"/>
                </a:lnTo>
                <a:lnTo>
                  <a:pt x="676334" y="335395"/>
                </a:lnTo>
                <a:lnTo>
                  <a:pt x="654304" y="339851"/>
                </a:lnTo>
                <a:lnTo>
                  <a:pt x="56642" y="339851"/>
                </a:lnTo>
                <a:lnTo>
                  <a:pt x="34611" y="335395"/>
                </a:lnTo>
                <a:lnTo>
                  <a:pt x="16605" y="323246"/>
                </a:lnTo>
                <a:lnTo>
                  <a:pt x="4456" y="305240"/>
                </a:lnTo>
                <a:lnTo>
                  <a:pt x="0" y="283210"/>
                </a:lnTo>
                <a:lnTo>
                  <a:pt x="0" y="56641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" name="object 5"/>
          <p:cNvGrpSpPr/>
          <p:nvPr/>
        </p:nvGrpSpPr>
        <p:grpSpPr>
          <a:xfrm>
            <a:off x="5113909" y="2963430"/>
            <a:ext cx="742950" cy="765810"/>
            <a:chOff x="5113909" y="2541397"/>
            <a:chExt cx="742950" cy="765810"/>
          </a:xfrm>
        </p:grpSpPr>
        <p:sp>
          <p:nvSpPr>
            <p:cNvPr id="6" name="object 6"/>
            <p:cNvSpPr/>
            <p:nvPr/>
          </p:nvSpPr>
          <p:spPr>
            <a:xfrm>
              <a:off x="5129784" y="2557272"/>
              <a:ext cx="711200" cy="340360"/>
            </a:xfrm>
            <a:custGeom>
              <a:avLst/>
              <a:gdLst/>
              <a:ahLst/>
              <a:cxnLst/>
              <a:rect l="l" t="t" r="r" b="b"/>
              <a:pathLst>
                <a:path w="711200" h="340360">
                  <a:moveTo>
                    <a:pt x="0" y="56641"/>
                  </a:moveTo>
                  <a:lnTo>
                    <a:pt x="4456" y="34611"/>
                  </a:lnTo>
                  <a:lnTo>
                    <a:pt x="16605" y="16605"/>
                  </a:lnTo>
                  <a:lnTo>
                    <a:pt x="34611" y="4456"/>
                  </a:lnTo>
                  <a:lnTo>
                    <a:pt x="56641" y="0"/>
                  </a:lnTo>
                  <a:lnTo>
                    <a:pt x="654303" y="0"/>
                  </a:lnTo>
                  <a:lnTo>
                    <a:pt x="676334" y="4456"/>
                  </a:lnTo>
                  <a:lnTo>
                    <a:pt x="694340" y="16605"/>
                  </a:lnTo>
                  <a:lnTo>
                    <a:pt x="706489" y="34611"/>
                  </a:lnTo>
                  <a:lnTo>
                    <a:pt x="710945" y="56641"/>
                  </a:lnTo>
                  <a:lnTo>
                    <a:pt x="710945" y="283210"/>
                  </a:lnTo>
                  <a:lnTo>
                    <a:pt x="706489" y="305240"/>
                  </a:lnTo>
                  <a:lnTo>
                    <a:pt x="694340" y="323246"/>
                  </a:lnTo>
                  <a:lnTo>
                    <a:pt x="676334" y="335395"/>
                  </a:lnTo>
                  <a:lnTo>
                    <a:pt x="654303" y="339851"/>
                  </a:lnTo>
                  <a:lnTo>
                    <a:pt x="56641" y="339851"/>
                  </a:lnTo>
                  <a:lnTo>
                    <a:pt x="34611" y="335395"/>
                  </a:lnTo>
                  <a:lnTo>
                    <a:pt x="16605" y="323246"/>
                  </a:lnTo>
                  <a:lnTo>
                    <a:pt x="4456" y="305240"/>
                  </a:lnTo>
                  <a:lnTo>
                    <a:pt x="0" y="283210"/>
                  </a:lnTo>
                  <a:lnTo>
                    <a:pt x="0" y="56641"/>
                  </a:lnTo>
                  <a:close/>
                </a:path>
              </a:pathLst>
            </a:custGeom>
            <a:ln w="31750">
              <a:solidFill>
                <a:srgbClr val="00AF5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5129784" y="2950463"/>
              <a:ext cx="711200" cy="340995"/>
            </a:xfrm>
            <a:custGeom>
              <a:avLst/>
              <a:gdLst/>
              <a:ahLst/>
              <a:cxnLst/>
              <a:rect l="l" t="t" r="r" b="b"/>
              <a:pathLst>
                <a:path w="711200" h="340995">
                  <a:moveTo>
                    <a:pt x="0" y="56769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8" y="0"/>
                  </a:lnTo>
                  <a:lnTo>
                    <a:pt x="654176" y="0"/>
                  </a:lnTo>
                  <a:lnTo>
                    <a:pt x="676280" y="4458"/>
                  </a:lnTo>
                  <a:lnTo>
                    <a:pt x="694324" y="16621"/>
                  </a:lnTo>
                  <a:lnTo>
                    <a:pt x="706487" y="34665"/>
                  </a:lnTo>
                  <a:lnTo>
                    <a:pt x="710945" y="56769"/>
                  </a:lnTo>
                  <a:lnTo>
                    <a:pt x="710945" y="283845"/>
                  </a:lnTo>
                  <a:lnTo>
                    <a:pt x="706487" y="305948"/>
                  </a:lnTo>
                  <a:lnTo>
                    <a:pt x="694324" y="323992"/>
                  </a:lnTo>
                  <a:lnTo>
                    <a:pt x="676280" y="336155"/>
                  </a:lnTo>
                  <a:lnTo>
                    <a:pt x="654176" y="340613"/>
                  </a:lnTo>
                  <a:lnTo>
                    <a:pt x="56768" y="340613"/>
                  </a:lnTo>
                  <a:lnTo>
                    <a:pt x="34665" y="336155"/>
                  </a:lnTo>
                  <a:lnTo>
                    <a:pt x="16621" y="323992"/>
                  </a:lnTo>
                  <a:lnTo>
                    <a:pt x="4458" y="305948"/>
                  </a:lnTo>
                  <a:lnTo>
                    <a:pt x="0" y="283845"/>
                  </a:lnTo>
                  <a:lnTo>
                    <a:pt x="0" y="56769"/>
                  </a:lnTo>
                  <a:close/>
                </a:path>
              </a:pathLst>
            </a:custGeom>
            <a:ln w="31750">
              <a:solidFill>
                <a:srgbClr val="006FC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8" name="object 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53312150"/>
              </p:ext>
            </p:extLst>
          </p:nvPr>
        </p:nvGraphicFramePr>
        <p:xfrm>
          <a:off x="603250" y="1308746"/>
          <a:ext cx="4509135" cy="7410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85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 marL="25654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𝒗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𝒑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9" name="object 9"/>
          <p:cNvSpPr/>
          <p:nvPr/>
        </p:nvSpPr>
        <p:spPr>
          <a:xfrm>
            <a:off x="2168651" y="1715146"/>
            <a:ext cx="711200" cy="340360"/>
          </a:xfrm>
          <a:custGeom>
            <a:avLst/>
            <a:gdLst/>
            <a:ahLst/>
            <a:cxnLst/>
            <a:rect l="l" t="t" r="r" b="b"/>
            <a:pathLst>
              <a:path w="711200" h="340360">
                <a:moveTo>
                  <a:pt x="0" y="56641"/>
                </a:moveTo>
                <a:lnTo>
                  <a:pt x="4456" y="34611"/>
                </a:lnTo>
                <a:lnTo>
                  <a:pt x="16605" y="16605"/>
                </a:lnTo>
                <a:lnTo>
                  <a:pt x="34611" y="4456"/>
                </a:lnTo>
                <a:lnTo>
                  <a:pt x="56642" y="0"/>
                </a:lnTo>
                <a:lnTo>
                  <a:pt x="654304" y="0"/>
                </a:lnTo>
                <a:lnTo>
                  <a:pt x="676334" y="4456"/>
                </a:lnTo>
                <a:lnTo>
                  <a:pt x="694340" y="16605"/>
                </a:lnTo>
                <a:lnTo>
                  <a:pt x="706489" y="34611"/>
                </a:lnTo>
                <a:lnTo>
                  <a:pt x="710946" y="56641"/>
                </a:lnTo>
                <a:lnTo>
                  <a:pt x="710946" y="283210"/>
                </a:lnTo>
                <a:lnTo>
                  <a:pt x="706489" y="305240"/>
                </a:lnTo>
                <a:lnTo>
                  <a:pt x="694340" y="323246"/>
                </a:lnTo>
                <a:lnTo>
                  <a:pt x="676334" y="335395"/>
                </a:lnTo>
                <a:lnTo>
                  <a:pt x="654304" y="339851"/>
                </a:lnTo>
                <a:lnTo>
                  <a:pt x="56642" y="339851"/>
                </a:lnTo>
                <a:lnTo>
                  <a:pt x="34611" y="335395"/>
                </a:lnTo>
                <a:lnTo>
                  <a:pt x="16605" y="323246"/>
                </a:lnTo>
                <a:lnTo>
                  <a:pt x="4456" y="305240"/>
                </a:lnTo>
                <a:lnTo>
                  <a:pt x="0" y="283210"/>
                </a:lnTo>
                <a:lnTo>
                  <a:pt x="0" y="56641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10707116" y="1797188"/>
            <a:ext cx="9772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=</a:t>
            </a:r>
            <a:r>
              <a:rPr sz="2400" spc="130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𝟏𝟑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3" name="object 3">
            <a:extLst>
              <a:ext uri="{FF2B5EF4-FFF2-40B4-BE49-F238E27FC236}">
                <a16:creationId xmlns:a16="http://schemas.microsoft.com/office/drawing/2014/main" id="{40B8A63C-2D2E-5849-B13B-63DE3FA397AE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61257" y="112482"/>
            <a:ext cx="3925124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算</a:t>
            </a:r>
            <a:r>
              <a:rPr lang="zh-CN" altLang="en-US" spc="-50" dirty="0">
                <a:latin typeface="SimSun" panose="02010600030101010101" pitchFamily="2" charset="-122"/>
                <a:ea typeface="SimSun" panose="02010600030101010101" pitchFamily="2" charset="-122"/>
              </a:rPr>
              <a:t>法实例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82374743"/>
              </p:ext>
            </p:extLst>
          </p:nvPr>
        </p:nvGraphicFramePr>
        <p:xfrm>
          <a:off x="603250" y="2208237"/>
          <a:ext cx="11176634" cy="25927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29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1800" spc="-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𝒄]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4" name="object 4"/>
          <p:cNvSpPr/>
          <p:nvPr/>
        </p:nvSpPr>
        <p:spPr>
          <a:xfrm>
            <a:off x="3643884" y="2949155"/>
            <a:ext cx="711200" cy="340360"/>
          </a:xfrm>
          <a:custGeom>
            <a:avLst/>
            <a:gdLst/>
            <a:ahLst/>
            <a:cxnLst/>
            <a:rect l="l" t="t" r="r" b="b"/>
            <a:pathLst>
              <a:path w="711200" h="340360">
                <a:moveTo>
                  <a:pt x="0" y="56641"/>
                </a:moveTo>
                <a:lnTo>
                  <a:pt x="4456" y="34611"/>
                </a:lnTo>
                <a:lnTo>
                  <a:pt x="16605" y="16605"/>
                </a:lnTo>
                <a:lnTo>
                  <a:pt x="34611" y="4456"/>
                </a:lnTo>
                <a:lnTo>
                  <a:pt x="56641" y="0"/>
                </a:lnTo>
                <a:lnTo>
                  <a:pt x="654303" y="0"/>
                </a:lnTo>
                <a:lnTo>
                  <a:pt x="676334" y="4456"/>
                </a:lnTo>
                <a:lnTo>
                  <a:pt x="694340" y="16605"/>
                </a:lnTo>
                <a:lnTo>
                  <a:pt x="706489" y="34611"/>
                </a:lnTo>
                <a:lnTo>
                  <a:pt x="710945" y="56641"/>
                </a:lnTo>
                <a:lnTo>
                  <a:pt x="710945" y="283210"/>
                </a:lnTo>
                <a:lnTo>
                  <a:pt x="706489" y="305240"/>
                </a:lnTo>
                <a:lnTo>
                  <a:pt x="694340" y="323246"/>
                </a:lnTo>
                <a:lnTo>
                  <a:pt x="676334" y="335395"/>
                </a:lnTo>
                <a:lnTo>
                  <a:pt x="654303" y="339851"/>
                </a:lnTo>
                <a:lnTo>
                  <a:pt x="56641" y="339851"/>
                </a:lnTo>
                <a:lnTo>
                  <a:pt x="34611" y="335395"/>
                </a:lnTo>
                <a:lnTo>
                  <a:pt x="16605" y="323246"/>
                </a:lnTo>
                <a:lnTo>
                  <a:pt x="4456" y="305240"/>
                </a:lnTo>
                <a:lnTo>
                  <a:pt x="0" y="283210"/>
                </a:lnTo>
                <a:lnTo>
                  <a:pt x="0" y="56641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" name="object 5"/>
          <p:cNvGrpSpPr/>
          <p:nvPr/>
        </p:nvGrpSpPr>
        <p:grpSpPr>
          <a:xfrm>
            <a:off x="5862954" y="2933280"/>
            <a:ext cx="743585" cy="765810"/>
            <a:chOff x="5862954" y="2541397"/>
            <a:chExt cx="743585" cy="765810"/>
          </a:xfrm>
        </p:grpSpPr>
        <p:sp>
          <p:nvSpPr>
            <p:cNvPr id="6" name="object 6"/>
            <p:cNvSpPr/>
            <p:nvPr/>
          </p:nvSpPr>
          <p:spPr>
            <a:xfrm>
              <a:off x="5878829" y="2557272"/>
              <a:ext cx="711835" cy="340360"/>
            </a:xfrm>
            <a:custGeom>
              <a:avLst/>
              <a:gdLst/>
              <a:ahLst/>
              <a:cxnLst/>
              <a:rect l="l" t="t" r="r" b="b"/>
              <a:pathLst>
                <a:path w="711834" h="340360">
                  <a:moveTo>
                    <a:pt x="0" y="56641"/>
                  </a:moveTo>
                  <a:lnTo>
                    <a:pt x="4456" y="34611"/>
                  </a:lnTo>
                  <a:lnTo>
                    <a:pt x="16605" y="16605"/>
                  </a:lnTo>
                  <a:lnTo>
                    <a:pt x="34611" y="4456"/>
                  </a:lnTo>
                  <a:lnTo>
                    <a:pt x="56642" y="0"/>
                  </a:lnTo>
                  <a:lnTo>
                    <a:pt x="655066" y="0"/>
                  </a:lnTo>
                  <a:lnTo>
                    <a:pt x="677096" y="4456"/>
                  </a:lnTo>
                  <a:lnTo>
                    <a:pt x="695102" y="16605"/>
                  </a:lnTo>
                  <a:lnTo>
                    <a:pt x="707251" y="34611"/>
                  </a:lnTo>
                  <a:lnTo>
                    <a:pt x="711708" y="56641"/>
                  </a:lnTo>
                  <a:lnTo>
                    <a:pt x="711708" y="283210"/>
                  </a:lnTo>
                  <a:lnTo>
                    <a:pt x="707251" y="305240"/>
                  </a:lnTo>
                  <a:lnTo>
                    <a:pt x="695102" y="323246"/>
                  </a:lnTo>
                  <a:lnTo>
                    <a:pt x="677096" y="335395"/>
                  </a:lnTo>
                  <a:lnTo>
                    <a:pt x="655066" y="339851"/>
                  </a:lnTo>
                  <a:lnTo>
                    <a:pt x="56642" y="339851"/>
                  </a:lnTo>
                  <a:lnTo>
                    <a:pt x="34611" y="335395"/>
                  </a:lnTo>
                  <a:lnTo>
                    <a:pt x="16605" y="323246"/>
                  </a:lnTo>
                  <a:lnTo>
                    <a:pt x="4456" y="305240"/>
                  </a:lnTo>
                  <a:lnTo>
                    <a:pt x="0" y="283210"/>
                  </a:lnTo>
                  <a:lnTo>
                    <a:pt x="0" y="56641"/>
                  </a:lnTo>
                  <a:close/>
                </a:path>
              </a:pathLst>
            </a:custGeom>
            <a:ln w="31749">
              <a:solidFill>
                <a:srgbClr val="00AF5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5878829" y="2950463"/>
              <a:ext cx="711835" cy="340995"/>
            </a:xfrm>
            <a:custGeom>
              <a:avLst/>
              <a:gdLst/>
              <a:ahLst/>
              <a:cxnLst/>
              <a:rect l="l" t="t" r="r" b="b"/>
              <a:pathLst>
                <a:path w="711834" h="340995">
                  <a:moveTo>
                    <a:pt x="0" y="56769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9" y="0"/>
                  </a:lnTo>
                  <a:lnTo>
                    <a:pt x="654939" y="0"/>
                  </a:lnTo>
                  <a:lnTo>
                    <a:pt x="677042" y="4458"/>
                  </a:lnTo>
                  <a:lnTo>
                    <a:pt x="695086" y="16621"/>
                  </a:lnTo>
                  <a:lnTo>
                    <a:pt x="707249" y="34665"/>
                  </a:lnTo>
                  <a:lnTo>
                    <a:pt x="711708" y="56769"/>
                  </a:lnTo>
                  <a:lnTo>
                    <a:pt x="711708" y="283845"/>
                  </a:lnTo>
                  <a:lnTo>
                    <a:pt x="707249" y="305948"/>
                  </a:lnTo>
                  <a:lnTo>
                    <a:pt x="695086" y="323992"/>
                  </a:lnTo>
                  <a:lnTo>
                    <a:pt x="677042" y="336155"/>
                  </a:lnTo>
                  <a:lnTo>
                    <a:pt x="654939" y="340613"/>
                  </a:lnTo>
                  <a:lnTo>
                    <a:pt x="56769" y="340613"/>
                  </a:lnTo>
                  <a:lnTo>
                    <a:pt x="34665" y="336155"/>
                  </a:lnTo>
                  <a:lnTo>
                    <a:pt x="16621" y="323992"/>
                  </a:lnTo>
                  <a:lnTo>
                    <a:pt x="4458" y="305948"/>
                  </a:lnTo>
                  <a:lnTo>
                    <a:pt x="0" y="283845"/>
                  </a:lnTo>
                  <a:lnTo>
                    <a:pt x="0" y="56769"/>
                  </a:lnTo>
                  <a:close/>
                </a:path>
              </a:pathLst>
            </a:custGeom>
            <a:ln w="31750">
              <a:solidFill>
                <a:srgbClr val="006FC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8" name="object 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88195017"/>
              </p:ext>
            </p:extLst>
          </p:nvPr>
        </p:nvGraphicFramePr>
        <p:xfrm>
          <a:off x="603250" y="1278596"/>
          <a:ext cx="4509135" cy="7410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85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 marL="25654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𝒗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𝒑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9" name="object 9"/>
          <p:cNvSpPr/>
          <p:nvPr/>
        </p:nvSpPr>
        <p:spPr>
          <a:xfrm>
            <a:off x="2168651" y="1684996"/>
            <a:ext cx="711200" cy="340360"/>
          </a:xfrm>
          <a:custGeom>
            <a:avLst/>
            <a:gdLst/>
            <a:ahLst/>
            <a:cxnLst/>
            <a:rect l="l" t="t" r="r" b="b"/>
            <a:pathLst>
              <a:path w="711200" h="340360">
                <a:moveTo>
                  <a:pt x="0" y="56641"/>
                </a:moveTo>
                <a:lnTo>
                  <a:pt x="4456" y="34611"/>
                </a:lnTo>
                <a:lnTo>
                  <a:pt x="16605" y="16605"/>
                </a:lnTo>
                <a:lnTo>
                  <a:pt x="34611" y="4456"/>
                </a:lnTo>
                <a:lnTo>
                  <a:pt x="56642" y="0"/>
                </a:lnTo>
                <a:lnTo>
                  <a:pt x="654304" y="0"/>
                </a:lnTo>
                <a:lnTo>
                  <a:pt x="676334" y="4456"/>
                </a:lnTo>
                <a:lnTo>
                  <a:pt x="694340" y="16605"/>
                </a:lnTo>
                <a:lnTo>
                  <a:pt x="706489" y="34611"/>
                </a:lnTo>
                <a:lnTo>
                  <a:pt x="710946" y="56641"/>
                </a:lnTo>
                <a:lnTo>
                  <a:pt x="710946" y="283210"/>
                </a:lnTo>
                <a:lnTo>
                  <a:pt x="706489" y="305240"/>
                </a:lnTo>
                <a:lnTo>
                  <a:pt x="694340" y="323246"/>
                </a:lnTo>
                <a:lnTo>
                  <a:pt x="676334" y="335395"/>
                </a:lnTo>
                <a:lnTo>
                  <a:pt x="654304" y="339851"/>
                </a:lnTo>
                <a:lnTo>
                  <a:pt x="56642" y="339851"/>
                </a:lnTo>
                <a:lnTo>
                  <a:pt x="34611" y="335395"/>
                </a:lnTo>
                <a:lnTo>
                  <a:pt x="16605" y="323246"/>
                </a:lnTo>
                <a:lnTo>
                  <a:pt x="4456" y="305240"/>
                </a:lnTo>
                <a:lnTo>
                  <a:pt x="0" y="283210"/>
                </a:lnTo>
                <a:lnTo>
                  <a:pt x="0" y="56641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10707116" y="1767038"/>
            <a:ext cx="9772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=</a:t>
            </a:r>
            <a:r>
              <a:rPr sz="2400" spc="130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𝟏𝟑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3" name="object 3">
            <a:extLst>
              <a:ext uri="{FF2B5EF4-FFF2-40B4-BE49-F238E27FC236}">
                <a16:creationId xmlns:a16="http://schemas.microsoft.com/office/drawing/2014/main" id="{D7F24B84-CA5A-B84B-A3FB-45EDA02BB56D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61257" y="112482"/>
            <a:ext cx="3925124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算</a:t>
            </a:r>
            <a:r>
              <a:rPr lang="zh-CN" altLang="en-US" spc="-50" dirty="0">
                <a:latin typeface="SimSun" panose="02010600030101010101" pitchFamily="2" charset="-122"/>
                <a:ea typeface="SimSun" panose="02010600030101010101" pitchFamily="2" charset="-122"/>
              </a:rPr>
              <a:t>法实例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609600" y="2154296"/>
            <a:ext cx="11170285" cy="2595880"/>
            <a:chOff x="609600" y="1822704"/>
            <a:chExt cx="11170285" cy="2595880"/>
          </a:xfrm>
        </p:grpSpPr>
        <p:sp>
          <p:nvSpPr>
            <p:cNvPr id="4" name="object 4"/>
            <p:cNvSpPr/>
            <p:nvPr/>
          </p:nvSpPr>
          <p:spPr>
            <a:xfrm>
              <a:off x="609600" y="1822704"/>
              <a:ext cx="11170285" cy="2595880"/>
            </a:xfrm>
            <a:custGeom>
              <a:avLst/>
              <a:gdLst/>
              <a:ahLst/>
              <a:cxnLst/>
              <a:rect l="l" t="t" r="r" b="b"/>
              <a:pathLst>
                <a:path w="11170285" h="2595879">
                  <a:moveTo>
                    <a:pt x="11170031" y="0"/>
                  </a:moveTo>
                  <a:lnTo>
                    <a:pt x="0" y="0"/>
                  </a:lnTo>
                  <a:lnTo>
                    <a:pt x="0" y="2595626"/>
                  </a:lnTo>
                  <a:lnTo>
                    <a:pt x="11170031" y="2595626"/>
                  </a:lnTo>
                  <a:lnTo>
                    <a:pt x="11170031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4354576" y="2564295"/>
              <a:ext cx="742950" cy="370840"/>
            </a:xfrm>
            <a:custGeom>
              <a:avLst/>
              <a:gdLst/>
              <a:ahLst/>
              <a:cxnLst/>
              <a:rect l="l" t="t" r="r" b="b"/>
              <a:pathLst>
                <a:path w="742950" h="370839">
                  <a:moveTo>
                    <a:pt x="742492" y="0"/>
                  </a:moveTo>
                  <a:lnTo>
                    <a:pt x="0" y="0"/>
                  </a:lnTo>
                  <a:lnTo>
                    <a:pt x="0" y="370801"/>
                  </a:lnTo>
                  <a:lnTo>
                    <a:pt x="742492" y="370801"/>
                  </a:lnTo>
                  <a:lnTo>
                    <a:pt x="742492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6" name="object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0527576"/>
              </p:ext>
            </p:extLst>
          </p:nvPr>
        </p:nvGraphicFramePr>
        <p:xfrm>
          <a:off x="603250" y="2147946"/>
          <a:ext cx="11176634" cy="25927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29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1800" spc="-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𝒄]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7" name="object 7"/>
          <p:cNvSpPr/>
          <p:nvPr/>
        </p:nvSpPr>
        <p:spPr>
          <a:xfrm>
            <a:off x="4407408" y="2882768"/>
            <a:ext cx="711835" cy="340360"/>
          </a:xfrm>
          <a:custGeom>
            <a:avLst/>
            <a:gdLst/>
            <a:ahLst/>
            <a:cxnLst/>
            <a:rect l="l" t="t" r="r" b="b"/>
            <a:pathLst>
              <a:path w="711835" h="340360">
                <a:moveTo>
                  <a:pt x="0" y="56641"/>
                </a:moveTo>
                <a:lnTo>
                  <a:pt x="4456" y="34611"/>
                </a:lnTo>
                <a:lnTo>
                  <a:pt x="16605" y="16605"/>
                </a:lnTo>
                <a:lnTo>
                  <a:pt x="34611" y="4456"/>
                </a:lnTo>
                <a:lnTo>
                  <a:pt x="56641" y="0"/>
                </a:lnTo>
                <a:lnTo>
                  <a:pt x="655065" y="0"/>
                </a:lnTo>
                <a:lnTo>
                  <a:pt x="677096" y="4456"/>
                </a:lnTo>
                <a:lnTo>
                  <a:pt x="695102" y="16605"/>
                </a:lnTo>
                <a:lnTo>
                  <a:pt x="707251" y="34611"/>
                </a:lnTo>
                <a:lnTo>
                  <a:pt x="711707" y="56641"/>
                </a:lnTo>
                <a:lnTo>
                  <a:pt x="711707" y="283210"/>
                </a:lnTo>
                <a:lnTo>
                  <a:pt x="707251" y="305240"/>
                </a:lnTo>
                <a:lnTo>
                  <a:pt x="695102" y="323246"/>
                </a:lnTo>
                <a:lnTo>
                  <a:pt x="677096" y="335395"/>
                </a:lnTo>
                <a:lnTo>
                  <a:pt x="655065" y="339851"/>
                </a:lnTo>
                <a:lnTo>
                  <a:pt x="56641" y="339851"/>
                </a:lnTo>
                <a:lnTo>
                  <a:pt x="34611" y="335395"/>
                </a:lnTo>
                <a:lnTo>
                  <a:pt x="16605" y="323246"/>
                </a:lnTo>
                <a:lnTo>
                  <a:pt x="4456" y="305240"/>
                </a:lnTo>
                <a:lnTo>
                  <a:pt x="0" y="283210"/>
                </a:lnTo>
                <a:lnTo>
                  <a:pt x="0" y="56641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" name="object 8"/>
          <p:cNvGrpSpPr/>
          <p:nvPr/>
        </p:nvGrpSpPr>
        <p:grpSpPr>
          <a:xfrm>
            <a:off x="6599808" y="2872989"/>
            <a:ext cx="742950" cy="765810"/>
            <a:chOff x="6599808" y="2541397"/>
            <a:chExt cx="742950" cy="765810"/>
          </a:xfrm>
        </p:grpSpPr>
        <p:sp>
          <p:nvSpPr>
            <p:cNvPr id="9" name="object 9"/>
            <p:cNvSpPr/>
            <p:nvPr/>
          </p:nvSpPr>
          <p:spPr>
            <a:xfrm>
              <a:off x="6615683" y="2557272"/>
              <a:ext cx="711200" cy="340360"/>
            </a:xfrm>
            <a:custGeom>
              <a:avLst/>
              <a:gdLst/>
              <a:ahLst/>
              <a:cxnLst/>
              <a:rect l="l" t="t" r="r" b="b"/>
              <a:pathLst>
                <a:path w="711200" h="340360">
                  <a:moveTo>
                    <a:pt x="0" y="56641"/>
                  </a:moveTo>
                  <a:lnTo>
                    <a:pt x="4456" y="34611"/>
                  </a:lnTo>
                  <a:lnTo>
                    <a:pt x="16605" y="16605"/>
                  </a:lnTo>
                  <a:lnTo>
                    <a:pt x="34611" y="4456"/>
                  </a:lnTo>
                  <a:lnTo>
                    <a:pt x="56642" y="0"/>
                  </a:lnTo>
                  <a:lnTo>
                    <a:pt x="654304" y="0"/>
                  </a:lnTo>
                  <a:lnTo>
                    <a:pt x="676334" y="4456"/>
                  </a:lnTo>
                  <a:lnTo>
                    <a:pt x="694340" y="16605"/>
                  </a:lnTo>
                  <a:lnTo>
                    <a:pt x="706489" y="34611"/>
                  </a:lnTo>
                  <a:lnTo>
                    <a:pt x="710946" y="56641"/>
                  </a:lnTo>
                  <a:lnTo>
                    <a:pt x="710946" y="283210"/>
                  </a:lnTo>
                  <a:lnTo>
                    <a:pt x="706489" y="305240"/>
                  </a:lnTo>
                  <a:lnTo>
                    <a:pt x="694340" y="323246"/>
                  </a:lnTo>
                  <a:lnTo>
                    <a:pt x="676334" y="335395"/>
                  </a:lnTo>
                  <a:lnTo>
                    <a:pt x="654304" y="339851"/>
                  </a:lnTo>
                  <a:lnTo>
                    <a:pt x="56642" y="339851"/>
                  </a:lnTo>
                  <a:lnTo>
                    <a:pt x="34611" y="335395"/>
                  </a:lnTo>
                  <a:lnTo>
                    <a:pt x="16605" y="323246"/>
                  </a:lnTo>
                  <a:lnTo>
                    <a:pt x="4456" y="305240"/>
                  </a:lnTo>
                  <a:lnTo>
                    <a:pt x="0" y="283210"/>
                  </a:lnTo>
                  <a:lnTo>
                    <a:pt x="0" y="56641"/>
                  </a:lnTo>
                  <a:close/>
                </a:path>
              </a:pathLst>
            </a:custGeom>
            <a:ln w="31750">
              <a:solidFill>
                <a:srgbClr val="00AF5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615683" y="2950463"/>
              <a:ext cx="711200" cy="340995"/>
            </a:xfrm>
            <a:custGeom>
              <a:avLst/>
              <a:gdLst/>
              <a:ahLst/>
              <a:cxnLst/>
              <a:rect l="l" t="t" r="r" b="b"/>
              <a:pathLst>
                <a:path w="711200" h="340995">
                  <a:moveTo>
                    <a:pt x="0" y="56769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9" y="0"/>
                  </a:lnTo>
                  <a:lnTo>
                    <a:pt x="654176" y="0"/>
                  </a:lnTo>
                  <a:lnTo>
                    <a:pt x="676280" y="4458"/>
                  </a:lnTo>
                  <a:lnTo>
                    <a:pt x="694324" y="16621"/>
                  </a:lnTo>
                  <a:lnTo>
                    <a:pt x="706487" y="34665"/>
                  </a:lnTo>
                  <a:lnTo>
                    <a:pt x="710946" y="56769"/>
                  </a:lnTo>
                  <a:lnTo>
                    <a:pt x="710946" y="283845"/>
                  </a:lnTo>
                  <a:lnTo>
                    <a:pt x="706487" y="305948"/>
                  </a:lnTo>
                  <a:lnTo>
                    <a:pt x="694324" y="323992"/>
                  </a:lnTo>
                  <a:lnTo>
                    <a:pt x="676280" y="336155"/>
                  </a:lnTo>
                  <a:lnTo>
                    <a:pt x="654176" y="340613"/>
                  </a:lnTo>
                  <a:lnTo>
                    <a:pt x="56769" y="340613"/>
                  </a:lnTo>
                  <a:lnTo>
                    <a:pt x="34665" y="336155"/>
                  </a:lnTo>
                  <a:lnTo>
                    <a:pt x="16621" y="323992"/>
                  </a:lnTo>
                  <a:lnTo>
                    <a:pt x="4458" y="305948"/>
                  </a:lnTo>
                  <a:lnTo>
                    <a:pt x="0" y="283845"/>
                  </a:lnTo>
                  <a:lnTo>
                    <a:pt x="0" y="56769"/>
                  </a:lnTo>
                  <a:close/>
                </a:path>
              </a:pathLst>
            </a:custGeom>
            <a:ln w="31750">
              <a:solidFill>
                <a:srgbClr val="006FC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1" name="object 1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45748681"/>
              </p:ext>
            </p:extLst>
          </p:nvPr>
        </p:nvGraphicFramePr>
        <p:xfrm>
          <a:off x="603250" y="1218305"/>
          <a:ext cx="4509135" cy="7410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85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 marL="25654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𝒗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𝒑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2" name="object 12"/>
          <p:cNvSpPr/>
          <p:nvPr/>
        </p:nvSpPr>
        <p:spPr>
          <a:xfrm>
            <a:off x="2168651" y="1624705"/>
            <a:ext cx="711200" cy="340360"/>
          </a:xfrm>
          <a:custGeom>
            <a:avLst/>
            <a:gdLst/>
            <a:ahLst/>
            <a:cxnLst/>
            <a:rect l="l" t="t" r="r" b="b"/>
            <a:pathLst>
              <a:path w="711200" h="340360">
                <a:moveTo>
                  <a:pt x="0" y="56641"/>
                </a:moveTo>
                <a:lnTo>
                  <a:pt x="4456" y="34611"/>
                </a:lnTo>
                <a:lnTo>
                  <a:pt x="16605" y="16605"/>
                </a:lnTo>
                <a:lnTo>
                  <a:pt x="34611" y="4456"/>
                </a:lnTo>
                <a:lnTo>
                  <a:pt x="56642" y="0"/>
                </a:lnTo>
                <a:lnTo>
                  <a:pt x="654304" y="0"/>
                </a:lnTo>
                <a:lnTo>
                  <a:pt x="676334" y="4456"/>
                </a:lnTo>
                <a:lnTo>
                  <a:pt x="694340" y="16605"/>
                </a:lnTo>
                <a:lnTo>
                  <a:pt x="706489" y="34611"/>
                </a:lnTo>
                <a:lnTo>
                  <a:pt x="710946" y="56641"/>
                </a:lnTo>
                <a:lnTo>
                  <a:pt x="710946" y="283210"/>
                </a:lnTo>
                <a:lnTo>
                  <a:pt x="706489" y="305240"/>
                </a:lnTo>
                <a:lnTo>
                  <a:pt x="694340" y="323246"/>
                </a:lnTo>
                <a:lnTo>
                  <a:pt x="676334" y="335395"/>
                </a:lnTo>
                <a:lnTo>
                  <a:pt x="654304" y="339851"/>
                </a:lnTo>
                <a:lnTo>
                  <a:pt x="56642" y="339851"/>
                </a:lnTo>
                <a:lnTo>
                  <a:pt x="34611" y="335395"/>
                </a:lnTo>
                <a:lnTo>
                  <a:pt x="16605" y="323246"/>
                </a:lnTo>
                <a:lnTo>
                  <a:pt x="4456" y="305240"/>
                </a:lnTo>
                <a:lnTo>
                  <a:pt x="0" y="283210"/>
                </a:lnTo>
                <a:lnTo>
                  <a:pt x="0" y="56641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 txBox="1"/>
          <p:nvPr/>
        </p:nvSpPr>
        <p:spPr>
          <a:xfrm>
            <a:off x="10707116" y="1706747"/>
            <a:ext cx="9772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=</a:t>
            </a:r>
            <a:r>
              <a:rPr sz="2400" spc="130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𝟏𝟑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6" name="object 3">
            <a:extLst>
              <a:ext uri="{FF2B5EF4-FFF2-40B4-BE49-F238E27FC236}">
                <a16:creationId xmlns:a16="http://schemas.microsoft.com/office/drawing/2014/main" id="{783CDE15-5787-E042-85A3-94A28AAE996B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61257" y="112482"/>
            <a:ext cx="3925124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算</a:t>
            </a:r>
            <a:r>
              <a:rPr lang="zh-CN" altLang="en-US" spc="-50" dirty="0">
                <a:latin typeface="SimSun" panose="02010600030101010101" pitchFamily="2" charset="-122"/>
                <a:ea typeface="SimSun" panose="02010600030101010101" pitchFamily="2" charset="-122"/>
              </a:rPr>
              <a:t>法实例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73311028"/>
              </p:ext>
            </p:extLst>
          </p:nvPr>
        </p:nvGraphicFramePr>
        <p:xfrm>
          <a:off x="603250" y="2137899"/>
          <a:ext cx="11176634" cy="25927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29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1800" spc="-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𝒄]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4" name="object 4"/>
          <p:cNvSpPr/>
          <p:nvPr/>
        </p:nvSpPr>
        <p:spPr>
          <a:xfrm>
            <a:off x="5119115" y="2872721"/>
            <a:ext cx="711200" cy="340360"/>
          </a:xfrm>
          <a:custGeom>
            <a:avLst/>
            <a:gdLst/>
            <a:ahLst/>
            <a:cxnLst/>
            <a:rect l="l" t="t" r="r" b="b"/>
            <a:pathLst>
              <a:path w="711200" h="340360">
                <a:moveTo>
                  <a:pt x="0" y="56641"/>
                </a:moveTo>
                <a:lnTo>
                  <a:pt x="4456" y="34611"/>
                </a:lnTo>
                <a:lnTo>
                  <a:pt x="16605" y="16605"/>
                </a:lnTo>
                <a:lnTo>
                  <a:pt x="34611" y="4456"/>
                </a:lnTo>
                <a:lnTo>
                  <a:pt x="56642" y="0"/>
                </a:lnTo>
                <a:lnTo>
                  <a:pt x="654304" y="0"/>
                </a:lnTo>
                <a:lnTo>
                  <a:pt x="676334" y="4456"/>
                </a:lnTo>
                <a:lnTo>
                  <a:pt x="694340" y="16605"/>
                </a:lnTo>
                <a:lnTo>
                  <a:pt x="706489" y="34611"/>
                </a:lnTo>
                <a:lnTo>
                  <a:pt x="710946" y="56641"/>
                </a:lnTo>
                <a:lnTo>
                  <a:pt x="710946" y="283210"/>
                </a:lnTo>
                <a:lnTo>
                  <a:pt x="706489" y="305240"/>
                </a:lnTo>
                <a:lnTo>
                  <a:pt x="694340" y="323246"/>
                </a:lnTo>
                <a:lnTo>
                  <a:pt x="676334" y="335395"/>
                </a:lnTo>
                <a:lnTo>
                  <a:pt x="654304" y="339851"/>
                </a:lnTo>
                <a:lnTo>
                  <a:pt x="56642" y="339851"/>
                </a:lnTo>
                <a:lnTo>
                  <a:pt x="34611" y="335395"/>
                </a:lnTo>
                <a:lnTo>
                  <a:pt x="16605" y="323246"/>
                </a:lnTo>
                <a:lnTo>
                  <a:pt x="4456" y="305240"/>
                </a:lnTo>
                <a:lnTo>
                  <a:pt x="0" y="283210"/>
                </a:lnTo>
                <a:lnTo>
                  <a:pt x="0" y="56641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" name="object 5"/>
          <p:cNvGrpSpPr/>
          <p:nvPr/>
        </p:nvGrpSpPr>
        <p:grpSpPr>
          <a:xfrm>
            <a:off x="7348855" y="2862942"/>
            <a:ext cx="743585" cy="765810"/>
            <a:chOff x="7348855" y="2541397"/>
            <a:chExt cx="743585" cy="765810"/>
          </a:xfrm>
        </p:grpSpPr>
        <p:sp>
          <p:nvSpPr>
            <p:cNvPr id="6" name="object 6"/>
            <p:cNvSpPr/>
            <p:nvPr/>
          </p:nvSpPr>
          <p:spPr>
            <a:xfrm>
              <a:off x="7364730" y="2557272"/>
              <a:ext cx="711835" cy="340360"/>
            </a:xfrm>
            <a:custGeom>
              <a:avLst/>
              <a:gdLst/>
              <a:ahLst/>
              <a:cxnLst/>
              <a:rect l="l" t="t" r="r" b="b"/>
              <a:pathLst>
                <a:path w="711834" h="340360">
                  <a:moveTo>
                    <a:pt x="0" y="56641"/>
                  </a:moveTo>
                  <a:lnTo>
                    <a:pt x="4456" y="34611"/>
                  </a:lnTo>
                  <a:lnTo>
                    <a:pt x="16605" y="16605"/>
                  </a:lnTo>
                  <a:lnTo>
                    <a:pt x="34611" y="4456"/>
                  </a:lnTo>
                  <a:lnTo>
                    <a:pt x="56642" y="0"/>
                  </a:lnTo>
                  <a:lnTo>
                    <a:pt x="655066" y="0"/>
                  </a:lnTo>
                  <a:lnTo>
                    <a:pt x="677096" y="4456"/>
                  </a:lnTo>
                  <a:lnTo>
                    <a:pt x="695102" y="16605"/>
                  </a:lnTo>
                  <a:lnTo>
                    <a:pt x="707251" y="34611"/>
                  </a:lnTo>
                  <a:lnTo>
                    <a:pt x="711708" y="56641"/>
                  </a:lnTo>
                  <a:lnTo>
                    <a:pt x="711708" y="283210"/>
                  </a:lnTo>
                  <a:lnTo>
                    <a:pt x="707251" y="305240"/>
                  </a:lnTo>
                  <a:lnTo>
                    <a:pt x="695102" y="323246"/>
                  </a:lnTo>
                  <a:lnTo>
                    <a:pt x="677096" y="335395"/>
                  </a:lnTo>
                  <a:lnTo>
                    <a:pt x="655066" y="339851"/>
                  </a:lnTo>
                  <a:lnTo>
                    <a:pt x="56642" y="339851"/>
                  </a:lnTo>
                  <a:lnTo>
                    <a:pt x="34611" y="335395"/>
                  </a:lnTo>
                  <a:lnTo>
                    <a:pt x="16605" y="323246"/>
                  </a:lnTo>
                  <a:lnTo>
                    <a:pt x="4456" y="305240"/>
                  </a:lnTo>
                  <a:lnTo>
                    <a:pt x="0" y="283210"/>
                  </a:lnTo>
                  <a:lnTo>
                    <a:pt x="0" y="56641"/>
                  </a:lnTo>
                  <a:close/>
                </a:path>
              </a:pathLst>
            </a:custGeom>
            <a:ln w="31749">
              <a:solidFill>
                <a:srgbClr val="00AF5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7364730" y="2950463"/>
              <a:ext cx="711835" cy="340995"/>
            </a:xfrm>
            <a:custGeom>
              <a:avLst/>
              <a:gdLst/>
              <a:ahLst/>
              <a:cxnLst/>
              <a:rect l="l" t="t" r="r" b="b"/>
              <a:pathLst>
                <a:path w="711834" h="340995">
                  <a:moveTo>
                    <a:pt x="0" y="56769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9" y="0"/>
                  </a:lnTo>
                  <a:lnTo>
                    <a:pt x="654939" y="0"/>
                  </a:lnTo>
                  <a:lnTo>
                    <a:pt x="677042" y="4458"/>
                  </a:lnTo>
                  <a:lnTo>
                    <a:pt x="695086" y="16621"/>
                  </a:lnTo>
                  <a:lnTo>
                    <a:pt x="707249" y="34665"/>
                  </a:lnTo>
                  <a:lnTo>
                    <a:pt x="711708" y="56769"/>
                  </a:lnTo>
                  <a:lnTo>
                    <a:pt x="711708" y="283845"/>
                  </a:lnTo>
                  <a:lnTo>
                    <a:pt x="707249" y="305948"/>
                  </a:lnTo>
                  <a:lnTo>
                    <a:pt x="695086" y="323992"/>
                  </a:lnTo>
                  <a:lnTo>
                    <a:pt x="677042" y="336155"/>
                  </a:lnTo>
                  <a:lnTo>
                    <a:pt x="654939" y="340613"/>
                  </a:lnTo>
                  <a:lnTo>
                    <a:pt x="56769" y="340613"/>
                  </a:lnTo>
                  <a:lnTo>
                    <a:pt x="34665" y="336155"/>
                  </a:lnTo>
                  <a:lnTo>
                    <a:pt x="16621" y="323992"/>
                  </a:lnTo>
                  <a:lnTo>
                    <a:pt x="4458" y="305948"/>
                  </a:lnTo>
                  <a:lnTo>
                    <a:pt x="0" y="283845"/>
                  </a:lnTo>
                  <a:lnTo>
                    <a:pt x="0" y="56769"/>
                  </a:lnTo>
                  <a:close/>
                </a:path>
              </a:pathLst>
            </a:custGeom>
            <a:ln w="31750">
              <a:solidFill>
                <a:srgbClr val="006FC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8" name="object 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23335018"/>
              </p:ext>
            </p:extLst>
          </p:nvPr>
        </p:nvGraphicFramePr>
        <p:xfrm>
          <a:off x="603250" y="1208258"/>
          <a:ext cx="4509135" cy="7410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85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 marL="25654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𝒗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𝒑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9" name="object 9"/>
          <p:cNvSpPr/>
          <p:nvPr/>
        </p:nvSpPr>
        <p:spPr>
          <a:xfrm>
            <a:off x="2168651" y="1614658"/>
            <a:ext cx="711200" cy="340360"/>
          </a:xfrm>
          <a:custGeom>
            <a:avLst/>
            <a:gdLst/>
            <a:ahLst/>
            <a:cxnLst/>
            <a:rect l="l" t="t" r="r" b="b"/>
            <a:pathLst>
              <a:path w="711200" h="340360">
                <a:moveTo>
                  <a:pt x="0" y="56641"/>
                </a:moveTo>
                <a:lnTo>
                  <a:pt x="4456" y="34611"/>
                </a:lnTo>
                <a:lnTo>
                  <a:pt x="16605" y="16605"/>
                </a:lnTo>
                <a:lnTo>
                  <a:pt x="34611" y="4456"/>
                </a:lnTo>
                <a:lnTo>
                  <a:pt x="56642" y="0"/>
                </a:lnTo>
                <a:lnTo>
                  <a:pt x="654304" y="0"/>
                </a:lnTo>
                <a:lnTo>
                  <a:pt x="676334" y="4456"/>
                </a:lnTo>
                <a:lnTo>
                  <a:pt x="694340" y="16605"/>
                </a:lnTo>
                <a:lnTo>
                  <a:pt x="706489" y="34611"/>
                </a:lnTo>
                <a:lnTo>
                  <a:pt x="710946" y="56641"/>
                </a:lnTo>
                <a:lnTo>
                  <a:pt x="710946" y="283210"/>
                </a:lnTo>
                <a:lnTo>
                  <a:pt x="706489" y="305240"/>
                </a:lnTo>
                <a:lnTo>
                  <a:pt x="694340" y="323246"/>
                </a:lnTo>
                <a:lnTo>
                  <a:pt x="676334" y="335395"/>
                </a:lnTo>
                <a:lnTo>
                  <a:pt x="654304" y="339851"/>
                </a:lnTo>
                <a:lnTo>
                  <a:pt x="56642" y="339851"/>
                </a:lnTo>
                <a:lnTo>
                  <a:pt x="34611" y="335395"/>
                </a:lnTo>
                <a:lnTo>
                  <a:pt x="16605" y="323246"/>
                </a:lnTo>
                <a:lnTo>
                  <a:pt x="4456" y="305240"/>
                </a:lnTo>
                <a:lnTo>
                  <a:pt x="0" y="283210"/>
                </a:lnTo>
                <a:lnTo>
                  <a:pt x="0" y="56641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10707116" y="1696700"/>
            <a:ext cx="9772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=</a:t>
            </a:r>
            <a:r>
              <a:rPr sz="2400" spc="130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𝟏𝟑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3" name="object 3">
            <a:extLst>
              <a:ext uri="{FF2B5EF4-FFF2-40B4-BE49-F238E27FC236}">
                <a16:creationId xmlns:a16="http://schemas.microsoft.com/office/drawing/2014/main" id="{E42D26B8-5CBD-B74C-908C-1A090F64CB94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61257" y="112482"/>
            <a:ext cx="3925124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算</a:t>
            </a:r>
            <a:r>
              <a:rPr lang="zh-CN" altLang="en-US" spc="-50" dirty="0">
                <a:latin typeface="SimSun" panose="02010600030101010101" pitchFamily="2" charset="-122"/>
                <a:ea typeface="SimSun" panose="02010600030101010101" pitchFamily="2" charset="-122"/>
              </a:rPr>
              <a:t>法实例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4262570"/>
              </p:ext>
            </p:extLst>
          </p:nvPr>
        </p:nvGraphicFramePr>
        <p:xfrm>
          <a:off x="603250" y="2178093"/>
          <a:ext cx="11176634" cy="25927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29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1800" spc="-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𝒄]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4" name="object 4"/>
          <p:cNvSpPr/>
          <p:nvPr/>
        </p:nvSpPr>
        <p:spPr>
          <a:xfrm>
            <a:off x="5839205" y="2919011"/>
            <a:ext cx="711200" cy="340360"/>
          </a:xfrm>
          <a:custGeom>
            <a:avLst/>
            <a:gdLst/>
            <a:ahLst/>
            <a:cxnLst/>
            <a:rect l="l" t="t" r="r" b="b"/>
            <a:pathLst>
              <a:path w="711200" h="340360">
                <a:moveTo>
                  <a:pt x="0" y="56641"/>
                </a:moveTo>
                <a:lnTo>
                  <a:pt x="4456" y="34611"/>
                </a:lnTo>
                <a:lnTo>
                  <a:pt x="16605" y="16605"/>
                </a:lnTo>
                <a:lnTo>
                  <a:pt x="34611" y="4456"/>
                </a:lnTo>
                <a:lnTo>
                  <a:pt x="56642" y="0"/>
                </a:lnTo>
                <a:lnTo>
                  <a:pt x="654304" y="0"/>
                </a:lnTo>
                <a:lnTo>
                  <a:pt x="676334" y="4456"/>
                </a:lnTo>
                <a:lnTo>
                  <a:pt x="694340" y="16605"/>
                </a:lnTo>
                <a:lnTo>
                  <a:pt x="706489" y="34611"/>
                </a:lnTo>
                <a:lnTo>
                  <a:pt x="710946" y="56641"/>
                </a:lnTo>
                <a:lnTo>
                  <a:pt x="710946" y="283210"/>
                </a:lnTo>
                <a:lnTo>
                  <a:pt x="706489" y="305240"/>
                </a:lnTo>
                <a:lnTo>
                  <a:pt x="694340" y="323246"/>
                </a:lnTo>
                <a:lnTo>
                  <a:pt x="676334" y="335395"/>
                </a:lnTo>
                <a:lnTo>
                  <a:pt x="654304" y="339851"/>
                </a:lnTo>
                <a:lnTo>
                  <a:pt x="56642" y="339851"/>
                </a:lnTo>
                <a:lnTo>
                  <a:pt x="34611" y="335395"/>
                </a:lnTo>
                <a:lnTo>
                  <a:pt x="16605" y="323246"/>
                </a:lnTo>
                <a:lnTo>
                  <a:pt x="4456" y="305240"/>
                </a:lnTo>
                <a:lnTo>
                  <a:pt x="0" y="283210"/>
                </a:lnTo>
                <a:lnTo>
                  <a:pt x="0" y="56641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" name="object 5"/>
          <p:cNvGrpSpPr/>
          <p:nvPr/>
        </p:nvGrpSpPr>
        <p:grpSpPr>
          <a:xfrm>
            <a:off x="8098663" y="2903136"/>
            <a:ext cx="742950" cy="765810"/>
            <a:chOff x="8098663" y="2541397"/>
            <a:chExt cx="742950" cy="765810"/>
          </a:xfrm>
        </p:grpSpPr>
        <p:sp>
          <p:nvSpPr>
            <p:cNvPr id="6" name="object 6"/>
            <p:cNvSpPr/>
            <p:nvPr/>
          </p:nvSpPr>
          <p:spPr>
            <a:xfrm>
              <a:off x="8114538" y="2557272"/>
              <a:ext cx="711200" cy="340360"/>
            </a:xfrm>
            <a:custGeom>
              <a:avLst/>
              <a:gdLst/>
              <a:ahLst/>
              <a:cxnLst/>
              <a:rect l="l" t="t" r="r" b="b"/>
              <a:pathLst>
                <a:path w="711200" h="340360">
                  <a:moveTo>
                    <a:pt x="0" y="56641"/>
                  </a:moveTo>
                  <a:lnTo>
                    <a:pt x="4456" y="34611"/>
                  </a:lnTo>
                  <a:lnTo>
                    <a:pt x="16605" y="16605"/>
                  </a:lnTo>
                  <a:lnTo>
                    <a:pt x="34611" y="4456"/>
                  </a:lnTo>
                  <a:lnTo>
                    <a:pt x="56641" y="0"/>
                  </a:lnTo>
                  <a:lnTo>
                    <a:pt x="654303" y="0"/>
                  </a:lnTo>
                  <a:lnTo>
                    <a:pt x="676334" y="4456"/>
                  </a:lnTo>
                  <a:lnTo>
                    <a:pt x="694340" y="16605"/>
                  </a:lnTo>
                  <a:lnTo>
                    <a:pt x="706489" y="34611"/>
                  </a:lnTo>
                  <a:lnTo>
                    <a:pt x="710945" y="56641"/>
                  </a:lnTo>
                  <a:lnTo>
                    <a:pt x="710945" y="283210"/>
                  </a:lnTo>
                  <a:lnTo>
                    <a:pt x="706489" y="305240"/>
                  </a:lnTo>
                  <a:lnTo>
                    <a:pt x="694340" y="323246"/>
                  </a:lnTo>
                  <a:lnTo>
                    <a:pt x="676334" y="335395"/>
                  </a:lnTo>
                  <a:lnTo>
                    <a:pt x="654303" y="339851"/>
                  </a:lnTo>
                  <a:lnTo>
                    <a:pt x="56641" y="339851"/>
                  </a:lnTo>
                  <a:lnTo>
                    <a:pt x="34611" y="335395"/>
                  </a:lnTo>
                  <a:lnTo>
                    <a:pt x="16605" y="323246"/>
                  </a:lnTo>
                  <a:lnTo>
                    <a:pt x="4456" y="305240"/>
                  </a:lnTo>
                  <a:lnTo>
                    <a:pt x="0" y="283210"/>
                  </a:lnTo>
                  <a:lnTo>
                    <a:pt x="0" y="56641"/>
                  </a:lnTo>
                  <a:close/>
                </a:path>
              </a:pathLst>
            </a:custGeom>
            <a:ln w="31750">
              <a:solidFill>
                <a:srgbClr val="00AF5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114538" y="2950463"/>
              <a:ext cx="711200" cy="340995"/>
            </a:xfrm>
            <a:custGeom>
              <a:avLst/>
              <a:gdLst/>
              <a:ahLst/>
              <a:cxnLst/>
              <a:rect l="l" t="t" r="r" b="b"/>
              <a:pathLst>
                <a:path w="711200" h="340995">
                  <a:moveTo>
                    <a:pt x="0" y="56769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8" y="0"/>
                  </a:lnTo>
                  <a:lnTo>
                    <a:pt x="654176" y="0"/>
                  </a:lnTo>
                  <a:lnTo>
                    <a:pt x="676280" y="4458"/>
                  </a:lnTo>
                  <a:lnTo>
                    <a:pt x="694324" y="16621"/>
                  </a:lnTo>
                  <a:lnTo>
                    <a:pt x="706487" y="34665"/>
                  </a:lnTo>
                  <a:lnTo>
                    <a:pt x="710945" y="56769"/>
                  </a:lnTo>
                  <a:lnTo>
                    <a:pt x="710945" y="283845"/>
                  </a:lnTo>
                  <a:lnTo>
                    <a:pt x="706487" y="305948"/>
                  </a:lnTo>
                  <a:lnTo>
                    <a:pt x="694324" y="323992"/>
                  </a:lnTo>
                  <a:lnTo>
                    <a:pt x="676280" y="336155"/>
                  </a:lnTo>
                  <a:lnTo>
                    <a:pt x="654176" y="340613"/>
                  </a:lnTo>
                  <a:lnTo>
                    <a:pt x="56768" y="340613"/>
                  </a:lnTo>
                  <a:lnTo>
                    <a:pt x="34665" y="336155"/>
                  </a:lnTo>
                  <a:lnTo>
                    <a:pt x="16621" y="323992"/>
                  </a:lnTo>
                  <a:lnTo>
                    <a:pt x="4458" y="305948"/>
                  </a:lnTo>
                  <a:lnTo>
                    <a:pt x="0" y="283845"/>
                  </a:lnTo>
                  <a:lnTo>
                    <a:pt x="0" y="56769"/>
                  </a:lnTo>
                  <a:close/>
                </a:path>
              </a:pathLst>
            </a:custGeom>
            <a:ln w="31750">
              <a:solidFill>
                <a:srgbClr val="006FC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8" name="object 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21005761"/>
              </p:ext>
            </p:extLst>
          </p:nvPr>
        </p:nvGraphicFramePr>
        <p:xfrm>
          <a:off x="603250" y="1248452"/>
          <a:ext cx="4509135" cy="7410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85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 marL="25654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𝒗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𝒑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9" name="object 9"/>
          <p:cNvSpPr/>
          <p:nvPr/>
        </p:nvSpPr>
        <p:spPr>
          <a:xfrm>
            <a:off x="2168651" y="1654852"/>
            <a:ext cx="711200" cy="340360"/>
          </a:xfrm>
          <a:custGeom>
            <a:avLst/>
            <a:gdLst/>
            <a:ahLst/>
            <a:cxnLst/>
            <a:rect l="l" t="t" r="r" b="b"/>
            <a:pathLst>
              <a:path w="711200" h="340360">
                <a:moveTo>
                  <a:pt x="0" y="56641"/>
                </a:moveTo>
                <a:lnTo>
                  <a:pt x="4456" y="34611"/>
                </a:lnTo>
                <a:lnTo>
                  <a:pt x="16605" y="16605"/>
                </a:lnTo>
                <a:lnTo>
                  <a:pt x="34611" y="4456"/>
                </a:lnTo>
                <a:lnTo>
                  <a:pt x="56642" y="0"/>
                </a:lnTo>
                <a:lnTo>
                  <a:pt x="654304" y="0"/>
                </a:lnTo>
                <a:lnTo>
                  <a:pt x="676334" y="4456"/>
                </a:lnTo>
                <a:lnTo>
                  <a:pt x="694340" y="16605"/>
                </a:lnTo>
                <a:lnTo>
                  <a:pt x="706489" y="34611"/>
                </a:lnTo>
                <a:lnTo>
                  <a:pt x="710946" y="56641"/>
                </a:lnTo>
                <a:lnTo>
                  <a:pt x="710946" y="283210"/>
                </a:lnTo>
                <a:lnTo>
                  <a:pt x="706489" y="305240"/>
                </a:lnTo>
                <a:lnTo>
                  <a:pt x="694340" y="323246"/>
                </a:lnTo>
                <a:lnTo>
                  <a:pt x="676334" y="335395"/>
                </a:lnTo>
                <a:lnTo>
                  <a:pt x="654304" y="339851"/>
                </a:lnTo>
                <a:lnTo>
                  <a:pt x="56642" y="339851"/>
                </a:lnTo>
                <a:lnTo>
                  <a:pt x="34611" y="335395"/>
                </a:lnTo>
                <a:lnTo>
                  <a:pt x="16605" y="323246"/>
                </a:lnTo>
                <a:lnTo>
                  <a:pt x="4456" y="305240"/>
                </a:lnTo>
                <a:lnTo>
                  <a:pt x="0" y="283210"/>
                </a:lnTo>
                <a:lnTo>
                  <a:pt x="0" y="56641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10707116" y="1736894"/>
            <a:ext cx="9772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=</a:t>
            </a:r>
            <a:r>
              <a:rPr sz="2400" spc="130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𝟏𝟑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3" name="object 3">
            <a:extLst>
              <a:ext uri="{FF2B5EF4-FFF2-40B4-BE49-F238E27FC236}">
                <a16:creationId xmlns:a16="http://schemas.microsoft.com/office/drawing/2014/main" id="{D899552C-54CB-534F-90A6-0017E3759ECD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61257" y="112482"/>
            <a:ext cx="3925124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算</a:t>
            </a:r>
            <a:r>
              <a:rPr lang="zh-CN" altLang="en-US" spc="-50" dirty="0">
                <a:latin typeface="SimSun" panose="02010600030101010101" pitchFamily="2" charset="-122"/>
                <a:ea typeface="SimSun" panose="02010600030101010101" pitchFamily="2" charset="-122"/>
              </a:rPr>
              <a:t>法实例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30543648"/>
              </p:ext>
            </p:extLst>
          </p:nvPr>
        </p:nvGraphicFramePr>
        <p:xfrm>
          <a:off x="603250" y="2157995"/>
          <a:ext cx="11176634" cy="25927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29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1800" spc="-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𝒄]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4" name="object 4"/>
          <p:cNvSpPr/>
          <p:nvPr/>
        </p:nvSpPr>
        <p:spPr>
          <a:xfrm>
            <a:off x="6582156" y="2898913"/>
            <a:ext cx="711835" cy="340360"/>
          </a:xfrm>
          <a:custGeom>
            <a:avLst/>
            <a:gdLst/>
            <a:ahLst/>
            <a:cxnLst/>
            <a:rect l="l" t="t" r="r" b="b"/>
            <a:pathLst>
              <a:path w="711834" h="340360">
                <a:moveTo>
                  <a:pt x="0" y="56641"/>
                </a:moveTo>
                <a:lnTo>
                  <a:pt x="4456" y="34611"/>
                </a:lnTo>
                <a:lnTo>
                  <a:pt x="16605" y="16605"/>
                </a:lnTo>
                <a:lnTo>
                  <a:pt x="34611" y="4456"/>
                </a:lnTo>
                <a:lnTo>
                  <a:pt x="56642" y="0"/>
                </a:lnTo>
                <a:lnTo>
                  <a:pt x="655066" y="0"/>
                </a:lnTo>
                <a:lnTo>
                  <a:pt x="677096" y="4456"/>
                </a:lnTo>
                <a:lnTo>
                  <a:pt x="695102" y="16605"/>
                </a:lnTo>
                <a:lnTo>
                  <a:pt x="707251" y="34611"/>
                </a:lnTo>
                <a:lnTo>
                  <a:pt x="711708" y="56641"/>
                </a:lnTo>
                <a:lnTo>
                  <a:pt x="711708" y="283210"/>
                </a:lnTo>
                <a:lnTo>
                  <a:pt x="707251" y="305240"/>
                </a:lnTo>
                <a:lnTo>
                  <a:pt x="695102" y="323246"/>
                </a:lnTo>
                <a:lnTo>
                  <a:pt x="677096" y="335395"/>
                </a:lnTo>
                <a:lnTo>
                  <a:pt x="655066" y="339851"/>
                </a:lnTo>
                <a:lnTo>
                  <a:pt x="56642" y="339851"/>
                </a:lnTo>
                <a:lnTo>
                  <a:pt x="34611" y="335395"/>
                </a:lnTo>
                <a:lnTo>
                  <a:pt x="16605" y="323246"/>
                </a:lnTo>
                <a:lnTo>
                  <a:pt x="4456" y="305240"/>
                </a:lnTo>
                <a:lnTo>
                  <a:pt x="0" y="283210"/>
                </a:lnTo>
                <a:lnTo>
                  <a:pt x="0" y="56641"/>
                </a:lnTo>
                <a:close/>
              </a:path>
            </a:pathLst>
          </a:custGeom>
          <a:ln w="31749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" name="object 5"/>
          <p:cNvGrpSpPr/>
          <p:nvPr/>
        </p:nvGrpSpPr>
        <p:grpSpPr>
          <a:xfrm>
            <a:off x="8809608" y="2883038"/>
            <a:ext cx="742950" cy="765810"/>
            <a:chOff x="8809608" y="2541397"/>
            <a:chExt cx="742950" cy="765810"/>
          </a:xfrm>
        </p:grpSpPr>
        <p:sp>
          <p:nvSpPr>
            <p:cNvPr id="6" name="object 6"/>
            <p:cNvSpPr/>
            <p:nvPr/>
          </p:nvSpPr>
          <p:spPr>
            <a:xfrm>
              <a:off x="8825483" y="2557272"/>
              <a:ext cx="711200" cy="340360"/>
            </a:xfrm>
            <a:custGeom>
              <a:avLst/>
              <a:gdLst/>
              <a:ahLst/>
              <a:cxnLst/>
              <a:rect l="l" t="t" r="r" b="b"/>
              <a:pathLst>
                <a:path w="711200" h="340360">
                  <a:moveTo>
                    <a:pt x="0" y="56641"/>
                  </a:moveTo>
                  <a:lnTo>
                    <a:pt x="4456" y="34611"/>
                  </a:lnTo>
                  <a:lnTo>
                    <a:pt x="16605" y="16605"/>
                  </a:lnTo>
                  <a:lnTo>
                    <a:pt x="34611" y="4456"/>
                  </a:lnTo>
                  <a:lnTo>
                    <a:pt x="56642" y="0"/>
                  </a:lnTo>
                  <a:lnTo>
                    <a:pt x="654304" y="0"/>
                  </a:lnTo>
                  <a:lnTo>
                    <a:pt x="676334" y="4456"/>
                  </a:lnTo>
                  <a:lnTo>
                    <a:pt x="694340" y="16605"/>
                  </a:lnTo>
                  <a:lnTo>
                    <a:pt x="706489" y="34611"/>
                  </a:lnTo>
                  <a:lnTo>
                    <a:pt x="710946" y="56641"/>
                  </a:lnTo>
                  <a:lnTo>
                    <a:pt x="710946" y="283210"/>
                  </a:lnTo>
                  <a:lnTo>
                    <a:pt x="706489" y="305240"/>
                  </a:lnTo>
                  <a:lnTo>
                    <a:pt x="694340" y="323246"/>
                  </a:lnTo>
                  <a:lnTo>
                    <a:pt x="676334" y="335395"/>
                  </a:lnTo>
                  <a:lnTo>
                    <a:pt x="654304" y="339851"/>
                  </a:lnTo>
                  <a:lnTo>
                    <a:pt x="56642" y="339851"/>
                  </a:lnTo>
                  <a:lnTo>
                    <a:pt x="34611" y="335395"/>
                  </a:lnTo>
                  <a:lnTo>
                    <a:pt x="16605" y="323246"/>
                  </a:lnTo>
                  <a:lnTo>
                    <a:pt x="4456" y="305240"/>
                  </a:lnTo>
                  <a:lnTo>
                    <a:pt x="0" y="283210"/>
                  </a:lnTo>
                  <a:lnTo>
                    <a:pt x="0" y="56641"/>
                  </a:lnTo>
                  <a:close/>
                </a:path>
              </a:pathLst>
            </a:custGeom>
            <a:ln w="31750">
              <a:solidFill>
                <a:srgbClr val="00AF5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825483" y="2950463"/>
              <a:ext cx="711200" cy="340995"/>
            </a:xfrm>
            <a:custGeom>
              <a:avLst/>
              <a:gdLst/>
              <a:ahLst/>
              <a:cxnLst/>
              <a:rect l="l" t="t" r="r" b="b"/>
              <a:pathLst>
                <a:path w="711200" h="340995">
                  <a:moveTo>
                    <a:pt x="0" y="56769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9" y="0"/>
                  </a:lnTo>
                  <a:lnTo>
                    <a:pt x="654176" y="0"/>
                  </a:lnTo>
                  <a:lnTo>
                    <a:pt x="676280" y="4458"/>
                  </a:lnTo>
                  <a:lnTo>
                    <a:pt x="694324" y="16621"/>
                  </a:lnTo>
                  <a:lnTo>
                    <a:pt x="706487" y="34665"/>
                  </a:lnTo>
                  <a:lnTo>
                    <a:pt x="710946" y="56769"/>
                  </a:lnTo>
                  <a:lnTo>
                    <a:pt x="710946" y="283845"/>
                  </a:lnTo>
                  <a:lnTo>
                    <a:pt x="706487" y="305948"/>
                  </a:lnTo>
                  <a:lnTo>
                    <a:pt x="694324" y="323992"/>
                  </a:lnTo>
                  <a:lnTo>
                    <a:pt x="676280" y="336155"/>
                  </a:lnTo>
                  <a:lnTo>
                    <a:pt x="654176" y="340613"/>
                  </a:lnTo>
                  <a:lnTo>
                    <a:pt x="56769" y="340613"/>
                  </a:lnTo>
                  <a:lnTo>
                    <a:pt x="34665" y="336155"/>
                  </a:lnTo>
                  <a:lnTo>
                    <a:pt x="16621" y="323992"/>
                  </a:lnTo>
                  <a:lnTo>
                    <a:pt x="4458" y="305948"/>
                  </a:lnTo>
                  <a:lnTo>
                    <a:pt x="0" y="283845"/>
                  </a:lnTo>
                  <a:lnTo>
                    <a:pt x="0" y="56769"/>
                  </a:lnTo>
                  <a:close/>
                </a:path>
              </a:pathLst>
            </a:custGeom>
            <a:ln w="31750">
              <a:solidFill>
                <a:srgbClr val="006FC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8" name="object 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54994008"/>
              </p:ext>
            </p:extLst>
          </p:nvPr>
        </p:nvGraphicFramePr>
        <p:xfrm>
          <a:off x="603250" y="1228354"/>
          <a:ext cx="4509135" cy="7410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85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 marL="25654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𝒗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𝒑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9" name="object 9"/>
          <p:cNvSpPr/>
          <p:nvPr/>
        </p:nvSpPr>
        <p:spPr>
          <a:xfrm>
            <a:off x="2168651" y="1634754"/>
            <a:ext cx="711200" cy="340360"/>
          </a:xfrm>
          <a:custGeom>
            <a:avLst/>
            <a:gdLst/>
            <a:ahLst/>
            <a:cxnLst/>
            <a:rect l="l" t="t" r="r" b="b"/>
            <a:pathLst>
              <a:path w="711200" h="340360">
                <a:moveTo>
                  <a:pt x="0" y="56641"/>
                </a:moveTo>
                <a:lnTo>
                  <a:pt x="4456" y="34611"/>
                </a:lnTo>
                <a:lnTo>
                  <a:pt x="16605" y="16605"/>
                </a:lnTo>
                <a:lnTo>
                  <a:pt x="34611" y="4456"/>
                </a:lnTo>
                <a:lnTo>
                  <a:pt x="56642" y="0"/>
                </a:lnTo>
                <a:lnTo>
                  <a:pt x="654304" y="0"/>
                </a:lnTo>
                <a:lnTo>
                  <a:pt x="676334" y="4456"/>
                </a:lnTo>
                <a:lnTo>
                  <a:pt x="694340" y="16605"/>
                </a:lnTo>
                <a:lnTo>
                  <a:pt x="706489" y="34611"/>
                </a:lnTo>
                <a:lnTo>
                  <a:pt x="710946" y="56641"/>
                </a:lnTo>
                <a:lnTo>
                  <a:pt x="710946" y="283210"/>
                </a:lnTo>
                <a:lnTo>
                  <a:pt x="706489" y="305240"/>
                </a:lnTo>
                <a:lnTo>
                  <a:pt x="694340" y="323246"/>
                </a:lnTo>
                <a:lnTo>
                  <a:pt x="676334" y="335395"/>
                </a:lnTo>
                <a:lnTo>
                  <a:pt x="654304" y="339851"/>
                </a:lnTo>
                <a:lnTo>
                  <a:pt x="56642" y="339851"/>
                </a:lnTo>
                <a:lnTo>
                  <a:pt x="34611" y="335395"/>
                </a:lnTo>
                <a:lnTo>
                  <a:pt x="16605" y="323246"/>
                </a:lnTo>
                <a:lnTo>
                  <a:pt x="4456" y="305240"/>
                </a:lnTo>
                <a:lnTo>
                  <a:pt x="0" y="283210"/>
                </a:lnTo>
                <a:lnTo>
                  <a:pt x="0" y="56641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10707116" y="1716796"/>
            <a:ext cx="9772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=</a:t>
            </a:r>
            <a:r>
              <a:rPr sz="2400" spc="130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𝟏𝟑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3" name="object 3">
            <a:extLst>
              <a:ext uri="{FF2B5EF4-FFF2-40B4-BE49-F238E27FC236}">
                <a16:creationId xmlns:a16="http://schemas.microsoft.com/office/drawing/2014/main" id="{F6C042FD-F57E-0349-A762-F2E0D88FCA7A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61257" y="112482"/>
            <a:ext cx="3925124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算</a:t>
            </a:r>
            <a:r>
              <a:rPr lang="zh-CN" altLang="en-US" spc="-50" dirty="0">
                <a:latin typeface="SimSun" panose="02010600030101010101" pitchFamily="2" charset="-122"/>
                <a:ea typeface="SimSun" panose="02010600030101010101" pitchFamily="2" charset="-122"/>
              </a:rPr>
              <a:t>法实例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40974319"/>
              </p:ext>
            </p:extLst>
          </p:nvPr>
        </p:nvGraphicFramePr>
        <p:xfrm>
          <a:off x="603250" y="2198191"/>
          <a:ext cx="11176634" cy="25927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29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1800" spc="-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𝒄]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4" name="object 4"/>
          <p:cNvSpPr/>
          <p:nvPr/>
        </p:nvSpPr>
        <p:spPr>
          <a:xfrm>
            <a:off x="6582156" y="2939109"/>
            <a:ext cx="711835" cy="340360"/>
          </a:xfrm>
          <a:custGeom>
            <a:avLst/>
            <a:gdLst/>
            <a:ahLst/>
            <a:cxnLst/>
            <a:rect l="l" t="t" r="r" b="b"/>
            <a:pathLst>
              <a:path w="711834" h="340360">
                <a:moveTo>
                  <a:pt x="0" y="56641"/>
                </a:moveTo>
                <a:lnTo>
                  <a:pt x="4456" y="34611"/>
                </a:lnTo>
                <a:lnTo>
                  <a:pt x="16605" y="16605"/>
                </a:lnTo>
                <a:lnTo>
                  <a:pt x="34611" y="4456"/>
                </a:lnTo>
                <a:lnTo>
                  <a:pt x="56642" y="0"/>
                </a:lnTo>
                <a:lnTo>
                  <a:pt x="655066" y="0"/>
                </a:lnTo>
                <a:lnTo>
                  <a:pt x="677096" y="4456"/>
                </a:lnTo>
                <a:lnTo>
                  <a:pt x="695102" y="16605"/>
                </a:lnTo>
                <a:lnTo>
                  <a:pt x="707251" y="34611"/>
                </a:lnTo>
                <a:lnTo>
                  <a:pt x="711708" y="56641"/>
                </a:lnTo>
                <a:lnTo>
                  <a:pt x="711708" y="283210"/>
                </a:lnTo>
                <a:lnTo>
                  <a:pt x="707251" y="305240"/>
                </a:lnTo>
                <a:lnTo>
                  <a:pt x="695102" y="323246"/>
                </a:lnTo>
                <a:lnTo>
                  <a:pt x="677096" y="335395"/>
                </a:lnTo>
                <a:lnTo>
                  <a:pt x="655066" y="339851"/>
                </a:lnTo>
                <a:lnTo>
                  <a:pt x="56642" y="339851"/>
                </a:lnTo>
                <a:lnTo>
                  <a:pt x="34611" y="335395"/>
                </a:lnTo>
                <a:lnTo>
                  <a:pt x="16605" y="323246"/>
                </a:lnTo>
                <a:lnTo>
                  <a:pt x="4456" y="305240"/>
                </a:lnTo>
                <a:lnTo>
                  <a:pt x="0" y="283210"/>
                </a:lnTo>
                <a:lnTo>
                  <a:pt x="0" y="56641"/>
                </a:lnTo>
                <a:close/>
              </a:path>
            </a:pathLst>
          </a:custGeom>
          <a:ln w="31749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" name="object 5"/>
          <p:cNvGrpSpPr/>
          <p:nvPr/>
        </p:nvGrpSpPr>
        <p:grpSpPr>
          <a:xfrm>
            <a:off x="8809608" y="2923234"/>
            <a:ext cx="742950" cy="765810"/>
            <a:chOff x="8809608" y="2541397"/>
            <a:chExt cx="742950" cy="765810"/>
          </a:xfrm>
        </p:grpSpPr>
        <p:sp>
          <p:nvSpPr>
            <p:cNvPr id="6" name="object 6"/>
            <p:cNvSpPr/>
            <p:nvPr/>
          </p:nvSpPr>
          <p:spPr>
            <a:xfrm>
              <a:off x="8825483" y="2557272"/>
              <a:ext cx="711200" cy="340360"/>
            </a:xfrm>
            <a:custGeom>
              <a:avLst/>
              <a:gdLst/>
              <a:ahLst/>
              <a:cxnLst/>
              <a:rect l="l" t="t" r="r" b="b"/>
              <a:pathLst>
                <a:path w="711200" h="340360">
                  <a:moveTo>
                    <a:pt x="0" y="56641"/>
                  </a:moveTo>
                  <a:lnTo>
                    <a:pt x="4456" y="34611"/>
                  </a:lnTo>
                  <a:lnTo>
                    <a:pt x="16605" y="16605"/>
                  </a:lnTo>
                  <a:lnTo>
                    <a:pt x="34611" y="4456"/>
                  </a:lnTo>
                  <a:lnTo>
                    <a:pt x="56642" y="0"/>
                  </a:lnTo>
                  <a:lnTo>
                    <a:pt x="654304" y="0"/>
                  </a:lnTo>
                  <a:lnTo>
                    <a:pt x="676334" y="4456"/>
                  </a:lnTo>
                  <a:lnTo>
                    <a:pt x="694340" y="16605"/>
                  </a:lnTo>
                  <a:lnTo>
                    <a:pt x="706489" y="34611"/>
                  </a:lnTo>
                  <a:lnTo>
                    <a:pt x="710946" y="56641"/>
                  </a:lnTo>
                  <a:lnTo>
                    <a:pt x="710946" y="283210"/>
                  </a:lnTo>
                  <a:lnTo>
                    <a:pt x="706489" y="305240"/>
                  </a:lnTo>
                  <a:lnTo>
                    <a:pt x="694340" y="323246"/>
                  </a:lnTo>
                  <a:lnTo>
                    <a:pt x="676334" y="335395"/>
                  </a:lnTo>
                  <a:lnTo>
                    <a:pt x="654304" y="339851"/>
                  </a:lnTo>
                  <a:lnTo>
                    <a:pt x="56642" y="339851"/>
                  </a:lnTo>
                  <a:lnTo>
                    <a:pt x="34611" y="335395"/>
                  </a:lnTo>
                  <a:lnTo>
                    <a:pt x="16605" y="323246"/>
                  </a:lnTo>
                  <a:lnTo>
                    <a:pt x="4456" y="305240"/>
                  </a:lnTo>
                  <a:lnTo>
                    <a:pt x="0" y="283210"/>
                  </a:lnTo>
                  <a:lnTo>
                    <a:pt x="0" y="56641"/>
                  </a:lnTo>
                  <a:close/>
                </a:path>
              </a:pathLst>
            </a:custGeom>
            <a:ln w="31750">
              <a:solidFill>
                <a:srgbClr val="00AF5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825483" y="2950463"/>
              <a:ext cx="711200" cy="340995"/>
            </a:xfrm>
            <a:custGeom>
              <a:avLst/>
              <a:gdLst/>
              <a:ahLst/>
              <a:cxnLst/>
              <a:rect l="l" t="t" r="r" b="b"/>
              <a:pathLst>
                <a:path w="711200" h="340995">
                  <a:moveTo>
                    <a:pt x="0" y="56769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9" y="0"/>
                  </a:lnTo>
                  <a:lnTo>
                    <a:pt x="654176" y="0"/>
                  </a:lnTo>
                  <a:lnTo>
                    <a:pt x="676280" y="4458"/>
                  </a:lnTo>
                  <a:lnTo>
                    <a:pt x="694324" y="16621"/>
                  </a:lnTo>
                  <a:lnTo>
                    <a:pt x="706487" y="34665"/>
                  </a:lnTo>
                  <a:lnTo>
                    <a:pt x="710946" y="56769"/>
                  </a:lnTo>
                  <a:lnTo>
                    <a:pt x="710946" y="283845"/>
                  </a:lnTo>
                  <a:lnTo>
                    <a:pt x="706487" y="305948"/>
                  </a:lnTo>
                  <a:lnTo>
                    <a:pt x="694324" y="323992"/>
                  </a:lnTo>
                  <a:lnTo>
                    <a:pt x="676280" y="336155"/>
                  </a:lnTo>
                  <a:lnTo>
                    <a:pt x="654176" y="340613"/>
                  </a:lnTo>
                  <a:lnTo>
                    <a:pt x="56769" y="340613"/>
                  </a:lnTo>
                  <a:lnTo>
                    <a:pt x="34665" y="336155"/>
                  </a:lnTo>
                  <a:lnTo>
                    <a:pt x="16621" y="323992"/>
                  </a:lnTo>
                  <a:lnTo>
                    <a:pt x="4458" y="305948"/>
                  </a:lnTo>
                  <a:lnTo>
                    <a:pt x="0" y="283845"/>
                  </a:lnTo>
                  <a:lnTo>
                    <a:pt x="0" y="56769"/>
                  </a:lnTo>
                  <a:close/>
                </a:path>
              </a:pathLst>
            </a:custGeom>
            <a:ln w="31750">
              <a:solidFill>
                <a:srgbClr val="006FC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8" name="object 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20743117"/>
              </p:ext>
            </p:extLst>
          </p:nvPr>
        </p:nvGraphicFramePr>
        <p:xfrm>
          <a:off x="603250" y="1268550"/>
          <a:ext cx="4509135" cy="7410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85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 marL="25654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𝒗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𝒑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9" name="object 9"/>
          <p:cNvSpPr/>
          <p:nvPr/>
        </p:nvSpPr>
        <p:spPr>
          <a:xfrm>
            <a:off x="2168651" y="1674950"/>
            <a:ext cx="711200" cy="340360"/>
          </a:xfrm>
          <a:custGeom>
            <a:avLst/>
            <a:gdLst/>
            <a:ahLst/>
            <a:cxnLst/>
            <a:rect l="l" t="t" r="r" b="b"/>
            <a:pathLst>
              <a:path w="711200" h="340360">
                <a:moveTo>
                  <a:pt x="0" y="56641"/>
                </a:moveTo>
                <a:lnTo>
                  <a:pt x="4456" y="34611"/>
                </a:lnTo>
                <a:lnTo>
                  <a:pt x="16605" y="16605"/>
                </a:lnTo>
                <a:lnTo>
                  <a:pt x="34611" y="4456"/>
                </a:lnTo>
                <a:lnTo>
                  <a:pt x="56642" y="0"/>
                </a:lnTo>
                <a:lnTo>
                  <a:pt x="654304" y="0"/>
                </a:lnTo>
                <a:lnTo>
                  <a:pt x="676334" y="4456"/>
                </a:lnTo>
                <a:lnTo>
                  <a:pt x="694340" y="16605"/>
                </a:lnTo>
                <a:lnTo>
                  <a:pt x="706489" y="34611"/>
                </a:lnTo>
                <a:lnTo>
                  <a:pt x="710946" y="56641"/>
                </a:lnTo>
                <a:lnTo>
                  <a:pt x="710946" y="283210"/>
                </a:lnTo>
                <a:lnTo>
                  <a:pt x="706489" y="305240"/>
                </a:lnTo>
                <a:lnTo>
                  <a:pt x="694340" y="323246"/>
                </a:lnTo>
                <a:lnTo>
                  <a:pt x="676334" y="335395"/>
                </a:lnTo>
                <a:lnTo>
                  <a:pt x="654304" y="339851"/>
                </a:lnTo>
                <a:lnTo>
                  <a:pt x="56642" y="339851"/>
                </a:lnTo>
                <a:lnTo>
                  <a:pt x="34611" y="335395"/>
                </a:lnTo>
                <a:lnTo>
                  <a:pt x="16605" y="323246"/>
                </a:lnTo>
                <a:lnTo>
                  <a:pt x="4456" y="305240"/>
                </a:lnTo>
                <a:lnTo>
                  <a:pt x="0" y="283210"/>
                </a:lnTo>
                <a:lnTo>
                  <a:pt x="0" y="56641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10707116" y="1756992"/>
            <a:ext cx="9772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=</a:t>
            </a:r>
            <a:r>
              <a:rPr sz="2400" spc="130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𝟏𝟑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5871337" y="5237479"/>
            <a:ext cx="72390" cy="307340"/>
          </a:xfrm>
          <a:custGeom>
            <a:avLst/>
            <a:gdLst/>
            <a:ahLst/>
            <a:cxnLst/>
            <a:rect l="l" t="t" r="r" b="b"/>
            <a:pathLst>
              <a:path w="72389" h="307339">
                <a:moveTo>
                  <a:pt x="71882" y="0"/>
                </a:moveTo>
                <a:lnTo>
                  <a:pt x="0" y="0"/>
                </a:lnTo>
                <a:lnTo>
                  <a:pt x="0" y="12700"/>
                </a:lnTo>
                <a:lnTo>
                  <a:pt x="45085" y="12700"/>
                </a:lnTo>
                <a:lnTo>
                  <a:pt x="45085" y="294640"/>
                </a:lnTo>
                <a:lnTo>
                  <a:pt x="0" y="294640"/>
                </a:lnTo>
                <a:lnTo>
                  <a:pt x="0" y="307340"/>
                </a:lnTo>
                <a:lnTo>
                  <a:pt x="71882" y="307340"/>
                </a:lnTo>
                <a:lnTo>
                  <a:pt x="71882" y="294640"/>
                </a:lnTo>
                <a:lnTo>
                  <a:pt x="71882" y="12700"/>
                </a:lnTo>
                <a:lnTo>
                  <a:pt x="718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372989" y="5237479"/>
            <a:ext cx="72390" cy="307340"/>
          </a:xfrm>
          <a:custGeom>
            <a:avLst/>
            <a:gdLst/>
            <a:ahLst/>
            <a:cxnLst/>
            <a:rect l="l" t="t" r="r" b="b"/>
            <a:pathLst>
              <a:path w="72389" h="307339">
                <a:moveTo>
                  <a:pt x="71882" y="0"/>
                </a:moveTo>
                <a:lnTo>
                  <a:pt x="0" y="0"/>
                </a:lnTo>
                <a:lnTo>
                  <a:pt x="0" y="12700"/>
                </a:lnTo>
                <a:lnTo>
                  <a:pt x="0" y="294640"/>
                </a:lnTo>
                <a:lnTo>
                  <a:pt x="0" y="307340"/>
                </a:lnTo>
                <a:lnTo>
                  <a:pt x="71882" y="307340"/>
                </a:lnTo>
                <a:lnTo>
                  <a:pt x="71882" y="294640"/>
                </a:lnTo>
                <a:lnTo>
                  <a:pt x="26797" y="294640"/>
                </a:lnTo>
                <a:lnTo>
                  <a:pt x="26797" y="12700"/>
                </a:lnTo>
                <a:lnTo>
                  <a:pt x="71882" y="12700"/>
                </a:lnTo>
                <a:lnTo>
                  <a:pt x="718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 txBox="1"/>
          <p:nvPr/>
        </p:nvSpPr>
        <p:spPr>
          <a:xfrm>
            <a:off x="3447034" y="5142991"/>
            <a:ext cx="2430780" cy="42164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2600" spc="-35">
                <a:latin typeface="PMingLiU"/>
                <a:cs typeface="PMingLiU"/>
              </a:rPr>
              <a:t>递推公式</a:t>
            </a:r>
            <a:r>
              <a:rPr sz="2600">
                <a:latin typeface="PMingLiU"/>
                <a:cs typeface="PMingLiU"/>
              </a:rPr>
              <a:t>：</a:t>
            </a:r>
            <a:r>
              <a:rPr sz="2600">
                <a:latin typeface="Cambria Math"/>
                <a:cs typeface="Cambria Math"/>
              </a:rPr>
              <a:t>𝑷</a:t>
            </a:r>
            <a:r>
              <a:rPr sz="2600" spc="335">
                <a:latin typeface="Cambria Math"/>
                <a:cs typeface="Cambria Math"/>
              </a:rPr>
              <a:t> </a:t>
            </a:r>
            <a:r>
              <a:rPr sz="2600" spc="-10">
                <a:latin typeface="Cambria Math"/>
                <a:cs typeface="Cambria Math"/>
              </a:rPr>
              <a:t>𝒊,</a:t>
            </a:r>
            <a:r>
              <a:rPr sz="2600" spc="-140">
                <a:latin typeface="Cambria Math"/>
                <a:cs typeface="Cambria Math"/>
              </a:rPr>
              <a:t> </a:t>
            </a:r>
            <a:r>
              <a:rPr sz="2600" spc="-50">
                <a:latin typeface="Cambria Math"/>
                <a:cs typeface="Cambria Math"/>
              </a:rPr>
              <a:t>𝒄</a:t>
            </a:r>
            <a:endParaRPr sz="2600">
              <a:latin typeface="Cambria Math"/>
              <a:cs typeface="Cambria Math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6058661" y="5142991"/>
            <a:ext cx="2687320" cy="42164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51380" algn="l"/>
              </a:tabLst>
            </a:pPr>
            <a:r>
              <a:rPr sz="2600">
                <a:latin typeface="Cambria Math"/>
                <a:cs typeface="Cambria Math"/>
              </a:rPr>
              <a:t>=</a:t>
            </a:r>
            <a:r>
              <a:rPr sz="2600" spc="100">
                <a:latin typeface="Cambria Math"/>
                <a:cs typeface="Cambria Math"/>
              </a:rPr>
              <a:t> </a:t>
            </a:r>
            <a:r>
              <a:rPr sz="2600">
                <a:latin typeface="Cambria Math"/>
                <a:cs typeface="Cambria Math"/>
              </a:rPr>
              <a:t>𝐦𝐚𝐱{</a:t>
            </a:r>
            <a:r>
              <a:rPr sz="2600">
                <a:solidFill>
                  <a:srgbClr val="FF0000"/>
                </a:solidFill>
                <a:latin typeface="Cambria Math"/>
                <a:cs typeface="Cambria Math"/>
              </a:rPr>
              <a:t>𝟎</a:t>
            </a:r>
            <a:r>
              <a:rPr sz="2600" spc="-40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2600">
                <a:solidFill>
                  <a:srgbClr val="FF0000"/>
                </a:solidFill>
                <a:latin typeface="Cambria Math"/>
                <a:cs typeface="Cambria Math"/>
              </a:rPr>
              <a:t>+</a:t>
            </a:r>
            <a:r>
              <a:rPr sz="2600" spc="-35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2600" spc="-25">
                <a:solidFill>
                  <a:srgbClr val="FF0000"/>
                </a:solidFill>
                <a:latin typeface="Cambria Math"/>
                <a:cs typeface="Cambria Math"/>
              </a:rPr>
              <a:t>𝟐</a:t>
            </a:r>
            <a:r>
              <a:rPr sz="2600" spc="-25">
                <a:latin typeface="Cambria Math"/>
                <a:cs typeface="Cambria Math"/>
              </a:rPr>
              <a:t>,</a:t>
            </a:r>
            <a:r>
              <a:rPr sz="2600">
                <a:latin typeface="Cambria Math"/>
                <a:cs typeface="Cambria Math"/>
              </a:rPr>
              <a:t>	</a:t>
            </a:r>
            <a:r>
              <a:rPr sz="2600" spc="-25">
                <a:solidFill>
                  <a:srgbClr val="00AF50"/>
                </a:solidFill>
                <a:latin typeface="Cambria Math"/>
                <a:cs typeface="Cambria Math"/>
              </a:rPr>
              <a:t>𝟐𝟒</a:t>
            </a:r>
            <a:r>
              <a:rPr sz="2600" spc="-25">
                <a:latin typeface="Cambria Math"/>
                <a:cs typeface="Cambria Math"/>
              </a:rPr>
              <a:t>}</a:t>
            </a:r>
            <a:endParaRPr sz="2600">
              <a:latin typeface="Cambria Math"/>
              <a:cs typeface="Cambria Math"/>
            </a:endParaRPr>
          </a:p>
        </p:txBody>
      </p:sp>
      <p:sp>
        <p:nvSpPr>
          <p:cNvPr id="17" name="object 3">
            <a:extLst>
              <a:ext uri="{FF2B5EF4-FFF2-40B4-BE49-F238E27FC236}">
                <a16:creationId xmlns:a16="http://schemas.microsoft.com/office/drawing/2014/main" id="{DD06275B-457C-AA42-8061-5BC02E7BD548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61257" y="112482"/>
            <a:ext cx="3925124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算</a:t>
            </a:r>
            <a:r>
              <a:rPr lang="zh-CN" altLang="en-US" spc="-50" dirty="0">
                <a:latin typeface="SimSun" panose="02010600030101010101" pitchFamily="2" charset="-122"/>
                <a:ea typeface="SimSun" panose="02010600030101010101" pitchFamily="2" charset="-122"/>
              </a:rPr>
              <a:t>法实例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609600" y="1822704"/>
            <a:ext cx="11170285" cy="2595880"/>
            <a:chOff x="609600" y="1822704"/>
            <a:chExt cx="11170285" cy="2595880"/>
          </a:xfrm>
        </p:grpSpPr>
        <p:sp>
          <p:nvSpPr>
            <p:cNvPr id="4" name="object 4"/>
            <p:cNvSpPr/>
            <p:nvPr/>
          </p:nvSpPr>
          <p:spPr>
            <a:xfrm>
              <a:off x="609600" y="1822704"/>
              <a:ext cx="11170285" cy="2595880"/>
            </a:xfrm>
            <a:custGeom>
              <a:avLst/>
              <a:gdLst/>
              <a:ahLst/>
              <a:cxnLst/>
              <a:rect l="l" t="t" r="r" b="b"/>
              <a:pathLst>
                <a:path w="11170285" h="2595879">
                  <a:moveTo>
                    <a:pt x="11170031" y="0"/>
                  </a:moveTo>
                  <a:lnTo>
                    <a:pt x="0" y="0"/>
                  </a:lnTo>
                  <a:lnTo>
                    <a:pt x="0" y="2595880"/>
                  </a:lnTo>
                  <a:lnTo>
                    <a:pt x="11170031" y="2595880"/>
                  </a:lnTo>
                  <a:lnTo>
                    <a:pt x="11170031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9552178" y="2564384"/>
              <a:ext cx="742950" cy="370840"/>
            </a:xfrm>
            <a:custGeom>
              <a:avLst/>
              <a:gdLst/>
              <a:ahLst/>
              <a:cxnLst/>
              <a:rect l="l" t="t" r="r" b="b"/>
              <a:pathLst>
                <a:path w="742950" h="370839">
                  <a:moveTo>
                    <a:pt x="742492" y="0"/>
                  </a:moveTo>
                  <a:lnTo>
                    <a:pt x="0" y="0"/>
                  </a:lnTo>
                  <a:lnTo>
                    <a:pt x="0" y="370839"/>
                  </a:lnTo>
                  <a:lnTo>
                    <a:pt x="742492" y="370839"/>
                  </a:lnTo>
                  <a:lnTo>
                    <a:pt x="742492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9552178" y="2935224"/>
              <a:ext cx="742950" cy="370840"/>
            </a:xfrm>
            <a:custGeom>
              <a:avLst/>
              <a:gdLst/>
              <a:ahLst/>
              <a:cxnLst/>
              <a:rect l="l" t="t" r="r" b="b"/>
              <a:pathLst>
                <a:path w="742950" h="370839">
                  <a:moveTo>
                    <a:pt x="742492" y="0"/>
                  </a:moveTo>
                  <a:lnTo>
                    <a:pt x="0" y="0"/>
                  </a:lnTo>
                  <a:lnTo>
                    <a:pt x="0" y="370839"/>
                  </a:lnTo>
                  <a:lnTo>
                    <a:pt x="742492" y="370839"/>
                  </a:lnTo>
                  <a:lnTo>
                    <a:pt x="742492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603250" y="1816354"/>
          <a:ext cx="11176634" cy="25927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29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1800" spc="-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𝒄]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8" name="object 8"/>
          <p:cNvSpPr/>
          <p:nvPr/>
        </p:nvSpPr>
        <p:spPr>
          <a:xfrm>
            <a:off x="7314438" y="2557272"/>
            <a:ext cx="711200" cy="340360"/>
          </a:xfrm>
          <a:custGeom>
            <a:avLst/>
            <a:gdLst/>
            <a:ahLst/>
            <a:cxnLst/>
            <a:rect l="l" t="t" r="r" b="b"/>
            <a:pathLst>
              <a:path w="711200" h="340360">
                <a:moveTo>
                  <a:pt x="0" y="56641"/>
                </a:moveTo>
                <a:lnTo>
                  <a:pt x="4456" y="34611"/>
                </a:lnTo>
                <a:lnTo>
                  <a:pt x="16605" y="16605"/>
                </a:lnTo>
                <a:lnTo>
                  <a:pt x="34611" y="4456"/>
                </a:lnTo>
                <a:lnTo>
                  <a:pt x="56641" y="0"/>
                </a:lnTo>
                <a:lnTo>
                  <a:pt x="654303" y="0"/>
                </a:lnTo>
                <a:lnTo>
                  <a:pt x="676334" y="4456"/>
                </a:lnTo>
                <a:lnTo>
                  <a:pt x="694340" y="16605"/>
                </a:lnTo>
                <a:lnTo>
                  <a:pt x="706489" y="34611"/>
                </a:lnTo>
                <a:lnTo>
                  <a:pt x="710945" y="56641"/>
                </a:lnTo>
                <a:lnTo>
                  <a:pt x="710945" y="283210"/>
                </a:lnTo>
                <a:lnTo>
                  <a:pt x="706489" y="305240"/>
                </a:lnTo>
                <a:lnTo>
                  <a:pt x="694340" y="323246"/>
                </a:lnTo>
                <a:lnTo>
                  <a:pt x="676334" y="335395"/>
                </a:lnTo>
                <a:lnTo>
                  <a:pt x="654303" y="339851"/>
                </a:lnTo>
                <a:lnTo>
                  <a:pt x="56641" y="339851"/>
                </a:lnTo>
                <a:lnTo>
                  <a:pt x="34611" y="335395"/>
                </a:lnTo>
                <a:lnTo>
                  <a:pt x="16605" y="323246"/>
                </a:lnTo>
                <a:lnTo>
                  <a:pt x="4456" y="305240"/>
                </a:lnTo>
                <a:lnTo>
                  <a:pt x="0" y="283210"/>
                </a:lnTo>
                <a:lnTo>
                  <a:pt x="0" y="56641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" name="object 9"/>
          <p:cNvGrpSpPr/>
          <p:nvPr/>
        </p:nvGrpSpPr>
        <p:grpSpPr>
          <a:xfrm>
            <a:off x="9584563" y="2541397"/>
            <a:ext cx="742950" cy="765810"/>
            <a:chOff x="9584563" y="2541397"/>
            <a:chExt cx="742950" cy="765810"/>
          </a:xfrm>
        </p:grpSpPr>
        <p:sp>
          <p:nvSpPr>
            <p:cNvPr id="10" name="object 10"/>
            <p:cNvSpPr/>
            <p:nvPr/>
          </p:nvSpPr>
          <p:spPr>
            <a:xfrm>
              <a:off x="9600438" y="2557272"/>
              <a:ext cx="711200" cy="340360"/>
            </a:xfrm>
            <a:custGeom>
              <a:avLst/>
              <a:gdLst/>
              <a:ahLst/>
              <a:cxnLst/>
              <a:rect l="l" t="t" r="r" b="b"/>
              <a:pathLst>
                <a:path w="711200" h="340360">
                  <a:moveTo>
                    <a:pt x="0" y="56641"/>
                  </a:moveTo>
                  <a:lnTo>
                    <a:pt x="4456" y="34611"/>
                  </a:lnTo>
                  <a:lnTo>
                    <a:pt x="16605" y="16605"/>
                  </a:lnTo>
                  <a:lnTo>
                    <a:pt x="34611" y="4456"/>
                  </a:lnTo>
                  <a:lnTo>
                    <a:pt x="56641" y="0"/>
                  </a:lnTo>
                  <a:lnTo>
                    <a:pt x="654303" y="0"/>
                  </a:lnTo>
                  <a:lnTo>
                    <a:pt x="676334" y="4456"/>
                  </a:lnTo>
                  <a:lnTo>
                    <a:pt x="694340" y="16605"/>
                  </a:lnTo>
                  <a:lnTo>
                    <a:pt x="706489" y="34611"/>
                  </a:lnTo>
                  <a:lnTo>
                    <a:pt x="710945" y="56641"/>
                  </a:lnTo>
                  <a:lnTo>
                    <a:pt x="710945" y="283210"/>
                  </a:lnTo>
                  <a:lnTo>
                    <a:pt x="706489" y="305240"/>
                  </a:lnTo>
                  <a:lnTo>
                    <a:pt x="694340" y="323246"/>
                  </a:lnTo>
                  <a:lnTo>
                    <a:pt x="676334" y="335395"/>
                  </a:lnTo>
                  <a:lnTo>
                    <a:pt x="654303" y="339851"/>
                  </a:lnTo>
                  <a:lnTo>
                    <a:pt x="56641" y="339851"/>
                  </a:lnTo>
                  <a:lnTo>
                    <a:pt x="34611" y="335395"/>
                  </a:lnTo>
                  <a:lnTo>
                    <a:pt x="16605" y="323246"/>
                  </a:lnTo>
                  <a:lnTo>
                    <a:pt x="4456" y="305240"/>
                  </a:lnTo>
                  <a:lnTo>
                    <a:pt x="0" y="283210"/>
                  </a:lnTo>
                  <a:lnTo>
                    <a:pt x="0" y="56641"/>
                  </a:lnTo>
                  <a:close/>
                </a:path>
              </a:pathLst>
            </a:custGeom>
            <a:ln w="31750">
              <a:solidFill>
                <a:srgbClr val="00AF5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600438" y="2950463"/>
              <a:ext cx="711200" cy="340995"/>
            </a:xfrm>
            <a:custGeom>
              <a:avLst/>
              <a:gdLst/>
              <a:ahLst/>
              <a:cxnLst/>
              <a:rect l="l" t="t" r="r" b="b"/>
              <a:pathLst>
                <a:path w="711200" h="340995">
                  <a:moveTo>
                    <a:pt x="0" y="56769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8" y="0"/>
                  </a:lnTo>
                  <a:lnTo>
                    <a:pt x="654176" y="0"/>
                  </a:lnTo>
                  <a:lnTo>
                    <a:pt x="676280" y="4458"/>
                  </a:lnTo>
                  <a:lnTo>
                    <a:pt x="694324" y="16621"/>
                  </a:lnTo>
                  <a:lnTo>
                    <a:pt x="706487" y="34665"/>
                  </a:lnTo>
                  <a:lnTo>
                    <a:pt x="710945" y="56769"/>
                  </a:lnTo>
                  <a:lnTo>
                    <a:pt x="710945" y="283845"/>
                  </a:lnTo>
                  <a:lnTo>
                    <a:pt x="706487" y="305948"/>
                  </a:lnTo>
                  <a:lnTo>
                    <a:pt x="694324" y="323992"/>
                  </a:lnTo>
                  <a:lnTo>
                    <a:pt x="676280" y="336155"/>
                  </a:lnTo>
                  <a:lnTo>
                    <a:pt x="654176" y="340613"/>
                  </a:lnTo>
                  <a:lnTo>
                    <a:pt x="56768" y="340613"/>
                  </a:lnTo>
                  <a:lnTo>
                    <a:pt x="34665" y="336155"/>
                  </a:lnTo>
                  <a:lnTo>
                    <a:pt x="16621" y="323992"/>
                  </a:lnTo>
                  <a:lnTo>
                    <a:pt x="4458" y="305948"/>
                  </a:lnTo>
                  <a:lnTo>
                    <a:pt x="0" y="283845"/>
                  </a:lnTo>
                  <a:lnTo>
                    <a:pt x="0" y="56769"/>
                  </a:lnTo>
                  <a:close/>
                </a:path>
              </a:pathLst>
            </a:custGeom>
            <a:ln w="31750">
              <a:solidFill>
                <a:srgbClr val="006FC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2" name="object 12"/>
          <p:cNvGraphicFramePr>
            <a:graphicFrameLocks noGrp="1"/>
          </p:cNvGraphicFramePr>
          <p:nvPr/>
        </p:nvGraphicFramePr>
        <p:xfrm>
          <a:off x="603250" y="886713"/>
          <a:ext cx="4509135" cy="7410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85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 marL="25654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𝒗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𝒑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dirty="0">
                          <a:latin typeface="Times New Roman"/>
                          <a:cs typeface="Times New Roman"/>
                        </a:rPr>
                        <a:t>2</a:t>
                      </a:r>
                      <a:endParaRPr sz="18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dirty="0">
                          <a:latin typeface="Times New Roman"/>
                          <a:cs typeface="Times New Roman"/>
                        </a:rPr>
                        <a:t>9</a:t>
                      </a:r>
                      <a:endParaRPr sz="18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3" name="object 13"/>
          <p:cNvSpPr/>
          <p:nvPr/>
        </p:nvSpPr>
        <p:spPr>
          <a:xfrm>
            <a:off x="2168651" y="1293113"/>
            <a:ext cx="711200" cy="340360"/>
          </a:xfrm>
          <a:custGeom>
            <a:avLst/>
            <a:gdLst/>
            <a:ahLst/>
            <a:cxnLst/>
            <a:rect l="l" t="t" r="r" b="b"/>
            <a:pathLst>
              <a:path w="711200" h="340360">
                <a:moveTo>
                  <a:pt x="0" y="56641"/>
                </a:moveTo>
                <a:lnTo>
                  <a:pt x="4456" y="34611"/>
                </a:lnTo>
                <a:lnTo>
                  <a:pt x="16605" y="16605"/>
                </a:lnTo>
                <a:lnTo>
                  <a:pt x="34611" y="4456"/>
                </a:lnTo>
                <a:lnTo>
                  <a:pt x="56642" y="0"/>
                </a:lnTo>
                <a:lnTo>
                  <a:pt x="654304" y="0"/>
                </a:lnTo>
                <a:lnTo>
                  <a:pt x="676334" y="4456"/>
                </a:lnTo>
                <a:lnTo>
                  <a:pt x="694340" y="16605"/>
                </a:lnTo>
                <a:lnTo>
                  <a:pt x="706489" y="34611"/>
                </a:lnTo>
                <a:lnTo>
                  <a:pt x="710946" y="56641"/>
                </a:lnTo>
                <a:lnTo>
                  <a:pt x="710946" y="283210"/>
                </a:lnTo>
                <a:lnTo>
                  <a:pt x="706489" y="305240"/>
                </a:lnTo>
                <a:lnTo>
                  <a:pt x="694340" y="323246"/>
                </a:lnTo>
                <a:lnTo>
                  <a:pt x="676334" y="335395"/>
                </a:lnTo>
                <a:lnTo>
                  <a:pt x="654304" y="339851"/>
                </a:lnTo>
                <a:lnTo>
                  <a:pt x="56642" y="339851"/>
                </a:lnTo>
                <a:lnTo>
                  <a:pt x="34611" y="335395"/>
                </a:lnTo>
                <a:lnTo>
                  <a:pt x="16605" y="323246"/>
                </a:lnTo>
                <a:lnTo>
                  <a:pt x="4456" y="305240"/>
                </a:lnTo>
                <a:lnTo>
                  <a:pt x="0" y="283210"/>
                </a:lnTo>
                <a:lnTo>
                  <a:pt x="0" y="56641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 txBox="1"/>
          <p:nvPr/>
        </p:nvSpPr>
        <p:spPr>
          <a:xfrm>
            <a:off x="10707116" y="1375155"/>
            <a:ext cx="9772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=</a:t>
            </a:r>
            <a:r>
              <a:rPr sz="2400" spc="130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𝟏𝟑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7" name="object 3">
            <a:extLst>
              <a:ext uri="{FF2B5EF4-FFF2-40B4-BE49-F238E27FC236}">
                <a16:creationId xmlns:a16="http://schemas.microsoft.com/office/drawing/2014/main" id="{EE7F902E-88F3-684C-ADF8-3E98711D0314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61257" y="112482"/>
            <a:ext cx="3925124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算</a:t>
            </a:r>
            <a:r>
              <a:rPr lang="zh-CN" altLang="en-US" spc="-50" dirty="0">
                <a:latin typeface="SimSun" panose="02010600030101010101" pitchFamily="2" charset="-122"/>
                <a:ea typeface="SimSun" panose="02010600030101010101" pitchFamily="2" charset="-122"/>
              </a:rPr>
              <a:t>法实例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603250" y="1817370"/>
          <a:ext cx="11176634" cy="25927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29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1800" spc="-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𝒄]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4" name="object 4"/>
          <p:cNvSpPr/>
          <p:nvPr/>
        </p:nvSpPr>
        <p:spPr>
          <a:xfrm>
            <a:off x="8088630" y="2557272"/>
            <a:ext cx="711835" cy="340360"/>
          </a:xfrm>
          <a:custGeom>
            <a:avLst/>
            <a:gdLst/>
            <a:ahLst/>
            <a:cxnLst/>
            <a:rect l="l" t="t" r="r" b="b"/>
            <a:pathLst>
              <a:path w="711834" h="340360">
                <a:moveTo>
                  <a:pt x="0" y="56641"/>
                </a:moveTo>
                <a:lnTo>
                  <a:pt x="4456" y="34611"/>
                </a:lnTo>
                <a:lnTo>
                  <a:pt x="16605" y="16605"/>
                </a:lnTo>
                <a:lnTo>
                  <a:pt x="34611" y="4456"/>
                </a:lnTo>
                <a:lnTo>
                  <a:pt x="56642" y="0"/>
                </a:lnTo>
                <a:lnTo>
                  <a:pt x="655066" y="0"/>
                </a:lnTo>
                <a:lnTo>
                  <a:pt x="677096" y="4456"/>
                </a:lnTo>
                <a:lnTo>
                  <a:pt x="695102" y="16605"/>
                </a:lnTo>
                <a:lnTo>
                  <a:pt x="707251" y="34611"/>
                </a:lnTo>
                <a:lnTo>
                  <a:pt x="711708" y="56641"/>
                </a:lnTo>
                <a:lnTo>
                  <a:pt x="711708" y="283210"/>
                </a:lnTo>
                <a:lnTo>
                  <a:pt x="707251" y="305240"/>
                </a:lnTo>
                <a:lnTo>
                  <a:pt x="695102" y="323246"/>
                </a:lnTo>
                <a:lnTo>
                  <a:pt x="677096" y="335395"/>
                </a:lnTo>
                <a:lnTo>
                  <a:pt x="655066" y="339851"/>
                </a:lnTo>
                <a:lnTo>
                  <a:pt x="56642" y="339851"/>
                </a:lnTo>
                <a:lnTo>
                  <a:pt x="34611" y="335395"/>
                </a:lnTo>
                <a:lnTo>
                  <a:pt x="16605" y="323246"/>
                </a:lnTo>
                <a:lnTo>
                  <a:pt x="4456" y="305240"/>
                </a:lnTo>
                <a:lnTo>
                  <a:pt x="0" y="283210"/>
                </a:lnTo>
                <a:lnTo>
                  <a:pt x="0" y="56641"/>
                </a:lnTo>
                <a:close/>
              </a:path>
            </a:pathLst>
          </a:custGeom>
          <a:ln w="31749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" name="object 5"/>
          <p:cNvGrpSpPr/>
          <p:nvPr/>
        </p:nvGrpSpPr>
        <p:grpSpPr>
          <a:xfrm>
            <a:off x="10320655" y="2541397"/>
            <a:ext cx="743585" cy="765810"/>
            <a:chOff x="10320655" y="2541397"/>
            <a:chExt cx="743585" cy="765810"/>
          </a:xfrm>
        </p:grpSpPr>
        <p:sp>
          <p:nvSpPr>
            <p:cNvPr id="6" name="object 6"/>
            <p:cNvSpPr/>
            <p:nvPr/>
          </p:nvSpPr>
          <p:spPr>
            <a:xfrm>
              <a:off x="10336530" y="2557272"/>
              <a:ext cx="711835" cy="340360"/>
            </a:xfrm>
            <a:custGeom>
              <a:avLst/>
              <a:gdLst/>
              <a:ahLst/>
              <a:cxnLst/>
              <a:rect l="l" t="t" r="r" b="b"/>
              <a:pathLst>
                <a:path w="711834" h="340360">
                  <a:moveTo>
                    <a:pt x="0" y="56641"/>
                  </a:moveTo>
                  <a:lnTo>
                    <a:pt x="4456" y="34611"/>
                  </a:lnTo>
                  <a:lnTo>
                    <a:pt x="16605" y="16605"/>
                  </a:lnTo>
                  <a:lnTo>
                    <a:pt x="34611" y="4456"/>
                  </a:lnTo>
                  <a:lnTo>
                    <a:pt x="56642" y="0"/>
                  </a:lnTo>
                  <a:lnTo>
                    <a:pt x="655066" y="0"/>
                  </a:lnTo>
                  <a:lnTo>
                    <a:pt x="677096" y="4456"/>
                  </a:lnTo>
                  <a:lnTo>
                    <a:pt x="695102" y="16605"/>
                  </a:lnTo>
                  <a:lnTo>
                    <a:pt x="707251" y="34611"/>
                  </a:lnTo>
                  <a:lnTo>
                    <a:pt x="711708" y="56641"/>
                  </a:lnTo>
                  <a:lnTo>
                    <a:pt x="711708" y="283210"/>
                  </a:lnTo>
                  <a:lnTo>
                    <a:pt x="707251" y="305240"/>
                  </a:lnTo>
                  <a:lnTo>
                    <a:pt x="695102" y="323246"/>
                  </a:lnTo>
                  <a:lnTo>
                    <a:pt x="677096" y="335395"/>
                  </a:lnTo>
                  <a:lnTo>
                    <a:pt x="655066" y="339851"/>
                  </a:lnTo>
                  <a:lnTo>
                    <a:pt x="56642" y="339851"/>
                  </a:lnTo>
                  <a:lnTo>
                    <a:pt x="34611" y="335395"/>
                  </a:lnTo>
                  <a:lnTo>
                    <a:pt x="16605" y="323246"/>
                  </a:lnTo>
                  <a:lnTo>
                    <a:pt x="4456" y="305240"/>
                  </a:lnTo>
                  <a:lnTo>
                    <a:pt x="0" y="283210"/>
                  </a:lnTo>
                  <a:lnTo>
                    <a:pt x="0" y="56641"/>
                  </a:lnTo>
                  <a:close/>
                </a:path>
              </a:pathLst>
            </a:custGeom>
            <a:ln w="31749">
              <a:solidFill>
                <a:srgbClr val="00AF5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0336530" y="2950463"/>
              <a:ext cx="711835" cy="340995"/>
            </a:xfrm>
            <a:custGeom>
              <a:avLst/>
              <a:gdLst/>
              <a:ahLst/>
              <a:cxnLst/>
              <a:rect l="l" t="t" r="r" b="b"/>
              <a:pathLst>
                <a:path w="711834" h="340995">
                  <a:moveTo>
                    <a:pt x="0" y="56769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9" y="0"/>
                  </a:lnTo>
                  <a:lnTo>
                    <a:pt x="654939" y="0"/>
                  </a:lnTo>
                  <a:lnTo>
                    <a:pt x="677042" y="4458"/>
                  </a:lnTo>
                  <a:lnTo>
                    <a:pt x="695086" y="16621"/>
                  </a:lnTo>
                  <a:lnTo>
                    <a:pt x="707249" y="34665"/>
                  </a:lnTo>
                  <a:lnTo>
                    <a:pt x="711708" y="56769"/>
                  </a:lnTo>
                  <a:lnTo>
                    <a:pt x="711708" y="283845"/>
                  </a:lnTo>
                  <a:lnTo>
                    <a:pt x="707249" y="305948"/>
                  </a:lnTo>
                  <a:lnTo>
                    <a:pt x="695086" y="323992"/>
                  </a:lnTo>
                  <a:lnTo>
                    <a:pt x="677042" y="336155"/>
                  </a:lnTo>
                  <a:lnTo>
                    <a:pt x="654939" y="340613"/>
                  </a:lnTo>
                  <a:lnTo>
                    <a:pt x="56769" y="340613"/>
                  </a:lnTo>
                  <a:lnTo>
                    <a:pt x="34665" y="336155"/>
                  </a:lnTo>
                  <a:lnTo>
                    <a:pt x="16621" y="323992"/>
                  </a:lnTo>
                  <a:lnTo>
                    <a:pt x="4458" y="305948"/>
                  </a:lnTo>
                  <a:lnTo>
                    <a:pt x="0" y="283845"/>
                  </a:lnTo>
                  <a:lnTo>
                    <a:pt x="0" y="56769"/>
                  </a:lnTo>
                  <a:close/>
                </a:path>
              </a:pathLst>
            </a:custGeom>
            <a:ln w="31750">
              <a:solidFill>
                <a:srgbClr val="006FC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603250" y="886713"/>
          <a:ext cx="4509135" cy="7410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85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 marL="25654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𝒗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𝒑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 dirty="0">
                          <a:latin typeface="Times New Roman"/>
                          <a:cs typeface="Times New Roman"/>
                        </a:rPr>
                        <a:t>24</a:t>
                      </a:r>
                      <a:endParaRPr sz="18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dirty="0">
                          <a:latin typeface="Times New Roman"/>
                          <a:cs typeface="Times New Roman"/>
                        </a:rPr>
                        <a:t>9</a:t>
                      </a:r>
                      <a:endParaRPr sz="18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9" name="object 9"/>
          <p:cNvSpPr/>
          <p:nvPr/>
        </p:nvSpPr>
        <p:spPr>
          <a:xfrm>
            <a:off x="2168651" y="1293113"/>
            <a:ext cx="711200" cy="340360"/>
          </a:xfrm>
          <a:custGeom>
            <a:avLst/>
            <a:gdLst/>
            <a:ahLst/>
            <a:cxnLst/>
            <a:rect l="l" t="t" r="r" b="b"/>
            <a:pathLst>
              <a:path w="711200" h="340360">
                <a:moveTo>
                  <a:pt x="0" y="56641"/>
                </a:moveTo>
                <a:lnTo>
                  <a:pt x="4456" y="34611"/>
                </a:lnTo>
                <a:lnTo>
                  <a:pt x="16605" y="16605"/>
                </a:lnTo>
                <a:lnTo>
                  <a:pt x="34611" y="4456"/>
                </a:lnTo>
                <a:lnTo>
                  <a:pt x="56642" y="0"/>
                </a:lnTo>
                <a:lnTo>
                  <a:pt x="654304" y="0"/>
                </a:lnTo>
                <a:lnTo>
                  <a:pt x="676334" y="4456"/>
                </a:lnTo>
                <a:lnTo>
                  <a:pt x="694340" y="16605"/>
                </a:lnTo>
                <a:lnTo>
                  <a:pt x="706489" y="34611"/>
                </a:lnTo>
                <a:lnTo>
                  <a:pt x="710946" y="56641"/>
                </a:lnTo>
                <a:lnTo>
                  <a:pt x="710946" y="283210"/>
                </a:lnTo>
                <a:lnTo>
                  <a:pt x="706489" y="305240"/>
                </a:lnTo>
                <a:lnTo>
                  <a:pt x="694340" y="323246"/>
                </a:lnTo>
                <a:lnTo>
                  <a:pt x="676334" y="335395"/>
                </a:lnTo>
                <a:lnTo>
                  <a:pt x="654304" y="339851"/>
                </a:lnTo>
                <a:lnTo>
                  <a:pt x="56642" y="339851"/>
                </a:lnTo>
                <a:lnTo>
                  <a:pt x="34611" y="335395"/>
                </a:lnTo>
                <a:lnTo>
                  <a:pt x="16605" y="323246"/>
                </a:lnTo>
                <a:lnTo>
                  <a:pt x="4456" y="305240"/>
                </a:lnTo>
                <a:lnTo>
                  <a:pt x="0" y="283210"/>
                </a:lnTo>
                <a:lnTo>
                  <a:pt x="0" y="56641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10707116" y="1375155"/>
            <a:ext cx="9772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=</a:t>
            </a:r>
            <a:r>
              <a:rPr sz="2400" spc="130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𝟏𝟑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3" name="object 3">
            <a:extLst>
              <a:ext uri="{FF2B5EF4-FFF2-40B4-BE49-F238E27FC236}">
                <a16:creationId xmlns:a16="http://schemas.microsoft.com/office/drawing/2014/main" id="{AD3E437A-4D8A-6A4B-A461-B3058EADE785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61257" y="112482"/>
            <a:ext cx="3925124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算</a:t>
            </a:r>
            <a:r>
              <a:rPr lang="zh-CN" altLang="en-US" spc="-50" dirty="0">
                <a:latin typeface="SimSun" panose="02010600030101010101" pitchFamily="2" charset="-122"/>
                <a:ea typeface="SimSun" panose="02010600030101010101" pitchFamily="2" charset="-122"/>
              </a:rPr>
              <a:t>法实例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603250" y="1816354"/>
          <a:ext cx="11176634" cy="25927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29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1800" spc="-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𝒄]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4" name="object 4"/>
          <p:cNvSpPr/>
          <p:nvPr/>
        </p:nvSpPr>
        <p:spPr>
          <a:xfrm>
            <a:off x="8812530" y="2557272"/>
            <a:ext cx="711835" cy="340360"/>
          </a:xfrm>
          <a:custGeom>
            <a:avLst/>
            <a:gdLst/>
            <a:ahLst/>
            <a:cxnLst/>
            <a:rect l="l" t="t" r="r" b="b"/>
            <a:pathLst>
              <a:path w="711834" h="340360">
                <a:moveTo>
                  <a:pt x="0" y="56641"/>
                </a:moveTo>
                <a:lnTo>
                  <a:pt x="4456" y="34611"/>
                </a:lnTo>
                <a:lnTo>
                  <a:pt x="16605" y="16605"/>
                </a:lnTo>
                <a:lnTo>
                  <a:pt x="34611" y="4456"/>
                </a:lnTo>
                <a:lnTo>
                  <a:pt x="56642" y="0"/>
                </a:lnTo>
                <a:lnTo>
                  <a:pt x="655066" y="0"/>
                </a:lnTo>
                <a:lnTo>
                  <a:pt x="677096" y="4456"/>
                </a:lnTo>
                <a:lnTo>
                  <a:pt x="695102" y="16605"/>
                </a:lnTo>
                <a:lnTo>
                  <a:pt x="707251" y="34611"/>
                </a:lnTo>
                <a:lnTo>
                  <a:pt x="711708" y="56641"/>
                </a:lnTo>
                <a:lnTo>
                  <a:pt x="711708" y="283210"/>
                </a:lnTo>
                <a:lnTo>
                  <a:pt x="707251" y="305240"/>
                </a:lnTo>
                <a:lnTo>
                  <a:pt x="695102" y="323246"/>
                </a:lnTo>
                <a:lnTo>
                  <a:pt x="677096" y="335395"/>
                </a:lnTo>
                <a:lnTo>
                  <a:pt x="655066" y="339851"/>
                </a:lnTo>
                <a:lnTo>
                  <a:pt x="56642" y="339851"/>
                </a:lnTo>
                <a:lnTo>
                  <a:pt x="34611" y="335395"/>
                </a:lnTo>
                <a:lnTo>
                  <a:pt x="16605" y="323246"/>
                </a:lnTo>
                <a:lnTo>
                  <a:pt x="4456" y="305240"/>
                </a:lnTo>
                <a:lnTo>
                  <a:pt x="0" y="283210"/>
                </a:lnTo>
                <a:lnTo>
                  <a:pt x="0" y="56641"/>
                </a:lnTo>
                <a:close/>
              </a:path>
            </a:pathLst>
          </a:custGeom>
          <a:ln w="31749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" name="object 5"/>
          <p:cNvGrpSpPr/>
          <p:nvPr/>
        </p:nvGrpSpPr>
        <p:grpSpPr>
          <a:xfrm>
            <a:off x="11044555" y="2541397"/>
            <a:ext cx="743585" cy="765810"/>
            <a:chOff x="11044555" y="2541397"/>
            <a:chExt cx="743585" cy="765810"/>
          </a:xfrm>
        </p:grpSpPr>
        <p:sp>
          <p:nvSpPr>
            <p:cNvPr id="6" name="object 6"/>
            <p:cNvSpPr/>
            <p:nvPr/>
          </p:nvSpPr>
          <p:spPr>
            <a:xfrm>
              <a:off x="11060430" y="2557272"/>
              <a:ext cx="711835" cy="340360"/>
            </a:xfrm>
            <a:custGeom>
              <a:avLst/>
              <a:gdLst/>
              <a:ahLst/>
              <a:cxnLst/>
              <a:rect l="l" t="t" r="r" b="b"/>
              <a:pathLst>
                <a:path w="711834" h="340360">
                  <a:moveTo>
                    <a:pt x="0" y="56641"/>
                  </a:moveTo>
                  <a:lnTo>
                    <a:pt x="4456" y="34611"/>
                  </a:lnTo>
                  <a:lnTo>
                    <a:pt x="16605" y="16605"/>
                  </a:lnTo>
                  <a:lnTo>
                    <a:pt x="34611" y="4456"/>
                  </a:lnTo>
                  <a:lnTo>
                    <a:pt x="56642" y="0"/>
                  </a:lnTo>
                  <a:lnTo>
                    <a:pt x="655066" y="0"/>
                  </a:lnTo>
                  <a:lnTo>
                    <a:pt x="677096" y="4456"/>
                  </a:lnTo>
                  <a:lnTo>
                    <a:pt x="695102" y="16605"/>
                  </a:lnTo>
                  <a:lnTo>
                    <a:pt x="707251" y="34611"/>
                  </a:lnTo>
                  <a:lnTo>
                    <a:pt x="711708" y="56641"/>
                  </a:lnTo>
                  <a:lnTo>
                    <a:pt x="711708" y="283210"/>
                  </a:lnTo>
                  <a:lnTo>
                    <a:pt x="707251" y="305240"/>
                  </a:lnTo>
                  <a:lnTo>
                    <a:pt x="695102" y="323246"/>
                  </a:lnTo>
                  <a:lnTo>
                    <a:pt x="677096" y="335395"/>
                  </a:lnTo>
                  <a:lnTo>
                    <a:pt x="655066" y="339851"/>
                  </a:lnTo>
                  <a:lnTo>
                    <a:pt x="56642" y="339851"/>
                  </a:lnTo>
                  <a:lnTo>
                    <a:pt x="34611" y="335395"/>
                  </a:lnTo>
                  <a:lnTo>
                    <a:pt x="16605" y="323246"/>
                  </a:lnTo>
                  <a:lnTo>
                    <a:pt x="4456" y="305240"/>
                  </a:lnTo>
                  <a:lnTo>
                    <a:pt x="0" y="283210"/>
                  </a:lnTo>
                  <a:lnTo>
                    <a:pt x="0" y="56641"/>
                  </a:lnTo>
                  <a:close/>
                </a:path>
              </a:pathLst>
            </a:custGeom>
            <a:ln w="31749">
              <a:solidFill>
                <a:srgbClr val="00AF5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1060430" y="2950463"/>
              <a:ext cx="711835" cy="340995"/>
            </a:xfrm>
            <a:custGeom>
              <a:avLst/>
              <a:gdLst/>
              <a:ahLst/>
              <a:cxnLst/>
              <a:rect l="l" t="t" r="r" b="b"/>
              <a:pathLst>
                <a:path w="711834" h="340995">
                  <a:moveTo>
                    <a:pt x="0" y="56769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9" y="0"/>
                  </a:lnTo>
                  <a:lnTo>
                    <a:pt x="654939" y="0"/>
                  </a:lnTo>
                  <a:lnTo>
                    <a:pt x="677042" y="4458"/>
                  </a:lnTo>
                  <a:lnTo>
                    <a:pt x="695086" y="16621"/>
                  </a:lnTo>
                  <a:lnTo>
                    <a:pt x="707249" y="34665"/>
                  </a:lnTo>
                  <a:lnTo>
                    <a:pt x="711708" y="56769"/>
                  </a:lnTo>
                  <a:lnTo>
                    <a:pt x="711708" y="283845"/>
                  </a:lnTo>
                  <a:lnTo>
                    <a:pt x="707249" y="305948"/>
                  </a:lnTo>
                  <a:lnTo>
                    <a:pt x="695086" y="323992"/>
                  </a:lnTo>
                  <a:lnTo>
                    <a:pt x="677042" y="336155"/>
                  </a:lnTo>
                  <a:lnTo>
                    <a:pt x="654939" y="340613"/>
                  </a:lnTo>
                  <a:lnTo>
                    <a:pt x="56769" y="340613"/>
                  </a:lnTo>
                  <a:lnTo>
                    <a:pt x="34665" y="336155"/>
                  </a:lnTo>
                  <a:lnTo>
                    <a:pt x="16621" y="323992"/>
                  </a:lnTo>
                  <a:lnTo>
                    <a:pt x="4458" y="305948"/>
                  </a:lnTo>
                  <a:lnTo>
                    <a:pt x="0" y="283845"/>
                  </a:lnTo>
                  <a:lnTo>
                    <a:pt x="0" y="56769"/>
                  </a:lnTo>
                  <a:close/>
                </a:path>
              </a:pathLst>
            </a:custGeom>
            <a:ln w="31750">
              <a:solidFill>
                <a:srgbClr val="006FC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603250" y="886713"/>
          <a:ext cx="4509135" cy="7410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85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 marL="25654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𝒗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𝒑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9" name="object 9"/>
          <p:cNvSpPr/>
          <p:nvPr/>
        </p:nvSpPr>
        <p:spPr>
          <a:xfrm>
            <a:off x="2168651" y="1293113"/>
            <a:ext cx="711200" cy="340360"/>
          </a:xfrm>
          <a:custGeom>
            <a:avLst/>
            <a:gdLst/>
            <a:ahLst/>
            <a:cxnLst/>
            <a:rect l="l" t="t" r="r" b="b"/>
            <a:pathLst>
              <a:path w="711200" h="340360">
                <a:moveTo>
                  <a:pt x="0" y="56641"/>
                </a:moveTo>
                <a:lnTo>
                  <a:pt x="4456" y="34611"/>
                </a:lnTo>
                <a:lnTo>
                  <a:pt x="16605" y="16605"/>
                </a:lnTo>
                <a:lnTo>
                  <a:pt x="34611" y="4456"/>
                </a:lnTo>
                <a:lnTo>
                  <a:pt x="56642" y="0"/>
                </a:lnTo>
                <a:lnTo>
                  <a:pt x="654304" y="0"/>
                </a:lnTo>
                <a:lnTo>
                  <a:pt x="676334" y="4456"/>
                </a:lnTo>
                <a:lnTo>
                  <a:pt x="694340" y="16605"/>
                </a:lnTo>
                <a:lnTo>
                  <a:pt x="706489" y="34611"/>
                </a:lnTo>
                <a:lnTo>
                  <a:pt x="710946" y="56641"/>
                </a:lnTo>
                <a:lnTo>
                  <a:pt x="710946" y="283210"/>
                </a:lnTo>
                <a:lnTo>
                  <a:pt x="706489" y="305240"/>
                </a:lnTo>
                <a:lnTo>
                  <a:pt x="694340" y="323246"/>
                </a:lnTo>
                <a:lnTo>
                  <a:pt x="676334" y="335395"/>
                </a:lnTo>
                <a:lnTo>
                  <a:pt x="654304" y="339851"/>
                </a:lnTo>
                <a:lnTo>
                  <a:pt x="56642" y="339851"/>
                </a:lnTo>
                <a:lnTo>
                  <a:pt x="34611" y="335395"/>
                </a:lnTo>
                <a:lnTo>
                  <a:pt x="16605" y="323246"/>
                </a:lnTo>
                <a:lnTo>
                  <a:pt x="4456" y="305240"/>
                </a:lnTo>
                <a:lnTo>
                  <a:pt x="0" y="283210"/>
                </a:lnTo>
                <a:lnTo>
                  <a:pt x="0" y="56641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10707116" y="1375155"/>
            <a:ext cx="9772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=</a:t>
            </a:r>
            <a:r>
              <a:rPr sz="2400" spc="130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𝟏𝟑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5773039" y="5237479"/>
            <a:ext cx="72390" cy="307340"/>
          </a:xfrm>
          <a:custGeom>
            <a:avLst/>
            <a:gdLst/>
            <a:ahLst/>
            <a:cxnLst/>
            <a:rect l="l" t="t" r="r" b="b"/>
            <a:pathLst>
              <a:path w="72389" h="307339">
                <a:moveTo>
                  <a:pt x="71882" y="0"/>
                </a:moveTo>
                <a:lnTo>
                  <a:pt x="0" y="0"/>
                </a:lnTo>
                <a:lnTo>
                  <a:pt x="0" y="12700"/>
                </a:lnTo>
                <a:lnTo>
                  <a:pt x="45085" y="12700"/>
                </a:lnTo>
                <a:lnTo>
                  <a:pt x="45085" y="294640"/>
                </a:lnTo>
                <a:lnTo>
                  <a:pt x="0" y="294640"/>
                </a:lnTo>
                <a:lnTo>
                  <a:pt x="0" y="307340"/>
                </a:lnTo>
                <a:lnTo>
                  <a:pt x="71882" y="307340"/>
                </a:lnTo>
                <a:lnTo>
                  <a:pt x="71882" y="294640"/>
                </a:lnTo>
                <a:lnTo>
                  <a:pt x="71882" y="12700"/>
                </a:lnTo>
                <a:lnTo>
                  <a:pt x="718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274691" y="5237479"/>
            <a:ext cx="72390" cy="307340"/>
          </a:xfrm>
          <a:custGeom>
            <a:avLst/>
            <a:gdLst/>
            <a:ahLst/>
            <a:cxnLst/>
            <a:rect l="l" t="t" r="r" b="b"/>
            <a:pathLst>
              <a:path w="72389" h="307339">
                <a:moveTo>
                  <a:pt x="71882" y="0"/>
                </a:moveTo>
                <a:lnTo>
                  <a:pt x="0" y="0"/>
                </a:lnTo>
                <a:lnTo>
                  <a:pt x="0" y="12700"/>
                </a:lnTo>
                <a:lnTo>
                  <a:pt x="0" y="294640"/>
                </a:lnTo>
                <a:lnTo>
                  <a:pt x="0" y="307340"/>
                </a:lnTo>
                <a:lnTo>
                  <a:pt x="71882" y="307340"/>
                </a:lnTo>
                <a:lnTo>
                  <a:pt x="71882" y="294640"/>
                </a:lnTo>
                <a:lnTo>
                  <a:pt x="26797" y="294640"/>
                </a:lnTo>
                <a:lnTo>
                  <a:pt x="26797" y="12700"/>
                </a:lnTo>
                <a:lnTo>
                  <a:pt x="71882" y="12700"/>
                </a:lnTo>
                <a:lnTo>
                  <a:pt x="718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 txBox="1"/>
          <p:nvPr/>
        </p:nvSpPr>
        <p:spPr>
          <a:xfrm>
            <a:off x="3348735" y="5142991"/>
            <a:ext cx="2430780" cy="42164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2600" spc="-35">
                <a:latin typeface="PMingLiU"/>
                <a:cs typeface="PMingLiU"/>
              </a:rPr>
              <a:t>递推公式</a:t>
            </a:r>
            <a:r>
              <a:rPr sz="2600">
                <a:latin typeface="PMingLiU"/>
                <a:cs typeface="PMingLiU"/>
              </a:rPr>
              <a:t>：</a:t>
            </a:r>
            <a:r>
              <a:rPr sz="2600">
                <a:latin typeface="Cambria Math"/>
                <a:cs typeface="Cambria Math"/>
              </a:rPr>
              <a:t>𝑷</a:t>
            </a:r>
            <a:r>
              <a:rPr sz="2600" spc="335">
                <a:latin typeface="Cambria Math"/>
                <a:cs typeface="Cambria Math"/>
              </a:rPr>
              <a:t> </a:t>
            </a:r>
            <a:r>
              <a:rPr sz="2600" spc="-10">
                <a:latin typeface="Cambria Math"/>
                <a:cs typeface="Cambria Math"/>
              </a:rPr>
              <a:t>𝒊,</a:t>
            </a:r>
            <a:r>
              <a:rPr sz="2600" spc="-140">
                <a:latin typeface="Cambria Math"/>
                <a:cs typeface="Cambria Math"/>
              </a:rPr>
              <a:t> </a:t>
            </a:r>
            <a:r>
              <a:rPr sz="2600" spc="-50">
                <a:latin typeface="Cambria Math"/>
                <a:cs typeface="Cambria Math"/>
              </a:rPr>
              <a:t>𝒄</a:t>
            </a:r>
            <a:endParaRPr sz="2600">
              <a:latin typeface="Cambria Math"/>
              <a:cs typeface="Cambria Math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5960364" y="5142991"/>
            <a:ext cx="2883535" cy="42164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348865" algn="l"/>
              </a:tabLst>
            </a:pPr>
            <a:r>
              <a:rPr sz="2600">
                <a:latin typeface="Cambria Math"/>
                <a:cs typeface="Cambria Math"/>
              </a:rPr>
              <a:t>=</a:t>
            </a:r>
            <a:r>
              <a:rPr sz="2600" spc="95">
                <a:latin typeface="Cambria Math"/>
                <a:cs typeface="Cambria Math"/>
              </a:rPr>
              <a:t> </a:t>
            </a:r>
            <a:r>
              <a:rPr sz="2600">
                <a:latin typeface="Cambria Math"/>
                <a:cs typeface="Cambria Math"/>
              </a:rPr>
              <a:t>𝐦𝐚𝐱{</a:t>
            </a:r>
            <a:r>
              <a:rPr sz="2600">
                <a:solidFill>
                  <a:srgbClr val="FF0000"/>
                </a:solidFill>
                <a:latin typeface="Cambria Math"/>
                <a:cs typeface="Cambria Math"/>
              </a:rPr>
              <a:t>𝟐𝟒</a:t>
            </a:r>
            <a:r>
              <a:rPr sz="2600" spc="-45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2600">
                <a:solidFill>
                  <a:srgbClr val="FF0000"/>
                </a:solidFill>
                <a:latin typeface="Cambria Math"/>
                <a:cs typeface="Cambria Math"/>
              </a:rPr>
              <a:t>+</a:t>
            </a:r>
            <a:r>
              <a:rPr sz="2600" spc="-45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2600" spc="-25">
                <a:solidFill>
                  <a:srgbClr val="FF0000"/>
                </a:solidFill>
                <a:latin typeface="Cambria Math"/>
                <a:cs typeface="Cambria Math"/>
              </a:rPr>
              <a:t>𝟐</a:t>
            </a:r>
            <a:r>
              <a:rPr sz="2600" spc="-25">
                <a:latin typeface="Cambria Math"/>
                <a:cs typeface="Cambria Math"/>
              </a:rPr>
              <a:t>,</a:t>
            </a:r>
            <a:r>
              <a:rPr sz="2600">
                <a:latin typeface="Cambria Math"/>
                <a:cs typeface="Cambria Math"/>
              </a:rPr>
              <a:t>	</a:t>
            </a:r>
            <a:r>
              <a:rPr sz="2600" spc="-25">
                <a:solidFill>
                  <a:srgbClr val="00AF50"/>
                </a:solidFill>
                <a:latin typeface="Cambria Math"/>
                <a:cs typeface="Cambria Math"/>
              </a:rPr>
              <a:t>𝟐𝟒</a:t>
            </a:r>
            <a:r>
              <a:rPr sz="2600" spc="-25">
                <a:latin typeface="Cambria Math"/>
                <a:cs typeface="Cambria Math"/>
              </a:rPr>
              <a:t>}</a:t>
            </a:r>
            <a:endParaRPr sz="2600">
              <a:latin typeface="Cambria Math"/>
              <a:cs typeface="Cambria Math"/>
            </a:endParaRPr>
          </a:p>
        </p:txBody>
      </p:sp>
      <p:sp>
        <p:nvSpPr>
          <p:cNvPr id="17" name="object 3">
            <a:extLst>
              <a:ext uri="{FF2B5EF4-FFF2-40B4-BE49-F238E27FC236}">
                <a16:creationId xmlns:a16="http://schemas.microsoft.com/office/drawing/2014/main" id="{9F4F2AB0-35A7-E444-A9D2-F6534551E561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61257" y="112482"/>
            <a:ext cx="3925124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算</a:t>
            </a:r>
            <a:r>
              <a:rPr lang="zh-CN" altLang="en-US" spc="-50" dirty="0">
                <a:latin typeface="SimSun" panose="02010600030101010101" pitchFamily="2" charset="-122"/>
                <a:ea typeface="SimSun" panose="02010600030101010101" pitchFamily="2" charset="-122"/>
              </a:rPr>
              <a:t>法实例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603250" y="886713"/>
          <a:ext cx="4509135" cy="7410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85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 marL="25654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𝒗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𝒑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4" name="object 4"/>
          <p:cNvGrpSpPr/>
          <p:nvPr/>
        </p:nvGrpSpPr>
        <p:grpSpPr>
          <a:xfrm>
            <a:off x="609600" y="1816354"/>
            <a:ext cx="11170285" cy="2608580"/>
            <a:chOff x="609600" y="1816354"/>
            <a:chExt cx="11170285" cy="2608580"/>
          </a:xfrm>
        </p:grpSpPr>
        <p:sp>
          <p:nvSpPr>
            <p:cNvPr id="5" name="object 5"/>
            <p:cNvSpPr/>
            <p:nvPr/>
          </p:nvSpPr>
          <p:spPr>
            <a:xfrm>
              <a:off x="609600" y="1822704"/>
              <a:ext cx="11170285" cy="2595880"/>
            </a:xfrm>
            <a:custGeom>
              <a:avLst/>
              <a:gdLst/>
              <a:ahLst/>
              <a:cxnLst/>
              <a:rect l="l" t="t" r="r" b="b"/>
              <a:pathLst>
                <a:path w="11170285" h="2595879">
                  <a:moveTo>
                    <a:pt x="11170031" y="0"/>
                  </a:moveTo>
                  <a:lnTo>
                    <a:pt x="0" y="0"/>
                  </a:lnTo>
                  <a:lnTo>
                    <a:pt x="0" y="2595880"/>
                  </a:lnTo>
                  <a:lnTo>
                    <a:pt x="11170031" y="2595880"/>
                  </a:lnTo>
                  <a:lnTo>
                    <a:pt x="11170031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2127123" y="3306063"/>
              <a:ext cx="2227580" cy="370840"/>
            </a:xfrm>
            <a:custGeom>
              <a:avLst/>
              <a:gdLst/>
              <a:ahLst/>
              <a:cxnLst/>
              <a:rect l="l" t="t" r="r" b="b"/>
              <a:pathLst>
                <a:path w="2227579" h="370839">
                  <a:moveTo>
                    <a:pt x="742492" y="0"/>
                  </a:moveTo>
                  <a:lnTo>
                    <a:pt x="0" y="0"/>
                  </a:lnTo>
                  <a:lnTo>
                    <a:pt x="0" y="370840"/>
                  </a:lnTo>
                  <a:lnTo>
                    <a:pt x="742492" y="370840"/>
                  </a:lnTo>
                  <a:lnTo>
                    <a:pt x="742492" y="0"/>
                  </a:lnTo>
                  <a:close/>
                </a:path>
                <a:path w="2227579" h="370839">
                  <a:moveTo>
                    <a:pt x="2227503" y="0"/>
                  </a:moveTo>
                  <a:lnTo>
                    <a:pt x="1485061" y="0"/>
                  </a:lnTo>
                  <a:lnTo>
                    <a:pt x="742569" y="0"/>
                  </a:lnTo>
                  <a:lnTo>
                    <a:pt x="742569" y="370840"/>
                  </a:lnTo>
                  <a:lnTo>
                    <a:pt x="1485011" y="370840"/>
                  </a:lnTo>
                  <a:lnTo>
                    <a:pt x="2227503" y="370840"/>
                  </a:lnTo>
                  <a:lnTo>
                    <a:pt x="2227503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2127123" y="3676903"/>
              <a:ext cx="5198110" cy="370840"/>
            </a:xfrm>
            <a:custGeom>
              <a:avLst/>
              <a:gdLst/>
              <a:ahLst/>
              <a:cxnLst/>
              <a:rect l="l" t="t" r="r" b="b"/>
              <a:pathLst>
                <a:path w="5198109" h="370839">
                  <a:moveTo>
                    <a:pt x="742492" y="0"/>
                  </a:moveTo>
                  <a:lnTo>
                    <a:pt x="0" y="0"/>
                  </a:lnTo>
                  <a:lnTo>
                    <a:pt x="0" y="370840"/>
                  </a:lnTo>
                  <a:lnTo>
                    <a:pt x="742492" y="370840"/>
                  </a:lnTo>
                  <a:lnTo>
                    <a:pt x="742492" y="0"/>
                  </a:lnTo>
                  <a:close/>
                </a:path>
                <a:path w="5198109" h="370839">
                  <a:moveTo>
                    <a:pt x="2969945" y="0"/>
                  </a:moveTo>
                  <a:lnTo>
                    <a:pt x="2969945" y="0"/>
                  </a:lnTo>
                  <a:lnTo>
                    <a:pt x="742569" y="0"/>
                  </a:lnTo>
                  <a:lnTo>
                    <a:pt x="742569" y="370840"/>
                  </a:lnTo>
                  <a:lnTo>
                    <a:pt x="2969945" y="370840"/>
                  </a:lnTo>
                  <a:lnTo>
                    <a:pt x="2969945" y="0"/>
                  </a:lnTo>
                  <a:close/>
                </a:path>
                <a:path w="5198109" h="370839">
                  <a:moveTo>
                    <a:pt x="4454957" y="0"/>
                  </a:moveTo>
                  <a:lnTo>
                    <a:pt x="3712514" y="0"/>
                  </a:lnTo>
                  <a:lnTo>
                    <a:pt x="2970022" y="0"/>
                  </a:lnTo>
                  <a:lnTo>
                    <a:pt x="2970022" y="370840"/>
                  </a:lnTo>
                  <a:lnTo>
                    <a:pt x="3712464" y="370840"/>
                  </a:lnTo>
                  <a:lnTo>
                    <a:pt x="4454957" y="370840"/>
                  </a:lnTo>
                  <a:lnTo>
                    <a:pt x="4454957" y="0"/>
                  </a:lnTo>
                  <a:close/>
                </a:path>
                <a:path w="5198109" h="370839">
                  <a:moveTo>
                    <a:pt x="5197513" y="0"/>
                  </a:moveTo>
                  <a:lnTo>
                    <a:pt x="4455033" y="0"/>
                  </a:lnTo>
                  <a:lnTo>
                    <a:pt x="4455033" y="370840"/>
                  </a:lnTo>
                  <a:lnTo>
                    <a:pt x="5197513" y="370840"/>
                  </a:lnTo>
                  <a:lnTo>
                    <a:pt x="5197513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612134" y="4047744"/>
              <a:ext cx="3712845" cy="370840"/>
            </a:xfrm>
            <a:custGeom>
              <a:avLst/>
              <a:gdLst/>
              <a:ahLst/>
              <a:cxnLst/>
              <a:rect l="l" t="t" r="r" b="b"/>
              <a:pathLst>
                <a:path w="3712845" h="370839">
                  <a:moveTo>
                    <a:pt x="1484934" y="0"/>
                  </a:moveTo>
                  <a:lnTo>
                    <a:pt x="742492" y="0"/>
                  </a:lnTo>
                  <a:lnTo>
                    <a:pt x="0" y="0"/>
                  </a:lnTo>
                  <a:lnTo>
                    <a:pt x="0" y="370840"/>
                  </a:lnTo>
                  <a:lnTo>
                    <a:pt x="742442" y="370840"/>
                  </a:lnTo>
                  <a:lnTo>
                    <a:pt x="1484934" y="370840"/>
                  </a:lnTo>
                  <a:lnTo>
                    <a:pt x="1484934" y="0"/>
                  </a:lnTo>
                  <a:close/>
                </a:path>
                <a:path w="3712845" h="370839">
                  <a:moveTo>
                    <a:pt x="2969945" y="0"/>
                  </a:moveTo>
                  <a:lnTo>
                    <a:pt x="2227503" y="0"/>
                  </a:lnTo>
                  <a:lnTo>
                    <a:pt x="1485011" y="0"/>
                  </a:lnTo>
                  <a:lnTo>
                    <a:pt x="1485011" y="370840"/>
                  </a:lnTo>
                  <a:lnTo>
                    <a:pt x="2227453" y="370840"/>
                  </a:lnTo>
                  <a:lnTo>
                    <a:pt x="2969945" y="370840"/>
                  </a:lnTo>
                  <a:lnTo>
                    <a:pt x="2969945" y="0"/>
                  </a:lnTo>
                  <a:close/>
                </a:path>
                <a:path w="3712845" h="370839">
                  <a:moveTo>
                    <a:pt x="3712502" y="0"/>
                  </a:moveTo>
                  <a:lnTo>
                    <a:pt x="2970022" y="0"/>
                  </a:lnTo>
                  <a:lnTo>
                    <a:pt x="2970022" y="370840"/>
                  </a:lnTo>
                  <a:lnTo>
                    <a:pt x="3712502" y="370840"/>
                  </a:lnTo>
                  <a:lnTo>
                    <a:pt x="3712502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5097145" y="1816354"/>
              <a:ext cx="1485265" cy="2608580"/>
            </a:xfrm>
            <a:custGeom>
              <a:avLst/>
              <a:gdLst/>
              <a:ahLst/>
              <a:cxnLst/>
              <a:rect l="l" t="t" r="r" b="b"/>
              <a:pathLst>
                <a:path w="1485265" h="2608579">
                  <a:moveTo>
                    <a:pt x="0" y="0"/>
                  </a:moveTo>
                  <a:lnTo>
                    <a:pt x="0" y="2608580"/>
                  </a:lnTo>
                </a:path>
                <a:path w="1485265" h="2608579">
                  <a:moveTo>
                    <a:pt x="742441" y="0"/>
                  </a:moveTo>
                  <a:lnTo>
                    <a:pt x="742441" y="2608580"/>
                  </a:lnTo>
                </a:path>
                <a:path w="1485265" h="2608579">
                  <a:moveTo>
                    <a:pt x="1485010" y="0"/>
                  </a:moveTo>
                  <a:lnTo>
                    <a:pt x="1485010" y="2608580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2183130" y="3317748"/>
              <a:ext cx="2136775" cy="403225"/>
            </a:xfrm>
            <a:custGeom>
              <a:avLst/>
              <a:gdLst/>
              <a:ahLst/>
              <a:cxnLst/>
              <a:rect l="l" t="t" r="r" b="b"/>
              <a:pathLst>
                <a:path w="2136775" h="403225">
                  <a:moveTo>
                    <a:pt x="0" y="67182"/>
                  </a:moveTo>
                  <a:lnTo>
                    <a:pt x="5282" y="41040"/>
                  </a:lnTo>
                  <a:lnTo>
                    <a:pt x="19685" y="19685"/>
                  </a:lnTo>
                  <a:lnTo>
                    <a:pt x="41040" y="5282"/>
                  </a:lnTo>
                  <a:lnTo>
                    <a:pt x="67182" y="0"/>
                  </a:lnTo>
                  <a:lnTo>
                    <a:pt x="2069465" y="0"/>
                  </a:lnTo>
                  <a:lnTo>
                    <a:pt x="2095607" y="5282"/>
                  </a:lnTo>
                  <a:lnTo>
                    <a:pt x="2116962" y="19684"/>
                  </a:lnTo>
                  <a:lnTo>
                    <a:pt x="2131365" y="41040"/>
                  </a:lnTo>
                  <a:lnTo>
                    <a:pt x="2136647" y="67182"/>
                  </a:lnTo>
                  <a:lnTo>
                    <a:pt x="2136647" y="335914"/>
                  </a:lnTo>
                  <a:lnTo>
                    <a:pt x="2131365" y="362057"/>
                  </a:lnTo>
                  <a:lnTo>
                    <a:pt x="2116963" y="383412"/>
                  </a:lnTo>
                  <a:lnTo>
                    <a:pt x="2095607" y="397815"/>
                  </a:lnTo>
                  <a:lnTo>
                    <a:pt x="2069465" y="403097"/>
                  </a:lnTo>
                  <a:lnTo>
                    <a:pt x="67182" y="403097"/>
                  </a:lnTo>
                  <a:lnTo>
                    <a:pt x="41040" y="397815"/>
                  </a:lnTo>
                  <a:lnTo>
                    <a:pt x="19685" y="383413"/>
                  </a:lnTo>
                  <a:lnTo>
                    <a:pt x="5282" y="362057"/>
                  </a:lnTo>
                  <a:lnTo>
                    <a:pt x="0" y="335914"/>
                  </a:lnTo>
                  <a:lnTo>
                    <a:pt x="0" y="67182"/>
                  </a:lnTo>
                  <a:close/>
                </a:path>
              </a:pathLst>
            </a:custGeom>
            <a:ln w="31749">
              <a:solidFill>
                <a:srgbClr val="006FC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4160011" y="3760089"/>
              <a:ext cx="2898775" cy="659130"/>
            </a:xfrm>
            <a:custGeom>
              <a:avLst/>
              <a:gdLst/>
              <a:ahLst/>
              <a:cxnLst/>
              <a:rect l="l" t="t" r="r" b="b"/>
              <a:pathLst>
                <a:path w="2898775" h="659129">
                  <a:moveTo>
                    <a:pt x="0" y="0"/>
                  </a:moveTo>
                  <a:lnTo>
                    <a:pt x="1020699" y="235077"/>
                  </a:lnTo>
                  <a:lnTo>
                    <a:pt x="645160" y="235077"/>
                  </a:lnTo>
                  <a:lnTo>
                    <a:pt x="645160" y="658749"/>
                  </a:lnTo>
                  <a:lnTo>
                    <a:pt x="2898393" y="658749"/>
                  </a:lnTo>
                  <a:lnTo>
                    <a:pt x="2898393" y="235077"/>
                  </a:lnTo>
                  <a:lnTo>
                    <a:pt x="1583943" y="2350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3C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5613146" y="4091939"/>
              <a:ext cx="236854" cy="260350"/>
            </a:xfrm>
            <a:custGeom>
              <a:avLst/>
              <a:gdLst/>
              <a:ahLst/>
              <a:cxnLst/>
              <a:rect l="l" t="t" r="r" b="b"/>
              <a:pathLst>
                <a:path w="236853" h="260350">
                  <a:moveTo>
                    <a:pt x="60960" y="0"/>
                  </a:moveTo>
                  <a:lnTo>
                    <a:pt x="0" y="0"/>
                  </a:lnTo>
                  <a:lnTo>
                    <a:pt x="0" y="10160"/>
                  </a:lnTo>
                  <a:lnTo>
                    <a:pt x="0" y="248920"/>
                  </a:lnTo>
                  <a:lnTo>
                    <a:pt x="0" y="260350"/>
                  </a:lnTo>
                  <a:lnTo>
                    <a:pt x="60960" y="260350"/>
                  </a:lnTo>
                  <a:lnTo>
                    <a:pt x="60960" y="248920"/>
                  </a:lnTo>
                  <a:lnTo>
                    <a:pt x="22733" y="248920"/>
                  </a:lnTo>
                  <a:lnTo>
                    <a:pt x="22733" y="10160"/>
                  </a:lnTo>
                  <a:lnTo>
                    <a:pt x="60960" y="10160"/>
                  </a:lnTo>
                  <a:lnTo>
                    <a:pt x="60960" y="0"/>
                  </a:lnTo>
                  <a:close/>
                </a:path>
                <a:path w="236853" h="260350">
                  <a:moveTo>
                    <a:pt x="236855" y="0"/>
                  </a:moveTo>
                  <a:lnTo>
                    <a:pt x="175895" y="0"/>
                  </a:lnTo>
                  <a:lnTo>
                    <a:pt x="175895" y="10160"/>
                  </a:lnTo>
                  <a:lnTo>
                    <a:pt x="214249" y="10160"/>
                  </a:lnTo>
                  <a:lnTo>
                    <a:pt x="214249" y="248920"/>
                  </a:lnTo>
                  <a:lnTo>
                    <a:pt x="175895" y="248920"/>
                  </a:lnTo>
                  <a:lnTo>
                    <a:pt x="175895" y="260350"/>
                  </a:lnTo>
                  <a:lnTo>
                    <a:pt x="236855" y="260350"/>
                  </a:lnTo>
                  <a:lnTo>
                    <a:pt x="236855" y="248920"/>
                  </a:lnTo>
                  <a:lnTo>
                    <a:pt x="236855" y="10160"/>
                  </a:lnTo>
                  <a:lnTo>
                    <a:pt x="23685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3" name="object 13"/>
          <p:cNvGraphicFramePr>
            <a:graphicFrameLocks noGrp="1"/>
          </p:cNvGraphicFramePr>
          <p:nvPr/>
        </p:nvGraphicFramePr>
        <p:xfrm>
          <a:off x="603250" y="1816354"/>
          <a:ext cx="11177269" cy="25927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832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1462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358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1800" spc="-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𝒄]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914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1496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914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496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914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496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914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496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 gridSpan="5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 gridSpan="5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 gridSpan="5">
                  <a:txBody>
                    <a:bodyPr/>
                    <a:lstStyle/>
                    <a:p>
                      <a:pPr marL="1059180">
                        <a:lnSpc>
                          <a:spcPts val="2440"/>
                        </a:lnSpc>
                        <a:tabLst>
                          <a:tab pos="1604010" algn="l"/>
                        </a:tabLst>
                      </a:pPr>
                      <a:r>
                        <a:rPr sz="22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𝒗</a:t>
                      </a:r>
                      <a:r>
                        <a:rPr sz="2200" spc="28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22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	&gt;</a:t>
                      </a:r>
                      <a:r>
                        <a:rPr sz="2200" spc="12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4" name="object 14"/>
          <p:cNvSpPr/>
          <p:nvPr/>
        </p:nvSpPr>
        <p:spPr>
          <a:xfrm>
            <a:off x="2878073" y="899160"/>
            <a:ext cx="711835" cy="340995"/>
          </a:xfrm>
          <a:custGeom>
            <a:avLst/>
            <a:gdLst/>
            <a:ahLst/>
            <a:cxnLst/>
            <a:rect l="l" t="t" r="r" b="b"/>
            <a:pathLst>
              <a:path w="711835" h="340994">
                <a:moveTo>
                  <a:pt x="0" y="56768"/>
                </a:moveTo>
                <a:lnTo>
                  <a:pt x="4458" y="34665"/>
                </a:lnTo>
                <a:lnTo>
                  <a:pt x="16621" y="16621"/>
                </a:lnTo>
                <a:lnTo>
                  <a:pt x="34665" y="4458"/>
                </a:lnTo>
                <a:lnTo>
                  <a:pt x="56768" y="0"/>
                </a:lnTo>
                <a:lnTo>
                  <a:pt x="654938" y="0"/>
                </a:lnTo>
                <a:lnTo>
                  <a:pt x="677042" y="4458"/>
                </a:lnTo>
                <a:lnTo>
                  <a:pt x="695086" y="16621"/>
                </a:lnTo>
                <a:lnTo>
                  <a:pt x="707249" y="34665"/>
                </a:lnTo>
                <a:lnTo>
                  <a:pt x="711708" y="56768"/>
                </a:lnTo>
                <a:lnTo>
                  <a:pt x="711708" y="283844"/>
                </a:lnTo>
                <a:lnTo>
                  <a:pt x="707249" y="305948"/>
                </a:lnTo>
                <a:lnTo>
                  <a:pt x="695086" y="323992"/>
                </a:lnTo>
                <a:lnTo>
                  <a:pt x="677042" y="336155"/>
                </a:lnTo>
                <a:lnTo>
                  <a:pt x="654938" y="340613"/>
                </a:lnTo>
                <a:lnTo>
                  <a:pt x="56768" y="340613"/>
                </a:lnTo>
                <a:lnTo>
                  <a:pt x="34665" y="336155"/>
                </a:lnTo>
                <a:lnTo>
                  <a:pt x="16621" y="323992"/>
                </a:lnTo>
                <a:lnTo>
                  <a:pt x="4458" y="305948"/>
                </a:lnTo>
                <a:lnTo>
                  <a:pt x="0" y="283844"/>
                </a:lnTo>
                <a:lnTo>
                  <a:pt x="0" y="56768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 txBox="1"/>
          <p:nvPr/>
        </p:nvSpPr>
        <p:spPr>
          <a:xfrm>
            <a:off x="10707116" y="1375155"/>
            <a:ext cx="9772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=</a:t>
            </a:r>
            <a:r>
              <a:rPr sz="2400" spc="130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𝟏𝟑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C654390F-8A58-F240-B93E-CC46E369D666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61257" y="112482"/>
            <a:ext cx="3925124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算</a:t>
            </a:r>
            <a:r>
              <a:rPr lang="zh-CN" altLang="en-US" spc="-50" dirty="0">
                <a:latin typeface="SimSun" panose="02010600030101010101" pitchFamily="2" charset="-122"/>
                <a:ea typeface="SimSun" panose="02010600030101010101" pitchFamily="2" charset="-122"/>
              </a:rPr>
              <a:t>法实例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609600" y="1822704"/>
            <a:ext cx="11170285" cy="2595880"/>
            <a:chOff x="609600" y="1822704"/>
            <a:chExt cx="11170285" cy="2595880"/>
          </a:xfrm>
        </p:grpSpPr>
        <p:sp>
          <p:nvSpPr>
            <p:cNvPr id="4" name="object 4"/>
            <p:cNvSpPr/>
            <p:nvPr/>
          </p:nvSpPr>
          <p:spPr>
            <a:xfrm>
              <a:off x="609600" y="1822704"/>
              <a:ext cx="11170285" cy="2595880"/>
            </a:xfrm>
            <a:custGeom>
              <a:avLst/>
              <a:gdLst/>
              <a:ahLst/>
              <a:cxnLst/>
              <a:rect l="l" t="t" r="r" b="b"/>
              <a:pathLst>
                <a:path w="11170285" h="2595879">
                  <a:moveTo>
                    <a:pt x="11170031" y="0"/>
                  </a:moveTo>
                  <a:lnTo>
                    <a:pt x="0" y="0"/>
                  </a:lnTo>
                  <a:lnTo>
                    <a:pt x="0" y="2595880"/>
                  </a:lnTo>
                  <a:lnTo>
                    <a:pt x="11170031" y="2595880"/>
                  </a:lnTo>
                  <a:lnTo>
                    <a:pt x="11170031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4354576" y="2935224"/>
              <a:ext cx="742950" cy="370840"/>
            </a:xfrm>
            <a:custGeom>
              <a:avLst/>
              <a:gdLst/>
              <a:ahLst/>
              <a:cxnLst/>
              <a:rect l="l" t="t" r="r" b="b"/>
              <a:pathLst>
                <a:path w="742950" h="370839">
                  <a:moveTo>
                    <a:pt x="742492" y="0"/>
                  </a:moveTo>
                  <a:lnTo>
                    <a:pt x="0" y="0"/>
                  </a:lnTo>
                  <a:lnTo>
                    <a:pt x="0" y="370839"/>
                  </a:lnTo>
                  <a:lnTo>
                    <a:pt x="742492" y="370839"/>
                  </a:lnTo>
                  <a:lnTo>
                    <a:pt x="742492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4354576" y="3306064"/>
              <a:ext cx="742950" cy="370840"/>
            </a:xfrm>
            <a:custGeom>
              <a:avLst/>
              <a:gdLst/>
              <a:ahLst/>
              <a:cxnLst/>
              <a:rect l="l" t="t" r="r" b="b"/>
              <a:pathLst>
                <a:path w="742950" h="370839">
                  <a:moveTo>
                    <a:pt x="742492" y="0"/>
                  </a:moveTo>
                  <a:lnTo>
                    <a:pt x="0" y="0"/>
                  </a:lnTo>
                  <a:lnTo>
                    <a:pt x="0" y="370840"/>
                  </a:lnTo>
                  <a:lnTo>
                    <a:pt x="742492" y="370840"/>
                  </a:lnTo>
                  <a:lnTo>
                    <a:pt x="742492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603250" y="1816354"/>
          <a:ext cx="11176634" cy="25927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29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1800" spc="-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𝒄]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8" name="object 8"/>
          <p:cNvSpPr/>
          <p:nvPr/>
        </p:nvSpPr>
        <p:spPr>
          <a:xfrm>
            <a:off x="1416558" y="2950464"/>
            <a:ext cx="711200" cy="340995"/>
          </a:xfrm>
          <a:custGeom>
            <a:avLst/>
            <a:gdLst/>
            <a:ahLst/>
            <a:cxnLst/>
            <a:rect l="l" t="t" r="r" b="b"/>
            <a:pathLst>
              <a:path w="711200" h="340995">
                <a:moveTo>
                  <a:pt x="0" y="56769"/>
                </a:moveTo>
                <a:lnTo>
                  <a:pt x="4458" y="34665"/>
                </a:lnTo>
                <a:lnTo>
                  <a:pt x="16621" y="16621"/>
                </a:lnTo>
                <a:lnTo>
                  <a:pt x="34665" y="4458"/>
                </a:lnTo>
                <a:lnTo>
                  <a:pt x="56768" y="0"/>
                </a:lnTo>
                <a:lnTo>
                  <a:pt x="654177" y="0"/>
                </a:lnTo>
                <a:lnTo>
                  <a:pt x="676280" y="4458"/>
                </a:lnTo>
                <a:lnTo>
                  <a:pt x="694324" y="16621"/>
                </a:lnTo>
                <a:lnTo>
                  <a:pt x="706487" y="34665"/>
                </a:lnTo>
                <a:lnTo>
                  <a:pt x="710946" y="56769"/>
                </a:lnTo>
                <a:lnTo>
                  <a:pt x="710946" y="283845"/>
                </a:lnTo>
                <a:lnTo>
                  <a:pt x="706487" y="305948"/>
                </a:lnTo>
                <a:lnTo>
                  <a:pt x="694324" y="323992"/>
                </a:lnTo>
                <a:lnTo>
                  <a:pt x="676280" y="336155"/>
                </a:lnTo>
                <a:lnTo>
                  <a:pt x="654177" y="340613"/>
                </a:lnTo>
                <a:lnTo>
                  <a:pt x="56768" y="340613"/>
                </a:lnTo>
                <a:lnTo>
                  <a:pt x="34665" y="336155"/>
                </a:lnTo>
                <a:lnTo>
                  <a:pt x="16621" y="323992"/>
                </a:lnTo>
                <a:lnTo>
                  <a:pt x="4458" y="305948"/>
                </a:lnTo>
                <a:lnTo>
                  <a:pt x="0" y="283845"/>
                </a:lnTo>
                <a:lnTo>
                  <a:pt x="0" y="56769"/>
                </a:lnTo>
                <a:close/>
              </a:path>
            </a:pathLst>
          </a:custGeom>
          <a:ln w="31749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" name="object 9"/>
          <p:cNvGrpSpPr/>
          <p:nvPr/>
        </p:nvGrpSpPr>
        <p:grpSpPr>
          <a:xfrm>
            <a:off x="4391533" y="2934589"/>
            <a:ext cx="743585" cy="730885"/>
            <a:chOff x="4391533" y="2934589"/>
            <a:chExt cx="743585" cy="730885"/>
          </a:xfrm>
        </p:grpSpPr>
        <p:sp>
          <p:nvSpPr>
            <p:cNvPr id="10" name="object 10"/>
            <p:cNvSpPr/>
            <p:nvPr/>
          </p:nvSpPr>
          <p:spPr>
            <a:xfrm>
              <a:off x="4407408" y="2950464"/>
              <a:ext cx="711835" cy="340995"/>
            </a:xfrm>
            <a:custGeom>
              <a:avLst/>
              <a:gdLst/>
              <a:ahLst/>
              <a:cxnLst/>
              <a:rect l="l" t="t" r="r" b="b"/>
              <a:pathLst>
                <a:path w="711835" h="340995">
                  <a:moveTo>
                    <a:pt x="0" y="56769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8" y="0"/>
                  </a:lnTo>
                  <a:lnTo>
                    <a:pt x="654938" y="0"/>
                  </a:lnTo>
                  <a:lnTo>
                    <a:pt x="677042" y="4458"/>
                  </a:lnTo>
                  <a:lnTo>
                    <a:pt x="695086" y="16621"/>
                  </a:lnTo>
                  <a:lnTo>
                    <a:pt x="707249" y="34665"/>
                  </a:lnTo>
                  <a:lnTo>
                    <a:pt x="711707" y="56769"/>
                  </a:lnTo>
                  <a:lnTo>
                    <a:pt x="711707" y="283845"/>
                  </a:lnTo>
                  <a:lnTo>
                    <a:pt x="707249" y="305948"/>
                  </a:lnTo>
                  <a:lnTo>
                    <a:pt x="695086" y="323992"/>
                  </a:lnTo>
                  <a:lnTo>
                    <a:pt x="677042" y="336155"/>
                  </a:lnTo>
                  <a:lnTo>
                    <a:pt x="654938" y="340613"/>
                  </a:lnTo>
                  <a:lnTo>
                    <a:pt x="56768" y="340613"/>
                  </a:lnTo>
                  <a:lnTo>
                    <a:pt x="34665" y="336155"/>
                  </a:lnTo>
                  <a:lnTo>
                    <a:pt x="16621" y="323992"/>
                  </a:lnTo>
                  <a:lnTo>
                    <a:pt x="4458" y="305948"/>
                  </a:lnTo>
                  <a:lnTo>
                    <a:pt x="0" y="283845"/>
                  </a:lnTo>
                  <a:lnTo>
                    <a:pt x="0" y="56769"/>
                  </a:lnTo>
                  <a:close/>
                </a:path>
              </a:pathLst>
            </a:custGeom>
            <a:ln w="31750">
              <a:solidFill>
                <a:srgbClr val="00AF5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4407408" y="3308604"/>
              <a:ext cx="711835" cy="340995"/>
            </a:xfrm>
            <a:custGeom>
              <a:avLst/>
              <a:gdLst/>
              <a:ahLst/>
              <a:cxnLst/>
              <a:rect l="l" t="t" r="r" b="b"/>
              <a:pathLst>
                <a:path w="711835" h="340995">
                  <a:moveTo>
                    <a:pt x="0" y="56769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8" y="0"/>
                  </a:lnTo>
                  <a:lnTo>
                    <a:pt x="654938" y="0"/>
                  </a:lnTo>
                  <a:lnTo>
                    <a:pt x="677042" y="4458"/>
                  </a:lnTo>
                  <a:lnTo>
                    <a:pt x="695086" y="16621"/>
                  </a:lnTo>
                  <a:lnTo>
                    <a:pt x="707249" y="34665"/>
                  </a:lnTo>
                  <a:lnTo>
                    <a:pt x="711707" y="56769"/>
                  </a:lnTo>
                  <a:lnTo>
                    <a:pt x="711707" y="283845"/>
                  </a:lnTo>
                  <a:lnTo>
                    <a:pt x="707249" y="305948"/>
                  </a:lnTo>
                  <a:lnTo>
                    <a:pt x="695086" y="323992"/>
                  </a:lnTo>
                  <a:lnTo>
                    <a:pt x="677042" y="336155"/>
                  </a:lnTo>
                  <a:lnTo>
                    <a:pt x="654938" y="340614"/>
                  </a:lnTo>
                  <a:lnTo>
                    <a:pt x="56768" y="340614"/>
                  </a:lnTo>
                  <a:lnTo>
                    <a:pt x="34665" y="336155"/>
                  </a:lnTo>
                  <a:lnTo>
                    <a:pt x="16621" y="323992"/>
                  </a:lnTo>
                  <a:lnTo>
                    <a:pt x="4458" y="305948"/>
                  </a:lnTo>
                  <a:lnTo>
                    <a:pt x="0" y="283845"/>
                  </a:lnTo>
                  <a:lnTo>
                    <a:pt x="0" y="56769"/>
                  </a:lnTo>
                  <a:close/>
                </a:path>
              </a:pathLst>
            </a:custGeom>
            <a:ln w="31750">
              <a:solidFill>
                <a:srgbClr val="006FC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2" name="object 12"/>
          <p:cNvGraphicFramePr>
            <a:graphicFrameLocks noGrp="1"/>
          </p:cNvGraphicFramePr>
          <p:nvPr/>
        </p:nvGraphicFramePr>
        <p:xfrm>
          <a:off x="603250" y="886713"/>
          <a:ext cx="4509135" cy="7410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85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 marL="25654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𝒗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𝒑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3" name="object 13"/>
          <p:cNvSpPr/>
          <p:nvPr/>
        </p:nvSpPr>
        <p:spPr>
          <a:xfrm>
            <a:off x="2878073" y="1264919"/>
            <a:ext cx="711835" cy="340995"/>
          </a:xfrm>
          <a:custGeom>
            <a:avLst/>
            <a:gdLst/>
            <a:ahLst/>
            <a:cxnLst/>
            <a:rect l="l" t="t" r="r" b="b"/>
            <a:pathLst>
              <a:path w="711835" h="340994">
                <a:moveTo>
                  <a:pt x="0" y="56768"/>
                </a:moveTo>
                <a:lnTo>
                  <a:pt x="4458" y="34665"/>
                </a:lnTo>
                <a:lnTo>
                  <a:pt x="16621" y="16621"/>
                </a:lnTo>
                <a:lnTo>
                  <a:pt x="34665" y="4458"/>
                </a:lnTo>
                <a:lnTo>
                  <a:pt x="56768" y="0"/>
                </a:lnTo>
                <a:lnTo>
                  <a:pt x="654938" y="0"/>
                </a:lnTo>
                <a:lnTo>
                  <a:pt x="677042" y="4458"/>
                </a:lnTo>
                <a:lnTo>
                  <a:pt x="695086" y="16621"/>
                </a:lnTo>
                <a:lnTo>
                  <a:pt x="707249" y="34665"/>
                </a:lnTo>
                <a:lnTo>
                  <a:pt x="711708" y="56768"/>
                </a:lnTo>
                <a:lnTo>
                  <a:pt x="711708" y="283844"/>
                </a:lnTo>
                <a:lnTo>
                  <a:pt x="707249" y="305948"/>
                </a:lnTo>
                <a:lnTo>
                  <a:pt x="695086" y="323992"/>
                </a:lnTo>
                <a:lnTo>
                  <a:pt x="677042" y="336155"/>
                </a:lnTo>
                <a:lnTo>
                  <a:pt x="654938" y="340613"/>
                </a:lnTo>
                <a:lnTo>
                  <a:pt x="56768" y="340613"/>
                </a:lnTo>
                <a:lnTo>
                  <a:pt x="34665" y="336155"/>
                </a:lnTo>
                <a:lnTo>
                  <a:pt x="16621" y="323992"/>
                </a:lnTo>
                <a:lnTo>
                  <a:pt x="4458" y="305948"/>
                </a:lnTo>
                <a:lnTo>
                  <a:pt x="0" y="283844"/>
                </a:lnTo>
                <a:lnTo>
                  <a:pt x="0" y="56768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 txBox="1"/>
          <p:nvPr/>
        </p:nvSpPr>
        <p:spPr>
          <a:xfrm>
            <a:off x="10707116" y="1375155"/>
            <a:ext cx="9772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=</a:t>
            </a:r>
            <a:r>
              <a:rPr sz="2400" spc="130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𝟏𝟑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5969635" y="5237479"/>
            <a:ext cx="72390" cy="307340"/>
          </a:xfrm>
          <a:custGeom>
            <a:avLst/>
            <a:gdLst/>
            <a:ahLst/>
            <a:cxnLst/>
            <a:rect l="l" t="t" r="r" b="b"/>
            <a:pathLst>
              <a:path w="72389" h="307339">
                <a:moveTo>
                  <a:pt x="71882" y="0"/>
                </a:moveTo>
                <a:lnTo>
                  <a:pt x="0" y="0"/>
                </a:lnTo>
                <a:lnTo>
                  <a:pt x="0" y="12700"/>
                </a:lnTo>
                <a:lnTo>
                  <a:pt x="45085" y="12700"/>
                </a:lnTo>
                <a:lnTo>
                  <a:pt x="45085" y="294640"/>
                </a:lnTo>
                <a:lnTo>
                  <a:pt x="0" y="294640"/>
                </a:lnTo>
                <a:lnTo>
                  <a:pt x="0" y="307340"/>
                </a:lnTo>
                <a:lnTo>
                  <a:pt x="71882" y="307340"/>
                </a:lnTo>
                <a:lnTo>
                  <a:pt x="71882" y="294640"/>
                </a:lnTo>
                <a:lnTo>
                  <a:pt x="71882" y="12700"/>
                </a:lnTo>
                <a:lnTo>
                  <a:pt x="718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471287" y="5237479"/>
            <a:ext cx="72390" cy="307340"/>
          </a:xfrm>
          <a:custGeom>
            <a:avLst/>
            <a:gdLst/>
            <a:ahLst/>
            <a:cxnLst/>
            <a:rect l="l" t="t" r="r" b="b"/>
            <a:pathLst>
              <a:path w="72389" h="307339">
                <a:moveTo>
                  <a:pt x="71882" y="0"/>
                </a:moveTo>
                <a:lnTo>
                  <a:pt x="0" y="0"/>
                </a:lnTo>
                <a:lnTo>
                  <a:pt x="0" y="12700"/>
                </a:lnTo>
                <a:lnTo>
                  <a:pt x="0" y="294640"/>
                </a:lnTo>
                <a:lnTo>
                  <a:pt x="0" y="307340"/>
                </a:lnTo>
                <a:lnTo>
                  <a:pt x="71882" y="307340"/>
                </a:lnTo>
                <a:lnTo>
                  <a:pt x="71882" y="294640"/>
                </a:lnTo>
                <a:lnTo>
                  <a:pt x="26797" y="294640"/>
                </a:lnTo>
                <a:lnTo>
                  <a:pt x="26797" y="12700"/>
                </a:lnTo>
                <a:lnTo>
                  <a:pt x="71882" y="12700"/>
                </a:lnTo>
                <a:lnTo>
                  <a:pt x="718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 txBox="1"/>
          <p:nvPr/>
        </p:nvSpPr>
        <p:spPr>
          <a:xfrm>
            <a:off x="3545332" y="5142991"/>
            <a:ext cx="2430780" cy="42164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2600" spc="-35">
                <a:latin typeface="PMingLiU"/>
                <a:cs typeface="PMingLiU"/>
              </a:rPr>
              <a:t>递推公式</a:t>
            </a:r>
            <a:r>
              <a:rPr sz="2600">
                <a:latin typeface="PMingLiU"/>
                <a:cs typeface="PMingLiU"/>
              </a:rPr>
              <a:t>：</a:t>
            </a:r>
            <a:r>
              <a:rPr sz="2600">
                <a:latin typeface="Cambria Math"/>
                <a:cs typeface="Cambria Math"/>
              </a:rPr>
              <a:t>𝑷</a:t>
            </a:r>
            <a:r>
              <a:rPr sz="2600" spc="335">
                <a:latin typeface="Cambria Math"/>
                <a:cs typeface="Cambria Math"/>
              </a:rPr>
              <a:t> </a:t>
            </a:r>
            <a:r>
              <a:rPr sz="2600" spc="-10">
                <a:latin typeface="Cambria Math"/>
                <a:cs typeface="Cambria Math"/>
              </a:rPr>
              <a:t>𝒊,</a:t>
            </a:r>
            <a:r>
              <a:rPr sz="2600" spc="-140">
                <a:latin typeface="Cambria Math"/>
                <a:cs typeface="Cambria Math"/>
              </a:rPr>
              <a:t> </a:t>
            </a:r>
            <a:r>
              <a:rPr sz="2600" spc="-50">
                <a:latin typeface="Cambria Math"/>
                <a:cs typeface="Cambria Math"/>
              </a:rPr>
              <a:t>𝒄</a:t>
            </a:r>
            <a:endParaRPr sz="2600">
              <a:latin typeface="Cambria Math"/>
              <a:cs typeface="Cambria Math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6156959" y="5142991"/>
            <a:ext cx="2489835" cy="42164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51380" algn="l"/>
              </a:tabLst>
            </a:pPr>
            <a:r>
              <a:rPr sz="2600">
                <a:latin typeface="Cambria Math"/>
                <a:cs typeface="Cambria Math"/>
              </a:rPr>
              <a:t>=</a:t>
            </a:r>
            <a:r>
              <a:rPr sz="2600" spc="100">
                <a:latin typeface="Cambria Math"/>
                <a:cs typeface="Cambria Math"/>
              </a:rPr>
              <a:t> </a:t>
            </a:r>
            <a:r>
              <a:rPr sz="2600">
                <a:latin typeface="Cambria Math"/>
                <a:cs typeface="Cambria Math"/>
              </a:rPr>
              <a:t>𝐦𝐚𝐱{</a:t>
            </a:r>
            <a:r>
              <a:rPr sz="2600">
                <a:solidFill>
                  <a:srgbClr val="FF0000"/>
                </a:solidFill>
                <a:latin typeface="Cambria Math"/>
                <a:cs typeface="Cambria Math"/>
              </a:rPr>
              <a:t>𝟎</a:t>
            </a:r>
            <a:r>
              <a:rPr sz="2600" spc="-40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2600">
                <a:solidFill>
                  <a:srgbClr val="FF0000"/>
                </a:solidFill>
                <a:latin typeface="Cambria Math"/>
                <a:cs typeface="Cambria Math"/>
              </a:rPr>
              <a:t>+</a:t>
            </a:r>
            <a:r>
              <a:rPr sz="2600" spc="-35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2600" spc="-25">
                <a:solidFill>
                  <a:srgbClr val="FF0000"/>
                </a:solidFill>
                <a:latin typeface="Cambria Math"/>
                <a:cs typeface="Cambria Math"/>
              </a:rPr>
              <a:t>𝟗</a:t>
            </a:r>
            <a:r>
              <a:rPr sz="2600" spc="-25">
                <a:latin typeface="Cambria Math"/>
                <a:cs typeface="Cambria Math"/>
              </a:rPr>
              <a:t>,</a:t>
            </a:r>
            <a:r>
              <a:rPr sz="2600">
                <a:latin typeface="Cambria Math"/>
                <a:cs typeface="Cambria Math"/>
              </a:rPr>
              <a:t>	</a:t>
            </a:r>
            <a:r>
              <a:rPr sz="2600" spc="-25">
                <a:solidFill>
                  <a:srgbClr val="00AF50"/>
                </a:solidFill>
                <a:latin typeface="Cambria Math"/>
                <a:cs typeface="Cambria Math"/>
              </a:rPr>
              <a:t>𝟐</a:t>
            </a:r>
            <a:r>
              <a:rPr sz="2600" spc="-25">
                <a:latin typeface="Cambria Math"/>
                <a:cs typeface="Cambria Math"/>
              </a:rPr>
              <a:t>}</a:t>
            </a:r>
            <a:endParaRPr sz="2600">
              <a:latin typeface="Cambria Math"/>
              <a:cs typeface="Cambria Math"/>
            </a:endParaRPr>
          </a:p>
        </p:txBody>
      </p:sp>
      <p:sp>
        <p:nvSpPr>
          <p:cNvPr id="21" name="object 3">
            <a:extLst>
              <a:ext uri="{FF2B5EF4-FFF2-40B4-BE49-F238E27FC236}">
                <a16:creationId xmlns:a16="http://schemas.microsoft.com/office/drawing/2014/main" id="{C4C22DDC-4BF5-9B43-BB15-2B14D68E8D31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61257" y="112482"/>
            <a:ext cx="3925124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算</a:t>
            </a:r>
            <a:r>
              <a:rPr lang="zh-CN" altLang="en-US" spc="-50" dirty="0">
                <a:latin typeface="SimSun" panose="02010600030101010101" pitchFamily="2" charset="-122"/>
                <a:ea typeface="SimSun" panose="02010600030101010101" pitchFamily="2" charset="-122"/>
              </a:rPr>
              <a:t>法实例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603250" y="1816354"/>
          <a:ext cx="11176634" cy="25927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29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1800" spc="-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𝒄]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4" name="object 4"/>
          <p:cNvSpPr/>
          <p:nvPr/>
        </p:nvSpPr>
        <p:spPr>
          <a:xfrm>
            <a:off x="2140457" y="2950464"/>
            <a:ext cx="711200" cy="340995"/>
          </a:xfrm>
          <a:custGeom>
            <a:avLst/>
            <a:gdLst/>
            <a:ahLst/>
            <a:cxnLst/>
            <a:rect l="l" t="t" r="r" b="b"/>
            <a:pathLst>
              <a:path w="711200" h="340995">
                <a:moveTo>
                  <a:pt x="0" y="56769"/>
                </a:moveTo>
                <a:lnTo>
                  <a:pt x="4458" y="34665"/>
                </a:lnTo>
                <a:lnTo>
                  <a:pt x="16621" y="16621"/>
                </a:lnTo>
                <a:lnTo>
                  <a:pt x="34665" y="4458"/>
                </a:lnTo>
                <a:lnTo>
                  <a:pt x="56768" y="0"/>
                </a:lnTo>
                <a:lnTo>
                  <a:pt x="654177" y="0"/>
                </a:lnTo>
                <a:lnTo>
                  <a:pt x="676280" y="4458"/>
                </a:lnTo>
                <a:lnTo>
                  <a:pt x="694324" y="16621"/>
                </a:lnTo>
                <a:lnTo>
                  <a:pt x="706487" y="34665"/>
                </a:lnTo>
                <a:lnTo>
                  <a:pt x="710946" y="56769"/>
                </a:lnTo>
                <a:lnTo>
                  <a:pt x="710946" y="283845"/>
                </a:lnTo>
                <a:lnTo>
                  <a:pt x="706487" y="305948"/>
                </a:lnTo>
                <a:lnTo>
                  <a:pt x="694324" y="323992"/>
                </a:lnTo>
                <a:lnTo>
                  <a:pt x="676280" y="336155"/>
                </a:lnTo>
                <a:lnTo>
                  <a:pt x="654177" y="340613"/>
                </a:lnTo>
                <a:lnTo>
                  <a:pt x="56768" y="340613"/>
                </a:lnTo>
                <a:lnTo>
                  <a:pt x="34665" y="336155"/>
                </a:lnTo>
                <a:lnTo>
                  <a:pt x="16621" y="323992"/>
                </a:lnTo>
                <a:lnTo>
                  <a:pt x="4458" y="305948"/>
                </a:lnTo>
                <a:lnTo>
                  <a:pt x="0" y="283845"/>
                </a:lnTo>
                <a:lnTo>
                  <a:pt x="0" y="56769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" name="object 5"/>
          <p:cNvGrpSpPr/>
          <p:nvPr/>
        </p:nvGrpSpPr>
        <p:grpSpPr>
          <a:xfrm>
            <a:off x="5115433" y="2934589"/>
            <a:ext cx="743585" cy="730885"/>
            <a:chOff x="5115433" y="2934589"/>
            <a:chExt cx="743585" cy="730885"/>
          </a:xfrm>
        </p:grpSpPr>
        <p:sp>
          <p:nvSpPr>
            <p:cNvPr id="6" name="object 6"/>
            <p:cNvSpPr/>
            <p:nvPr/>
          </p:nvSpPr>
          <p:spPr>
            <a:xfrm>
              <a:off x="5131308" y="2950464"/>
              <a:ext cx="711835" cy="340995"/>
            </a:xfrm>
            <a:custGeom>
              <a:avLst/>
              <a:gdLst/>
              <a:ahLst/>
              <a:cxnLst/>
              <a:rect l="l" t="t" r="r" b="b"/>
              <a:pathLst>
                <a:path w="711835" h="340995">
                  <a:moveTo>
                    <a:pt x="0" y="56769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8" y="0"/>
                  </a:lnTo>
                  <a:lnTo>
                    <a:pt x="654938" y="0"/>
                  </a:lnTo>
                  <a:lnTo>
                    <a:pt x="677042" y="4458"/>
                  </a:lnTo>
                  <a:lnTo>
                    <a:pt x="695086" y="16621"/>
                  </a:lnTo>
                  <a:lnTo>
                    <a:pt x="707249" y="34665"/>
                  </a:lnTo>
                  <a:lnTo>
                    <a:pt x="711707" y="56769"/>
                  </a:lnTo>
                  <a:lnTo>
                    <a:pt x="711707" y="283845"/>
                  </a:lnTo>
                  <a:lnTo>
                    <a:pt x="707249" y="305948"/>
                  </a:lnTo>
                  <a:lnTo>
                    <a:pt x="695086" y="323992"/>
                  </a:lnTo>
                  <a:lnTo>
                    <a:pt x="677042" y="336155"/>
                  </a:lnTo>
                  <a:lnTo>
                    <a:pt x="654938" y="340613"/>
                  </a:lnTo>
                  <a:lnTo>
                    <a:pt x="56768" y="340613"/>
                  </a:lnTo>
                  <a:lnTo>
                    <a:pt x="34665" y="336155"/>
                  </a:lnTo>
                  <a:lnTo>
                    <a:pt x="16621" y="323992"/>
                  </a:lnTo>
                  <a:lnTo>
                    <a:pt x="4458" y="305948"/>
                  </a:lnTo>
                  <a:lnTo>
                    <a:pt x="0" y="283845"/>
                  </a:lnTo>
                  <a:lnTo>
                    <a:pt x="0" y="56769"/>
                  </a:lnTo>
                  <a:close/>
                </a:path>
              </a:pathLst>
            </a:custGeom>
            <a:ln w="31750">
              <a:solidFill>
                <a:srgbClr val="00AF5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5131308" y="3308604"/>
              <a:ext cx="711835" cy="340995"/>
            </a:xfrm>
            <a:custGeom>
              <a:avLst/>
              <a:gdLst/>
              <a:ahLst/>
              <a:cxnLst/>
              <a:rect l="l" t="t" r="r" b="b"/>
              <a:pathLst>
                <a:path w="711835" h="340995">
                  <a:moveTo>
                    <a:pt x="0" y="56769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8" y="0"/>
                  </a:lnTo>
                  <a:lnTo>
                    <a:pt x="654938" y="0"/>
                  </a:lnTo>
                  <a:lnTo>
                    <a:pt x="677042" y="4458"/>
                  </a:lnTo>
                  <a:lnTo>
                    <a:pt x="695086" y="16621"/>
                  </a:lnTo>
                  <a:lnTo>
                    <a:pt x="707249" y="34665"/>
                  </a:lnTo>
                  <a:lnTo>
                    <a:pt x="711707" y="56769"/>
                  </a:lnTo>
                  <a:lnTo>
                    <a:pt x="711707" y="283845"/>
                  </a:lnTo>
                  <a:lnTo>
                    <a:pt x="707249" y="305948"/>
                  </a:lnTo>
                  <a:lnTo>
                    <a:pt x="695086" y="323992"/>
                  </a:lnTo>
                  <a:lnTo>
                    <a:pt x="677042" y="336155"/>
                  </a:lnTo>
                  <a:lnTo>
                    <a:pt x="654938" y="340614"/>
                  </a:lnTo>
                  <a:lnTo>
                    <a:pt x="56768" y="340614"/>
                  </a:lnTo>
                  <a:lnTo>
                    <a:pt x="34665" y="336155"/>
                  </a:lnTo>
                  <a:lnTo>
                    <a:pt x="16621" y="323992"/>
                  </a:lnTo>
                  <a:lnTo>
                    <a:pt x="4458" y="305948"/>
                  </a:lnTo>
                  <a:lnTo>
                    <a:pt x="0" y="283845"/>
                  </a:lnTo>
                  <a:lnTo>
                    <a:pt x="0" y="56769"/>
                  </a:lnTo>
                  <a:close/>
                </a:path>
              </a:pathLst>
            </a:custGeom>
            <a:ln w="31750">
              <a:solidFill>
                <a:srgbClr val="006FC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603250" y="886713"/>
          <a:ext cx="4509135" cy="7410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85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 marL="25654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𝒗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𝒑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9" name="object 9"/>
          <p:cNvSpPr/>
          <p:nvPr/>
        </p:nvSpPr>
        <p:spPr>
          <a:xfrm>
            <a:off x="2878073" y="1264919"/>
            <a:ext cx="711835" cy="340995"/>
          </a:xfrm>
          <a:custGeom>
            <a:avLst/>
            <a:gdLst/>
            <a:ahLst/>
            <a:cxnLst/>
            <a:rect l="l" t="t" r="r" b="b"/>
            <a:pathLst>
              <a:path w="711835" h="340994">
                <a:moveTo>
                  <a:pt x="0" y="56768"/>
                </a:moveTo>
                <a:lnTo>
                  <a:pt x="4458" y="34665"/>
                </a:lnTo>
                <a:lnTo>
                  <a:pt x="16621" y="16621"/>
                </a:lnTo>
                <a:lnTo>
                  <a:pt x="34665" y="4458"/>
                </a:lnTo>
                <a:lnTo>
                  <a:pt x="56768" y="0"/>
                </a:lnTo>
                <a:lnTo>
                  <a:pt x="654938" y="0"/>
                </a:lnTo>
                <a:lnTo>
                  <a:pt x="677042" y="4458"/>
                </a:lnTo>
                <a:lnTo>
                  <a:pt x="695086" y="16621"/>
                </a:lnTo>
                <a:lnTo>
                  <a:pt x="707249" y="34665"/>
                </a:lnTo>
                <a:lnTo>
                  <a:pt x="711708" y="56768"/>
                </a:lnTo>
                <a:lnTo>
                  <a:pt x="711708" y="283844"/>
                </a:lnTo>
                <a:lnTo>
                  <a:pt x="707249" y="305948"/>
                </a:lnTo>
                <a:lnTo>
                  <a:pt x="695086" y="323992"/>
                </a:lnTo>
                <a:lnTo>
                  <a:pt x="677042" y="336155"/>
                </a:lnTo>
                <a:lnTo>
                  <a:pt x="654938" y="340613"/>
                </a:lnTo>
                <a:lnTo>
                  <a:pt x="56768" y="340613"/>
                </a:lnTo>
                <a:lnTo>
                  <a:pt x="34665" y="336155"/>
                </a:lnTo>
                <a:lnTo>
                  <a:pt x="16621" y="323992"/>
                </a:lnTo>
                <a:lnTo>
                  <a:pt x="4458" y="305948"/>
                </a:lnTo>
                <a:lnTo>
                  <a:pt x="0" y="283844"/>
                </a:lnTo>
                <a:lnTo>
                  <a:pt x="0" y="56768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10707116" y="1375155"/>
            <a:ext cx="9772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=</a:t>
            </a:r>
            <a:r>
              <a:rPr sz="2400" spc="130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𝟏𝟑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3" name="object 3">
            <a:extLst>
              <a:ext uri="{FF2B5EF4-FFF2-40B4-BE49-F238E27FC236}">
                <a16:creationId xmlns:a16="http://schemas.microsoft.com/office/drawing/2014/main" id="{97148B57-E99B-074F-95C3-B30B205262EA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61257" y="112482"/>
            <a:ext cx="3925124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算</a:t>
            </a:r>
            <a:r>
              <a:rPr lang="zh-CN" altLang="en-US" spc="-50" dirty="0">
                <a:latin typeface="SimSun" panose="02010600030101010101" pitchFamily="2" charset="-122"/>
                <a:ea typeface="SimSun" panose="02010600030101010101" pitchFamily="2" charset="-122"/>
              </a:rPr>
              <a:t>法实例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603250" y="1816354"/>
          <a:ext cx="11176634" cy="25927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29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1800" spc="-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𝒄]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4" name="object 4"/>
          <p:cNvSpPr/>
          <p:nvPr/>
        </p:nvSpPr>
        <p:spPr>
          <a:xfrm>
            <a:off x="2877311" y="2950464"/>
            <a:ext cx="711200" cy="340995"/>
          </a:xfrm>
          <a:custGeom>
            <a:avLst/>
            <a:gdLst/>
            <a:ahLst/>
            <a:cxnLst/>
            <a:rect l="l" t="t" r="r" b="b"/>
            <a:pathLst>
              <a:path w="711200" h="340995">
                <a:moveTo>
                  <a:pt x="0" y="56769"/>
                </a:moveTo>
                <a:lnTo>
                  <a:pt x="4458" y="34665"/>
                </a:lnTo>
                <a:lnTo>
                  <a:pt x="16621" y="16621"/>
                </a:lnTo>
                <a:lnTo>
                  <a:pt x="34665" y="4458"/>
                </a:lnTo>
                <a:lnTo>
                  <a:pt x="56768" y="0"/>
                </a:lnTo>
                <a:lnTo>
                  <a:pt x="654176" y="0"/>
                </a:lnTo>
                <a:lnTo>
                  <a:pt x="676280" y="4458"/>
                </a:lnTo>
                <a:lnTo>
                  <a:pt x="694324" y="16621"/>
                </a:lnTo>
                <a:lnTo>
                  <a:pt x="706487" y="34665"/>
                </a:lnTo>
                <a:lnTo>
                  <a:pt x="710946" y="56769"/>
                </a:lnTo>
                <a:lnTo>
                  <a:pt x="710946" y="283845"/>
                </a:lnTo>
                <a:lnTo>
                  <a:pt x="706487" y="305948"/>
                </a:lnTo>
                <a:lnTo>
                  <a:pt x="694324" y="323992"/>
                </a:lnTo>
                <a:lnTo>
                  <a:pt x="676280" y="336155"/>
                </a:lnTo>
                <a:lnTo>
                  <a:pt x="654176" y="340613"/>
                </a:lnTo>
                <a:lnTo>
                  <a:pt x="56768" y="340613"/>
                </a:lnTo>
                <a:lnTo>
                  <a:pt x="34665" y="336155"/>
                </a:lnTo>
                <a:lnTo>
                  <a:pt x="16621" y="323992"/>
                </a:lnTo>
                <a:lnTo>
                  <a:pt x="4458" y="305948"/>
                </a:lnTo>
                <a:lnTo>
                  <a:pt x="0" y="283845"/>
                </a:lnTo>
                <a:lnTo>
                  <a:pt x="0" y="56769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" name="object 5"/>
          <p:cNvGrpSpPr/>
          <p:nvPr/>
        </p:nvGrpSpPr>
        <p:grpSpPr>
          <a:xfrm>
            <a:off x="5852286" y="2934589"/>
            <a:ext cx="742950" cy="730885"/>
            <a:chOff x="5852286" y="2934589"/>
            <a:chExt cx="742950" cy="730885"/>
          </a:xfrm>
        </p:grpSpPr>
        <p:sp>
          <p:nvSpPr>
            <p:cNvPr id="6" name="object 6"/>
            <p:cNvSpPr/>
            <p:nvPr/>
          </p:nvSpPr>
          <p:spPr>
            <a:xfrm>
              <a:off x="5868161" y="2950464"/>
              <a:ext cx="711200" cy="340995"/>
            </a:xfrm>
            <a:custGeom>
              <a:avLst/>
              <a:gdLst/>
              <a:ahLst/>
              <a:cxnLst/>
              <a:rect l="l" t="t" r="r" b="b"/>
              <a:pathLst>
                <a:path w="711200" h="340995">
                  <a:moveTo>
                    <a:pt x="0" y="56769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8" y="0"/>
                  </a:lnTo>
                  <a:lnTo>
                    <a:pt x="654177" y="0"/>
                  </a:lnTo>
                  <a:lnTo>
                    <a:pt x="676280" y="4458"/>
                  </a:lnTo>
                  <a:lnTo>
                    <a:pt x="694324" y="16621"/>
                  </a:lnTo>
                  <a:lnTo>
                    <a:pt x="706487" y="34665"/>
                  </a:lnTo>
                  <a:lnTo>
                    <a:pt x="710945" y="56769"/>
                  </a:lnTo>
                  <a:lnTo>
                    <a:pt x="710945" y="283845"/>
                  </a:lnTo>
                  <a:lnTo>
                    <a:pt x="706487" y="305948"/>
                  </a:lnTo>
                  <a:lnTo>
                    <a:pt x="694324" y="323992"/>
                  </a:lnTo>
                  <a:lnTo>
                    <a:pt x="676280" y="336155"/>
                  </a:lnTo>
                  <a:lnTo>
                    <a:pt x="654177" y="340613"/>
                  </a:lnTo>
                  <a:lnTo>
                    <a:pt x="56768" y="340613"/>
                  </a:lnTo>
                  <a:lnTo>
                    <a:pt x="34665" y="336155"/>
                  </a:lnTo>
                  <a:lnTo>
                    <a:pt x="16621" y="323992"/>
                  </a:lnTo>
                  <a:lnTo>
                    <a:pt x="4458" y="305948"/>
                  </a:lnTo>
                  <a:lnTo>
                    <a:pt x="0" y="283845"/>
                  </a:lnTo>
                  <a:lnTo>
                    <a:pt x="0" y="56769"/>
                  </a:lnTo>
                  <a:close/>
                </a:path>
              </a:pathLst>
            </a:custGeom>
            <a:ln w="31750">
              <a:solidFill>
                <a:srgbClr val="00AF5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5868161" y="3308604"/>
              <a:ext cx="711200" cy="340995"/>
            </a:xfrm>
            <a:custGeom>
              <a:avLst/>
              <a:gdLst/>
              <a:ahLst/>
              <a:cxnLst/>
              <a:rect l="l" t="t" r="r" b="b"/>
              <a:pathLst>
                <a:path w="711200" h="340995">
                  <a:moveTo>
                    <a:pt x="0" y="56769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8" y="0"/>
                  </a:lnTo>
                  <a:lnTo>
                    <a:pt x="654177" y="0"/>
                  </a:lnTo>
                  <a:lnTo>
                    <a:pt x="676280" y="4458"/>
                  </a:lnTo>
                  <a:lnTo>
                    <a:pt x="694324" y="16621"/>
                  </a:lnTo>
                  <a:lnTo>
                    <a:pt x="706487" y="34665"/>
                  </a:lnTo>
                  <a:lnTo>
                    <a:pt x="710945" y="56769"/>
                  </a:lnTo>
                  <a:lnTo>
                    <a:pt x="710945" y="283845"/>
                  </a:lnTo>
                  <a:lnTo>
                    <a:pt x="706487" y="305948"/>
                  </a:lnTo>
                  <a:lnTo>
                    <a:pt x="694324" y="323992"/>
                  </a:lnTo>
                  <a:lnTo>
                    <a:pt x="676280" y="336155"/>
                  </a:lnTo>
                  <a:lnTo>
                    <a:pt x="654177" y="340614"/>
                  </a:lnTo>
                  <a:lnTo>
                    <a:pt x="56768" y="340614"/>
                  </a:lnTo>
                  <a:lnTo>
                    <a:pt x="34665" y="336155"/>
                  </a:lnTo>
                  <a:lnTo>
                    <a:pt x="16621" y="323992"/>
                  </a:lnTo>
                  <a:lnTo>
                    <a:pt x="4458" y="305948"/>
                  </a:lnTo>
                  <a:lnTo>
                    <a:pt x="0" y="283845"/>
                  </a:lnTo>
                  <a:lnTo>
                    <a:pt x="0" y="56769"/>
                  </a:lnTo>
                  <a:close/>
                </a:path>
              </a:pathLst>
            </a:custGeom>
            <a:ln w="31750">
              <a:solidFill>
                <a:srgbClr val="006FC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603250" y="886713"/>
          <a:ext cx="4509135" cy="7410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85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 marL="25654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𝒗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𝒑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dirty="0">
                          <a:latin typeface="Times New Roman"/>
                          <a:cs typeface="Times New Roman"/>
                        </a:rPr>
                        <a:t>9</a:t>
                      </a:r>
                      <a:endParaRPr sz="18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9" name="object 9"/>
          <p:cNvSpPr/>
          <p:nvPr/>
        </p:nvSpPr>
        <p:spPr>
          <a:xfrm>
            <a:off x="2878073" y="1264919"/>
            <a:ext cx="711835" cy="340995"/>
          </a:xfrm>
          <a:custGeom>
            <a:avLst/>
            <a:gdLst/>
            <a:ahLst/>
            <a:cxnLst/>
            <a:rect l="l" t="t" r="r" b="b"/>
            <a:pathLst>
              <a:path w="711835" h="340994">
                <a:moveTo>
                  <a:pt x="0" y="56768"/>
                </a:moveTo>
                <a:lnTo>
                  <a:pt x="4458" y="34665"/>
                </a:lnTo>
                <a:lnTo>
                  <a:pt x="16621" y="16621"/>
                </a:lnTo>
                <a:lnTo>
                  <a:pt x="34665" y="4458"/>
                </a:lnTo>
                <a:lnTo>
                  <a:pt x="56768" y="0"/>
                </a:lnTo>
                <a:lnTo>
                  <a:pt x="654938" y="0"/>
                </a:lnTo>
                <a:lnTo>
                  <a:pt x="677042" y="4458"/>
                </a:lnTo>
                <a:lnTo>
                  <a:pt x="695086" y="16621"/>
                </a:lnTo>
                <a:lnTo>
                  <a:pt x="707249" y="34665"/>
                </a:lnTo>
                <a:lnTo>
                  <a:pt x="711708" y="56768"/>
                </a:lnTo>
                <a:lnTo>
                  <a:pt x="711708" y="283844"/>
                </a:lnTo>
                <a:lnTo>
                  <a:pt x="707249" y="305948"/>
                </a:lnTo>
                <a:lnTo>
                  <a:pt x="695086" y="323992"/>
                </a:lnTo>
                <a:lnTo>
                  <a:pt x="677042" y="336155"/>
                </a:lnTo>
                <a:lnTo>
                  <a:pt x="654938" y="340613"/>
                </a:lnTo>
                <a:lnTo>
                  <a:pt x="56768" y="340613"/>
                </a:lnTo>
                <a:lnTo>
                  <a:pt x="34665" y="336155"/>
                </a:lnTo>
                <a:lnTo>
                  <a:pt x="16621" y="323992"/>
                </a:lnTo>
                <a:lnTo>
                  <a:pt x="4458" y="305948"/>
                </a:lnTo>
                <a:lnTo>
                  <a:pt x="0" y="283844"/>
                </a:lnTo>
                <a:lnTo>
                  <a:pt x="0" y="56768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10707116" y="1375155"/>
            <a:ext cx="9772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=</a:t>
            </a:r>
            <a:r>
              <a:rPr sz="2400" spc="130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𝟏𝟑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3" name="object 3">
            <a:extLst>
              <a:ext uri="{FF2B5EF4-FFF2-40B4-BE49-F238E27FC236}">
                <a16:creationId xmlns:a16="http://schemas.microsoft.com/office/drawing/2014/main" id="{478B58A5-B477-5548-8159-CAE3FF868F3B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61257" y="112482"/>
            <a:ext cx="3925124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算</a:t>
            </a:r>
            <a:r>
              <a:rPr lang="zh-CN" altLang="en-US" spc="-50" dirty="0">
                <a:latin typeface="SimSun" panose="02010600030101010101" pitchFamily="2" charset="-122"/>
                <a:ea typeface="SimSun" panose="02010600030101010101" pitchFamily="2" charset="-122"/>
              </a:rPr>
              <a:t>法实例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603250" y="1816354"/>
          <a:ext cx="11176634" cy="25927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29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1800" spc="-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𝒄]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4" name="object 4"/>
          <p:cNvSpPr/>
          <p:nvPr/>
        </p:nvSpPr>
        <p:spPr>
          <a:xfrm>
            <a:off x="3626358" y="2950464"/>
            <a:ext cx="711200" cy="340995"/>
          </a:xfrm>
          <a:custGeom>
            <a:avLst/>
            <a:gdLst/>
            <a:ahLst/>
            <a:cxnLst/>
            <a:rect l="l" t="t" r="r" b="b"/>
            <a:pathLst>
              <a:path w="711200" h="340995">
                <a:moveTo>
                  <a:pt x="0" y="56769"/>
                </a:moveTo>
                <a:lnTo>
                  <a:pt x="4458" y="34665"/>
                </a:lnTo>
                <a:lnTo>
                  <a:pt x="16621" y="16621"/>
                </a:lnTo>
                <a:lnTo>
                  <a:pt x="34665" y="4458"/>
                </a:lnTo>
                <a:lnTo>
                  <a:pt x="56768" y="0"/>
                </a:lnTo>
                <a:lnTo>
                  <a:pt x="654176" y="0"/>
                </a:lnTo>
                <a:lnTo>
                  <a:pt x="676280" y="4458"/>
                </a:lnTo>
                <a:lnTo>
                  <a:pt x="694324" y="16621"/>
                </a:lnTo>
                <a:lnTo>
                  <a:pt x="706487" y="34665"/>
                </a:lnTo>
                <a:lnTo>
                  <a:pt x="710945" y="56769"/>
                </a:lnTo>
                <a:lnTo>
                  <a:pt x="710945" y="283845"/>
                </a:lnTo>
                <a:lnTo>
                  <a:pt x="706487" y="305948"/>
                </a:lnTo>
                <a:lnTo>
                  <a:pt x="694324" y="323992"/>
                </a:lnTo>
                <a:lnTo>
                  <a:pt x="676280" y="336155"/>
                </a:lnTo>
                <a:lnTo>
                  <a:pt x="654176" y="340613"/>
                </a:lnTo>
                <a:lnTo>
                  <a:pt x="56768" y="340613"/>
                </a:lnTo>
                <a:lnTo>
                  <a:pt x="34665" y="336155"/>
                </a:lnTo>
                <a:lnTo>
                  <a:pt x="16621" y="323992"/>
                </a:lnTo>
                <a:lnTo>
                  <a:pt x="4458" y="305948"/>
                </a:lnTo>
                <a:lnTo>
                  <a:pt x="0" y="283845"/>
                </a:lnTo>
                <a:lnTo>
                  <a:pt x="0" y="56769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" name="object 5"/>
          <p:cNvGrpSpPr/>
          <p:nvPr/>
        </p:nvGrpSpPr>
        <p:grpSpPr>
          <a:xfrm>
            <a:off x="6601332" y="2934589"/>
            <a:ext cx="743585" cy="730885"/>
            <a:chOff x="6601332" y="2934589"/>
            <a:chExt cx="743585" cy="730885"/>
          </a:xfrm>
        </p:grpSpPr>
        <p:sp>
          <p:nvSpPr>
            <p:cNvPr id="6" name="object 6"/>
            <p:cNvSpPr/>
            <p:nvPr/>
          </p:nvSpPr>
          <p:spPr>
            <a:xfrm>
              <a:off x="6617207" y="2950464"/>
              <a:ext cx="711835" cy="340995"/>
            </a:xfrm>
            <a:custGeom>
              <a:avLst/>
              <a:gdLst/>
              <a:ahLst/>
              <a:cxnLst/>
              <a:rect l="l" t="t" r="r" b="b"/>
              <a:pathLst>
                <a:path w="711834" h="340995">
                  <a:moveTo>
                    <a:pt x="0" y="56769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9" y="0"/>
                  </a:lnTo>
                  <a:lnTo>
                    <a:pt x="654939" y="0"/>
                  </a:lnTo>
                  <a:lnTo>
                    <a:pt x="677042" y="4458"/>
                  </a:lnTo>
                  <a:lnTo>
                    <a:pt x="695086" y="16621"/>
                  </a:lnTo>
                  <a:lnTo>
                    <a:pt x="707249" y="34665"/>
                  </a:lnTo>
                  <a:lnTo>
                    <a:pt x="711708" y="56769"/>
                  </a:lnTo>
                  <a:lnTo>
                    <a:pt x="711708" y="283845"/>
                  </a:lnTo>
                  <a:lnTo>
                    <a:pt x="707249" y="305948"/>
                  </a:lnTo>
                  <a:lnTo>
                    <a:pt x="695086" y="323992"/>
                  </a:lnTo>
                  <a:lnTo>
                    <a:pt x="677042" y="336155"/>
                  </a:lnTo>
                  <a:lnTo>
                    <a:pt x="654939" y="340613"/>
                  </a:lnTo>
                  <a:lnTo>
                    <a:pt x="56769" y="340613"/>
                  </a:lnTo>
                  <a:lnTo>
                    <a:pt x="34665" y="336155"/>
                  </a:lnTo>
                  <a:lnTo>
                    <a:pt x="16621" y="323992"/>
                  </a:lnTo>
                  <a:lnTo>
                    <a:pt x="4458" y="305948"/>
                  </a:lnTo>
                  <a:lnTo>
                    <a:pt x="0" y="283845"/>
                  </a:lnTo>
                  <a:lnTo>
                    <a:pt x="0" y="56769"/>
                  </a:lnTo>
                  <a:close/>
                </a:path>
              </a:pathLst>
            </a:custGeom>
            <a:ln w="31750">
              <a:solidFill>
                <a:srgbClr val="00AF5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6617207" y="3308604"/>
              <a:ext cx="711835" cy="340995"/>
            </a:xfrm>
            <a:custGeom>
              <a:avLst/>
              <a:gdLst/>
              <a:ahLst/>
              <a:cxnLst/>
              <a:rect l="l" t="t" r="r" b="b"/>
              <a:pathLst>
                <a:path w="711834" h="340995">
                  <a:moveTo>
                    <a:pt x="0" y="56769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9" y="0"/>
                  </a:lnTo>
                  <a:lnTo>
                    <a:pt x="654939" y="0"/>
                  </a:lnTo>
                  <a:lnTo>
                    <a:pt x="677042" y="4458"/>
                  </a:lnTo>
                  <a:lnTo>
                    <a:pt x="695086" y="16621"/>
                  </a:lnTo>
                  <a:lnTo>
                    <a:pt x="707249" y="34665"/>
                  </a:lnTo>
                  <a:lnTo>
                    <a:pt x="711708" y="56769"/>
                  </a:lnTo>
                  <a:lnTo>
                    <a:pt x="711708" y="283845"/>
                  </a:lnTo>
                  <a:lnTo>
                    <a:pt x="707249" y="305948"/>
                  </a:lnTo>
                  <a:lnTo>
                    <a:pt x="695086" y="323992"/>
                  </a:lnTo>
                  <a:lnTo>
                    <a:pt x="677042" y="336155"/>
                  </a:lnTo>
                  <a:lnTo>
                    <a:pt x="654939" y="340614"/>
                  </a:lnTo>
                  <a:lnTo>
                    <a:pt x="56769" y="340614"/>
                  </a:lnTo>
                  <a:lnTo>
                    <a:pt x="34665" y="336155"/>
                  </a:lnTo>
                  <a:lnTo>
                    <a:pt x="16621" y="323992"/>
                  </a:lnTo>
                  <a:lnTo>
                    <a:pt x="4458" y="305948"/>
                  </a:lnTo>
                  <a:lnTo>
                    <a:pt x="0" y="283845"/>
                  </a:lnTo>
                  <a:lnTo>
                    <a:pt x="0" y="56769"/>
                  </a:lnTo>
                  <a:close/>
                </a:path>
              </a:pathLst>
            </a:custGeom>
            <a:ln w="31750">
              <a:solidFill>
                <a:srgbClr val="006FC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603250" y="886713"/>
          <a:ext cx="4509135" cy="7410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85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 marL="25654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𝒗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𝒑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9" name="object 9"/>
          <p:cNvSpPr/>
          <p:nvPr/>
        </p:nvSpPr>
        <p:spPr>
          <a:xfrm>
            <a:off x="2878073" y="1264919"/>
            <a:ext cx="711835" cy="340995"/>
          </a:xfrm>
          <a:custGeom>
            <a:avLst/>
            <a:gdLst/>
            <a:ahLst/>
            <a:cxnLst/>
            <a:rect l="l" t="t" r="r" b="b"/>
            <a:pathLst>
              <a:path w="711835" h="340994">
                <a:moveTo>
                  <a:pt x="0" y="56768"/>
                </a:moveTo>
                <a:lnTo>
                  <a:pt x="4458" y="34665"/>
                </a:lnTo>
                <a:lnTo>
                  <a:pt x="16621" y="16621"/>
                </a:lnTo>
                <a:lnTo>
                  <a:pt x="34665" y="4458"/>
                </a:lnTo>
                <a:lnTo>
                  <a:pt x="56768" y="0"/>
                </a:lnTo>
                <a:lnTo>
                  <a:pt x="654938" y="0"/>
                </a:lnTo>
                <a:lnTo>
                  <a:pt x="677042" y="4458"/>
                </a:lnTo>
                <a:lnTo>
                  <a:pt x="695086" y="16621"/>
                </a:lnTo>
                <a:lnTo>
                  <a:pt x="707249" y="34665"/>
                </a:lnTo>
                <a:lnTo>
                  <a:pt x="711708" y="56768"/>
                </a:lnTo>
                <a:lnTo>
                  <a:pt x="711708" y="283844"/>
                </a:lnTo>
                <a:lnTo>
                  <a:pt x="707249" y="305948"/>
                </a:lnTo>
                <a:lnTo>
                  <a:pt x="695086" y="323992"/>
                </a:lnTo>
                <a:lnTo>
                  <a:pt x="677042" y="336155"/>
                </a:lnTo>
                <a:lnTo>
                  <a:pt x="654938" y="340613"/>
                </a:lnTo>
                <a:lnTo>
                  <a:pt x="56768" y="340613"/>
                </a:lnTo>
                <a:lnTo>
                  <a:pt x="34665" y="336155"/>
                </a:lnTo>
                <a:lnTo>
                  <a:pt x="16621" y="323992"/>
                </a:lnTo>
                <a:lnTo>
                  <a:pt x="4458" y="305948"/>
                </a:lnTo>
                <a:lnTo>
                  <a:pt x="0" y="283844"/>
                </a:lnTo>
                <a:lnTo>
                  <a:pt x="0" y="56768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10707116" y="1375155"/>
            <a:ext cx="9772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=</a:t>
            </a:r>
            <a:r>
              <a:rPr sz="2400" spc="130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𝟏𝟑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3" name="object 3">
            <a:extLst>
              <a:ext uri="{FF2B5EF4-FFF2-40B4-BE49-F238E27FC236}">
                <a16:creationId xmlns:a16="http://schemas.microsoft.com/office/drawing/2014/main" id="{42B6633D-31C0-2442-84F0-86CA14424FFA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61257" y="112482"/>
            <a:ext cx="3925124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算</a:t>
            </a:r>
            <a:r>
              <a:rPr lang="zh-CN" altLang="en-US" spc="-50" dirty="0">
                <a:latin typeface="SimSun" panose="02010600030101010101" pitchFamily="2" charset="-122"/>
                <a:ea typeface="SimSun" panose="02010600030101010101" pitchFamily="2" charset="-122"/>
              </a:rPr>
              <a:t>法实例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603250" y="1817370"/>
          <a:ext cx="11176634" cy="25927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29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1800" spc="-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𝒄]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4" name="object 4"/>
          <p:cNvSpPr/>
          <p:nvPr/>
        </p:nvSpPr>
        <p:spPr>
          <a:xfrm>
            <a:off x="4363211" y="2950464"/>
            <a:ext cx="711200" cy="340995"/>
          </a:xfrm>
          <a:custGeom>
            <a:avLst/>
            <a:gdLst/>
            <a:ahLst/>
            <a:cxnLst/>
            <a:rect l="l" t="t" r="r" b="b"/>
            <a:pathLst>
              <a:path w="711200" h="340995">
                <a:moveTo>
                  <a:pt x="0" y="56769"/>
                </a:moveTo>
                <a:lnTo>
                  <a:pt x="4458" y="34665"/>
                </a:lnTo>
                <a:lnTo>
                  <a:pt x="16621" y="16621"/>
                </a:lnTo>
                <a:lnTo>
                  <a:pt x="34665" y="4458"/>
                </a:lnTo>
                <a:lnTo>
                  <a:pt x="56768" y="0"/>
                </a:lnTo>
                <a:lnTo>
                  <a:pt x="654176" y="0"/>
                </a:lnTo>
                <a:lnTo>
                  <a:pt x="676280" y="4458"/>
                </a:lnTo>
                <a:lnTo>
                  <a:pt x="694324" y="16621"/>
                </a:lnTo>
                <a:lnTo>
                  <a:pt x="706487" y="34665"/>
                </a:lnTo>
                <a:lnTo>
                  <a:pt x="710946" y="56769"/>
                </a:lnTo>
                <a:lnTo>
                  <a:pt x="710946" y="283845"/>
                </a:lnTo>
                <a:lnTo>
                  <a:pt x="706487" y="305948"/>
                </a:lnTo>
                <a:lnTo>
                  <a:pt x="694324" y="323992"/>
                </a:lnTo>
                <a:lnTo>
                  <a:pt x="676280" y="336155"/>
                </a:lnTo>
                <a:lnTo>
                  <a:pt x="654176" y="340613"/>
                </a:lnTo>
                <a:lnTo>
                  <a:pt x="56768" y="340613"/>
                </a:lnTo>
                <a:lnTo>
                  <a:pt x="34665" y="336155"/>
                </a:lnTo>
                <a:lnTo>
                  <a:pt x="16621" y="323992"/>
                </a:lnTo>
                <a:lnTo>
                  <a:pt x="4458" y="305948"/>
                </a:lnTo>
                <a:lnTo>
                  <a:pt x="0" y="283845"/>
                </a:lnTo>
                <a:lnTo>
                  <a:pt x="0" y="56769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" name="object 5"/>
          <p:cNvGrpSpPr/>
          <p:nvPr/>
        </p:nvGrpSpPr>
        <p:grpSpPr>
          <a:xfrm>
            <a:off x="7338186" y="2934589"/>
            <a:ext cx="742950" cy="730885"/>
            <a:chOff x="7338186" y="2934589"/>
            <a:chExt cx="742950" cy="730885"/>
          </a:xfrm>
        </p:grpSpPr>
        <p:sp>
          <p:nvSpPr>
            <p:cNvPr id="6" name="object 6"/>
            <p:cNvSpPr/>
            <p:nvPr/>
          </p:nvSpPr>
          <p:spPr>
            <a:xfrm>
              <a:off x="7354061" y="2950464"/>
              <a:ext cx="711200" cy="340995"/>
            </a:xfrm>
            <a:custGeom>
              <a:avLst/>
              <a:gdLst/>
              <a:ahLst/>
              <a:cxnLst/>
              <a:rect l="l" t="t" r="r" b="b"/>
              <a:pathLst>
                <a:path w="711200" h="340995">
                  <a:moveTo>
                    <a:pt x="0" y="56769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9" y="0"/>
                  </a:lnTo>
                  <a:lnTo>
                    <a:pt x="654177" y="0"/>
                  </a:lnTo>
                  <a:lnTo>
                    <a:pt x="676280" y="4458"/>
                  </a:lnTo>
                  <a:lnTo>
                    <a:pt x="694324" y="16621"/>
                  </a:lnTo>
                  <a:lnTo>
                    <a:pt x="706487" y="34665"/>
                  </a:lnTo>
                  <a:lnTo>
                    <a:pt x="710946" y="56769"/>
                  </a:lnTo>
                  <a:lnTo>
                    <a:pt x="710946" y="283845"/>
                  </a:lnTo>
                  <a:lnTo>
                    <a:pt x="706487" y="305948"/>
                  </a:lnTo>
                  <a:lnTo>
                    <a:pt x="694324" y="323992"/>
                  </a:lnTo>
                  <a:lnTo>
                    <a:pt x="676280" y="336155"/>
                  </a:lnTo>
                  <a:lnTo>
                    <a:pt x="654177" y="340613"/>
                  </a:lnTo>
                  <a:lnTo>
                    <a:pt x="56769" y="340613"/>
                  </a:lnTo>
                  <a:lnTo>
                    <a:pt x="34665" y="336155"/>
                  </a:lnTo>
                  <a:lnTo>
                    <a:pt x="16621" y="323992"/>
                  </a:lnTo>
                  <a:lnTo>
                    <a:pt x="4458" y="305948"/>
                  </a:lnTo>
                  <a:lnTo>
                    <a:pt x="0" y="283845"/>
                  </a:lnTo>
                  <a:lnTo>
                    <a:pt x="0" y="56769"/>
                  </a:lnTo>
                  <a:close/>
                </a:path>
              </a:pathLst>
            </a:custGeom>
            <a:ln w="31750">
              <a:solidFill>
                <a:srgbClr val="00AF5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7354061" y="3308604"/>
              <a:ext cx="711200" cy="340995"/>
            </a:xfrm>
            <a:custGeom>
              <a:avLst/>
              <a:gdLst/>
              <a:ahLst/>
              <a:cxnLst/>
              <a:rect l="l" t="t" r="r" b="b"/>
              <a:pathLst>
                <a:path w="711200" h="340995">
                  <a:moveTo>
                    <a:pt x="0" y="56769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9" y="0"/>
                  </a:lnTo>
                  <a:lnTo>
                    <a:pt x="654177" y="0"/>
                  </a:lnTo>
                  <a:lnTo>
                    <a:pt x="676280" y="4458"/>
                  </a:lnTo>
                  <a:lnTo>
                    <a:pt x="694324" y="16621"/>
                  </a:lnTo>
                  <a:lnTo>
                    <a:pt x="706487" y="34665"/>
                  </a:lnTo>
                  <a:lnTo>
                    <a:pt x="710946" y="56769"/>
                  </a:lnTo>
                  <a:lnTo>
                    <a:pt x="710946" y="283845"/>
                  </a:lnTo>
                  <a:lnTo>
                    <a:pt x="706487" y="305948"/>
                  </a:lnTo>
                  <a:lnTo>
                    <a:pt x="694324" y="323992"/>
                  </a:lnTo>
                  <a:lnTo>
                    <a:pt x="676280" y="336155"/>
                  </a:lnTo>
                  <a:lnTo>
                    <a:pt x="654177" y="340614"/>
                  </a:lnTo>
                  <a:lnTo>
                    <a:pt x="56769" y="340614"/>
                  </a:lnTo>
                  <a:lnTo>
                    <a:pt x="34665" y="336155"/>
                  </a:lnTo>
                  <a:lnTo>
                    <a:pt x="16621" y="323992"/>
                  </a:lnTo>
                  <a:lnTo>
                    <a:pt x="4458" y="305948"/>
                  </a:lnTo>
                  <a:lnTo>
                    <a:pt x="0" y="283845"/>
                  </a:lnTo>
                  <a:lnTo>
                    <a:pt x="0" y="56769"/>
                  </a:lnTo>
                  <a:close/>
                </a:path>
              </a:pathLst>
            </a:custGeom>
            <a:ln w="31750">
              <a:solidFill>
                <a:srgbClr val="006FC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603250" y="886713"/>
          <a:ext cx="4509135" cy="7410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85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 marL="25654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𝒗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𝒑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9" name="object 9"/>
          <p:cNvSpPr/>
          <p:nvPr/>
        </p:nvSpPr>
        <p:spPr>
          <a:xfrm>
            <a:off x="2878073" y="1264919"/>
            <a:ext cx="711835" cy="340995"/>
          </a:xfrm>
          <a:custGeom>
            <a:avLst/>
            <a:gdLst/>
            <a:ahLst/>
            <a:cxnLst/>
            <a:rect l="l" t="t" r="r" b="b"/>
            <a:pathLst>
              <a:path w="711835" h="340994">
                <a:moveTo>
                  <a:pt x="0" y="56768"/>
                </a:moveTo>
                <a:lnTo>
                  <a:pt x="4458" y="34665"/>
                </a:lnTo>
                <a:lnTo>
                  <a:pt x="16621" y="16621"/>
                </a:lnTo>
                <a:lnTo>
                  <a:pt x="34665" y="4458"/>
                </a:lnTo>
                <a:lnTo>
                  <a:pt x="56768" y="0"/>
                </a:lnTo>
                <a:lnTo>
                  <a:pt x="654938" y="0"/>
                </a:lnTo>
                <a:lnTo>
                  <a:pt x="677042" y="4458"/>
                </a:lnTo>
                <a:lnTo>
                  <a:pt x="695086" y="16621"/>
                </a:lnTo>
                <a:lnTo>
                  <a:pt x="707249" y="34665"/>
                </a:lnTo>
                <a:lnTo>
                  <a:pt x="711708" y="56768"/>
                </a:lnTo>
                <a:lnTo>
                  <a:pt x="711708" y="283844"/>
                </a:lnTo>
                <a:lnTo>
                  <a:pt x="707249" y="305948"/>
                </a:lnTo>
                <a:lnTo>
                  <a:pt x="695086" y="323992"/>
                </a:lnTo>
                <a:lnTo>
                  <a:pt x="677042" y="336155"/>
                </a:lnTo>
                <a:lnTo>
                  <a:pt x="654938" y="340613"/>
                </a:lnTo>
                <a:lnTo>
                  <a:pt x="56768" y="340613"/>
                </a:lnTo>
                <a:lnTo>
                  <a:pt x="34665" y="336155"/>
                </a:lnTo>
                <a:lnTo>
                  <a:pt x="16621" y="323992"/>
                </a:lnTo>
                <a:lnTo>
                  <a:pt x="4458" y="305948"/>
                </a:lnTo>
                <a:lnTo>
                  <a:pt x="0" y="283844"/>
                </a:lnTo>
                <a:lnTo>
                  <a:pt x="0" y="56768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10707116" y="1375155"/>
            <a:ext cx="9772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=</a:t>
            </a:r>
            <a:r>
              <a:rPr sz="2400" spc="130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𝟏𝟑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3" name="object 3">
            <a:extLst>
              <a:ext uri="{FF2B5EF4-FFF2-40B4-BE49-F238E27FC236}">
                <a16:creationId xmlns:a16="http://schemas.microsoft.com/office/drawing/2014/main" id="{CDF441A7-7871-4445-9320-3DACE4A504C3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61257" y="112482"/>
            <a:ext cx="3925124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算</a:t>
            </a:r>
            <a:r>
              <a:rPr lang="zh-CN" altLang="en-US" spc="-50" dirty="0">
                <a:latin typeface="SimSun" panose="02010600030101010101" pitchFamily="2" charset="-122"/>
                <a:ea typeface="SimSun" panose="02010600030101010101" pitchFamily="2" charset="-122"/>
              </a:rPr>
              <a:t>法实例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603250" y="1816354"/>
          <a:ext cx="11176634" cy="25927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29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1800" spc="-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𝒄]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4" name="object 4"/>
          <p:cNvSpPr/>
          <p:nvPr/>
        </p:nvSpPr>
        <p:spPr>
          <a:xfrm>
            <a:off x="5112258" y="2950464"/>
            <a:ext cx="711200" cy="340995"/>
          </a:xfrm>
          <a:custGeom>
            <a:avLst/>
            <a:gdLst/>
            <a:ahLst/>
            <a:cxnLst/>
            <a:rect l="l" t="t" r="r" b="b"/>
            <a:pathLst>
              <a:path w="711200" h="340995">
                <a:moveTo>
                  <a:pt x="0" y="56769"/>
                </a:moveTo>
                <a:lnTo>
                  <a:pt x="4458" y="34665"/>
                </a:lnTo>
                <a:lnTo>
                  <a:pt x="16621" y="16621"/>
                </a:lnTo>
                <a:lnTo>
                  <a:pt x="34665" y="4458"/>
                </a:lnTo>
                <a:lnTo>
                  <a:pt x="56768" y="0"/>
                </a:lnTo>
                <a:lnTo>
                  <a:pt x="654176" y="0"/>
                </a:lnTo>
                <a:lnTo>
                  <a:pt x="676280" y="4458"/>
                </a:lnTo>
                <a:lnTo>
                  <a:pt x="694324" y="16621"/>
                </a:lnTo>
                <a:lnTo>
                  <a:pt x="706487" y="34665"/>
                </a:lnTo>
                <a:lnTo>
                  <a:pt x="710945" y="56769"/>
                </a:lnTo>
                <a:lnTo>
                  <a:pt x="710945" y="283845"/>
                </a:lnTo>
                <a:lnTo>
                  <a:pt x="706487" y="305948"/>
                </a:lnTo>
                <a:lnTo>
                  <a:pt x="694324" y="323992"/>
                </a:lnTo>
                <a:lnTo>
                  <a:pt x="676280" y="336155"/>
                </a:lnTo>
                <a:lnTo>
                  <a:pt x="654176" y="340613"/>
                </a:lnTo>
                <a:lnTo>
                  <a:pt x="56768" y="340613"/>
                </a:lnTo>
                <a:lnTo>
                  <a:pt x="34665" y="336155"/>
                </a:lnTo>
                <a:lnTo>
                  <a:pt x="16621" y="323992"/>
                </a:lnTo>
                <a:lnTo>
                  <a:pt x="4458" y="305948"/>
                </a:lnTo>
                <a:lnTo>
                  <a:pt x="0" y="283845"/>
                </a:lnTo>
                <a:lnTo>
                  <a:pt x="0" y="56769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" name="object 5"/>
          <p:cNvGrpSpPr/>
          <p:nvPr/>
        </p:nvGrpSpPr>
        <p:grpSpPr>
          <a:xfrm>
            <a:off x="8087232" y="2934589"/>
            <a:ext cx="743585" cy="730885"/>
            <a:chOff x="8087232" y="2934589"/>
            <a:chExt cx="743585" cy="730885"/>
          </a:xfrm>
        </p:grpSpPr>
        <p:sp>
          <p:nvSpPr>
            <p:cNvPr id="6" name="object 6"/>
            <p:cNvSpPr/>
            <p:nvPr/>
          </p:nvSpPr>
          <p:spPr>
            <a:xfrm>
              <a:off x="8103107" y="2950464"/>
              <a:ext cx="711835" cy="340995"/>
            </a:xfrm>
            <a:custGeom>
              <a:avLst/>
              <a:gdLst/>
              <a:ahLst/>
              <a:cxnLst/>
              <a:rect l="l" t="t" r="r" b="b"/>
              <a:pathLst>
                <a:path w="711834" h="340995">
                  <a:moveTo>
                    <a:pt x="0" y="56769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9" y="0"/>
                  </a:lnTo>
                  <a:lnTo>
                    <a:pt x="654939" y="0"/>
                  </a:lnTo>
                  <a:lnTo>
                    <a:pt x="677042" y="4458"/>
                  </a:lnTo>
                  <a:lnTo>
                    <a:pt x="695086" y="16621"/>
                  </a:lnTo>
                  <a:lnTo>
                    <a:pt x="707249" y="34665"/>
                  </a:lnTo>
                  <a:lnTo>
                    <a:pt x="711708" y="56769"/>
                  </a:lnTo>
                  <a:lnTo>
                    <a:pt x="711708" y="283845"/>
                  </a:lnTo>
                  <a:lnTo>
                    <a:pt x="707249" y="305948"/>
                  </a:lnTo>
                  <a:lnTo>
                    <a:pt x="695086" y="323992"/>
                  </a:lnTo>
                  <a:lnTo>
                    <a:pt x="677042" y="336155"/>
                  </a:lnTo>
                  <a:lnTo>
                    <a:pt x="654939" y="340613"/>
                  </a:lnTo>
                  <a:lnTo>
                    <a:pt x="56769" y="340613"/>
                  </a:lnTo>
                  <a:lnTo>
                    <a:pt x="34665" y="336155"/>
                  </a:lnTo>
                  <a:lnTo>
                    <a:pt x="16621" y="323992"/>
                  </a:lnTo>
                  <a:lnTo>
                    <a:pt x="4458" y="305948"/>
                  </a:lnTo>
                  <a:lnTo>
                    <a:pt x="0" y="283845"/>
                  </a:lnTo>
                  <a:lnTo>
                    <a:pt x="0" y="56769"/>
                  </a:lnTo>
                  <a:close/>
                </a:path>
              </a:pathLst>
            </a:custGeom>
            <a:ln w="31750">
              <a:solidFill>
                <a:srgbClr val="00AF5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103107" y="3308604"/>
              <a:ext cx="711835" cy="340995"/>
            </a:xfrm>
            <a:custGeom>
              <a:avLst/>
              <a:gdLst/>
              <a:ahLst/>
              <a:cxnLst/>
              <a:rect l="l" t="t" r="r" b="b"/>
              <a:pathLst>
                <a:path w="711834" h="340995">
                  <a:moveTo>
                    <a:pt x="0" y="56769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9" y="0"/>
                  </a:lnTo>
                  <a:lnTo>
                    <a:pt x="654939" y="0"/>
                  </a:lnTo>
                  <a:lnTo>
                    <a:pt x="677042" y="4458"/>
                  </a:lnTo>
                  <a:lnTo>
                    <a:pt x="695086" y="16621"/>
                  </a:lnTo>
                  <a:lnTo>
                    <a:pt x="707249" y="34665"/>
                  </a:lnTo>
                  <a:lnTo>
                    <a:pt x="711708" y="56769"/>
                  </a:lnTo>
                  <a:lnTo>
                    <a:pt x="711708" y="283845"/>
                  </a:lnTo>
                  <a:lnTo>
                    <a:pt x="707249" y="305948"/>
                  </a:lnTo>
                  <a:lnTo>
                    <a:pt x="695086" y="323992"/>
                  </a:lnTo>
                  <a:lnTo>
                    <a:pt x="677042" y="336155"/>
                  </a:lnTo>
                  <a:lnTo>
                    <a:pt x="654939" y="340614"/>
                  </a:lnTo>
                  <a:lnTo>
                    <a:pt x="56769" y="340614"/>
                  </a:lnTo>
                  <a:lnTo>
                    <a:pt x="34665" y="336155"/>
                  </a:lnTo>
                  <a:lnTo>
                    <a:pt x="16621" y="323992"/>
                  </a:lnTo>
                  <a:lnTo>
                    <a:pt x="4458" y="305948"/>
                  </a:lnTo>
                  <a:lnTo>
                    <a:pt x="0" y="283845"/>
                  </a:lnTo>
                  <a:lnTo>
                    <a:pt x="0" y="56769"/>
                  </a:lnTo>
                  <a:close/>
                </a:path>
              </a:pathLst>
            </a:custGeom>
            <a:ln w="31750">
              <a:solidFill>
                <a:srgbClr val="006FC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603250" y="886713"/>
          <a:ext cx="4509135" cy="7410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85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 marL="25654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𝒗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𝒑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9" name="object 9"/>
          <p:cNvSpPr/>
          <p:nvPr/>
        </p:nvSpPr>
        <p:spPr>
          <a:xfrm>
            <a:off x="2878073" y="1264919"/>
            <a:ext cx="711835" cy="340995"/>
          </a:xfrm>
          <a:custGeom>
            <a:avLst/>
            <a:gdLst/>
            <a:ahLst/>
            <a:cxnLst/>
            <a:rect l="l" t="t" r="r" b="b"/>
            <a:pathLst>
              <a:path w="711835" h="340994">
                <a:moveTo>
                  <a:pt x="0" y="56768"/>
                </a:moveTo>
                <a:lnTo>
                  <a:pt x="4458" y="34665"/>
                </a:lnTo>
                <a:lnTo>
                  <a:pt x="16621" y="16621"/>
                </a:lnTo>
                <a:lnTo>
                  <a:pt x="34665" y="4458"/>
                </a:lnTo>
                <a:lnTo>
                  <a:pt x="56768" y="0"/>
                </a:lnTo>
                <a:lnTo>
                  <a:pt x="654938" y="0"/>
                </a:lnTo>
                <a:lnTo>
                  <a:pt x="677042" y="4458"/>
                </a:lnTo>
                <a:lnTo>
                  <a:pt x="695086" y="16621"/>
                </a:lnTo>
                <a:lnTo>
                  <a:pt x="707249" y="34665"/>
                </a:lnTo>
                <a:lnTo>
                  <a:pt x="711708" y="56768"/>
                </a:lnTo>
                <a:lnTo>
                  <a:pt x="711708" y="283844"/>
                </a:lnTo>
                <a:lnTo>
                  <a:pt x="707249" y="305948"/>
                </a:lnTo>
                <a:lnTo>
                  <a:pt x="695086" y="323992"/>
                </a:lnTo>
                <a:lnTo>
                  <a:pt x="677042" y="336155"/>
                </a:lnTo>
                <a:lnTo>
                  <a:pt x="654938" y="340613"/>
                </a:lnTo>
                <a:lnTo>
                  <a:pt x="56768" y="340613"/>
                </a:lnTo>
                <a:lnTo>
                  <a:pt x="34665" y="336155"/>
                </a:lnTo>
                <a:lnTo>
                  <a:pt x="16621" y="323992"/>
                </a:lnTo>
                <a:lnTo>
                  <a:pt x="4458" y="305948"/>
                </a:lnTo>
                <a:lnTo>
                  <a:pt x="0" y="283844"/>
                </a:lnTo>
                <a:lnTo>
                  <a:pt x="0" y="56768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10707116" y="1375155"/>
            <a:ext cx="9772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=</a:t>
            </a:r>
            <a:r>
              <a:rPr sz="2400" spc="130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𝟏𝟑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3" name="object 3">
            <a:extLst>
              <a:ext uri="{FF2B5EF4-FFF2-40B4-BE49-F238E27FC236}">
                <a16:creationId xmlns:a16="http://schemas.microsoft.com/office/drawing/2014/main" id="{D27FC20D-2C22-FA48-A1DA-166857BA2C51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61257" y="112482"/>
            <a:ext cx="3925124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算</a:t>
            </a:r>
            <a:r>
              <a:rPr lang="zh-CN" altLang="en-US" spc="-50" dirty="0">
                <a:latin typeface="SimSun" panose="02010600030101010101" pitchFamily="2" charset="-122"/>
                <a:ea typeface="SimSun" panose="02010600030101010101" pitchFamily="2" charset="-122"/>
              </a:rPr>
              <a:t>法实例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603250" y="1816354"/>
          <a:ext cx="11176634" cy="25927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29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1800" spc="-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𝒄]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4" name="object 4"/>
          <p:cNvSpPr/>
          <p:nvPr/>
        </p:nvSpPr>
        <p:spPr>
          <a:xfrm>
            <a:off x="5849111" y="2950464"/>
            <a:ext cx="711200" cy="340995"/>
          </a:xfrm>
          <a:custGeom>
            <a:avLst/>
            <a:gdLst/>
            <a:ahLst/>
            <a:cxnLst/>
            <a:rect l="l" t="t" r="r" b="b"/>
            <a:pathLst>
              <a:path w="711200" h="340995">
                <a:moveTo>
                  <a:pt x="0" y="56769"/>
                </a:moveTo>
                <a:lnTo>
                  <a:pt x="4458" y="34665"/>
                </a:lnTo>
                <a:lnTo>
                  <a:pt x="16621" y="16621"/>
                </a:lnTo>
                <a:lnTo>
                  <a:pt x="34665" y="4458"/>
                </a:lnTo>
                <a:lnTo>
                  <a:pt x="56768" y="0"/>
                </a:lnTo>
                <a:lnTo>
                  <a:pt x="654177" y="0"/>
                </a:lnTo>
                <a:lnTo>
                  <a:pt x="676280" y="4458"/>
                </a:lnTo>
                <a:lnTo>
                  <a:pt x="694324" y="16621"/>
                </a:lnTo>
                <a:lnTo>
                  <a:pt x="706487" y="34665"/>
                </a:lnTo>
                <a:lnTo>
                  <a:pt x="710945" y="56769"/>
                </a:lnTo>
                <a:lnTo>
                  <a:pt x="710945" y="283845"/>
                </a:lnTo>
                <a:lnTo>
                  <a:pt x="706487" y="305948"/>
                </a:lnTo>
                <a:lnTo>
                  <a:pt x="694324" y="323992"/>
                </a:lnTo>
                <a:lnTo>
                  <a:pt x="676280" y="336155"/>
                </a:lnTo>
                <a:lnTo>
                  <a:pt x="654177" y="340613"/>
                </a:lnTo>
                <a:lnTo>
                  <a:pt x="56768" y="340613"/>
                </a:lnTo>
                <a:lnTo>
                  <a:pt x="34665" y="336155"/>
                </a:lnTo>
                <a:lnTo>
                  <a:pt x="16621" y="323992"/>
                </a:lnTo>
                <a:lnTo>
                  <a:pt x="4458" y="305948"/>
                </a:lnTo>
                <a:lnTo>
                  <a:pt x="0" y="283845"/>
                </a:lnTo>
                <a:lnTo>
                  <a:pt x="0" y="56769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" name="object 5"/>
          <p:cNvGrpSpPr/>
          <p:nvPr/>
        </p:nvGrpSpPr>
        <p:grpSpPr>
          <a:xfrm>
            <a:off x="8824086" y="2934589"/>
            <a:ext cx="742950" cy="730885"/>
            <a:chOff x="8824086" y="2934589"/>
            <a:chExt cx="742950" cy="730885"/>
          </a:xfrm>
        </p:grpSpPr>
        <p:sp>
          <p:nvSpPr>
            <p:cNvPr id="6" name="object 6"/>
            <p:cNvSpPr/>
            <p:nvPr/>
          </p:nvSpPr>
          <p:spPr>
            <a:xfrm>
              <a:off x="8839961" y="2950464"/>
              <a:ext cx="711200" cy="340995"/>
            </a:xfrm>
            <a:custGeom>
              <a:avLst/>
              <a:gdLst/>
              <a:ahLst/>
              <a:cxnLst/>
              <a:rect l="l" t="t" r="r" b="b"/>
              <a:pathLst>
                <a:path w="711200" h="340995">
                  <a:moveTo>
                    <a:pt x="0" y="56769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9" y="0"/>
                  </a:lnTo>
                  <a:lnTo>
                    <a:pt x="654177" y="0"/>
                  </a:lnTo>
                  <a:lnTo>
                    <a:pt x="676280" y="4458"/>
                  </a:lnTo>
                  <a:lnTo>
                    <a:pt x="694324" y="16621"/>
                  </a:lnTo>
                  <a:lnTo>
                    <a:pt x="706487" y="34665"/>
                  </a:lnTo>
                  <a:lnTo>
                    <a:pt x="710946" y="56769"/>
                  </a:lnTo>
                  <a:lnTo>
                    <a:pt x="710946" y="283845"/>
                  </a:lnTo>
                  <a:lnTo>
                    <a:pt x="706487" y="305948"/>
                  </a:lnTo>
                  <a:lnTo>
                    <a:pt x="694324" y="323992"/>
                  </a:lnTo>
                  <a:lnTo>
                    <a:pt x="676280" y="336155"/>
                  </a:lnTo>
                  <a:lnTo>
                    <a:pt x="654177" y="340613"/>
                  </a:lnTo>
                  <a:lnTo>
                    <a:pt x="56769" y="340613"/>
                  </a:lnTo>
                  <a:lnTo>
                    <a:pt x="34665" y="336155"/>
                  </a:lnTo>
                  <a:lnTo>
                    <a:pt x="16621" y="323992"/>
                  </a:lnTo>
                  <a:lnTo>
                    <a:pt x="4458" y="305948"/>
                  </a:lnTo>
                  <a:lnTo>
                    <a:pt x="0" y="283845"/>
                  </a:lnTo>
                  <a:lnTo>
                    <a:pt x="0" y="56769"/>
                  </a:lnTo>
                  <a:close/>
                </a:path>
              </a:pathLst>
            </a:custGeom>
            <a:ln w="31750">
              <a:solidFill>
                <a:srgbClr val="00AF5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839961" y="3308604"/>
              <a:ext cx="711200" cy="340995"/>
            </a:xfrm>
            <a:custGeom>
              <a:avLst/>
              <a:gdLst/>
              <a:ahLst/>
              <a:cxnLst/>
              <a:rect l="l" t="t" r="r" b="b"/>
              <a:pathLst>
                <a:path w="711200" h="340995">
                  <a:moveTo>
                    <a:pt x="0" y="56769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9" y="0"/>
                  </a:lnTo>
                  <a:lnTo>
                    <a:pt x="654177" y="0"/>
                  </a:lnTo>
                  <a:lnTo>
                    <a:pt x="676280" y="4458"/>
                  </a:lnTo>
                  <a:lnTo>
                    <a:pt x="694324" y="16621"/>
                  </a:lnTo>
                  <a:lnTo>
                    <a:pt x="706487" y="34665"/>
                  </a:lnTo>
                  <a:lnTo>
                    <a:pt x="710946" y="56769"/>
                  </a:lnTo>
                  <a:lnTo>
                    <a:pt x="710946" y="283845"/>
                  </a:lnTo>
                  <a:lnTo>
                    <a:pt x="706487" y="305948"/>
                  </a:lnTo>
                  <a:lnTo>
                    <a:pt x="694324" y="323992"/>
                  </a:lnTo>
                  <a:lnTo>
                    <a:pt x="676280" y="336155"/>
                  </a:lnTo>
                  <a:lnTo>
                    <a:pt x="654177" y="340614"/>
                  </a:lnTo>
                  <a:lnTo>
                    <a:pt x="56769" y="340614"/>
                  </a:lnTo>
                  <a:lnTo>
                    <a:pt x="34665" y="336155"/>
                  </a:lnTo>
                  <a:lnTo>
                    <a:pt x="16621" y="323992"/>
                  </a:lnTo>
                  <a:lnTo>
                    <a:pt x="4458" y="305948"/>
                  </a:lnTo>
                  <a:lnTo>
                    <a:pt x="0" y="283845"/>
                  </a:lnTo>
                  <a:lnTo>
                    <a:pt x="0" y="56769"/>
                  </a:lnTo>
                  <a:close/>
                </a:path>
              </a:pathLst>
            </a:custGeom>
            <a:ln w="31750">
              <a:solidFill>
                <a:srgbClr val="006FC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603250" y="886713"/>
          <a:ext cx="4509135" cy="7410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85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 marL="25654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𝒗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 dirty="0">
                          <a:latin typeface="Cambria Math"/>
                          <a:cs typeface="Cambria Math"/>
                        </a:rPr>
                        <a:t>𝒑</a:t>
                      </a:r>
                      <a:r>
                        <a:rPr sz="1950" spc="-37" baseline="-14957" dirty="0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 dirty="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dirty="0">
                          <a:latin typeface="Times New Roman"/>
                          <a:cs typeface="Times New Roman"/>
                        </a:rPr>
                        <a:t>9</a:t>
                      </a:r>
                      <a:endParaRPr sz="18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9" name="object 9"/>
          <p:cNvSpPr/>
          <p:nvPr/>
        </p:nvSpPr>
        <p:spPr>
          <a:xfrm>
            <a:off x="2878073" y="1264919"/>
            <a:ext cx="711835" cy="340995"/>
          </a:xfrm>
          <a:custGeom>
            <a:avLst/>
            <a:gdLst/>
            <a:ahLst/>
            <a:cxnLst/>
            <a:rect l="l" t="t" r="r" b="b"/>
            <a:pathLst>
              <a:path w="711835" h="340994">
                <a:moveTo>
                  <a:pt x="0" y="56768"/>
                </a:moveTo>
                <a:lnTo>
                  <a:pt x="4458" y="34665"/>
                </a:lnTo>
                <a:lnTo>
                  <a:pt x="16621" y="16621"/>
                </a:lnTo>
                <a:lnTo>
                  <a:pt x="34665" y="4458"/>
                </a:lnTo>
                <a:lnTo>
                  <a:pt x="56768" y="0"/>
                </a:lnTo>
                <a:lnTo>
                  <a:pt x="654938" y="0"/>
                </a:lnTo>
                <a:lnTo>
                  <a:pt x="677042" y="4458"/>
                </a:lnTo>
                <a:lnTo>
                  <a:pt x="695086" y="16621"/>
                </a:lnTo>
                <a:lnTo>
                  <a:pt x="707249" y="34665"/>
                </a:lnTo>
                <a:lnTo>
                  <a:pt x="711708" y="56768"/>
                </a:lnTo>
                <a:lnTo>
                  <a:pt x="711708" y="283844"/>
                </a:lnTo>
                <a:lnTo>
                  <a:pt x="707249" y="305948"/>
                </a:lnTo>
                <a:lnTo>
                  <a:pt x="695086" y="323992"/>
                </a:lnTo>
                <a:lnTo>
                  <a:pt x="677042" y="336155"/>
                </a:lnTo>
                <a:lnTo>
                  <a:pt x="654938" y="340613"/>
                </a:lnTo>
                <a:lnTo>
                  <a:pt x="56768" y="340613"/>
                </a:lnTo>
                <a:lnTo>
                  <a:pt x="34665" y="336155"/>
                </a:lnTo>
                <a:lnTo>
                  <a:pt x="16621" y="323992"/>
                </a:lnTo>
                <a:lnTo>
                  <a:pt x="4458" y="305948"/>
                </a:lnTo>
                <a:lnTo>
                  <a:pt x="0" y="283844"/>
                </a:lnTo>
                <a:lnTo>
                  <a:pt x="0" y="56768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10707116" y="1375155"/>
            <a:ext cx="9772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=</a:t>
            </a:r>
            <a:r>
              <a:rPr sz="2400" spc="130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𝟏𝟑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4" name="object 3">
            <a:extLst>
              <a:ext uri="{FF2B5EF4-FFF2-40B4-BE49-F238E27FC236}">
                <a16:creationId xmlns:a16="http://schemas.microsoft.com/office/drawing/2014/main" id="{9F411CCF-DD4C-2040-861A-5656FE704223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61257" y="112482"/>
            <a:ext cx="3925124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算</a:t>
            </a:r>
            <a:r>
              <a:rPr lang="zh-CN" altLang="en-US" spc="-50" dirty="0">
                <a:latin typeface="SimSun" panose="02010600030101010101" pitchFamily="2" charset="-122"/>
                <a:ea typeface="SimSun" panose="02010600030101010101" pitchFamily="2" charset="-122"/>
              </a:rPr>
              <a:t>法实例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609600" y="1822704"/>
            <a:ext cx="11170285" cy="2595880"/>
            <a:chOff x="609600" y="1822704"/>
            <a:chExt cx="11170285" cy="2595880"/>
          </a:xfrm>
        </p:grpSpPr>
        <p:sp>
          <p:nvSpPr>
            <p:cNvPr id="4" name="object 4"/>
            <p:cNvSpPr/>
            <p:nvPr/>
          </p:nvSpPr>
          <p:spPr>
            <a:xfrm>
              <a:off x="609600" y="1822704"/>
              <a:ext cx="11170285" cy="2595880"/>
            </a:xfrm>
            <a:custGeom>
              <a:avLst/>
              <a:gdLst/>
              <a:ahLst/>
              <a:cxnLst/>
              <a:rect l="l" t="t" r="r" b="b"/>
              <a:pathLst>
                <a:path w="11170285" h="2595879">
                  <a:moveTo>
                    <a:pt x="11170031" y="0"/>
                  </a:moveTo>
                  <a:lnTo>
                    <a:pt x="0" y="0"/>
                  </a:lnTo>
                  <a:lnTo>
                    <a:pt x="0" y="2595880"/>
                  </a:lnTo>
                  <a:lnTo>
                    <a:pt x="11170031" y="2595880"/>
                  </a:lnTo>
                  <a:lnTo>
                    <a:pt x="11170031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9552178" y="2935224"/>
              <a:ext cx="742950" cy="370840"/>
            </a:xfrm>
            <a:custGeom>
              <a:avLst/>
              <a:gdLst/>
              <a:ahLst/>
              <a:cxnLst/>
              <a:rect l="l" t="t" r="r" b="b"/>
              <a:pathLst>
                <a:path w="742950" h="370839">
                  <a:moveTo>
                    <a:pt x="742492" y="0"/>
                  </a:moveTo>
                  <a:lnTo>
                    <a:pt x="0" y="0"/>
                  </a:lnTo>
                  <a:lnTo>
                    <a:pt x="0" y="370839"/>
                  </a:lnTo>
                  <a:lnTo>
                    <a:pt x="742492" y="370839"/>
                  </a:lnTo>
                  <a:lnTo>
                    <a:pt x="742492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9552178" y="3306064"/>
              <a:ext cx="742950" cy="370840"/>
            </a:xfrm>
            <a:custGeom>
              <a:avLst/>
              <a:gdLst/>
              <a:ahLst/>
              <a:cxnLst/>
              <a:rect l="l" t="t" r="r" b="b"/>
              <a:pathLst>
                <a:path w="742950" h="370839">
                  <a:moveTo>
                    <a:pt x="742492" y="0"/>
                  </a:moveTo>
                  <a:lnTo>
                    <a:pt x="0" y="0"/>
                  </a:lnTo>
                  <a:lnTo>
                    <a:pt x="0" y="370840"/>
                  </a:lnTo>
                  <a:lnTo>
                    <a:pt x="742492" y="370840"/>
                  </a:lnTo>
                  <a:lnTo>
                    <a:pt x="742492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603250" y="1816354"/>
          <a:ext cx="11176634" cy="25927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29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1800" spc="-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𝒄]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8" name="object 8"/>
          <p:cNvSpPr/>
          <p:nvPr/>
        </p:nvSpPr>
        <p:spPr>
          <a:xfrm>
            <a:off x="6611111" y="2950464"/>
            <a:ext cx="711200" cy="340995"/>
          </a:xfrm>
          <a:custGeom>
            <a:avLst/>
            <a:gdLst/>
            <a:ahLst/>
            <a:cxnLst/>
            <a:rect l="l" t="t" r="r" b="b"/>
            <a:pathLst>
              <a:path w="711200" h="340995">
                <a:moveTo>
                  <a:pt x="0" y="56769"/>
                </a:moveTo>
                <a:lnTo>
                  <a:pt x="4458" y="34665"/>
                </a:lnTo>
                <a:lnTo>
                  <a:pt x="16621" y="16621"/>
                </a:lnTo>
                <a:lnTo>
                  <a:pt x="34665" y="4458"/>
                </a:lnTo>
                <a:lnTo>
                  <a:pt x="56769" y="0"/>
                </a:lnTo>
                <a:lnTo>
                  <a:pt x="654177" y="0"/>
                </a:lnTo>
                <a:lnTo>
                  <a:pt x="676280" y="4458"/>
                </a:lnTo>
                <a:lnTo>
                  <a:pt x="694324" y="16621"/>
                </a:lnTo>
                <a:lnTo>
                  <a:pt x="706487" y="34665"/>
                </a:lnTo>
                <a:lnTo>
                  <a:pt x="710946" y="56769"/>
                </a:lnTo>
                <a:lnTo>
                  <a:pt x="710946" y="283845"/>
                </a:lnTo>
                <a:lnTo>
                  <a:pt x="706487" y="305948"/>
                </a:lnTo>
                <a:lnTo>
                  <a:pt x="694324" y="323992"/>
                </a:lnTo>
                <a:lnTo>
                  <a:pt x="676280" y="336155"/>
                </a:lnTo>
                <a:lnTo>
                  <a:pt x="654177" y="340613"/>
                </a:lnTo>
                <a:lnTo>
                  <a:pt x="56769" y="340613"/>
                </a:lnTo>
                <a:lnTo>
                  <a:pt x="34665" y="336155"/>
                </a:lnTo>
                <a:lnTo>
                  <a:pt x="16621" y="323992"/>
                </a:lnTo>
                <a:lnTo>
                  <a:pt x="4458" y="305948"/>
                </a:lnTo>
                <a:lnTo>
                  <a:pt x="0" y="283845"/>
                </a:lnTo>
                <a:lnTo>
                  <a:pt x="0" y="56769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" name="object 9"/>
          <p:cNvGrpSpPr/>
          <p:nvPr/>
        </p:nvGrpSpPr>
        <p:grpSpPr>
          <a:xfrm>
            <a:off x="9586086" y="2934589"/>
            <a:ext cx="742950" cy="730885"/>
            <a:chOff x="9586086" y="2934589"/>
            <a:chExt cx="742950" cy="730885"/>
          </a:xfrm>
        </p:grpSpPr>
        <p:sp>
          <p:nvSpPr>
            <p:cNvPr id="10" name="object 10"/>
            <p:cNvSpPr/>
            <p:nvPr/>
          </p:nvSpPr>
          <p:spPr>
            <a:xfrm>
              <a:off x="9601961" y="2950464"/>
              <a:ext cx="711200" cy="340995"/>
            </a:xfrm>
            <a:custGeom>
              <a:avLst/>
              <a:gdLst/>
              <a:ahLst/>
              <a:cxnLst/>
              <a:rect l="l" t="t" r="r" b="b"/>
              <a:pathLst>
                <a:path w="711200" h="340995">
                  <a:moveTo>
                    <a:pt x="0" y="56769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9" y="0"/>
                  </a:lnTo>
                  <a:lnTo>
                    <a:pt x="654177" y="0"/>
                  </a:lnTo>
                  <a:lnTo>
                    <a:pt x="676280" y="4458"/>
                  </a:lnTo>
                  <a:lnTo>
                    <a:pt x="694324" y="16621"/>
                  </a:lnTo>
                  <a:lnTo>
                    <a:pt x="706487" y="34665"/>
                  </a:lnTo>
                  <a:lnTo>
                    <a:pt x="710946" y="56769"/>
                  </a:lnTo>
                  <a:lnTo>
                    <a:pt x="710946" y="283845"/>
                  </a:lnTo>
                  <a:lnTo>
                    <a:pt x="706487" y="305948"/>
                  </a:lnTo>
                  <a:lnTo>
                    <a:pt x="694324" y="323992"/>
                  </a:lnTo>
                  <a:lnTo>
                    <a:pt x="676280" y="336155"/>
                  </a:lnTo>
                  <a:lnTo>
                    <a:pt x="654177" y="340613"/>
                  </a:lnTo>
                  <a:lnTo>
                    <a:pt x="56769" y="340613"/>
                  </a:lnTo>
                  <a:lnTo>
                    <a:pt x="34665" y="336155"/>
                  </a:lnTo>
                  <a:lnTo>
                    <a:pt x="16621" y="323992"/>
                  </a:lnTo>
                  <a:lnTo>
                    <a:pt x="4458" y="305948"/>
                  </a:lnTo>
                  <a:lnTo>
                    <a:pt x="0" y="283845"/>
                  </a:lnTo>
                  <a:lnTo>
                    <a:pt x="0" y="56769"/>
                  </a:lnTo>
                  <a:close/>
                </a:path>
              </a:pathLst>
            </a:custGeom>
            <a:ln w="31750">
              <a:solidFill>
                <a:srgbClr val="00AF5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601961" y="3308604"/>
              <a:ext cx="711200" cy="340995"/>
            </a:xfrm>
            <a:custGeom>
              <a:avLst/>
              <a:gdLst/>
              <a:ahLst/>
              <a:cxnLst/>
              <a:rect l="l" t="t" r="r" b="b"/>
              <a:pathLst>
                <a:path w="711200" h="340995">
                  <a:moveTo>
                    <a:pt x="0" y="56769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9" y="0"/>
                  </a:lnTo>
                  <a:lnTo>
                    <a:pt x="654177" y="0"/>
                  </a:lnTo>
                  <a:lnTo>
                    <a:pt x="676280" y="4458"/>
                  </a:lnTo>
                  <a:lnTo>
                    <a:pt x="694324" y="16621"/>
                  </a:lnTo>
                  <a:lnTo>
                    <a:pt x="706487" y="34665"/>
                  </a:lnTo>
                  <a:lnTo>
                    <a:pt x="710946" y="56769"/>
                  </a:lnTo>
                  <a:lnTo>
                    <a:pt x="710946" y="283845"/>
                  </a:lnTo>
                  <a:lnTo>
                    <a:pt x="706487" y="305948"/>
                  </a:lnTo>
                  <a:lnTo>
                    <a:pt x="694324" y="323992"/>
                  </a:lnTo>
                  <a:lnTo>
                    <a:pt x="676280" y="336155"/>
                  </a:lnTo>
                  <a:lnTo>
                    <a:pt x="654177" y="340614"/>
                  </a:lnTo>
                  <a:lnTo>
                    <a:pt x="56769" y="340614"/>
                  </a:lnTo>
                  <a:lnTo>
                    <a:pt x="34665" y="336155"/>
                  </a:lnTo>
                  <a:lnTo>
                    <a:pt x="16621" y="323992"/>
                  </a:lnTo>
                  <a:lnTo>
                    <a:pt x="4458" y="305948"/>
                  </a:lnTo>
                  <a:lnTo>
                    <a:pt x="0" y="283845"/>
                  </a:lnTo>
                  <a:lnTo>
                    <a:pt x="0" y="56769"/>
                  </a:lnTo>
                  <a:close/>
                </a:path>
              </a:pathLst>
            </a:custGeom>
            <a:ln w="31750">
              <a:solidFill>
                <a:srgbClr val="006FC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2" name="object 12"/>
          <p:cNvGraphicFramePr>
            <a:graphicFrameLocks noGrp="1"/>
          </p:cNvGraphicFramePr>
          <p:nvPr/>
        </p:nvGraphicFramePr>
        <p:xfrm>
          <a:off x="603250" y="886713"/>
          <a:ext cx="4509135" cy="7410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85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 marL="25654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𝒗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𝒑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3" name="object 13"/>
          <p:cNvSpPr/>
          <p:nvPr/>
        </p:nvSpPr>
        <p:spPr>
          <a:xfrm>
            <a:off x="2878073" y="1264919"/>
            <a:ext cx="711835" cy="340995"/>
          </a:xfrm>
          <a:custGeom>
            <a:avLst/>
            <a:gdLst/>
            <a:ahLst/>
            <a:cxnLst/>
            <a:rect l="l" t="t" r="r" b="b"/>
            <a:pathLst>
              <a:path w="711835" h="340994">
                <a:moveTo>
                  <a:pt x="0" y="56768"/>
                </a:moveTo>
                <a:lnTo>
                  <a:pt x="4458" y="34665"/>
                </a:lnTo>
                <a:lnTo>
                  <a:pt x="16621" y="16621"/>
                </a:lnTo>
                <a:lnTo>
                  <a:pt x="34665" y="4458"/>
                </a:lnTo>
                <a:lnTo>
                  <a:pt x="56768" y="0"/>
                </a:lnTo>
                <a:lnTo>
                  <a:pt x="654938" y="0"/>
                </a:lnTo>
                <a:lnTo>
                  <a:pt x="677042" y="4458"/>
                </a:lnTo>
                <a:lnTo>
                  <a:pt x="695086" y="16621"/>
                </a:lnTo>
                <a:lnTo>
                  <a:pt x="707249" y="34665"/>
                </a:lnTo>
                <a:lnTo>
                  <a:pt x="711708" y="56768"/>
                </a:lnTo>
                <a:lnTo>
                  <a:pt x="711708" y="283844"/>
                </a:lnTo>
                <a:lnTo>
                  <a:pt x="707249" y="305948"/>
                </a:lnTo>
                <a:lnTo>
                  <a:pt x="695086" y="323992"/>
                </a:lnTo>
                <a:lnTo>
                  <a:pt x="677042" y="336155"/>
                </a:lnTo>
                <a:lnTo>
                  <a:pt x="654938" y="340613"/>
                </a:lnTo>
                <a:lnTo>
                  <a:pt x="56768" y="340613"/>
                </a:lnTo>
                <a:lnTo>
                  <a:pt x="34665" y="336155"/>
                </a:lnTo>
                <a:lnTo>
                  <a:pt x="16621" y="323992"/>
                </a:lnTo>
                <a:lnTo>
                  <a:pt x="4458" y="305948"/>
                </a:lnTo>
                <a:lnTo>
                  <a:pt x="0" y="283844"/>
                </a:lnTo>
                <a:lnTo>
                  <a:pt x="0" y="56768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 txBox="1"/>
          <p:nvPr/>
        </p:nvSpPr>
        <p:spPr>
          <a:xfrm>
            <a:off x="10707116" y="1375155"/>
            <a:ext cx="9772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=</a:t>
            </a:r>
            <a:r>
              <a:rPr sz="2400" spc="130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𝟏𝟑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7" name="object 3">
            <a:extLst>
              <a:ext uri="{FF2B5EF4-FFF2-40B4-BE49-F238E27FC236}">
                <a16:creationId xmlns:a16="http://schemas.microsoft.com/office/drawing/2014/main" id="{9B4B7276-485E-054C-AE43-904BF2CC960E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61257" y="112482"/>
            <a:ext cx="3925124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算</a:t>
            </a:r>
            <a:r>
              <a:rPr lang="zh-CN" altLang="en-US" spc="-50" dirty="0">
                <a:latin typeface="SimSun" panose="02010600030101010101" pitchFamily="2" charset="-122"/>
                <a:ea typeface="SimSun" panose="02010600030101010101" pitchFamily="2" charset="-122"/>
              </a:rPr>
              <a:t>法实例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603250" y="1816354"/>
          <a:ext cx="11176634" cy="25927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29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1800" spc="-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𝒄]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4" name="object 4"/>
          <p:cNvSpPr/>
          <p:nvPr/>
        </p:nvSpPr>
        <p:spPr>
          <a:xfrm>
            <a:off x="7322057" y="2950464"/>
            <a:ext cx="711200" cy="340995"/>
          </a:xfrm>
          <a:custGeom>
            <a:avLst/>
            <a:gdLst/>
            <a:ahLst/>
            <a:cxnLst/>
            <a:rect l="l" t="t" r="r" b="b"/>
            <a:pathLst>
              <a:path w="711200" h="340995">
                <a:moveTo>
                  <a:pt x="0" y="56769"/>
                </a:moveTo>
                <a:lnTo>
                  <a:pt x="4458" y="34665"/>
                </a:lnTo>
                <a:lnTo>
                  <a:pt x="16621" y="16621"/>
                </a:lnTo>
                <a:lnTo>
                  <a:pt x="34665" y="4458"/>
                </a:lnTo>
                <a:lnTo>
                  <a:pt x="56769" y="0"/>
                </a:lnTo>
                <a:lnTo>
                  <a:pt x="654176" y="0"/>
                </a:lnTo>
                <a:lnTo>
                  <a:pt x="676280" y="4458"/>
                </a:lnTo>
                <a:lnTo>
                  <a:pt x="694324" y="16621"/>
                </a:lnTo>
                <a:lnTo>
                  <a:pt x="706487" y="34665"/>
                </a:lnTo>
                <a:lnTo>
                  <a:pt x="710946" y="56769"/>
                </a:lnTo>
                <a:lnTo>
                  <a:pt x="710946" y="283845"/>
                </a:lnTo>
                <a:lnTo>
                  <a:pt x="706487" y="305948"/>
                </a:lnTo>
                <a:lnTo>
                  <a:pt x="694324" y="323992"/>
                </a:lnTo>
                <a:lnTo>
                  <a:pt x="676280" y="336155"/>
                </a:lnTo>
                <a:lnTo>
                  <a:pt x="654176" y="340613"/>
                </a:lnTo>
                <a:lnTo>
                  <a:pt x="56769" y="340613"/>
                </a:lnTo>
                <a:lnTo>
                  <a:pt x="34665" y="336155"/>
                </a:lnTo>
                <a:lnTo>
                  <a:pt x="16621" y="323992"/>
                </a:lnTo>
                <a:lnTo>
                  <a:pt x="4458" y="305948"/>
                </a:lnTo>
                <a:lnTo>
                  <a:pt x="0" y="283845"/>
                </a:lnTo>
                <a:lnTo>
                  <a:pt x="0" y="56769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" name="object 5"/>
          <p:cNvGrpSpPr/>
          <p:nvPr/>
        </p:nvGrpSpPr>
        <p:grpSpPr>
          <a:xfrm>
            <a:off x="10297032" y="2934589"/>
            <a:ext cx="743585" cy="730885"/>
            <a:chOff x="10297032" y="2934589"/>
            <a:chExt cx="743585" cy="730885"/>
          </a:xfrm>
        </p:grpSpPr>
        <p:sp>
          <p:nvSpPr>
            <p:cNvPr id="6" name="object 6"/>
            <p:cNvSpPr/>
            <p:nvPr/>
          </p:nvSpPr>
          <p:spPr>
            <a:xfrm>
              <a:off x="10312907" y="2950464"/>
              <a:ext cx="711835" cy="340995"/>
            </a:xfrm>
            <a:custGeom>
              <a:avLst/>
              <a:gdLst/>
              <a:ahLst/>
              <a:cxnLst/>
              <a:rect l="l" t="t" r="r" b="b"/>
              <a:pathLst>
                <a:path w="711834" h="340995">
                  <a:moveTo>
                    <a:pt x="0" y="56769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9" y="0"/>
                  </a:lnTo>
                  <a:lnTo>
                    <a:pt x="654939" y="0"/>
                  </a:lnTo>
                  <a:lnTo>
                    <a:pt x="677042" y="4458"/>
                  </a:lnTo>
                  <a:lnTo>
                    <a:pt x="695086" y="16621"/>
                  </a:lnTo>
                  <a:lnTo>
                    <a:pt x="707249" y="34665"/>
                  </a:lnTo>
                  <a:lnTo>
                    <a:pt x="711708" y="56769"/>
                  </a:lnTo>
                  <a:lnTo>
                    <a:pt x="711708" y="283845"/>
                  </a:lnTo>
                  <a:lnTo>
                    <a:pt x="707249" y="305948"/>
                  </a:lnTo>
                  <a:lnTo>
                    <a:pt x="695086" y="323992"/>
                  </a:lnTo>
                  <a:lnTo>
                    <a:pt x="677042" y="336155"/>
                  </a:lnTo>
                  <a:lnTo>
                    <a:pt x="654939" y="340613"/>
                  </a:lnTo>
                  <a:lnTo>
                    <a:pt x="56769" y="340613"/>
                  </a:lnTo>
                  <a:lnTo>
                    <a:pt x="34665" y="336155"/>
                  </a:lnTo>
                  <a:lnTo>
                    <a:pt x="16621" y="323992"/>
                  </a:lnTo>
                  <a:lnTo>
                    <a:pt x="4458" y="305948"/>
                  </a:lnTo>
                  <a:lnTo>
                    <a:pt x="0" y="283845"/>
                  </a:lnTo>
                  <a:lnTo>
                    <a:pt x="0" y="56769"/>
                  </a:lnTo>
                  <a:close/>
                </a:path>
              </a:pathLst>
            </a:custGeom>
            <a:ln w="31750">
              <a:solidFill>
                <a:srgbClr val="00AF5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0312907" y="3308604"/>
              <a:ext cx="711835" cy="340995"/>
            </a:xfrm>
            <a:custGeom>
              <a:avLst/>
              <a:gdLst/>
              <a:ahLst/>
              <a:cxnLst/>
              <a:rect l="l" t="t" r="r" b="b"/>
              <a:pathLst>
                <a:path w="711834" h="340995">
                  <a:moveTo>
                    <a:pt x="0" y="56769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9" y="0"/>
                  </a:lnTo>
                  <a:lnTo>
                    <a:pt x="654939" y="0"/>
                  </a:lnTo>
                  <a:lnTo>
                    <a:pt x="677042" y="4458"/>
                  </a:lnTo>
                  <a:lnTo>
                    <a:pt x="695086" y="16621"/>
                  </a:lnTo>
                  <a:lnTo>
                    <a:pt x="707249" y="34665"/>
                  </a:lnTo>
                  <a:lnTo>
                    <a:pt x="711708" y="56769"/>
                  </a:lnTo>
                  <a:lnTo>
                    <a:pt x="711708" y="283845"/>
                  </a:lnTo>
                  <a:lnTo>
                    <a:pt x="707249" y="305948"/>
                  </a:lnTo>
                  <a:lnTo>
                    <a:pt x="695086" y="323992"/>
                  </a:lnTo>
                  <a:lnTo>
                    <a:pt x="677042" y="336155"/>
                  </a:lnTo>
                  <a:lnTo>
                    <a:pt x="654939" y="340614"/>
                  </a:lnTo>
                  <a:lnTo>
                    <a:pt x="56769" y="340614"/>
                  </a:lnTo>
                  <a:lnTo>
                    <a:pt x="34665" y="336155"/>
                  </a:lnTo>
                  <a:lnTo>
                    <a:pt x="16621" y="323992"/>
                  </a:lnTo>
                  <a:lnTo>
                    <a:pt x="4458" y="305948"/>
                  </a:lnTo>
                  <a:lnTo>
                    <a:pt x="0" y="283845"/>
                  </a:lnTo>
                  <a:lnTo>
                    <a:pt x="0" y="56769"/>
                  </a:lnTo>
                  <a:close/>
                </a:path>
              </a:pathLst>
            </a:custGeom>
            <a:ln w="31750">
              <a:solidFill>
                <a:srgbClr val="006FC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603250" y="886713"/>
          <a:ext cx="4509135" cy="7410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85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 marL="25654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𝒗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𝒑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9" name="object 9"/>
          <p:cNvSpPr/>
          <p:nvPr/>
        </p:nvSpPr>
        <p:spPr>
          <a:xfrm>
            <a:off x="2878073" y="1264919"/>
            <a:ext cx="711835" cy="340995"/>
          </a:xfrm>
          <a:custGeom>
            <a:avLst/>
            <a:gdLst/>
            <a:ahLst/>
            <a:cxnLst/>
            <a:rect l="l" t="t" r="r" b="b"/>
            <a:pathLst>
              <a:path w="711835" h="340994">
                <a:moveTo>
                  <a:pt x="0" y="56768"/>
                </a:moveTo>
                <a:lnTo>
                  <a:pt x="4458" y="34665"/>
                </a:lnTo>
                <a:lnTo>
                  <a:pt x="16621" y="16621"/>
                </a:lnTo>
                <a:lnTo>
                  <a:pt x="34665" y="4458"/>
                </a:lnTo>
                <a:lnTo>
                  <a:pt x="56768" y="0"/>
                </a:lnTo>
                <a:lnTo>
                  <a:pt x="654938" y="0"/>
                </a:lnTo>
                <a:lnTo>
                  <a:pt x="677042" y="4458"/>
                </a:lnTo>
                <a:lnTo>
                  <a:pt x="695086" y="16621"/>
                </a:lnTo>
                <a:lnTo>
                  <a:pt x="707249" y="34665"/>
                </a:lnTo>
                <a:lnTo>
                  <a:pt x="711708" y="56768"/>
                </a:lnTo>
                <a:lnTo>
                  <a:pt x="711708" y="283844"/>
                </a:lnTo>
                <a:lnTo>
                  <a:pt x="707249" y="305948"/>
                </a:lnTo>
                <a:lnTo>
                  <a:pt x="695086" y="323992"/>
                </a:lnTo>
                <a:lnTo>
                  <a:pt x="677042" y="336155"/>
                </a:lnTo>
                <a:lnTo>
                  <a:pt x="654938" y="340613"/>
                </a:lnTo>
                <a:lnTo>
                  <a:pt x="56768" y="340613"/>
                </a:lnTo>
                <a:lnTo>
                  <a:pt x="34665" y="336155"/>
                </a:lnTo>
                <a:lnTo>
                  <a:pt x="16621" y="323992"/>
                </a:lnTo>
                <a:lnTo>
                  <a:pt x="4458" y="305948"/>
                </a:lnTo>
                <a:lnTo>
                  <a:pt x="0" y="283844"/>
                </a:lnTo>
                <a:lnTo>
                  <a:pt x="0" y="56768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10707116" y="1375155"/>
            <a:ext cx="9772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=</a:t>
            </a:r>
            <a:r>
              <a:rPr sz="2400" spc="130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𝟏𝟑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3" name="object 3">
            <a:extLst>
              <a:ext uri="{FF2B5EF4-FFF2-40B4-BE49-F238E27FC236}">
                <a16:creationId xmlns:a16="http://schemas.microsoft.com/office/drawing/2014/main" id="{00CE9913-F40A-6542-A017-EDC2D1426767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61257" y="112482"/>
            <a:ext cx="3925124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算</a:t>
            </a:r>
            <a:r>
              <a:rPr lang="zh-CN" altLang="en-US" spc="-50" dirty="0">
                <a:latin typeface="SimSun" panose="02010600030101010101" pitchFamily="2" charset="-122"/>
                <a:ea typeface="SimSun" panose="02010600030101010101" pitchFamily="2" charset="-122"/>
              </a:rPr>
              <a:t>法实例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603250" y="1816354"/>
          <a:ext cx="11176634" cy="25927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29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1800" spc="-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𝒄]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4" name="object 4"/>
          <p:cNvSpPr/>
          <p:nvPr/>
        </p:nvSpPr>
        <p:spPr>
          <a:xfrm>
            <a:off x="8058911" y="2950464"/>
            <a:ext cx="711200" cy="340995"/>
          </a:xfrm>
          <a:custGeom>
            <a:avLst/>
            <a:gdLst/>
            <a:ahLst/>
            <a:cxnLst/>
            <a:rect l="l" t="t" r="r" b="b"/>
            <a:pathLst>
              <a:path w="711200" h="340995">
                <a:moveTo>
                  <a:pt x="0" y="56769"/>
                </a:moveTo>
                <a:lnTo>
                  <a:pt x="4458" y="34665"/>
                </a:lnTo>
                <a:lnTo>
                  <a:pt x="16621" y="16621"/>
                </a:lnTo>
                <a:lnTo>
                  <a:pt x="34665" y="4458"/>
                </a:lnTo>
                <a:lnTo>
                  <a:pt x="56769" y="0"/>
                </a:lnTo>
                <a:lnTo>
                  <a:pt x="654177" y="0"/>
                </a:lnTo>
                <a:lnTo>
                  <a:pt x="676280" y="4458"/>
                </a:lnTo>
                <a:lnTo>
                  <a:pt x="694324" y="16621"/>
                </a:lnTo>
                <a:lnTo>
                  <a:pt x="706487" y="34665"/>
                </a:lnTo>
                <a:lnTo>
                  <a:pt x="710946" y="56769"/>
                </a:lnTo>
                <a:lnTo>
                  <a:pt x="710946" y="283845"/>
                </a:lnTo>
                <a:lnTo>
                  <a:pt x="706487" y="305948"/>
                </a:lnTo>
                <a:lnTo>
                  <a:pt x="694324" y="323992"/>
                </a:lnTo>
                <a:lnTo>
                  <a:pt x="676280" y="336155"/>
                </a:lnTo>
                <a:lnTo>
                  <a:pt x="654177" y="340613"/>
                </a:lnTo>
                <a:lnTo>
                  <a:pt x="56769" y="340613"/>
                </a:lnTo>
                <a:lnTo>
                  <a:pt x="34665" y="336155"/>
                </a:lnTo>
                <a:lnTo>
                  <a:pt x="16621" y="323992"/>
                </a:lnTo>
                <a:lnTo>
                  <a:pt x="4458" y="305948"/>
                </a:lnTo>
                <a:lnTo>
                  <a:pt x="0" y="283845"/>
                </a:lnTo>
                <a:lnTo>
                  <a:pt x="0" y="56769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" name="object 5"/>
          <p:cNvGrpSpPr/>
          <p:nvPr/>
        </p:nvGrpSpPr>
        <p:grpSpPr>
          <a:xfrm>
            <a:off x="11033886" y="2934589"/>
            <a:ext cx="742950" cy="730885"/>
            <a:chOff x="11033886" y="2934589"/>
            <a:chExt cx="742950" cy="730885"/>
          </a:xfrm>
        </p:grpSpPr>
        <p:sp>
          <p:nvSpPr>
            <p:cNvPr id="6" name="object 6"/>
            <p:cNvSpPr/>
            <p:nvPr/>
          </p:nvSpPr>
          <p:spPr>
            <a:xfrm>
              <a:off x="11049761" y="2950464"/>
              <a:ext cx="711200" cy="340995"/>
            </a:xfrm>
            <a:custGeom>
              <a:avLst/>
              <a:gdLst/>
              <a:ahLst/>
              <a:cxnLst/>
              <a:rect l="l" t="t" r="r" b="b"/>
              <a:pathLst>
                <a:path w="711200" h="340995">
                  <a:moveTo>
                    <a:pt x="0" y="56769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9" y="0"/>
                  </a:lnTo>
                  <a:lnTo>
                    <a:pt x="654177" y="0"/>
                  </a:lnTo>
                  <a:lnTo>
                    <a:pt x="676280" y="4458"/>
                  </a:lnTo>
                  <a:lnTo>
                    <a:pt x="694324" y="16621"/>
                  </a:lnTo>
                  <a:lnTo>
                    <a:pt x="706487" y="34665"/>
                  </a:lnTo>
                  <a:lnTo>
                    <a:pt x="710946" y="56769"/>
                  </a:lnTo>
                  <a:lnTo>
                    <a:pt x="710946" y="283845"/>
                  </a:lnTo>
                  <a:lnTo>
                    <a:pt x="706487" y="305948"/>
                  </a:lnTo>
                  <a:lnTo>
                    <a:pt x="694324" y="323992"/>
                  </a:lnTo>
                  <a:lnTo>
                    <a:pt x="676280" y="336155"/>
                  </a:lnTo>
                  <a:lnTo>
                    <a:pt x="654177" y="340613"/>
                  </a:lnTo>
                  <a:lnTo>
                    <a:pt x="56769" y="340613"/>
                  </a:lnTo>
                  <a:lnTo>
                    <a:pt x="34665" y="336155"/>
                  </a:lnTo>
                  <a:lnTo>
                    <a:pt x="16621" y="323992"/>
                  </a:lnTo>
                  <a:lnTo>
                    <a:pt x="4458" y="305948"/>
                  </a:lnTo>
                  <a:lnTo>
                    <a:pt x="0" y="283845"/>
                  </a:lnTo>
                  <a:lnTo>
                    <a:pt x="0" y="56769"/>
                  </a:lnTo>
                  <a:close/>
                </a:path>
              </a:pathLst>
            </a:custGeom>
            <a:ln w="31750">
              <a:solidFill>
                <a:srgbClr val="00AF5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1049761" y="3308604"/>
              <a:ext cx="711200" cy="340995"/>
            </a:xfrm>
            <a:custGeom>
              <a:avLst/>
              <a:gdLst/>
              <a:ahLst/>
              <a:cxnLst/>
              <a:rect l="l" t="t" r="r" b="b"/>
              <a:pathLst>
                <a:path w="711200" h="340995">
                  <a:moveTo>
                    <a:pt x="0" y="56769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9" y="0"/>
                  </a:lnTo>
                  <a:lnTo>
                    <a:pt x="654177" y="0"/>
                  </a:lnTo>
                  <a:lnTo>
                    <a:pt x="676280" y="4458"/>
                  </a:lnTo>
                  <a:lnTo>
                    <a:pt x="694324" y="16621"/>
                  </a:lnTo>
                  <a:lnTo>
                    <a:pt x="706487" y="34665"/>
                  </a:lnTo>
                  <a:lnTo>
                    <a:pt x="710946" y="56769"/>
                  </a:lnTo>
                  <a:lnTo>
                    <a:pt x="710946" y="283845"/>
                  </a:lnTo>
                  <a:lnTo>
                    <a:pt x="706487" y="305948"/>
                  </a:lnTo>
                  <a:lnTo>
                    <a:pt x="694324" y="323992"/>
                  </a:lnTo>
                  <a:lnTo>
                    <a:pt x="676280" y="336155"/>
                  </a:lnTo>
                  <a:lnTo>
                    <a:pt x="654177" y="340614"/>
                  </a:lnTo>
                  <a:lnTo>
                    <a:pt x="56769" y="340614"/>
                  </a:lnTo>
                  <a:lnTo>
                    <a:pt x="34665" y="336155"/>
                  </a:lnTo>
                  <a:lnTo>
                    <a:pt x="16621" y="323992"/>
                  </a:lnTo>
                  <a:lnTo>
                    <a:pt x="4458" y="305948"/>
                  </a:lnTo>
                  <a:lnTo>
                    <a:pt x="0" y="283845"/>
                  </a:lnTo>
                  <a:lnTo>
                    <a:pt x="0" y="56769"/>
                  </a:lnTo>
                  <a:close/>
                </a:path>
              </a:pathLst>
            </a:custGeom>
            <a:ln w="31750">
              <a:solidFill>
                <a:srgbClr val="006FC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603250" y="886713"/>
          <a:ext cx="4509135" cy="7410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85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 marL="25654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𝒗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𝒑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9" name="object 9"/>
          <p:cNvSpPr/>
          <p:nvPr/>
        </p:nvSpPr>
        <p:spPr>
          <a:xfrm>
            <a:off x="2878073" y="1264919"/>
            <a:ext cx="711835" cy="340995"/>
          </a:xfrm>
          <a:custGeom>
            <a:avLst/>
            <a:gdLst/>
            <a:ahLst/>
            <a:cxnLst/>
            <a:rect l="l" t="t" r="r" b="b"/>
            <a:pathLst>
              <a:path w="711835" h="340994">
                <a:moveTo>
                  <a:pt x="0" y="56768"/>
                </a:moveTo>
                <a:lnTo>
                  <a:pt x="4458" y="34665"/>
                </a:lnTo>
                <a:lnTo>
                  <a:pt x="16621" y="16621"/>
                </a:lnTo>
                <a:lnTo>
                  <a:pt x="34665" y="4458"/>
                </a:lnTo>
                <a:lnTo>
                  <a:pt x="56768" y="0"/>
                </a:lnTo>
                <a:lnTo>
                  <a:pt x="654938" y="0"/>
                </a:lnTo>
                <a:lnTo>
                  <a:pt x="677042" y="4458"/>
                </a:lnTo>
                <a:lnTo>
                  <a:pt x="695086" y="16621"/>
                </a:lnTo>
                <a:lnTo>
                  <a:pt x="707249" y="34665"/>
                </a:lnTo>
                <a:lnTo>
                  <a:pt x="711708" y="56768"/>
                </a:lnTo>
                <a:lnTo>
                  <a:pt x="711708" y="283844"/>
                </a:lnTo>
                <a:lnTo>
                  <a:pt x="707249" y="305948"/>
                </a:lnTo>
                <a:lnTo>
                  <a:pt x="695086" y="323992"/>
                </a:lnTo>
                <a:lnTo>
                  <a:pt x="677042" y="336155"/>
                </a:lnTo>
                <a:lnTo>
                  <a:pt x="654938" y="340613"/>
                </a:lnTo>
                <a:lnTo>
                  <a:pt x="56768" y="340613"/>
                </a:lnTo>
                <a:lnTo>
                  <a:pt x="34665" y="336155"/>
                </a:lnTo>
                <a:lnTo>
                  <a:pt x="16621" y="323992"/>
                </a:lnTo>
                <a:lnTo>
                  <a:pt x="4458" y="305948"/>
                </a:lnTo>
                <a:lnTo>
                  <a:pt x="0" y="283844"/>
                </a:lnTo>
                <a:lnTo>
                  <a:pt x="0" y="56768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10707116" y="1375155"/>
            <a:ext cx="9772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=</a:t>
            </a:r>
            <a:r>
              <a:rPr sz="2400" spc="130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𝟏𝟑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3" name="object 3">
            <a:extLst>
              <a:ext uri="{FF2B5EF4-FFF2-40B4-BE49-F238E27FC236}">
                <a16:creationId xmlns:a16="http://schemas.microsoft.com/office/drawing/2014/main" id="{71F97704-FC7F-8B4D-A328-4F0BF2B22494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61257" y="112482"/>
            <a:ext cx="3925124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算</a:t>
            </a:r>
            <a:r>
              <a:rPr lang="zh-CN" altLang="en-US" spc="-50" dirty="0">
                <a:latin typeface="SimSun" panose="02010600030101010101" pitchFamily="2" charset="-122"/>
                <a:ea typeface="SimSun" panose="02010600030101010101" pitchFamily="2" charset="-122"/>
              </a:rPr>
              <a:t>法实例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4160011" y="1816354"/>
            <a:ext cx="2898775" cy="2947670"/>
            <a:chOff x="4160011" y="1816354"/>
            <a:chExt cx="2898775" cy="2947670"/>
          </a:xfrm>
        </p:grpSpPr>
        <p:sp>
          <p:nvSpPr>
            <p:cNvPr id="4" name="object 4"/>
            <p:cNvSpPr/>
            <p:nvPr/>
          </p:nvSpPr>
          <p:spPr>
            <a:xfrm>
              <a:off x="5097144" y="1816354"/>
              <a:ext cx="1485265" cy="2608580"/>
            </a:xfrm>
            <a:custGeom>
              <a:avLst/>
              <a:gdLst/>
              <a:ahLst/>
              <a:cxnLst/>
              <a:rect l="l" t="t" r="r" b="b"/>
              <a:pathLst>
                <a:path w="1485265" h="2608579">
                  <a:moveTo>
                    <a:pt x="0" y="0"/>
                  </a:moveTo>
                  <a:lnTo>
                    <a:pt x="0" y="2608580"/>
                  </a:lnTo>
                </a:path>
                <a:path w="1485265" h="2608579">
                  <a:moveTo>
                    <a:pt x="742441" y="0"/>
                  </a:moveTo>
                  <a:lnTo>
                    <a:pt x="742441" y="2608580"/>
                  </a:lnTo>
                </a:path>
                <a:path w="1485265" h="2608579">
                  <a:moveTo>
                    <a:pt x="1485010" y="0"/>
                  </a:moveTo>
                  <a:lnTo>
                    <a:pt x="1485010" y="2608580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4160011" y="4105275"/>
              <a:ext cx="2898775" cy="659130"/>
            </a:xfrm>
            <a:custGeom>
              <a:avLst/>
              <a:gdLst/>
              <a:ahLst/>
              <a:cxnLst/>
              <a:rect l="l" t="t" r="r" b="b"/>
              <a:pathLst>
                <a:path w="2898775" h="659129">
                  <a:moveTo>
                    <a:pt x="0" y="0"/>
                  </a:moveTo>
                  <a:lnTo>
                    <a:pt x="1020699" y="235076"/>
                  </a:lnTo>
                  <a:lnTo>
                    <a:pt x="645160" y="235076"/>
                  </a:lnTo>
                  <a:lnTo>
                    <a:pt x="645160" y="658749"/>
                  </a:lnTo>
                  <a:lnTo>
                    <a:pt x="2898393" y="658749"/>
                  </a:lnTo>
                  <a:lnTo>
                    <a:pt x="2898393" y="235076"/>
                  </a:lnTo>
                  <a:lnTo>
                    <a:pt x="1583943" y="2350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3C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603250" y="1816354"/>
          <a:ext cx="11182343" cy="286727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6009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1117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0164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6510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1882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683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43584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43584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43584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43584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43584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743584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1800" spc="-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𝒄]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914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2540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2476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914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2540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2476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914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2540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2476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914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2540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2476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914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26034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270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gridSpan="5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gridSpan="6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73050">
                <a:tc gridSpan="7">
                  <a:txBody>
                    <a:bodyPr/>
                    <a:lstStyle/>
                    <a:p>
                      <a:pPr marR="34925" algn="r">
                        <a:lnSpc>
                          <a:spcPts val="2055"/>
                        </a:lnSpc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𝒗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0" marB="0">
                    <a:lnR w="2857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28575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15">
                        <a:lnSpc>
                          <a:spcPts val="2055"/>
                        </a:lnSpc>
                      </a:pP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0" marB="0">
                    <a:lnR w="2857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</a:tcPr>
                </a:tc>
                <a:tc gridSpan="8">
                  <a:txBody>
                    <a:bodyPr/>
                    <a:lstStyle/>
                    <a:p>
                      <a:pPr marL="120014">
                        <a:lnSpc>
                          <a:spcPts val="2055"/>
                        </a:lnSpc>
                      </a:pPr>
                      <a:r>
                        <a:rPr sz="22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&gt;</a:t>
                      </a:r>
                      <a:r>
                        <a:rPr sz="2200" spc="12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22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endParaRPr sz="2200">
                        <a:latin typeface="Cambria Math"/>
                        <a:cs typeface="Cambria Math"/>
                      </a:endParaRPr>
                    </a:p>
                  </a:txBody>
                  <a:tcPr marL="0" marR="0" marT="0" marB="0">
                    <a:lnL w="28575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603250" y="886713"/>
          <a:ext cx="4509135" cy="7410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85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 marL="25654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𝒗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𝒑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object 8"/>
          <p:cNvSpPr/>
          <p:nvPr/>
        </p:nvSpPr>
        <p:spPr>
          <a:xfrm>
            <a:off x="3652265" y="899160"/>
            <a:ext cx="711200" cy="340995"/>
          </a:xfrm>
          <a:custGeom>
            <a:avLst/>
            <a:gdLst/>
            <a:ahLst/>
            <a:cxnLst/>
            <a:rect l="l" t="t" r="r" b="b"/>
            <a:pathLst>
              <a:path w="711200" h="340994">
                <a:moveTo>
                  <a:pt x="0" y="56768"/>
                </a:moveTo>
                <a:lnTo>
                  <a:pt x="4458" y="34665"/>
                </a:lnTo>
                <a:lnTo>
                  <a:pt x="16621" y="16621"/>
                </a:lnTo>
                <a:lnTo>
                  <a:pt x="34665" y="4458"/>
                </a:lnTo>
                <a:lnTo>
                  <a:pt x="56769" y="0"/>
                </a:lnTo>
                <a:lnTo>
                  <a:pt x="654176" y="0"/>
                </a:lnTo>
                <a:lnTo>
                  <a:pt x="676280" y="4458"/>
                </a:lnTo>
                <a:lnTo>
                  <a:pt x="694324" y="16621"/>
                </a:lnTo>
                <a:lnTo>
                  <a:pt x="706487" y="34665"/>
                </a:lnTo>
                <a:lnTo>
                  <a:pt x="710946" y="56768"/>
                </a:lnTo>
                <a:lnTo>
                  <a:pt x="710946" y="283844"/>
                </a:lnTo>
                <a:lnTo>
                  <a:pt x="706487" y="305948"/>
                </a:lnTo>
                <a:lnTo>
                  <a:pt x="694324" y="323992"/>
                </a:lnTo>
                <a:lnTo>
                  <a:pt x="676280" y="336155"/>
                </a:lnTo>
                <a:lnTo>
                  <a:pt x="654176" y="340613"/>
                </a:lnTo>
                <a:lnTo>
                  <a:pt x="56769" y="340613"/>
                </a:lnTo>
                <a:lnTo>
                  <a:pt x="34665" y="336155"/>
                </a:lnTo>
                <a:lnTo>
                  <a:pt x="16621" y="323992"/>
                </a:lnTo>
                <a:lnTo>
                  <a:pt x="4458" y="305948"/>
                </a:lnTo>
                <a:lnTo>
                  <a:pt x="0" y="283844"/>
                </a:lnTo>
                <a:lnTo>
                  <a:pt x="0" y="56768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 txBox="1"/>
          <p:nvPr/>
        </p:nvSpPr>
        <p:spPr>
          <a:xfrm>
            <a:off x="10707116" y="1375155"/>
            <a:ext cx="9772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=</a:t>
            </a:r>
            <a:r>
              <a:rPr sz="2400" spc="130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𝟏𝟑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2" name="object 3">
            <a:extLst>
              <a:ext uri="{FF2B5EF4-FFF2-40B4-BE49-F238E27FC236}">
                <a16:creationId xmlns:a16="http://schemas.microsoft.com/office/drawing/2014/main" id="{DAF6CE24-5CC5-5944-8CDA-A807CA78ACDF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61257" y="112482"/>
            <a:ext cx="3925124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算</a:t>
            </a:r>
            <a:r>
              <a:rPr lang="zh-CN" altLang="en-US" spc="-50" dirty="0">
                <a:latin typeface="SimSun" panose="02010600030101010101" pitchFamily="2" charset="-122"/>
                <a:ea typeface="SimSun" panose="02010600030101010101" pitchFamily="2" charset="-122"/>
              </a:rPr>
              <a:t>法实例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603250" y="1816354"/>
          <a:ext cx="11176634" cy="25927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29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1800" spc="-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𝒄]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4" name="object 4"/>
          <p:cNvSpPr/>
          <p:nvPr/>
        </p:nvSpPr>
        <p:spPr>
          <a:xfrm>
            <a:off x="1403603" y="3318509"/>
            <a:ext cx="711835" cy="340995"/>
          </a:xfrm>
          <a:custGeom>
            <a:avLst/>
            <a:gdLst/>
            <a:ahLst/>
            <a:cxnLst/>
            <a:rect l="l" t="t" r="r" b="b"/>
            <a:pathLst>
              <a:path w="711835" h="340995">
                <a:moveTo>
                  <a:pt x="0" y="56768"/>
                </a:moveTo>
                <a:lnTo>
                  <a:pt x="4458" y="34665"/>
                </a:lnTo>
                <a:lnTo>
                  <a:pt x="16621" y="16621"/>
                </a:lnTo>
                <a:lnTo>
                  <a:pt x="34665" y="4458"/>
                </a:lnTo>
                <a:lnTo>
                  <a:pt x="56768" y="0"/>
                </a:lnTo>
                <a:lnTo>
                  <a:pt x="654939" y="0"/>
                </a:lnTo>
                <a:lnTo>
                  <a:pt x="677042" y="4458"/>
                </a:lnTo>
                <a:lnTo>
                  <a:pt x="695086" y="16621"/>
                </a:lnTo>
                <a:lnTo>
                  <a:pt x="707249" y="34665"/>
                </a:lnTo>
                <a:lnTo>
                  <a:pt x="711708" y="56768"/>
                </a:lnTo>
                <a:lnTo>
                  <a:pt x="711708" y="283844"/>
                </a:lnTo>
                <a:lnTo>
                  <a:pt x="707249" y="305948"/>
                </a:lnTo>
                <a:lnTo>
                  <a:pt x="695086" y="323992"/>
                </a:lnTo>
                <a:lnTo>
                  <a:pt x="677042" y="336155"/>
                </a:lnTo>
                <a:lnTo>
                  <a:pt x="654939" y="340613"/>
                </a:lnTo>
                <a:lnTo>
                  <a:pt x="56768" y="340613"/>
                </a:lnTo>
                <a:lnTo>
                  <a:pt x="34665" y="336155"/>
                </a:lnTo>
                <a:lnTo>
                  <a:pt x="16621" y="323992"/>
                </a:lnTo>
                <a:lnTo>
                  <a:pt x="4458" y="305948"/>
                </a:lnTo>
                <a:lnTo>
                  <a:pt x="0" y="283844"/>
                </a:lnTo>
                <a:lnTo>
                  <a:pt x="0" y="56768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" name="object 5"/>
          <p:cNvGrpSpPr/>
          <p:nvPr/>
        </p:nvGrpSpPr>
        <p:grpSpPr>
          <a:xfrm>
            <a:off x="5128386" y="3302634"/>
            <a:ext cx="742950" cy="730885"/>
            <a:chOff x="5128386" y="3302634"/>
            <a:chExt cx="742950" cy="730885"/>
          </a:xfrm>
        </p:grpSpPr>
        <p:sp>
          <p:nvSpPr>
            <p:cNvPr id="6" name="object 6"/>
            <p:cNvSpPr/>
            <p:nvPr/>
          </p:nvSpPr>
          <p:spPr>
            <a:xfrm>
              <a:off x="5144261" y="3318509"/>
              <a:ext cx="711200" cy="340995"/>
            </a:xfrm>
            <a:custGeom>
              <a:avLst/>
              <a:gdLst/>
              <a:ahLst/>
              <a:cxnLst/>
              <a:rect l="l" t="t" r="r" b="b"/>
              <a:pathLst>
                <a:path w="711200" h="340995">
                  <a:moveTo>
                    <a:pt x="0" y="56768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8" y="0"/>
                  </a:lnTo>
                  <a:lnTo>
                    <a:pt x="654176" y="0"/>
                  </a:lnTo>
                  <a:lnTo>
                    <a:pt x="676280" y="4458"/>
                  </a:lnTo>
                  <a:lnTo>
                    <a:pt x="694324" y="16621"/>
                  </a:lnTo>
                  <a:lnTo>
                    <a:pt x="706487" y="34665"/>
                  </a:lnTo>
                  <a:lnTo>
                    <a:pt x="710946" y="56768"/>
                  </a:lnTo>
                  <a:lnTo>
                    <a:pt x="710946" y="283844"/>
                  </a:lnTo>
                  <a:lnTo>
                    <a:pt x="706487" y="305948"/>
                  </a:lnTo>
                  <a:lnTo>
                    <a:pt x="694324" y="323992"/>
                  </a:lnTo>
                  <a:lnTo>
                    <a:pt x="676280" y="336155"/>
                  </a:lnTo>
                  <a:lnTo>
                    <a:pt x="654176" y="340613"/>
                  </a:lnTo>
                  <a:lnTo>
                    <a:pt x="56768" y="340613"/>
                  </a:lnTo>
                  <a:lnTo>
                    <a:pt x="34665" y="336155"/>
                  </a:lnTo>
                  <a:lnTo>
                    <a:pt x="16621" y="323992"/>
                  </a:lnTo>
                  <a:lnTo>
                    <a:pt x="4458" y="305948"/>
                  </a:lnTo>
                  <a:lnTo>
                    <a:pt x="0" y="283844"/>
                  </a:lnTo>
                  <a:lnTo>
                    <a:pt x="0" y="56768"/>
                  </a:lnTo>
                  <a:close/>
                </a:path>
              </a:pathLst>
            </a:custGeom>
            <a:ln w="31750">
              <a:solidFill>
                <a:srgbClr val="00AF5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5144261" y="3676649"/>
              <a:ext cx="711200" cy="340995"/>
            </a:xfrm>
            <a:custGeom>
              <a:avLst/>
              <a:gdLst/>
              <a:ahLst/>
              <a:cxnLst/>
              <a:rect l="l" t="t" r="r" b="b"/>
              <a:pathLst>
                <a:path w="711200" h="340995">
                  <a:moveTo>
                    <a:pt x="0" y="56768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8" y="0"/>
                  </a:lnTo>
                  <a:lnTo>
                    <a:pt x="654176" y="0"/>
                  </a:lnTo>
                  <a:lnTo>
                    <a:pt x="676280" y="4458"/>
                  </a:lnTo>
                  <a:lnTo>
                    <a:pt x="694324" y="16621"/>
                  </a:lnTo>
                  <a:lnTo>
                    <a:pt x="706487" y="34665"/>
                  </a:lnTo>
                  <a:lnTo>
                    <a:pt x="710946" y="56768"/>
                  </a:lnTo>
                  <a:lnTo>
                    <a:pt x="710946" y="283844"/>
                  </a:lnTo>
                  <a:lnTo>
                    <a:pt x="706487" y="305948"/>
                  </a:lnTo>
                  <a:lnTo>
                    <a:pt x="694324" y="323992"/>
                  </a:lnTo>
                  <a:lnTo>
                    <a:pt x="676280" y="336155"/>
                  </a:lnTo>
                  <a:lnTo>
                    <a:pt x="654176" y="340613"/>
                  </a:lnTo>
                  <a:lnTo>
                    <a:pt x="56768" y="340613"/>
                  </a:lnTo>
                  <a:lnTo>
                    <a:pt x="34665" y="336155"/>
                  </a:lnTo>
                  <a:lnTo>
                    <a:pt x="16621" y="323992"/>
                  </a:lnTo>
                  <a:lnTo>
                    <a:pt x="4458" y="305948"/>
                  </a:lnTo>
                  <a:lnTo>
                    <a:pt x="0" y="283844"/>
                  </a:lnTo>
                  <a:lnTo>
                    <a:pt x="0" y="56768"/>
                  </a:lnTo>
                  <a:close/>
                </a:path>
              </a:pathLst>
            </a:custGeom>
            <a:ln w="31750">
              <a:solidFill>
                <a:srgbClr val="006FC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603250" y="886713"/>
          <a:ext cx="4509135" cy="7410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85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 marL="25654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𝒗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𝒑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dirty="0">
                          <a:latin typeface="Times New Roman"/>
                          <a:cs typeface="Times New Roman"/>
                        </a:rPr>
                        <a:t>2</a:t>
                      </a:r>
                      <a:endParaRPr sz="18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dirty="0">
                          <a:latin typeface="Times New Roman"/>
                          <a:cs typeface="Times New Roman"/>
                        </a:rPr>
                        <a:t>9</a:t>
                      </a:r>
                      <a:endParaRPr sz="18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9" name="object 9"/>
          <p:cNvSpPr/>
          <p:nvPr/>
        </p:nvSpPr>
        <p:spPr>
          <a:xfrm>
            <a:off x="3652265" y="1279397"/>
            <a:ext cx="711200" cy="340360"/>
          </a:xfrm>
          <a:custGeom>
            <a:avLst/>
            <a:gdLst/>
            <a:ahLst/>
            <a:cxnLst/>
            <a:rect l="l" t="t" r="r" b="b"/>
            <a:pathLst>
              <a:path w="711200" h="340359">
                <a:moveTo>
                  <a:pt x="0" y="56641"/>
                </a:moveTo>
                <a:lnTo>
                  <a:pt x="4456" y="34611"/>
                </a:lnTo>
                <a:lnTo>
                  <a:pt x="16605" y="16605"/>
                </a:lnTo>
                <a:lnTo>
                  <a:pt x="34611" y="4456"/>
                </a:lnTo>
                <a:lnTo>
                  <a:pt x="56642" y="0"/>
                </a:lnTo>
                <a:lnTo>
                  <a:pt x="654304" y="0"/>
                </a:lnTo>
                <a:lnTo>
                  <a:pt x="676334" y="4456"/>
                </a:lnTo>
                <a:lnTo>
                  <a:pt x="694340" y="16605"/>
                </a:lnTo>
                <a:lnTo>
                  <a:pt x="706489" y="34611"/>
                </a:lnTo>
                <a:lnTo>
                  <a:pt x="710946" y="56641"/>
                </a:lnTo>
                <a:lnTo>
                  <a:pt x="710946" y="283210"/>
                </a:lnTo>
                <a:lnTo>
                  <a:pt x="706489" y="305240"/>
                </a:lnTo>
                <a:lnTo>
                  <a:pt x="694340" y="323246"/>
                </a:lnTo>
                <a:lnTo>
                  <a:pt x="676334" y="335395"/>
                </a:lnTo>
                <a:lnTo>
                  <a:pt x="654304" y="339851"/>
                </a:lnTo>
                <a:lnTo>
                  <a:pt x="56642" y="339851"/>
                </a:lnTo>
                <a:lnTo>
                  <a:pt x="34611" y="335395"/>
                </a:lnTo>
                <a:lnTo>
                  <a:pt x="16605" y="323246"/>
                </a:lnTo>
                <a:lnTo>
                  <a:pt x="4456" y="305240"/>
                </a:lnTo>
                <a:lnTo>
                  <a:pt x="0" y="283210"/>
                </a:lnTo>
                <a:lnTo>
                  <a:pt x="0" y="56641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10707116" y="1375155"/>
            <a:ext cx="9772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=</a:t>
            </a:r>
            <a:r>
              <a:rPr sz="2400" spc="130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𝟏𝟑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3" name="object 3">
            <a:extLst>
              <a:ext uri="{FF2B5EF4-FFF2-40B4-BE49-F238E27FC236}">
                <a16:creationId xmlns:a16="http://schemas.microsoft.com/office/drawing/2014/main" id="{26770E6C-17F9-E740-BF76-91AD1CC7622E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61257" y="112482"/>
            <a:ext cx="3925124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算</a:t>
            </a:r>
            <a:r>
              <a:rPr lang="zh-CN" altLang="en-US" spc="-50" dirty="0">
                <a:latin typeface="SimSun" panose="02010600030101010101" pitchFamily="2" charset="-122"/>
                <a:ea typeface="SimSun" panose="02010600030101010101" pitchFamily="2" charset="-122"/>
              </a:rPr>
              <a:t>法实例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603250" y="1816354"/>
          <a:ext cx="11176634" cy="25927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29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1800" spc="-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𝒄]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4" name="object 4"/>
          <p:cNvSpPr/>
          <p:nvPr/>
        </p:nvSpPr>
        <p:spPr>
          <a:xfrm>
            <a:off x="2115311" y="3318509"/>
            <a:ext cx="711200" cy="340995"/>
          </a:xfrm>
          <a:custGeom>
            <a:avLst/>
            <a:gdLst/>
            <a:ahLst/>
            <a:cxnLst/>
            <a:rect l="l" t="t" r="r" b="b"/>
            <a:pathLst>
              <a:path w="711200" h="340995">
                <a:moveTo>
                  <a:pt x="0" y="56768"/>
                </a:moveTo>
                <a:lnTo>
                  <a:pt x="4458" y="34665"/>
                </a:lnTo>
                <a:lnTo>
                  <a:pt x="16621" y="16621"/>
                </a:lnTo>
                <a:lnTo>
                  <a:pt x="34665" y="4458"/>
                </a:lnTo>
                <a:lnTo>
                  <a:pt x="56768" y="0"/>
                </a:lnTo>
                <a:lnTo>
                  <a:pt x="654176" y="0"/>
                </a:lnTo>
                <a:lnTo>
                  <a:pt x="676280" y="4458"/>
                </a:lnTo>
                <a:lnTo>
                  <a:pt x="694324" y="16621"/>
                </a:lnTo>
                <a:lnTo>
                  <a:pt x="706487" y="34665"/>
                </a:lnTo>
                <a:lnTo>
                  <a:pt x="710945" y="56768"/>
                </a:lnTo>
                <a:lnTo>
                  <a:pt x="710945" y="283844"/>
                </a:lnTo>
                <a:lnTo>
                  <a:pt x="706487" y="305948"/>
                </a:lnTo>
                <a:lnTo>
                  <a:pt x="694324" y="323992"/>
                </a:lnTo>
                <a:lnTo>
                  <a:pt x="676280" y="336155"/>
                </a:lnTo>
                <a:lnTo>
                  <a:pt x="654176" y="340613"/>
                </a:lnTo>
                <a:lnTo>
                  <a:pt x="56768" y="340613"/>
                </a:lnTo>
                <a:lnTo>
                  <a:pt x="34665" y="336155"/>
                </a:lnTo>
                <a:lnTo>
                  <a:pt x="16621" y="323992"/>
                </a:lnTo>
                <a:lnTo>
                  <a:pt x="4458" y="305948"/>
                </a:lnTo>
                <a:lnTo>
                  <a:pt x="0" y="283844"/>
                </a:lnTo>
                <a:lnTo>
                  <a:pt x="0" y="56768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" name="object 5"/>
          <p:cNvGrpSpPr/>
          <p:nvPr/>
        </p:nvGrpSpPr>
        <p:grpSpPr>
          <a:xfrm>
            <a:off x="5839333" y="3302634"/>
            <a:ext cx="743585" cy="730885"/>
            <a:chOff x="5839333" y="3302634"/>
            <a:chExt cx="743585" cy="730885"/>
          </a:xfrm>
        </p:grpSpPr>
        <p:sp>
          <p:nvSpPr>
            <p:cNvPr id="6" name="object 6"/>
            <p:cNvSpPr/>
            <p:nvPr/>
          </p:nvSpPr>
          <p:spPr>
            <a:xfrm>
              <a:off x="5855208" y="3318509"/>
              <a:ext cx="711835" cy="340995"/>
            </a:xfrm>
            <a:custGeom>
              <a:avLst/>
              <a:gdLst/>
              <a:ahLst/>
              <a:cxnLst/>
              <a:rect l="l" t="t" r="r" b="b"/>
              <a:pathLst>
                <a:path w="711834" h="340995">
                  <a:moveTo>
                    <a:pt x="0" y="56768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8" y="0"/>
                  </a:lnTo>
                  <a:lnTo>
                    <a:pt x="654938" y="0"/>
                  </a:lnTo>
                  <a:lnTo>
                    <a:pt x="677042" y="4458"/>
                  </a:lnTo>
                  <a:lnTo>
                    <a:pt x="695086" y="16621"/>
                  </a:lnTo>
                  <a:lnTo>
                    <a:pt x="707249" y="34665"/>
                  </a:lnTo>
                  <a:lnTo>
                    <a:pt x="711708" y="56768"/>
                  </a:lnTo>
                  <a:lnTo>
                    <a:pt x="711708" y="283844"/>
                  </a:lnTo>
                  <a:lnTo>
                    <a:pt x="707249" y="305948"/>
                  </a:lnTo>
                  <a:lnTo>
                    <a:pt x="695086" y="323992"/>
                  </a:lnTo>
                  <a:lnTo>
                    <a:pt x="677042" y="336155"/>
                  </a:lnTo>
                  <a:lnTo>
                    <a:pt x="654938" y="340613"/>
                  </a:lnTo>
                  <a:lnTo>
                    <a:pt x="56768" y="340613"/>
                  </a:lnTo>
                  <a:lnTo>
                    <a:pt x="34665" y="336155"/>
                  </a:lnTo>
                  <a:lnTo>
                    <a:pt x="16621" y="323992"/>
                  </a:lnTo>
                  <a:lnTo>
                    <a:pt x="4458" y="305948"/>
                  </a:lnTo>
                  <a:lnTo>
                    <a:pt x="0" y="283844"/>
                  </a:lnTo>
                  <a:lnTo>
                    <a:pt x="0" y="56768"/>
                  </a:lnTo>
                  <a:close/>
                </a:path>
              </a:pathLst>
            </a:custGeom>
            <a:ln w="31750">
              <a:solidFill>
                <a:srgbClr val="00AF5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5855208" y="3676649"/>
              <a:ext cx="711835" cy="340995"/>
            </a:xfrm>
            <a:custGeom>
              <a:avLst/>
              <a:gdLst/>
              <a:ahLst/>
              <a:cxnLst/>
              <a:rect l="l" t="t" r="r" b="b"/>
              <a:pathLst>
                <a:path w="711834" h="340995">
                  <a:moveTo>
                    <a:pt x="0" y="56768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8" y="0"/>
                  </a:lnTo>
                  <a:lnTo>
                    <a:pt x="654938" y="0"/>
                  </a:lnTo>
                  <a:lnTo>
                    <a:pt x="677042" y="4458"/>
                  </a:lnTo>
                  <a:lnTo>
                    <a:pt x="695086" y="16621"/>
                  </a:lnTo>
                  <a:lnTo>
                    <a:pt x="707249" y="34665"/>
                  </a:lnTo>
                  <a:lnTo>
                    <a:pt x="711708" y="56768"/>
                  </a:lnTo>
                  <a:lnTo>
                    <a:pt x="711708" y="283844"/>
                  </a:lnTo>
                  <a:lnTo>
                    <a:pt x="707249" y="305948"/>
                  </a:lnTo>
                  <a:lnTo>
                    <a:pt x="695086" y="323992"/>
                  </a:lnTo>
                  <a:lnTo>
                    <a:pt x="677042" y="336155"/>
                  </a:lnTo>
                  <a:lnTo>
                    <a:pt x="654938" y="340613"/>
                  </a:lnTo>
                  <a:lnTo>
                    <a:pt x="56768" y="340613"/>
                  </a:lnTo>
                  <a:lnTo>
                    <a:pt x="34665" y="336155"/>
                  </a:lnTo>
                  <a:lnTo>
                    <a:pt x="16621" y="323992"/>
                  </a:lnTo>
                  <a:lnTo>
                    <a:pt x="4458" y="305948"/>
                  </a:lnTo>
                  <a:lnTo>
                    <a:pt x="0" y="283844"/>
                  </a:lnTo>
                  <a:lnTo>
                    <a:pt x="0" y="56768"/>
                  </a:lnTo>
                  <a:close/>
                </a:path>
              </a:pathLst>
            </a:custGeom>
            <a:ln w="31750">
              <a:solidFill>
                <a:srgbClr val="006FC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603250" y="886713"/>
          <a:ext cx="4509135" cy="7410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85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 marL="25654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𝒗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𝒑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9" name="object 9"/>
          <p:cNvSpPr/>
          <p:nvPr/>
        </p:nvSpPr>
        <p:spPr>
          <a:xfrm>
            <a:off x="3652265" y="1279397"/>
            <a:ext cx="711200" cy="340360"/>
          </a:xfrm>
          <a:custGeom>
            <a:avLst/>
            <a:gdLst/>
            <a:ahLst/>
            <a:cxnLst/>
            <a:rect l="l" t="t" r="r" b="b"/>
            <a:pathLst>
              <a:path w="711200" h="340359">
                <a:moveTo>
                  <a:pt x="0" y="56641"/>
                </a:moveTo>
                <a:lnTo>
                  <a:pt x="4456" y="34611"/>
                </a:lnTo>
                <a:lnTo>
                  <a:pt x="16605" y="16605"/>
                </a:lnTo>
                <a:lnTo>
                  <a:pt x="34611" y="4456"/>
                </a:lnTo>
                <a:lnTo>
                  <a:pt x="56642" y="0"/>
                </a:lnTo>
                <a:lnTo>
                  <a:pt x="654304" y="0"/>
                </a:lnTo>
                <a:lnTo>
                  <a:pt x="676334" y="4456"/>
                </a:lnTo>
                <a:lnTo>
                  <a:pt x="694340" y="16605"/>
                </a:lnTo>
                <a:lnTo>
                  <a:pt x="706489" y="34611"/>
                </a:lnTo>
                <a:lnTo>
                  <a:pt x="710946" y="56641"/>
                </a:lnTo>
                <a:lnTo>
                  <a:pt x="710946" y="283210"/>
                </a:lnTo>
                <a:lnTo>
                  <a:pt x="706489" y="305240"/>
                </a:lnTo>
                <a:lnTo>
                  <a:pt x="694340" y="323246"/>
                </a:lnTo>
                <a:lnTo>
                  <a:pt x="676334" y="335395"/>
                </a:lnTo>
                <a:lnTo>
                  <a:pt x="654304" y="339851"/>
                </a:lnTo>
                <a:lnTo>
                  <a:pt x="56642" y="339851"/>
                </a:lnTo>
                <a:lnTo>
                  <a:pt x="34611" y="335395"/>
                </a:lnTo>
                <a:lnTo>
                  <a:pt x="16605" y="323246"/>
                </a:lnTo>
                <a:lnTo>
                  <a:pt x="4456" y="305240"/>
                </a:lnTo>
                <a:lnTo>
                  <a:pt x="0" y="283210"/>
                </a:lnTo>
                <a:lnTo>
                  <a:pt x="0" y="56641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10707116" y="1375155"/>
            <a:ext cx="9772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=</a:t>
            </a:r>
            <a:r>
              <a:rPr sz="2400" spc="130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𝟏𝟑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3" name="object 3">
            <a:extLst>
              <a:ext uri="{FF2B5EF4-FFF2-40B4-BE49-F238E27FC236}">
                <a16:creationId xmlns:a16="http://schemas.microsoft.com/office/drawing/2014/main" id="{98E71770-6B88-4F4B-91DC-9468857E398D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61257" y="112482"/>
            <a:ext cx="3925124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算</a:t>
            </a:r>
            <a:r>
              <a:rPr lang="zh-CN" altLang="en-US" spc="-50" dirty="0">
                <a:latin typeface="SimSun" panose="02010600030101010101" pitchFamily="2" charset="-122"/>
                <a:ea typeface="SimSun" panose="02010600030101010101" pitchFamily="2" charset="-122"/>
              </a:rPr>
              <a:t>法实例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609600" y="1822704"/>
            <a:ext cx="11170285" cy="2595880"/>
            <a:chOff x="609600" y="1822704"/>
            <a:chExt cx="11170285" cy="2595880"/>
          </a:xfrm>
        </p:grpSpPr>
        <p:sp>
          <p:nvSpPr>
            <p:cNvPr id="4" name="object 4"/>
            <p:cNvSpPr/>
            <p:nvPr/>
          </p:nvSpPr>
          <p:spPr>
            <a:xfrm>
              <a:off x="609600" y="1822704"/>
              <a:ext cx="11170285" cy="2595880"/>
            </a:xfrm>
            <a:custGeom>
              <a:avLst/>
              <a:gdLst/>
              <a:ahLst/>
              <a:cxnLst/>
              <a:rect l="l" t="t" r="r" b="b"/>
              <a:pathLst>
                <a:path w="11170285" h="2595879">
                  <a:moveTo>
                    <a:pt x="11170031" y="0"/>
                  </a:moveTo>
                  <a:lnTo>
                    <a:pt x="0" y="0"/>
                  </a:lnTo>
                  <a:lnTo>
                    <a:pt x="0" y="2595880"/>
                  </a:lnTo>
                  <a:lnTo>
                    <a:pt x="11170031" y="2595880"/>
                  </a:lnTo>
                  <a:lnTo>
                    <a:pt x="11170031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6582155" y="3306064"/>
              <a:ext cx="742950" cy="370840"/>
            </a:xfrm>
            <a:custGeom>
              <a:avLst/>
              <a:gdLst/>
              <a:ahLst/>
              <a:cxnLst/>
              <a:rect l="l" t="t" r="r" b="b"/>
              <a:pathLst>
                <a:path w="742950" h="370839">
                  <a:moveTo>
                    <a:pt x="742492" y="0"/>
                  </a:moveTo>
                  <a:lnTo>
                    <a:pt x="0" y="0"/>
                  </a:lnTo>
                  <a:lnTo>
                    <a:pt x="0" y="370840"/>
                  </a:lnTo>
                  <a:lnTo>
                    <a:pt x="742492" y="370840"/>
                  </a:lnTo>
                  <a:lnTo>
                    <a:pt x="742492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6582155" y="3676904"/>
              <a:ext cx="742950" cy="370840"/>
            </a:xfrm>
            <a:custGeom>
              <a:avLst/>
              <a:gdLst/>
              <a:ahLst/>
              <a:cxnLst/>
              <a:rect l="l" t="t" r="r" b="b"/>
              <a:pathLst>
                <a:path w="742950" h="370839">
                  <a:moveTo>
                    <a:pt x="742492" y="0"/>
                  </a:moveTo>
                  <a:lnTo>
                    <a:pt x="0" y="0"/>
                  </a:lnTo>
                  <a:lnTo>
                    <a:pt x="0" y="370840"/>
                  </a:lnTo>
                  <a:lnTo>
                    <a:pt x="742492" y="370840"/>
                  </a:lnTo>
                  <a:lnTo>
                    <a:pt x="742492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603250" y="1816354"/>
          <a:ext cx="11176634" cy="25927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29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1800" spc="-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𝒄]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8" name="object 8"/>
          <p:cNvSpPr/>
          <p:nvPr/>
        </p:nvSpPr>
        <p:spPr>
          <a:xfrm>
            <a:off x="2889504" y="3318509"/>
            <a:ext cx="711835" cy="340995"/>
          </a:xfrm>
          <a:custGeom>
            <a:avLst/>
            <a:gdLst/>
            <a:ahLst/>
            <a:cxnLst/>
            <a:rect l="l" t="t" r="r" b="b"/>
            <a:pathLst>
              <a:path w="711835" h="340995">
                <a:moveTo>
                  <a:pt x="0" y="56768"/>
                </a:moveTo>
                <a:lnTo>
                  <a:pt x="4458" y="34665"/>
                </a:lnTo>
                <a:lnTo>
                  <a:pt x="16621" y="16621"/>
                </a:lnTo>
                <a:lnTo>
                  <a:pt x="34665" y="4458"/>
                </a:lnTo>
                <a:lnTo>
                  <a:pt x="56768" y="0"/>
                </a:lnTo>
                <a:lnTo>
                  <a:pt x="654938" y="0"/>
                </a:lnTo>
                <a:lnTo>
                  <a:pt x="677042" y="4458"/>
                </a:lnTo>
                <a:lnTo>
                  <a:pt x="695086" y="16621"/>
                </a:lnTo>
                <a:lnTo>
                  <a:pt x="707249" y="34665"/>
                </a:lnTo>
                <a:lnTo>
                  <a:pt x="711707" y="56768"/>
                </a:lnTo>
                <a:lnTo>
                  <a:pt x="711707" y="283844"/>
                </a:lnTo>
                <a:lnTo>
                  <a:pt x="707249" y="305948"/>
                </a:lnTo>
                <a:lnTo>
                  <a:pt x="695086" y="323992"/>
                </a:lnTo>
                <a:lnTo>
                  <a:pt x="677042" y="336155"/>
                </a:lnTo>
                <a:lnTo>
                  <a:pt x="654938" y="340613"/>
                </a:lnTo>
                <a:lnTo>
                  <a:pt x="56768" y="340613"/>
                </a:lnTo>
                <a:lnTo>
                  <a:pt x="34665" y="336155"/>
                </a:lnTo>
                <a:lnTo>
                  <a:pt x="16621" y="323992"/>
                </a:lnTo>
                <a:lnTo>
                  <a:pt x="4458" y="305948"/>
                </a:lnTo>
                <a:lnTo>
                  <a:pt x="0" y="283844"/>
                </a:lnTo>
                <a:lnTo>
                  <a:pt x="0" y="56768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" name="object 9"/>
          <p:cNvGrpSpPr/>
          <p:nvPr/>
        </p:nvGrpSpPr>
        <p:grpSpPr>
          <a:xfrm>
            <a:off x="6614286" y="3302634"/>
            <a:ext cx="742950" cy="730885"/>
            <a:chOff x="6614286" y="3302634"/>
            <a:chExt cx="742950" cy="730885"/>
          </a:xfrm>
        </p:grpSpPr>
        <p:sp>
          <p:nvSpPr>
            <p:cNvPr id="10" name="object 10"/>
            <p:cNvSpPr/>
            <p:nvPr/>
          </p:nvSpPr>
          <p:spPr>
            <a:xfrm>
              <a:off x="6630161" y="3318509"/>
              <a:ext cx="711200" cy="340995"/>
            </a:xfrm>
            <a:custGeom>
              <a:avLst/>
              <a:gdLst/>
              <a:ahLst/>
              <a:cxnLst/>
              <a:rect l="l" t="t" r="r" b="b"/>
              <a:pathLst>
                <a:path w="711200" h="340995">
                  <a:moveTo>
                    <a:pt x="0" y="56768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9" y="0"/>
                  </a:lnTo>
                  <a:lnTo>
                    <a:pt x="654177" y="0"/>
                  </a:lnTo>
                  <a:lnTo>
                    <a:pt x="676280" y="4458"/>
                  </a:lnTo>
                  <a:lnTo>
                    <a:pt x="694324" y="16621"/>
                  </a:lnTo>
                  <a:lnTo>
                    <a:pt x="706487" y="34665"/>
                  </a:lnTo>
                  <a:lnTo>
                    <a:pt x="710946" y="56768"/>
                  </a:lnTo>
                  <a:lnTo>
                    <a:pt x="710946" y="283844"/>
                  </a:lnTo>
                  <a:lnTo>
                    <a:pt x="706487" y="305948"/>
                  </a:lnTo>
                  <a:lnTo>
                    <a:pt x="694324" y="323992"/>
                  </a:lnTo>
                  <a:lnTo>
                    <a:pt x="676280" y="336155"/>
                  </a:lnTo>
                  <a:lnTo>
                    <a:pt x="654177" y="340613"/>
                  </a:lnTo>
                  <a:lnTo>
                    <a:pt x="56769" y="340613"/>
                  </a:lnTo>
                  <a:lnTo>
                    <a:pt x="34665" y="336155"/>
                  </a:lnTo>
                  <a:lnTo>
                    <a:pt x="16621" y="323992"/>
                  </a:lnTo>
                  <a:lnTo>
                    <a:pt x="4458" y="305948"/>
                  </a:lnTo>
                  <a:lnTo>
                    <a:pt x="0" y="283844"/>
                  </a:lnTo>
                  <a:lnTo>
                    <a:pt x="0" y="56768"/>
                  </a:lnTo>
                  <a:close/>
                </a:path>
              </a:pathLst>
            </a:custGeom>
            <a:ln w="31750">
              <a:solidFill>
                <a:srgbClr val="00AF5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6630161" y="3676649"/>
              <a:ext cx="711200" cy="340995"/>
            </a:xfrm>
            <a:custGeom>
              <a:avLst/>
              <a:gdLst/>
              <a:ahLst/>
              <a:cxnLst/>
              <a:rect l="l" t="t" r="r" b="b"/>
              <a:pathLst>
                <a:path w="711200" h="340995">
                  <a:moveTo>
                    <a:pt x="0" y="56768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9" y="0"/>
                  </a:lnTo>
                  <a:lnTo>
                    <a:pt x="654177" y="0"/>
                  </a:lnTo>
                  <a:lnTo>
                    <a:pt x="676280" y="4458"/>
                  </a:lnTo>
                  <a:lnTo>
                    <a:pt x="694324" y="16621"/>
                  </a:lnTo>
                  <a:lnTo>
                    <a:pt x="706487" y="34665"/>
                  </a:lnTo>
                  <a:lnTo>
                    <a:pt x="710946" y="56768"/>
                  </a:lnTo>
                  <a:lnTo>
                    <a:pt x="710946" y="283844"/>
                  </a:lnTo>
                  <a:lnTo>
                    <a:pt x="706487" y="305948"/>
                  </a:lnTo>
                  <a:lnTo>
                    <a:pt x="694324" y="323992"/>
                  </a:lnTo>
                  <a:lnTo>
                    <a:pt x="676280" y="336155"/>
                  </a:lnTo>
                  <a:lnTo>
                    <a:pt x="654177" y="340613"/>
                  </a:lnTo>
                  <a:lnTo>
                    <a:pt x="56769" y="340613"/>
                  </a:lnTo>
                  <a:lnTo>
                    <a:pt x="34665" y="336155"/>
                  </a:lnTo>
                  <a:lnTo>
                    <a:pt x="16621" y="323992"/>
                  </a:lnTo>
                  <a:lnTo>
                    <a:pt x="4458" y="305948"/>
                  </a:lnTo>
                  <a:lnTo>
                    <a:pt x="0" y="283844"/>
                  </a:lnTo>
                  <a:lnTo>
                    <a:pt x="0" y="56768"/>
                  </a:lnTo>
                  <a:close/>
                </a:path>
              </a:pathLst>
            </a:custGeom>
            <a:ln w="31750">
              <a:solidFill>
                <a:srgbClr val="006FC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2" name="object 12"/>
          <p:cNvGraphicFramePr>
            <a:graphicFrameLocks noGrp="1"/>
          </p:cNvGraphicFramePr>
          <p:nvPr/>
        </p:nvGraphicFramePr>
        <p:xfrm>
          <a:off x="603250" y="886713"/>
          <a:ext cx="4509135" cy="7410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85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 marL="25654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𝒗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𝒑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3" name="object 13"/>
          <p:cNvSpPr/>
          <p:nvPr/>
        </p:nvSpPr>
        <p:spPr>
          <a:xfrm>
            <a:off x="3652265" y="1279397"/>
            <a:ext cx="711200" cy="340360"/>
          </a:xfrm>
          <a:custGeom>
            <a:avLst/>
            <a:gdLst/>
            <a:ahLst/>
            <a:cxnLst/>
            <a:rect l="l" t="t" r="r" b="b"/>
            <a:pathLst>
              <a:path w="711200" h="340359">
                <a:moveTo>
                  <a:pt x="0" y="56641"/>
                </a:moveTo>
                <a:lnTo>
                  <a:pt x="4456" y="34611"/>
                </a:lnTo>
                <a:lnTo>
                  <a:pt x="16605" y="16605"/>
                </a:lnTo>
                <a:lnTo>
                  <a:pt x="34611" y="4456"/>
                </a:lnTo>
                <a:lnTo>
                  <a:pt x="56642" y="0"/>
                </a:lnTo>
                <a:lnTo>
                  <a:pt x="654304" y="0"/>
                </a:lnTo>
                <a:lnTo>
                  <a:pt x="676334" y="4456"/>
                </a:lnTo>
                <a:lnTo>
                  <a:pt x="694340" y="16605"/>
                </a:lnTo>
                <a:lnTo>
                  <a:pt x="706489" y="34611"/>
                </a:lnTo>
                <a:lnTo>
                  <a:pt x="710946" y="56641"/>
                </a:lnTo>
                <a:lnTo>
                  <a:pt x="710946" y="283210"/>
                </a:lnTo>
                <a:lnTo>
                  <a:pt x="706489" y="305240"/>
                </a:lnTo>
                <a:lnTo>
                  <a:pt x="694340" y="323246"/>
                </a:lnTo>
                <a:lnTo>
                  <a:pt x="676334" y="335395"/>
                </a:lnTo>
                <a:lnTo>
                  <a:pt x="654304" y="339851"/>
                </a:lnTo>
                <a:lnTo>
                  <a:pt x="56642" y="339851"/>
                </a:lnTo>
                <a:lnTo>
                  <a:pt x="34611" y="335395"/>
                </a:lnTo>
                <a:lnTo>
                  <a:pt x="16605" y="323246"/>
                </a:lnTo>
                <a:lnTo>
                  <a:pt x="4456" y="305240"/>
                </a:lnTo>
                <a:lnTo>
                  <a:pt x="0" y="283210"/>
                </a:lnTo>
                <a:lnTo>
                  <a:pt x="0" y="56641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 txBox="1"/>
          <p:nvPr/>
        </p:nvSpPr>
        <p:spPr>
          <a:xfrm>
            <a:off x="10707116" y="1375155"/>
            <a:ext cx="9772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=</a:t>
            </a:r>
            <a:r>
              <a:rPr sz="2400" spc="130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𝟏𝟑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7" name="object 3">
            <a:extLst>
              <a:ext uri="{FF2B5EF4-FFF2-40B4-BE49-F238E27FC236}">
                <a16:creationId xmlns:a16="http://schemas.microsoft.com/office/drawing/2014/main" id="{7435B72E-9ABC-834F-9E18-8AA0CE7EEECE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61257" y="112482"/>
            <a:ext cx="3925124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算</a:t>
            </a:r>
            <a:r>
              <a:rPr lang="zh-CN" altLang="en-US" spc="-50" dirty="0">
                <a:latin typeface="SimSun" panose="02010600030101010101" pitchFamily="2" charset="-122"/>
                <a:ea typeface="SimSun" panose="02010600030101010101" pitchFamily="2" charset="-122"/>
              </a:rPr>
              <a:t>法实例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603250" y="1816354"/>
          <a:ext cx="11176634" cy="25927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29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1800" spc="-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𝒄]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4892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4" name="object 4"/>
          <p:cNvSpPr txBox="1"/>
          <p:nvPr/>
        </p:nvSpPr>
        <p:spPr>
          <a:xfrm>
            <a:off x="10707116" y="1375917"/>
            <a:ext cx="9772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spc="-1435">
                <a:latin typeface="Cambria Math"/>
                <a:cs typeface="Cambria Math"/>
              </a:rPr>
              <a:t>𝐶</a:t>
            </a:r>
            <a:r>
              <a:rPr sz="2400">
                <a:latin typeface="Cambria Math"/>
                <a:cs typeface="Cambria Math"/>
              </a:rPr>
              <a:t>𝑪</a:t>
            </a:r>
            <a:r>
              <a:rPr sz="2400" spc="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=</a:t>
            </a:r>
            <a:r>
              <a:rPr sz="2400" spc="130">
                <a:latin typeface="Cambria Math"/>
                <a:cs typeface="Cambria Math"/>
              </a:rPr>
              <a:t> </a:t>
            </a:r>
            <a:r>
              <a:rPr sz="2400" spc="-1420">
                <a:latin typeface="Cambria Math"/>
                <a:cs typeface="Cambria Math"/>
              </a:rPr>
              <a:t>𝟏</a:t>
            </a:r>
            <a:r>
              <a:rPr sz="2400" spc="-25">
                <a:latin typeface="Cambria Math"/>
                <a:cs typeface="Cambria Math"/>
              </a:rPr>
              <a:t>1</a:t>
            </a:r>
            <a:r>
              <a:rPr sz="2400" spc="-1280">
                <a:latin typeface="Cambria Math"/>
                <a:cs typeface="Cambria Math"/>
              </a:rPr>
              <a:t>3</a:t>
            </a:r>
            <a:r>
              <a:rPr sz="2400" spc="-25">
                <a:latin typeface="Cambria Math"/>
                <a:cs typeface="Cambria Math"/>
              </a:rPr>
              <a:t>𝟑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3626358" y="3318509"/>
            <a:ext cx="711200" cy="340995"/>
          </a:xfrm>
          <a:custGeom>
            <a:avLst/>
            <a:gdLst/>
            <a:ahLst/>
            <a:cxnLst/>
            <a:rect l="l" t="t" r="r" b="b"/>
            <a:pathLst>
              <a:path w="711200" h="340995">
                <a:moveTo>
                  <a:pt x="0" y="56768"/>
                </a:moveTo>
                <a:lnTo>
                  <a:pt x="4458" y="34665"/>
                </a:lnTo>
                <a:lnTo>
                  <a:pt x="16621" y="16621"/>
                </a:lnTo>
                <a:lnTo>
                  <a:pt x="34665" y="4458"/>
                </a:lnTo>
                <a:lnTo>
                  <a:pt x="56768" y="0"/>
                </a:lnTo>
                <a:lnTo>
                  <a:pt x="654176" y="0"/>
                </a:lnTo>
                <a:lnTo>
                  <a:pt x="676280" y="4458"/>
                </a:lnTo>
                <a:lnTo>
                  <a:pt x="694324" y="16621"/>
                </a:lnTo>
                <a:lnTo>
                  <a:pt x="706487" y="34665"/>
                </a:lnTo>
                <a:lnTo>
                  <a:pt x="710945" y="56768"/>
                </a:lnTo>
                <a:lnTo>
                  <a:pt x="710945" y="283844"/>
                </a:lnTo>
                <a:lnTo>
                  <a:pt x="706487" y="305948"/>
                </a:lnTo>
                <a:lnTo>
                  <a:pt x="694324" y="323992"/>
                </a:lnTo>
                <a:lnTo>
                  <a:pt x="676280" y="336155"/>
                </a:lnTo>
                <a:lnTo>
                  <a:pt x="654176" y="340613"/>
                </a:lnTo>
                <a:lnTo>
                  <a:pt x="56768" y="340613"/>
                </a:lnTo>
                <a:lnTo>
                  <a:pt x="34665" y="336155"/>
                </a:lnTo>
                <a:lnTo>
                  <a:pt x="16621" y="323992"/>
                </a:lnTo>
                <a:lnTo>
                  <a:pt x="4458" y="305948"/>
                </a:lnTo>
                <a:lnTo>
                  <a:pt x="0" y="283844"/>
                </a:lnTo>
                <a:lnTo>
                  <a:pt x="0" y="56768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" name="object 6"/>
          <p:cNvGrpSpPr/>
          <p:nvPr/>
        </p:nvGrpSpPr>
        <p:grpSpPr>
          <a:xfrm>
            <a:off x="7351141" y="3302634"/>
            <a:ext cx="742950" cy="730885"/>
            <a:chOff x="7351141" y="3302634"/>
            <a:chExt cx="742950" cy="730885"/>
          </a:xfrm>
        </p:grpSpPr>
        <p:sp>
          <p:nvSpPr>
            <p:cNvPr id="7" name="object 7"/>
            <p:cNvSpPr/>
            <p:nvPr/>
          </p:nvSpPr>
          <p:spPr>
            <a:xfrm>
              <a:off x="7367016" y="3318509"/>
              <a:ext cx="711200" cy="340995"/>
            </a:xfrm>
            <a:custGeom>
              <a:avLst/>
              <a:gdLst/>
              <a:ahLst/>
              <a:cxnLst/>
              <a:rect l="l" t="t" r="r" b="b"/>
              <a:pathLst>
                <a:path w="711200" h="340995">
                  <a:moveTo>
                    <a:pt x="0" y="56768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8" y="0"/>
                  </a:lnTo>
                  <a:lnTo>
                    <a:pt x="654176" y="0"/>
                  </a:lnTo>
                  <a:lnTo>
                    <a:pt x="676280" y="4458"/>
                  </a:lnTo>
                  <a:lnTo>
                    <a:pt x="694324" y="16621"/>
                  </a:lnTo>
                  <a:lnTo>
                    <a:pt x="706487" y="34665"/>
                  </a:lnTo>
                  <a:lnTo>
                    <a:pt x="710945" y="56768"/>
                  </a:lnTo>
                  <a:lnTo>
                    <a:pt x="710945" y="283844"/>
                  </a:lnTo>
                  <a:lnTo>
                    <a:pt x="706487" y="305948"/>
                  </a:lnTo>
                  <a:lnTo>
                    <a:pt x="694324" y="323992"/>
                  </a:lnTo>
                  <a:lnTo>
                    <a:pt x="676280" y="336155"/>
                  </a:lnTo>
                  <a:lnTo>
                    <a:pt x="654176" y="340613"/>
                  </a:lnTo>
                  <a:lnTo>
                    <a:pt x="56768" y="340613"/>
                  </a:lnTo>
                  <a:lnTo>
                    <a:pt x="34665" y="336155"/>
                  </a:lnTo>
                  <a:lnTo>
                    <a:pt x="16621" y="323992"/>
                  </a:lnTo>
                  <a:lnTo>
                    <a:pt x="4458" y="305948"/>
                  </a:lnTo>
                  <a:lnTo>
                    <a:pt x="0" y="283844"/>
                  </a:lnTo>
                  <a:lnTo>
                    <a:pt x="0" y="56768"/>
                  </a:lnTo>
                  <a:close/>
                </a:path>
              </a:pathLst>
            </a:custGeom>
            <a:ln w="31750">
              <a:solidFill>
                <a:srgbClr val="00AF5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367016" y="3676649"/>
              <a:ext cx="711200" cy="340995"/>
            </a:xfrm>
            <a:custGeom>
              <a:avLst/>
              <a:gdLst/>
              <a:ahLst/>
              <a:cxnLst/>
              <a:rect l="l" t="t" r="r" b="b"/>
              <a:pathLst>
                <a:path w="711200" h="340995">
                  <a:moveTo>
                    <a:pt x="0" y="56768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8" y="0"/>
                  </a:lnTo>
                  <a:lnTo>
                    <a:pt x="654176" y="0"/>
                  </a:lnTo>
                  <a:lnTo>
                    <a:pt x="676280" y="4458"/>
                  </a:lnTo>
                  <a:lnTo>
                    <a:pt x="694324" y="16621"/>
                  </a:lnTo>
                  <a:lnTo>
                    <a:pt x="706487" y="34665"/>
                  </a:lnTo>
                  <a:lnTo>
                    <a:pt x="710945" y="56768"/>
                  </a:lnTo>
                  <a:lnTo>
                    <a:pt x="710945" y="283844"/>
                  </a:lnTo>
                  <a:lnTo>
                    <a:pt x="706487" y="305948"/>
                  </a:lnTo>
                  <a:lnTo>
                    <a:pt x="694324" y="323992"/>
                  </a:lnTo>
                  <a:lnTo>
                    <a:pt x="676280" y="336155"/>
                  </a:lnTo>
                  <a:lnTo>
                    <a:pt x="654176" y="340613"/>
                  </a:lnTo>
                  <a:lnTo>
                    <a:pt x="56768" y="340613"/>
                  </a:lnTo>
                  <a:lnTo>
                    <a:pt x="34665" y="336155"/>
                  </a:lnTo>
                  <a:lnTo>
                    <a:pt x="16621" y="323992"/>
                  </a:lnTo>
                  <a:lnTo>
                    <a:pt x="4458" y="305948"/>
                  </a:lnTo>
                  <a:lnTo>
                    <a:pt x="0" y="283844"/>
                  </a:lnTo>
                  <a:lnTo>
                    <a:pt x="0" y="56768"/>
                  </a:lnTo>
                  <a:close/>
                </a:path>
              </a:pathLst>
            </a:custGeom>
            <a:ln w="31750">
              <a:solidFill>
                <a:srgbClr val="006FC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603250" y="886713"/>
          <a:ext cx="4509135" cy="7410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85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 marL="25654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𝒗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𝒑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0" name="object 10"/>
          <p:cNvSpPr/>
          <p:nvPr/>
        </p:nvSpPr>
        <p:spPr>
          <a:xfrm>
            <a:off x="3652265" y="1279397"/>
            <a:ext cx="711200" cy="340360"/>
          </a:xfrm>
          <a:custGeom>
            <a:avLst/>
            <a:gdLst/>
            <a:ahLst/>
            <a:cxnLst/>
            <a:rect l="l" t="t" r="r" b="b"/>
            <a:pathLst>
              <a:path w="711200" h="340359">
                <a:moveTo>
                  <a:pt x="0" y="56641"/>
                </a:moveTo>
                <a:lnTo>
                  <a:pt x="4456" y="34611"/>
                </a:lnTo>
                <a:lnTo>
                  <a:pt x="16605" y="16605"/>
                </a:lnTo>
                <a:lnTo>
                  <a:pt x="34611" y="4456"/>
                </a:lnTo>
                <a:lnTo>
                  <a:pt x="56642" y="0"/>
                </a:lnTo>
                <a:lnTo>
                  <a:pt x="654304" y="0"/>
                </a:lnTo>
                <a:lnTo>
                  <a:pt x="676334" y="4456"/>
                </a:lnTo>
                <a:lnTo>
                  <a:pt x="694340" y="16605"/>
                </a:lnTo>
                <a:lnTo>
                  <a:pt x="706489" y="34611"/>
                </a:lnTo>
                <a:lnTo>
                  <a:pt x="710946" y="56641"/>
                </a:lnTo>
                <a:lnTo>
                  <a:pt x="710946" y="283210"/>
                </a:lnTo>
                <a:lnTo>
                  <a:pt x="706489" y="305240"/>
                </a:lnTo>
                <a:lnTo>
                  <a:pt x="694340" y="323246"/>
                </a:lnTo>
                <a:lnTo>
                  <a:pt x="676334" y="335395"/>
                </a:lnTo>
                <a:lnTo>
                  <a:pt x="654304" y="339851"/>
                </a:lnTo>
                <a:lnTo>
                  <a:pt x="56642" y="339851"/>
                </a:lnTo>
                <a:lnTo>
                  <a:pt x="34611" y="335395"/>
                </a:lnTo>
                <a:lnTo>
                  <a:pt x="16605" y="323246"/>
                </a:lnTo>
                <a:lnTo>
                  <a:pt x="4456" y="305240"/>
                </a:lnTo>
                <a:lnTo>
                  <a:pt x="0" y="283210"/>
                </a:lnTo>
                <a:lnTo>
                  <a:pt x="0" y="56641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3">
            <a:extLst>
              <a:ext uri="{FF2B5EF4-FFF2-40B4-BE49-F238E27FC236}">
                <a16:creationId xmlns:a16="http://schemas.microsoft.com/office/drawing/2014/main" id="{7E5B751A-C727-6E4C-80A1-9CCC5C0173B0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61257" y="112482"/>
            <a:ext cx="3925124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算</a:t>
            </a:r>
            <a:r>
              <a:rPr lang="zh-CN" altLang="en-US" spc="-50" dirty="0">
                <a:latin typeface="SimSun" panose="02010600030101010101" pitchFamily="2" charset="-122"/>
                <a:ea typeface="SimSun" panose="02010600030101010101" pitchFamily="2" charset="-122"/>
              </a:rPr>
              <a:t>法实例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609600" y="1822704"/>
            <a:ext cx="11170285" cy="2595880"/>
            <a:chOff x="609600" y="1822704"/>
            <a:chExt cx="11170285" cy="2595880"/>
          </a:xfrm>
        </p:grpSpPr>
        <p:sp>
          <p:nvSpPr>
            <p:cNvPr id="4" name="object 4"/>
            <p:cNvSpPr/>
            <p:nvPr/>
          </p:nvSpPr>
          <p:spPr>
            <a:xfrm>
              <a:off x="609600" y="1822704"/>
              <a:ext cx="11170285" cy="2595880"/>
            </a:xfrm>
            <a:custGeom>
              <a:avLst/>
              <a:gdLst/>
              <a:ahLst/>
              <a:cxnLst/>
              <a:rect l="l" t="t" r="r" b="b"/>
              <a:pathLst>
                <a:path w="11170285" h="2595879">
                  <a:moveTo>
                    <a:pt x="11170031" y="0"/>
                  </a:moveTo>
                  <a:lnTo>
                    <a:pt x="0" y="0"/>
                  </a:lnTo>
                  <a:lnTo>
                    <a:pt x="0" y="2595880"/>
                  </a:lnTo>
                  <a:lnTo>
                    <a:pt x="11170031" y="2595880"/>
                  </a:lnTo>
                  <a:lnTo>
                    <a:pt x="11170031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8067167" y="3306064"/>
              <a:ext cx="742950" cy="370840"/>
            </a:xfrm>
            <a:custGeom>
              <a:avLst/>
              <a:gdLst/>
              <a:ahLst/>
              <a:cxnLst/>
              <a:rect l="l" t="t" r="r" b="b"/>
              <a:pathLst>
                <a:path w="742950" h="370839">
                  <a:moveTo>
                    <a:pt x="742492" y="0"/>
                  </a:moveTo>
                  <a:lnTo>
                    <a:pt x="0" y="0"/>
                  </a:lnTo>
                  <a:lnTo>
                    <a:pt x="0" y="370840"/>
                  </a:lnTo>
                  <a:lnTo>
                    <a:pt x="742492" y="370840"/>
                  </a:lnTo>
                  <a:lnTo>
                    <a:pt x="742492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8067167" y="3676904"/>
              <a:ext cx="742950" cy="370840"/>
            </a:xfrm>
            <a:custGeom>
              <a:avLst/>
              <a:gdLst/>
              <a:ahLst/>
              <a:cxnLst/>
              <a:rect l="l" t="t" r="r" b="b"/>
              <a:pathLst>
                <a:path w="742950" h="370839">
                  <a:moveTo>
                    <a:pt x="742492" y="0"/>
                  </a:moveTo>
                  <a:lnTo>
                    <a:pt x="0" y="0"/>
                  </a:lnTo>
                  <a:lnTo>
                    <a:pt x="0" y="370840"/>
                  </a:lnTo>
                  <a:lnTo>
                    <a:pt x="742492" y="370840"/>
                  </a:lnTo>
                  <a:lnTo>
                    <a:pt x="742492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603250" y="1816354"/>
          <a:ext cx="11176634" cy="25927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29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1800" spc="-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𝒄]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444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4892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8" name="object 8"/>
          <p:cNvSpPr txBox="1"/>
          <p:nvPr/>
        </p:nvSpPr>
        <p:spPr>
          <a:xfrm>
            <a:off x="10707116" y="1375917"/>
            <a:ext cx="9772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spc="-1435">
                <a:latin typeface="Cambria Math"/>
                <a:cs typeface="Cambria Math"/>
              </a:rPr>
              <a:t>𝐶</a:t>
            </a:r>
            <a:r>
              <a:rPr sz="2400">
                <a:latin typeface="Cambria Math"/>
                <a:cs typeface="Cambria Math"/>
              </a:rPr>
              <a:t>𝑪</a:t>
            </a:r>
            <a:r>
              <a:rPr sz="2400" spc="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=</a:t>
            </a:r>
            <a:r>
              <a:rPr sz="2400" spc="130">
                <a:latin typeface="Cambria Math"/>
                <a:cs typeface="Cambria Math"/>
              </a:rPr>
              <a:t> </a:t>
            </a:r>
            <a:r>
              <a:rPr sz="2400" spc="-1420">
                <a:latin typeface="Cambria Math"/>
                <a:cs typeface="Cambria Math"/>
              </a:rPr>
              <a:t>𝟏</a:t>
            </a:r>
            <a:r>
              <a:rPr sz="2400" spc="-25">
                <a:latin typeface="Cambria Math"/>
                <a:cs typeface="Cambria Math"/>
              </a:rPr>
              <a:t>1</a:t>
            </a:r>
            <a:r>
              <a:rPr sz="2400" spc="-1280">
                <a:latin typeface="Cambria Math"/>
                <a:cs typeface="Cambria Math"/>
              </a:rPr>
              <a:t>3</a:t>
            </a:r>
            <a:r>
              <a:rPr sz="2400" spc="-25">
                <a:latin typeface="Cambria Math"/>
                <a:cs typeface="Cambria Math"/>
              </a:rPr>
              <a:t>𝟑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4375403" y="3318509"/>
            <a:ext cx="711835" cy="340995"/>
          </a:xfrm>
          <a:custGeom>
            <a:avLst/>
            <a:gdLst/>
            <a:ahLst/>
            <a:cxnLst/>
            <a:rect l="l" t="t" r="r" b="b"/>
            <a:pathLst>
              <a:path w="711835" h="340995">
                <a:moveTo>
                  <a:pt x="0" y="56768"/>
                </a:moveTo>
                <a:lnTo>
                  <a:pt x="4458" y="34665"/>
                </a:lnTo>
                <a:lnTo>
                  <a:pt x="16621" y="16621"/>
                </a:lnTo>
                <a:lnTo>
                  <a:pt x="34665" y="4458"/>
                </a:lnTo>
                <a:lnTo>
                  <a:pt x="56769" y="0"/>
                </a:lnTo>
                <a:lnTo>
                  <a:pt x="654938" y="0"/>
                </a:lnTo>
                <a:lnTo>
                  <a:pt x="677042" y="4458"/>
                </a:lnTo>
                <a:lnTo>
                  <a:pt x="695086" y="16621"/>
                </a:lnTo>
                <a:lnTo>
                  <a:pt x="707249" y="34665"/>
                </a:lnTo>
                <a:lnTo>
                  <a:pt x="711708" y="56768"/>
                </a:lnTo>
                <a:lnTo>
                  <a:pt x="711708" y="283844"/>
                </a:lnTo>
                <a:lnTo>
                  <a:pt x="707249" y="305948"/>
                </a:lnTo>
                <a:lnTo>
                  <a:pt x="695086" y="323992"/>
                </a:lnTo>
                <a:lnTo>
                  <a:pt x="677042" y="336155"/>
                </a:lnTo>
                <a:lnTo>
                  <a:pt x="654938" y="340613"/>
                </a:lnTo>
                <a:lnTo>
                  <a:pt x="56769" y="340613"/>
                </a:lnTo>
                <a:lnTo>
                  <a:pt x="34665" y="336155"/>
                </a:lnTo>
                <a:lnTo>
                  <a:pt x="16621" y="323992"/>
                </a:lnTo>
                <a:lnTo>
                  <a:pt x="4458" y="305948"/>
                </a:lnTo>
                <a:lnTo>
                  <a:pt x="0" y="283844"/>
                </a:lnTo>
                <a:lnTo>
                  <a:pt x="0" y="56768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" name="object 10"/>
          <p:cNvGrpSpPr/>
          <p:nvPr/>
        </p:nvGrpSpPr>
        <p:grpSpPr>
          <a:xfrm>
            <a:off x="8100186" y="3302634"/>
            <a:ext cx="742950" cy="730885"/>
            <a:chOff x="8100186" y="3302634"/>
            <a:chExt cx="742950" cy="730885"/>
          </a:xfrm>
        </p:grpSpPr>
        <p:sp>
          <p:nvSpPr>
            <p:cNvPr id="11" name="object 11"/>
            <p:cNvSpPr/>
            <p:nvPr/>
          </p:nvSpPr>
          <p:spPr>
            <a:xfrm>
              <a:off x="8116061" y="3318509"/>
              <a:ext cx="711200" cy="340995"/>
            </a:xfrm>
            <a:custGeom>
              <a:avLst/>
              <a:gdLst/>
              <a:ahLst/>
              <a:cxnLst/>
              <a:rect l="l" t="t" r="r" b="b"/>
              <a:pathLst>
                <a:path w="711200" h="340995">
                  <a:moveTo>
                    <a:pt x="0" y="56768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9" y="0"/>
                  </a:lnTo>
                  <a:lnTo>
                    <a:pt x="654177" y="0"/>
                  </a:lnTo>
                  <a:lnTo>
                    <a:pt x="676280" y="4458"/>
                  </a:lnTo>
                  <a:lnTo>
                    <a:pt x="694324" y="16621"/>
                  </a:lnTo>
                  <a:lnTo>
                    <a:pt x="706487" y="34665"/>
                  </a:lnTo>
                  <a:lnTo>
                    <a:pt x="710946" y="56768"/>
                  </a:lnTo>
                  <a:lnTo>
                    <a:pt x="710946" y="283844"/>
                  </a:lnTo>
                  <a:lnTo>
                    <a:pt x="706487" y="305948"/>
                  </a:lnTo>
                  <a:lnTo>
                    <a:pt x="694324" y="323992"/>
                  </a:lnTo>
                  <a:lnTo>
                    <a:pt x="676280" y="336155"/>
                  </a:lnTo>
                  <a:lnTo>
                    <a:pt x="654177" y="340613"/>
                  </a:lnTo>
                  <a:lnTo>
                    <a:pt x="56769" y="340613"/>
                  </a:lnTo>
                  <a:lnTo>
                    <a:pt x="34665" y="336155"/>
                  </a:lnTo>
                  <a:lnTo>
                    <a:pt x="16621" y="323992"/>
                  </a:lnTo>
                  <a:lnTo>
                    <a:pt x="4458" y="305948"/>
                  </a:lnTo>
                  <a:lnTo>
                    <a:pt x="0" y="283844"/>
                  </a:lnTo>
                  <a:lnTo>
                    <a:pt x="0" y="56768"/>
                  </a:lnTo>
                  <a:close/>
                </a:path>
              </a:pathLst>
            </a:custGeom>
            <a:ln w="31750">
              <a:solidFill>
                <a:srgbClr val="00AF5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8116061" y="3676649"/>
              <a:ext cx="711200" cy="340995"/>
            </a:xfrm>
            <a:custGeom>
              <a:avLst/>
              <a:gdLst/>
              <a:ahLst/>
              <a:cxnLst/>
              <a:rect l="l" t="t" r="r" b="b"/>
              <a:pathLst>
                <a:path w="711200" h="340995">
                  <a:moveTo>
                    <a:pt x="0" y="56768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9" y="0"/>
                  </a:lnTo>
                  <a:lnTo>
                    <a:pt x="654177" y="0"/>
                  </a:lnTo>
                  <a:lnTo>
                    <a:pt x="676280" y="4458"/>
                  </a:lnTo>
                  <a:lnTo>
                    <a:pt x="694324" y="16621"/>
                  </a:lnTo>
                  <a:lnTo>
                    <a:pt x="706487" y="34665"/>
                  </a:lnTo>
                  <a:lnTo>
                    <a:pt x="710946" y="56768"/>
                  </a:lnTo>
                  <a:lnTo>
                    <a:pt x="710946" y="283844"/>
                  </a:lnTo>
                  <a:lnTo>
                    <a:pt x="706487" y="305948"/>
                  </a:lnTo>
                  <a:lnTo>
                    <a:pt x="694324" y="323992"/>
                  </a:lnTo>
                  <a:lnTo>
                    <a:pt x="676280" y="336155"/>
                  </a:lnTo>
                  <a:lnTo>
                    <a:pt x="654177" y="340613"/>
                  </a:lnTo>
                  <a:lnTo>
                    <a:pt x="56769" y="340613"/>
                  </a:lnTo>
                  <a:lnTo>
                    <a:pt x="34665" y="336155"/>
                  </a:lnTo>
                  <a:lnTo>
                    <a:pt x="16621" y="323992"/>
                  </a:lnTo>
                  <a:lnTo>
                    <a:pt x="4458" y="305948"/>
                  </a:lnTo>
                  <a:lnTo>
                    <a:pt x="0" y="283844"/>
                  </a:lnTo>
                  <a:lnTo>
                    <a:pt x="0" y="56768"/>
                  </a:lnTo>
                  <a:close/>
                </a:path>
              </a:pathLst>
            </a:custGeom>
            <a:ln w="31750">
              <a:solidFill>
                <a:srgbClr val="006FC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3" name="object 13"/>
          <p:cNvGraphicFramePr>
            <a:graphicFrameLocks noGrp="1"/>
          </p:cNvGraphicFramePr>
          <p:nvPr/>
        </p:nvGraphicFramePr>
        <p:xfrm>
          <a:off x="603250" y="886713"/>
          <a:ext cx="4509135" cy="7410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85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 marL="25654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𝒗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𝒑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4" name="object 14"/>
          <p:cNvSpPr/>
          <p:nvPr/>
        </p:nvSpPr>
        <p:spPr>
          <a:xfrm>
            <a:off x="3652265" y="1279397"/>
            <a:ext cx="711200" cy="340360"/>
          </a:xfrm>
          <a:custGeom>
            <a:avLst/>
            <a:gdLst/>
            <a:ahLst/>
            <a:cxnLst/>
            <a:rect l="l" t="t" r="r" b="b"/>
            <a:pathLst>
              <a:path w="711200" h="340359">
                <a:moveTo>
                  <a:pt x="0" y="56641"/>
                </a:moveTo>
                <a:lnTo>
                  <a:pt x="4456" y="34611"/>
                </a:lnTo>
                <a:lnTo>
                  <a:pt x="16605" y="16605"/>
                </a:lnTo>
                <a:lnTo>
                  <a:pt x="34611" y="4456"/>
                </a:lnTo>
                <a:lnTo>
                  <a:pt x="56642" y="0"/>
                </a:lnTo>
                <a:lnTo>
                  <a:pt x="654304" y="0"/>
                </a:lnTo>
                <a:lnTo>
                  <a:pt x="676334" y="4456"/>
                </a:lnTo>
                <a:lnTo>
                  <a:pt x="694340" y="16605"/>
                </a:lnTo>
                <a:lnTo>
                  <a:pt x="706489" y="34611"/>
                </a:lnTo>
                <a:lnTo>
                  <a:pt x="710946" y="56641"/>
                </a:lnTo>
                <a:lnTo>
                  <a:pt x="710946" y="283210"/>
                </a:lnTo>
                <a:lnTo>
                  <a:pt x="706489" y="305240"/>
                </a:lnTo>
                <a:lnTo>
                  <a:pt x="694340" y="323246"/>
                </a:lnTo>
                <a:lnTo>
                  <a:pt x="676334" y="335395"/>
                </a:lnTo>
                <a:lnTo>
                  <a:pt x="654304" y="339851"/>
                </a:lnTo>
                <a:lnTo>
                  <a:pt x="56642" y="339851"/>
                </a:lnTo>
                <a:lnTo>
                  <a:pt x="34611" y="335395"/>
                </a:lnTo>
                <a:lnTo>
                  <a:pt x="16605" y="323246"/>
                </a:lnTo>
                <a:lnTo>
                  <a:pt x="4456" y="305240"/>
                </a:lnTo>
                <a:lnTo>
                  <a:pt x="0" y="283210"/>
                </a:lnTo>
                <a:lnTo>
                  <a:pt x="0" y="56641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3">
            <a:extLst>
              <a:ext uri="{FF2B5EF4-FFF2-40B4-BE49-F238E27FC236}">
                <a16:creationId xmlns:a16="http://schemas.microsoft.com/office/drawing/2014/main" id="{1FA81834-C79D-2E49-8328-1420B622835C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61257" y="112482"/>
            <a:ext cx="3925124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算</a:t>
            </a:r>
            <a:r>
              <a:rPr lang="zh-CN" altLang="en-US" spc="-50" dirty="0">
                <a:latin typeface="SimSun" panose="02010600030101010101" pitchFamily="2" charset="-122"/>
                <a:ea typeface="SimSun" panose="02010600030101010101" pitchFamily="2" charset="-122"/>
              </a:rPr>
              <a:t>法实例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603250" y="1816354"/>
          <a:ext cx="11176634" cy="25927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29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1800" spc="-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𝒄]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444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4892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4" name="object 4"/>
          <p:cNvSpPr/>
          <p:nvPr/>
        </p:nvSpPr>
        <p:spPr>
          <a:xfrm>
            <a:off x="5099303" y="3318509"/>
            <a:ext cx="711835" cy="340995"/>
          </a:xfrm>
          <a:custGeom>
            <a:avLst/>
            <a:gdLst/>
            <a:ahLst/>
            <a:cxnLst/>
            <a:rect l="l" t="t" r="r" b="b"/>
            <a:pathLst>
              <a:path w="711835" h="340995">
                <a:moveTo>
                  <a:pt x="0" y="56768"/>
                </a:moveTo>
                <a:lnTo>
                  <a:pt x="4458" y="34665"/>
                </a:lnTo>
                <a:lnTo>
                  <a:pt x="16621" y="16621"/>
                </a:lnTo>
                <a:lnTo>
                  <a:pt x="34665" y="4458"/>
                </a:lnTo>
                <a:lnTo>
                  <a:pt x="56769" y="0"/>
                </a:lnTo>
                <a:lnTo>
                  <a:pt x="654938" y="0"/>
                </a:lnTo>
                <a:lnTo>
                  <a:pt x="677042" y="4458"/>
                </a:lnTo>
                <a:lnTo>
                  <a:pt x="695086" y="16621"/>
                </a:lnTo>
                <a:lnTo>
                  <a:pt x="707249" y="34665"/>
                </a:lnTo>
                <a:lnTo>
                  <a:pt x="711708" y="56768"/>
                </a:lnTo>
                <a:lnTo>
                  <a:pt x="711708" y="283844"/>
                </a:lnTo>
                <a:lnTo>
                  <a:pt x="707249" y="305948"/>
                </a:lnTo>
                <a:lnTo>
                  <a:pt x="695086" y="323992"/>
                </a:lnTo>
                <a:lnTo>
                  <a:pt x="677042" y="336155"/>
                </a:lnTo>
                <a:lnTo>
                  <a:pt x="654938" y="340613"/>
                </a:lnTo>
                <a:lnTo>
                  <a:pt x="56769" y="340613"/>
                </a:lnTo>
                <a:lnTo>
                  <a:pt x="34665" y="336155"/>
                </a:lnTo>
                <a:lnTo>
                  <a:pt x="16621" y="323992"/>
                </a:lnTo>
                <a:lnTo>
                  <a:pt x="4458" y="305948"/>
                </a:lnTo>
                <a:lnTo>
                  <a:pt x="0" y="283844"/>
                </a:lnTo>
                <a:lnTo>
                  <a:pt x="0" y="56768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" name="object 5"/>
          <p:cNvGrpSpPr/>
          <p:nvPr/>
        </p:nvGrpSpPr>
        <p:grpSpPr>
          <a:xfrm>
            <a:off x="8824086" y="3302634"/>
            <a:ext cx="742950" cy="730885"/>
            <a:chOff x="8824086" y="3302634"/>
            <a:chExt cx="742950" cy="730885"/>
          </a:xfrm>
        </p:grpSpPr>
        <p:sp>
          <p:nvSpPr>
            <p:cNvPr id="6" name="object 6"/>
            <p:cNvSpPr/>
            <p:nvPr/>
          </p:nvSpPr>
          <p:spPr>
            <a:xfrm>
              <a:off x="8839961" y="3318509"/>
              <a:ext cx="711200" cy="340995"/>
            </a:xfrm>
            <a:custGeom>
              <a:avLst/>
              <a:gdLst/>
              <a:ahLst/>
              <a:cxnLst/>
              <a:rect l="l" t="t" r="r" b="b"/>
              <a:pathLst>
                <a:path w="711200" h="340995">
                  <a:moveTo>
                    <a:pt x="0" y="56768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9" y="0"/>
                  </a:lnTo>
                  <a:lnTo>
                    <a:pt x="654177" y="0"/>
                  </a:lnTo>
                  <a:lnTo>
                    <a:pt x="676280" y="4458"/>
                  </a:lnTo>
                  <a:lnTo>
                    <a:pt x="694324" y="16621"/>
                  </a:lnTo>
                  <a:lnTo>
                    <a:pt x="706487" y="34665"/>
                  </a:lnTo>
                  <a:lnTo>
                    <a:pt x="710946" y="56768"/>
                  </a:lnTo>
                  <a:lnTo>
                    <a:pt x="710946" y="283844"/>
                  </a:lnTo>
                  <a:lnTo>
                    <a:pt x="706487" y="305948"/>
                  </a:lnTo>
                  <a:lnTo>
                    <a:pt x="694324" y="323992"/>
                  </a:lnTo>
                  <a:lnTo>
                    <a:pt x="676280" y="336155"/>
                  </a:lnTo>
                  <a:lnTo>
                    <a:pt x="654177" y="340613"/>
                  </a:lnTo>
                  <a:lnTo>
                    <a:pt x="56769" y="340613"/>
                  </a:lnTo>
                  <a:lnTo>
                    <a:pt x="34665" y="336155"/>
                  </a:lnTo>
                  <a:lnTo>
                    <a:pt x="16621" y="323992"/>
                  </a:lnTo>
                  <a:lnTo>
                    <a:pt x="4458" y="305948"/>
                  </a:lnTo>
                  <a:lnTo>
                    <a:pt x="0" y="283844"/>
                  </a:lnTo>
                  <a:lnTo>
                    <a:pt x="0" y="56768"/>
                  </a:lnTo>
                  <a:close/>
                </a:path>
              </a:pathLst>
            </a:custGeom>
            <a:ln w="31750">
              <a:solidFill>
                <a:srgbClr val="00AF5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839961" y="3676649"/>
              <a:ext cx="711200" cy="340995"/>
            </a:xfrm>
            <a:custGeom>
              <a:avLst/>
              <a:gdLst/>
              <a:ahLst/>
              <a:cxnLst/>
              <a:rect l="l" t="t" r="r" b="b"/>
              <a:pathLst>
                <a:path w="711200" h="340995">
                  <a:moveTo>
                    <a:pt x="0" y="56768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9" y="0"/>
                  </a:lnTo>
                  <a:lnTo>
                    <a:pt x="654177" y="0"/>
                  </a:lnTo>
                  <a:lnTo>
                    <a:pt x="676280" y="4458"/>
                  </a:lnTo>
                  <a:lnTo>
                    <a:pt x="694324" y="16621"/>
                  </a:lnTo>
                  <a:lnTo>
                    <a:pt x="706487" y="34665"/>
                  </a:lnTo>
                  <a:lnTo>
                    <a:pt x="710946" y="56768"/>
                  </a:lnTo>
                  <a:lnTo>
                    <a:pt x="710946" y="283844"/>
                  </a:lnTo>
                  <a:lnTo>
                    <a:pt x="706487" y="305948"/>
                  </a:lnTo>
                  <a:lnTo>
                    <a:pt x="694324" y="323992"/>
                  </a:lnTo>
                  <a:lnTo>
                    <a:pt x="676280" y="336155"/>
                  </a:lnTo>
                  <a:lnTo>
                    <a:pt x="654177" y="340613"/>
                  </a:lnTo>
                  <a:lnTo>
                    <a:pt x="56769" y="340613"/>
                  </a:lnTo>
                  <a:lnTo>
                    <a:pt x="34665" y="336155"/>
                  </a:lnTo>
                  <a:lnTo>
                    <a:pt x="16621" y="323992"/>
                  </a:lnTo>
                  <a:lnTo>
                    <a:pt x="4458" y="305948"/>
                  </a:lnTo>
                  <a:lnTo>
                    <a:pt x="0" y="283844"/>
                  </a:lnTo>
                  <a:lnTo>
                    <a:pt x="0" y="56768"/>
                  </a:lnTo>
                  <a:close/>
                </a:path>
              </a:pathLst>
            </a:custGeom>
            <a:ln w="31750">
              <a:solidFill>
                <a:srgbClr val="006FC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603250" y="886713"/>
          <a:ext cx="4509135" cy="7410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85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 marL="25654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𝒗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𝒑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9" name="object 9"/>
          <p:cNvSpPr/>
          <p:nvPr/>
        </p:nvSpPr>
        <p:spPr>
          <a:xfrm>
            <a:off x="3652265" y="1279397"/>
            <a:ext cx="711200" cy="340360"/>
          </a:xfrm>
          <a:custGeom>
            <a:avLst/>
            <a:gdLst/>
            <a:ahLst/>
            <a:cxnLst/>
            <a:rect l="l" t="t" r="r" b="b"/>
            <a:pathLst>
              <a:path w="711200" h="340359">
                <a:moveTo>
                  <a:pt x="0" y="56641"/>
                </a:moveTo>
                <a:lnTo>
                  <a:pt x="4456" y="34611"/>
                </a:lnTo>
                <a:lnTo>
                  <a:pt x="16605" y="16605"/>
                </a:lnTo>
                <a:lnTo>
                  <a:pt x="34611" y="4456"/>
                </a:lnTo>
                <a:lnTo>
                  <a:pt x="56642" y="0"/>
                </a:lnTo>
                <a:lnTo>
                  <a:pt x="654304" y="0"/>
                </a:lnTo>
                <a:lnTo>
                  <a:pt x="676334" y="4456"/>
                </a:lnTo>
                <a:lnTo>
                  <a:pt x="694340" y="16605"/>
                </a:lnTo>
                <a:lnTo>
                  <a:pt x="706489" y="34611"/>
                </a:lnTo>
                <a:lnTo>
                  <a:pt x="710946" y="56641"/>
                </a:lnTo>
                <a:lnTo>
                  <a:pt x="710946" y="283210"/>
                </a:lnTo>
                <a:lnTo>
                  <a:pt x="706489" y="305240"/>
                </a:lnTo>
                <a:lnTo>
                  <a:pt x="694340" y="323246"/>
                </a:lnTo>
                <a:lnTo>
                  <a:pt x="676334" y="335395"/>
                </a:lnTo>
                <a:lnTo>
                  <a:pt x="654304" y="339851"/>
                </a:lnTo>
                <a:lnTo>
                  <a:pt x="56642" y="339851"/>
                </a:lnTo>
                <a:lnTo>
                  <a:pt x="34611" y="335395"/>
                </a:lnTo>
                <a:lnTo>
                  <a:pt x="16605" y="323246"/>
                </a:lnTo>
                <a:lnTo>
                  <a:pt x="4456" y="305240"/>
                </a:lnTo>
                <a:lnTo>
                  <a:pt x="0" y="283210"/>
                </a:lnTo>
                <a:lnTo>
                  <a:pt x="0" y="56641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10707116" y="1375155"/>
            <a:ext cx="9772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=</a:t>
            </a:r>
            <a:r>
              <a:rPr sz="2400" spc="130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𝟏𝟑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3" name="object 3">
            <a:extLst>
              <a:ext uri="{FF2B5EF4-FFF2-40B4-BE49-F238E27FC236}">
                <a16:creationId xmlns:a16="http://schemas.microsoft.com/office/drawing/2014/main" id="{F3577553-503E-9B45-AAFF-3AF69C736BEE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61257" y="112482"/>
            <a:ext cx="3925124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算</a:t>
            </a:r>
            <a:r>
              <a:rPr lang="zh-CN" altLang="en-US" spc="-50" dirty="0">
                <a:latin typeface="SimSun" panose="02010600030101010101" pitchFamily="2" charset="-122"/>
                <a:ea typeface="SimSun" panose="02010600030101010101" pitchFamily="2" charset="-122"/>
              </a:rPr>
              <a:t>法实例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603250" y="1816354"/>
          <a:ext cx="11176634" cy="25927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29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1800" spc="-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𝒄]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444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4892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4" name="object 4"/>
          <p:cNvSpPr/>
          <p:nvPr/>
        </p:nvSpPr>
        <p:spPr>
          <a:xfrm>
            <a:off x="5836158" y="3318509"/>
            <a:ext cx="711200" cy="340995"/>
          </a:xfrm>
          <a:custGeom>
            <a:avLst/>
            <a:gdLst/>
            <a:ahLst/>
            <a:cxnLst/>
            <a:rect l="l" t="t" r="r" b="b"/>
            <a:pathLst>
              <a:path w="711200" h="340995">
                <a:moveTo>
                  <a:pt x="0" y="56768"/>
                </a:moveTo>
                <a:lnTo>
                  <a:pt x="4458" y="34665"/>
                </a:lnTo>
                <a:lnTo>
                  <a:pt x="16621" y="16621"/>
                </a:lnTo>
                <a:lnTo>
                  <a:pt x="34665" y="4458"/>
                </a:lnTo>
                <a:lnTo>
                  <a:pt x="56768" y="0"/>
                </a:lnTo>
                <a:lnTo>
                  <a:pt x="654176" y="0"/>
                </a:lnTo>
                <a:lnTo>
                  <a:pt x="676280" y="4458"/>
                </a:lnTo>
                <a:lnTo>
                  <a:pt x="694324" y="16621"/>
                </a:lnTo>
                <a:lnTo>
                  <a:pt x="706487" y="34665"/>
                </a:lnTo>
                <a:lnTo>
                  <a:pt x="710945" y="56768"/>
                </a:lnTo>
                <a:lnTo>
                  <a:pt x="710945" y="283844"/>
                </a:lnTo>
                <a:lnTo>
                  <a:pt x="706487" y="305948"/>
                </a:lnTo>
                <a:lnTo>
                  <a:pt x="694324" y="323992"/>
                </a:lnTo>
                <a:lnTo>
                  <a:pt x="676280" y="336155"/>
                </a:lnTo>
                <a:lnTo>
                  <a:pt x="654176" y="340613"/>
                </a:lnTo>
                <a:lnTo>
                  <a:pt x="56768" y="340613"/>
                </a:lnTo>
                <a:lnTo>
                  <a:pt x="34665" y="336155"/>
                </a:lnTo>
                <a:lnTo>
                  <a:pt x="16621" y="323992"/>
                </a:lnTo>
                <a:lnTo>
                  <a:pt x="4458" y="305948"/>
                </a:lnTo>
                <a:lnTo>
                  <a:pt x="0" y="283844"/>
                </a:lnTo>
                <a:lnTo>
                  <a:pt x="0" y="56768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" name="object 5"/>
          <p:cNvGrpSpPr/>
          <p:nvPr/>
        </p:nvGrpSpPr>
        <p:grpSpPr>
          <a:xfrm>
            <a:off x="9560941" y="3302634"/>
            <a:ext cx="742950" cy="730885"/>
            <a:chOff x="9560941" y="3302634"/>
            <a:chExt cx="742950" cy="730885"/>
          </a:xfrm>
        </p:grpSpPr>
        <p:sp>
          <p:nvSpPr>
            <p:cNvPr id="6" name="object 6"/>
            <p:cNvSpPr/>
            <p:nvPr/>
          </p:nvSpPr>
          <p:spPr>
            <a:xfrm>
              <a:off x="9576816" y="3318509"/>
              <a:ext cx="711200" cy="340995"/>
            </a:xfrm>
            <a:custGeom>
              <a:avLst/>
              <a:gdLst/>
              <a:ahLst/>
              <a:cxnLst/>
              <a:rect l="l" t="t" r="r" b="b"/>
              <a:pathLst>
                <a:path w="711200" h="340995">
                  <a:moveTo>
                    <a:pt x="0" y="56768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8" y="0"/>
                  </a:lnTo>
                  <a:lnTo>
                    <a:pt x="654176" y="0"/>
                  </a:lnTo>
                  <a:lnTo>
                    <a:pt x="676280" y="4458"/>
                  </a:lnTo>
                  <a:lnTo>
                    <a:pt x="694324" y="16621"/>
                  </a:lnTo>
                  <a:lnTo>
                    <a:pt x="706487" y="34665"/>
                  </a:lnTo>
                  <a:lnTo>
                    <a:pt x="710945" y="56768"/>
                  </a:lnTo>
                  <a:lnTo>
                    <a:pt x="710945" y="283844"/>
                  </a:lnTo>
                  <a:lnTo>
                    <a:pt x="706487" y="305948"/>
                  </a:lnTo>
                  <a:lnTo>
                    <a:pt x="694324" y="323992"/>
                  </a:lnTo>
                  <a:lnTo>
                    <a:pt x="676280" y="336155"/>
                  </a:lnTo>
                  <a:lnTo>
                    <a:pt x="654176" y="340613"/>
                  </a:lnTo>
                  <a:lnTo>
                    <a:pt x="56768" y="340613"/>
                  </a:lnTo>
                  <a:lnTo>
                    <a:pt x="34665" y="336155"/>
                  </a:lnTo>
                  <a:lnTo>
                    <a:pt x="16621" y="323992"/>
                  </a:lnTo>
                  <a:lnTo>
                    <a:pt x="4458" y="305948"/>
                  </a:lnTo>
                  <a:lnTo>
                    <a:pt x="0" y="283844"/>
                  </a:lnTo>
                  <a:lnTo>
                    <a:pt x="0" y="56768"/>
                  </a:lnTo>
                  <a:close/>
                </a:path>
              </a:pathLst>
            </a:custGeom>
            <a:ln w="31750">
              <a:solidFill>
                <a:srgbClr val="00AF5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9576816" y="3676649"/>
              <a:ext cx="711200" cy="340995"/>
            </a:xfrm>
            <a:custGeom>
              <a:avLst/>
              <a:gdLst/>
              <a:ahLst/>
              <a:cxnLst/>
              <a:rect l="l" t="t" r="r" b="b"/>
              <a:pathLst>
                <a:path w="711200" h="340995">
                  <a:moveTo>
                    <a:pt x="0" y="56768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8" y="0"/>
                  </a:lnTo>
                  <a:lnTo>
                    <a:pt x="654176" y="0"/>
                  </a:lnTo>
                  <a:lnTo>
                    <a:pt x="676280" y="4458"/>
                  </a:lnTo>
                  <a:lnTo>
                    <a:pt x="694324" y="16621"/>
                  </a:lnTo>
                  <a:lnTo>
                    <a:pt x="706487" y="34665"/>
                  </a:lnTo>
                  <a:lnTo>
                    <a:pt x="710945" y="56768"/>
                  </a:lnTo>
                  <a:lnTo>
                    <a:pt x="710945" y="283844"/>
                  </a:lnTo>
                  <a:lnTo>
                    <a:pt x="706487" y="305948"/>
                  </a:lnTo>
                  <a:lnTo>
                    <a:pt x="694324" y="323992"/>
                  </a:lnTo>
                  <a:lnTo>
                    <a:pt x="676280" y="336155"/>
                  </a:lnTo>
                  <a:lnTo>
                    <a:pt x="654176" y="340613"/>
                  </a:lnTo>
                  <a:lnTo>
                    <a:pt x="56768" y="340613"/>
                  </a:lnTo>
                  <a:lnTo>
                    <a:pt x="34665" y="336155"/>
                  </a:lnTo>
                  <a:lnTo>
                    <a:pt x="16621" y="323992"/>
                  </a:lnTo>
                  <a:lnTo>
                    <a:pt x="4458" y="305948"/>
                  </a:lnTo>
                  <a:lnTo>
                    <a:pt x="0" y="283844"/>
                  </a:lnTo>
                  <a:lnTo>
                    <a:pt x="0" y="56768"/>
                  </a:lnTo>
                  <a:close/>
                </a:path>
              </a:pathLst>
            </a:custGeom>
            <a:ln w="31750">
              <a:solidFill>
                <a:srgbClr val="006FC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603250" y="886713"/>
          <a:ext cx="4509135" cy="7410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85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 marL="25654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𝒗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𝒑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9" name="object 9"/>
          <p:cNvSpPr/>
          <p:nvPr/>
        </p:nvSpPr>
        <p:spPr>
          <a:xfrm>
            <a:off x="3652265" y="1279397"/>
            <a:ext cx="711200" cy="340360"/>
          </a:xfrm>
          <a:custGeom>
            <a:avLst/>
            <a:gdLst/>
            <a:ahLst/>
            <a:cxnLst/>
            <a:rect l="l" t="t" r="r" b="b"/>
            <a:pathLst>
              <a:path w="711200" h="340359">
                <a:moveTo>
                  <a:pt x="0" y="56641"/>
                </a:moveTo>
                <a:lnTo>
                  <a:pt x="4456" y="34611"/>
                </a:lnTo>
                <a:lnTo>
                  <a:pt x="16605" y="16605"/>
                </a:lnTo>
                <a:lnTo>
                  <a:pt x="34611" y="4456"/>
                </a:lnTo>
                <a:lnTo>
                  <a:pt x="56642" y="0"/>
                </a:lnTo>
                <a:lnTo>
                  <a:pt x="654304" y="0"/>
                </a:lnTo>
                <a:lnTo>
                  <a:pt x="676334" y="4456"/>
                </a:lnTo>
                <a:lnTo>
                  <a:pt x="694340" y="16605"/>
                </a:lnTo>
                <a:lnTo>
                  <a:pt x="706489" y="34611"/>
                </a:lnTo>
                <a:lnTo>
                  <a:pt x="710946" y="56641"/>
                </a:lnTo>
                <a:lnTo>
                  <a:pt x="710946" y="283210"/>
                </a:lnTo>
                <a:lnTo>
                  <a:pt x="706489" y="305240"/>
                </a:lnTo>
                <a:lnTo>
                  <a:pt x="694340" y="323246"/>
                </a:lnTo>
                <a:lnTo>
                  <a:pt x="676334" y="335395"/>
                </a:lnTo>
                <a:lnTo>
                  <a:pt x="654304" y="339851"/>
                </a:lnTo>
                <a:lnTo>
                  <a:pt x="56642" y="339851"/>
                </a:lnTo>
                <a:lnTo>
                  <a:pt x="34611" y="335395"/>
                </a:lnTo>
                <a:lnTo>
                  <a:pt x="16605" y="323246"/>
                </a:lnTo>
                <a:lnTo>
                  <a:pt x="4456" y="305240"/>
                </a:lnTo>
                <a:lnTo>
                  <a:pt x="0" y="283210"/>
                </a:lnTo>
                <a:lnTo>
                  <a:pt x="0" y="56641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10707116" y="1375155"/>
            <a:ext cx="9772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=</a:t>
            </a:r>
            <a:r>
              <a:rPr sz="2400" spc="130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𝟏𝟑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3" name="object 3">
            <a:extLst>
              <a:ext uri="{FF2B5EF4-FFF2-40B4-BE49-F238E27FC236}">
                <a16:creationId xmlns:a16="http://schemas.microsoft.com/office/drawing/2014/main" id="{8409AF6D-E0B7-5645-8A5E-AF1B96FA4898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61257" y="112482"/>
            <a:ext cx="3925124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算</a:t>
            </a:r>
            <a:r>
              <a:rPr lang="zh-CN" altLang="en-US" spc="-50" dirty="0">
                <a:latin typeface="SimSun" panose="02010600030101010101" pitchFamily="2" charset="-122"/>
                <a:ea typeface="SimSun" panose="02010600030101010101" pitchFamily="2" charset="-122"/>
              </a:rPr>
              <a:t>法实例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603250" y="1816354"/>
          <a:ext cx="11176634" cy="25927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29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1800" spc="-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𝒄]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444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4892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4" name="object 4"/>
          <p:cNvSpPr/>
          <p:nvPr/>
        </p:nvSpPr>
        <p:spPr>
          <a:xfrm>
            <a:off x="6598157" y="3318509"/>
            <a:ext cx="711200" cy="340995"/>
          </a:xfrm>
          <a:custGeom>
            <a:avLst/>
            <a:gdLst/>
            <a:ahLst/>
            <a:cxnLst/>
            <a:rect l="l" t="t" r="r" b="b"/>
            <a:pathLst>
              <a:path w="711200" h="340995">
                <a:moveTo>
                  <a:pt x="0" y="56768"/>
                </a:moveTo>
                <a:lnTo>
                  <a:pt x="4458" y="34665"/>
                </a:lnTo>
                <a:lnTo>
                  <a:pt x="16621" y="16621"/>
                </a:lnTo>
                <a:lnTo>
                  <a:pt x="34665" y="4458"/>
                </a:lnTo>
                <a:lnTo>
                  <a:pt x="56769" y="0"/>
                </a:lnTo>
                <a:lnTo>
                  <a:pt x="654176" y="0"/>
                </a:lnTo>
                <a:lnTo>
                  <a:pt x="676280" y="4458"/>
                </a:lnTo>
                <a:lnTo>
                  <a:pt x="694324" y="16621"/>
                </a:lnTo>
                <a:lnTo>
                  <a:pt x="706487" y="34665"/>
                </a:lnTo>
                <a:lnTo>
                  <a:pt x="710946" y="56768"/>
                </a:lnTo>
                <a:lnTo>
                  <a:pt x="710946" y="283844"/>
                </a:lnTo>
                <a:lnTo>
                  <a:pt x="706487" y="305948"/>
                </a:lnTo>
                <a:lnTo>
                  <a:pt x="694324" y="323992"/>
                </a:lnTo>
                <a:lnTo>
                  <a:pt x="676280" y="336155"/>
                </a:lnTo>
                <a:lnTo>
                  <a:pt x="654176" y="340613"/>
                </a:lnTo>
                <a:lnTo>
                  <a:pt x="56769" y="340613"/>
                </a:lnTo>
                <a:lnTo>
                  <a:pt x="34665" y="336155"/>
                </a:lnTo>
                <a:lnTo>
                  <a:pt x="16621" y="323992"/>
                </a:lnTo>
                <a:lnTo>
                  <a:pt x="4458" y="305948"/>
                </a:lnTo>
                <a:lnTo>
                  <a:pt x="0" y="283844"/>
                </a:lnTo>
                <a:lnTo>
                  <a:pt x="0" y="56768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" name="object 5"/>
          <p:cNvGrpSpPr/>
          <p:nvPr/>
        </p:nvGrpSpPr>
        <p:grpSpPr>
          <a:xfrm>
            <a:off x="10322941" y="3302634"/>
            <a:ext cx="742950" cy="730885"/>
            <a:chOff x="10322941" y="3302634"/>
            <a:chExt cx="742950" cy="730885"/>
          </a:xfrm>
        </p:grpSpPr>
        <p:sp>
          <p:nvSpPr>
            <p:cNvPr id="6" name="object 6"/>
            <p:cNvSpPr/>
            <p:nvPr/>
          </p:nvSpPr>
          <p:spPr>
            <a:xfrm>
              <a:off x="10338816" y="3318509"/>
              <a:ext cx="711200" cy="340995"/>
            </a:xfrm>
            <a:custGeom>
              <a:avLst/>
              <a:gdLst/>
              <a:ahLst/>
              <a:cxnLst/>
              <a:rect l="l" t="t" r="r" b="b"/>
              <a:pathLst>
                <a:path w="711200" h="340995">
                  <a:moveTo>
                    <a:pt x="0" y="56768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8" y="0"/>
                  </a:lnTo>
                  <a:lnTo>
                    <a:pt x="654176" y="0"/>
                  </a:lnTo>
                  <a:lnTo>
                    <a:pt x="676280" y="4458"/>
                  </a:lnTo>
                  <a:lnTo>
                    <a:pt x="694324" y="16621"/>
                  </a:lnTo>
                  <a:lnTo>
                    <a:pt x="706487" y="34665"/>
                  </a:lnTo>
                  <a:lnTo>
                    <a:pt x="710945" y="56768"/>
                  </a:lnTo>
                  <a:lnTo>
                    <a:pt x="710945" y="283844"/>
                  </a:lnTo>
                  <a:lnTo>
                    <a:pt x="706487" y="305948"/>
                  </a:lnTo>
                  <a:lnTo>
                    <a:pt x="694324" y="323992"/>
                  </a:lnTo>
                  <a:lnTo>
                    <a:pt x="676280" y="336155"/>
                  </a:lnTo>
                  <a:lnTo>
                    <a:pt x="654176" y="340613"/>
                  </a:lnTo>
                  <a:lnTo>
                    <a:pt x="56768" y="340613"/>
                  </a:lnTo>
                  <a:lnTo>
                    <a:pt x="34665" y="336155"/>
                  </a:lnTo>
                  <a:lnTo>
                    <a:pt x="16621" y="323992"/>
                  </a:lnTo>
                  <a:lnTo>
                    <a:pt x="4458" y="305948"/>
                  </a:lnTo>
                  <a:lnTo>
                    <a:pt x="0" y="283844"/>
                  </a:lnTo>
                  <a:lnTo>
                    <a:pt x="0" y="56768"/>
                  </a:lnTo>
                  <a:close/>
                </a:path>
              </a:pathLst>
            </a:custGeom>
            <a:ln w="31750">
              <a:solidFill>
                <a:srgbClr val="00AF5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0338816" y="3676649"/>
              <a:ext cx="711200" cy="340995"/>
            </a:xfrm>
            <a:custGeom>
              <a:avLst/>
              <a:gdLst/>
              <a:ahLst/>
              <a:cxnLst/>
              <a:rect l="l" t="t" r="r" b="b"/>
              <a:pathLst>
                <a:path w="711200" h="340995">
                  <a:moveTo>
                    <a:pt x="0" y="56768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8" y="0"/>
                  </a:lnTo>
                  <a:lnTo>
                    <a:pt x="654176" y="0"/>
                  </a:lnTo>
                  <a:lnTo>
                    <a:pt x="676280" y="4458"/>
                  </a:lnTo>
                  <a:lnTo>
                    <a:pt x="694324" y="16621"/>
                  </a:lnTo>
                  <a:lnTo>
                    <a:pt x="706487" y="34665"/>
                  </a:lnTo>
                  <a:lnTo>
                    <a:pt x="710945" y="56768"/>
                  </a:lnTo>
                  <a:lnTo>
                    <a:pt x="710945" y="283844"/>
                  </a:lnTo>
                  <a:lnTo>
                    <a:pt x="706487" y="305948"/>
                  </a:lnTo>
                  <a:lnTo>
                    <a:pt x="694324" y="323992"/>
                  </a:lnTo>
                  <a:lnTo>
                    <a:pt x="676280" y="336155"/>
                  </a:lnTo>
                  <a:lnTo>
                    <a:pt x="654176" y="340613"/>
                  </a:lnTo>
                  <a:lnTo>
                    <a:pt x="56768" y="340613"/>
                  </a:lnTo>
                  <a:lnTo>
                    <a:pt x="34665" y="336155"/>
                  </a:lnTo>
                  <a:lnTo>
                    <a:pt x="16621" y="323992"/>
                  </a:lnTo>
                  <a:lnTo>
                    <a:pt x="4458" y="305948"/>
                  </a:lnTo>
                  <a:lnTo>
                    <a:pt x="0" y="283844"/>
                  </a:lnTo>
                  <a:lnTo>
                    <a:pt x="0" y="56768"/>
                  </a:lnTo>
                  <a:close/>
                </a:path>
              </a:pathLst>
            </a:custGeom>
            <a:ln w="31750">
              <a:solidFill>
                <a:srgbClr val="006FC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603250" y="886713"/>
          <a:ext cx="4509135" cy="7410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85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 marL="25654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𝒗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𝒑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9" name="object 9"/>
          <p:cNvSpPr/>
          <p:nvPr/>
        </p:nvSpPr>
        <p:spPr>
          <a:xfrm>
            <a:off x="3652265" y="1279397"/>
            <a:ext cx="711200" cy="340360"/>
          </a:xfrm>
          <a:custGeom>
            <a:avLst/>
            <a:gdLst/>
            <a:ahLst/>
            <a:cxnLst/>
            <a:rect l="l" t="t" r="r" b="b"/>
            <a:pathLst>
              <a:path w="711200" h="340359">
                <a:moveTo>
                  <a:pt x="0" y="56641"/>
                </a:moveTo>
                <a:lnTo>
                  <a:pt x="4456" y="34611"/>
                </a:lnTo>
                <a:lnTo>
                  <a:pt x="16605" y="16605"/>
                </a:lnTo>
                <a:lnTo>
                  <a:pt x="34611" y="4456"/>
                </a:lnTo>
                <a:lnTo>
                  <a:pt x="56642" y="0"/>
                </a:lnTo>
                <a:lnTo>
                  <a:pt x="654304" y="0"/>
                </a:lnTo>
                <a:lnTo>
                  <a:pt x="676334" y="4456"/>
                </a:lnTo>
                <a:lnTo>
                  <a:pt x="694340" y="16605"/>
                </a:lnTo>
                <a:lnTo>
                  <a:pt x="706489" y="34611"/>
                </a:lnTo>
                <a:lnTo>
                  <a:pt x="710946" y="56641"/>
                </a:lnTo>
                <a:lnTo>
                  <a:pt x="710946" y="283210"/>
                </a:lnTo>
                <a:lnTo>
                  <a:pt x="706489" y="305240"/>
                </a:lnTo>
                <a:lnTo>
                  <a:pt x="694340" y="323246"/>
                </a:lnTo>
                <a:lnTo>
                  <a:pt x="676334" y="335395"/>
                </a:lnTo>
                <a:lnTo>
                  <a:pt x="654304" y="339851"/>
                </a:lnTo>
                <a:lnTo>
                  <a:pt x="56642" y="339851"/>
                </a:lnTo>
                <a:lnTo>
                  <a:pt x="34611" y="335395"/>
                </a:lnTo>
                <a:lnTo>
                  <a:pt x="16605" y="323246"/>
                </a:lnTo>
                <a:lnTo>
                  <a:pt x="4456" y="305240"/>
                </a:lnTo>
                <a:lnTo>
                  <a:pt x="0" y="283210"/>
                </a:lnTo>
                <a:lnTo>
                  <a:pt x="0" y="56641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10707116" y="1375155"/>
            <a:ext cx="9772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=</a:t>
            </a:r>
            <a:r>
              <a:rPr sz="2400" spc="130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𝟏𝟑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3" name="object 3">
            <a:extLst>
              <a:ext uri="{FF2B5EF4-FFF2-40B4-BE49-F238E27FC236}">
                <a16:creationId xmlns:a16="http://schemas.microsoft.com/office/drawing/2014/main" id="{A6B07CAD-7581-8F42-931D-3D5BCFFA9EC8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61257" y="112482"/>
            <a:ext cx="3925124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算</a:t>
            </a:r>
            <a:r>
              <a:rPr lang="zh-CN" altLang="en-US" spc="-50" dirty="0">
                <a:latin typeface="SimSun" panose="02010600030101010101" pitchFamily="2" charset="-122"/>
                <a:ea typeface="SimSun" panose="02010600030101010101" pitchFamily="2" charset="-122"/>
              </a:rPr>
              <a:t>法实例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603250" y="1816354"/>
          <a:ext cx="11176634" cy="25927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29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1800" spc="-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𝒄]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444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4892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4" name="object 4"/>
          <p:cNvSpPr/>
          <p:nvPr/>
        </p:nvSpPr>
        <p:spPr>
          <a:xfrm>
            <a:off x="7322057" y="3318509"/>
            <a:ext cx="711200" cy="340995"/>
          </a:xfrm>
          <a:custGeom>
            <a:avLst/>
            <a:gdLst/>
            <a:ahLst/>
            <a:cxnLst/>
            <a:rect l="l" t="t" r="r" b="b"/>
            <a:pathLst>
              <a:path w="711200" h="340995">
                <a:moveTo>
                  <a:pt x="0" y="56768"/>
                </a:moveTo>
                <a:lnTo>
                  <a:pt x="4458" y="34665"/>
                </a:lnTo>
                <a:lnTo>
                  <a:pt x="16621" y="16621"/>
                </a:lnTo>
                <a:lnTo>
                  <a:pt x="34665" y="4458"/>
                </a:lnTo>
                <a:lnTo>
                  <a:pt x="56769" y="0"/>
                </a:lnTo>
                <a:lnTo>
                  <a:pt x="654176" y="0"/>
                </a:lnTo>
                <a:lnTo>
                  <a:pt x="676280" y="4458"/>
                </a:lnTo>
                <a:lnTo>
                  <a:pt x="694324" y="16621"/>
                </a:lnTo>
                <a:lnTo>
                  <a:pt x="706487" y="34665"/>
                </a:lnTo>
                <a:lnTo>
                  <a:pt x="710946" y="56768"/>
                </a:lnTo>
                <a:lnTo>
                  <a:pt x="710946" y="283844"/>
                </a:lnTo>
                <a:lnTo>
                  <a:pt x="706487" y="305948"/>
                </a:lnTo>
                <a:lnTo>
                  <a:pt x="694324" y="323992"/>
                </a:lnTo>
                <a:lnTo>
                  <a:pt x="676280" y="336155"/>
                </a:lnTo>
                <a:lnTo>
                  <a:pt x="654176" y="340613"/>
                </a:lnTo>
                <a:lnTo>
                  <a:pt x="56769" y="340613"/>
                </a:lnTo>
                <a:lnTo>
                  <a:pt x="34665" y="336155"/>
                </a:lnTo>
                <a:lnTo>
                  <a:pt x="16621" y="323992"/>
                </a:lnTo>
                <a:lnTo>
                  <a:pt x="4458" y="305948"/>
                </a:lnTo>
                <a:lnTo>
                  <a:pt x="0" y="283844"/>
                </a:lnTo>
                <a:lnTo>
                  <a:pt x="0" y="56768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" name="object 5"/>
          <p:cNvGrpSpPr/>
          <p:nvPr/>
        </p:nvGrpSpPr>
        <p:grpSpPr>
          <a:xfrm>
            <a:off x="11046841" y="3302634"/>
            <a:ext cx="742950" cy="730885"/>
            <a:chOff x="11046841" y="3302634"/>
            <a:chExt cx="742950" cy="730885"/>
          </a:xfrm>
        </p:grpSpPr>
        <p:sp>
          <p:nvSpPr>
            <p:cNvPr id="6" name="object 6"/>
            <p:cNvSpPr/>
            <p:nvPr/>
          </p:nvSpPr>
          <p:spPr>
            <a:xfrm>
              <a:off x="11062716" y="3318509"/>
              <a:ext cx="711200" cy="340995"/>
            </a:xfrm>
            <a:custGeom>
              <a:avLst/>
              <a:gdLst/>
              <a:ahLst/>
              <a:cxnLst/>
              <a:rect l="l" t="t" r="r" b="b"/>
              <a:pathLst>
                <a:path w="711200" h="340995">
                  <a:moveTo>
                    <a:pt x="0" y="56768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8" y="0"/>
                  </a:lnTo>
                  <a:lnTo>
                    <a:pt x="654176" y="0"/>
                  </a:lnTo>
                  <a:lnTo>
                    <a:pt x="676280" y="4458"/>
                  </a:lnTo>
                  <a:lnTo>
                    <a:pt x="694324" y="16621"/>
                  </a:lnTo>
                  <a:lnTo>
                    <a:pt x="706487" y="34665"/>
                  </a:lnTo>
                  <a:lnTo>
                    <a:pt x="710945" y="56768"/>
                  </a:lnTo>
                  <a:lnTo>
                    <a:pt x="710945" y="283844"/>
                  </a:lnTo>
                  <a:lnTo>
                    <a:pt x="706487" y="305948"/>
                  </a:lnTo>
                  <a:lnTo>
                    <a:pt x="694324" y="323992"/>
                  </a:lnTo>
                  <a:lnTo>
                    <a:pt x="676280" y="336155"/>
                  </a:lnTo>
                  <a:lnTo>
                    <a:pt x="654176" y="340613"/>
                  </a:lnTo>
                  <a:lnTo>
                    <a:pt x="56768" y="340613"/>
                  </a:lnTo>
                  <a:lnTo>
                    <a:pt x="34665" y="336155"/>
                  </a:lnTo>
                  <a:lnTo>
                    <a:pt x="16621" y="323992"/>
                  </a:lnTo>
                  <a:lnTo>
                    <a:pt x="4458" y="305948"/>
                  </a:lnTo>
                  <a:lnTo>
                    <a:pt x="0" y="283844"/>
                  </a:lnTo>
                  <a:lnTo>
                    <a:pt x="0" y="56768"/>
                  </a:lnTo>
                  <a:close/>
                </a:path>
              </a:pathLst>
            </a:custGeom>
            <a:ln w="31750">
              <a:solidFill>
                <a:srgbClr val="00AF5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1062716" y="3676649"/>
              <a:ext cx="711200" cy="340995"/>
            </a:xfrm>
            <a:custGeom>
              <a:avLst/>
              <a:gdLst/>
              <a:ahLst/>
              <a:cxnLst/>
              <a:rect l="l" t="t" r="r" b="b"/>
              <a:pathLst>
                <a:path w="711200" h="340995">
                  <a:moveTo>
                    <a:pt x="0" y="56768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8" y="0"/>
                  </a:lnTo>
                  <a:lnTo>
                    <a:pt x="654176" y="0"/>
                  </a:lnTo>
                  <a:lnTo>
                    <a:pt x="676280" y="4458"/>
                  </a:lnTo>
                  <a:lnTo>
                    <a:pt x="694324" y="16621"/>
                  </a:lnTo>
                  <a:lnTo>
                    <a:pt x="706487" y="34665"/>
                  </a:lnTo>
                  <a:lnTo>
                    <a:pt x="710945" y="56768"/>
                  </a:lnTo>
                  <a:lnTo>
                    <a:pt x="710945" y="283844"/>
                  </a:lnTo>
                  <a:lnTo>
                    <a:pt x="706487" y="305948"/>
                  </a:lnTo>
                  <a:lnTo>
                    <a:pt x="694324" y="323992"/>
                  </a:lnTo>
                  <a:lnTo>
                    <a:pt x="676280" y="336155"/>
                  </a:lnTo>
                  <a:lnTo>
                    <a:pt x="654176" y="340613"/>
                  </a:lnTo>
                  <a:lnTo>
                    <a:pt x="56768" y="340613"/>
                  </a:lnTo>
                  <a:lnTo>
                    <a:pt x="34665" y="336155"/>
                  </a:lnTo>
                  <a:lnTo>
                    <a:pt x="16621" y="323992"/>
                  </a:lnTo>
                  <a:lnTo>
                    <a:pt x="4458" y="305948"/>
                  </a:lnTo>
                  <a:lnTo>
                    <a:pt x="0" y="283844"/>
                  </a:lnTo>
                  <a:lnTo>
                    <a:pt x="0" y="56768"/>
                  </a:lnTo>
                  <a:close/>
                </a:path>
              </a:pathLst>
            </a:custGeom>
            <a:ln w="31750">
              <a:solidFill>
                <a:srgbClr val="006FC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603250" y="886713"/>
          <a:ext cx="4509135" cy="7410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85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 marL="25654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𝒗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𝒑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9" name="object 9"/>
          <p:cNvSpPr/>
          <p:nvPr/>
        </p:nvSpPr>
        <p:spPr>
          <a:xfrm>
            <a:off x="3652265" y="1279397"/>
            <a:ext cx="711200" cy="340360"/>
          </a:xfrm>
          <a:custGeom>
            <a:avLst/>
            <a:gdLst/>
            <a:ahLst/>
            <a:cxnLst/>
            <a:rect l="l" t="t" r="r" b="b"/>
            <a:pathLst>
              <a:path w="711200" h="340359">
                <a:moveTo>
                  <a:pt x="0" y="56641"/>
                </a:moveTo>
                <a:lnTo>
                  <a:pt x="4456" y="34611"/>
                </a:lnTo>
                <a:lnTo>
                  <a:pt x="16605" y="16605"/>
                </a:lnTo>
                <a:lnTo>
                  <a:pt x="34611" y="4456"/>
                </a:lnTo>
                <a:lnTo>
                  <a:pt x="56642" y="0"/>
                </a:lnTo>
                <a:lnTo>
                  <a:pt x="654304" y="0"/>
                </a:lnTo>
                <a:lnTo>
                  <a:pt x="676334" y="4456"/>
                </a:lnTo>
                <a:lnTo>
                  <a:pt x="694340" y="16605"/>
                </a:lnTo>
                <a:lnTo>
                  <a:pt x="706489" y="34611"/>
                </a:lnTo>
                <a:lnTo>
                  <a:pt x="710946" y="56641"/>
                </a:lnTo>
                <a:lnTo>
                  <a:pt x="710946" y="283210"/>
                </a:lnTo>
                <a:lnTo>
                  <a:pt x="706489" y="305240"/>
                </a:lnTo>
                <a:lnTo>
                  <a:pt x="694340" y="323246"/>
                </a:lnTo>
                <a:lnTo>
                  <a:pt x="676334" y="335395"/>
                </a:lnTo>
                <a:lnTo>
                  <a:pt x="654304" y="339851"/>
                </a:lnTo>
                <a:lnTo>
                  <a:pt x="56642" y="339851"/>
                </a:lnTo>
                <a:lnTo>
                  <a:pt x="34611" y="335395"/>
                </a:lnTo>
                <a:lnTo>
                  <a:pt x="16605" y="323246"/>
                </a:lnTo>
                <a:lnTo>
                  <a:pt x="4456" y="305240"/>
                </a:lnTo>
                <a:lnTo>
                  <a:pt x="0" y="283210"/>
                </a:lnTo>
                <a:lnTo>
                  <a:pt x="0" y="56641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10707116" y="1375155"/>
            <a:ext cx="9772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=</a:t>
            </a:r>
            <a:r>
              <a:rPr sz="2400" spc="130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𝟏𝟑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3" name="object 3">
            <a:extLst>
              <a:ext uri="{FF2B5EF4-FFF2-40B4-BE49-F238E27FC236}">
                <a16:creationId xmlns:a16="http://schemas.microsoft.com/office/drawing/2014/main" id="{DF27CBE5-021B-CD4C-9D9E-2CA25F5068F2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61257" y="112482"/>
            <a:ext cx="3925124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算</a:t>
            </a:r>
            <a:r>
              <a:rPr lang="zh-CN" altLang="en-US" spc="-50" dirty="0">
                <a:latin typeface="SimSun" panose="02010600030101010101" pitchFamily="2" charset="-122"/>
                <a:ea typeface="SimSun" panose="02010600030101010101" pitchFamily="2" charset="-122"/>
              </a:rPr>
              <a:t>法实例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609600" y="1822704"/>
            <a:ext cx="11170285" cy="2595880"/>
            <a:chOff x="609600" y="1822704"/>
            <a:chExt cx="11170285" cy="2595880"/>
          </a:xfrm>
        </p:grpSpPr>
        <p:sp>
          <p:nvSpPr>
            <p:cNvPr id="4" name="object 4"/>
            <p:cNvSpPr/>
            <p:nvPr/>
          </p:nvSpPr>
          <p:spPr>
            <a:xfrm>
              <a:off x="609600" y="1822704"/>
              <a:ext cx="11170285" cy="2595880"/>
            </a:xfrm>
            <a:custGeom>
              <a:avLst/>
              <a:gdLst/>
              <a:ahLst/>
              <a:cxnLst/>
              <a:rect l="l" t="t" r="r" b="b"/>
              <a:pathLst>
                <a:path w="11170285" h="2595879">
                  <a:moveTo>
                    <a:pt x="11170031" y="0"/>
                  </a:moveTo>
                  <a:lnTo>
                    <a:pt x="0" y="0"/>
                  </a:lnTo>
                  <a:lnTo>
                    <a:pt x="0" y="2595880"/>
                  </a:lnTo>
                  <a:lnTo>
                    <a:pt x="11170031" y="2595880"/>
                  </a:lnTo>
                  <a:lnTo>
                    <a:pt x="11170031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2127123" y="4047744"/>
              <a:ext cx="2227580" cy="370840"/>
            </a:xfrm>
            <a:custGeom>
              <a:avLst/>
              <a:gdLst/>
              <a:ahLst/>
              <a:cxnLst/>
              <a:rect l="l" t="t" r="r" b="b"/>
              <a:pathLst>
                <a:path w="2227579" h="370839">
                  <a:moveTo>
                    <a:pt x="742492" y="0"/>
                  </a:moveTo>
                  <a:lnTo>
                    <a:pt x="0" y="0"/>
                  </a:lnTo>
                  <a:lnTo>
                    <a:pt x="0" y="370840"/>
                  </a:lnTo>
                  <a:lnTo>
                    <a:pt x="742492" y="370840"/>
                  </a:lnTo>
                  <a:lnTo>
                    <a:pt x="742492" y="0"/>
                  </a:lnTo>
                  <a:close/>
                </a:path>
                <a:path w="2227579" h="370839">
                  <a:moveTo>
                    <a:pt x="2227503" y="0"/>
                  </a:moveTo>
                  <a:lnTo>
                    <a:pt x="1485061" y="0"/>
                  </a:lnTo>
                  <a:lnTo>
                    <a:pt x="742569" y="0"/>
                  </a:lnTo>
                  <a:lnTo>
                    <a:pt x="742569" y="370840"/>
                  </a:lnTo>
                  <a:lnTo>
                    <a:pt x="1485011" y="370840"/>
                  </a:lnTo>
                  <a:lnTo>
                    <a:pt x="2227503" y="370840"/>
                  </a:lnTo>
                  <a:lnTo>
                    <a:pt x="2227503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603250" y="1816354"/>
          <a:ext cx="11176634" cy="25927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29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1800" spc="-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𝒄]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444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4892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pSp>
        <p:nvGrpSpPr>
          <p:cNvPr id="7" name="object 7"/>
          <p:cNvGrpSpPr/>
          <p:nvPr/>
        </p:nvGrpSpPr>
        <p:grpSpPr>
          <a:xfrm>
            <a:off x="2137536" y="4037203"/>
            <a:ext cx="4854575" cy="1058545"/>
            <a:chOff x="2137536" y="4037203"/>
            <a:chExt cx="4854575" cy="1058545"/>
          </a:xfrm>
        </p:grpSpPr>
        <p:sp>
          <p:nvSpPr>
            <p:cNvPr id="8" name="object 8"/>
            <p:cNvSpPr/>
            <p:nvPr/>
          </p:nvSpPr>
          <p:spPr>
            <a:xfrm>
              <a:off x="2153411" y="4053078"/>
              <a:ext cx="2101215" cy="340360"/>
            </a:xfrm>
            <a:custGeom>
              <a:avLst/>
              <a:gdLst/>
              <a:ahLst/>
              <a:cxnLst/>
              <a:rect l="l" t="t" r="r" b="b"/>
              <a:pathLst>
                <a:path w="2101215" h="340360">
                  <a:moveTo>
                    <a:pt x="0" y="56642"/>
                  </a:moveTo>
                  <a:lnTo>
                    <a:pt x="4456" y="34611"/>
                  </a:lnTo>
                  <a:lnTo>
                    <a:pt x="16605" y="16605"/>
                  </a:lnTo>
                  <a:lnTo>
                    <a:pt x="34611" y="4456"/>
                  </a:lnTo>
                  <a:lnTo>
                    <a:pt x="56642" y="0"/>
                  </a:lnTo>
                  <a:lnTo>
                    <a:pt x="2044191" y="0"/>
                  </a:lnTo>
                  <a:lnTo>
                    <a:pt x="2066222" y="4456"/>
                  </a:lnTo>
                  <a:lnTo>
                    <a:pt x="2084228" y="16605"/>
                  </a:lnTo>
                  <a:lnTo>
                    <a:pt x="2096377" y="34611"/>
                  </a:lnTo>
                  <a:lnTo>
                    <a:pt x="2100834" y="56642"/>
                  </a:lnTo>
                  <a:lnTo>
                    <a:pt x="2100834" y="283210"/>
                  </a:lnTo>
                  <a:lnTo>
                    <a:pt x="2096377" y="305240"/>
                  </a:lnTo>
                  <a:lnTo>
                    <a:pt x="2084228" y="323246"/>
                  </a:lnTo>
                  <a:lnTo>
                    <a:pt x="2066222" y="335395"/>
                  </a:lnTo>
                  <a:lnTo>
                    <a:pt x="2044191" y="339852"/>
                  </a:lnTo>
                  <a:lnTo>
                    <a:pt x="56642" y="339852"/>
                  </a:lnTo>
                  <a:lnTo>
                    <a:pt x="34611" y="335395"/>
                  </a:lnTo>
                  <a:lnTo>
                    <a:pt x="16605" y="323246"/>
                  </a:lnTo>
                  <a:lnTo>
                    <a:pt x="4456" y="305240"/>
                  </a:lnTo>
                  <a:lnTo>
                    <a:pt x="0" y="283210"/>
                  </a:lnTo>
                  <a:lnTo>
                    <a:pt x="0" y="56642"/>
                  </a:lnTo>
                  <a:close/>
                </a:path>
              </a:pathLst>
            </a:custGeom>
            <a:ln w="31750">
              <a:solidFill>
                <a:srgbClr val="006FC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4093717" y="4436745"/>
              <a:ext cx="2898775" cy="659130"/>
            </a:xfrm>
            <a:custGeom>
              <a:avLst/>
              <a:gdLst/>
              <a:ahLst/>
              <a:cxnLst/>
              <a:rect l="l" t="t" r="r" b="b"/>
              <a:pathLst>
                <a:path w="2898775" h="659129">
                  <a:moveTo>
                    <a:pt x="0" y="0"/>
                  </a:moveTo>
                  <a:lnTo>
                    <a:pt x="1020699" y="235076"/>
                  </a:lnTo>
                  <a:lnTo>
                    <a:pt x="645160" y="235076"/>
                  </a:lnTo>
                  <a:lnTo>
                    <a:pt x="645160" y="658748"/>
                  </a:lnTo>
                  <a:lnTo>
                    <a:pt x="2898393" y="658748"/>
                  </a:lnTo>
                  <a:lnTo>
                    <a:pt x="2898393" y="235076"/>
                  </a:lnTo>
                  <a:lnTo>
                    <a:pt x="1583944" y="2350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3C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5546979" y="4767580"/>
              <a:ext cx="236854" cy="260350"/>
            </a:xfrm>
            <a:custGeom>
              <a:avLst/>
              <a:gdLst/>
              <a:ahLst/>
              <a:cxnLst/>
              <a:rect l="l" t="t" r="r" b="b"/>
              <a:pathLst>
                <a:path w="236853" h="260350">
                  <a:moveTo>
                    <a:pt x="60833" y="0"/>
                  </a:moveTo>
                  <a:lnTo>
                    <a:pt x="0" y="0"/>
                  </a:lnTo>
                  <a:lnTo>
                    <a:pt x="0" y="11430"/>
                  </a:lnTo>
                  <a:lnTo>
                    <a:pt x="0" y="250190"/>
                  </a:lnTo>
                  <a:lnTo>
                    <a:pt x="0" y="260350"/>
                  </a:lnTo>
                  <a:lnTo>
                    <a:pt x="60833" y="260350"/>
                  </a:lnTo>
                  <a:lnTo>
                    <a:pt x="60833" y="250190"/>
                  </a:lnTo>
                  <a:lnTo>
                    <a:pt x="22606" y="250190"/>
                  </a:lnTo>
                  <a:lnTo>
                    <a:pt x="22606" y="11430"/>
                  </a:lnTo>
                  <a:lnTo>
                    <a:pt x="60833" y="11430"/>
                  </a:lnTo>
                  <a:lnTo>
                    <a:pt x="60833" y="0"/>
                  </a:lnTo>
                  <a:close/>
                </a:path>
                <a:path w="236853" h="260350">
                  <a:moveTo>
                    <a:pt x="236728" y="0"/>
                  </a:moveTo>
                  <a:lnTo>
                    <a:pt x="175895" y="0"/>
                  </a:lnTo>
                  <a:lnTo>
                    <a:pt x="175895" y="11430"/>
                  </a:lnTo>
                  <a:lnTo>
                    <a:pt x="214122" y="11430"/>
                  </a:lnTo>
                  <a:lnTo>
                    <a:pt x="214122" y="250190"/>
                  </a:lnTo>
                  <a:lnTo>
                    <a:pt x="175895" y="250190"/>
                  </a:lnTo>
                  <a:lnTo>
                    <a:pt x="175895" y="260350"/>
                  </a:lnTo>
                  <a:lnTo>
                    <a:pt x="236728" y="260350"/>
                  </a:lnTo>
                  <a:lnTo>
                    <a:pt x="236728" y="250190"/>
                  </a:lnTo>
                  <a:lnTo>
                    <a:pt x="236728" y="11430"/>
                  </a:lnTo>
                  <a:lnTo>
                    <a:pt x="2367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1" name="object 11"/>
          <p:cNvGraphicFramePr>
            <a:graphicFrameLocks noGrp="1"/>
          </p:cNvGraphicFramePr>
          <p:nvPr/>
        </p:nvGraphicFramePr>
        <p:xfrm>
          <a:off x="603250" y="886713"/>
          <a:ext cx="4509135" cy="7410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85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 marL="25654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𝒗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𝒑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2" name="object 12"/>
          <p:cNvSpPr/>
          <p:nvPr/>
        </p:nvSpPr>
        <p:spPr>
          <a:xfrm>
            <a:off x="4383785" y="927353"/>
            <a:ext cx="711200" cy="340995"/>
          </a:xfrm>
          <a:custGeom>
            <a:avLst/>
            <a:gdLst/>
            <a:ahLst/>
            <a:cxnLst/>
            <a:rect l="l" t="t" r="r" b="b"/>
            <a:pathLst>
              <a:path w="711200" h="340994">
                <a:moveTo>
                  <a:pt x="0" y="56769"/>
                </a:moveTo>
                <a:lnTo>
                  <a:pt x="4458" y="34665"/>
                </a:lnTo>
                <a:lnTo>
                  <a:pt x="16621" y="16621"/>
                </a:lnTo>
                <a:lnTo>
                  <a:pt x="34665" y="4458"/>
                </a:lnTo>
                <a:lnTo>
                  <a:pt x="56768" y="0"/>
                </a:lnTo>
                <a:lnTo>
                  <a:pt x="654176" y="0"/>
                </a:lnTo>
                <a:lnTo>
                  <a:pt x="676280" y="4458"/>
                </a:lnTo>
                <a:lnTo>
                  <a:pt x="694324" y="16621"/>
                </a:lnTo>
                <a:lnTo>
                  <a:pt x="706487" y="34665"/>
                </a:lnTo>
                <a:lnTo>
                  <a:pt x="710946" y="56769"/>
                </a:lnTo>
                <a:lnTo>
                  <a:pt x="710946" y="283845"/>
                </a:lnTo>
                <a:lnTo>
                  <a:pt x="706487" y="305948"/>
                </a:lnTo>
                <a:lnTo>
                  <a:pt x="694324" y="323992"/>
                </a:lnTo>
                <a:lnTo>
                  <a:pt x="676280" y="336155"/>
                </a:lnTo>
                <a:lnTo>
                  <a:pt x="654176" y="340613"/>
                </a:lnTo>
                <a:lnTo>
                  <a:pt x="56768" y="340613"/>
                </a:lnTo>
                <a:lnTo>
                  <a:pt x="34665" y="336155"/>
                </a:lnTo>
                <a:lnTo>
                  <a:pt x="16621" y="323992"/>
                </a:lnTo>
                <a:lnTo>
                  <a:pt x="4458" y="305948"/>
                </a:lnTo>
                <a:lnTo>
                  <a:pt x="0" y="283845"/>
                </a:lnTo>
                <a:lnTo>
                  <a:pt x="0" y="56769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 txBox="1"/>
          <p:nvPr/>
        </p:nvSpPr>
        <p:spPr>
          <a:xfrm>
            <a:off x="10707116" y="1375155"/>
            <a:ext cx="9772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=</a:t>
            </a:r>
            <a:r>
              <a:rPr sz="2400" spc="130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𝟏𝟑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5335015" y="4686046"/>
            <a:ext cx="998219" cy="3613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556895" algn="l"/>
              </a:tabLst>
            </a:pPr>
            <a:r>
              <a:rPr sz="2200">
                <a:solidFill>
                  <a:srgbClr val="FFFFFF"/>
                </a:solidFill>
                <a:latin typeface="Cambria Math"/>
                <a:cs typeface="Cambria Math"/>
              </a:rPr>
              <a:t>𝒗</a:t>
            </a:r>
            <a:r>
              <a:rPr sz="2200" spc="280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2200" spc="-50">
                <a:solidFill>
                  <a:srgbClr val="FFFFFF"/>
                </a:solidFill>
                <a:latin typeface="Cambria Math"/>
                <a:cs typeface="Cambria Math"/>
              </a:rPr>
              <a:t>𝒊</a:t>
            </a:r>
            <a:r>
              <a:rPr sz="2200">
                <a:solidFill>
                  <a:srgbClr val="FFFFFF"/>
                </a:solidFill>
                <a:latin typeface="Cambria Math"/>
                <a:cs typeface="Cambria Math"/>
              </a:rPr>
              <a:t>	&gt;</a:t>
            </a:r>
            <a:r>
              <a:rPr sz="2200" spc="110">
                <a:solidFill>
                  <a:srgbClr val="FFFFFF"/>
                </a:solidFill>
                <a:latin typeface="Cambria Math"/>
                <a:cs typeface="Cambria Math"/>
              </a:rPr>
              <a:t> </a:t>
            </a:r>
            <a:r>
              <a:rPr sz="2200" spc="-50">
                <a:solidFill>
                  <a:srgbClr val="FFFFFF"/>
                </a:solidFill>
                <a:latin typeface="Cambria Math"/>
                <a:cs typeface="Cambria Math"/>
              </a:rPr>
              <a:t>𝒄</a:t>
            </a:r>
            <a:endParaRPr sz="2200">
              <a:latin typeface="Cambria Math"/>
              <a:cs typeface="Cambria Math"/>
            </a:endParaRPr>
          </a:p>
        </p:txBody>
      </p:sp>
      <p:sp>
        <p:nvSpPr>
          <p:cNvPr id="17" name="object 3">
            <a:extLst>
              <a:ext uri="{FF2B5EF4-FFF2-40B4-BE49-F238E27FC236}">
                <a16:creationId xmlns:a16="http://schemas.microsoft.com/office/drawing/2014/main" id="{7BD4BCEA-9484-6440-B0C5-6865C1822BF5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61257" y="112482"/>
            <a:ext cx="3925124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算</a:t>
            </a:r>
            <a:r>
              <a:rPr lang="zh-CN" altLang="en-US" spc="-50" dirty="0">
                <a:latin typeface="SimSun" panose="02010600030101010101" pitchFamily="2" charset="-122"/>
                <a:ea typeface="SimSun" panose="02010600030101010101" pitchFamily="2" charset="-122"/>
              </a:rPr>
              <a:t>法实例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609600" y="1823720"/>
            <a:ext cx="11170285" cy="2595880"/>
            <a:chOff x="609600" y="1823720"/>
            <a:chExt cx="11170285" cy="2595880"/>
          </a:xfrm>
        </p:grpSpPr>
        <p:sp>
          <p:nvSpPr>
            <p:cNvPr id="4" name="object 4"/>
            <p:cNvSpPr/>
            <p:nvPr/>
          </p:nvSpPr>
          <p:spPr>
            <a:xfrm>
              <a:off x="609600" y="1823720"/>
              <a:ext cx="11170285" cy="2595880"/>
            </a:xfrm>
            <a:custGeom>
              <a:avLst/>
              <a:gdLst/>
              <a:ahLst/>
              <a:cxnLst/>
              <a:rect l="l" t="t" r="r" b="b"/>
              <a:pathLst>
                <a:path w="11170285" h="2595879">
                  <a:moveTo>
                    <a:pt x="11170031" y="0"/>
                  </a:moveTo>
                  <a:lnTo>
                    <a:pt x="0" y="0"/>
                  </a:lnTo>
                  <a:lnTo>
                    <a:pt x="0" y="2595879"/>
                  </a:lnTo>
                  <a:lnTo>
                    <a:pt x="11170031" y="2595879"/>
                  </a:lnTo>
                  <a:lnTo>
                    <a:pt x="11170031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4354576" y="3677920"/>
              <a:ext cx="742950" cy="370840"/>
            </a:xfrm>
            <a:custGeom>
              <a:avLst/>
              <a:gdLst/>
              <a:ahLst/>
              <a:cxnLst/>
              <a:rect l="l" t="t" r="r" b="b"/>
              <a:pathLst>
                <a:path w="742950" h="370839">
                  <a:moveTo>
                    <a:pt x="742492" y="0"/>
                  </a:moveTo>
                  <a:lnTo>
                    <a:pt x="0" y="0"/>
                  </a:lnTo>
                  <a:lnTo>
                    <a:pt x="0" y="370839"/>
                  </a:lnTo>
                  <a:lnTo>
                    <a:pt x="742492" y="370839"/>
                  </a:lnTo>
                  <a:lnTo>
                    <a:pt x="742492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4354576" y="4048760"/>
              <a:ext cx="742950" cy="370840"/>
            </a:xfrm>
            <a:custGeom>
              <a:avLst/>
              <a:gdLst/>
              <a:ahLst/>
              <a:cxnLst/>
              <a:rect l="l" t="t" r="r" b="b"/>
              <a:pathLst>
                <a:path w="742950" h="370839">
                  <a:moveTo>
                    <a:pt x="742492" y="0"/>
                  </a:moveTo>
                  <a:lnTo>
                    <a:pt x="0" y="0"/>
                  </a:lnTo>
                  <a:lnTo>
                    <a:pt x="0" y="370839"/>
                  </a:lnTo>
                  <a:lnTo>
                    <a:pt x="742492" y="370839"/>
                  </a:lnTo>
                  <a:lnTo>
                    <a:pt x="742492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603250" y="1817370"/>
          <a:ext cx="11176634" cy="25927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29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1800" spc="-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𝒄]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444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4892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8" name="object 8"/>
          <p:cNvSpPr/>
          <p:nvPr/>
        </p:nvSpPr>
        <p:spPr>
          <a:xfrm>
            <a:off x="1416558" y="3699509"/>
            <a:ext cx="711200" cy="340995"/>
          </a:xfrm>
          <a:custGeom>
            <a:avLst/>
            <a:gdLst/>
            <a:ahLst/>
            <a:cxnLst/>
            <a:rect l="l" t="t" r="r" b="b"/>
            <a:pathLst>
              <a:path w="711200" h="340995">
                <a:moveTo>
                  <a:pt x="0" y="56768"/>
                </a:moveTo>
                <a:lnTo>
                  <a:pt x="4458" y="34665"/>
                </a:lnTo>
                <a:lnTo>
                  <a:pt x="16621" y="16621"/>
                </a:lnTo>
                <a:lnTo>
                  <a:pt x="34665" y="4458"/>
                </a:lnTo>
                <a:lnTo>
                  <a:pt x="56768" y="0"/>
                </a:lnTo>
                <a:lnTo>
                  <a:pt x="654177" y="0"/>
                </a:lnTo>
                <a:lnTo>
                  <a:pt x="676280" y="4458"/>
                </a:lnTo>
                <a:lnTo>
                  <a:pt x="694324" y="16621"/>
                </a:lnTo>
                <a:lnTo>
                  <a:pt x="706487" y="34665"/>
                </a:lnTo>
                <a:lnTo>
                  <a:pt x="710946" y="56768"/>
                </a:lnTo>
                <a:lnTo>
                  <a:pt x="710946" y="283844"/>
                </a:lnTo>
                <a:lnTo>
                  <a:pt x="706487" y="305948"/>
                </a:lnTo>
                <a:lnTo>
                  <a:pt x="694324" y="323992"/>
                </a:lnTo>
                <a:lnTo>
                  <a:pt x="676280" y="336155"/>
                </a:lnTo>
                <a:lnTo>
                  <a:pt x="654177" y="340613"/>
                </a:lnTo>
                <a:lnTo>
                  <a:pt x="56768" y="340613"/>
                </a:lnTo>
                <a:lnTo>
                  <a:pt x="34665" y="336155"/>
                </a:lnTo>
                <a:lnTo>
                  <a:pt x="16621" y="323992"/>
                </a:lnTo>
                <a:lnTo>
                  <a:pt x="4458" y="305948"/>
                </a:lnTo>
                <a:lnTo>
                  <a:pt x="0" y="283844"/>
                </a:lnTo>
                <a:lnTo>
                  <a:pt x="0" y="56768"/>
                </a:lnTo>
                <a:close/>
              </a:path>
            </a:pathLst>
          </a:custGeom>
          <a:ln w="31749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" name="object 9"/>
          <p:cNvGrpSpPr/>
          <p:nvPr/>
        </p:nvGrpSpPr>
        <p:grpSpPr>
          <a:xfrm>
            <a:off x="4391533" y="3683634"/>
            <a:ext cx="743585" cy="730885"/>
            <a:chOff x="4391533" y="3683634"/>
            <a:chExt cx="743585" cy="730885"/>
          </a:xfrm>
        </p:grpSpPr>
        <p:sp>
          <p:nvSpPr>
            <p:cNvPr id="10" name="object 10"/>
            <p:cNvSpPr/>
            <p:nvPr/>
          </p:nvSpPr>
          <p:spPr>
            <a:xfrm>
              <a:off x="4407408" y="3699509"/>
              <a:ext cx="711835" cy="340995"/>
            </a:xfrm>
            <a:custGeom>
              <a:avLst/>
              <a:gdLst/>
              <a:ahLst/>
              <a:cxnLst/>
              <a:rect l="l" t="t" r="r" b="b"/>
              <a:pathLst>
                <a:path w="711835" h="340995">
                  <a:moveTo>
                    <a:pt x="0" y="56768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8" y="0"/>
                  </a:lnTo>
                  <a:lnTo>
                    <a:pt x="654938" y="0"/>
                  </a:lnTo>
                  <a:lnTo>
                    <a:pt x="677042" y="4458"/>
                  </a:lnTo>
                  <a:lnTo>
                    <a:pt x="695086" y="16621"/>
                  </a:lnTo>
                  <a:lnTo>
                    <a:pt x="707249" y="34665"/>
                  </a:lnTo>
                  <a:lnTo>
                    <a:pt x="711707" y="56768"/>
                  </a:lnTo>
                  <a:lnTo>
                    <a:pt x="711707" y="283844"/>
                  </a:lnTo>
                  <a:lnTo>
                    <a:pt x="707249" y="305948"/>
                  </a:lnTo>
                  <a:lnTo>
                    <a:pt x="695086" y="323992"/>
                  </a:lnTo>
                  <a:lnTo>
                    <a:pt x="677042" y="336155"/>
                  </a:lnTo>
                  <a:lnTo>
                    <a:pt x="654938" y="340613"/>
                  </a:lnTo>
                  <a:lnTo>
                    <a:pt x="56768" y="340613"/>
                  </a:lnTo>
                  <a:lnTo>
                    <a:pt x="34665" y="336155"/>
                  </a:lnTo>
                  <a:lnTo>
                    <a:pt x="16621" y="323992"/>
                  </a:lnTo>
                  <a:lnTo>
                    <a:pt x="4458" y="305948"/>
                  </a:lnTo>
                  <a:lnTo>
                    <a:pt x="0" y="283844"/>
                  </a:lnTo>
                  <a:lnTo>
                    <a:pt x="0" y="56768"/>
                  </a:lnTo>
                  <a:close/>
                </a:path>
              </a:pathLst>
            </a:custGeom>
            <a:ln w="31750">
              <a:solidFill>
                <a:srgbClr val="00AF5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4407408" y="4057649"/>
              <a:ext cx="711835" cy="340995"/>
            </a:xfrm>
            <a:custGeom>
              <a:avLst/>
              <a:gdLst/>
              <a:ahLst/>
              <a:cxnLst/>
              <a:rect l="l" t="t" r="r" b="b"/>
              <a:pathLst>
                <a:path w="711835" h="340995">
                  <a:moveTo>
                    <a:pt x="0" y="56768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8" y="0"/>
                  </a:lnTo>
                  <a:lnTo>
                    <a:pt x="654938" y="0"/>
                  </a:lnTo>
                  <a:lnTo>
                    <a:pt x="677042" y="4458"/>
                  </a:lnTo>
                  <a:lnTo>
                    <a:pt x="695086" y="16621"/>
                  </a:lnTo>
                  <a:lnTo>
                    <a:pt x="707249" y="34665"/>
                  </a:lnTo>
                  <a:lnTo>
                    <a:pt x="711707" y="56768"/>
                  </a:lnTo>
                  <a:lnTo>
                    <a:pt x="711707" y="283844"/>
                  </a:lnTo>
                  <a:lnTo>
                    <a:pt x="707249" y="305948"/>
                  </a:lnTo>
                  <a:lnTo>
                    <a:pt x="695086" y="323992"/>
                  </a:lnTo>
                  <a:lnTo>
                    <a:pt x="677042" y="336155"/>
                  </a:lnTo>
                  <a:lnTo>
                    <a:pt x="654938" y="340613"/>
                  </a:lnTo>
                  <a:lnTo>
                    <a:pt x="56768" y="340613"/>
                  </a:lnTo>
                  <a:lnTo>
                    <a:pt x="34665" y="336155"/>
                  </a:lnTo>
                  <a:lnTo>
                    <a:pt x="16621" y="323992"/>
                  </a:lnTo>
                  <a:lnTo>
                    <a:pt x="4458" y="305948"/>
                  </a:lnTo>
                  <a:lnTo>
                    <a:pt x="0" y="283844"/>
                  </a:lnTo>
                  <a:lnTo>
                    <a:pt x="0" y="56768"/>
                  </a:lnTo>
                  <a:close/>
                </a:path>
              </a:pathLst>
            </a:custGeom>
            <a:ln w="31750">
              <a:solidFill>
                <a:srgbClr val="006FC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2" name="object 12"/>
          <p:cNvGraphicFramePr>
            <a:graphicFrameLocks noGrp="1"/>
          </p:cNvGraphicFramePr>
          <p:nvPr/>
        </p:nvGraphicFramePr>
        <p:xfrm>
          <a:off x="603250" y="886713"/>
          <a:ext cx="4509135" cy="7410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85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 marL="25654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𝒗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𝒑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3" name="object 13"/>
          <p:cNvSpPr/>
          <p:nvPr/>
        </p:nvSpPr>
        <p:spPr>
          <a:xfrm>
            <a:off x="4397502" y="1279397"/>
            <a:ext cx="711835" cy="340360"/>
          </a:xfrm>
          <a:custGeom>
            <a:avLst/>
            <a:gdLst/>
            <a:ahLst/>
            <a:cxnLst/>
            <a:rect l="l" t="t" r="r" b="b"/>
            <a:pathLst>
              <a:path w="711835" h="340359">
                <a:moveTo>
                  <a:pt x="0" y="56641"/>
                </a:moveTo>
                <a:lnTo>
                  <a:pt x="4456" y="34611"/>
                </a:lnTo>
                <a:lnTo>
                  <a:pt x="16605" y="16605"/>
                </a:lnTo>
                <a:lnTo>
                  <a:pt x="34611" y="4456"/>
                </a:lnTo>
                <a:lnTo>
                  <a:pt x="56642" y="0"/>
                </a:lnTo>
                <a:lnTo>
                  <a:pt x="655065" y="0"/>
                </a:lnTo>
                <a:lnTo>
                  <a:pt x="677096" y="4456"/>
                </a:lnTo>
                <a:lnTo>
                  <a:pt x="695102" y="16605"/>
                </a:lnTo>
                <a:lnTo>
                  <a:pt x="707251" y="34611"/>
                </a:lnTo>
                <a:lnTo>
                  <a:pt x="711708" y="56641"/>
                </a:lnTo>
                <a:lnTo>
                  <a:pt x="711708" y="283210"/>
                </a:lnTo>
                <a:lnTo>
                  <a:pt x="707251" y="305240"/>
                </a:lnTo>
                <a:lnTo>
                  <a:pt x="695102" y="323246"/>
                </a:lnTo>
                <a:lnTo>
                  <a:pt x="677096" y="335395"/>
                </a:lnTo>
                <a:lnTo>
                  <a:pt x="655065" y="339851"/>
                </a:lnTo>
                <a:lnTo>
                  <a:pt x="56642" y="339851"/>
                </a:lnTo>
                <a:lnTo>
                  <a:pt x="34611" y="335395"/>
                </a:lnTo>
                <a:lnTo>
                  <a:pt x="16605" y="323246"/>
                </a:lnTo>
                <a:lnTo>
                  <a:pt x="4456" y="305240"/>
                </a:lnTo>
                <a:lnTo>
                  <a:pt x="0" y="283210"/>
                </a:lnTo>
                <a:lnTo>
                  <a:pt x="0" y="56641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 txBox="1"/>
          <p:nvPr/>
        </p:nvSpPr>
        <p:spPr>
          <a:xfrm>
            <a:off x="10707116" y="1375155"/>
            <a:ext cx="9772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=</a:t>
            </a:r>
            <a:r>
              <a:rPr sz="2400" spc="130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𝟏𝟑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7" name="object 3">
            <a:extLst>
              <a:ext uri="{FF2B5EF4-FFF2-40B4-BE49-F238E27FC236}">
                <a16:creationId xmlns:a16="http://schemas.microsoft.com/office/drawing/2014/main" id="{748F39FD-6D34-434D-8866-78ABDBAE476E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61257" y="112482"/>
            <a:ext cx="3925124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算</a:t>
            </a:r>
            <a:r>
              <a:rPr lang="zh-CN" altLang="en-US" spc="-50" dirty="0">
                <a:latin typeface="SimSun" panose="02010600030101010101" pitchFamily="2" charset="-122"/>
                <a:ea typeface="SimSun" panose="02010600030101010101" pitchFamily="2" charset="-122"/>
              </a:rPr>
              <a:t>法实例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603250" y="1816354"/>
          <a:ext cx="11176634" cy="25927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29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1800" spc="-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𝒄]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444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4892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4" name="object 4"/>
          <p:cNvSpPr/>
          <p:nvPr/>
        </p:nvSpPr>
        <p:spPr>
          <a:xfrm>
            <a:off x="2140457" y="3699509"/>
            <a:ext cx="711200" cy="340995"/>
          </a:xfrm>
          <a:custGeom>
            <a:avLst/>
            <a:gdLst/>
            <a:ahLst/>
            <a:cxnLst/>
            <a:rect l="l" t="t" r="r" b="b"/>
            <a:pathLst>
              <a:path w="711200" h="340995">
                <a:moveTo>
                  <a:pt x="0" y="56768"/>
                </a:moveTo>
                <a:lnTo>
                  <a:pt x="4458" y="34665"/>
                </a:lnTo>
                <a:lnTo>
                  <a:pt x="16621" y="16621"/>
                </a:lnTo>
                <a:lnTo>
                  <a:pt x="34665" y="4458"/>
                </a:lnTo>
                <a:lnTo>
                  <a:pt x="56768" y="0"/>
                </a:lnTo>
                <a:lnTo>
                  <a:pt x="654177" y="0"/>
                </a:lnTo>
                <a:lnTo>
                  <a:pt x="676280" y="4458"/>
                </a:lnTo>
                <a:lnTo>
                  <a:pt x="694324" y="16621"/>
                </a:lnTo>
                <a:lnTo>
                  <a:pt x="706487" y="34665"/>
                </a:lnTo>
                <a:lnTo>
                  <a:pt x="710946" y="56768"/>
                </a:lnTo>
                <a:lnTo>
                  <a:pt x="710946" y="283844"/>
                </a:lnTo>
                <a:lnTo>
                  <a:pt x="706487" y="305948"/>
                </a:lnTo>
                <a:lnTo>
                  <a:pt x="694324" y="323992"/>
                </a:lnTo>
                <a:lnTo>
                  <a:pt x="676280" y="336155"/>
                </a:lnTo>
                <a:lnTo>
                  <a:pt x="654177" y="340613"/>
                </a:lnTo>
                <a:lnTo>
                  <a:pt x="56768" y="340613"/>
                </a:lnTo>
                <a:lnTo>
                  <a:pt x="34665" y="336155"/>
                </a:lnTo>
                <a:lnTo>
                  <a:pt x="16621" y="323992"/>
                </a:lnTo>
                <a:lnTo>
                  <a:pt x="4458" y="305948"/>
                </a:lnTo>
                <a:lnTo>
                  <a:pt x="0" y="283844"/>
                </a:lnTo>
                <a:lnTo>
                  <a:pt x="0" y="56768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" name="object 5"/>
          <p:cNvGrpSpPr/>
          <p:nvPr/>
        </p:nvGrpSpPr>
        <p:grpSpPr>
          <a:xfrm>
            <a:off x="5115433" y="3683634"/>
            <a:ext cx="743585" cy="730885"/>
            <a:chOff x="5115433" y="3683634"/>
            <a:chExt cx="743585" cy="730885"/>
          </a:xfrm>
        </p:grpSpPr>
        <p:sp>
          <p:nvSpPr>
            <p:cNvPr id="6" name="object 6"/>
            <p:cNvSpPr/>
            <p:nvPr/>
          </p:nvSpPr>
          <p:spPr>
            <a:xfrm>
              <a:off x="5131308" y="3699509"/>
              <a:ext cx="711835" cy="340995"/>
            </a:xfrm>
            <a:custGeom>
              <a:avLst/>
              <a:gdLst/>
              <a:ahLst/>
              <a:cxnLst/>
              <a:rect l="l" t="t" r="r" b="b"/>
              <a:pathLst>
                <a:path w="711835" h="340995">
                  <a:moveTo>
                    <a:pt x="0" y="56768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8" y="0"/>
                  </a:lnTo>
                  <a:lnTo>
                    <a:pt x="654938" y="0"/>
                  </a:lnTo>
                  <a:lnTo>
                    <a:pt x="677042" y="4458"/>
                  </a:lnTo>
                  <a:lnTo>
                    <a:pt x="695086" y="16621"/>
                  </a:lnTo>
                  <a:lnTo>
                    <a:pt x="707249" y="34665"/>
                  </a:lnTo>
                  <a:lnTo>
                    <a:pt x="711707" y="56768"/>
                  </a:lnTo>
                  <a:lnTo>
                    <a:pt x="711707" y="283844"/>
                  </a:lnTo>
                  <a:lnTo>
                    <a:pt x="707249" y="305948"/>
                  </a:lnTo>
                  <a:lnTo>
                    <a:pt x="695086" y="323992"/>
                  </a:lnTo>
                  <a:lnTo>
                    <a:pt x="677042" y="336155"/>
                  </a:lnTo>
                  <a:lnTo>
                    <a:pt x="654938" y="340613"/>
                  </a:lnTo>
                  <a:lnTo>
                    <a:pt x="56768" y="340613"/>
                  </a:lnTo>
                  <a:lnTo>
                    <a:pt x="34665" y="336155"/>
                  </a:lnTo>
                  <a:lnTo>
                    <a:pt x="16621" y="323992"/>
                  </a:lnTo>
                  <a:lnTo>
                    <a:pt x="4458" y="305948"/>
                  </a:lnTo>
                  <a:lnTo>
                    <a:pt x="0" y="283844"/>
                  </a:lnTo>
                  <a:lnTo>
                    <a:pt x="0" y="56768"/>
                  </a:lnTo>
                  <a:close/>
                </a:path>
              </a:pathLst>
            </a:custGeom>
            <a:ln w="31750">
              <a:solidFill>
                <a:srgbClr val="00AF5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5131308" y="4057649"/>
              <a:ext cx="711835" cy="340995"/>
            </a:xfrm>
            <a:custGeom>
              <a:avLst/>
              <a:gdLst/>
              <a:ahLst/>
              <a:cxnLst/>
              <a:rect l="l" t="t" r="r" b="b"/>
              <a:pathLst>
                <a:path w="711835" h="340995">
                  <a:moveTo>
                    <a:pt x="0" y="56768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8" y="0"/>
                  </a:lnTo>
                  <a:lnTo>
                    <a:pt x="654938" y="0"/>
                  </a:lnTo>
                  <a:lnTo>
                    <a:pt x="677042" y="4458"/>
                  </a:lnTo>
                  <a:lnTo>
                    <a:pt x="695086" y="16621"/>
                  </a:lnTo>
                  <a:lnTo>
                    <a:pt x="707249" y="34665"/>
                  </a:lnTo>
                  <a:lnTo>
                    <a:pt x="711707" y="56768"/>
                  </a:lnTo>
                  <a:lnTo>
                    <a:pt x="711707" y="283844"/>
                  </a:lnTo>
                  <a:lnTo>
                    <a:pt x="707249" y="305948"/>
                  </a:lnTo>
                  <a:lnTo>
                    <a:pt x="695086" y="323992"/>
                  </a:lnTo>
                  <a:lnTo>
                    <a:pt x="677042" y="336155"/>
                  </a:lnTo>
                  <a:lnTo>
                    <a:pt x="654938" y="340613"/>
                  </a:lnTo>
                  <a:lnTo>
                    <a:pt x="56768" y="340613"/>
                  </a:lnTo>
                  <a:lnTo>
                    <a:pt x="34665" y="336155"/>
                  </a:lnTo>
                  <a:lnTo>
                    <a:pt x="16621" y="323992"/>
                  </a:lnTo>
                  <a:lnTo>
                    <a:pt x="4458" y="305948"/>
                  </a:lnTo>
                  <a:lnTo>
                    <a:pt x="0" y="283844"/>
                  </a:lnTo>
                  <a:lnTo>
                    <a:pt x="0" y="56768"/>
                  </a:lnTo>
                  <a:close/>
                </a:path>
              </a:pathLst>
            </a:custGeom>
            <a:ln w="31750">
              <a:solidFill>
                <a:srgbClr val="006FC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603250" y="886713"/>
          <a:ext cx="4509135" cy="7410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85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 marL="25654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𝒗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𝒑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9" name="object 9"/>
          <p:cNvSpPr/>
          <p:nvPr/>
        </p:nvSpPr>
        <p:spPr>
          <a:xfrm>
            <a:off x="4397502" y="1279397"/>
            <a:ext cx="711835" cy="340360"/>
          </a:xfrm>
          <a:custGeom>
            <a:avLst/>
            <a:gdLst/>
            <a:ahLst/>
            <a:cxnLst/>
            <a:rect l="l" t="t" r="r" b="b"/>
            <a:pathLst>
              <a:path w="711835" h="340359">
                <a:moveTo>
                  <a:pt x="0" y="56641"/>
                </a:moveTo>
                <a:lnTo>
                  <a:pt x="4456" y="34611"/>
                </a:lnTo>
                <a:lnTo>
                  <a:pt x="16605" y="16605"/>
                </a:lnTo>
                <a:lnTo>
                  <a:pt x="34611" y="4456"/>
                </a:lnTo>
                <a:lnTo>
                  <a:pt x="56642" y="0"/>
                </a:lnTo>
                <a:lnTo>
                  <a:pt x="655065" y="0"/>
                </a:lnTo>
                <a:lnTo>
                  <a:pt x="677096" y="4456"/>
                </a:lnTo>
                <a:lnTo>
                  <a:pt x="695102" y="16605"/>
                </a:lnTo>
                <a:lnTo>
                  <a:pt x="707251" y="34611"/>
                </a:lnTo>
                <a:lnTo>
                  <a:pt x="711708" y="56641"/>
                </a:lnTo>
                <a:lnTo>
                  <a:pt x="711708" y="283210"/>
                </a:lnTo>
                <a:lnTo>
                  <a:pt x="707251" y="305240"/>
                </a:lnTo>
                <a:lnTo>
                  <a:pt x="695102" y="323246"/>
                </a:lnTo>
                <a:lnTo>
                  <a:pt x="677096" y="335395"/>
                </a:lnTo>
                <a:lnTo>
                  <a:pt x="655065" y="339851"/>
                </a:lnTo>
                <a:lnTo>
                  <a:pt x="56642" y="339851"/>
                </a:lnTo>
                <a:lnTo>
                  <a:pt x="34611" y="335395"/>
                </a:lnTo>
                <a:lnTo>
                  <a:pt x="16605" y="323246"/>
                </a:lnTo>
                <a:lnTo>
                  <a:pt x="4456" y="305240"/>
                </a:lnTo>
                <a:lnTo>
                  <a:pt x="0" y="283210"/>
                </a:lnTo>
                <a:lnTo>
                  <a:pt x="0" y="56641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10707116" y="1375155"/>
            <a:ext cx="9772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=</a:t>
            </a:r>
            <a:r>
              <a:rPr sz="2400" spc="130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𝟏𝟑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3" name="object 3">
            <a:extLst>
              <a:ext uri="{FF2B5EF4-FFF2-40B4-BE49-F238E27FC236}">
                <a16:creationId xmlns:a16="http://schemas.microsoft.com/office/drawing/2014/main" id="{5A7ABDAE-3281-A748-876A-5709437FD6EC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61257" y="112482"/>
            <a:ext cx="3925124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算</a:t>
            </a:r>
            <a:r>
              <a:rPr lang="zh-CN" altLang="en-US" spc="-50" dirty="0">
                <a:latin typeface="SimSun" panose="02010600030101010101" pitchFamily="2" charset="-122"/>
                <a:ea typeface="SimSun" panose="02010600030101010101" pitchFamily="2" charset="-122"/>
              </a:rPr>
              <a:t>法实例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603250" y="1816354"/>
          <a:ext cx="11176634" cy="25927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29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1800" spc="-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𝒄]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444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4892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4" name="object 4"/>
          <p:cNvSpPr/>
          <p:nvPr/>
        </p:nvSpPr>
        <p:spPr>
          <a:xfrm>
            <a:off x="2877311" y="3699509"/>
            <a:ext cx="711200" cy="340995"/>
          </a:xfrm>
          <a:custGeom>
            <a:avLst/>
            <a:gdLst/>
            <a:ahLst/>
            <a:cxnLst/>
            <a:rect l="l" t="t" r="r" b="b"/>
            <a:pathLst>
              <a:path w="711200" h="340995">
                <a:moveTo>
                  <a:pt x="0" y="56768"/>
                </a:moveTo>
                <a:lnTo>
                  <a:pt x="4458" y="34665"/>
                </a:lnTo>
                <a:lnTo>
                  <a:pt x="16621" y="16621"/>
                </a:lnTo>
                <a:lnTo>
                  <a:pt x="34665" y="4458"/>
                </a:lnTo>
                <a:lnTo>
                  <a:pt x="56768" y="0"/>
                </a:lnTo>
                <a:lnTo>
                  <a:pt x="654176" y="0"/>
                </a:lnTo>
                <a:lnTo>
                  <a:pt x="676280" y="4458"/>
                </a:lnTo>
                <a:lnTo>
                  <a:pt x="694324" y="16621"/>
                </a:lnTo>
                <a:lnTo>
                  <a:pt x="706487" y="34665"/>
                </a:lnTo>
                <a:lnTo>
                  <a:pt x="710946" y="56768"/>
                </a:lnTo>
                <a:lnTo>
                  <a:pt x="710946" y="283844"/>
                </a:lnTo>
                <a:lnTo>
                  <a:pt x="706487" y="305948"/>
                </a:lnTo>
                <a:lnTo>
                  <a:pt x="694324" y="323992"/>
                </a:lnTo>
                <a:lnTo>
                  <a:pt x="676280" y="336155"/>
                </a:lnTo>
                <a:lnTo>
                  <a:pt x="654176" y="340613"/>
                </a:lnTo>
                <a:lnTo>
                  <a:pt x="56768" y="340613"/>
                </a:lnTo>
                <a:lnTo>
                  <a:pt x="34665" y="336155"/>
                </a:lnTo>
                <a:lnTo>
                  <a:pt x="16621" y="323992"/>
                </a:lnTo>
                <a:lnTo>
                  <a:pt x="4458" y="305948"/>
                </a:lnTo>
                <a:lnTo>
                  <a:pt x="0" y="283844"/>
                </a:lnTo>
                <a:lnTo>
                  <a:pt x="0" y="56768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" name="object 5"/>
          <p:cNvGrpSpPr/>
          <p:nvPr/>
        </p:nvGrpSpPr>
        <p:grpSpPr>
          <a:xfrm>
            <a:off x="5852286" y="3683634"/>
            <a:ext cx="742950" cy="730885"/>
            <a:chOff x="5852286" y="3683634"/>
            <a:chExt cx="742950" cy="730885"/>
          </a:xfrm>
        </p:grpSpPr>
        <p:sp>
          <p:nvSpPr>
            <p:cNvPr id="6" name="object 6"/>
            <p:cNvSpPr/>
            <p:nvPr/>
          </p:nvSpPr>
          <p:spPr>
            <a:xfrm>
              <a:off x="5868161" y="3699509"/>
              <a:ext cx="711200" cy="340995"/>
            </a:xfrm>
            <a:custGeom>
              <a:avLst/>
              <a:gdLst/>
              <a:ahLst/>
              <a:cxnLst/>
              <a:rect l="l" t="t" r="r" b="b"/>
              <a:pathLst>
                <a:path w="711200" h="340995">
                  <a:moveTo>
                    <a:pt x="0" y="56768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8" y="0"/>
                  </a:lnTo>
                  <a:lnTo>
                    <a:pt x="654177" y="0"/>
                  </a:lnTo>
                  <a:lnTo>
                    <a:pt x="676280" y="4458"/>
                  </a:lnTo>
                  <a:lnTo>
                    <a:pt x="694324" y="16621"/>
                  </a:lnTo>
                  <a:lnTo>
                    <a:pt x="706487" y="34665"/>
                  </a:lnTo>
                  <a:lnTo>
                    <a:pt x="710945" y="56768"/>
                  </a:lnTo>
                  <a:lnTo>
                    <a:pt x="710945" y="283844"/>
                  </a:lnTo>
                  <a:lnTo>
                    <a:pt x="706487" y="305948"/>
                  </a:lnTo>
                  <a:lnTo>
                    <a:pt x="694324" y="323992"/>
                  </a:lnTo>
                  <a:lnTo>
                    <a:pt x="676280" y="336155"/>
                  </a:lnTo>
                  <a:lnTo>
                    <a:pt x="654177" y="340613"/>
                  </a:lnTo>
                  <a:lnTo>
                    <a:pt x="56768" y="340613"/>
                  </a:lnTo>
                  <a:lnTo>
                    <a:pt x="34665" y="336155"/>
                  </a:lnTo>
                  <a:lnTo>
                    <a:pt x="16621" y="323992"/>
                  </a:lnTo>
                  <a:lnTo>
                    <a:pt x="4458" y="305948"/>
                  </a:lnTo>
                  <a:lnTo>
                    <a:pt x="0" y="283844"/>
                  </a:lnTo>
                  <a:lnTo>
                    <a:pt x="0" y="56768"/>
                  </a:lnTo>
                  <a:close/>
                </a:path>
              </a:pathLst>
            </a:custGeom>
            <a:ln w="31750">
              <a:solidFill>
                <a:srgbClr val="00AF5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5868161" y="4057649"/>
              <a:ext cx="711200" cy="340995"/>
            </a:xfrm>
            <a:custGeom>
              <a:avLst/>
              <a:gdLst/>
              <a:ahLst/>
              <a:cxnLst/>
              <a:rect l="l" t="t" r="r" b="b"/>
              <a:pathLst>
                <a:path w="711200" h="340995">
                  <a:moveTo>
                    <a:pt x="0" y="56768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8" y="0"/>
                  </a:lnTo>
                  <a:lnTo>
                    <a:pt x="654177" y="0"/>
                  </a:lnTo>
                  <a:lnTo>
                    <a:pt x="676280" y="4458"/>
                  </a:lnTo>
                  <a:lnTo>
                    <a:pt x="694324" y="16621"/>
                  </a:lnTo>
                  <a:lnTo>
                    <a:pt x="706487" y="34665"/>
                  </a:lnTo>
                  <a:lnTo>
                    <a:pt x="710945" y="56768"/>
                  </a:lnTo>
                  <a:lnTo>
                    <a:pt x="710945" y="283844"/>
                  </a:lnTo>
                  <a:lnTo>
                    <a:pt x="706487" y="305948"/>
                  </a:lnTo>
                  <a:lnTo>
                    <a:pt x="694324" y="323992"/>
                  </a:lnTo>
                  <a:lnTo>
                    <a:pt x="676280" y="336155"/>
                  </a:lnTo>
                  <a:lnTo>
                    <a:pt x="654177" y="340613"/>
                  </a:lnTo>
                  <a:lnTo>
                    <a:pt x="56768" y="340613"/>
                  </a:lnTo>
                  <a:lnTo>
                    <a:pt x="34665" y="336155"/>
                  </a:lnTo>
                  <a:lnTo>
                    <a:pt x="16621" y="323992"/>
                  </a:lnTo>
                  <a:lnTo>
                    <a:pt x="4458" y="305948"/>
                  </a:lnTo>
                  <a:lnTo>
                    <a:pt x="0" y="283844"/>
                  </a:lnTo>
                  <a:lnTo>
                    <a:pt x="0" y="56768"/>
                  </a:lnTo>
                  <a:close/>
                </a:path>
              </a:pathLst>
            </a:custGeom>
            <a:ln w="31750">
              <a:solidFill>
                <a:srgbClr val="006FC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603250" y="886713"/>
          <a:ext cx="4509135" cy="7410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85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 marL="25654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𝒗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𝒑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9" name="object 9"/>
          <p:cNvSpPr/>
          <p:nvPr/>
        </p:nvSpPr>
        <p:spPr>
          <a:xfrm>
            <a:off x="4397502" y="1279397"/>
            <a:ext cx="711835" cy="340360"/>
          </a:xfrm>
          <a:custGeom>
            <a:avLst/>
            <a:gdLst/>
            <a:ahLst/>
            <a:cxnLst/>
            <a:rect l="l" t="t" r="r" b="b"/>
            <a:pathLst>
              <a:path w="711835" h="340359">
                <a:moveTo>
                  <a:pt x="0" y="56641"/>
                </a:moveTo>
                <a:lnTo>
                  <a:pt x="4456" y="34611"/>
                </a:lnTo>
                <a:lnTo>
                  <a:pt x="16605" y="16605"/>
                </a:lnTo>
                <a:lnTo>
                  <a:pt x="34611" y="4456"/>
                </a:lnTo>
                <a:lnTo>
                  <a:pt x="56642" y="0"/>
                </a:lnTo>
                <a:lnTo>
                  <a:pt x="655065" y="0"/>
                </a:lnTo>
                <a:lnTo>
                  <a:pt x="677096" y="4456"/>
                </a:lnTo>
                <a:lnTo>
                  <a:pt x="695102" y="16605"/>
                </a:lnTo>
                <a:lnTo>
                  <a:pt x="707251" y="34611"/>
                </a:lnTo>
                <a:lnTo>
                  <a:pt x="711708" y="56641"/>
                </a:lnTo>
                <a:lnTo>
                  <a:pt x="711708" y="283210"/>
                </a:lnTo>
                <a:lnTo>
                  <a:pt x="707251" y="305240"/>
                </a:lnTo>
                <a:lnTo>
                  <a:pt x="695102" y="323246"/>
                </a:lnTo>
                <a:lnTo>
                  <a:pt x="677096" y="335395"/>
                </a:lnTo>
                <a:lnTo>
                  <a:pt x="655065" y="339851"/>
                </a:lnTo>
                <a:lnTo>
                  <a:pt x="56642" y="339851"/>
                </a:lnTo>
                <a:lnTo>
                  <a:pt x="34611" y="335395"/>
                </a:lnTo>
                <a:lnTo>
                  <a:pt x="16605" y="323246"/>
                </a:lnTo>
                <a:lnTo>
                  <a:pt x="4456" y="305240"/>
                </a:lnTo>
                <a:lnTo>
                  <a:pt x="0" y="283210"/>
                </a:lnTo>
                <a:lnTo>
                  <a:pt x="0" y="56641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10707116" y="1375155"/>
            <a:ext cx="9772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=</a:t>
            </a:r>
            <a:r>
              <a:rPr sz="2400" spc="130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𝟏𝟑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3" name="object 3">
            <a:extLst>
              <a:ext uri="{FF2B5EF4-FFF2-40B4-BE49-F238E27FC236}">
                <a16:creationId xmlns:a16="http://schemas.microsoft.com/office/drawing/2014/main" id="{6D945C8D-0448-044E-B641-3FA505B82A20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61257" y="112482"/>
            <a:ext cx="3925124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算</a:t>
            </a:r>
            <a:r>
              <a:rPr lang="zh-CN" altLang="en-US" spc="-50" dirty="0">
                <a:latin typeface="SimSun" panose="02010600030101010101" pitchFamily="2" charset="-122"/>
                <a:ea typeface="SimSun" panose="02010600030101010101" pitchFamily="2" charset="-122"/>
              </a:rPr>
              <a:t>法实例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603250" y="1816354"/>
          <a:ext cx="11176634" cy="25927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29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1800" spc="-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𝒄]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444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4892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4" name="object 4"/>
          <p:cNvSpPr/>
          <p:nvPr/>
        </p:nvSpPr>
        <p:spPr>
          <a:xfrm>
            <a:off x="3626358" y="3699509"/>
            <a:ext cx="711200" cy="340995"/>
          </a:xfrm>
          <a:custGeom>
            <a:avLst/>
            <a:gdLst/>
            <a:ahLst/>
            <a:cxnLst/>
            <a:rect l="l" t="t" r="r" b="b"/>
            <a:pathLst>
              <a:path w="711200" h="340995">
                <a:moveTo>
                  <a:pt x="0" y="56768"/>
                </a:moveTo>
                <a:lnTo>
                  <a:pt x="4458" y="34665"/>
                </a:lnTo>
                <a:lnTo>
                  <a:pt x="16621" y="16621"/>
                </a:lnTo>
                <a:lnTo>
                  <a:pt x="34665" y="4458"/>
                </a:lnTo>
                <a:lnTo>
                  <a:pt x="56768" y="0"/>
                </a:lnTo>
                <a:lnTo>
                  <a:pt x="654176" y="0"/>
                </a:lnTo>
                <a:lnTo>
                  <a:pt x="676280" y="4458"/>
                </a:lnTo>
                <a:lnTo>
                  <a:pt x="694324" y="16621"/>
                </a:lnTo>
                <a:lnTo>
                  <a:pt x="706487" y="34665"/>
                </a:lnTo>
                <a:lnTo>
                  <a:pt x="710945" y="56768"/>
                </a:lnTo>
                <a:lnTo>
                  <a:pt x="710945" y="283844"/>
                </a:lnTo>
                <a:lnTo>
                  <a:pt x="706487" y="305948"/>
                </a:lnTo>
                <a:lnTo>
                  <a:pt x="694324" y="323992"/>
                </a:lnTo>
                <a:lnTo>
                  <a:pt x="676280" y="336155"/>
                </a:lnTo>
                <a:lnTo>
                  <a:pt x="654176" y="340613"/>
                </a:lnTo>
                <a:lnTo>
                  <a:pt x="56768" y="340613"/>
                </a:lnTo>
                <a:lnTo>
                  <a:pt x="34665" y="336155"/>
                </a:lnTo>
                <a:lnTo>
                  <a:pt x="16621" y="323992"/>
                </a:lnTo>
                <a:lnTo>
                  <a:pt x="4458" y="305948"/>
                </a:lnTo>
                <a:lnTo>
                  <a:pt x="0" y="283844"/>
                </a:lnTo>
                <a:lnTo>
                  <a:pt x="0" y="56768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" name="object 5"/>
          <p:cNvGrpSpPr/>
          <p:nvPr/>
        </p:nvGrpSpPr>
        <p:grpSpPr>
          <a:xfrm>
            <a:off x="6601332" y="3683634"/>
            <a:ext cx="743585" cy="730885"/>
            <a:chOff x="6601332" y="3683634"/>
            <a:chExt cx="743585" cy="730885"/>
          </a:xfrm>
        </p:grpSpPr>
        <p:sp>
          <p:nvSpPr>
            <p:cNvPr id="6" name="object 6"/>
            <p:cNvSpPr/>
            <p:nvPr/>
          </p:nvSpPr>
          <p:spPr>
            <a:xfrm>
              <a:off x="6617207" y="3699509"/>
              <a:ext cx="711835" cy="340995"/>
            </a:xfrm>
            <a:custGeom>
              <a:avLst/>
              <a:gdLst/>
              <a:ahLst/>
              <a:cxnLst/>
              <a:rect l="l" t="t" r="r" b="b"/>
              <a:pathLst>
                <a:path w="711834" h="340995">
                  <a:moveTo>
                    <a:pt x="0" y="56768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9" y="0"/>
                  </a:lnTo>
                  <a:lnTo>
                    <a:pt x="654939" y="0"/>
                  </a:lnTo>
                  <a:lnTo>
                    <a:pt x="677042" y="4458"/>
                  </a:lnTo>
                  <a:lnTo>
                    <a:pt x="695086" y="16621"/>
                  </a:lnTo>
                  <a:lnTo>
                    <a:pt x="707249" y="34665"/>
                  </a:lnTo>
                  <a:lnTo>
                    <a:pt x="711708" y="56768"/>
                  </a:lnTo>
                  <a:lnTo>
                    <a:pt x="711708" y="283844"/>
                  </a:lnTo>
                  <a:lnTo>
                    <a:pt x="707249" y="305948"/>
                  </a:lnTo>
                  <a:lnTo>
                    <a:pt x="695086" y="323992"/>
                  </a:lnTo>
                  <a:lnTo>
                    <a:pt x="677042" y="336155"/>
                  </a:lnTo>
                  <a:lnTo>
                    <a:pt x="654939" y="340613"/>
                  </a:lnTo>
                  <a:lnTo>
                    <a:pt x="56769" y="340613"/>
                  </a:lnTo>
                  <a:lnTo>
                    <a:pt x="34665" y="336155"/>
                  </a:lnTo>
                  <a:lnTo>
                    <a:pt x="16621" y="323992"/>
                  </a:lnTo>
                  <a:lnTo>
                    <a:pt x="4458" y="305948"/>
                  </a:lnTo>
                  <a:lnTo>
                    <a:pt x="0" y="283844"/>
                  </a:lnTo>
                  <a:lnTo>
                    <a:pt x="0" y="56768"/>
                  </a:lnTo>
                  <a:close/>
                </a:path>
              </a:pathLst>
            </a:custGeom>
            <a:ln w="31750">
              <a:solidFill>
                <a:srgbClr val="00AF5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6617207" y="4057649"/>
              <a:ext cx="711835" cy="340995"/>
            </a:xfrm>
            <a:custGeom>
              <a:avLst/>
              <a:gdLst/>
              <a:ahLst/>
              <a:cxnLst/>
              <a:rect l="l" t="t" r="r" b="b"/>
              <a:pathLst>
                <a:path w="711834" h="340995">
                  <a:moveTo>
                    <a:pt x="0" y="56768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9" y="0"/>
                  </a:lnTo>
                  <a:lnTo>
                    <a:pt x="654939" y="0"/>
                  </a:lnTo>
                  <a:lnTo>
                    <a:pt x="677042" y="4458"/>
                  </a:lnTo>
                  <a:lnTo>
                    <a:pt x="695086" y="16621"/>
                  </a:lnTo>
                  <a:lnTo>
                    <a:pt x="707249" y="34665"/>
                  </a:lnTo>
                  <a:lnTo>
                    <a:pt x="711708" y="56768"/>
                  </a:lnTo>
                  <a:lnTo>
                    <a:pt x="711708" y="283844"/>
                  </a:lnTo>
                  <a:lnTo>
                    <a:pt x="707249" y="305948"/>
                  </a:lnTo>
                  <a:lnTo>
                    <a:pt x="695086" y="323992"/>
                  </a:lnTo>
                  <a:lnTo>
                    <a:pt x="677042" y="336155"/>
                  </a:lnTo>
                  <a:lnTo>
                    <a:pt x="654939" y="340613"/>
                  </a:lnTo>
                  <a:lnTo>
                    <a:pt x="56769" y="340613"/>
                  </a:lnTo>
                  <a:lnTo>
                    <a:pt x="34665" y="336155"/>
                  </a:lnTo>
                  <a:lnTo>
                    <a:pt x="16621" y="323992"/>
                  </a:lnTo>
                  <a:lnTo>
                    <a:pt x="4458" y="305948"/>
                  </a:lnTo>
                  <a:lnTo>
                    <a:pt x="0" y="283844"/>
                  </a:lnTo>
                  <a:lnTo>
                    <a:pt x="0" y="56768"/>
                  </a:lnTo>
                  <a:close/>
                </a:path>
              </a:pathLst>
            </a:custGeom>
            <a:ln w="31750">
              <a:solidFill>
                <a:srgbClr val="006FC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603250" y="886713"/>
          <a:ext cx="4509135" cy="7410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85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 marL="25654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𝒗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𝒑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9" name="object 9"/>
          <p:cNvSpPr/>
          <p:nvPr/>
        </p:nvSpPr>
        <p:spPr>
          <a:xfrm>
            <a:off x="4397502" y="1279397"/>
            <a:ext cx="711835" cy="340360"/>
          </a:xfrm>
          <a:custGeom>
            <a:avLst/>
            <a:gdLst/>
            <a:ahLst/>
            <a:cxnLst/>
            <a:rect l="l" t="t" r="r" b="b"/>
            <a:pathLst>
              <a:path w="711835" h="340359">
                <a:moveTo>
                  <a:pt x="0" y="56641"/>
                </a:moveTo>
                <a:lnTo>
                  <a:pt x="4456" y="34611"/>
                </a:lnTo>
                <a:lnTo>
                  <a:pt x="16605" y="16605"/>
                </a:lnTo>
                <a:lnTo>
                  <a:pt x="34611" y="4456"/>
                </a:lnTo>
                <a:lnTo>
                  <a:pt x="56642" y="0"/>
                </a:lnTo>
                <a:lnTo>
                  <a:pt x="655065" y="0"/>
                </a:lnTo>
                <a:lnTo>
                  <a:pt x="677096" y="4456"/>
                </a:lnTo>
                <a:lnTo>
                  <a:pt x="695102" y="16605"/>
                </a:lnTo>
                <a:lnTo>
                  <a:pt x="707251" y="34611"/>
                </a:lnTo>
                <a:lnTo>
                  <a:pt x="711708" y="56641"/>
                </a:lnTo>
                <a:lnTo>
                  <a:pt x="711708" y="283210"/>
                </a:lnTo>
                <a:lnTo>
                  <a:pt x="707251" y="305240"/>
                </a:lnTo>
                <a:lnTo>
                  <a:pt x="695102" y="323246"/>
                </a:lnTo>
                <a:lnTo>
                  <a:pt x="677096" y="335395"/>
                </a:lnTo>
                <a:lnTo>
                  <a:pt x="655065" y="339851"/>
                </a:lnTo>
                <a:lnTo>
                  <a:pt x="56642" y="339851"/>
                </a:lnTo>
                <a:lnTo>
                  <a:pt x="34611" y="335395"/>
                </a:lnTo>
                <a:lnTo>
                  <a:pt x="16605" y="323246"/>
                </a:lnTo>
                <a:lnTo>
                  <a:pt x="4456" y="305240"/>
                </a:lnTo>
                <a:lnTo>
                  <a:pt x="0" y="283210"/>
                </a:lnTo>
                <a:lnTo>
                  <a:pt x="0" y="56641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10707116" y="1375155"/>
            <a:ext cx="9772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=</a:t>
            </a:r>
            <a:r>
              <a:rPr sz="2400" spc="130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𝟏𝟑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3" name="object 3">
            <a:extLst>
              <a:ext uri="{FF2B5EF4-FFF2-40B4-BE49-F238E27FC236}">
                <a16:creationId xmlns:a16="http://schemas.microsoft.com/office/drawing/2014/main" id="{A5ED0D73-5AE3-724A-8F76-7B8295CC2EF0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61257" y="112482"/>
            <a:ext cx="3925124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算</a:t>
            </a:r>
            <a:r>
              <a:rPr lang="zh-CN" altLang="en-US" spc="-50" dirty="0">
                <a:latin typeface="SimSun" panose="02010600030101010101" pitchFamily="2" charset="-122"/>
                <a:ea typeface="SimSun" panose="02010600030101010101" pitchFamily="2" charset="-122"/>
              </a:rPr>
              <a:t>法实例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603250" y="1816354"/>
          <a:ext cx="11176634" cy="25927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29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1800" spc="-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𝒄]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444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4892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4892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4" name="object 4"/>
          <p:cNvSpPr/>
          <p:nvPr/>
        </p:nvSpPr>
        <p:spPr>
          <a:xfrm>
            <a:off x="4350258" y="3699509"/>
            <a:ext cx="711200" cy="340995"/>
          </a:xfrm>
          <a:custGeom>
            <a:avLst/>
            <a:gdLst/>
            <a:ahLst/>
            <a:cxnLst/>
            <a:rect l="l" t="t" r="r" b="b"/>
            <a:pathLst>
              <a:path w="711200" h="340995">
                <a:moveTo>
                  <a:pt x="0" y="56768"/>
                </a:moveTo>
                <a:lnTo>
                  <a:pt x="4458" y="34665"/>
                </a:lnTo>
                <a:lnTo>
                  <a:pt x="16621" y="16621"/>
                </a:lnTo>
                <a:lnTo>
                  <a:pt x="34665" y="4458"/>
                </a:lnTo>
                <a:lnTo>
                  <a:pt x="56768" y="0"/>
                </a:lnTo>
                <a:lnTo>
                  <a:pt x="654176" y="0"/>
                </a:lnTo>
                <a:lnTo>
                  <a:pt x="676280" y="4458"/>
                </a:lnTo>
                <a:lnTo>
                  <a:pt x="694324" y="16621"/>
                </a:lnTo>
                <a:lnTo>
                  <a:pt x="706487" y="34665"/>
                </a:lnTo>
                <a:lnTo>
                  <a:pt x="710945" y="56768"/>
                </a:lnTo>
                <a:lnTo>
                  <a:pt x="710945" y="283844"/>
                </a:lnTo>
                <a:lnTo>
                  <a:pt x="706487" y="305948"/>
                </a:lnTo>
                <a:lnTo>
                  <a:pt x="694324" y="323992"/>
                </a:lnTo>
                <a:lnTo>
                  <a:pt x="676280" y="336155"/>
                </a:lnTo>
                <a:lnTo>
                  <a:pt x="654176" y="340613"/>
                </a:lnTo>
                <a:lnTo>
                  <a:pt x="56768" y="340613"/>
                </a:lnTo>
                <a:lnTo>
                  <a:pt x="34665" y="336155"/>
                </a:lnTo>
                <a:lnTo>
                  <a:pt x="16621" y="323992"/>
                </a:lnTo>
                <a:lnTo>
                  <a:pt x="4458" y="305948"/>
                </a:lnTo>
                <a:lnTo>
                  <a:pt x="0" y="283844"/>
                </a:lnTo>
                <a:lnTo>
                  <a:pt x="0" y="56768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" name="object 5"/>
          <p:cNvGrpSpPr/>
          <p:nvPr/>
        </p:nvGrpSpPr>
        <p:grpSpPr>
          <a:xfrm>
            <a:off x="7325232" y="3683634"/>
            <a:ext cx="743585" cy="730885"/>
            <a:chOff x="7325232" y="3683634"/>
            <a:chExt cx="743585" cy="730885"/>
          </a:xfrm>
        </p:grpSpPr>
        <p:sp>
          <p:nvSpPr>
            <p:cNvPr id="6" name="object 6"/>
            <p:cNvSpPr/>
            <p:nvPr/>
          </p:nvSpPr>
          <p:spPr>
            <a:xfrm>
              <a:off x="7341107" y="3699509"/>
              <a:ext cx="711835" cy="340995"/>
            </a:xfrm>
            <a:custGeom>
              <a:avLst/>
              <a:gdLst/>
              <a:ahLst/>
              <a:cxnLst/>
              <a:rect l="l" t="t" r="r" b="b"/>
              <a:pathLst>
                <a:path w="711834" h="340995">
                  <a:moveTo>
                    <a:pt x="0" y="56768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9" y="0"/>
                  </a:lnTo>
                  <a:lnTo>
                    <a:pt x="654939" y="0"/>
                  </a:lnTo>
                  <a:lnTo>
                    <a:pt x="677042" y="4458"/>
                  </a:lnTo>
                  <a:lnTo>
                    <a:pt x="695086" y="16621"/>
                  </a:lnTo>
                  <a:lnTo>
                    <a:pt x="707249" y="34665"/>
                  </a:lnTo>
                  <a:lnTo>
                    <a:pt x="711708" y="56768"/>
                  </a:lnTo>
                  <a:lnTo>
                    <a:pt x="711708" y="283844"/>
                  </a:lnTo>
                  <a:lnTo>
                    <a:pt x="707249" y="305948"/>
                  </a:lnTo>
                  <a:lnTo>
                    <a:pt x="695086" y="323992"/>
                  </a:lnTo>
                  <a:lnTo>
                    <a:pt x="677042" y="336155"/>
                  </a:lnTo>
                  <a:lnTo>
                    <a:pt x="654939" y="340613"/>
                  </a:lnTo>
                  <a:lnTo>
                    <a:pt x="56769" y="340613"/>
                  </a:lnTo>
                  <a:lnTo>
                    <a:pt x="34665" y="336155"/>
                  </a:lnTo>
                  <a:lnTo>
                    <a:pt x="16621" y="323992"/>
                  </a:lnTo>
                  <a:lnTo>
                    <a:pt x="4458" y="305948"/>
                  </a:lnTo>
                  <a:lnTo>
                    <a:pt x="0" y="283844"/>
                  </a:lnTo>
                  <a:lnTo>
                    <a:pt x="0" y="56768"/>
                  </a:lnTo>
                  <a:close/>
                </a:path>
              </a:pathLst>
            </a:custGeom>
            <a:ln w="31750">
              <a:solidFill>
                <a:srgbClr val="00AF5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7341107" y="4057649"/>
              <a:ext cx="711835" cy="340995"/>
            </a:xfrm>
            <a:custGeom>
              <a:avLst/>
              <a:gdLst/>
              <a:ahLst/>
              <a:cxnLst/>
              <a:rect l="l" t="t" r="r" b="b"/>
              <a:pathLst>
                <a:path w="711834" h="340995">
                  <a:moveTo>
                    <a:pt x="0" y="56768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9" y="0"/>
                  </a:lnTo>
                  <a:lnTo>
                    <a:pt x="654939" y="0"/>
                  </a:lnTo>
                  <a:lnTo>
                    <a:pt x="677042" y="4458"/>
                  </a:lnTo>
                  <a:lnTo>
                    <a:pt x="695086" y="16621"/>
                  </a:lnTo>
                  <a:lnTo>
                    <a:pt x="707249" y="34665"/>
                  </a:lnTo>
                  <a:lnTo>
                    <a:pt x="711708" y="56768"/>
                  </a:lnTo>
                  <a:lnTo>
                    <a:pt x="711708" y="283844"/>
                  </a:lnTo>
                  <a:lnTo>
                    <a:pt x="707249" y="305948"/>
                  </a:lnTo>
                  <a:lnTo>
                    <a:pt x="695086" y="323992"/>
                  </a:lnTo>
                  <a:lnTo>
                    <a:pt x="677042" y="336155"/>
                  </a:lnTo>
                  <a:lnTo>
                    <a:pt x="654939" y="340613"/>
                  </a:lnTo>
                  <a:lnTo>
                    <a:pt x="56769" y="340613"/>
                  </a:lnTo>
                  <a:lnTo>
                    <a:pt x="34665" y="336155"/>
                  </a:lnTo>
                  <a:lnTo>
                    <a:pt x="16621" y="323992"/>
                  </a:lnTo>
                  <a:lnTo>
                    <a:pt x="4458" y="305948"/>
                  </a:lnTo>
                  <a:lnTo>
                    <a:pt x="0" y="283844"/>
                  </a:lnTo>
                  <a:lnTo>
                    <a:pt x="0" y="56768"/>
                  </a:lnTo>
                  <a:close/>
                </a:path>
              </a:pathLst>
            </a:custGeom>
            <a:ln w="31750">
              <a:solidFill>
                <a:srgbClr val="006FC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603250" y="886713"/>
          <a:ext cx="4509135" cy="7410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85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 marL="25654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𝒗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𝒑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9" name="object 9"/>
          <p:cNvSpPr/>
          <p:nvPr/>
        </p:nvSpPr>
        <p:spPr>
          <a:xfrm>
            <a:off x="4397502" y="1279397"/>
            <a:ext cx="711835" cy="340360"/>
          </a:xfrm>
          <a:custGeom>
            <a:avLst/>
            <a:gdLst/>
            <a:ahLst/>
            <a:cxnLst/>
            <a:rect l="l" t="t" r="r" b="b"/>
            <a:pathLst>
              <a:path w="711835" h="340359">
                <a:moveTo>
                  <a:pt x="0" y="56641"/>
                </a:moveTo>
                <a:lnTo>
                  <a:pt x="4456" y="34611"/>
                </a:lnTo>
                <a:lnTo>
                  <a:pt x="16605" y="16605"/>
                </a:lnTo>
                <a:lnTo>
                  <a:pt x="34611" y="4456"/>
                </a:lnTo>
                <a:lnTo>
                  <a:pt x="56642" y="0"/>
                </a:lnTo>
                <a:lnTo>
                  <a:pt x="655065" y="0"/>
                </a:lnTo>
                <a:lnTo>
                  <a:pt x="677096" y="4456"/>
                </a:lnTo>
                <a:lnTo>
                  <a:pt x="695102" y="16605"/>
                </a:lnTo>
                <a:lnTo>
                  <a:pt x="707251" y="34611"/>
                </a:lnTo>
                <a:lnTo>
                  <a:pt x="711708" y="56641"/>
                </a:lnTo>
                <a:lnTo>
                  <a:pt x="711708" y="283210"/>
                </a:lnTo>
                <a:lnTo>
                  <a:pt x="707251" y="305240"/>
                </a:lnTo>
                <a:lnTo>
                  <a:pt x="695102" y="323246"/>
                </a:lnTo>
                <a:lnTo>
                  <a:pt x="677096" y="335395"/>
                </a:lnTo>
                <a:lnTo>
                  <a:pt x="655065" y="339851"/>
                </a:lnTo>
                <a:lnTo>
                  <a:pt x="56642" y="339851"/>
                </a:lnTo>
                <a:lnTo>
                  <a:pt x="34611" y="335395"/>
                </a:lnTo>
                <a:lnTo>
                  <a:pt x="16605" y="323246"/>
                </a:lnTo>
                <a:lnTo>
                  <a:pt x="4456" y="305240"/>
                </a:lnTo>
                <a:lnTo>
                  <a:pt x="0" y="283210"/>
                </a:lnTo>
                <a:lnTo>
                  <a:pt x="0" y="56641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10707116" y="1375155"/>
            <a:ext cx="9772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=</a:t>
            </a:r>
            <a:r>
              <a:rPr sz="2400" spc="130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𝟏𝟑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3" name="object 3">
            <a:extLst>
              <a:ext uri="{FF2B5EF4-FFF2-40B4-BE49-F238E27FC236}">
                <a16:creationId xmlns:a16="http://schemas.microsoft.com/office/drawing/2014/main" id="{196DE7CF-A7C2-D140-96BC-C73714BBA3A0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61257" y="112482"/>
            <a:ext cx="3925124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算</a:t>
            </a:r>
            <a:r>
              <a:rPr lang="zh-CN" altLang="en-US" spc="-50" dirty="0">
                <a:latin typeface="SimSun" panose="02010600030101010101" pitchFamily="2" charset="-122"/>
                <a:ea typeface="SimSun" panose="02010600030101010101" pitchFamily="2" charset="-122"/>
              </a:rPr>
              <a:t>法实例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603250" y="1816354"/>
          <a:ext cx="11176634" cy="25927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29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1800" spc="-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𝒄]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444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4892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4892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4" name="object 4"/>
          <p:cNvSpPr/>
          <p:nvPr/>
        </p:nvSpPr>
        <p:spPr>
          <a:xfrm>
            <a:off x="5087111" y="3699509"/>
            <a:ext cx="711200" cy="340995"/>
          </a:xfrm>
          <a:custGeom>
            <a:avLst/>
            <a:gdLst/>
            <a:ahLst/>
            <a:cxnLst/>
            <a:rect l="l" t="t" r="r" b="b"/>
            <a:pathLst>
              <a:path w="711200" h="340995">
                <a:moveTo>
                  <a:pt x="0" y="56768"/>
                </a:moveTo>
                <a:lnTo>
                  <a:pt x="4458" y="34665"/>
                </a:lnTo>
                <a:lnTo>
                  <a:pt x="16621" y="16621"/>
                </a:lnTo>
                <a:lnTo>
                  <a:pt x="34665" y="4458"/>
                </a:lnTo>
                <a:lnTo>
                  <a:pt x="56768" y="0"/>
                </a:lnTo>
                <a:lnTo>
                  <a:pt x="654176" y="0"/>
                </a:lnTo>
                <a:lnTo>
                  <a:pt x="676280" y="4458"/>
                </a:lnTo>
                <a:lnTo>
                  <a:pt x="694324" y="16621"/>
                </a:lnTo>
                <a:lnTo>
                  <a:pt x="706487" y="34665"/>
                </a:lnTo>
                <a:lnTo>
                  <a:pt x="710946" y="56768"/>
                </a:lnTo>
                <a:lnTo>
                  <a:pt x="710946" y="283844"/>
                </a:lnTo>
                <a:lnTo>
                  <a:pt x="706487" y="305948"/>
                </a:lnTo>
                <a:lnTo>
                  <a:pt x="694324" y="323992"/>
                </a:lnTo>
                <a:lnTo>
                  <a:pt x="676280" y="336155"/>
                </a:lnTo>
                <a:lnTo>
                  <a:pt x="654176" y="340613"/>
                </a:lnTo>
                <a:lnTo>
                  <a:pt x="56768" y="340613"/>
                </a:lnTo>
                <a:lnTo>
                  <a:pt x="34665" y="336155"/>
                </a:lnTo>
                <a:lnTo>
                  <a:pt x="16621" y="323992"/>
                </a:lnTo>
                <a:lnTo>
                  <a:pt x="4458" y="305948"/>
                </a:lnTo>
                <a:lnTo>
                  <a:pt x="0" y="283844"/>
                </a:lnTo>
                <a:lnTo>
                  <a:pt x="0" y="56768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" name="object 5"/>
          <p:cNvGrpSpPr/>
          <p:nvPr/>
        </p:nvGrpSpPr>
        <p:grpSpPr>
          <a:xfrm>
            <a:off x="8062086" y="3683634"/>
            <a:ext cx="742950" cy="730885"/>
            <a:chOff x="8062086" y="3683634"/>
            <a:chExt cx="742950" cy="730885"/>
          </a:xfrm>
        </p:grpSpPr>
        <p:sp>
          <p:nvSpPr>
            <p:cNvPr id="6" name="object 6"/>
            <p:cNvSpPr/>
            <p:nvPr/>
          </p:nvSpPr>
          <p:spPr>
            <a:xfrm>
              <a:off x="8077961" y="3699509"/>
              <a:ext cx="711200" cy="340995"/>
            </a:xfrm>
            <a:custGeom>
              <a:avLst/>
              <a:gdLst/>
              <a:ahLst/>
              <a:cxnLst/>
              <a:rect l="l" t="t" r="r" b="b"/>
              <a:pathLst>
                <a:path w="711200" h="340995">
                  <a:moveTo>
                    <a:pt x="0" y="56768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9" y="0"/>
                  </a:lnTo>
                  <a:lnTo>
                    <a:pt x="654177" y="0"/>
                  </a:lnTo>
                  <a:lnTo>
                    <a:pt x="676280" y="4458"/>
                  </a:lnTo>
                  <a:lnTo>
                    <a:pt x="694324" y="16621"/>
                  </a:lnTo>
                  <a:lnTo>
                    <a:pt x="706487" y="34665"/>
                  </a:lnTo>
                  <a:lnTo>
                    <a:pt x="710946" y="56768"/>
                  </a:lnTo>
                  <a:lnTo>
                    <a:pt x="710946" y="283844"/>
                  </a:lnTo>
                  <a:lnTo>
                    <a:pt x="706487" y="305948"/>
                  </a:lnTo>
                  <a:lnTo>
                    <a:pt x="694324" y="323992"/>
                  </a:lnTo>
                  <a:lnTo>
                    <a:pt x="676280" y="336155"/>
                  </a:lnTo>
                  <a:lnTo>
                    <a:pt x="654177" y="340613"/>
                  </a:lnTo>
                  <a:lnTo>
                    <a:pt x="56769" y="340613"/>
                  </a:lnTo>
                  <a:lnTo>
                    <a:pt x="34665" y="336155"/>
                  </a:lnTo>
                  <a:lnTo>
                    <a:pt x="16621" y="323992"/>
                  </a:lnTo>
                  <a:lnTo>
                    <a:pt x="4458" y="305948"/>
                  </a:lnTo>
                  <a:lnTo>
                    <a:pt x="0" y="283844"/>
                  </a:lnTo>
                  <a:lnTo>
                    <a:pt x="0" y="56768"/>
                  </a:lnTo>
                  <a:close/>
                </a:path>
              </a:pathLst>
            </a:custGeom>
            <a:ln w="31750">
              <a:solidFill>
                <a:srgbClr val="00AF5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077961" y="4057649"/>
              <a:ext cx="711200" cy="340995"/>
            </a:xfrm>
            <a:custGeom>
              <a:avLst/>
              <a:gdLst/>
              <a:ahLst/>
              <a:cxnLst/>
              <a:rect l="l" t="t" r="r" b="b"/>
              <a:pathLst>
                <a:path w="711200" h="340995">
                  <a:moveTo>
                    <a:pt x="0" y="56768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9" y="0"/>
                  </a:lnTo>
                  <a:lnTo>
                    <a:pt x="654177" y="0"/>
                  </a:lnTo>
                  <a:lnTo>
                    <a:pt x="676280" y="4458"/>
                  </a:lnTo>
                  <a:lnTo>
                    <a:pt x="694324" y="16621"/>
                  </a:lnTo>
                  <a:lnTo>
                    <a:pt x="706487" y="34665"/>
                  </a:lnTo>
                  <a:lnTo>
                    <a:pt x="710946" y="56768"/>
                  </a:lnTo>
                  <a:lnTo>
                    <a:pt x="710946" y="283844"/>
                  </a:lnTo>
                  <a:lnTo>
                    <a:pt x="706487" y="305948"/>
                  </a:lnTo>
                  <a:lnTo>
                    <a:pt x="694324" y="323992"/>
                  </a:lnTo>
                  <a:lnTo>
                    <a:pt x="676280" y="336155"/>
                  </a:lnTo>
                  <a:lnTo>
                    <a:pt x="654177" y="340613"/>
                  </a:lnTo>
                  <a:lnTo>
                    <a:pt x="56769" y="340613"/>
                  </a:lnTo>
                  <a:lnTo>
                    <a:pt x="34665" y="336155"/>
                  </a:lnTo>
                  <a:lnTo>
                    <a:pt x="16621" y="323992"/>
                  </a:lnTo>
                  <a:lnTo>
                    <a:pt x="4458" y="305948"/>
                  </a:lnTo>
                  <a:lnTo>
                    <a:pt x="0" y="283844"/>
                  </a:lnTo>
                  <a:lnTo>
                    <a:pt x="0" y="56768"/>
                  </a:lnTo>
                  <a:close/>
                </a:path>
              </a:pathLst>
            </a:custGeom>
            <a:ln w="31750">
              <a:solidFill>
                <a:srgbClr val="006FC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603250" y="886713"/>
          <a:ext cx="4509135" cy="7410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85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 marL="25654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𝒗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𝒑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9" name="object 9"/>
          <p:cNvSpPr/>
          <p:nvPr/>
        </p:nvSpPr>
        <p:spPr>
          <a:xfrm>
            <a:off x="4397502" y="1279397"/>
            <a:ext cx="711835" cy="340360"/>
          </a:xfrm>
          <a:custGeom>
            <a:avLst/>
            <a:gdLst/>
            <a:ahLst/>
            <a:cxnLst/>
            <a:rect l="l" t="t" r="r" b="b"/>
            <a:pathLst>
              <a:path w="711835" h="340359">
                <a:moveTo>
                  <a:pt x="0" y="56641"/>
                </a:moveTo>
                <a:lnTo>
                  <a:pt x="4456" y="34611"/>
                </a:lnTo>
                <a:lnTo>
                  <a:pt x="16605" y="16605"/>
                </a:lnTo>
                <a:lnTo>
                  <a:pt x="34611" y="4456"/>
                </a:lnTo>
                <a:lnTo>
                  <a:pt x="56642" y="0"/>
                </a:lnTo>
                <a:lnTo>
                  <a:pt x="655065" y="0"/>
                </a:lnTo>
                <a:lnTo>
                  <a:pt x="677096" y="4456"/>
                </a:lnTo>
                <a:lnTo>
                  <a:pt x="695102" y="16605"/>
                </a:lnTo>
                <a:lnTo>
                  <a:pt x="707251" y="34611"/>
                </a:lnTo>
                <a:lnTo>
                  <a:pt x="711708" y="56641"/>
                </a:lnTo>
                <a:lnTo>
                  <a:pt x="711708" y="283210"/>
                </a:lnTo>
                <a:lnTo>
                  <a:pt x="707251" y="305240"/>
                </a:lnTo>
                <a:lnTo>
                  <a:pt x="695102" y="323246"/>
                </a:lnTo>
                <a:lnTo>
                  <a:pt x="677096" y="335395"/>
                </a:lnTo>
                <a:lnTo>
                  <a:pt x="655065" y="339851"/>
                </a:lnTo>
                <a:lnTo>
                  <a:pt x="56642" y="339851"/>
                </a:lnTo>
                <a:lnTo>
                  <a:pt x="34611" y="335395"/>
                </a:lnTo>
                <a:lnTo>
                  <a:pt x="16605" y="323246"/>
                </a:lnTo>
                <a:lnTo>
                  <a:pt x="4456" y="305240"/>
                </a:lnTo>
                <a:lnTo>
                  <a:pt x="0" y="283210"/>
                </a:lnTo>
                <a:lnTo>
                  <a:pt x="0" y="56641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10707116" y="1375155"/>
            <a:ext cx="9772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=</a:t>
            </a:r>
            <a:r>
              <a:rPr sz="2400" spc="130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𝟏𝟑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3" name="object 3">
            <a:extLst>
              <a:ext uri="{FF2B5EF4-FFF2-40B4-BE49-F238E27FC236}">
                <a16:creationId xmlns:a16="http://schemas.microsoft.com/office/drawing/2014/main" id="{D72AFA15-6BE8-D64F-B37C-95F22C5D2466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61257" y="112482"/>
            <a:ext cx="3925124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算</a:t>
            </a:r>
            <a:r>
              <a:rPr lang="zh-CN" altLang="en-US" spc="-50" dirty="0">
                <a:latin typeface="SimSun" panose="02010600030101010101" pitchFamily="2" charset="-122"/>
                <a:ea typeface="SimSun" panose="02010600030101010101" pitchFamily="2" charset="-122"/>
              </a:rPr>
              <a:t>法实例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603250" y="1816354"/>
          <a:ext cx="11176634" cy="25927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29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1800" spc="-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𝒄]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444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4892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4892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4" name="object 4"/>
          <p:cNvSpPr/>
          <p:nvPr/>
        </p:nvSpPr>
        <p:spPr>
          <a:xfrm>
            <a:off x="5849111" y="3699509"/>
            <a:ext cx="711200" cy="340995"/>
          </a:xfrm>
          <a:custGeom>
            <a:avLst/>
            <a:gdLst/>
            <a:ahLst/>
            <a:cxnLst/>
            <a:rect l="l" t="t" r="r" b="b"/>
            <a:pathLst>
              <a:path w="711200" h="340995">
                <a:moveTo>
                  <a:pt x="0" y="56768"/>
                </a:moveTo>
                <a:lnTo>
                  <a:pt x="4458" y="34665"/>
                </a:lnTo>
                <a:lnTo>
                  <a:pt x="16621" y="16621"/>
                </a:lnTo>
                <a:lnTo>
                  <a:pt x="34665" y="4458"/>
                </a:lnTo>
                <a:lnTo>
                  <a:pt x="56768" y="0"/>
                </a:lnTo>
                <a:lnTo>
                  <a:pt x="654177" y="0"/>
                </a:lnTo>
                <a:lnTo>
                  <a:pt x="676280" y="4458"/>
                </a:lnTo>
                <a:lnTo>
                  <a:pt x="694324" y="16621"/>
                </a:lnTo>
                <a:lnTo>
                  <a:pt x="706487" y="34665"/>
                </a:lnTo>
                <a:lnTo>
                  <a:pt x="710945" y="56768"/>
                </a:lnTo>
                <a:lnTo>
                  <a:pt x="710945" y="283844"/>
                </a:lnTo>
                <a:lnTo>
                  <a:pt x="706487" y="305948"/>
                </a:lnTo>
                <a:lnTo>
                  <a:pt x="694324" y="323992"/>
                </a:lnTo>
                <a:lnTo>
                  <a:pt x="676280" y="336155"/>
                </a:lnTo>
                <a:lnTo>
                  <a:pt x="654177" y="340613"/>
                </a:lnTo>
                <a:lnTo>
                  <a:pt x="56768" y="340613"/>
                </a:lnTo>
                <a:lnTo>
                  <a:pt x="34665" y="336155"/>
                </a:lnTo>
                <a:lnTo>
                  <a:pt x="16621" y="323992"/>
                </a:lnTo>
                <a:lnTo>
                  <a:pt x="4458" y="305948"/>
                </a:lnTo>
                <a:lnTo>
                  <a:pt x="0" y="283844"/>
                </a:lnTo>
                <a:lnTo>
                  <a:pt x="0" y="56768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" name="object 5"/>
          <p:cNvGrpSpPr/>
          <p:nvPr/>
        </p:nvGrpSpPr>
        <p:grpSpPr>
          <a:xfrm>
            <a:off x="8824086" y="3683634"/>
            <a:ext cx="742950" cy="730885"/>
            <a:chOff x="8824086" y="3683634"/>
            <a:chExt cx="742950" cy="730885"/>
          </a:xfrm>
        </p:grpSpPr>
        <p:sp>
          <p:nvSpPr>
            <p:cNvPr id="6" name="object 6"/>
            <p:cNvSpPr/>
            <p:nvPr/>
          </p:nvSpPr>
          <p:spPr>
            <a:xfrm>
              <a:off x="8839961" y="3699509"/>
              <a:ext cx="711200" cy="340995"/>
            </a:xfrm>
            <a:custGeom>
              <a:avLst/>
              <a:gdLst/>
              <a:ahLst/>
              <a:cxnLst/>
              <a:rect l="l" t="t" r="r" b="b"/>
              <a:pathLst>
                <a:path w="711200" h="340995">
                  <a:moveTo>
                    <a:pt x="0" y="56768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9" y="0"/>
                  </a:lnTo>
                  <a:lnTo>
                    <a:pt x="654177" y="0"/>
                  </a:lnTo>
                  <a:lnTo>
                    <a:pt x="676280" y="4458"/>
                  </a:lnTo>
                  <a:lnTo>
                    <a:pt x="694324" y="16621"/>
                  </a:lnTo>
                  <a:lnTo>
                    <a:pt x="706487" y="34665"/>
                  </a:lnTo>
                  <a:lnTo>
                    <a:pt x="710946" y="56768"/>
                  </a:lnTo>
                  <a:lnTo>
                    <a:pt x="710946" y="283844"/>
                  </a:lnTo>
                  <a:lnTo>
                    <a:pt x="706487" y="305948"/>
                  </a:lnTo>
                  <a:lnTo>
                    <a:pt x="694324" y="323992"/>
                  </a:lnTo>
                  <a:lnTo>
                    <a:pt x="676280" y="336155"/>
                  </a:lnTo>
                  <a:lnTo>
                    <a:pt x="654177" y="340613"/>
                  </a:lnTo>
                  <a:lnTo>
                    <a:pt x="56769" y="340613"/>
                  </a:lnTo>
                  <a:lnTo>
                    <a:pt x="34665" y="336155"/>
                  </a:lnTo>
                  <a:lnTo>
                    <a:pt x="16621" y="323992"/>
                  </a:lnTo>
                  <a:lnTo>
                    <a:pt x="4458" y="305948"/>
                  </a:lnTo>
                  <a:lnTo>
                    <a:pt x="0" y="283844"/>
                  </a:lnTo>
                  <a:lnTo>
                    <a:pt x="0" y="56768"/>
                  </a:lnTo>
                  <a:close/>
                </a:path>
              </a:pathLst>
            </a:custGeom>
            <a:ln w="31750">
              <a:solidFill>
                <a:srgbClr val="00AF5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839961" y="4057649"/>
              <a:ext cx="711200" cy="340995"/>
            </a:xfrm>
            <a:custGeom>
              <a:avLst/>
              <a:gdLst/>
              <a:ahLst/>
              <a:cxnLst/>
              <a:rect l="l" t="t" r="r" b="b"/>
              <a:pathLst>
                <a:path w="711200" h="340995">
                  <a:moveTo>
                    <a:pt x="0" y="56768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9" y="0"/>
                  </a:lnTo>
                  <a:lnTo>
                    <a:pt x="654177" y="0"/>
                  </a:lnTo>
                  <a:lnTo>
                    <a:pt x="676280" y="4458"/>
                  </a:lnTo>
                  <a:lnTo>
                    <a:pt x="694324" y="16621"/>
                  </a:lnTo>
                  <a:lnTo>
                    <a:pt x="706487" y="34665"/>
                  </a:lnTo>
                  <a:lnTo>
                    <a:pt x="710946" y="56768"/>
                  </a:lnTo>
                  <a:lnTo>
                    <a:pt x="710946" y="283844"/>
                  </a:lnTo>
                  <a:lnTo>
                    <a:pt x="706487" y="305948"/>
                  </a:lnTo>
                  <a:lnTo>
                    <a:pt x="694324" y="323992"/>
                  </a:lnTo>
                  <a:lnTo>
                    <a:pt x="676280" y="336155"/>
                  </a:lnTo>
                  <a:lnTo>
                    <a:pt x="654177" y="340613"/>
                  </a:lnTo>
                  <a:lnTo>
                    <a:pt x="56769" y="340613"/>
                  </a:lnTo>
                  <a:lnTo>
                    <a:pt x="34665" y="336155"/>
                  </a:lnTo>
                  <a:lnTo>
                    <a:pt x="16621" y="323992"/>
                  </a:lnTo>
                  <a:lnTo>
                    <a:pt x="4458" y="305948"/>
                  </a:lnTo>
                  <a:lnTo>
                    <a:pt x="0" y="283844"/>
                  </a:lnTo>
                  <a:lnTo>
                    <a:pt x="0" y="56768"/>
                  </a:lnTo>
                  <a:close/>
                </a:path>
              </a:pathLst>
            </a:custGeom>
            <a:ln w="31750">
              <a:solidFill>
                <a:srgbClr val="006FC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603250" y="886713"/>
          <a:ext cx="4509135" cy="7410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85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 marL="25654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𝒗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𝒑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9" name="object 9"/>
          <p:cNvSpPr/>
          <p:nvPr/>
        </p:nvSpPr>
        <p:spPr>
          <a:xfrm>
            <a:off x="4397502" y="1279397"/>
            <a:ext cx="711835" cy="340360"/>
          </a:xfrm>
          <a:custGeom>
            <a:avLst/>
            <a:gdLst/>
            <a:ahLst/>
            <a:cxnLst/>
            <a:rect l="l" t="t" r="r" b="b"/>
            <a:pathLst>
              <a:path w="711835" h="340359">
                <a:moveTo>
                  <a:pt x="0" y="56641"/>
                </a:moveTo>
                <a:lnTo>
                  <a:pt x="4456" y="34611"/>
                </a:lnTo>
                <a:lnTo>
                  <a:pt x="16605" y="16605"/>
                </a:lnTo>
                <a:lnTo>
                  <a:pt x="34611" y="4456"/>
                </a:lnTo>
                <a:lnTo>
                  <a:pt x="56642" y="0"/>
                </a:lnTo>
                <a:lnTo>
                  <a:pt x="655065" y="0"/>
                </a:lnTo>
                <a:lnTo>
                  <a:pt x="677096" y="4456"/>
                </a:lnTo>
                <a:lnTo>
                  <a:pt x="695102" y="16605"/>
                </a:lnTo>
                <a:lnTo>
                  <a:pt x="707251" y="34611"/>
                </a:lnTo>
                <a:lnTo>
                  <a:pt x="711708" y="56641"/>
                </a:lnTo>
                <a:lnTo>
                  <a:pt x="711708" y="283210"/>
                </a:lnTo>
                <a:lnTo>
                  <a:pt x="707251" y="305240"/>
                </a:lnTo>
                <a:lnTo>
                  <a:pt x="695102" y="323246"/>
                </a:lnTo>
                <a:lnTo>
                  <a:pt x="677096" y="335395"/>
                </a:lnTo>
                <a:lnTo>
                  <a:pt x="655065" y="339851"/>
                </a:lnTo>
                <a:lnTo>
                  <a:pt x="56642" y="339851"/>
                </a:lnTo>
                <a:lnTo>
                  <a:pt x="34611" y="335395"/>
                </a:lnTo>
                <a:lnTo>
                  <a:pt x="16605" y="323246"/>
                </a:lnTo>
                <a:lnTo>
                  <a:pt x="4456" y="305240"/>
                </a:lnTo>
                <a:lnTo>
                  <a:pt x="0" y="283210"/>
                </a:lnTo>
                <a:lnTo>
                  <a:pt x="0" y="56641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10707116" y="1375155"/>
            <a:ext cx="9772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=</a:t>
            </a:r>
            <a:r>
              <a:rPr sz="2400" spc="130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𝟏𝟑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3" name="object 3">
            <a:extLst>
              <a:ext uri="{FF2B5EF4-FFF2-40B4-BE49-F238E27FC236}">
                <a16:creationId xmlns:a16="http://schemas.microsoft.com/office/drawing/2014/main" id="{36938610-7FF4-8647-990B-93B343DCA687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61257" y="112482"/>
            <a:ext cx="3925124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算</a:t>
            </a:r>
            <a:r>
              <a:rPr lang="zh-CN" altLang="en-US" spc="-50" dirty="0">
                <a:latin typeface="SimSun" panose="02010600030101010101" pitchFamily="2" charset="-122"/>
                <a:ea typeface="SimSun" panose="02010600030101010101" pitchFamily="2" charset="-122"/>
              </a:rPr>
              <a:t>法实例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603250" y="1816354"/>
          <a:ext cx="11176634" cy="25927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29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1800" spc="-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𝒄]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444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4892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4892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4" name="object 4"/>
          <p:cNvSpPr/>
          <p:nvPr/>
        </p:nvSpPr>
        <p:spPr>
          <a:xfrm>
            <a:off x="6598157" y="3699509"/>
            <a:ext cx="711200" cy="340995"/>
          </a:xfrm>
          <a:custGeom>
            <a:avLst/>
            <a:gdLst/>
            <a:ahLst/>
            <a:cxnLst/>
            <a:rect l="l" t="t" r="r" b="b"/>
            <a:pathLst>
              <a:path w="711200" h="340995">
                <a:moveTo>
                  <a:pt x="0" y="56768"/>
                </a:moveTo>
                <a:lnTo>
                  <a:pt x="4458" y="34665"/>
                </a:lnTo>
                <a:lnTo>
                  <a:pt x="16621" y="16621"/>
                </a:lnTo>
                <a:lnTo>
                  <a:pt x="34665" y="4458"/>
                </a:lnTo>
                <a:lnTo>
                  <a:pt x="56769" y="0"/>
                </a:lnTo>
                <a:lnTo>
                  <a:pt x="654176" y="0"/>
                </a:lnTo>
                <a:lnTo>
                  <a:pt x="676280" y="4458"/>
                </a:lnTo>
                <a:lnTo>
                  <a:pt x="694324" y="16621"/>
                </a:lnTo>
                <a:lnTo>
                  <a:pt x="706487" y="34665"/>
                </a:lnTo>
                <a:lnTo>
                  <a:pt x="710946" y="56768"/>
                </a:lnTo>
                <a:lnTo>
                  <a:pt x="710946" y="283844"/>
                </a:lnTo>
                <a:lnTo>
                  <a:pt x="706487" y="305948"/>
                </a:lnTo>
                <a:lnTo>
                  <a:pt x="694324" y="323992"/>
                </a:lnTo>
                <a:lnTo>
                  <a:pt x="676280" y="336155"/>
                </a:lnTo>
                <a:lnTo>
                  <a:pt x="654176" y="340613"/>
                </a:lnTo>
                <a:lnTo>
                  <a:pt x="56769" y="340613"/>
                </a:lnTo>
                <a:lnTo>
                  <a:pt x="34665" y="336155"/>
                </a:lnTo>
                <a:lnTo>
                  <a:pt x="16621" y="323992"/>
                </a:lnTo>
                <a:lnTo>
                  <a:pt x="4458" y="305948"/>
                </a:lnTo>
                <a:lnTo>
                  <a:pt x="0" y="283844"/>
                </a:lnTo>
                <a:lnTo>
                  <a:pt x="0" y="56768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" name="object 5"/>
          <p:cNvGrpSpPr/>
          <p:nvPr/>
        </p:nvGrpSpPr>
        <p:grpSpPr>
          <a:xfrm>
            <a:off x="9573132" y="3683634"/>
            <a:ext cx="743585" cy="730885"/>
            <a:chOff x="9573132" y="3683634"/>
            <a:chExt cx="743585" cy="730885"/>
          </a:xfrm>
        </p:grpSpPr>
        <p:sp>
          <p:nvSpPr>
            <p:cNvPr id="6" name="object 6"/>
            <p:cNvSpPr/>
            <p:nvPr/>
          </p:nvSpPr>
          <p:spPr>
            <a:xfrm>
              <a:off x="9589007" y="3699509"/>
              <a:ext cx="711835" cy="340995"/>
            </a:xfrm>
            <a:custGeom>
              <a:avLst/>
              <a:gdLst/>
              <a:ahLst/>
              <a:cxnLst/>
              <a:rect l="l" t="t" r="r" b="b"/>
              <a:pathLst>
                <a:path w="711834" h="340995">
                  <a:moveTo>
                    <a:pt x="0" y="56768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9" y="0"/>
                  </a:lnTo>
                  <a:lnTo>
                    <a:pt x="654939" y="0"/>
                  </a:lnTo>
                  <a:lnTo>
                    <a:pt x="677042" y="4458"/>
                  </a:lnTo>
                  <a:lnTo>
                    <a:pt x="695086" y="16621"/>
                  </a:lnTo>
                  <a:lnTo>
                    <a:pt x="707249" y="34665"/>
                  </a:lnTo>
                  <a:lnTo>
                    <a:pt x="711708" y="56768"/>
                  </a:lnTo>
                  <a:lnTo>
                    <a:pt x="711708" y="283844"/>
                  </a:lnTo>
                  <a:lnTo>
                    <a:pt x="707249" y="305948"/>
                  </a:lnTo>
                  <a:lnTo>
                    <a:pt x="695086" y="323992"/>
                  </a:lnTo>
                  <a:lnTo>
                    <a:pt x="677042" y="336155"/>
                  </a:lnTo>
                  <a:lnTo>
                    <a:pt x="654939" y="340613"/>
                  </a:lnTo>
                  <a:lnTo>
                    <a:pt x="56769" y="340613"/>
                  </a:lnTo>
                  <a:lnTo>
                    <a:pt x="34665" y="336155"/>
                  </a:lnTo>
                  <a:lnTo>
                    <a:pt x="16621" y="323992"/>
                  </a:lnTo>
                  <a:lnTo>
                    <a:pt x="4458" y="305948"/>
                  </a:lnTo>
                  <a:lnTo>
                    <a:pt x="0" y="283844"/>
                  </a:lnTo>
                  <a:lnTo>
                    <a:pt x="0" y="56768"/>
                  </a:lnTo>
                  <a:close/>
                </a:path>
              </a:pathLst>
            </a:custGeom>
            <a:ln w="31750">
              <a:solidFill>
                <a:srgbClr val="00AF5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9589007" y="4057649"/>
              <a:ext cx="711835" cy="340995"/>
            </a:xfrm>
            <a:custGeom>
              <a:avLst/>
              <a:gdLst/>
              <a:ahLst/>
              <a:cxnLst/>
              <a:rect l="l" t="t" r="r" b="b"/>
              <a:pathLst>
                <a:path w="711834" h="340995">
                  <a:moveTo>
                    <a:pt x="0" y="56768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9" y="0"/>
                  </a:lnTo>
                  <a:lnTo>
                    <a:pt x="654939" y="0"/>
                  </a:lnTo>
                  <a:lnTo>
                    <a:pt x="677042" y="4458"/>
                  </a:lnTo>
                  <a:lnTo>
                    <a:pt x="695086" y="16621"/>
                  </a:lnTo>
                  <a:lnTo>
                    <a:pt x="707249" y="34665"/>
                  </a:lnTo>
                  <a:lnTo>
                    <a:pt x="711708" y="56768"/>
                  </a:lnTo>
                  <a:lnTo>
                    <a:pt x="711708" y="283844"/>
                  </a:lnTo>
                  <a:lnTo>
                    <a:pt x="707249" y="305948"/>
                  </a:lnTo>
                  <a:lnTo>
                    <a:pt x="695086" y="323992"/>
                  </a:lnTo>
                  <a:lnTo>
                    <a:pt x="677042" y="336155"/>
                  </a:lnTo>
                  <a:lnTo>
                    <a:pt x="654939" y="340613"/>
                  </a:lnTo>
                  <a:lnTo>
                    <a:pt x="56769" y="340613"/>
                  </a:lnTo>
                  <a:lnTo>
                    <a:pt x="34665" y="336155"/>
                  </a:lnTo>
                  <a:lnTo>
                    <a:pt x="16621" y="323992"/>
                  </a:lnTo>
                  <a:lnTo>
                    <a:pt x="4458" y="305948"/>
                  </a:lnTo>
                  <a:lnTo>
                    <a:pt x="0" y="283844"/>
                  </a:lnTo>
                  <a:lnTo>
                    <a:pt x="0" y="56768"/>
                  </a:lnTo>
                  <a:close/>
                </a:path>
              </a:pathLst>
            </a:custGeom>
            <a:ln w="31750">
              <a:solidFill>
                <a:srgbClr val="006FC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603250" y="886713"/>
          <a:ext cx="4509135" cy="7410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85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 marL="25654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𝒗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𝒑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9" name="object 9"/>
          <p:cNvSpPr/>
          <p:nvPr/>
        </p:nvSpPr>
        <p:spPr>
          <a:xfrm>
            <a:off x="4397502" y="1279397"/>
            <a:ext cx="711835" cy="340360"/>
          </a:xfrm>
          <a:custGeom>
            <a:avLst/>
            <a:gdLst/>
            <a:ahLst/>
            <a:cxnLst/>
            <a:rect l="l" t="t" r="r" b="b"/>
            <a:pathLst>
              <a:path w="711835" h="340359">
                <a:moveTo>
                  <a:pt x="0" y="56641"/>
                </a:moveTo>
                <a:lnTo>
                  <a:pt x="4456" y="34611"/>
                </a:lnTo>
                <a:lnTo>
                  <a:pt x="16605" y="16605"/>
                </a:lnTo>
                <a:lnTo>
                  <a:pt x="34611" y="4456"/>
                </a:lnTo>
                <a:lnTo>
                  <a:pt x="56642" y="0"/>
                </a:lnTo>
                <a:lnTo>
                  <a:pt x="655065" y="0"/>
                </a:lnTo>
                <a:lnTo>
                  <a:pt x="677096" y="4456"/>
                </a:lnTo>
                <a:lnTo>
                  <a:pt x="695102" y="16605"/>
                </a:lnTo>
                <a:lnTo>
                  <a:pt x="707251" y="34611"/>
                </a:lnTo>
                <a:lnTo>
                  <a:pt x="711708" y="56641"/>
                </a:lnTo>
                <a:lnTo>
                  <a:pt x="711708" y="283210"/>
                </a:lnTo>
                <a:lnTo>
                  <a:pt x="707251" y="305240"/>
                </a:lnTo>
                <a:lnTo>
                  <a:pt x="695102" y="323246"/>
                </a:lnTo>
                <a:lnTo>
                  <a:pt x="677096" y="335395"/>
                </a:lnTo>
                <a:lnTo>
                  <a:pt x="655065" y="339851"/>
                </a:lnTo>
                <a:lnTo>
                  <a:pt x="56642" y="339851"/>
                </a:lnTo>
                <a:lnTo>
                  <a:pt x="34611" y="335395"/>
                </a:lnTo>
                <a:lnTo>
                  <a:pt x="16605" y="323246"/>
                </a:lnTo>
                <a:lnTo>
                  <a:pt x="4456" y="305240"/>
                </a:lnTo>
                <a:lnTo>
                  <a:pt x="0" y="283210"/>
                </a:lnTo>
                <a:lnTo>
                  <a:pt x="0" y="56641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10707116" y="1375155"/>
            <a:ext cx="9772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=</a:t>
            </a:r>
            <a:r>
              <a:rPr sz="2400" spc="130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𝟏𝟑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3" name="object 3">
            <a:extLst>
              <a:ext uri="{FF2B5EF4-FFF2-40B4-BE49-F238E27FC236}">
                <a16:creationId xmlns:a16="http://schemas.microsoft.com/office/drawing/2014/main" id="{8D57FE74-F0BC-4441-AF10-12CE2CA1079F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61257" y="112482"/>
            <a:ext cx="3925124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算</a:t>
            </a:r>
            <a:r>
              <a:rPr lang="zh-CN" altLang="en-US" spc="-50" dirty="0">
                <a:latin typeface="SimSun" panose="02010600030101010101" pitchFamily="2" charset="-122"/>
                <a:ea typeface="SimSun" panose="02010600030101010101" pitchFamily="2" charset="-122"/>
              </a:rPr>
              <a:t>法实例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603250" y="1816354"/>
          <a:ext cx="11176634" cy="25927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29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1800" spc="-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𝒄]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444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4892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4892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4" name="object 4"/>
          <p:cNvSpPr/>
          <p:nvPr/>
        </p:nvSpPr>
        <p:spPr>
          <a:xfrm>
            <a:off x="7335011" y="3699509"/>
            <a:ext cx="711200" cy="340995"/>
          </a:xfrm>
          <a:custGeom>
            <a:avLst/>
            <a:gdLst/>
            <a:ahLst/>
            <a:cxnLst/>
            <a:rect l="l" t="t" r="r" b="b"/>
            <a:pathLst>
              <a:path w="711200" h="340995">
                <a:moveTo>
                  <a:pt x="0" y="56768"/>
                </a:moveTo>
                <a:lnTo>
                  <a:pt x="4458" y="34665"/>
                </a:lnTo>
                <a:lnTo>
                  <a:pt x="16621" y="16621"/>
                </a:lnTo>
                <a:lnTo>
                  <a:pt x="34665" y="4458"/>
                </a:lnTo>
                <a:lnTo>
                  <a:pt x="56769" y="0"/>
                </a:lnTo>
                <a:lnTo>
                  <a:pt x="654177" y="0"/>
                </a:lnTo>
                <a:lnTo>
                  <a:pt x="676280" y="4458"/>
                </a:lnTo>
                <a:lnTo>
                  <a:pt x="694324" y="16621"/>
                </a:lnTo>
                <a:lnTo>
                  <a:pt x="706487" y="34665"/>
                </a:lnTo>
                <a:lnTo>
                  <a:pt x="710946" y="56768"/>
                </a:lnTo>
                <a:lnTo>
                  <a:pt x="710946" y="283844"/>
                </a:lnTo>
                <a:lnTo>
                  <a:pt x="706487" y="305948"/>
                </a:lnTo>
                <a:lnTo>
                  <a:pt x="694324" y="323992"/>
                </a:lnTo>
                <a:lnTo>
                  <a:pt x="676280" y="336155"/>
                </a:lnTo>
                <a:lnTo>
                  <a:pt x="654177" y="340613"/>
                </a:lnTo>
                <a:lnTo>
                  <a:pt x="56769" y="340613"/>
                </a:lnTo>
                <a:lnTo>
                  <a:pt x="34665" y="336155"/>
                </a:lnTo>
                <a:lnTo>
                  <a:pt x="16621" y="323992"/>
                </a:lnTo>
                <a:lnTo>
                  <a:pt x="4458" y="305948"/>
                </a:lnTo>
                <a:lnTo>
                  <a:pt x="0" y="283844"/>
                </a:lnTo>
                <a:lnTo>
                  <a:pt x="0" y="56768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" name="object 5"/>
          <p:cNvGrpSpPr/>
          <p:nvPr/>
        </p:nvGrpSpPr>
        <p:grpSpPr>
          <a:xfrm>
            <a:off x="10309986" y="3683634"/>
            <a:ext cx="742950" cy="730885"/>
            <a:chOff x="10309986" y="3683634"/>
            <a:chExt cx="742950" cy="730885"/>
          </a:xfrm>
        </p:grpSpPr>
        <p:sp>
          <p:nvSpPr>
            <p:cNvPr id="6" name="object 6"/>
            <p:cNvSpPr/>
            <p:nvPr/>
          </p:nvSpPr>
          <p:spPr>
            <a:xfrm>
              <a:off x="10325861" y="3699509"/>
              <a:ext cx="711200" cy="340995"/>
            </a:xfrm>
            <a:custGeom>
              <a:avLst/>
              <a:gdLst/>
              <a:ahLst/>
              <a:cxnLst/>
              <a:rect l="l" t="t" r="r" b="b"/>
              <a:pathLst>
                <a:path w="711200" h="340995">
                  <a:moveTo>
                    <a:pt x="0" y="56768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9" y="0"/>
                  </a:lnTo>
                  <a:lnTo>
                    <a:pt x="654177" y="0"/>
                  </a:lnTo>
                  <a:lnTo>
                    <a:pt x="676280" y="4458"/>
                  </a:lnTo>
                  <a:lnTo>
                    <a:pt x="694324" y="16621"/>
                  </a:lnTo>
                  <a:lnTo>
                    <a:pt x="706487" y="34665"/>
                  </a:lnTo>
                  <a:lnTo>
                    <a:pt x="710946" y="56768"/>
                  </a:lnTo>
                  <a:lnTo>
                    <a:pt x="710946" y="283844"/>
                  </a:lnTo>
                  <a:lnTo>
                    <a:pt x="706487" y="305948"/>
                  </a:lnTo>
                  <a:lnTo>
                    <a:pt x="694324" y="323992"/>
                  </a:lnTo>
                  <a:lnTo>
                    <a:pt x="676280" y="336155"/>
                  </a:lnTo>
                  <a:lnTo>
                    <a:pt x="654177" y="340613"/>
                  </a:lnTo>
                  <a:lnTo>
                    <a:pt x="56769" y="340613"/>
                  </a:lnTo>
                  <a:lnTo>
                    <a:pt x="34665" y="336155"/>
                  </a:lnTo>
                  <a:lnTo>
                    <a:pt x="16621" y="323992"/>
                  </a:lnTo>
                  <a:lnTo>
                    <a:pt x="4458" y="305948"/>
                  </a:lnTo>
                  <a:lnTo>
                    <a:pt x="0" y="283844"/>
                  </a:lnTo>
                  <a:lnTo>
                    <a:pt x="0" y="56768"/>
                  </a:lnTo>
                  <a:close/>
                </a:path>
              </a:pathLst>
            </a:custGeom>
            <a:ln w="31750">
              <a:solidFill>
                <a:srgbClr val="00AF5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0325861" y="4057649"/>
              <a:ext cx="711200" cy="340995"/>
            </a:xfrm>
            <a:custGeom>
              <a:avLst/>
              <a:gdLst/>
              <a:ahLst/>
              <a:cxnLst/>
              <a:rect l="l" t="t" r="r" b="b"/>
              <a:pathLst>
                <a:path w="711200" h="340995">
                  <a:moveTo>
                    <a:pt x="0" y="56768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9" y="0"/>
                  </a:lnTo>
                  <a:lnTo>
                    <a:pt x="654177" y="0"/>
                  </a:lnTo>
                  <a:lnTo>
                    <a:pt x="676280" y="4458"/>
                  </a:lnTo>
                  <a:lnTo>
                    <a:pt x="694324" y="16621"/>
                  </a:lnTo>
                  <a:lnTo>
                    <a:pt x="706487" y="34665"/>
                  </a:lnTo>
                  <a:lnTo>
                    <a:pt x="710946" y="56768"/>
                  </a:lnTo>
                  <a:lnTo>
                    <a:pt x="710946" y="283844"/>
                  </a:lnTo>
                  <a:lnTo>
                    <a:pt x="706487" y="305948"/>
                  </a:lnTo>
                  <a:lnTo>
                    <a:pt x="694324" y="323992"/>
                  </a:lnTo>
                  <a:lnTo>
                    <a:pt x="676280" y="336155"/>
                  </a:lnTo>
                  <a:lnTo>
                    <a:pt x="654177" y="340613"/>
                  </a:lnTo>
                  <a:lnTo>
                    <a:pt x="56769" y="340613"/>
                  </a:lnTo>
                  <a:lnTo>
                    <a:pt x="34665" y="336155"/>
                  </a:lnTo>
                  <a:lnTo>
                    <a:pt x="16621" y="323992"/>
                  </a:lnTo>
                  <a:lnTo>
                    <a:pt x="4458" y="305948"/>
                  </a:lnTo>
                  <a:lnTo>
                    <a:pt x="0" y="283844"/>
                  </a:lnTo>
                  <a:lnTo>
                    <a:pt x="0" y="56768"/>
                  </a:lnTo>
                  <a:close/>
                </a:path>
              </a:pathLst>
            </a:custGeom>
            <a:ln w="31750">
              <a:solidFill>
                <a:srgbClr val="006FC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603250" y="886713"/>
          <a:ext cx="4509135" cy="7410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85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 marL="25654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𝒗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𝒑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9" name="object 9"/>
          <p:cNvSpPr/>
          <p:nvPr/>
        </p:nvSpPr>
        <p:spPr>
          <a:xfrm>
            <a:off x="4397502" y="1279397"/>
            <a:ext cx="711835" cy="340360"/>
          </a:xfrm>
          <a:custGeom>
            <a:avLst/>
            <a:gdLst/>
            <a:ahLst/>
            <a:cxnLst/>
            <a:rect l="l" t="t" r="r" b="b"/>
            <a:pathLst>
              <a:path w="711835" h="340359">
                <a:moveTo>
                  <a:pt x="0" y="56641"/>
                </a:moveTo>
                <a:lnTo>
                  <a:pt x="4456" y="34611"/>
                </a:lnTo>
                <a:lnTo>
                  <a:pt x="16605" y="16605"/>
                </a:lnTo>
                <a:lnTo>
                  <a:pt x="34611" y="4456"/>
                </a:lnTo>
                <a:lnTo>
                  <a:pt x="56642" y="0"/>
                </a:lnTo>
                <a:lnTo>
                  <a:pt x="655065" y="0"/>
                </a:lnTo>
                <a:lnTo>
                  <a:pt x="677096" y="4456"/>
                </a:lnTo>
                <a:lnTo>
                  <a:pt x="695102" y="16605"/>
                </a:lnTo>
                <a:lnTo>
                  <a:pt x="707251" y="34611"/>
                </a:lnTo>
                <a:lnTo>
                  <a:pt x="711708" y="56641"/>
                </a:lnTo>
                <a:lnTo>
                  <a:pt x="711708" y="283210"/>
                </a:lnTo>
                <a:lnTo>
                  <a:pt x="707251" y="305240"/>
                </a:lnTo>
                <a:lnTo>
                  <a:pt x="695102" y="323246"/>
                </a:lnTo>
                <a:lnTo>
                  <a:pt x="677096" y="335395"/>
                </a:lnTo>
                <a:lnTo>
                  <a:pt x="655065" y="339851"/>
                </a:lnTo>
                <a:lnTo>
                  <a:pt x="56642" y="339851"/>
                </a:lnTo>
                <a:lnTo>
                  <a:pt x="34611" y="335395"/>
                </a:lnTo>
                <a:lnTo>
                  <a:pt x="16605" y="323246"/>
                </a:lnTo>
                <a:lnTo>
                  <a:pt x="4456" y="305240"/>
                </a:lnTo>
                <a:lnTo>
                  <a:pt x="0" y="283210"/>
                </a:lnTo>
                <a:lnTo>
                  <a:pt x="0" y="56641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10707116" y="1375155"/>
            <a:ext cx="9772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=</a:t>
            </a:r>
            <a:r>
              <a:rPr sz="2400" spc="130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𝟏𝟑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3" name="object 3">
            <a:extLst>
              <a:ext uri="{FF2B5EF4-FFF2-40B4-BE49-F238E27FC236}">
                <a16:creationId xmlns:a16="http://schemas.microsoft.com/office/drawing/2014/main" id="{E7D16874-0AAB-6346-A6EF-92222F45E775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61257" y="112482"/>
            <a:ext cx="3925124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算</a:t>
            </a:r>
            <a:r>
              <a:rPr lang="zh-CN" altLang="en-US" spc="-50" dirty="0">
                <a:latin typeface="SimSun" panose="02010600030101010101" pitchFamily="2" charset="-122"/>
                <a:ea typeface="SimSun" panose="02010600030101010101" pitchFamily="2" charset="-122"/>
              </a:rPr>
              <a:t>法实例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603250" y="1816354"/>
          <a:ext cx="11176634" cy="25927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29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1800" spc="-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𝒄]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444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4892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4892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4" name="object 4"/>
          <p:cNvSpPr/>
          <p:nvPr/>
        </p:nvSpPr>
        <p:spPr>
          <a:xfrm>
            <a:off x="8071104" y="3699509"/>
            <a:ext cx="711835" cy="340995"/>
          </a:xfrm>
          <a:custGeom>
            <a:avLst/>
            <a:gdLst/>
            <a:ahLst/>
            <a:cxnLst/>
            <a:rect l="l" t="t" r="r" b="b"/>
            <a:pathLst>
              <a:path w="711834" h="340995">
                <a:moveTo>
                  <a:pt x="0" y="56768"/>
                </a:moveTo>
                <a:lnTo>
                  <a:pt x="4458" y="34665"/>
                </a:lnTo>
                <a:lnTo>
                  <a:pt x="16621" y="16621"/>
                </a:lnTo>
                <a:lnTo>
                  <a:pt x="34665" y="4458"/>
                </a:lnTo>
                <a:lnTo>
                  <a:pt x="56769" y="0"/>
                </a:lnTo>
                <a:lnTo>
                  <a:pt x="654939" y="0"/>
                </a:lnTo>
                <a:lnTo>
                  <a:pt x="677042" y="4458"/>
                </a:lnTo>
                <a:lnTo>
                  <a:pt x="695086" y="16621"/>
                </a:lnTo>
                <a:lnTo>
                  <a:pt x="707249" y="34665"/>
                </a:lnTo>
                <a:lnTo>
                  <a:pt x="711707" y="56768"/>
                </a:lnTo>
                <a:lnTo>
                  <a:pt x="711707" y="283844"/>
                </a:lnTo>
                <a:lnTo>
                  <a:pt x="707249" y="305948"/>
                </a:lnTo>
                <a:lnTo>
                  <a:pt x="695086" y="323992"/>
                </a:lnTo>
                <a:lnTo>
                  <a:pt x="677042" y="336155"/>
                </a:lnTo>
                <a:lnTo>
                  <a:pt x="654939" y="340613"/>
                </a:lnTo>
                <a:lnTo>
                  <a:pt x="56769" y="340613"/>
                </a:lnTo>
                <a:lnTo>
                  <a:pt x="34665" y="336155"/>
                </a:lnTo>
                <a:lnTo>
                  <a:pt x="16621" y="323992"/>
                </a:lnTo>
                <a:lnTo>
                  <a:pt x="4458" y="305948"/>
                </a:lnTo>
                <a:lnTo>
                  <a:pt x="0" y="283844"/>
                </a:lnTo>
                <a:lnTo>
                  <a:pt x="0" y="56768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" name="object 5"/>
          <p:cNvGrpSpPr/>
          <p:nvPr/>
        </p:nvGrpSpPr>
        <p:grpSpPr>
          <a:xfrm>
            <a:off x="11046841" y="3683634"/>
            <a:ext cx="742950" cy="730885"/>
            <a:chOff x="11046841" y="3683634"/>
            <a:chExt cx="742950" cy="730885"/>
          </a:xfrm>
        </p:grpSpPr>
        <p:sp>
          <p:nvSpPr>
            <p:cNvPr id="6" name="object 6"/>
            <p:cNvSpPr/>
            <p:nvPr/>
          </p:nvSpPr>
          <p:spPr>
            <a:xfrm>
              <a:off x="11062716" y="3699509"/>
              <a:ext cx="711200" cy="340995"/>
            </a:xfrm>
            <a:custGeom>
              <a:avLst/>
              <a:gdLst/>
              <a:ahLst/>
              <a:cxnLst/>
              <a:rect l="l" t="t" r="r" b="b"/>
              <a:pathLst>
                <a:path w="711200" h="340995">
                  <a:moveTo>
                    <a:pt x="0" y="56768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8" y="0"/>
                  </a:lnTo>
                  <a:lnTo>
                    <a:pt x="654176" y="0"/>
                  </a:lnTo>
                  <a:lnTo>
                    <a:pt x="676280" y="4458"/>
                  </a:lnTo>
                  <a:lnTo>
                    <a:pt x="694324" y="16621"/>
                  </a:lnTo>
                  <a:lnTo>
                    <a:pt x="706487" y="34665"/>
                  </a:lnTo>
                  <a:lnTo>
                    <a:pt x="710945" y="56768"/>
                  </a:lnTo>
                  <a:lnTo>
                    <a:pt x="710945" y="283844"/>
                  </a:lnTo>
                  <a:lnTo>
                    <a:pt x="706487" y="305948"/>
                  </a:lnTo>
                  <a:lnTo>
                    <a:pt x="694324" y="323992"/>
                  </a:lnTo>
                  <a:lnTo>
                    <a:pt x="676280" y="336155"/>
                  </a:lnTo>
                  <a:lnTo>
                    <a:pt x="654176" y="340613"/>
                  </a:lnTo>
                  <a:lnTo>
                    <a:pt x="56768" y="340613"/>
                  </a:lnTo>
                  <a:lnTo>
                    <a:pt x="34665" y="336155"/>
                  </a:lnTo>
                  <a:lnTo>
                    <a:pt x="16621" y="323992"/>
                  </a:lnTo>
                  <a:lnTo>
                    <a:pt x="4458" y="305948"/>
                  </a:lnTo>
                  <a:lnTo>
                    <a:pt x="0" y="283844"/>
                  </a:lnTo>
                  <a:lnTo>
                    <a:pt x="0" y="56768"/>
                  </a:lnTo>
                  <a:close/>
                </a:path>
              </a:pathLst>
            </a:custGeom>
            <a:ln w="31750">
              <a:solidFill>
                <a:srgbClr val="00AF5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1062716" y="4057649"/>
              <a:ext cx="711200" cy="340995"/>
            </a:xfrm>
            <a:custGeom>
              <a:avLst/>
              <a:gdLst/>
              <a:ahLst/>
              <a:cxnLst/>
              <a:rect l="l" t="t" r="r" b="b"/>
              <a:pathLst>
                <a:path w="711200" h="340995">
                  <a:moveTo>
                    <a:pt x="0" y="56768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8" y="0"/>
                  </a:lnTo>
                  <a:lnTo>
                    <a:pt x="654176" y="0"/>
                  </a:lnTo>
                  <a:lnTo>
                    <a:pt x="676280" y="4458"/>
                  </a:lnTo>
                  <a:lnTo>
                    <a:pt x="694324" y="16621"/>
                  </a:lnTo>
                  <a:lnTo>
                    <a:pt x="706487" y="34665"/>
                  </a:lnTo>
                  <a:lnTo>
                    <a:pt x="710945" y="56768"/>
                  </a:lnTo>
                  <a:lnTo>
                    <a:pt x="710945" y="283844"/>
                  </a:lnTo>
                  <a:lnTo>
                    <a:pt x="706487" y="305948"/>
                  </a:lnTo>
                  <a:lnTo>
                    <a:pt x="694324" y="323992"/>
                  </a:lnTo>
                  <a:lnTo>
                    <a:pt x="676280" y="336155"/>
                  </a:lnTo>
                  <a:lnTo>
                    <a:pt x="654176" y="340613"/>
                  </a:lnTo>
                  <a:lnTo>
                    <a:pt x="56768" y="340613"/>
                  </a:lnTo>
                  <a:lnTo>
                    <a:pt x="34665" y="336155"/>
                  </a:lnTo>
                  <a:lnTo>
                    <a:pt x="16621" y="323992"/>
                  </a:lnTo>
                  <a:lnTo>
                    <a:pt x="4458" y="305948"/>
                  </a:lnTo>
                  <a:lnTo>
                    <a:pt x="0" y="283844"/>
                  </a:lnTo>
                  <a:lnTo>
                    <a:pt x="0" y="56768"/>
                  </a:lnTo>
                  <a:close/>
                </a:path>
              </a:pathLst>
            </a:custGeom>
            <a:ln w="31750">
              <a:solidFill>
                <a:srgbClr val="006FC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603250" y="886713"/>
          <a:ext cx="4509135" cy="7410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85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 marL="25654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𝒗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𝒑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9" name="object 9"/>
          <p:cNvSpPr/>
          <p:nvPr/>
        </p:nvSpPr>
        <p:spPr>
          <a:xfrm>
            <a:off x="4397502" y="1279397"/>
            <a:ext cx="711835" cy="340360"/>
          </a:xfrm>
          <a:custGeom>
            <a:avLst/>
            <a:gdLst/>
            <a:ahLst/>
            <a:cxnLst/>
            <a:rect l="l" t="t" r="r" b="b"/>
            <a:pathLst>
              <a:path w="711835" h="340359">
                <a:moveTo>
                  <a:pt x="0" y="56641"/>
                </a:moveTo>
                <a:lnTo>
                  <a:pt x="4456" y="34611"/>
                </a:lnTo>
                <a:lnTo>
                  <a:pt x="16605" y="16605"/>
                </a:lnTo>
                <a:lnTo>
                  <a:pt x="34611" y="4456"/>
                </a:lnTo>
                <a:lnTo>
                  <a:pt x="56642" y="0"/>
                </a:lnTo>
                <a:lnTo>
                  <a:pt x="655065" y="0"/>
                </a:lnTo>
                <a:lnTo>
                  <a:pt x="677096" y="4456"/>
                </a:lnTo>
                <a:lnTo>
                  <a:pt x="695102" y="16605"/>
                </a:lnTo>
                <a:lnTo>
                  <a:pt x="707251" y="34611"/>
                </a:lnTo>
                <a:lnTo>
                  <a:pt x="711708" y="56641"/>
                </a:lnTo>
                <a:lnTo>
                  <a:pt x="711708" y="283210"/>
                </a:lnTo>
                <a:lnTo>
                  <a:pt x="707251" y="305240"/>
                </a:lnTo>
                <a:lnTo>
                  <a:pt x="695102" y="323246"/>
                </a:lnTo>
                <a:lnTo>
                  <a:pt x="677096" y="335395"/>
                </a:lnTo>
                <a:lnTo>
                  <a:pt x="655065" y="339851"/>
                </a:lnTo>
                <a:lnTo>
                  <a:pt x="56642" y="339851"/>
                </a:lnTo>
                <a:lnTo>
                  <a:pt x="34611" y="335395"/>
                </a:lnTo>
                <a:lnTo>
                  <a:pt x="16605" y="323246"/>
                </a:lnTo>
                <a:lnTo>
                  <a:pt x="4456" y="305240"/>
                </a:lnTo>
                <a:lnTo>
                  <a:pt x="0" y="283210"/>
                </a:lnTo>
                <a:lnTo>
                  <a:pt x="0" y="56641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10707116" y="1375155"/>
            <a:ext cx="9772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=</a:t>
            </a:r>
            <a:r>
              <a:rPr sz="2400" spc="130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𝟏𝟑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3" name="object 3">
            <a:extLst>
              <a:ext uri="{FF2B5EF4-FFF2-40B4-BE49-F238E27FC236}">
                <a16:creationId xmlns:a16="http://schemas.microsoft.com/office/drawing/2014/main" id="{788969E8-E384-1247-8D27-11747303A48C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61257" y="112482"/>
            <a:ext cx="3925124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算</a:t>
            </a:r>
            <a:r>
              <a:rPr lang="zh-CN" altLang="en-US" spc="-50" dirty="0">
                <a:latin typeface="SimSun" panose="02010600030101010101" pitchFamily="2" charset="-122"/>
                <a:ea typeface="SimSun" panose="02010600030101010101" pitchFamily="2" charset="-122"/>
              </a:rPr>
              <a:t>法实例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609600" y="1816354"/>
            <a:ext cx="11180445" cy="2608580"/>
            <a:chOff x="609600" y="1816354"/>
            <a:chExt cx="11180445" cy="2608580"/>
          </a:xfrm>
        </p:grpSpPr>
        <p:sp>
          <p:nvSpPr>
            <p:cNvPr id="4" name="object 4"/>
            <p:cNvSpPr/>
            <p:nvPr/>
          </p:nvSpPr>
          <p:spPr>
            <a:xfrm>
              <a:off x="609600" y="1822704"/>
              <a:ext cx="11170285" cy="2595880"/>
            </a:xfrm>
            <a:custGeom>
              <a:avLst/>
              <a:gdLst/>
              <a:ahLst/>
              <a:cxnLst/>
              <a:rect l="l" t="t" r="r" b="b"/>
              <a:pathLst>
                <a:path w="11170285" h="2595879">
                  <a:moveTo>
                    <a:pt x="11170031" y="0"/>
                  </a:moveTo>
                  <a:lnTo>
                    <a:pt x="0" y="0"/>
                  </a:lnTo>
                  <a:lnTo>
                    <a:pt x="0" y="2595880"/>
                  </a:lnTo>
                  <a:lnTo>
                    <a:pt x="11170031" y="2595880"/>
                  </a:lnTo>
                  <a:lnTo>
                    <a:pt x="11170031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8809609" y="2935223"/>
              <a:ext cx="2227580" cy="370840"/>
            </a:xfrm>
            <a:custGeom>
              <a:avLst/>
              <a:gdLst/>
              <a:ahLst/>
              <a:cxnLst/>
              <a:rect l="l" t="t" r="r" b="b"/>
              <a:pathLst>
                <a:path w="2227579" h="370839">
                  <a:moveTo>
                    <a:pt x="742492" y="0"/>
                  </a:moveTo>
                  <a:lnTo>
                    <a:pt x="0" y="0"/>
                  </a:lnTo>
                  <a:lnTo>
                    <a:pt x="0" y="370840"/>
                  </a:lnTo>
                  <a:lnTo>
                    <a:pt x="742492" y="370840"/>
                  </a:lnTo>
                  <a:lnTo>
                    <a:pt x="742492" y="0"/>
                  </a:lnTo>
                  <a:close/>
                </a:path>
                <a:path w="2227579" h="370839">
                  <a:moveTo>
                    <a:pt x="2227503" y="0"/>
                  </a:moveTo>
                  <a:lnTo>
                    <a:pt x="1485061" y="0"/>
                  </a:lnTo>
                  <a:lnTo>
                    <a:pt x="742569" y="0"/>
                  </a:lnTo>
                  <a:lnTo>
                    <a:pt x="742569" y="370840"/>
                  </a:lnTo>
                  <a:lnTo>
                    <a:pt x="1485011" y="370840"/>
                  </a:lnTo>
                  <a:lnTo>
                    <a:pt x="2227503" y="370840"/>
                  </a:lnTo>
                  <a:lnTo>
                    <a:pt x="2227503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8809609" y="3306063"/>
              <a:ext cx="2227580" cy="370840"/>
            </a:xfrm>
            <a:custGeom>
              <a:avLst/>
              <a:gdLst/>
              <a:ahLst/>
              <a:cxnLst/>
              <a:rect l="l" t="t" r="r" b="b"/>
              <a:pathLst>
                <a:path w="2227579" h="370839">
                  <a:moveTo>
                    <a:pt x="742492" y="0"/>
                  </a:moveTo>
                  <a:lnTo>
                    <a:pt x="0" y="0"/>
                  </a:lnTo>
                  <a:lnTo>
                    <a:pt x="0" y="370840"/>
                  </a:lnTo>
                  <a:lnTo>
                    <a:pt x="742492" y="370840"/>
                  </a:lnTo>
                  <a:lnTo>
                    <a:pt x="742492" y="0"/>
                  </a:lnTo>
                  <a:close/>
                </a:path>
                <a:path w="2227579" h="370839">
                  <a:moveTo>
                    <a:pt x="2227503" y="0"/>
                  </a:moveTo>
                  <a:lnTo>
                    <a:pt x="1485061" y="0"/>
                  </a:lnTo>
                  <a:lnTo>
                    <a:pt x="742569" y="0"/>
                  </a:lnTo>
                  <a:lnTo>
                    <a:pt x="742569" y="370840"/>
                  </a:lnTo>
                  <a:lnTo>
                    <a:pt x="1485011" y="370840"/>
                  </a:lnTo>
                  <a:lnTo>
                    <a:pt x="2227503" y="370840"/>
                  </a:lnTo>
                  <a:lnTo>
                    <a:pt x="2227503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809609" y="3676903"/>
              <a:ext cx="2227580" cy="370840"/>
            </a:xfrm>
            <a:custGeom>
              <a:avLst/>
              <a:gdLst/>
              <a:ahLst/>
              <a:cxnLst/>
              <a:rect l="l" t="t" r="r" b="b"/>
              <a:pathLst>
                <a:path w="2227579" h="370839">
                  <a:moveTo>
                    <a:pt x="742492" y="0"/>
                  </a:moveTo>
                  <a:lnTo>
                    <a:pt x="0" y="0"/>
                  </a:lnTo>
                  <a:lnTo>
                    <a:pt x="0" y="370840"/>
                  </a:lnTo>
                  <a:lnTo>
                    <a:pt x="742492" y="370840"/>
                  </a:lnTo>
                  <a:lnTo>
                    <a:pt x="742492" y="0"/>
                  </a:lnTo>
                  <a:close/>
                </a:path>
                <a:path w="2227579" h="370839">
                  <a:moveTo>
                    <a:pt x="2227503" y="0"/>
                  </a:moveTo>
                  <a:lnTo>
                    <a:pt x="1485061" y="0"/>
                  </a:lnTo>
                  <a:lnTo>
                    <a:pt x="742569" y="0"/>
                  </a:lnTo>
                  <a:lnTo>
                    <a:pt x="742569" y="370840"/>
                  </a:lnTo>
                  <a:lnTo>
                    <a:pt x="1485011" y="370840"/>
                  </a:lnTo>
                  <a:lnTo>
                    <a:pt x="2227503" y="370840"/>
                  </a:lnTo>
                  <a:lnTo>
                    <a:pt x="2227503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8809609" y="4047744"/>
              <a:ext cx="2970530" cy="370840"/>
            </a:xfrm>
            <a:custGeom>
              <a:avLst/>
              <a:gdLst/>
              <a:ahLst/>
              <a:cxnLst/>
              <a:rect l="l" t="t" r="r" b="b"/>
              <a:pathLst>
                <a:path w="2970529" h="370839">
                  <a:moveTo>
                    <a:pt x="742492" y="0"/>
                  </a:moveTo>
                  <a:lnTo>
                    <a:pt x="0" y="0"/>
                  </a:lnTo>
                  <a:lnTo>
                    <a:pt x="0" y="370840"/>
                  </a:lnTo>
                  <a:lnTo>
                    <a:pt x="742492" y="370840"/>
                  </a:lnTo>
                  <a:lnTo>
                    <a:pt x="742492" y="0"/>
                  </a:lnTo>
                  <a:close/>
                </a:path>
                <a:path w="2970529" h="370839">
                  <a:moveTo>
                    <a:pt x="2969933" y="0"/>
                  </a:moveTo>
                  <a:lnTo>
                    <a:pt x="2969933" y="0"/>
                  </a:lnTo>
                  <a:lnTo>
                    <a:pt x="742569" y="0"/>
                  </a:lnTo>
                  <a:lnTo>
                    <a:pt x="742569" y="370840"/>
                  </a:lnTo>
                  <a:lnTo>
                    <a:pt x="2969933" y="370840"/>
                  </a:lnTo>
                  <a:lnTo>
                    <a:pt x="2969933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9552178" y="1816354"/>
              <a:ext cx="742950" cy="2608580"/>
            </a:xfrm>
            <a:custGeom>
              <a:avLst/>
              <a:gdLst/>
              <a:ahLst/>
              <a:cxnLst/>
              <a:rect l="l" t="t" r="r" b="b"/>
              <a:pathLst>
                <a:path w="742950" h="2608579">
                  <a:moveTo>
                    <a:pt x="0" y="0"/>
                  </a:moveTo>
                  <a:lnTo>
                    <a:pt x="0" y="2608580"/>
                  </a:lnTo>
                </a:path>
                <a:path w="742950" h="2608579">
                  <a:moveTo>
                    <a:pt x="742442" y="0"/>
                  </a:moveTo>
                  <a:lnTo>
                    <a:pt x="742442" y="2608580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11062716" y="4057650"/>
              <a:ext cx="711200" cy="340995"/>
            </a:xfrm>
            <a:custGeom>
              <a:avLst/>
              <a:gdLst/>
              <a:ahLst/>
              <a:cxnLst/>
              <a:rect l="l" t="t" r="r" b="b"/>
              <a:pathLst>
                <a:path w="711200" h="340995">
                  <a:moveTo>
                    <a:pt x="0" y="56768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8" y="0"/>
                  </a:lnTo>
                  <a:lnTo>
                    <a:pt x="654176" y="0"/>
                  </a:lnTo>
                  <a:lnTo>
                    <a:pt x="676280" y="4458"/>
                  </a:lnTo>
                  <a:lnTo>
                    <a:pt x="694324" y="16621"/>
                  </a:lnTo>
                  <a:lnTo>
                    <a:pt x="706487" y="34665"/>
                  </a:lnTo>
                  <a:lnTo>
                    <a:pt x="710945" y="56768"/>
                  </a:lnTo>
                  <a:lnTo>
                    <a:pt x="710945" y="283844"/>
                  </a:lnTo>
                  <a:lnTo>
                    <a:pt x="706487" y="305948"/>
                  </a:lnTo>
                  <a:lnTo>
                    <a:pt x="694324" y="323992"/>
                  </a:lnTo>
                  <a:lnTo>
                    <a:pt x="676280" y="336155"/>
                  </a:lnTo>
                  <a:lnTo>
                    <a:pt x="654176" y="340613"/>
                  </a:lnTo>
                  <a:lnTo>
                    <a:pt x="56768" y="340613"/>
                  </a:lnTo>
                  <a:lnTo>
                    <a:pt x="34665" y="336155"/>
                  </a:lnTo>
                  <a:lnTo>
                    <a:pt x="16621" y="323992"/>
                  </a:lnTo>
                  <a:lnTo>
                    <a:pt x="4458" y="305948"/>
                  </a:lnTo>
                  <a:lnTo>
                    <a:pt x="0" y="283844"/>
                  </a:lnTo>
                  <a:lnTo>
                    <a:pt x="0" y="56768"/>
                  </a:lnTo>
                  <a:close/>
                </a:path>
              </a:pathLst>
            </a:custGeom>
            <a:ln w="31750">
              <a:solidFill>
                <a:srgbClr val="FF000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259823" y="3120390"/>
              <a:ext cx="1703070" cy="1099185"/>
            </a:xfrm>
            <a:custGeom>
              <a:avLst/>
              <a:gdLst/>
              <a:ahLst/>
              <a:cxnLst/>
              <a:rect l="l" t="t" r="r" b="b"/>
              <a:pathLst>
                <a:path w="1703070" h="1099185">
                  <a:moveTo>
                    <a:pt x="1141476" y="0"/>
                  </a:moveTo>
                  <a:lnTo>
                    <a:pt x="0" y="0"/>
                  </a:lnTo>
                  <a:lnTo>
                    <a:pt x="0" y="423672"/>
                  </a:lnTo>
                  <a:lnTo>
                    <a:pt x="665860" y="423672"/>
                  </a:lnTo>
                  <a:lnTo>
                    <a:pt x="1702816" y="1099058"/>
                  </a:lnTo>
                  <a:lnTo>
                    <a:pt x="951229" y="423672"/>
                  </a:lnTo>
                  <a:lnTo>
                    <a:pt x="1141476" y="423672"/>
                  </a:lnTo>
                  <a:lnTo>
                    <a:pt x="1141476" y="0"/>
                  </a:lnTo>
                  <a:close/>
                </a:path>
              </a:pathLst>
            </a:custGeom>
            <a:solidFill>
              <a:srgbClr val="083C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2" name="object 1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89279972"/>
              </p:ext>
            </p:extLst>
          </p:nvPr>
        </p:nvGraphicFramePr>
        <p:xfrm>
          <a:off x="603250" y="1816354"/>
          <a:ext cx="11588114" cy="262610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29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443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1800" spc="-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𝒄]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0513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44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40513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40513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405130" algn="ctr">
                        <a:lnSpc>
                          <a:spcPts val="1770"/>
                        </a:lnSpc>
                        <a:spcBef>
                          <a:spcPts val="300"/>
                        </a:spcBef>
                      </a:pPr>
                      <a:r>
                        <a:rPr sz="1800" b="1" spc="-25" dirty="0">
                          <a:latin typeface="Times New Roman"/>
                          <a:cs typeface="Times New Roman"/>
                        </a:rPr>
                        <a:t>24</a:t>
                      </a:r>
                      <a:endParaRPr sz="1800" dirty="0">
                        <a:latin typeface="Times New Roman"/>
                        <a:cs typeface="Times New Roman"/>
                      </a:endParaRPr>
                    </a:p>
                    <a:p>
                      <a:pPr algn="r">
                        <a:lnSpc>
                          <a:spcPts val="750"/>
                        </a:lnSpc>
                      </a:pPr>
                      <a:endParaRPr sz="2000" dirty="0">
                        <a:latin typeface="PMingLiU"/>
                        <a:cs typeface="PMingLiU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770"/>
                        </a:lnSpc>
                        <a:spcBef>
                          <a:spcPts val="300"/>
                        </a:spcBef>
                      </a:pPr>
                      <a:r>
                        <a:rPr sz="1800" b="1" spc="-25" dirty="0">
                          <a:latin typeface="Times New Roman"/>
                          <a:cs typeface="Times New Roman"/>
                        </a:rPr>
                        <a:t>24</a:t>
                      </a:r>
                      <a:endParaRPr sz="1800" dirty="0">
                        <a:latin typeface="Times New Roman"/>
                        <a:cs typeface="Times New Roman"/>
                      </a:endParaRPr>
                    </a:p>
                    <a:p>
                      <a:pPr marL="405130">
                        <a:lnSpc>
                          <a:spcPts val="750"/>
                        </a:lnSpc>
                      </a:pPr>
                      <a:endParaRPr sz="2000" dirty="0">
                        <a:latin typeface="PMingLiU"/>
                        <a:cs typeface="PMingLiU"/>
                      </a:endParaRPr>
                    </a:p>
                  </a:txBody>
                  <a:tcPr marL="0" marR="0" marT="3810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444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40513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4892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40513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 dirty="0">
                          <a:latin typeface="Times New Roman"/>
                          <a:cs typeface="Times New Roman"/>
                        </a:rPr>
                        <a:t>24</a:t>
                      </a:r>
                      <a:endParaRPr sz="18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4892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40513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 dirty="0">
                          <a:latin typeface="Times New Roman"/>
                          <a:cs typeface="Times New Roman"/>
                        </a:rPr>
                        <a:t>28</a:t>
                      </a:r>
                      <a:endParaRPr sz="18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13" name="object 13"/>
          <p:cNvGraphicFramePr>
            <a:graphicFrameLocks noGrp="1"/>
          </p:cNvGraphicFramePr>
          <p:nvPr/>
        </p:nvGraphicFramePr>
        <p:xfrm>
          <a:off x="603250" y="886713"/>
          <a:ext cx="4509135" cy="7410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85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 marL="25654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𝒗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𝒑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4" name="object 14"/>
          <p:cNvSpPr txBox="1"/>
          <p:nvPr/>
        </p:nvSpPr>
        <p:spPr>
          <a:xfrm>
            <a:off x="10707116" y="1375155"/>
            <a:ext cx="9772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=</a:t>
            </a:r>
            <a:r>
              <a:rPr sz="2400" spc="130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𝟏𝟑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7" name="圆角矩形 16">
            <a:extLst>
              <a:ext uri="{FF2B5EF4-FFF2-40B4-BE49-F238E27FC236}">
                <a16:creationId xmlns:a16="http://schemas.microsoft.com/office/drawing/2014/main" id="{3F77E21D-4AF6-B543-804C-CCACD0124B3C}"/>
              </a:ext>
            </a:extLst>
          </p:cNvPr>
          <p:cNvSpPr/>
          <p:nvPr/>
        </p:nvSpPr>
        <p:spPr>
          <a:xfrm>
            <a:off x="11384782" y="4047743"/>
            <a:ext cx="806582" cy="350902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/>
          </a:p>
        </p:txBody>
      </p:sp>
      <p:sp>
        <p:nvSpPr>
          <p:cNvPr id="18" name="object 15">
            <a:extLst>
              <a:ext uri="{FF2B5EF4-FFF2-40B4-BE49-F238E27FC236}">
                <a16:creationId xmlns:a16="http://schemas.microsoft.com/office/drawing/2014/main" id="{BE22C02A-A9C5-DF4E-8274-89FD17AF8F99}"/>
              </a:ext>
            </a:extLst>
          </p:cNvPr>
          <p:cNvSpPr txBox="1"/>
          <p:nvPr/>
        </p:nvSpPr>
        <p:spPr>
          <a:xfrm>
            <a:off x="609600" y="5243321"/>
            <a:ext cx="11164570" cy="720090"/>
          </a:xfrm>
          <a:prstGeom prst="rect">
            <a:avLst/>
          </a:prstGeom>
          <a:ln w="38100">
            <a:solidFill>
              <a:srgbClr val="FF0000"/>
            </a:solidFill>
          </a:ln>
        </p:spPr>
        <p:txBody>
          <a:bodyPr vert="horz" wrap="square" lIns="0" tIns="102235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805"/>
              </a:spcBef>
            </a:pPr>
            <a:r>
              <a:rPr sz="2800" spc="-10">
                <a:latin typeface="PMingLiU"/>
                <a:cs typeface="PMingLiU"/>
              </a:rPr>
              <a:t>问题：如何确定选取了哪些商品？</a:t>
            </a:r>
            <a:endParaRPr sz="2800">
              <a:latin typeface="PMingLiU"/>
              <a:cs typeface="PMingLiU"/>
            </a:endParaRPr>
          </a:p>
        </p:txBody>
      </p:sp>
      <p:sp>
        <p:nvSpPr>
          <p:cNvPr id="19" name="文本框 18">
            <a:extLst>
              <a:ext uri="{FF2B5EF4-FFF2-40B4-BE49-F238E27FC236}">
                <a16:creationId xmlns:a16="http://schemas.microsoft.com/office/drawing/2014/main" id="{2F8956BF-CEB3-4547-A097-AAD5303A1943}"/>
              </a:ext>
            </a:extLst>
          </p:cNvPr>
          <p:cNvSpPr txBox="1"/>
          <p:nvPr/>
        </p:nvSpPr>
        <p:spPr>
          <a:xfrm>
            <a:off x="9360637" y="3115047"/>
            <a:ext cx="134647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zh-CN" altLang="en-US" dirty="0">
                <a:solidFill>
                  <a:schemeClr val="bg1"/>
                </a:solidFill>
              </a:rPr>
              <a:t>最优解</a:t>
            </a:r>
          </a:p>
        </p:txBody>
      </p:sp>
      <p:sp>
        <p:nvSpPr>
          <p:cNvPr id="20" name="object 3">
            <a:extLst>
              <a:ext uri="{FF2B5EF4-FFF2-40B4-BE49-F238E27FC236}">
                <a16:creationId xmlns:a16="http://schemas.microsoft.com/office/drawing/2014/main" id="{65C028E4-F339-0449-8716-50A3F315EF1E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61257" y="112482"/>
            <a:ext cx="3925124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算</a:t>
            </a:r>
            <a:r>
              <a:rPr lang="zh-CN" altLang="en-US" spc="-50" dirty="0">
                <a:latin typeface="SimSun" panose="02010600030101010101" pitchFamily="2" charset="-122"/>
                <a:ea typeface="SimSun" panose="02010600030101010101" pitchFamily="2" charset="-122"/>
              </a:rPr>
              <a:t>法实例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</p:bld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4D750881-AF1C-914A-B326-447475F85BB3}"/>
              </a:ext>
            </a:extLst>
          </p:cNvPr>
          <p:cNvSpPr/>
          <p:nvPr/>
        </p:nvSpPr>
        <p:spPr>
          <a:xfrm>
            <a:off x="2172111" y="1708015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178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>
            <a:extLst>
              <a:ext uri="{FF2B5EF4-FFF2-40B4-BE49-F238E27FC236}">
                <a16:creationId xmlns:a16="http://schemas.microsoft.com/office/drawing/2014/main" id="{BD46EDCB-D661-BD40-8C14-63E25A570352}"/>
              </a:ext>
            </a:extLst>
          </p:cNvPr>
          <p:cNvSpPr/>
          <p:nvPr/>
        </p:nvSpPr>
        <p:spPr>
          <a:xfrm>
            <a:off x="1713514" y="1708015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24765" y="27178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>
            <a:extLst>
              <a:ext uri="{FF2B5EF4-FFF2-40B4-BE49-F238E27FC236}">
                <a16:creationId xmlns:a16="http://schemas.microsoft.com/office/drawing/2014/main" id="{FCE1CEAE-9E88-D740-A489-C786C63BC090}"/>
              </a:ext>
            </a:extLst>
          </p:cNvPr>
          <p:cNvSpPr txBox="1"/>
          <p:nvPr/>
        </p:nvSpPr>
        <p:spPr>
          <a:xfrm>
            <a:off x="749392" y="1014032"/>
            <a:ext cx="7019290" cy="2031364"/>
          </a:xfrm>
          <a:prstGeom prst="rect">
            <a:avLst/>
          </a:prstGeom>
        </p:spPr>
        <p:txBody>
          <a:bodyPr vert="horz" wrap="square" lIns="0" tIns="128270" rIns="0" bIns="0" rtlCol="0">
            <a:spAutoFit/>
          </a:bodyPr>
          <a:lstStyle/>
          <a:p>
            <a:pPr marL="393700" indent="-342900">
              <a:lnSpc>
                <a:spcPct val="100000"/>
              </a:lnSpc>
              <a:spcBef>
                <a:spcPts val="101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93065" algn="l"/>
                <a:tab pos="393700" algn="l"/>
              </a:tabLst>
            </a:pPr>
            <a:r>
              <a:rPr sz="2800" spc="-15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递推公式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  <a:p>
            <a:pPr marL="742315" lvl="1" indent="-347980">
              <a:lnSpc>
                <a:spcPct val="100000"/>
              </a:lnSpc>
              <a:spcBef>
                <a:spcPts val="775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742315" algn="l"/>
                <a:tab pos="742950" algn="l"/>
                <a:tab pos="1629410" algn="l"/>
              </a:tabLst>
            </a:pPr>
            <a:r>
              <a:rPr sz="2400" dirty="0">
                <a:latin typeface="Cambria Math"/>
                <a:cs typeface="Cambria Math"/>
              </a:rPr>
              <a:t>𝑷</a:t>
            </a:r>
            <a:r>
              <a:rPr sz="2400" spc="305" dirty="0">
                <a:latin typeface="Cambria Math"/>
                <a:cs typeface="Cambria Math"/>
              </a:rPr>
              <a:t> </a:t>
            </a:r>
            <a:r>
              <a:rPr sz="2400" spc="-10" dirty="0">
                <a:latin typeface="Cambria Math"/>
                <a:cs typeface="Cambria Math"/>
              </a:rPr>
              <a:t>𝒊,</a:t>
            </a:r>
            <a:r>
              <a:rPr sz="2400" spc="-130" dirty="0">
                <a:latin typeface="Cambria Math"/>
                <a:cs typeface="Cambria Math"/>
              </a:rPr>
              <a:t> </a:t>
            </a:r>
            <a:r>
              <a:rPr sz="2400" spc="-50" dirty="0">
                <a:latin typeface="Cambria Math"/>
                <a:cs typeface="Cambria Math"/>
              </a:rPr>
              <a:t>𝒄</a:t>
            </a:r>
            <a:r>
              <a:rPr sz="2400" dirty="0">
                <a:latin typeface="Cambria Math"/>
                <a:cs typeface="Cambria Math"/>
              </a:rPr>
              <a:t>	=</a:t>
            </a:r>
            <a:r>
              <a:rPr sz="2400" spc="125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𝐦𝐚𝐱{𝑷[𝒊</a:t>
            </a:r>
            <a:r>
              <a:rPr sz="2400" spc="5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−</a:t>
            </a:r>
            <a:r>
              <a:rPr sz="2400" spc="10" dirty="0">
                <a:latin typeface="Cambria Math"/>
                <a:cs typeface="Cambria Math"/>
              </a:rPr>
              <a:t> </a:t>
            </a:r>
            <a:r>
              <a:rPr sz="2400" spc="-10" dirty="0">
                <a:latin typeface="Cambria Math"/>
                <a:cs typeface="Cambria Math"/>
              </a:rPr>
              <a:t>𝟏,</a:t>
            </a:r>
            <a:r>
              <a:rPr sz="2400" spc="-130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𝒄</a:t>
            </a:r>
            <a:r>
              <a:rPr sz="2400" spc="10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−</a:t>
            </a:r>
            <a:r>
              <a:rPr sz="2400" spc="10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𝒗</a:t>
            </a:r>
            <a:r>
              <a:rPr sz="2625" baseline="-15873" dirty="0">
                <a:latin typeface="Cambria Math"/>
                <a:cs typeface="Cambria Math"/>
              </a:rPr>
              <a:t>𝒊</a:t>
            </a:r>
            <a:r>
              <a:rPr sz="2625" spc="375" baseline="-15873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]</a:t>
            </a:r>
            <a:r>
              <a:rPr sz="2400" spc="-5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+</a:t>
            </a:r>
            <a:r>
              <a:rPr sz="2400" spc="10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𝒑</a:t>
            </a:r>
            <a:r>
              <a:rPr sz="2625" baseline="-15873" dirty="0">
                <a:latin typeface="Cambria Math"/>
                <a:cs typeface="Cambria Math"/>
              </a:rPr>
              <a:t>𝒊</a:t>
            </a:r>
            <a:r>
              <a:rPr sz="2400" dirty="0">
                <a:latin typeface="Cambria Math"/>
                <a:cs typeface="Cambria Math"/>
              </a:rPr>
              <a:t>,</a:t>
            </a:r>
            <a:r>
              <a:rPr sz="2400" spc="-130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𝑷[𝒊</a:t>
            </a:r>
            <a:r>
              <a:rPr sz="2400" spc="5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−</a:t>
            </a:r>
            <a:r>
              <a:rPr sz="2400" spc="5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𝟏,</a:t>
            </a:r>
            <a:r>
              <a:rPr sz="2400" spc="-125" dirty="0">
                <a:latin typeface="Cambria Math"/>
                <a:cs typeface="Cambria Math"/>
              </a:rPr>
              <a:t> </a:t>
            </a:r>
            <a:r>
              <a:rPr sz="2400" spc="-25" dirty="0">
                <a:latin typeface="Cambria Math"/>
                <a:cs typeface="Cambria Math"/>
              </a:rPr>
              <a:t>𝒄]}</a:t>
            </a:r>
            <a:endParaRPr sz="2400" dirty="0">
              <a:latin typeface="Cambria Math"/>
              <a:cs typeface="Cambria Math"/>
            </a:endParaRPr>
          </a:p>
          <a:p>
            <a:pPr lvl="1">
              <a:lnSpc>
                <a:spcPct val="100000"/>
              </a:lnSpc>
              <a:spcBef>
                <a:spcPts val="45"/>
              </a:spcBef>
              <a:buClr>
                <a:srgbClr val="DAB6FB"/>
              </a:buClr>
              <a:buFont typeface="Wingdings"/>
              <a:buChar char=""/>
            </a:pPr>
            <a:endParaRPr sz="3800" dirty="0">
              <a:latin typeface="Cambria Math"/>
              <a:cs typeface="Cambria Math"/>
            </a:endParaRPr>
          </a:p>
          <a:p>
            <a:pPr marL="393700" indent="-342900">
              <a:lnSpc>
                <a:spcPct val="100000"/>
              </a:lnSpc>
              <a:spcBef>
                <a:spcPts val="5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93065" algn="l"/>
                <a:tab pos="393700" algn="l"/>
              </a:tabLst>
            </a:pPr>
            <a:r>
              <a:rPr sz="2800" spc="-1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记录决策过程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sp>
        <p:nvSpPr>
          <p:cNvPr id="5" name="object 5">
            <a:extLst>
              <a:ext uri="{FF2B5EF4-FFF2-40B4-BE49-F238E27FC236}">
                <a16:creationId xmlns:a16="http://schemas.microsoft.com/office/drawing/2014/main" id="{33D7B879-D88A-8748-9C87-1DA0DB7C42EC}"/>
              </a:ext>
            </a:extLst>
          </p:cNvPr>
          <p:cNvSpPr/>
          <p:nvPr/>
        </p:nvSpPr>
        <p:spPr>
          <a:xfrm>
            <a:off x="5012791" y="2715128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178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>
            <a:extLst>
              <a:ext uri="{FF2B5EF4-FFF2-40B4-BE49-F238E27FC236}">
                <a16:creationId xmlns:a16="http://schemas.microsoft.com/office/drawing/2014/main" id="{6593107E-A443-4D42-8E0D-782B45168441}"/>
              </a:ext>
            </a:extLst>
          </p:cNvPr>
          <p:cNvSpPr/>
          <p:nvPr/>
        </p:nvSpPr>
        <p:spPr>
          <a:xfrm>
            <a:off x="4554956" y="2715128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24765" y="27178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>
            <a:extLst>
              <a:ext uri="{FF2B5EF4-FFF2-40B4-BE49-F238E27FC236}">
                <a16:creationId xmlns:a16="http://schemas.microsoft.com/office/drawing/2014/main" id="{C9A3377F-0F08-8D4A-AD65-A2119C2C5177}"/>
              </a:ext>
            </a:extLst>
          </p:cNvPr>
          <p:cNvSpPr txBox="1"/>
          <p:nvPr/>
        </p:nvSpPr>
        <p:spPr>
          <a:xfrm>
            <a:off x="3626712" y="2625974"/>
            <a:ext cx="204787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60045" indent="-347980">
              <a:lnSpc>
                <a:spcPct val="100000"/>
              </a:lnSpc>
              <a:spcBef>
                <a:spcPts val="100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360045" algn="l"/>
                <a:tab pos="360680" algn="l"/>
                <a:tab pos="1570990" algn="l"/>
              </a:tabLst>
            </a:pPr>
            <a:r>
              <a:rPr sz="2400" dirty="0">
                <a:latin typeface="Cambria Math"/>
                <a:cs typeface="Cambria Math"/>
              </a:rPr>
              <a:t>𝑹𝒆𝒄</a:t>
            </a:r>
            <a:r>
              <a:rPr sz="2400" spc="310" dirty="0">
                <a:latin typeface="Cambria Math"/>
                <a:cs typeface="Cambria Math"/>
              </a:rPr>
              <a:t> </a:t>
            </a:r>
            <a:r>
              <a:rPr sz="2400" spc="-10" dirty="0">
                <a:latin typeface="Cambria Math"/>
                <a:cs typeface="Cambria Math"/>
              </a:rPr>
              <a:t>𝒊,</a:t>
            </a:r>
            <a:r>
              <a:rPr sz="2400" spc="-135" dirty="0">
                <a:latin typeface="Cambria Math"/>
                <a:cs typeface="Cambria Math"/>
              </a:rPr>
              <a:t> </a:t>
            </a:r>
            <a:r>
              <a:rPr sz="2400" spc="-50" dirty="0">
                <a:latin typeface="Cambria Math"/>
                <a:cs typeface="Cambria Math"/>
              </a:rPr>
              <a:t>𝒄</a:t>
            </a:r>
            <a:r>
              <a:rPr sz="2400" dirty="0">
                <a:latin typeface="Cambria Math"/>
                <a:cs typeface="Cambria Math"/>
              </a:rPr>
              <a:t>	=</a:t>
            </a:r>
          </a:p>
        </p:txBody>
      </p:sp>
      <p:sp>
        <p:nvSpPr>
          <p:cNvPr id="8" name="object 8">
            <a:extLst>
              <a:ext uri="{FF2B5EF4-FFF2-40B4-BE49-F238E27FC236}">
                <a16:creationId xmlns:a16="http://schemas.microsoft.com/office/drawing/2014/main" id="{4DF04B61-A1D5-AA40-8128-FBBA85427B0C}"/>
              </a:ext>
            </a:extLst>
          </p:cNvPr>
          <p:cNvSpPr txBox="1"/>
          <p:nvPr/>
        </p:nvSpPr>
        <p:spPr>
          <a:xfrm>
            <a:off x="5649315" y="2449191"/>
            <a:ext cx="1793239" cy="7747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560705" algn="l"/>
              </a:tabLst>
            </a:pPr>
            <a:r>
              <a:rPr sz="2400" spc="-25" dirty="0">
                <a:latin typeface="Cambria Math"/>
                <a:cs typeface="Cambria Math"/>
              </a:rPr>
              <a:t>𝟏,</a:t>
            </a:r>
            <a:r>
              <a:rPr sz="2400" dirty="0">
                <a:latin typeface="Cambria Math"/>
                <a:cs typeface="Cambria Math"/>
              </a:rPr>
              <a:t>	</a:t>
            </a:r>
            <a:r>
              <a:rPr sz="2400" spc="-15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选择商品</a:t>
            </a:r>
            <a:endParaRPr sz="24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560705" algn="l"/>
              </a:tabLst>
            </a:pPr>
            <a:r>
              <a:rPr sz="2400" spc="-25" dirty="0">
                <a:latin typeface="Cambria Math"/>
                <a:cs typeface="Cambria Math"/>
              </a:rPr>
              <a:t>𝟎,</a:t>
            </a:r>
            <a:r>
              <a:rPr sz="2400" dirty="0">
                <a:latin typeface="Cambria Math"/>
                <a:cs typeface="Cambria Math"/>
              </a:rPr>
              <a:t>	</a:t>
            </a:r>
            <a:r>
              <a:rPr sz="2400" spc="-15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不选商品</a:t>
            </a:r>
            <a:endParaRPr sz="24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sp>
        <p:nvSpPr>
          <p:cNvPr id="9" name="object 9">
            <a:extLst>
              <a:ext uri="{FF2B5EF4-FFF2-40B4-BE49-F238E27FC236}">
                <a16:creationId xmlns:a16="http://schemas.microsoft.com/office/drawing/2014/main" id="{BCA3327E-7F9A-D043-AFF3-6F37E6F8236B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89486" y="97441"/>
            <a:ext cx="4367252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最优解追</a:t>
            </a: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踪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grpSp>
        <p:nvGrpSpPr>
          <p:cNvPr id="10" name="object 10">
            <a:extLst>
              <a:ext uri="{FF2B5EF4-FFF2-40B4-BE49-F238E27FC236}">
                <a16:creationId xmlns:a16="http://schemas.microsoft.com/office/drawing/2014/main" id="{C58F078A-DDF0-8E49-9E72-1475D99CE614}"/>
              </a:ext>
            </a:extLst>
          </p:cNvPr>
          <p:cNvGrpSpPr/>
          <p:nvPr/>
        </p:nvGrpSpPr>
        <p:grpSpPr>
          <a:xfrm>
            <a:off x="1613788" y="3745229"/>
            <a:ext cx="8964295" cy="3069590"/>
            <a:chOff x="1613788" y="3745229"/>
            <a:chExt cx="8964295" cy="3069590"/>
          </a:xfrm>
        </p:grpSpPr>
        <p:sp>
          <p:nvSpPr>
            <p:cNvPr id="11" name="object 11">
              <a:extLst>
                <a:ext uri="{FF2B5EF4-FFF2-40B4-BE49-F238E27FC236}">
                  <a16:creationId xmlns:a16="http://schemas.microsoft.com/office/drawing/2014/main" id="{AC23B20A-A074-564C-9D86-7E58ECB0BFD7}"/>
                </a:ext>
              </a:extLst>
            </p:cNvPr>
            <p:cNvSpPr/>
            <p:nvPr/>
          </p:nvSpPr>
          <p:spPr>
            <a:xfrm>
              <a:off x="1613788" y="3751614"/>
              <a:ext cx="8964295" cy="3056890"/>
            </a:xfrm>
            <a:custGeom>
              <a:avLst/>
              <a:gdLst/>
              <a:ahLst/>
              <a:cxnLst/>
              <a:rect l="l" t="t" r="r" b="b"/>
              <a:pathLst>
                <a:path w="8964295" h="3056890">
                  <a:moveTo>
                    <a:pt x="8964295" y="0"/>
                  </a:moveTo>
                  <a:lnTo>
                    <a:pt x="0" y="0"/>
                  </a:lnTo>
                  <a:lnTo>
                    <a:pt x="0" y="3056509"/>
                  </a:lnTo>
                  <a:lnTo>
                    <a:pt x="8964295" y="3056509"/>
                  </a:lnTo>
                  <a:lnTo>
                    <a:pt x="8964295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>
              <a:extLst>
                <a:ext uri="{FF2B5EF4-FFF2-40B4-BE49-F238E27FC236}">
                  <a16:creationId xmlns:a16="http://schemas.microsoft.com/office/drawing/2014/main" id="{4A34D7E2-9B5C-B54E-B9F3-D43B345AA380}"/>
                </a:ext>
              </a:extLst>
            </p:cNvPr>
            <p:cNvSpPr/>
            <p:nvPr/>
          </p:nvSpPr>
          <p:spPr>
            <a:xfrm>
              <a:off x="5223002" y="4974145"/>
              <a:ext cx="2677795" cy="611505"/>
            </a:xfrm>
            <a:custGeom>
              <a:avLst/>
              <a:gdLst/>
              <a:ahLst/>
              <a:cxnLst/>
              <a:rect l="l" t="t" r="r" b="b"/>
              <a:pathLst>
                <a:path w="2677795" h="611504">
                  <a:moveTo>
                    <a:pt x="892517" y="0"/>
                  </a:moveTo>
                  <a:lnTo>
                    <a:pt x="0" y="0"/>
                  </a:lnTo>
                  <a:lnTo>
                    <a:pt x="0" y="611314"/>
                  </a:lnTo>
                  <a:lnTo>
                    <a:pt x="892517" y="611314"/>
                  </a:lnTo>
                  <a:lnTo>
                    <a:pt x="892517" y="0"/>
                  </a:lnTo>
                  <a:close/>
                </a:path>
                <a:path w="2677795" h="611504">
                  <a:moveTo>
                    <a:pt x="1785073" y="0"/>
                  </a:moveTo>
                  <a:lnTo>
                    <a:pt x="892556" y="0"/>
                  </a:lnTo>
                  <a:lnTo>
                    <a:pt x="892556" y="611314"/>
                  </a:lnTo>
                  <a:lnTo>
                    <a:pt x="1785073" y="611314"/>
                  </a:lnTo>
                  <a:lnTo>
                    <a:pt x="1785073" y="0"/>
                  </a:lnTo>
                  <a:close/>
                </a:path>
                <a:path w="2677795" h="611504">
                  <a:moveTo>
                    <a:pt x="2677630" y="0"/>
                  </a:moveTo>
                  <a:lnTo>
                    <a:pt x="1785112" y="0"/>
                  </a:lnTo>
                  <a:lnTo>
                    <a:pt x="1785112" y="611314"/>
                  </a:lnTo>
                  <a:lnTo>
                    <a:pt x="2677630" y="611314"/>
                  </a:lnTo>
                  <a:lnTo>
                    <a:pt x="2677630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>
              <a:extLst>
                <a:ext uri="{FF2B5EF4-FFF2-40B4-BE49-F238E27FC236}">
                  <a16:creationId xmlns:a16="http://schemas.microsoft.com/office/drawing/2014/main" id="{3A90A107-0DF6-8946-B7AC-F09EE302CAE9}"/>
                </a:ext>
              </a:extLst>
            </p:cNvPr>
            <p:cNvSpPr/>
            <p:nvPr/>
          </p:nvSpPr>
          <p:spPr>
            <a:xfrm>
              <a:off x="5223002" y="5585498"/>
              <a:ext cx="2677795" cy="611505"/>
            </a:xfrm>
            <a:custGeom>
              <a:avLst/>
              <a:gdLst/>
              <a:ahLst/>
              <a:cxnLst/>
              <a:rect l="l" t="t" r="r" b="b"/>
              <a:pathLst>
                <a:path w="2677795" h="611504">
                  <a:moveTo>
                    <a:pt x="892517" y="0"/>
                  </a:moveTo>
                  <a:lnTo>
                    <a:pt x="0" y="0"/>
                  </a:lnTo>
                  <a:lnTo>
                    <a:pt x="0" y="611314"/>
                  </a:lnTo>
                  <a:lnTo>
                    <a:pt x="892517" y="611314"/>
                  </a:lnTo>
                  <a:lnTo>
                    <a:pt x="892517" y="0"/>
                  </a:lnTo>
                  <a:close/>
                </a:path>
                <a:path w="2677795" h="611504">
                  <a:moveTo>
                    <a:pt x="1785073" y="0"/>
                  </a:moveTo>
                  <a:lnTo>
                    <a:pt x="892556" y="0"/>
                  </a:lnTo>
                  <a:lnTo>
                    <a:pt x="892556" y="611314"/>
                  </a:lnTo>
                  <a:lnTo>
                    <a:pt x="1785073" y="611314"/>
                  </a:lnTo>
                  <a:lnTo>
                    <a:pt x="1785073" y="0"/>
                  </a:lnTo>
                  <a:close/>
                </a:path>
                <a:path w="2677795" h="611504">
                  <a:moveTo>
                    <a:pt x="2677630" y="0"/>
                  </a:moveTo>
                  <a:lnTo>
                    <a:pt x="1785112" y="0"/>
                  </a:lnTo>
                  <a:lnTo>
                    <a:pt x="1785112" y="611314"/>
                  </a:lnTo>
                  <a:lnTo>
                    <a:pt x="2677630" y="611314"/>
                  </a:lnTo>
                  <a:lnTo>
                    <a:pt x="2677630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>
              <a:extLst>
                <a:ext uri="{FF2B5EF4-FFF2-40B4-BE49-F238E27FC236}">
                  <a16:creationId xmlns:a16="http://schemas.microsoft.com/office/drawing/2014/main" id="{82166B81-4BC0-8744-9F68-17F35CECE1F0}"/>
                </a:ext>
              </a:extLst>
            </p:cNvPr>
            <p:cNvSpPr/>
            <p:nvPr/>
          </p:nvSpPr>
          <p:spPr>
            <a:xfrm flipH="1">
              <a:off x="6115558" y="3745229"/>
              <a:ext cx="0" cy="3069590"/>
            </a:xfrm>
            <a:custGeom>
              <a:avLst/>
              <a:gdLst/>
              <a:ahLst/>
              <a:cxnLst/>
              <a:rect l="l" t="t" r="r" b="b"/>
              <a:pathLst>
                <a:path h="3069590">
                  <a:moveTo>
                    <a:pt x="0" y="0"/>
                  </a:moveTo>
                  <a:lnTo>
                    <a:pt x="0" y="3069243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>
              <a:extLst>
                <a:ext uri="{FF2B5EF4-FFF2-40B4-BE49-F238E27FC236}">
                  <a16:creationId xmlns:a16="http://schemas.microsoft.com/office/drawing/2014/main" id="{4290FE36-F75A-944F-B2B0-6CF7A15267E0}"/>
                </a:ext>
              </a:extLst>
            </p:cNvPr>
            <p:cNvSpPr/>
            <p:nvPr/>
          </p:nvSpPr>
          <p:spPr>
            <a:xfrm>
              <a:off x="5285994" y="5130545"/>
              <a:ext cx="2277745" cy="775335"/>
            </a:xfrm>
            <a:custGeom>
              <a:avLst/>
              <a:gdLst/>
              <a:ahLst/>
              <a:cxnLst/>
              <a:rect l="l" t="t" r="r" b="b"/>
              <a:pathLst>
                <a:path w="2277745" h="775335">
                  <a:moveTo>
                    <a:pt x="197231" y="313004"/>
                  </a:moveTo>
                  <a:lnTo>
                    <a:pt x="197104" y="302856"/>
                  </a:lnTo>
                  <a:lnTo>
                    <a:pt x="196088" y="299046"/>
                  </a:lnTo>
                  <a:lnTo>
                    <a:pt x="194183" y="295224"/>
                  </a:lnTo>
                  <a:lnTo>
                    <a:pt x="192151" y="290156"/>
                  </a:lnTo>
                  <a:lnTo>
                    <a:pt x="189103" y="286346"/>
                  </a:lnTo>
                  <a:lnTo>
                    <a:pt x="185039" y="282524"/>
                  </a:lnTo>
                  <a:lnTo>
                    <a:pt x="181102" y="278714"/>
                  </a:lnTo>
                  <a:lnTo>
                    <a:pt x="176657" y="276174"/>
                  </a:lnTo>
                  <a:lnTo>
                    <a:pt x="171831" y="273646"/>
                  </a:lnTo>
                  <a:lnTo>
                    <a:pt x="167005" y="271106"/>
                  </a:lnTo>
                  <a:lnTo>
                    <a:pt x="163830" y="269836"/>
                  </a:lnTo>
                  <a:lnTo>
                    <a:pt x="163830" y="295224"/>
                  </a:lnTo>
                  <a:lnTo>
                    <a:pt x="163449" y="301574"/>
                  </a:lnTo>
                  <a:lnTo>
                    <a:pt x="160401" y="309206"/>
                  </a:lnTo>
                  <a:lnTo>
                    <a:pt x="156972" y="318096"/>
                  </a:lnTo>
                  <a:lnTo>
                    <a:pt x="152400" y="324446"/>
                  </a:lnTo>
                  <a:lnTo>
                    <a:pt x="140716" y="334606"/>
                  </a:lnTo>
                  <a:lnTo>
                    <a:pt x="134493" y="337146"/>
                  </a:lnTo>
                  <a:lnTo>
                    <a:pt x="127762" y="337146"/>
                  </a:lnTo>
                  <a:lnTo>
                    <a:pt x="122351" y="338404"/>
                  </a:lnTo>
                  <a:lnTo>
                    <a:pt x="116395" y="337146"/>
                  </a:lnTo>
                  <a:lnTo>
                    <a:pt x="109855" y="335864"/>
                  </a:lnTo>
                  <a:lnTo>
                    <a:pt x="102743" y="333324"/>
                  </a:lnTo>
                  <a:lnTo>
                    <a:pt x="95504" y="329514"/>
                  </a:lnTo>
                  <a:lnTo>
                    <a:pt x="134239" y="273646"/>
                  </a:lnTo>
                  <a:lnTo>
                    <a:pt x="136271" y="273646"/>
                  </a:lnTo>
                  <a:lnTo>
                    <a:pt x="146050" y="277456"/>
                  </a:lnTo>
                  <a:lnTo>
                    <a:pt x="154178" y="281254"/>
                  </a:lnTo>
                  <a:lnTo>
                    <a:pt x="159385" y="285064"/>
                  </a:lnTo>
                  <a:lnTo>
                    <a:pt x="161544" y="290156"/>
                  </a:lnTo>
                  <a:lnTo>
                    <a:pt x="163830" y="295224"/>
                  </a:lnTo>
                  <a:lnTo>
                    <a:pt x="163830" y="269836"/>
                  </a:lnTo>
                  <a:lnTo>
                    <a:pt x="160655" y="268554"/>
                  </a:lnTo>
                  <a:lnTo>
                    <a:pt x="152654" y="264756"/>
                  </a:lnTo>
                  <a:lnTo>
                    <a:pt x="95504" y="241896"/>
                  </a:lnTo>
                  <a:lnTo>
                    <a:pt x="90805" y="248246"/>
                  </a:lnTo>
                  <a:lnTo>
                    <a:pt x="93980" y="250774"/>
                  </a:lnTo>
                  <a:lnTo>
                    <a:pt x="96012" y="252056"/>
                  </a:lnTo>
                  <a:lnTo>
                    <a:pt x="96774" y="254596"/>
                  </a:lnTo>
                  <a:lnTo>
                    <a:pt x="97663" y="255854"/>
                  </a:lnTo>
                  <a:lnTo>
                    <a:pt x="97536" y="259664"/>
                  </a:lnTo>
                  <a:lnTo>
                    <a:pt x="96139" y="262204"/>
                  </a:lnTo>
                  <a:lnTo>
                    <a:pt x="94361" y="267296"/>
                  </a:lnTo>
                  <a:lnTo>
                    <a:pt x="92075" y="271106"/>
                  </a:lnTo>
                  <a:lnTo>
                    <a:pt x="89281" y="274904"/>
                  </a:lnTo>
                  <a:lnTo>
                    <a:pt x="29718" y="361264"/>
                  </a:lnTo>
                  <a:lnTo>
                    <a:pt x="24511" y="368896"/>
                  </a:lnTo>
                  <a:lnTo>
                    <a:pt x="20193" y="373964"/>
                  </a:lnTo>
                  <a:lnTo>
                    <a:pt x="16891" y="375246"/>
                  </a:lnTo>
                  <a:lnTo>
                    <a:pt x="13589" y="377774"/>
                  </a:lnTo>
                  <a:lnTo>
                    <a:pt x="9525" y="379056"/>
                  </a:lnTo>
                  <a:lnTo>
                    <a:pt x="4699" y="377774"/>
                  </a:lnTo>
                  <a:lnTo>
                    <a:pt x="0" y="385406"/>
                  </a:lnTo>
                  <a:lnTo>
                    <a:pt x="59309" y="409524"/>
                  </a:lnTo>
                  <a:lnTo>
                    <a:pt x="64008" y="401904"/>
                  </a:lnTo>
                  <a:lnTo>
                    <a:pt x="60198" y="400646"/>
                  </a:lnTo>
                  <a:lnTo>
                    <a:pt x="57785" y="398106"/>
                  </a:lnTo>
                  <a:lnTo>
                    <a:pt x="56642" y="396824"/>
                  </a:lnTo>
                  <a:lnTo>
                    <a:pt x="55372" y="394296"/>
                  </a:lnTo>
                  <a:lnTo>
                    <a:pt x="55499" y="391756"/>
                  </a:lnTo>
                  <a:lnTo>
                    <a:pt x="59055" y="382854"/>
                  </a:lnTo>
                  <a:lnTo>
                    <a:pt x="60071" y="381596"/>
                  </a:lnTo>
                  <a:lnTo>
                    <a:pt x="61087" y="379056"/>
                  </a:lnTo>
                  <a:lnTo>
                    <a:pt x="62357" y="377774"/>
                  </a:lnTo>
                  <a:lnTo>
                    <a:pt x="63881" y="375246"/>
                  </a:lnTo>
                  <a:lnTo>
                    <a:pt x="86995" y="342214"/>
                  </a:lnTo>
                  <a:lnTo>
                    <a:pt x="94107" y="344754"/>
                  </a:lnTo>
                  <a:lnTo>
                    <a:pt x="97917" y="346024"/>
                  </a:lnTo>
                  <a:lnTo>
                    <a:pt x="100584" y="348564"/>
                  </a:lnTo>
                  <a:lnTo>
                    <a:pt x="103886" y="353656"/>
                  </a:lnTo>
                  <a:lnTo>
                    <a:pt x="104775" y="356196"/>
                  </a:lnTo>
                  <a:lnTo>
                    <a:pt x="104775" y="365074"/>
                  </a:lnTo>
                  <a:lnTo>
                    <a:pt x="104394" y="368896"/>
                  </a:lnTo>
                  <a:lnTo>
                    <a:pt x="103124" y="375246"/>
                  </a:lnTo>
                  <a:lnTo>
                    <a:pt x="98933" y="395554"/>
                  </a:lnTo>
                  <a:lnTo>
                    <a:pt x="97548" y="403174"/>
                  </a:lnTo>
                  <a:lnTo>
                    <a:pt x="96469" y="410806"/>
                  </a:lnTo>
                  <a:lnTo>
                    <a:pt x="95694" y="417156"/>
                  </a:lnTo>
                  <a:lnTo>
                    <a:pt x="95250" y="423506"/>
                  </a:lnTo>
                  <a:lnTo>
                    <a:pt x="136144" y="441274"/>
                  </a:lnTo>
                  <a:lnTo>
                    <a:pt x="140843" y="433654"/>
                  </a:lnTo>
                  <a:lnTo>
                    <a:pt x="137922" y="431114"/>
                  </a:lnTo>
                  <a:lnTo>
                    <a:pt x="135763" y="429856"/>
                  </a:lnTo>
                  <a:lnTo>
                    <a:pt x="134493" y="427304"/>
                  </a:lnTo>
                  <a:lnTo>
                    <a:pt x="133350" y="424764"/>
                  </a:lnTo>
                  <a:lnTo>
                    <a:pt x="132588" y="422224"/>
                  </a:lnTo>
                  <a:lnTo>
                    <a:pt x="132499" y="417156"/>
                  </a:lnTo>
                  <a:lnTo>
                    <a:pt x="132461" y="415874"/>
                  </a:lnTo>
                  <a:lnTo>
                    <a:pt x="132969" y="412064"/>
                  </a:lnTo>
                  <a:lnTo>
                    <a:pt x="137287" y="387946"/>
                  </a:lnTo>
                  <a:lnTo>
                    <a:pt x="138557" y="380314"/>
                  </a:lnTo>
                  <a:lnTo>
                    <a:pt x="132588" y="356196"/>
                  </a:lnTo>
                  <a:lnTo>
                    <a:pt x="132969" y="354914"/>
                  </a:lnTo>
                  <a:lnTo>
                    <a:pt x="144322" y="354914"/>
                  </a:lnTo>
                  <a:lnTo>
                    <a:pt x="154584" y="353656"/>
                  </a:lnTo>
                  <a:lnTo>
                    <a:pt x="163753" y="351104"/>
                  </a:lnTo>
                  <a:lnTo>
                    <a:pt x="171831" y="348564"/>
                  </a:lnTo>
                  <a:lnTo>
                    <a:pt x="178917" y="343496"/>
                  </a:lnTo>
                  <a:lnTo>
                    <a:pt x="180441" y="342214"/>
                  </a:lnTo>
                  <a:lnTo>
                    <a:pt x="184988" y="338404"/>
                  </a:lnTo>
                  <a:lnTo>
                    <a:pt x="190017" y="330796"/>
                  </a:lnTo>
                  <a:lnTo>
                    <a:pt x="194056" y="323164"/>
                  </a:lnTo>
                  <a:lnTo>
                    <a:pt x="196215" y="318096"/>
                  </a:lnTo>
                  <a:lnTo>
                    <a:pt x="197231" y="313004"/>
                  </a:lnTo>
                  <a:close/>
                </a:path>
                <a:path w="2277745" h="775335">
                  <a:moveTo>
                    <a:pt x="314464" y="395554"/>
                  </a:moveTo>
                  <a:lnTo>
                    <a:pt x="311111" y="384124"/>
                  </a:lnTo>
                  <a:lnTo>
                    <a:pt x="302082" y="375246"/>
                  </a:lnTo>
                  <a:lnTo>
                    <a:pt x="287401" y="367614"/>
                  </a:lnTo>
                  <a:lnTo>
                    <a:pt x="286893" y="367449"/>
                  </a:lnTo>
                  <a:lnTo>
                    <a:pt x="286893" y="386664"/>
                  </a:lnTo>
                  <a:lnTo>
                    <a:pt x="286512" y="390474"/>
                  </a:lnTo>
                  <a:lnTo>
                    <a:pt x="257517" y="412064"/>
                  </a:lnTo>
                  <a:lnTo>
                    <a:pt x="249072" y="410806"/>
                  </a:lnTo>
                  <a:lnTo>
                    <a:pt x="239712" y="409524"/>
                  </a:lnTo>
                  <a:lnTo>
                    <a:pt x="229489" y="405714"/>
                  </a:lnTo>
                  <a:lnTo>
                    <a:pt x="236296" y="398106"/>
                  </a:lnTo>
                  <a:lnTo>
                    <a:pt x="243001" y="390474"/>
                  </a:lnTo>
                  <a:lnTo>
                    <a:pt x="249631" y="385406"/>
                  </a:lnTo>
                  <a:lnTo>
                    <a:pt x="256159" y="381596"/>
                  </a:lnTo>
                  <a:lnTo>
                    <a:pt x="264668" y="376504"/>
                  </a:lnTo>
                  <a:lnTo>
                    <a:pt x="285877" y="384124"/>
                  </a:lnTo>
                  <a:lnTo>
                    <a:pt x="286893" y="386664"/>
                  </a:lnTo>
                  <a:lnTo>
                    <a:pt x="286893" y="367449"/>
                  </a:lnTo>
                  <a:lnTo>
                    <a:pt x="272897" y="362546"/>
                  </a:lnTo>
                  <a:lnTo>
                    <a:pt x="265772" y="361264"/>
                  </a:lnTo>
                  <a:lnTo>
                    <a:pt x="251714" y="361264"/>
                  </a:lnTo>
                  <a:lnTo>
                    <a:pt x="214109" y="376504"/>
                  </a:lnTo>
                  <a:lnTo>
                    <a:pt x="208661" y="381596"/>
                  </a:lnTo>
                  <a:lnTo>
                    <a:pt x="203073" y="386664"/>
                  </a:lnTo>
                  <a:lnTo>
                    <a:pt x="197739" y="393014"/>
                  </a:lnTo>
                  <a:lnTo>
                    <a:pt x="192913" y="400646"/>
                  </a:lnTo>
                  <a:lnTo>
                    <a:pt x="189230" y="406996"/>
                  </a:lnTo>
                  <a:lnTo>
                    <a:pt x="186690" y="410806"/>
                  </a:lnTo>
                  <a:lnTo>
                    <a:pt x="185039" y="415874"/>
                  </a:lnTo>
                  <a:lnTo>
                    <a:pt x="181610" y="423506"/>
                  </a:lnTo>
                  <a:lnTo>
                    <a:pt x="180301" y="431114"/>
                  </a:lnTo>
                  <a:lnTo>
                    <a:pt x="201168" y="469214"/>
                  </a:lnTo>
                  <a:lnTo>
                    <a:pt x="225882" y="478104"/>
                  </a:lnTo>
                  <a:lnTo>
                    <a:pt x="249720" y="478104"/>
                  </a:lnTo>
                  <a:lnTo>
                    <a:pt x="266153" y="473024"/>
                  </a:lnTo>
                  <a:lnTo>
                    <a:pt x="274574" y="469214"/>
                  </a:lnTo>
                  <a:lnTo>
                    <a:pt x="271970" y="462864"/>
                  </a:lnTo>
                  <a:lnTo>
                    <a:pt x="268859" y="455256"/>
                  </a:lnTo>
                  <a:lnTo>
                    <a:pt x="261569" y="459054"/>
                  </a:lnTo>
                  <a:lnTo>
                    <a:pt x="254965" y="460324"/>
                  </a:lnTo>
                  <a:lnTo>
                    <a:pt x="249047" y="461606"/>
                  </a:lnTo>
                  <a:lnTo>
                    <a:pt x="243840" y="462864"/>
                  </a:lnTo>
                  <a:lnTo>
                    <a:pt x="237236" y="462864"/>
                  </a:lnTo>
                  <a:lnTo>
                    <a:pt x="212598" y="447624"/>
                  </a:lnTo>
                  <a:lnTo>
                    <a:pt x="211074" y="443814"/>
                  </a:lnTo>
                  <a:lnTo>
                    <a:pt x="211709" y="437464"/>
                  </a:lnTo>
                  <a:lnTo>
                    <a:pt x="214630" y="429856"/>
                  </a:lnTo>
                  <a:lnTo>
                    <a:pt x="216662" y="426046"/>
                  </a:lnTo>
                  <a:lnTo>
                    <a:pt x="218948" y="420954"/>
                  </a:lnTo>
                  <a:lnTo>
                    <a:pt x="221869" y="417156"/>
                  </a:lnTo>
                  <a:lnTo>
                    <a:pt x="232130" y="420954"/>
                  </a:lnTo>
                  <a:lnTo>
                    <a:pt x="241769" y="423506"/>
                  </a:lnTo>
                  <a:lnTo>
                    <a:pt x="250799" y="426046"/>
                  </a:lnTo>
                  <a:lnTo>
                    <a:pt x="259207" y="427304"/>
                  </a:lnTo>
                  <a:lnTo>
                    <a:pt x="266941" y="428574"/>
                  </a:lnTo>
                  <a:lnTo>
                    <a:pt x="273951" y="429856"/>
                  </a:lnTo>
                  <a:lnTo>
                    <a:pt x="280225" y="429856"/>
                  </a:lnTo>
                  <a:lnTo>
                    <a:pt x="285750" y="428574"/>
                  </a:lnTo>
                  <a:lnTo>
                    <a:pt x="292735" y="427304"/>
                  </a:lnTo>
                  <a:lnTo>
                    <a:pt x="298196" y="424764"/>
                  </a:lnTo>
                  <a:lnTo>
                    <a:pt x="306451" y="417156"/>
                  </a:lnTo>
                  <a:lnTo>
                    <a:pt x="309753" y="413346"/>
                  </a:lnTo>
                  <a:lnTo>
                    <a:pt x="310235" y="412064"/>
                  </a:lnTo>
                  <a:lnTo>
                    <a:pt x="312166" y="406996"/>
                  </a:lnTo>
                  <a:lnTo>
                    <a:pt x="314464" y="395554"/>
                  </a:lnTo>
                  <a:close/>
                </a:path>
                <a:path w="2277745" h="775335">
                  <a:moveTo>
                    <a:pt x="446151" y="437464"/>
                  </a:moveTo>
                  <a:lnTo>
                    <a:pt x="442214" y="434924"/>
                  </a:lnTo>
                  <a:lnTo>
                    <a:pt x="437388" y="431114"/>
                  </a:lnTo>
                  <a:lnTo>
                    <a:pt x="431673" y="427304"/>
                  </a:lnTo>
                  <a:lnTo>
                    <a:pt x="426085" y="424764"/>
                  </a:lnTo>
                  <a:lnTo>
                    <a:pt x="420624" y="422224"/>
                  </a:lnTo>
                  <a:lnTo>
                    <a:pt x="415544" y="419696"/>
                  </a:lnTo>
                  <a:lnTo>
                    <a:pt x="404850" y="415874"/>
                  </a:lnTo>
                  <a:lnTo>
                    <a:pt x="383997" y="413346"/>
                  </a:lnTo>
                  <a:lnTo>
                    <a:pt x="373888" y="414604"/>
                  </a:lnTo>
                  <a:lnTo>
                    <a:pt x="364045" y="417156"/>
                  </a:lnTo>
                  <a:lnTo>
                    <a:pt x="330352" y="441274"/>
                  </a:lnTo>
                  <a:lnTo>
                    <a:pt x="311277" y="476846"/>
                  </a:lnTo>
                  <a:lnTo>
                    <a:pt x="309765" y="485724"/>
                  </a:lnTo>
                  <a:lnTo>
                    <a:pt x="309892" y="494614"/>
                  </a:lnTo>
                  <a:lnTo>
                    <a:pt x="334518" y="523824"/>
                  </a:lnTo>
                  <a:lnTo>
                    <a:pt x="355942" y="528904"/>
                  </a:lnTo>
                  <a:lnTo>
                    <a:pt x="370306" y="528904"/>
                  </a:lnTo>
                  <a:lnTo>
                    <a:pt x="377863" y="527646"/>
                  </a:lnTo>
                  <a:lnTo>
                    <a:pt x="385787" y="525106"/>
                  </a:lnTo>
                  <a:lnTo>
                    <a:pt x="394081" y="522554"/>
                  </a:lnTo>
                  <a:lnTo>
                    <a:pt x="390766" y="513664"/>
                  </a:lnTo>
                  <a:lnTo>
                    <a:pt x="388874" y="508596"/>
                  </a:lnTo>
                  <a:lnTo>
                    <a:pt x="380619" y="511124"/>
                  </a:lnTo>
                  <a:lnTo>
                    <a:pt x="373761" y="513664"/>
                  </a:lnTo>
                  <a:lnTo>
                    <a:pt x="356870" y="513664"/>
                  </a:lnTo>
                  <a:lnTo>
                    <a:pt x="351663" y="511124"/>
                  </a:lnTo>
                  <a:lnTo>
                    <a:pt x="345300" y="507314"/>
                  </a:lnTo>
                  <a:lnTo>
                    <a:pt x="342023" y="500964"/>
                  </a:lnTo>
                  <a:lnTo>
                    <a:pt x="341820" y="493356"/>
                  </a:lnTo>
                  <a:lnTo>
                    <a:pt x="344678" y="483196"/>
                  </a:lnTo>
                  <a:lnTo>
                    <a:pt x="347764" y="476846"/>
                  </a:lnTo>
                  <a:lnTo>
                    <a:pt x="351739" y="469214"/>
                  </a:lnTo>
                  <a:lnTo>
                    <a:pt x="356577" y="462864"/>
                  </a:lnTo>
                  <a:lnTo>
                    <a:pt x="362331" y="455256"/>
                  </a:lnTo>
                  <a:lnTo>
                    <a:pt x="368388" y="447624"/>
                  </a:lnTo>
                  <a:lnTo>
                    <a:pt x="374408" y="442556"/>
                  </a:lnTo>
                  <a:lnTo>
                    <a:pt x="380339" y="437464"/>
                  </a:lnTo>
                  <a:lnTo>
                    <a:pt x="393954" y="428574"/>
                  </a:lnTo>
                  <a:lnTo>
                    <a:pt x="400685" y="427304"/>
                  </a:lnTo>
                  <a:lnTo>
                    <a:pt x="406273" y="429856"/>
                  </a:lnTo>
                  <a:lnTo>
                    <a:pt x="409575" y="431114"/>
                  </a:lnTo>
                  <a:lnTo>
                    <a:pt x="411607" y="433654"/>
                  </a:lnTo>
                  <a:lnTo>
                    <a:pt x="412877" y="440004"/>
                  </a:lnTo>
                  <a:lnTo>
                    <a:pt x="412115" y="443814"/>
                  </a:lnTo>
                  <a:lnTo>
                    <a:pt x="409956" y="450164"/>
                  </a:lnTo>
                  <a:lnTo>
                    <a:pt x="408432" y="452704"/>
                  </a:lnTo>
                  <a:lnTo>
                    <a:pt x="407670" y="455256"/>
                  </a:lnTo>
                  <a:lnTo>
                    <a:pt x="428244" y="462864"/>
                  </a:lnTo>
                  <a:lnTo>
                    <a:pt x="446151" y="437464"/>
                  </a:lnTo>
                  <a:close/>
                </a:path>
                <a:path w="2277745" h="775335">
                  <a:moveTo>
                    <a:pt x="553974" y="405257"/>
                  </a:moveTo>
                  <a:lnTo>
                    <a:pt x="543420" y="400939"/>
                  </a:lnTo>
                  <a:lnTo>
                    <a:pt x="502793" y="384302"/>
                  </a:lnTo>
                  <a:lnTo>
                    <a:pt x="413512" y="603072"/>
                  </a:lnTo>
                  <a:lnTo>
                    <a:pt x="464693" y="623951"/>
                  </a:lnTo>
                  <a:lnTo>
                    <a:pt x="468249" y="615124"/>
                  </a:lnTo>
                  <a:lnTo>
                    <a:pt x="436118" y="602018"/>
                  </a:lnTo>
                  <a:lnTo>
                    <a:pt x="518160" y="400939"/>
                  </a:lnTo>
                  <a:lnTo>
                    <a:pt x="550291" y="414020"/>
                  </a:lnTo>
                  <a:lnTo>
                    <a:pt x="553974" y="405257"/>
                  </a:lnTo>
                  <a:close/>
                </a:path>
                <a:path w="2277745" h="775335">
                  <a:moveTo>
                    <a:pt x="908050" y="549719"/>
                  </a:moveTo>
                  <a:lnTo>
                    <a:pt x="856869" y="528840"/>
                  </a:lnTo>
                  <a:lnTo>
                    <a:pt x="853313" y="537667"/>
                  </a:lnTo>
                  <a:lnTo>
                    <a:pt x="885444" y="550786"/>
                  </a:lnTo>
                  <a:lnTo>
                    <a:pt x="803275" y="751878"/>
                  </a:lnTo>
                  <a:lnTo>
                    <a:pt x="771271" y="738759"/>
                  </a:lnTo>
                  <a:lnTo>
                    <a:pt x="767588" y="747598"/>
                  </a:lnTo>
                  <a:lnTo>
                    <a:pt x="818769" y="768477"/>
                  </a:lnTo>
                  <a:lnTo>
                    <a:pt x="825538" y="751878"/>
                  </a:lnTo>
                  <a:lnTo>
                    <a:pt x="908050" y="549719"/>
                  </a:lnTo>
                  <a:close/>
                </a:path>
                <a:path w="2277745" h="775335">
                  <a:moveTo>
                    <a:pt x="1778381" y="766495"/>
                  </a:moveTo>
                  <a:lnTo>
                    <a:pt x="1761832" y="747268"/>
                  </a:lnTo>
                  <a:lnTo>
                    <a:pt x="1695069" y="669620"/>
                  </a:lnTo>
                  <a:lnTo>
                    <a:pt x="1680337" y="704748"/>
                  </a:lnTo>
                  <a:lnTo>
                    <a:pt x="40767" y="17907"/>
                  </a:lnTo>
                  <a:lnTo>
                    <a:pt x="26162" y="53086"/>
                  </a:lnTo>
                  <a:lnTo>
                    <a:pt x="1665605" y="739889"/>
                  </a:lnTo>
                  <a:lnTo>
                    <a:pt x="1650873" y="775042"/>
                  </a:lnTo>
                  <a:lnTo>
                    <a:pt x="1778381" y="766495"/>
                  </a:lnTo>
                  <a:close/>
                </a:path>
                <a:path w="2277745" h="775335">
                  <a:moveTo>
                    <a:pt x="2277618" y="519404"/>
                  </a:moveTo>
                  <a:lnTo>
                    <a:pt x="2239518" y="519404"/>
                  </a:lnTo>
                  <a:lnTo>
                    <a:pt x="2239518" y="0"/>
                  </a:lnTo>
                  <a:lnTo>
                    <a:pt x="2201418" y="0"/>
                  </a:lnTo>
                  <a:lnTo>
                    <a:pt x="2201418" y="519404"/>
                  </a:lnTo>
                  <a:lnTo>
                    <a:pt x="2163318" y="519404"/>
                  </a:lnTo>
                  <a:lnTo>
                    <a:pt x="2220468" y="633704"/>
                  </a:lnTo>
                  <a:lnTo>
                    <a:pt x="2268093" y="538454"/>
                  </a:lnTo>
                  <a:lnTo>
                    <a:pt x="2277618" y="51940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6" name="object 16">
            <a:extLst>
              <a:ext uri="{FF2B5EF4-FFF2-40B4-BE49-F238E27FC236}">
                <a16:creationId xmlns:a16="http://schemas.microsoft.com/office/drawing/2014/main" id="{2270BC14-5500-4E43-B953-34EB8C038A65}"/>
              </a:ext>
            </a:extLst>
          </p:cNvPr>
          <p:cNvGraphicFramePr>
            <a:graphicFrameLocks noGrp="1"/>
          </p:cNvGraphicFramePr>
          <p:nvPr/>
        </p:nvGraphicFramePr>
        <p:xfrm>
          <a:off x="1607438" y="3745229"/>
          <a:ext cx="9098913" cy="30543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315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921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921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921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591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2519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96583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95631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89217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89217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610870">
                <a:tc>
                  <a:txBody>
                    <a:bodyPr/>
                    <a:lstStyle/>
                    <a:p>
                      <a:pPr marR="59055" algn="ctr">
                        <a:lnSpc>
                          <a:spcPct val="100000"/>
                        </a:lnSpc>
                        <a:spcBef>
                          <a:spcPts val="1075"/>
                        </a:spcBef>
                      </a:pPr>
                      <a:r>
                        <a:rPr sz="21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2100" spc="-9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21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𝒄]</a:t>
                      </a:r>
                      <a:endParaRPr sz="2100">
                        <a:latin typeface="Cambria Math"/>
                        <a:cs typeface="Cambria Math"/>
                      </a:endParaRPr>
                    </a:p>
                  </a:txBody>
                  <a:tcPr marL="0" marR="0" marT="1365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57785" algn="ctr">
                        <a:lnSpc>
                          <a:spcPct val="100000"/>
                        </a:lnSpc>
                        <a:spcBef>
                          <a:spcPts val="1075"/>
                        </a:spcBef>
                      </a:pPr>
                      <a:r>
                        <a:rPr sz="21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2100" spc="1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21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2100" spc="1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21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2100">
                        <a:latin typeface="Cambria Math"/>
                        <a:cs typeface="Cambria Math"/>
                      </a:endParaRPr>
                    </a:p>
                  </a:txBody>
                  <a:tcPr marL="0" marR="0" marT="1365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75"/>
                        </a:spcBef>
                      </a:pPr>
                      <a:r>
                        <a:rPr sz="21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1365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075"/>
                        </a:spcBef>
                      </a:pPr>
                      <a:r>
                        <a:rPr sz="21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1365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3655" algn="ctr">
                        <a:lnSpc>
                          <a:spcPct val="100000"/>
                        </a:lnSpc>
                        <a:spcBef>
                          <a:spcPts val="1075"/>
                        </a:spcBef>
                      </a:pPr>
                      <a:r>
                        <a:rPr sz="21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136525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4800" algn="r">
                        <a:lnSpc>
                          <a:spcPct val="100000"/>
                        </a:lnSpc>
                        <a:spcBef>
                          <a:spcPts val="1075"/>
                        </a:spcBef>
                      </a:pPr>
                      <a:r>
                        <a:rPr sz="21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…</a:t>
                      </a: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136525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67310" algn="ctr">
                        <a:lnSpc>
                          <a:spcPct val="100000"/>
                        </a:lnSpc>
                        <a:spcBef>
                          <a:spcPts val="1075"/>
                        </a:spcBef>
                      </a:pPr>
                      <a:r>
                        <a:rPr sz="21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1365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69850" algn="ctr">
                        <a:lnSpc>
                          <a:spcPct val="100000"/>
                        </a:lnSpc>
                        <a:spcBef>
                          <a:spcPts val="1075"/>
                        </a:spcBef>
                      </a:pPr>
                      <a:r>
                        <a:rPr sz="21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1365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75"/>
                        </a:spcBef>
                      </a:pPr>
                      <a:r>
                        <a:rPr sz="21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1365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75"/>
                        </a:spcBef>
                      </a:pPr>
                      <a:r>
                        <a:rPr sz="21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1365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10870">
                <a:tc>
                  <a:txBody>
                    <a:bodyPr/>
                    <a:lstStyle/>
                    <a:p>
                      <a:pPr marR="57785" algn="ctr">
                        <a:lnSpc>
                          <a:spcPct val="100000"/>
                        </a:lnSpc>
                        <a:spcBef>
                          <a:spcPts val="1080"/>
                        </a:spcBef>
                      </a:pPr>
                      <a:r>
                        <a:rPr sz="21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2100" spc="12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21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2100" spc="12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2100" spc="-50">
                          <a:latin typeface="Cambria Math"/>
                          <a:cs typeface="Cambria Math"/>
                        </a:rPr>
                        <a:t>𝟎</a:t>
                      </a:r>
                      <a:endParaRPr sz="2100">
                        <a:latin typeface="Cambria Math"/>
                        <a:cs typeface="Cambria Math"/>
                      </a:endParaRPr>
                    </a:p>
                  </a:txBody>
                  <a:tcPr marL="0" marR="0" marT="1371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80"/>
                        </a:spcBef>
                      </a:pPr>
                      <a:r>
                        <a:rPr sz="2100" b="1">
                          <a:latin typeface="Times New Roman"/>
                          <a:cs typeface="Times New Roman"/>
                        </a:rPr>
                        <a:t>0</a:t>
                      </a: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1371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80"/>
                        </a:spcBef>
                      </a:pPr>
                      <a:r>
                        <a:rPr sz="2100" b="1">
                          <a:latin typeface="Times New Roman"/>
                          <a:cs typeface="Times New Roman"/>
                        </a:rPr>
                        <a:t>0</a:t>
                      </a: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1371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080"/>
                        </a:spcBef>
                      </a:pPr>
                      <a:r>
                        <a:rPr sz="2100" b="1">
                          <a:latin typeface="Times New Roman"/>
                          <a:cs typeface="Times New Roman"/>
                        </a:rPr>
                        <a:t>0</a:t>
                      </a: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1371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3655" algn="ctr">
                        <a:lnSpc>
                          <a:spcPct val="100000"/>
                        </a:lnSpc>
                        <a:spcBef>
                          <a:spcPts val="1080"/>
                        </a:spcBef>
                      </a:pPr>
                      <a:r>
                        <a:rPr sz="2100" b="1">
                          <a:latin typeface="Times New Roman"/>
                          <a:cs typeface="Times New Roman"/>
                        </a:rPr>
                        <a:t>0</a:t>
                      </a: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13716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4800" algn="r">
                        <a:lnSpc>
                          <a:spcPct val="100000"/>
                        </a:lnSpc>
                        <a:spcBef>
                          <a:spcPts val="1080"/>
                        </a:spcBef>
                      </a:pPr>
                      <a:r>
                        <a:rPr sz="2100" b="1">
                          <a:latin typeface="Times New Roman"/>
                          <a:cs typeface="Times New Roman"/>
                        </a:rPr>
                        <a:t>…</a:t>
                      </a: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13716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marR="67310" algn="ctr">
                        <a:lnSpc>
                          <a:spcPct val="100000"/>
                        </a:lnSpc>
                        <a:spcBef>
                          <a:spcPts val="1080"/>
                        </a:spcBef>
                      </a:pPr>
                      <a:r>
                        <a:rPr sz="2100" b="1">
                          <a:latin typeface="Times New Roman"/>
                          <a:cs typeface="Times New Roman"/>
                        </a:rPr>
                        <a:t>0</a:t>
                      </a: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1371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marR="57785" algn="ctr">
                        <a:lnSpc>
                          <a:spcPct val="100000"/>
                        </a:lnSpc>
                        <a:spcBef>
                          <a:spcPts val="1080"/>
                        </a:spcBef>
                      </a:pPr>
                      <a:r>
                        <a:rPr sz="2100" b="1">
                          <a:latin typeface="Times New Roman"/>
                          <a:cs typeface="Times New Roman"/>
                        </a:rPr>
                        <a:t>0</a:t>
                      </a: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1371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080"/>
                        </a:spcBef>
                      </a:pPr>
                      <a:r>
                        <a:rPr sz="2100" b="1">
                          <a:latin typeface="Times New Roman"/>
                          <a:cs typeface="Times New Roman"/>
                        </a:rPr>
                        <a:t>0</a:t>
                      </a: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1371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080"/>
                        </a:spcBef>
                      </a:pPr>
                      <a:r>
                        <a:rPr sz="2100" b="1">
                          <a:latin typeface="Times New Roman"/>
                          <a:cs typeface="Times New Roman"/>
                        </a:rPr>
                        <a:t>0</a:t>
                      </a: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1371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108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75"/>
                        </a:spcBef>
                      </a:pPr>
                      <a:r>
                        <a:rPr sz="2100" b="1">
                          <a:latin typeface="Times New Roman"/>
                          <a:cs typeface="Times New Roman"/>
                        </a:rPr>
                        <a:t>1</a:t>
                      </a: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1365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75"/>
                        </a:spcBef>
                      </a:pPr>
                      <a:r>
                        <a:rPr sz="2100" b="1">
                          <a:latin typeface="Times New Roman"/>
                          <a:cs typeface="Times New Roman"/>
                        </a:rPr>
                        <a:t>0</a:t>
                      </a: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1365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6731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1550">
                        <a:latin typeface="Times New Roman"/>
                        <a:cs typeface="Times New Roman"/>
                      </a:endParaRPr>
                    </a:p>
                    <a:p>
                      <a:pPr algn="r">
                        <a:lnSpc>
                          <a:spcPct val="100000"/>
                        </a:lnSpc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𝑹𝒆</a:t>
                      </a:r>
                      <a:endParaRPr sz="2000">
                        <a:latin typeface="Cambria Math"/>
                        <a:cs typeface="Cambria Math"/>
                      </a:endParaRPr>
                    </a:p>
                  </a:txBody>
                  <a:tcPr marL="0" marR="0" marT="444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5778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1550">
                        <a:latin typeface="Times New Roman"/>
                        <a:cs typeface="Times New Roman"/>
                      </a:endParaRPr>
                    </a:p>
                    <a:p>
                      <a:pPr marL="70485">
                        <a:lnSpc>
                          <a:spcPct val="100000"/>
                        </a:lnSpc>
                        <a:tabLst>
                          <a:tab pos="763905" algn="l"/>
                        </a:tabLst>
                      </a:pPr>
                      <a:r>
                        <a:rPr sz="2000"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2000" spc="254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2000" spc="-10">
                          <a:latin typeface="Cambria Math"/>
                          <a:cs typeface="Cambria Math"/>
                        </a:rPr>
                        <a:t>𝒊,</a:t>
                      </a:r>
                      <a:r>
                        <a:rPr sz="2000" spc="-114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2000" spc="-50"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2000">
                          <a:latin typeface="Cambria Math"/>
                          <a:cs typeface="Cambria Math"/>
                        </a:rPr>
                        <a:t>	</a:t>
                      </a:r>
                      <a:r>
                        <a:rPr sz="2000" spc="-50">
                          <a:latin typeface="Cambria Math"/>
                          <a:cs typeface="Cambria Math"/>
                        </a:rPr>
                        <a:t>=</a:t>
                      </a:r>
                      <a:endParaRPr sz="2000">
                        <a:latin typeface="Cambria Math"/>
                        <a:cs typeface="Cambria Math"/>
                      </a:endParaRPr>
                    </a:p>
                  </a:txBody>
                  <a:tcPr marL="0" marR="0" marT="444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1550">
                        <a:latin typeface="Times New Roman"/>
                        <a:cs typeface="Times New Roman"/>
                      </a:endParaRPr>
                    </a:p>
                    <a:p>
                      <a:pPr marL="132715">
                        <a:lnSpc>
                          <a:spcPct val="100000"/>
                        </a:lnSpc>
                      </a:pPr>
                      <a:r>
                        <a:rPr sz="2000" spc="-50">
                          <a:latin typeface="Cambria Math"/>
                          <a:cs typeface="Cambria Math"/>
                        </a:rPr>
                        <a:t>𝟎</a:t>
                      </a:r>
                      <a:endParaRPr sz="2000">
                        <a:latin typeface="Cambria Math"/>
                        <a:cs typeface="Cambria Math"/>
                      </a:endParaRPr>
                    </a:p>
                  </a:txBody>
                  <a:tcPr marL="0" marR="0" marT="444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108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80"/>
                        </a:spcBef>
                      </a:pPr>
                      <a:r>
                        <a:rPr sz="2100" b="1">
                          <a:latin typeface="Times New Roman"/>
                          <a:cs typeface="Times New Roman"/>
                        </a:rPr>
                        <a:t>…</a:t>
                      </a: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1371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80"/>
                        </a:spcBef>
                      </a:pPr>
                      <a:r>
                        <a:rPr sz="2100" b="1">
                          <a:latin typeface="Times New Roman"/>
                          <a:cs typeface="Times New Roman"/>
                        </a:rPr>
                        <a:t>0</a:t>
                      </a: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1371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2230" marR="67310">
                        <a:lnSpc>
                          <a:spcPct val="100000"/>
                        </a:lnSpc>
                        <a:spcBef>
                          <a:spcPts val="1080"/>
                        </a:spcBef>
                      </a:pPr>
                      <a:r>
                        <a:rPr sz="2100" spc="-10"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2100" spc="-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2100" spc="-25">
                          <a:latin typeface="Cambria Math"/>
                          <a:cs typeface="Cambria Math"/>
                        </a:rPr>
                        <a:t>𝒄]</a:t>
                      </a:r>
                      <a:endParaRPr sz="2100">
                        <a:latin typeface="Cambria Math"/>
                        <a:cs typeface="Cambria Math"/>
                      </a:endParaRPr>
                    </a:p>
                  </a:txBody>
                  <a:tcPr marL="0" marR="0" marT="1371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57785"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610870">
                <a:tc>
                  <a:txBody>
                    <a:bodyPr/>
                    <a:lstStyle/>
                    <a:p>
                      <a:pPr marR="59055" algn="ctr">
                        <a:lnSpc>
                          <a:spcPct val="100000"/>
                        </a:lnSpc>
                        <a:spcBef>
                          <a:spcPts val="1080"/>
                        </a:spcBef>
                      </a:pPr>
                      <a:r>
                        <a:rPr sz="2100" spc="-50">
                          <a:latin typeface="Cambria Math"/>
                          <a:cs typeface="Cambria Math"/>
                        </a:rPr>
                        <a:t>𝒏</a:t>
                      </a:r>
                      <a:endParaRPr sz="2100">
                        <a:latin typeface="Cambria Math"/>
                        <a:cs typeface="Cambria Math"/>
                      </a:endParaRPr>
                    </a:p>
                  </a:txBody>
                  <a:tcPr marL="0" marR="0" marT="1371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80"/>
                        </a:spcBef>
                      </a:pPr>
                      <a:r>
                        <a:rPr sz="2100" b="1">
                          <a:latin typeface="Times New Roman"/>
                          <a:cs typeface="Times New Roman"/>
                        </a:rPr>
                        <a:t>0</a:t>
                      </a: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1371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67310"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57785"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pic>
        <p:nvPicPr>
          <p:cNvPr id="17" name="object 17">
            <a:extLst>
              <a:ext uri="{FF2B5EF4-FFF2-40B4-BE49-F238E27FC236}">
                <a16:creationId xmlns:a16="http://schemas.microsoft.com/office/drawing/2014/main" id="{6937049C-EE6D-D442-A3BC-19D3484A5BDA}"/>
              </a:ext>
            </a:extLst>
          </p:cNvPr>
          <p:cNvPicPr/>
          <p:nvPr/>
        </p:nvPicPr>
        <p:blipFill>
          <a:blip r:embed="rId2"/>
          <a:stretch>
            <a:fillRect/>
          </a:stretch>
        </p:blipFill>
        <p:spPr>
          <a:xfrm>
            <a:off x="5794502" y="5573521"/>
            <a:ext cx="120142" cy="211467"/>
          </a:xfrm>
          <a:prstGeom prst="rect">
            <a:avLst/>
          </a:prstGeom>
        </p:spPr>
      </p:pic>
      <p:pic>
        <p:nvPicPr>
          <p:cNvPr id="18" name="object 18">
            <a:extLst>
              <a:ext uri="{FF2B5EF4-FFF2-40B4-BE49-F238E27FC236}">
                <a16:creationId xmlns:a16="http://schemas.microsoft.com/office/drawing/2014/main" id="{9F58AEE3-F542-0945-B914-F41D83A20313}"/>
              </a:ext>
            </a:extLst>
          </p:cNvPr>
          <p:cNvPicPr/>
          <p:nvPr/>
        </p:nvPicPr>
        <p:blipFill>
          <a:blip r:embed="rId3"/>
          <a:stretch>
            <a:fillRect/>
          </a:stretch>
        </p:blipFill>
        <p:spPr>
          <a:xfrm>
            <a:off x="6245859" y="5802376"/>
            <a:ext cx="167004" cy="120548"/>
          </a:xfrm>
          <a:prstGeom prst="rect">
            <a:avLst/>
          </a:prstGeom>
        </p:spPr>
      </p:pic>
      <p:pic>
        <p:nvPicPr>
          <p:cNvPr id="19" name="object 19">
            <a:extLst>
              <a:ext uri="{FF2B5EF4-FFF2-40B4-BE49-F238E27FC236}">
                <a16:creationId xmlns:a16="http://schemas.microsoft.com/office/drawing/2014/main" id="{9921013C-7DE0-374E-A68B-E60E7F865FA4}"/>
              </a:ext>
            </a:extLst>
          </p:cNvPr>
          <p:cNvPicPr/>
          <p:nvPr/>
        </p:nvPicPr>
        <p:blipFill>
          <a:blip r:embed="rId4"/>
          <a:stretch>
            <a:fillRect/>
          </a:stretch>
        </p:blipFill>
        <p:spPr>
          <a:xfrm>
            <a:off x="5971063" y="5696663"/>
            <a:ext cx="136366" cy="115974"/>
          </a:xfrm>
          <a:prstGeom prst="rect">
            <a:avLst/>
          </a:prstGeom>
        </p:spPr>
      </p:pic>
      <p:pic>
        <p:nvPicPr>
          <p:cNvPr id="20" name="object 20">
            <a:extLst>
              <a:ext uri="{FF2B5EF4-FFF2-40B4-BE49-F238E27FC236}">
                <a16:creationId xmlns:a16="http://schemas.microsoft.com/office/drawing/2014/main" id="{34863158-DDFD-0649-B581-5A89D2FB4E49}"/>
              </a:ext>
            </a:extLst>
          </p:cNvPr>
          <p:cNvPicPr/>
          <p:nvPr/>
        </p:nvPicPr>
        <p:blipFill>
          <a:blip r:embed="rId5"/>
          <a:stretch>
            <a:fillRect/>
          </a:stretch>
        </p:blipFill>
        <p:spPr>
          <a:xfrm>
            <a:off x="6481953" y="5866396"/>
            <a:ext cx="132333" cy="177203"/>
          </a:xfrm>
          <a:prstGeom prst="rect">
            <a:avLst/>
          </a:prstGeom>
        </p:spPr>
      </p:pic>
      <p:sp>
        <p:nvSpPr>
          <p:cNvPr id="21" name="object 21">
            <a:extLst>
              <a:ext uri="{FF2B5EF4-FFF2-40B4-BE49-F238E27FC236}">
                <a16:creationId xmlns:a16="http://schemas.microsoft.com/office/drawing/2014/main" id="{A69AABDE-E0D7-D440-9D9D-8B700F5E7926}"/>
              </a:ext>
            </a:extLst>
          </p:cNvPr>
          <p:cNvSpPr/>
          <p:nvPr/>
        </p:nvSpPr>
        <p:spPr>
          <a:xfrm>
            <a:off x="8575483" y="5267959"/>
            <a:ext cx="55244" cy="236220"/>
          </a:xfrm>
          <a:custGeom>
            <a:avLst/>
            <a:gdLst/>
            <a:ahLst/>
            <a:cxnLst/>
            <a:rect l="l" t="t" r="r" b="b"/>
            <a:pathLst>
              <a:path w="55244" h="236220">
                <a:moveTo>
                  <a:pt x="55245" y="0"/>
                </a:moveTo>
                <a:lnTo>
                  <a:pt x="0" y="0"/>
                </a:lnTo>
                <a:lnTo>
                  <a:pt x="0" y="10160"/>
                </a:lnTo>
                <a:lnTo>
                  <a:pt x="34671" y="10160"/>
                </a:lnTo>
                <a:lnTo>
                  <a:pt x="34671" y="227330"/>
                </a:lnTo>
                <a:lnTo>
                  <a:pt x="0" y="227330"/>
                </a:lnTo>
                <a:lnTo>
                  <a:pt x="0" y="236220"/>
                </a:lnTo>
                <a:lnTo>
                  <a:pt x="55245" y="236220"/>
                </a:lnTo>
                <a:lnTo>
                  <a:pt x="55245" y="227330"/>
                </a:lnTo>
                <a:lnTo>
                  <a:pt x="55245" y="10160"/>
                </a:lnTo>
                <a:lnTo>
                  <a:pt x="5524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>
            <a:extLst>
              <a:ext uri="{FF2B5EF4-FFF2-40B4-BE49-F238E27FC236}">
                <a16:creationId xmlns:a16="http://schemas.microsoft.com/office/drawing/2014/main" id="{DCE90226-98EC-9549-A6C4-8FEAAE96F753}"/>
              </a:ext>
            </a:extLst>
          </p:cNvPr>
          <p:cNvSpPr/>
          <p:nvPr/>
        </p:nvSpPr>
        <p:spPr>
          <a:xfrm>
            <a:off x="8192959" y="5267959"/>
            <a:ext cx="55880" cy="236220"/>
          </a:xfrm>
          <a:custGeom>
            <a:avLst/>
            <a:gdLst/>
            <a:ahLst/>
            <a:cxnLst/>
            <a:rect l="l" t="t" r="r" b="b"/>
            <a:pathLst>
              <a:path w="55879" h="236220">
                <a:moveTo>
                  <a:pt x="55372" y="0"/>
                </a:moveTo>
                <a:lnTo>
                  <a:pt x="0" y="0"/>
                </a:lnTo>
                <a:lnTo>
                  <a:pt x="0" y="10160"/>
                </a:lnTo>
                <a:lnTo>
                  <a:pt x="0" y="227330"/>
                </a:lnTo>
                <a:lnTo>
                  <a:pt x="0" y="236220"/>
                </a:lnTo>
                <a:lnTo>
                  <a:pt x="55372" y="236220"/>
                </a:lnTo>
                <a:lnTo>
                  <a:pt x="55372" y="227330"/>
                </a:lnTo>
                <a:lnTo>
                  <a:pt x="20574" y="227330"/>
                </a:lnTo>
                <a:lnTo>
                  <a:pt x="20574" y="10160"/>
                </a:lnTo>
                <a:lnTo>
                  <a:pt x="55372" y="10160"/>
                </a:lnTo>
                <a:lnTo>
                  <a:pt x="5537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左大括号 22">
            <a:extLst>
              <a:ext uri="{FF2B5EF4-FFF2-40B4-BE49-F238E27FC236}">
                <a16:creationId xmlns:a16="http://schemas.microsoft.com/office/drawing/2014/main" id="{24FD5E54-01A8-4F40-883F-93C8FD3BF646}"/>
              </a:ext>
            </a:extLst>
          </p:cNvPr>
          <p:cNvSpPr/>
          <p:nvPr/>
        </p:nvSpPr>
        <p:spPr>
          <a:xfrm>
            <a:off x="5430676" y="2612434"/>
            <a:ext cx="193944" cy="440274"/>
          </a:xfrm>
          <a:prstGeom prst="leftBrac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1771792413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4D750881-AF1C-914A-B326-447475F85BB3}"/>
              </a:ext>
            </a:extLst>
          </p:cNvPr>
          <p:cNvSpPr/>
          <p:nvPr/>
        </p:nvSpPr>
        <p:spPr>
          <a:xfrm>
            <a:off x="2172111" y="1708015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178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>
            <a:extLst>
              <a:ext uri="{FF2B5EF4-FFF2-40B4-BE49-F238E27FC236}">
                <a16:creationId xmlns:a16="http://schemas.microsoft.com/office/drawing/2014/main" id="{BD46EDCB-D661-BD40-8C14-63E25A570352}"/>
              </a:ext>
            </a:extLst>
          </p:cNvPr>
          <p:cNvSpPr/>
          <p:nvPr/>
        </p:nvSpPr>
        <p:spPr>
          <a:xfrm>
            <a:off x="1713514" y="1708015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24765" y="27178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>
            <a:extLst>
              <a:ext uri="{FF2B5EF4-FFF2-40B4-BE49-F238E27FC236}">
                <a16:creationId xmlns:a16="http://schemas.microsoft.com/office/drawing/2014/main" id="{FCE1CEAE-9E88-D740-A489-C786C63BC090}"/>
              </a:ext>
            </a:extLst>
          </p:cNvPr>
          <p:cNvSpPr txBox="1"/>
          <p:nvPr/>
        </p:nvSpPr>
        <p:spPr>
          <a:xfrm>
            <a:off x="749392" y="1014032"/>
            <a:ext cx="7019290" cy="2571217"/>
          </a:xfrm>
          <a:prstGeom prst="rect">
            <a:avLst/>
          </a:prstGeom>
        </p:spPr>
        <p:txBody>
          <a:bodyPr vert="horz" wrap="square" lIns="0" tIns="128270" rIns="0" bIns="0" rtlCol="0">
            <a:spAutoFit/>
          </a:bodyPr>
          <a:lstStyle/>
          <a:p>
            <a:pPr marL="393700" indent="-342900">
              <a:lnSpc>
                <a:spcPct val="100000"/>
              </a:lnSpc>
              <a:spcBef>
                <a:spcPts val="101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93065" algn="l"/>
                <a:tab pos="393700" algn="l"/>
              </a:tabLst>
            </a:pPr>
            <a:r>
              <a:rPr sz="2800" spc="-15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递推公式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  <a:p>
            <a:pPr marL="742315" lvl="1" indent="-347980">
              <a:lnSpc>
                <a:spcPct val="100000"/>
              </a:lnSpc>
              <a:spcBef>
                <a:spcPts val="775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742315" algn="l"/>
                <a:tab pos="742950" algn="l"/>
                <a:tab pos="1629410" algn="l"/>
              </a:tabLst>
            </a:pPr>
            <a:r>
              <a:rPr sz="2400" dirty="0">
                <a:latin typeface="Cambria Math"/>
                <a:cs typeface="Cambria Math"/>
              </a:rPr>
              <a:t>𝑷</a:t>
            </a:r>
            <a:r>
              <a:rPr sz="2400" spc="305" dirty="0">
                <a:latin typeface="Cambria Math"/>
                <a:cs typeface="Cambria Math"/>
              </a:rPr>
              <a:t> </a:t>
            </a:r>
            <a:r>
              <a:rPr sz="2400" spc="-10" dirty="0">
                <a:latin typeface="Cambria Math"/>
                <a:cs typeface="Cambria Math"/>
              </a:rPr>
              <a:t>𝒊,</a:t>
            </a:r>
            <a:r>
              <a:rPr sz="2400" spc="-130" dirty="0">
                <a:latin typeface="Cambria Math"/>
                <a:cs typeface="Cambria Math"/>
              </a:rPr>
              <a:t> </a:t>
            </a:r>
            <a:r>
              <a:rPr sz="2400" spc="-50" dirty="0">
                <a:latin typeface="Cambria Math"/>
                <a:cs typeface="Cambria Math"/>
              </a:rPr>
              <a:t>𝒄</a:t>
            </a:r>
            <a:r>
              <a:rPr sz="2400" dirty="0">
                <a:latin typeface="Cambria Math"/>
                <a:cs typeface="Cambria Math"/>
              </a:rPr>
              <a:t>	=</a:t>
            </a:r>
            <a:r>
              <a:rPr sz="2400" spc="125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𝐦𝐚𝐱{𝑷[𝒊</a:t>
            </a:r>
            <a:r>
              <a:rPr sz="2400" spc="5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−</a:t>
            </a:r>
            <a:r>
              <a:rPr sz="2400" spc="10" dirty="0">
                <a:latin typeface="Cambria Math"/>
                <a:cs typeface="Cambria Math"/>
              </a:rPr>
              <a:t> </a:t>
            </a:r>
            <a:r>
              <a:rPr sz="2400" spc="-10" dirty="0">
                <a:latin typeface="Cambria Math"/>
                <a:cs typeface="Cambria Math"/>
              </a:rPr>
              <a:t>𝟏,</a:t>
            </a:r>
            <a:r>
              <a:rPr sz="2400" spc="-130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𝒄</a:t>
            </a:r>
            <a:r>
              <a:rPr sz="2400" spc="10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−</a:t>
            </a:r>
            <a:r>
              <a:rPr sz="2400" spc="10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𝒗</a:t>
            </a:r>
            <a:r>
              <a:rPr sz="2625" baseline="-15873" dirty="0">
                <a:latin typeface="Cambria Math"/>
                <a:cs typeface="Cambria Math"/>
              </a:rPr>
              <a:t>𝒊</a:t>
            </a:r>
            <a:r>
              <a:rPr sz="2625" spc="375" baseline="-15873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]</a:t>
            </a:r>
            <a:r>
              <a:rPr sz="2400" spc="-5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+</a:t>
            </a:r>
            <a:r>
              <a:rPr sz="2400" spc="10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𝒑</a:t>
            </a:r>
            <a:r>
              <a:rPr sz="2625" baseline="-15873" dirty="0">
                <a:latin typeface="Cambria Math"/>
                <a:cs typeface="Cambria Math"/>
              </a:rPr>
              <a:t>𝒊</a:t>
            </a:r>
            <a:r>
              <a:rPr sz="2400" dirty="0">
                <a:latin typeface="Cambria Math"/>
                <a:cs typeface="Cambria Math"/>
              </a:rPr>
              <a:t>,</a:t>
            </a:r>
            <a:r>
              <a:rPr sz="2400" spc="-130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𝑷[𝒊</a:t>
            </a:r>
            <a:r>
              <a:rPr sz="2400" spc="5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−</a:t>
            </a:r>
            <a:r>
              <a:rPr sz="2400" spc="5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𝟏,</a:t>
            </a:r>
            <a:r>
              <a:rPr sz="2400" spc="-125" dirty="0">
                <a:latin typeface="Cambria Math"/>
                <a:cs typeface="Cambria Math"/>
              </a:rPr>
              <a:t> </a:t>
            </a:r>
            <a:r>
              <a:rPr sz="2400" spc="-25" dirty="0">
                <a:latin typeface="Cambria Math"/>
                <a:cs typeface="Cambria Math"/>
              </a:rPr>
              <a:t>𝒄]}</a:t>
            </a:r>
            <a:endParaRPr lang="zh-CN" altLang="en-US" sz="3800" dirty="0">
              <a:latin typeface="Cambria Math"/>
              <a:cs typeface="Cambria Math"/>
            </a:endParaRPr>
          </a:p>
          <a:p>
            <a:pPr marL="393700" indent="-342900">
              <a:lnSpc>
                <a:spcPct val="150000"/>
              </a:lnSpc>
              <a:spcBef>
                <a:spcPts val="5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93065" algn="l"/>
                <a:tab pos="393700" algn="l"/>
              </a:tabLst>
            </a:pPr>
            <a:r>
              <a:rPr lang="zh-CN" altLang="en-US" sz="2800" spc="-10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回溯解决方案</a:t>
            </a:r>
            <a:endParaRPr lang="zh-CN" altLang="en-US"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  <a:p>
            <a:pPr marL="742315" lvl="1" indent="-347980">
              <a:lnSpc>
                <a:spcPct val="100000"/>
              </a:lnSpc>
              <a:spcBef>
                <a:spcPts val="615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742315" algn="l"/>
                <a:tab pos="742950" algn="l"/>
              </a:tabLst>
            </a:pPr>
            <a:r>
              <a:rPr lang="zh-CN" altLang="en-US" sz="2400" spc="-5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倒序判断是否选择商品</a:t>
            </a:r>
            <a:endParaRPr lang="zh-CN" altLang="en-US" sz="24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  <a:p>
            <a:pPr marL="742315" lvl="1" indent="-347980">
              <a:lnSpc>
                <a:spcPct val="100000"/>
              </a:lnSpc>
              <a:spcBef>
                <a:spcPts val="575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742315" algn="l"/>
                <a:tab pos="742950" algn="l"/>
              </a:tabLst>
            </a:pPr>
            <a:r>
              <a:rPr lang="zh-CN" altLang="en-US" sz="2400" spc="-5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根据选择结果，确定最优子问题</a:t>
            </a:r>
            <a:endParaRPr lang="zh-CN" altLang="en-US" sz="24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sp>
        <p:nvSpPr>
          <p:cNvPr id="9" name="object 9">
            <a:extLst>
              <a:ext uri="{FF2B5EF4-FFF2-40B4-BE49-F238E27FC236}">
                <a16:creationId xmlns:a16="http://schemas.microsoft.com/office/drawing/2014/main" id="{BCA3327E-7F9A-D043-AFF3-6F37E6F8236B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89486" y="97441"/>
            <a:ext cx="4367252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最优解追</a:t>
            </a: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踪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grpSp>
        <p:nvGrpSpPr>
          <p:cNvPr id="24" name="object 6">
            <a:extLst>
              <a:ext uri="{FF2B5EF4-FFF2-40B4-BE49-F238E27FC236}">
                <a16:creationId xmlns:a16="http://schemas.microsoft.com/office/drawing/2014/main" id="{6DDC1C90-DCCF-B94E-8E5F-BD8957D5153C}"/>
              </a:ext>
            </a:extLst>
          </p:cNvPr>
          <p:cNvGrpSpPr/>
          <p:nvPr/>
        </p:nvGrpSpPr>
        <p:grpSpPr>
          <a:xfrm>
            <a:off x="1613788" y="3745229"/>
            <a:ext cx="8964295" cy="3069590"/>
            <a:chOff x="1613788" y="3745229"/>
            <a:chExt cx="8964295" cy="3069590"/>
          </a:xfrm>
        </p:grpSpPr>
        <p:sp>
          <p:nvSpPr>
            <p:cNvPr id="25" name="object 7">
              <a:extLst>
                <a:ext uri="{FF2B5EF4-FFF2-40B4-BE49-F238E27FC236}">
                  <a16:creationId xmlns:a16="http://schemas.microsoft.com/office/drawing/2014/main" id="{1D1987E2-EA34-5A4B-A2F6-7C6561F711A1}"/>
                </a:ext>
              </a:extLst>
            </p:cNvPr>
            <p:cNvSpPr/>
            <p:nvPr/>
          </p:nvSpPr>
          <p:spPr>
            <a:xfrm>
              <a:off x="1613788" y="3751614"/>
              <a:ext cx="8964295" cy="3056890"/>
            </a:xfrm>
            <a:custGeom>
              <a:avLst/>
              <a:gdLst/>
              <a:ahLst/>
              <a:cxnLst/>
              <a:rect l="l" t="t" r="r" b="b"/>
              <a:pathLst>
                <a:path w="8964295" h="3056890">
                  <a:moveTo>
                    <a:pt x="8964295" y="0"/>
                  </a:moveTo>
                  <a:lnTo>
                    <a:pt x="0" y="0"/>
                  </a:lnTo>
                  <a:lnTo>
                    <a:pt x="0" y="3056509"/>
                  </a:lnTo>
                  <a:lnTo>
                    <a:pt x="8964295" y="3056509"/>
                  </a:lnTo>
                  <a:lnTo>
                    <a:pt x="8964295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8">
              <a:extLst>
                <a:ext uri="{FF2B5EF4-FFF2-40B4-BE49-F238E27FC236}">
                  <a16:creationId xmlns:a16="http://schemas.microsoft.com/office/drawing/2014/main" id="{289C55E5-92C6-1C45-9E03-2C04D3EF5FEA}"/>
                </a:ext>
              </a:extLst>
            </p:cNvPr>
            <p:cNvSpPr/>
            <p:nvPr/>
          </p:nvSpPr>
          <p:spPr>
            <a:xfrm>
              <a:off x="5223002" y="4974145"/>
              <a:ext cx="2677795" cy="611505"/>
            </a:xfrm>
            <a:custGeom>
              <a:avLst/>
              <a:gdLst/>
              <a:ahLst/>
              <a:cxnLst/>
              <a:rect l="l" t="t" r="r" b="b"/>
              <a:pathLst>
                <a:path w="2677795" h="611504">
                  <a:moveTo>
                    <a:pt x="892517" y="0"/>
                  </a:moveTo>
                  <a:lnTo>
                    <a:pt x="0" y="0"/>
                  </a:lnTo>
                  <a:lnTo>
                    <a:pt x="0" y="611314"/>
                  </a:lnTo>
                  <a:lnTo>
                    <a:pt x="892517" y="611314"/>
                  </a:lnTo>
                  <a:lnTo>
                    <a:pt x="892517" y="0"/>
                  </a:lnTo>
                  <a:close/>
                </a:path>
                <a:path w="2677795" h="611504">
                  <a:moveTo>
                    <a:pt x="1785073" y="0"/>
                  </a:moveTo>
                  <a:lnTo>
                    <a:pt x="892556" y="0"/>
                  </a:lnTo>
                  <a:lnTo>
                    <a:pt x="892556" y="611314"/>
                  </a:lnTo>
                  <a:lnTo>
                    <a:pt x="1785073" y="611314"/>
                  </a:lnTo>
                  <a:lnTo>
                    <a:pt x="1785073" y="0"/>
                  </a:lnTo>
                  <a:close/>
                </a:path>
                <a:path w="2677795" h="611504">
                  <a:moveTo>
                    <a:pt x="2677630" y="0"/>
                  </a:moveTo>
                  <a:lnTo>
                    <a:pt x="1785112" y="0"/>
                  </a:lnTo>
                  <a:lnTo>
                    <a:pt x="1785112" y="611314"/>
                  </a:lnTo>
                  <a:lnTo>
                    <a:pt x="2677630" y="611314"/>
                  </a:lnTo>
                  <a:lnTo>
                    <a:pt x="2677630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9">
              <a:extLst>
                <a:ext uri="{FF2B5EF4-FFF2-40B4-BE49-F238E27FC236}">
                  <a16:creationId xmlns:a16="http://schemas.microsoft.com/office/drawing/2014/main" id="{5D24E559-B5BB-0E48-9979-4659DFFABAB3}"/>
                </a:ext>
              </a:extLst>
            </p:cNvPr>
            <p:cNvSpPr/>
            <p:nvPr/>
          </p:nvSpPr>
          <p:spPr>
            <a:xfrm>
              <a:off x="5223002" y="5585498"/>
              <a:ext cx="2677795" cy="611505"/>
            </a:xfrm>
            <a:custGeom>
              <a:avLst/>
              <a:gdLst/>
              <a:ahLst/>
              <a:cxnLst/>
              <a:rect l="l" t="t" r="r" b="b"/>
              <a:pathLst>
                <a:path w="2677795" h="611504">
                  <a:moveTo>
                    <a:pt x="892517" y="0"/>
                  </a:moveTo>
                  <a:lnTo>
                    <a:pt x="0" y="0"/>
                  </a:lnTo>
                  <a:lnTo>
                    <a:pt x="0" y="611314"/>
                  </a:lnTo>
                  <a:lnTo>
                    <a:pt x="892517" y="611314"/>
                  </a:lnTo>
                  <a:lnTo>
                    <a:pt x="892517" y="0"/>
                  </a:lnTo>
                  <a:close/>
                </a:path>
                <a:path w="2677795" h="611504">
                  <a:moveTo>
                    <a:pt x="1785073" y="0"/>
                  </a:moveTo>
                  <a:lnTo>
                    <a:pt x="892556" y="0"/>
                  </a:lnTo>
                  <a:lnTo>
                    <a:pt x="892556" y="611314"/>
                  </a:lnTo>
                  <a:lnTo>
                    <a:pt x="1785073" y="611314"/>
                  </a:lnTo>
                  <a:lnTo>
                    <a:pt x="1785073" y="0"/>
                  </a:lnTo>
                  <a:close/>
                </a:path>
                <a:path w="2677795" h="611504">
                  <a:moveTo>
                    <a:pt x="2677630" y="0"/>
                  </a:moveTo>
                  <a:lnTo>
                    <a:pt x="1785112" y="0"/>
                  </a:lnTo>
                  <a:lnTo>
                    <a:pt x="1785112" y="611314"/>
                  </a:lnTo>
                  <a:lnTo>
                    <a:pt x="2677630" y="611314"/>
                  </a:lnTo>
                  <a:lnTo>
                    <a:pt x="2677630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10">
              <a:extLst>
                <a:ext uri="{FF2B5EF4-FFF2-40B4-BE49-F238E27FC236}">
                  <a16:creationId xmlns:a16="http://schemas.microsoft.com/office/drawing/2014/main" id="{3FE9AA6F-D424-4B4E-82F0-5BF50EB462EA}"/>
                </a:ext>
              </a:extLst>
            </p:cNvPr>
            <p:cNvSpPr/>
            <p:nvPr/>
          </p:nvSpPr>
          <p:spPr>
            <a:xfrm flipH="1">
              <a:off x="6115558" y="3745229"/>
              <a:ext cx="0" cy="3069590"/>
            </a:xfrm>
            <a:custGeom>
              <a:avLst/>
              <a:gdLst/>
              <a:ahLst/>
              <a:cxnLst/>
              <a:rect l="l" t="t" r="r" b="b"/>
              <a:pathLst>
                <a:path h="3069590">
                  <a:moveTo>
                    <a:pt x="0" y="0"/>
                  </a:moveTo>
                  <a:lnTo>
                    <a:pt x="0" y="3069243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11">
              <a:extLst>
                <a:ext uri="{FF2B5EF4-FFF2-40B4-BE49-F238E27FC236}">
                  <a16:creationId xmlns:a16="http://schemas.microsoft.com/office/drawing/2014/main" id="{9E3B75A1-9EC4-F14F-B27F-56FCDB208A99}"/>
                </a:ext>
              </a:extLst>
            </p:cNvPr>
            <p:cNvSpPr/>
            <p:nvPr/>
          </p:nvSpPr>
          <p:spPr>
            <a:xfrm>
              <a:off x="5317744" y="5130545"/>
              <a:ext cx="2245995" cy="780415"/>
            </a:xfrm>
            <a:custGeom>
              <a:avLst/>
              <a:gdLst/>
              <a:ahLst/>
              <a:cxnLst/>
              <a:rect l="l" t="t" r="r" b="b"/>
              <a:pathLst>
                <a:path w="2245995" h="780414">
                  <a:moveTo>
                    <a:pt x="1755648" y="744740"/>
                  </a:moveTo>
                  <a:lnTo>
                    <a:pt x="112928" y="65735"/>
                  </a:lnTo>
                  <a:lnTo>
                    <a:pt x="115951" y="58420"/>
                  </a:lnTo>
                  <a:lnTo>
                    <a:pt x="127508" y="30480"/>
                  </a:lnTo>
                  <a:lnTo>
                    <a:pt x="0" y="39624"/>
                  </a:lnTo>
                  <a:lnTo>
                    <a:pt x="83820" y="136144"/>
                  </a:lnTo>
                  <a:lnTo>
                    <a:pt x="98386" y="100888"/>
                  </a:lnTo>
                  <a:lnTo>
                    <a:pt x="1741170" y="779957"/>
                  </a:lnTo>
                  <a:lnTo>
                    <a:pt x="1755648" y="744740"/>
                  </a:lnTo>
                  <a:close/>
                </a:path>
                <a:path w="2245995" h="780414">
                  <a:moveTo>
                    <a:pt x="2245868" y="114300"/>
                  </a:moveTo>
                  <a:lnTo>
                    <a:pt x="2236343" y="95250"/>
                  </a:lnTo>
                  <a:lnTo>
                    <a:pt x="2188718" y="0"/>
                  </a:lnTo>
                  <a:lnTo>
                    <a:pt x="2131568" y="114300"/>
                  </a:lnTo>
                  <a:lnTo>
                    <a:pt x="2169668" y="114300"/>
                  </a:lnTo>
                  <a:lnTo>
                    <a:pt x="2169668" y="633704"/>
                  </a:lnTo>
                  <a:lnTo>
                    <a:pt x="2207768" y="633704"/>
                  </a:lnTo>
                  <a:lnTo>
                    <a:pt x="2207768" y="114300"/>
                  </a:lnTo>
                  <a:lnTo>
                    <a:pt x="2245868" y="11430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12">
              <a:extLst>
                <a:ext uri="{FF2B5EF4-FFF2-40B4-BE49-F238E27FC236}">
                  <a16:creationId xmlns:a16="http://schemas.microsoft.com/office/drawing/2014/main" id="{2163FA93-5471-2F4F-A35C-D1A338634130}"/>
                </a:ext>
              </a:extLst>
            </p:cNvPr>
            <p:cNvSpPr/>
            <p:nvPr/>
          </p:nvSpPr>
          <p:spPr>
            <a:xfrm>
              <a:off x="5285994" y="5372442"/>
              <a:ext cx="908050" cy="527050"/>
            </a:xfrm>
            <a:custGeom>
              <a:avLst/>
              <a:gdLst/>
              <a:ahLst/>
              <a:cxnLst/>
              <a:rect l="l" t="t" r="r" b="b"/>
              <a:pathLst>
                <a:path w="908050" h="527050">
                  <a:moveTo>
                    <a:pt x="197231" y="71107"/>
                  </a:moveTo>
                  <a:lnTo>
                    <a:pt x="197104" y="60960"/>
                  </a:lnTo>
                  <a:lnTo>
                    <a:pt x="196088" y="57150"/>
                  </a:lnTo>
                  <a:lnTo>
                    <a:pt x="194183" y="53327"/>
                  </a:lnTo>
                  <a:lnTo>
                    <a:pt x="192151" y="48260"/>
                  </a:lnTo>
                  <a:lnTo>
                    <a:pt x="189103" y="44450"/>
                  </a:lnTo>
                  <a:lnTo>
                    <a:pt x="185039" y="40627"/>
                  </a:lnTo>
                  <a:lnTo>
                    <a:pt x="181102" y="36817"/>
                  </a:lnTo>
                  <a:lnTo>
                    <a:pt x="176657" y="34277"/>
                  </a:lnTo>
                  <a:lnTo>
                    <a:pt x="171831" y="31750"/>
                  </a:lnTo>
                  <a:lnTo>
                    <a:pt x="167005" y="29210"/>
                  </a:lnTo>
                  <a:lnTo>
                    <a:pt x="163830" y="27940"/>
                  </a:lnTo>
                  <a:lnTo>
                    <a:pt x="163830" y="53327"/>
                  </a:lnTo>
                  <a:lnTo>
                    <a:pt x="163449" y="59677"/>
                  </a:lnTo>
                  <a:lnTo>
                    <a:pt x="160401" y="67310"/>
                  </a:lnTo>
                  <a:lnTo>
                    <a:pt x="156972" y="76200"/>
                  </a:lnTo>
                  <a:lnTo>
                    <a:pt x="152400" y="82550"/>
                  </a:lnTo>
                  <a:lnTo>
                    <a:pt x="140716" y="92710"/>
                  </a:lnTo>
                  <a:lnTo>
                    <a:pt x="134493" y="95250"/>
                  </a:lnTo>
                  <a:lnTo>
                    <a:pt x="127762" y="95250"/>
                  </a:lnTo>
                  <a:lnTo>
                    <a:pt x="122351" y="96507"/>
                  </a:lnTo>
                  <a:lnTo>
                    <a:pt x="116395" y="95250"/>
                  </a:lnTo>
                  <a:lnTo>
                    <a:pt x="109855" y="93967"/>
                  </a:lnTo>
                  <a:lnTo>
                    <a:pt x="102743" y="91427"/>
                  </a:lnTo>
                  <a:lnTo>
                    <a:pt x="95504" y="87617"/>
                  </a:lnTo>
                  <a:lnTo>
                    <a:pt x="134239" y="31750"/>
                  </a:lnTo>
                  <a:lnTo>
                    <a:pt x="136271" y="31750"/>
                  </a:lnTo>
                  <a:lnTo>
                    <a:pt x="146050" y="35560"/>
                  </a:lnTo>
                  <a:lnTo>
                    <a:pt x="154178" y="39357"/>
                  </a:lnTo>
                  <a:lnTo>
                    <a:pt x="159385" y="43167"/>
                  </a:lnTo>
                  <a:lnTo>
                    <a:pt x="161544" y="48260"/>
                  </a:lnTo>
                  <a:lnTo>
                    <a:pt x="163830" y="53327"/>
                  </a:lnTo>
                  <a:lnTo>
                    <a:pt x="163830" y="27940"/>
                  </a:lnTo>
                  <a:lnTo>
                    <a:pt x="160655" y="26657"/>
                  </a:lnTo>
                  <a:lnTo>
                    <a:pt x="152654" y="22860"/>
                  </a:lnTo>
                  <a:lnTo>
                    <a:pt x="95504" y="0"/>
                  </a:lnTo>
                  <a:lnTo>
                    <a:pt x="90805" y="6350"/>
                  </a:lnTo>
                  <a:lnTo>
                    <a:pt x="93980" y="8877"/>
                  </a:lnTo>
                  <a:lnTo>
                    <a:pt x="96012" y="10160"/>
                  </a:lnTo>
                  <a:lnTo>
                    <a:pt x="96774" y="12700"/>
                  </a:lnTo>
                  <a:lnTo>
                    <a:pt x="97663" y="13957"/>
                  </a:lnTo>
                  <a:lnTo>
                    <a:pt x="97536" y="17767"/>
                  </a:lnTo>
                  <a:lnTo>
                    <a:pt x="96139" y="20307"/>
                  </a:lnTo>
                  <a:lnTo>
                    <a:pt x="94361" y="25400"/>
                  </a:lnTo>
                  <a:lnTo>
                    <a:pt x="92075" y="29210"/>
                  </a:lnTo>
                  <a:lnTo>
                    <a:pt x="89281" y="33007"/>
                  </a:lnTo>
                  <a:lnTo>
                    <a:pt x="29718" y="119367"/>
                  </a:lnTo>
                  <a:lnTo>
                    <a:pt x="24511" y="127000"/>
                  </a:lnTo>
                  <a:lnTo>
                    <a:pt x="20193" y="132067"/>
                  </a:lnTo>
                  <a:lnTo>
                    <a:pt x="16891" y="133350"/>
                  </a:lnTo>
                  <a:lnTo>
                    <a:pt x="13589" y="135877"/>
                  </a:lnTo>
                  <a:lnTo>
                    <a:pt x="9525" y="137160"/>
                  </a:lnTo>
                  <a:lnTo>
                    <a:pt x="4699" y="135877"/>
                  </a:lnTo>
                  <a:lnTo>
                    <a:pt x="0" y="143510"/>
                  </a:lnTo>
                  <a:lnTo>
                    <a:pt x="59309" y="167627"/>
                  </a:lnTo>
                  <a:lnTo>
                    <a:pt x="64008" y="160007"/>
                  </a:lnTo>
                  <a:lnTo>
                    <a:pt x="60198" y="158750"/>
                  </a:lnTo>
                  <a:lnTo>
                    <a:pt x="57785" y="156210"/>
                  </a:lnTo>
                  <a:lnTo>
                    <a:pt x="56642" y="154927"/>
                  </a:lnTo>
                  <a:lnTo>
                    <a:pt x="55372" y="152400"/>
                  </a:lnTo>
                  <a:lnTo>
                    <a:pt x="55499" y="149860"/>
                  </a:lnTo>
                  <a:lnTo>
                    <a:pt x="59055" y="140957"/>
                  </a:lnTo>
                  <a:lnTo>
                    <a:pt x="60071" y="139700"/>
                  </a:lnTo>
                  <a:lnTo>
                    <a:pt x="61087" y="137160"/>
                  </a:lnTo>
                  <a:lnTo>
                    <a:pt x="62357" y="135877"/>
                  </a:lnTo>
                  <a:lnTo>
                    <a:pt x="63881" y="133350"/>
                  </a:lnTo>
                  <a:lnTo>
                    <a:pt x="86995" y="100317"/>
                  </a:lnTo>
                  <a:lnTo>
                    <a:pt x="94107" y="102857"/>
                  </a:lnTo>
                  <a:lnTo>
                    <a:pt x="97917" y="104127"/>
                  </a:lnTo>
                  <a:lnTo>
                    <a:pt x="100584" y="106667"/>
                  </a:lnTo>
                  <a:lnTo>
                    <a:pt x="103886" y="111760"/>
                  </a:lnTo>
                  <a:lnTo>
                    <a:pt x="104775" y="114300"/>
                  </a:lnTo>
                  <a:lnTo>
                    <a:pt x="104775" y="123177"/>
                  </a:lnTo>
                  <a:lnTo>
                    <a:pt x="104394" y="127000"/>
                  </a:lnTo>
                  <a:lnTo>
                    <a:pt x="103124" y="133350"/>
                  </a:lnTo>
                  <a:lnTo>
                    <a:pt x="98933" y="153657"/>
                  </a:lnTo>
                  <a:lnTo>
                    <a:pt x="97548" y="161277"/>
                  </a:lnTo>
                  <a:lnTo>
                    <a:pt x="96469" y="168910"/>
                  </a:lnTo>
                  <a:lnTo>
                    <a:pt x="95694" y="175260"/>
                  </a:lnTo>
                  <a:lnTo>
                    <a:pt x="95250" y="181610"/>
                  </a:lnTo>
                  <a:lnTo>
                    <a:pt x="136144" y="199377"/>
                  </a:lnTo>
                  <a:lnTo>
                    <a:pt x="140843" y="191757"/>
                  </a:lnTo>
                  <a:lnTo>
                    <a:pt x="137922" y="189217"/>
                  </a:lnTo>
                  <a:lnTo>
                    <a:pt x="135763" y="187960"/>
                  </a:lnTo>
                  <a:lnTo>
                    <a:pt x="134493" y="185407"/>
                  </a:lnTo>
                  <a:lnTo>
                    <a:pt x="133350" y="182867"/>
                  </a:lnTo>
                  <a:lnTo>
                    <a:pt x="132588" y="180327"/>
                  </a:lnTo>
                  <a:lnTo>
                    <a:pt x="132499" y="175260"/>
                  </a:lnTo>
                  <a:lnTo>
                    <a:pt x="132461" y="173977"/>
                  </a:lnTo>
                  <a:lnTo>
                    <a:pt x="132969" y="170167"/>
                  </a:lnTo>
                  <a:lnTo>
                    <a:pt x="137287" y="146050"/>
                  </a:lnTo>
                  <a:lnTo>
                    <a:pt x="138557" y="138417"/>
                  </a:lnTo>
                  <a:lnTo>
                    <a:pt x="132588" y="114300"/>
                  </a:lnTo>
                  <a:lnTo>
                    <a:pt x="132969" y="113017"/>
                  </a:lnTo>
                  <a:lnTo>
                    <a:pt x="144322" y="113017"/>
                  </a:lnTo>
                  <a:lnTo>
                    <a:pt x="154584" y="111760"/>
                  </a:lnTo>
                  <a:lnTo>
                    <a:pt x="163753" y="109207"/>
                  </a:lnTo>
                  <a:lnTo>
                    <a:pt x="171831" y="106667"/>
                  </a:lnTo>
                  <a:lnTo>
                    <a:pt x="178917" y="101600"/>
                  </a:lnTo>
                  <a:lnTo>
                    <a:pt x="180441" y="100317"/>
                  </a:lnTo>
                  <a:lnTo>
                    <a:pt x="184988" y="96507"/>
                  </a:lnTo>
                  <a:lnTo>
                    <a:pt x="190017" y="88900"/>
                  </a:lnTo>
                  <a:lnTo>
                    <a:pt x="194056" y="81267"/>
                  </a:lnTo>
                  <a:lnTo>
                    <a:pt x="196215" y="76200"/>
                  </a:lnTo>
                  <a:lnTo>
                    <a:pt x="197231" y="71107"/>
                  </a:lnTo>
                  <a:close/>
                </a:path>
                <a:path w="908050" h="527050">
                  <a:moveTo>
                    <a:pt x="314464" y="153657"/>
                  </a:moveTo>
                  <a:lnTo>
                    <a:pt x="311111" y="142227"/>
                  </a:lnTo>
                  <a:lnTo>
                    <a:pt x="302082" y="133350"/>
                  </a:lnTo>
                  <a:lnTo>
                    <a:pt x="287401" y="125717"/>
                  </a:lnTo>
                  <a:lnTo>
                    <a:pt x="286893" y="125552"/>
                  </a:lnTo>
                  <a:lnTo>
                    <a:pt x="286893" y="144767"/>
                  </a:lnTo>
                  <a:lnTo>
                    <a:pt x="286512" y="148577"/>
                  </a:lnTo>
                  <a:lnTo>
                    <a:pt x="257517" y="170167"/>
                  </a:lnTo>
                  <a:lnTo>
                    <a:pt x="249072" y="168910"/>
                  </a:lnTo>
                  <a:lnTo>
                    <a:pt x="239712" y="167627"/>
                  </a:lnTo>
                  <a:lnTo>
                    <a:pt x="229489" y="163817"/>
                  </a:lnTo>
                  <a:lnTo>
                    <a:pt x="236296" y="156210"/>
                  </a:lnTo>
                  <a:lnTo>
                    <a:pt x="243001" y="148577"/>
                  </a:lnTo>
                  <a:lnTo>
                    <a:pt x="249631" y="143510"/>
                  </a:lnTo>
                  <a:lnTo>
                    <a:pt x="256159" y="139700"/>
                  </a:lnTo>
                  <a:lnTo>
                    <a:pt x="264668" y="134607"/>
                  </a:lnTo>
                  <a:lnTo>
                    <a:pt x="285877" y="142227"/>
                  </a:lnTo>
                  <a:lnTo>
                    <a:pt x="286893" y="144767"/>
                  </a:lnTo>
                  <a:lnTo>
                    <a:pt x="286893" y="125552"/>
                  </a:lnTo>
                  <a:lnTo>
                    <a:pt x="272897" y="120650"/>
                  </a:lnTo>
                  <a:lnTo>
                    <a:pt x="265772" y="119367"/>
                  </a:lnTo>
                  <a:lnTo>
                    <a:pt x="251714" y="119367"/>
                  </a:lnTo>
                  <a:lnTo>
                    <a:pt x="214109" y="134607"/>
                  </a:lnTo>
                  <a:lnTo>
                    <a:pt x="208661" y="139700"/>
                  </a:lnTo>
                  <a:lnTo>
                    <a:pt x="203073" y="144767"/>
                  </a:lnTo>
                  <a:lnTo>
                    <a:pt x="197739" y="151117"/>
                  </a:lnTo>
                  <a:lnTo>
                    <a:pt x="192913" y="158750"/>
                  </a:lnTo>
                  <a:lnTo>
                    <a:pt x="189230" y="165100"/>
                  </a:lnTo>
                  <a:lnTo>
                    <a:pt x="186690" y="168910"/>
                  </a:lnTo>
                  <a:lnTo>
                    <a:pt x="185039" y="173977"/>
                  </a:lnTo>
                  <a:lnTo>
                    <a:pt x="181610" y="181610"/>
                  </a:lnTo>
                  <a:lnTo>
                    <a:pt x="180301" y="189217"/>
                  </a:lnTo>
                  <a:lnTo>
                    <a:pt x="201168" y="227317"/>
                  </a:lnTo>
                  <a:lnTo>
                    <a:pt x="225882" y="236207"/>
                  </a:lnTo>
                  <a:lnTo>
                    <a:pt x="249720" y="236207"/>
                  </a:lnTo>
                  <a:lnTo>
                    <a:pt x="266153" y="231127"/>
                  </a:lnTo>
                  <a:lnTo>
                    <a:pt x="274574" y="227317"/>
                  </a:lnTo>
                  <a:lnTo>
                    <a:pt x="271970" y="220967"/>
                  </a:lnTo>
                  <a:lnTo>
                    <a:pt x="268859" y="213360"/>
                  </a:lnTo>
                  <a:lnTo>
                    <a:pt x="261569" y="217157"/>
                  </a:lnTo>
                  <a:lnTo>
                    <a:pt x="254965" y="218427"/>
                  </a:lnTo>
                  <a:lnTo>
                    <a:pt x="249047" y="219710"/>
                  </a:lnTo>
                  <a:lnTo>
                    <a:pt x="243840" y="220967"/>
                  </a:lnTo>
                  <a:lnTo>
                    <a:pt x="237236" y="220967"/>
                  </a:lnTo>
                  <a:lnTo>
                    <a:pt x="212598" y="205727"/>
                  </a:lnTo>
                  <a:lnTo>
                    <a:pt x="211074" y="201917"/>
                  </a:lnTo>
                  <a:lnTo>
                    <a:pt x="211709" y="195567"/>
                  </a:lnTo>
                  <a:lnTo>
                    <a:pt x="214630" y="187960"/>
                  </a:lnTo>
                  <a:lnTo>
                    <a:pt x="216662" y="184150"/>
                  </a:lnTo>
                  <a:lnTo>
                    <a:pt x="218948" y="179057"/>
                  </a:lnTo>
                  <a:lnTo>
                    <a:pt x="221869" y="175260"/>
                  </a:lnTo>
                  <a:lnTo>
                    <a:pt x="232130" y="179057"/>
                  </a:lnTo>
                  <a:lnTo>
                    <a:pt x="241769" y="181610"/>
                  </a:lnTo>
                  <a:lnTo>
                    <a:pt x="250799" y="184150"/>
                  </a:lnTo>
                  <a:lnTo>
                    <a:pt x="259207" y="185407"/>
                  </a:lnTo>
                  <a:lnTo>
                    <a:pt x="266941" y="186677"/>
                  </a:lnTo>
                  <a:lnTo>
                    <a:pt x="273951" y="187960"/>
                  </a:lnTo>
                  <a:lnTo>
                    <a:pt x="280225" y="187960"/>
                  </a:lnTo>
                  <a:lnTo>
                    <a:pt x="285750" y="186677"/>
                  </a:lnTo>
                  <a:lnTo>
                    <a:pt x="292735" y="185407"/>
                  </a:lnTo>
                  <a:lnTo>
                    <a:pt x="298196" y="182867"/>
                  </a:lnTo>
                  <a:lnTo>
                    <a:pt x="306451" y="175260"/>
                  </a:lnTo>
                  <a:lnTo>
                    <a:pt x="309753" y="171450"/>
                  </a:lnTo>
                  <a:lnTo>
                    <a:pt x="310235" y="170167"/>
                  </a:lnTo>
                  <a:lnTo>
                    <a:pt x="312166" y="165100"/>
                  </a:lnTo>
                  <a:lnTo>
                    <a:pt x="314464" y="153657"/>
                  </a:lnTo>
                  <a:close/>
                </a:path>
                <a:path w="908050" h="527050">
                  <a:moveTo>
                    <a:pt x="446151" y="195567"/>
                  </a:moveTo>
                  <a:lnTo>
                    <a:pt x="442214" y="193027"/>
                  </a:lnTo>
                  <a:lnTo>
                    <a:pt x="437388" y="189217"/>
                  </a:lnTo>
                  <a:lnTo>
                    <a:pt x="431673" y="185407"/>
                  </a:lnTo>
                  <a:lnTo>
                    <a:pt x="426085" y="182867"/>
                  </a:lnTo>
                  <a:lnTo>
                    <a:pt x="420624" y="180327"/>
                  </a:lnTo>
                  <a:lnTo>
                    <a:pt x="415544" y="177800"/>
                  </a:lnTo>
                  <a:lnTo>
                    <a:pt x="404850" y="173977"/>
                  </a:lnTo>
                  <a:lnTo>
                    <a:pt x="383997" y="171450"/>
                  </a:lnTo>
                  <a:lnTo>
                    <a:pt x="373888" y="172707"/>
                  </a:lnTo>
                  <a:lnTo>
                    <a:pt x="364045" y="175260"/>
                  </a:lnTo>
                  <a:lnTo>
                    <a:pt x="330352" y="199377"/>
                  </a:lnTo>
                  <a:lnTo>
                    <a:pt x="311277" y="234950"/>
                  </a:lnTo>
                  <a:lnTo>
                    <a:pt x="309765" y="243827"/>
                  </a:lnTo>
                  <a:lnTo>
                    <a:pt x="309892" y="252717"/>
                  </a:lnTo>
                  <a:lnTo>
                    <a:pt x="334518" y="281927"/>
                  </a:lnTo>
                  <a:lnTo>
                    <a:pt x="355942" y="287007"/>
                  </a:lnTo>
                  <a:lnTo>
                    <a:pt x="370306" y="287007"/>
                  </a:lnTo>
                  <a:lnTo>
                    <a:pt x="377863" y="285750"/>
                  </a:lnTo>
                  <a:lnTo>
                    <a:pt x="385787" y="283210"/>
                  </a:lnTo>
                  <a:lnTo>
                    <a:pt x="394081" y="280657"/>
                  </a:lnTo>
                  <a:lnTo>
                    <a:pt x="390766" y="271767"/>
                  </a:lnTo>
                  <a:lnTo>
                    <a:pt x="388874" y="266700"/>
                  </a:lnTo>
                  <a:lnTo>
                    <a:pt x="380619" y="269227"/>
                  </a:lnTo>
                  <a:lnTo>
                    <a:pt x="373761" y="271767"/>
                  </a:lnTo>
                  <a:lnTo>
                    <a:pt x="356870" y="271767"/>
                  </a:lnTo>
                  <a:lnTo>
                    <a:pt x="351663" y="269227"/>
                  </a:lnTo>
                  <a:lnTo>
                    <a:pt x="345300" y="265417"/>
                  </a:lnTo>
                  <a:lnTo>
                    <a:pt x="342023" y="259067"/>
                  </a:lnTo>
                  <a:lnTo>
                    <a:pt x="341820" y="251460"/>
                  </a:lnTo>
                  <a:lnTo>
                    <a:pt x="344678" y="241300"/>
                  </a:lnTo>
                  <a:lnTo>
                    <a:pt x="347764" y="234950"/>
                  </a:lnTo>
                  <a:lnTo>
                    <a:pt x="351739" y="227317"/>
                  </a:lnTo>
                  <a:lnTo>
                    <a:pt x="356577" y="220967"/>
                  </a:lnTo>
                  <a:lnTo>
                    <a:pt x="362331" y="213360"/>
                  </a:lnTo>
                  <a:lnTo>
                    <a:pt x="368388" y="205727"/>
                  </a:lnTo>
                  <a:lnTo>
                    <a:pt x="374408" y="200660"/>
                  </a:lnTo>
                  <a:lnTo>
                    <a:pt x="380339" y="195567"/>
                  </a:lnTo>
                  <a:lnTo>
                    <a:pt x="393954" y="186677"/>
                  </a:lnTo>
                  <a:lnTo>
                    <a:pt x="400685" y="185407"/>
                  </a:lnTo>
                  <a:lnTo>
                    <a:pt x="406273" y="187960"/>
                  </a:lnTo>
                  <a:lnTo>
                    <a:pt x="409575" y="189217"/>
                  </a:lnTo>
                  <a:lnTo>
                    <a:pt x="411607" y="191757"/>
                  </a:lnTo>
                  <a:lnTo>
                    <a:pt x="412877" y="198107"/>
                  </a:lnTo>
                  <a:lnTo>
                    <a:pt x="412115" y="201917"/>
                  </a:lnTo>
                  <a:lnTo>
                    <a:pt x="409956" y="208267"/>
                  </a:lnTo>
                  <a:lnTo>
                    <a:pt x="408432" y="210807"/>
                  </a:lnTo>
                  <a:lnTo>
                    <a:pt x="407670" y="213360"/>
                  </a:lnTo>
                  <a:lnTo>
                    <a:pt x="428244" y="220967"/>
                  </a:lnTo>
                  <a:lnTo>
                    <a:pt x="446151" y="195567"/>
                  </a:lnTo>
                  <a:close/>
                </a:path>
                <a:path w="908050" h="527050">
                  <a:moveTo>
                    <a:pt x="553974" y="163360"/>
                  </a:moveTo>
                  <a:lnTo>
                    <a:pt x="543420" y="159042"/>
                  </a:lnTo>
                  <a:lnTo>
                    <a:pt x="502793" y="142405"/>
                  </a:lnTo>
                  <a:lnTo>
                    <a:pt x="413512" y="361175"/>
                  </a:lnTo>
                  <a:lnTo>
                    <a:pt x="464693" y="382054"/>
                  </a:lnTo>
                  <a:lnTo>
                    <a:pt x="468249" y="373227"/>
                  </a:lnTo>
                  <a:lnTo>
                    <a:pt x="436118" y="360121"/>
                  </a:lnTo>
                  <a:lnTo>
                    <a:pt x="518160" y="159042"/>
                  </a:lnTo>
                  <a:lnTo>
                    <a:pt x="550291" y="172123"/>
                  </a:lnTo>
                  <a:lnTo>
                    <a:pt x="553974" y="163360"/>
                  </a:lnTo>
                  <a:close/>
                </a:path>
                <a:path w="908050" h="527050">
                  <a:moveTo>
                    <a:pt x="908050" y="307822"/>
                  </a:moveTo>
                  <a:lnTo>
                    <a:pt x="856869" y="286943"/>
                  </a:lnTo>
                  <a:lnTo>
                    <a:pt x="853313" y="295770"/>
                  </a:lnTo>
                  <a:lnTo>
                    <a:pt x="885444" y="308889"/>
                  </a:lnTo>
                  <a:lnTo>
                    <a:pt x="803275" y="509981"/>
                  </a:lnTo>
                  <a:lnTo>
                    <a:pt x="771271" y="496862"/>
                  </a:lnTo>
                  <a:lnTo>
                    <a:pt x="767588" y="505701"/>
                  </a:lnTo>
                  <a:lnTo>
                    <a:pt x="818769" y="526580"/>
                  </a:lnTo>
                  <a:lnTo>
                    <a:pt x="825538" y="509981"/>
                  </a:lnTo>
                  <a:lnTo>
                    <a:pt x="908050" y="30782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31" name="object 13">
            <a:extLst>
              <a:ext uri="{FF2B5EF4-FFF2-40B4-BE49-F238E27FC236}">
                <a16:creationId xmlns:a16="http://schemas.microsoft.com/office/drawing/2014/main" id="{85F1F73A-8CC1-5B4D-BFEE-0A377536E148}"/>
              </a:ext>
            </a:extLst>
          </p:cNvPr>
          <p:cNvGraphicFramePr>
            <a:graphicFrameLocks noGrp="1"/>
          </p:cNvGraphicFramePr>
          <p:nvPr/>
        </p:nvGraphicFramePr>
        <p:xfrm>
          <a:off x="1607438" y="3745229"/>
          <a:ext cx="9098913" cy="30543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315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921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921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921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591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2519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96583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95631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89217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89217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610870">
                <a:tc>
                  <a:txBody>
                    <a:bodyPr/>
                    <a:lstStyle/>
                    <a:p>
                      <a:pPr marR="59055" algn="ctr">
                        <a:lnSpc>
                          <a:spcPct val="100000"/>
                        </a:lnSpc>
                        <a:spcBef>
                          <a:spcPts val="1075"/>
                        </a:spcBef>
                      </a:pPr>
                      <a:r>
                        <a:rPr sz="21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2100" spc="-9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21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𝒄]</a:t>
                      </a:r>
                      <a:endParaRPr sz="2100">
                        <a:latin typeface="Cambria Math"/>
                        <a:cs typeface="Cambria Math"/>
                      </a:endParaRPr>
                    </a:p>
                  </a:txBody>
                  <a:tcPr marL="0" marR="0" marT="1365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57785" algn="ctr">
                        <a:lnSpc>
                          <a:spcPct val="100000"/>
                        </a:lnSpc>
                        <a:spcBef>
                          <a:spcPts val="1075"/>
                        </a:spcBef>
                      </a:pPr>
                      <a:r>
                        <a:rPr sz="21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2100" spc="1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21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2100" spc="1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21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2100">
                        <a:latin typeface="Cambria Math"/>
                        <a:cs typeface="Cambria Math"/>
                      </a:endParaRPr>
                    </a:p>
                  </a:txBody>
                  <a:tcPr marL="0" marR="0" marT="1365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75"/>
                        </a:spcBef>
                      </a:pPr>
                      <a:r>
                        <a:rPr sz="21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1365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075"/>
                        </a:spcBef>
                      </a:pPr>
                      <a:r>
                        <a:rPr sz="21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1365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3655" algn="ctr">
                        <a:lnSpc>
                          <a:spcPct val="100000"/>
                        </a:lnSpc>
                        <a:spcBef>
                          <a:spcPts val="1075"/>
                        </a:spcBef>
                      </a:pPr>
                      <a:r>
                        <a:rPr sz="21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136525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4800" algn="r">
                        <a:lnSpc>
                          <a:spcPct val="100000"/>
                        </a:lnSpc>
                        <a:spcBef>
                          <a:spcPts val="1075"/>
                        </a:spcBef>
                      </a:pPr>
                      <a:r>
                        <a:rPr sz="21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…</a:t>
                      </a: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136525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67310" algn="ctr">
                        <a:lnSpc>
                          <a:spcPct val="100000"/>
                        </a:lnSpc>
                        <a:spcBef>
                          <a:spcPts val="1075"/>
                        </a:spcBef>
                      </a:pPr>
                      <a:r>
                        <a:rPr sz="21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1365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69850" algn="ctr">
                        <a:lnSpc>
                          <a:spcPct val="100000"/>
                        </a:lnSpc>
                        <a:spcBef>
                          <a:spcPts val="1075"/>
                        </a:spcBef>
                      </a:pPr>
                      <a:r>
                        <a:rPr sz="21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1365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75"/>
                        </a:spcBef>
                      </a:pPr>
                      <a:r>
                        <a:rPr sz="21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1365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75"/>
                        </a:spcBef>
                      </a:pPr>
                      <a:r>
                        <a:rPr sz="21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1365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10870">
                <a:tc>
                  <a:txBody>
                    <a:bodyPr/>
                    <a:lstStyle/>
                    <a:p>
                      <a:pPr marR="57785" algn="ctr">
                        <a:lnSpc>
                          <a:spcPct val="100000"/>
                        </a:lnSpc>
                        <a:spcBef>
                          <a:spcPts val="1080"/>
                        </a:spcBef>
                      </a:pPr>
                      <a:r>
                        <a:rPr sz="21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2100" spc="12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21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2100" spc="12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2100" spc="-50">
                          <a:latin typeface="Cambria Math"/>
                          <a:cs typeface="Cambria Math"/>
                        </a:rPr>
                        <a:t>𝟎</a:t>
                      </a:r>
                      <a:endParaRPr sz="2100">
                        <a:latin typeface="Cambria Math"/>
                        <a:cs typeface="Cambria Math"/>
                      </a:endParaRPr>
                    </a:p>
                  </a:txBody>
                  <a:tcPr marL="0" marR="0" marT="1371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80"/>
                        </a:spcBef>
                      </a:pPr>
                      <a:r>
                        <a:rPr sz="2100" b="1">
                          <a:latin typeface="Times New Roman"/>
                          <a:cs typeface="Times New Roman"/>
                        </a:rPr>
                        <a:t>0</a:t>
                      </a: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1371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80"/>
                        </a:spcBef>
                      </a:pPr>
                      <a:r>
                        <a:rPr sz="2100" b="1">
                          <a:latin typeface="Times New Roman"/>
                          <a:cs typeface="Times New Roman"/>
                        </a:rPr>
                        <a:t>0</a:t>
                      </a: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1371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080"/>
                        </a:spcBef>
                      </a:pPr>
                      <a:r>
                        <a:rPr sz="2100" b="1">
                          <a:latin typeface="Times New Roman"/>
                          <a:cs typeface="Times New Roman"/>
                        </a:rPr>
                        <a:t>0</a:t>
                      </a: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1371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3655" algn="ctr">
                        <a:lnSpc>
                          <a:spcPct val="100000"/>
                        </a:lnSpc>
                        <a:spcBef>
                          <a:spcPts val="1080"/>
                        </a:spcBef>
                      </a:pPr>
                      <a:r>
                        <a:rPr sz="2100" b="1">
                          <a:latin typeface="Times New Roman"/>
                          <a:cs typeface="Times New Roman"/>
                        </a:rPr>
                        <a:t>0</a:t>
                      </a: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13716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4800" algn="r">
                        <a:lnSpc>
                          <a:spcPct val="100000"/>
                        </a:lnSpc>
                        <a:spcBef>
                          <a:spcPts val="1080"/>
                        </a:spcBef>
                      </a:pPr>
                      <a:r>
                        <a:rPr sz="2100" b="1">
                          <a:latin typeface="Times New Roman"/>
                          <a:cs typeface="Times New Roman"/>
                        </a:rPr>
                        <a:t>…</a:t>
                      </a: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13716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marR="67310" algn="ctr">
                        <a:lnSpc>
                          <a:spcPct val="100000"/>
                        </a:lnSpc>
                        <a:spcBef>
                          <a:spcPts val="1080"/>
                        </a:spcBef>
                      </a:pPr>
                      <a:r>
                        <a:rPr sz="2100" b="1">
                          <a:latin typeface="Times New Roman"/>
                          <a:cs typeface="Times New Roman"/>
                        </a:rPr>
                        <a:t>0</a:t>
                      </a: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1371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marR="57785" algn="ctr">
                        <a:lnSpc>
                          <a:spcPct val="100000"/>
                        </a:lnSpc>
                        <a:spcBef>
                          <a:spcPts val="1080"/>
                        </a:spcBef>
                      </a:pPr>
                      <a:r>
                        <a:rPr sz="2100" b="1">
                          <a:latin typeface="Times New Roman"/>
                          <a:cs typeface="Times New Roman"/>
                        </a:rPr>
                        <a:t>0</a:t>
                      </a: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1371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080"/>
                        </a:spcBef>
                      </a:pPr>
                      <a:r>
                        <a:rPr sz="2100" b="1">
                          <a:latin typeface="Times New Roman"/>
                          <a:cs typeface="Times New Roman"/>
                        </a:rPr>
                        <a:t>0</a:t>
                      </a: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1371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080"/>
                        </a:spcBef>
                      </a:pPr>
                      <a:r>
                        <a:rPr sz="2100" b="1">
                          <a:latin typeface="Times New Roman"/>
                          <a:cs typeface="Times New Roman"/>
                        </a:rPr>
                        <a:t>0</a:t>
                      </a: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1371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108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75"/>
                        </a:spcBef>
                      </a:pPr>
                      <a:r>
                        <a:rPr sz="2100" b="1">
                          <a:latin typeface="Times New Roman"/>
                          <a:cs typeface="Times New Roman"/>
                        </a:rPr>
                        <a:t>1</a:t>
                      </a: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1365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75"/>
                        </a:spcBef>
                      </a:pPr>
                      <a:r>
                        <a:rPr sz="2100" b="1">
                          <a:latin typeface="Times New Roman"/>
                          <a:cs typeface="Times New Roman"/>
                        </a:rPr>
                        <a:t>0</a:t>
                      </a: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1365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6731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1550">
                        <a:latin typeface="Times New Roman"/>
                        <a:cs typeface="Times New Roman"/>
                      </a:endParaRPr>
                    </a:p>
                    <a:p>
                      <a:pPr algn="r">
                        <a:lnSpc>
                          <a:spcPct val="100000"/>
                        </a:lnSpc>
                      </a:pPr>
                      <a:r>
                        <a:rPr sz="2000" spc="-25">
                          <a:latin typeface="Cambria Math"/>
                          <a:cs typeface="Cambria Math"/>
                        </a:rPr>
                        <a:t>𝑹𝒆</a:t>
                      </a:r>
                      <a:endParaRPr sz="2000">
                        <a:latin typeface="Cambria Math"/>
                        <a:cs typeface="Cambria Math"/>
                      </a:endParaRPr>
                    </a:p>
                  </a:txBody>
                  <a:tcPr marL="0" marR="0" marT="444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5778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1550">
                        <a:latin typeface="Times New Roman"/>
                        <a:cs typeface="Times New Roman"/>
                      </a:endParaRPr>
                    </a:p>
                    <a:p>
                      <a:pPr marL="70485">
                        <a:lnSpc>
                          <a:spcPct val="100000"/>
                        </a:lnSpc>
                        <a:tabLst>
                          <a:tab pos="763905" algn="l"/>
                        </a:tabLst>
                      </a:pPr>
                      <a:r>
                        <a:rPr sz="2000"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2000" spc="254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2000" spc="-10">
                          <a:latin typeface="Cambria Math"/>
                          <a:cs typeface="Cambria Math"/>
                        </a:rPr>
                        <a:t>𝒊,</a:t>
                      </a:r>
                      <a:r>
                        <a:rPr sz="2000" spc="-114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2000" spc="-50"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2000">
                          <a:latin typeface="Cambria Math"/>
                          <a:cs typeface="Cambria Math"/>
                        </a:rPr>
                        <a:t>	</a:t>
                      </a:r>
                      <a:r>
                        <a:rPr sz="2000" spc="-50">
                          <a:latin typeface="Cambria Math"/>
                          <a:cs typeface="Cambria Math"/>
                        </a:rPr>
                        <a:t>=</a:t>
                      </a:r>
                      <a:endParaRPr sz="2000">
                        <a:latin typeface="Cambria Math"/>
                        <a:cs typeface="Cambria Math"/>
                      </a:endParaRPr>
                    </a:p>
                  </a:txBody>
                  <a:tcPr marL="0" marR="0" marT="444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1550">
                        <a:latin typeface="Times New Roman"/>
                        <a:cs typeface="Times New Roman"/>
                      </a:endParaRPr>
                    </a:p>
                    <a:p>
                      <a:pPr marL="132715">
                        <a:lnSpc>
                          <a:spcPct val="100000"/>
                        </a:lnSpc>
                      </a:pPr>
                      <a:r>
                        <a:rPr sz="2000" spc="-50">
                          <a:latin typeface="Cambria Math"/>
                          <a:cs typeface="Cambria Math"/>
                        </a:rPr>
                        <a:t>𝟎</a:t>
                      </a:r>
                      <a:endParaRPr sz="2000">
                        <a:latin typeface="Cambria Math"/>
                        <a:cs typeface="Cambria Math"/>
                      </a:endParaRPr>
                    </a:p>
                  </a:txBody>
                  <a:tcPr marL="0" marR="0" marT="444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108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80"/>
                        </a:spcBef>
                      </a:pPr>
                      <a:r>
                        <a:rPr sz="2100" b="1">
                          <a:latin typeface="Times New Roman"/>
                          <a:cs typeface="Times New Roman"/>
                        </a:rPr>
                        <a:t>…</a:t>
                      </a: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1371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80"/>
                        </a:spcBef>
                      </a:pPr>
                      <a:r>
                        <a:rPr sz="2100" b="1">
                          <a:latin typeface="Times New Roman"/>
                          <a:cs typeface="Times New Roman"/>
                        </a:rPr>
                        <a:t>0</a:t>
                      </a: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1371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2230" marR="67310">
                        <a:lnSpc>
                          <a:spcPct val="100000"/>
                        </a:lnSpc>
                        <a:spcBef>
                          <a:spcPts val="1080"/>
                        </a:spcBef>
                      </a:pPr>
                      <a:r>
                        <a:rPr sz="2100" spc="-10"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2100" spc="-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2100" spc="-25">
                          <a:latin typeface="Cambria Math"/>
                          <a:cs typeface="Cambria Math"/>
                        </a:rPr>
                        <a:t>𝒄]</a:t>
                      </a:r>
                      <a:endParaRPr sz="2100">
                        <a:latin typeface="Cambria Math"/>
                        <a:cs typeface="Cambria Math"/>
                      </a:endParaRPr>
                    </a:p>
                  </a:txBody>
                  <a:tcPr marL="0" marR="0" marT="1371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57785"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610870">
                <a:tc>
                  <a:txBody>
                    <a:bodyPr/>
                    <a:lstStyle/>
                    <a:p>
                      <a:pPr marR="59055" algn="ctr">
                        <a:lnSpc>
                          <a:spcPct val="100000"/>
                        </a:lnSpc>
                        <a:spcBef>
                          <a:spcPts val="1080"/>
                        </a:spcBef>
                      </a:pPr>
                      <a:r>
                        <a:rPr sz="2100" spc="-50">
                          <a:latin typeface="Cambria Math"/>
                          <a:cs typeface="Cambria Math"/>
                        </a:rPr>
                        <a:t>𝒏</a:t>
                      </a:r>
                      <a:endParaRPr sz="2100">
                        <a:latin typeface="Cambria Math"/>
                        <a:cs typeface="Cambria Math"/>
                      </a:endParaRPr>
                    </a:p>
                  </a:txBody>
                  <a:tcPr marL="0" marR="0" marT="1371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80"/>
                        </a:spcBef>
                      </a:pPr>
                      <a:r>
                        <a:rPr sz="2100" b="1">
                          <a:latin typeface="Times New Roman"/>
                          <a:cs typeface="Times New Roman"/>
                        </a:rPr>
                        <a:t>0</a:t>
                      </a: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1371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67310"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57785"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pic>
        <p:nvPicPr>
          <p:cNvPr id="32" name="object 14">
            <a:extLst>
              <a:ext uri="{FF2B5EF4-FFF2-40B4-BE49-F238E27FC236}">
                <a16:creationId xmlns:a16="http://schemas.microsoft.com/office/drawing/2014/main" id="{09E23E7F-221D-9A42-9FCD-2BF545BB7047}"/>
              </a:ext>
            </a:extLst>
          </p:cNvPr>
          <p:cNvPicPr/>
          <p:nvPr/>
        </p:nvPicPr>
        <p:blipFill>
          <a:blip r:embed="rId2"/>
          <a:stretch>
            <a:fillRect/>
          </a:stretch>
        </p:blipFill>
        <p:spPr>
          <a:xfrm>
            <a:off x="5794502" y="5573521"/>
            <a:ext cx="120142" cy="211467"/>
          </a:xfrm>
          <a:prstGeom prst="rect">
            <a:avLst/>
          </a:prstGeom>
        </p:spPr>
      </p:pic>
      <p:pic>
        <p:nvPicPr>
          <p:cNvPr id="33" name="object 15">
            <a:extLst>
              <a:ext uri="{FF2B5EF4-FFF2-40B4-BE49-F238E27FC236}">
                <a16:creationId xmlns:a16="http://schemas.microsoft.com/office/drawing/2014/main" id="{2B34D2D0-1E74-724E-BB47-7B2A494C473D}"/>
              </a:ext>
            </a:extLst>
          </p:cNvPr>
          <p:cNvPicPr/>
          <p:nvPr/>
        </p:nvPicPr>
        <p:blipFill>
          <a:blip r:embed="rId3"/>
          <a:stretch>
            <a:fillRect/>
          </a:stretch>
        </p:blipFill>
        <p:spPr>
          <a:xfrm>
            <a:off x="5971063" y="5696663"/>
            <a:ext cx="136366" cy="115974"/>
          </a:xfrm>
          <a:prstGeom prst="rect">
            <a:avLst/>
          </a:prstGeom>
        </p:spPr>
      </p:pic>
      <p:pic>
        <p:nvPicPr>
          <p:cNvPr id="34" name="object 16">
            <a:extLst>
              <a:ext uri="{FF2B5EF4-FFF2-40B4-BE49-F238E27FC236}">
                <a16:creationId xmlns:a16="http://schemas.microsoft.com/office/drawing/2014/main" id="{1CED045D-7A27-E141-92CD-7B202660CFF7}"/>
              </a:ext>
            </a:extLst>
          </p:cNvPr>
          <p:cNvPicPr/>
          <p:nvPr/>
        </p:nvPicPr>
        <p:blipFill>
          <a:blip r:embed="rId4"/>
          <a:stretch>
            <a:fillRect/>
          </a:stretch>
        </p:blipFill>
        <p:spPr>
          <a:xfrm>
            <a:off x="6245859" y="5802376"/>
            <a:ext cx="167004" cy="120548"/>
          </a:xfrm>
          <a:prstGeom prst="rect">
            <a:avLst/>
          </a:prstGeom>
        </p:spPr>
      </p:pic>
      <p:pic>
        <p:nvPicPr>
          <p:cNvPr id="35" name="object 17">
            <a:extLst>
              <a:ext uri="{FF2B5EF4-FFF2-40B4-BE49-F238E27FC236}">
                <a16:creationId xmlns:a16="http://schemas.microsoft.com/office/drawing/2014/main" id="{AAD409DB-65D8-C54E-997B-8583FB03E2EC}"/>
              </a:ext>
            </a:extLst>
          </p:cNvPr>
          <p:cNvPicPr/>
          <p:nvPr/>
        </p:nvPicPr>
        <p:blipFill>
          <a:blip r:embed="rId5"/>
          <a:stretch>
            <a:fillRect/>
          </a:stretch>
        </p:blipFill>
        <p:spPr>
          <a:xfrm>
            <a:off x="6481953" y="5866396"/>
            <a:ext cx="132333" cy="177203"/>
          </a:xfrm>
          <a:prstGeom prst="rect">
            <a:avLst/>
          </a:prstGeom>
        </p:spPr>
      </p:pic>
      <p:sp>
        <p:nvSpPr>
          <p:cNvPr id="36" name="object 18">
            <a:extLst>
              <a:ext uri="{FF2B5EF4-FFF2-40B4-BE49-F238E27FC236}">
                <a16:creationId xmlns:a16="http://schemas.microsoft.com/office/drawing/2014/main" id="{9C53DC13-E8B1-8448-B77E-F537B71F440E}"/>
              </a:ext>
            </a:extLst>
          </p:cNvPr>
          <p:cNvSpPr/>
          <p:nvPr/>
        </p:nvSpPr>
        <p:spPr>
          <a:xfrm>
            <a:off x="8575483" y="5267959"/>
            <a:ext cx="55244" cy="236220"/>
          </a:xfrm>
          <a:custGeom>
            <a:avLst/>
            <a:gdLst/>
            <a:ahLst/>
            <a:cxnLst/>
            <a:rect l="l" t="t" r="r" b="b"/>
            <a:pathLst>
              <a:path w="55244" h="236220">
                <a:moveTo>
                  <a:pt x="55245" y="0"/>
                </a:moveTo>
                <a:lnTo>
                  <a:pt x="0" y="0"/>
                </a:lnTo>
                <a:lnTo>
                  <a:pt x="0" y="10160"/>
                </a:lnTo>
                <a:lnTo>
                  <a:pt x="34671" y="10160"/>
                </a:lnTo>
                <a:lnTo>
                  <a:pt x="34671" y="227330"/>
                </a:lnTo>
                <a:lnTo>
                  <a:pt x="0" y="227330"/>
                </a:lnTo>
                <a:lnTo>
                  <a:pt x="0" y="236220"/>
                </a:lnTo>
                <a:lnTo>
                  <a:pt x="55245" y="236220"/>
                </a:lnTo>
                <a:lnTo>
                  <a:pt x="55245" y="227330"/>
                </a:lnTo>
                <a:lnTo>
                  <a:pt x="55245" y="10160"/>
                </a:lnTo>
                <a:lnTo>
                  <a:pt x="5524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19">
            <a:extLst>
              <a:ext uri="{FF2B5EF4-FFF2-40B4-BE49-F238E27FC236}">
                <a16:creationId xmlns:a16="http://schemas.microsoft.com/office/drawing/2014/main" id="{E9FF8E7E-02D3-1F48-A050-239AA9CBAD00}"/>
              </a:ext>
            </a:extLst>
          </p:cNvPr>
          <p:cNvSpPr/>
          <p:nvPr/>
        </p:nvSpPr>
        <p:spPr>
          <a:xfrm>
            <a:off x="8192959" y="5267959"/>
            <a:ext cx="55880" cy="236220"/>
          </a:xfrm>
          <a:custGeom>
            <a:avLst/>
            <a:gdLst/>
            <a:ahLst/>
            <a:cxnLst/>
            <a:rect l="l" t="t" r="r" b="b"/>
            <a:pathLst>
              <a:path w="55879" h="236220">
                <a:moveTo>
                  <a:pt x="55372" y="0"/>
                </a:moveTo>
                <a:lnTo>
                  <a:pt x="0" y="0"/>
                </a:lnTo>
                <a:lnTo>
                  <a:pt x="0" y="10160"/>
                </a:lnTo>
                <a:lnTo>
                  <a:pt x="0" y="227330"/>
                </a:lnTo>
                <a:lnTo>
                  <a:pt x="0" y="236220"/>
                </a:lnTo>
                <a:lnTo>
                  <a:pt x="55372" y="236220"/>
                </a:lnTo>
                <a:lnTo>
                  <a:pt x="55372" y="227330"/>
                </a:lnTo>
                <a:lnTo>
                  <a:pt x="20574" y="227330"/>
                </a:lnTo>
                <a:lnTo>
                  <a:pt x="20574" y="10160"/>
                </a:lnTo>
                <a:lnTo>
                  <a:pt x="55372" y="10160"/>
                </a:lnTo>
                <a:lnTo>
                  <a:pt x="5537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548700168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238620" y="81090"/>
            <a:ext cx="2705419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算法实</a:t>
            </a: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例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609600" y="1816354"/>
            <a:ext cx="11170285" cy="2608580"/>
            <a:chOff x="609600" y="1816354"/>
            <a:chExt cx="11170285" cy="2608580"/>
          </a:xfrm>
        </p:grpSpPr>
        <p:sp>
          <p:nvSpPr>
            <p:cNvPr id="4" name="object 4"/>
            <p:cNvSpPr/>
            <p:nvPr/>
          </p:nvSpPr>
          <p:spPr>
            <a:xfrm>
              <a:off x="609600" y="1822704"/>
              <a:ext cx="11170285" cy="2595880"/>
            </a:xfrm>
            <a:custGeom>
              <a:avLst/>
              <a:gdLst/>
              <a:ahLst/>
              <a:cxnLst/>
              <a:rect l="l" t="t" r="r" b="b"/>
              <a:pathLst>
                <a:path w="11170285" h="2595879">
                  <a:moveTo>
                    <a:pt x="11170031" y="0"/>
                  </a:moveTo>
                  <a:lnTo>
                    <a:pt x="0" y="0"/>
                  </a:lnTo>
                  <a:lnTo>
                    <a:pt x="0" y="2595880"/>
                  </a:lnTo>
                  <a:lnTo>
                    <a:pt x="11170031" y="2595880"/>
                  </a:lnTo>
                  <a:lnTo>
                    <a:pt x="11170031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7324598" y="2935223"/>
              <a:ext cx="2970530" cy="370840"/>
            </a:xfrm>
            <a:custGeom>
              <a:avLst/>
              <a:gdLst/>
              <a:ahLst/>
              <a:cxnLst/>
              <a:rect l="l" t="t" r="r" b="b"/>
              <a:pathLst>
                <a:path w="2970529" h="370839">
                  <a:moveTo>
                    <a:pt x="742492" y="0"/>
                  </a:moveTo>
                  <a:lnTo>
                    <a:pt x="0" y="0"/>
                  </a:lnTo>
                  <a:lnTo>
                    <a:pt x="0" y="370840"/>
                  </a:lnTo>
                  <a:lnTo>
                    <a:pt x="742492" y="370840"/>
                  </a:lnTo>
                  <a:lnTo>
                    <a:pt x="742492" y="0"/>
                  </a:lnTo>
                  <a:close/>
                </a:path>
                <a:path w="2970529" h="370839">
                  <a:moveTo>
                    <a:pt x="2227503" y="0"/>
                  </a:moveTo>
                  <a:lnTo>
                    <a:pt x="1485061" y="0"/>
                  </a:lnTo>
                  <a:lnTo>
                    <a:pt x="742569" y="0"/>
                  </a:lnTo>
                  <a:lnTo>
                    <a:pt x="742569" y="370840"/>
                  </a:lnTo>
                  <a:lnTo>
                    <a:pt x="1485011" y="370840"/>
                  </a:lnTo>
                  <a:lnTo>
                    <a:pt x="2227503" y="370840"/>
                  </a:lnTo>
                  <a:lnTo>
                    <a:pt x="2227503" y="0"/>
                  </a:lnTo>
                  <a:close/>
                </a:path>
                <a:path w="2970529" h="370839">
                  <a:moveTo>
                    <a:pt x="2970072" y="0"/>
                  </a:moveTo>
                  <a:lnTo>
                    <a:pt x="2227580" y="0"/>
                  </a:lnTo>
                  <a:lnTo>
                    <a:pt x="2227580" y="370840"/>
                  </a:lnTo>
                  <a:lnTo>
                    <a:pt x="2970072" y="370840"/>
                  </a:lnTo>
                  <a:lnTo>
                    <a:pt x="2970072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7324598" y="3306063"/>
              <a:ext cx="2970530" cy="370840"/>
            </a:xfrm>
            <a:custGeom>
              <a:avLst/>
              <a:gdLst/>
              <a:ahLst/>
              <a:cxnLst/>
              <a:rect l="l" t="t" r="r" b="b"/>
              <a:pathLst>
                <a:path w="2970529" h="370839">
                  <a:moveTo>
                    <a:pt x="742492" y="0"/>
                  </a:moveTo>
                  <a:lnTo>
                    <a:pt x="0" y="0"/>
                  </a:lnTo>
                  <a:lnTo>
                    <a:pt x="0" y="370840"/>
                  </a:lnTo>
                  <a:lnTo>
                    <a:pt x="742492" y="370840"/>
                  </a:lnTo>
                  <a:lnTo>
                    <a:pt x="742492" y="0"/>
                  </a:lnTo>
                  <a:close/>
                </a:path>
                <a:path w="2970529" h="370839">
                  <a:moveTo>
                    <a:pt x="2227503" y="0"/>
                  </a:moveTo>
                  <a:lnTo>
                    <a:pt x="1485061" y="0"/>
                  </a:lnTo>
                  <a:lnTo>
                    <a:pt x="742569" y="0"/>
                  </a:lnTo>
                  <a:lnTo>
                    <a:pt x="742569" y="370840"/>
                  </a:lnTo>
                  <a:lnTo>
                    <a:pt x="1485011" y="370840"/>
                  </a:lnTo>
                  <a:lnTo>
                    <a:pt x="2227503" y="370840"/>
                  </a:lnTo>
                  <a:lnTo>
                    <a:pt x="2227503" y="0"/>
                  </a:lnTo>
                  <a:close/>
                </a:path>
                <a:path w="2970529" h="370839">
                  <a:moveTo>
                    <a:pt x="2970072" y="0"/>
                  </a:moveTo>
                  <a:lnTo>
                    <a:pt x="2227580" y="0"/>
                  </a:lnTo>
                  <a:lnTo>
                    <a:pt x="2227580" y="370840"/>
                  </a:lnTo>
                  <a:lnTo>
                    <a:pt x="2970072" y="370840"/>
                  </a:lnTo>
                  <a:lnTo>
                    <a:pt x="2970072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809608" y="1816354"/>
              <a:ext cx="742950" cy="2608580"/>
            </a:xfrm>
            <a:custGeom>
              <a:avLst/>
              <a:gdLst/>
              <a:ahLst/>
              <a:cxnLst/>
              <a:rect l="l" t="t" r="r" b="b"/>
              <a:pathLst>
                <a:path w="742950" h="2608579">
                  <a:moveTo>
                    <a:pt x="0" y="0"/>
                  </a:moveTo>
                  <a:lnTo>
                    <a:pt x="0" y="2608580"/>
                  </a:lnTo>
                </a:path>
                <a:path w="742950" h="2608579">
                  <a:moveTo>
                    <a:pt x="742569" y="0"/>
                  </a:moveTo>
                  <a:lnTo>
                    <a:pt x="742569" y="2608580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924545" y="3006471"/>
              <a:ext cx="1945639" cy="659130"/>
            </a:xfrm>
            <a:custGeom>
              <a:avLst/>
              <a:gdLst/>
              <a:ahLst/>
              <a:cxnLst/>
              <a:rect l="l" t="t" r="r" b="b"/>
              <a:pathLst>
                <a:path w="1945639" h="659129">
                  <a:moveTo>
                    <a:pt x="0" y="0"/>
                  </a:moveTo>
                  <a:lnTo>
                    <a:pt x="685164" y="235076"/>
                  </a:lnTo>
                  <a:lnTo>
                    <a:pt x="433070" y="235076"/>
                  </a:lnTo>
                  <a:lnTo>
                    <a:pt x="433070" y="658748"/>
                  </a:lnTo>
                  <a:lnTo>
                    <a:pt x="1945639" y="658748"/>
                  </a:lnTo>
                  <a:lnTo>
                    <a:pt x="1945639" y="235076"/>
                  </a:lnTo>
                  <a:lnTo>
                    <a:pt x="1063244" y="2350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3C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603250" y="1816354"/>
          <a:ext cx="11184885" cy="25927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48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7373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358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358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358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4358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358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358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43584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3469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556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397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43584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43584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1800" spc="-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𝒄]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762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00AF5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00AF5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00AF5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00AF5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00AF5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00AF5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00AF5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00AF5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00AF50"/>
                      </a:solidFill>
                      <a:prstDash val="sysDash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76200">
                      <a:solidFill>
                        <a:srgbClr val="00AF50"/>
                      </a:solidFill>
                      <a:prstDash val="sysDash"/>
                    </a:lnR>
                    <a:lnT w="38100" cap="flat" cmpd="sng" algn="ctr">
                      <a:solidFill>
                        <a:srgbClr val="00AF5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6223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76200">
                      <a:solidFill>
                        <a:srgbClr val="00AF50"/>
                      </a:solidFill>
                      <a:prstDash val="sysDash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00AF50"/>
                      </a:solidFill>
                      <a:prstDash val="sysDash"/>
                    </a:lnT>
                    <a:lnB w="12700">
                      <a:solidFill>
                        <a:srgbClr val="00AF50"/>
                      </a:solidFill>
                      <a:prstDash val="sysDash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00AF50"/>
                      </a:solidFill>
                      <a:prstDash val="sysDash"/>
                    </a:lnT>
                    <a:lnB w="12700">
                      <a:solidFill>
                        <a:srgbClr val="00AF50"/>
                      </a:solidFill>
                      <a:prstDash val="sysDash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00AF50"/>
                      </a:solidFill>
                      <a:prstDash val="sysDash"/>
                    </a:lnT>
                    <a:lnB w="12700">
                      <a:solidFill>
                        <a:srgbClr val="00AF50"/>
                      </a:solidFill>
                      <a:prstDash val="sysDash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00AF50"/>
                      </a:solidFill>
                      <a:prstDash val="sysDash"/>
                    </a:lnT>
                    <a:lnB w="12700">
                      <a:solidFill>
                        <a:srgbClr val="00AF50"/>
                      </a:solidFill>
                      <a:prstDash val="sysDash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00AF50"/>
                      </a:solidFill>
                      <a:prstDash val="sysDash"/>
                    </a:lnT>
                    <a:lnB w="12700">
                      <a:solidFill>
                        <a:srgbClr val="00AF50"/>
                      </a:solidFill>
                      <a:prstDash val="sysDash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00AF50"/>
                      </a:solidFill>
                      <a:prstDash val="sysDash"/>
                    </a:lnT>
                    <a:lnB w="12700">
                      <a:solidFill>
                        <a:srgbClr val="00AF50"/>
                      </a:solidFill>
                      <a:prstDash val="sysDash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00AF50"/>
                      </a:solidFill>
                      <a:prstDash val="sysDash"/>
                    </a:lnT>
                    <a:lnB w="12700">
                      <a:solidFill>
                        <a:srgbClr val="00AF50"/>
                      </a:solidFill>
                      <a:prstDash val="sysDash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00AF50"/>
                      </a:solidFill>
                      <a:prstDash val="sysDash"/>
                    </a:lnT>
                    <a:lnB w="12700">
                      <a:solidFill>
                        <a:srgbClr val="00AF50"/>
                      </a:solidFill>
                      <a:prstDash val="sysDash"/>
                    </a:lnB>
                    <a:solidFill>
                      <a:srgbClr val="E7E7E7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00AF50"/>
                      </a:solidFill>
                      <a:prstDash val="sysDash"/>
                    </a:lnT>
                    <a:lnB w="12700">
                      <a:solidFill>
                        <a:srgbClr val="00AF50"/>
                      </a:solidFill>
                      <a:prstDash val="sysDash"/>
                    </a:lnB>
                    <a:solidFill>
                      <a:srgbClr val="E7E7E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00AF5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00AF5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00AF5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00AF5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00AF5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00AF5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00AF5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00AF50"/>
                      </a:solidFill>
                      <a:prstDash val="sysDash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576580">
                        <a:lnSpc>
                          <a:spcPts val="2240"/>
                        </a:lnSpc>
                      </a:pPr>
                      <a:r>
                        <a:rPr sz="20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𝒗[𝒊]</a:t>
                      </a:r>
                      <a:r>
                        <a:rPr sz="2000" spc="8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20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&gt;</a:t>
                      </a:r>
                      <a:r>
                        <a:rPr sz="2000" spc="9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2000" spc="-5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endParaRPr sz="2000">
                        <a:latin typeface="Cambria Math"/>
                        <a:cs typeface="Cambria Math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pSp>
        <p:nvGrpSpPr>
          <p:cNvPr id="10" name="object 10"/>
          <p:cNvGrpSpPr/>
          <p:nvPr/>
        </p:nvGrpSpPr>
        <p:grpSpPr>
          <a:xfrm>
            <a:off x="7682483" y="4595114"/>
            <a:ext cx="4344670" cy="2238375"/>
            <a:chOff x="7682483" y="4595114"/>
            <a:chExt cx="4344670" cy="2238375"/>
          </a:xfrm>
        </p:grpSpPr>
        <p:sp>
          <p:nvSpPr>
            <p:cNvPr id="11" name="object 11"/>
            <p:cNvSpPr/>
            <p:nvPr/>
          </p:nvSpPr>
          <p:spPr>
            <a:xfrm>
              <a:off x="8067166" y="4595114"/>
              <a:ext cx="2969895" cy="2238375"/>
            </a:xfrm>
            <a:custGeom>
              <a:avLst/>
              <a:gdLst/>
              <a:ahLst/>
              <a:cxnLst/>
              <a:rect l="l" t="t" r="r" b="b"/>
              <a:pathLst>
                <a:path w="2969895" h="2238375">
                  <a:moveTo>
                    <a:pt x="0" y="0"/>
                  </a:moveTo>
                  <a:lnTo>
                    <a:pt x="0" y="2237793"/>
                  </a:lnTo>
                </a:path>
                <a:path w="2969895" h="2238375">
                  <a:moveTo>
                    <a:pt x="742441" y="0"/>
                  </a:moveTo>
                  <a:lnTo>
                    <a:pt x="742441" y="2237793"/>
                  </a:lnTo>
                </a:path>
                <a:path w="2969895" h="2238375">
                  <a:moveTo>
                    <a:pt x="1485010" y="0"/>
                  </a:moveTo>
                  <a:lnTo>
                    <a:pt x="1485010" y="2237793"/>
                  </a:lnTo>
                </a:path>
                <a:path w="2969895" h="2238375">
                  <a:moveTo>
                    <a:pt x="2227453" y="0"/>
                  </a:moveTo>
                  <a:lnTo>
                    <a:pt x="2227453" y="2237793"/>
                  </a:lnTo>
                </a:path>
                <a:path w="2969895" h="2238375">
                  <a:moveTo>
                    <a:pt x="2969894" y="0"/>
                  </a:moveTo>
                  <a:lnTo>
                    <a:pt x="2969894" y="2237793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7682483" y="5361813"/>
              <a:ext cx="4344670" cy="659130"/>
            </a:xfrm>
            <a:custGeom>
              <a:avLst/>
              <a:gdLst/>
              <a:ahLst/>
              <a:cxnLst/>
              <a:rect l="l" t="t" r="r" b="b"/>
              <a:pathLst>
                <a:path w="4344670" h="659129">
                  <a:moveTo>
                    <a:pt x="0" y="0"/>
                  </a:moveTo>
                  <a:lnTo>
                    <a:pt x="1529842" y="235077"/>
                  </a:lnTo>
                  <a:lnTo>
                    <a:pt x="966977" y="235077"/>
                  </a:lnTo>
                  <a:lnTo>
                    <a:pt x="966977" y="658749"/>
                  </a:lnTo>
                  <a:lnTo>
                    <a:pt x="4344162" y="658749"/>
                  </a:lnTo>
                  <a:lnTo>
                    <a:pt x="4344162" y="235077"/>
                  </a:lnTo>
                  <a:lnTo>
                    <a:pt x="2374138" y="2350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3C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3" name="object 1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59225686"/>
              </p:ext>
            </p:extLst>
          </p:nvPr>
        </p:nvGraphicFramePr>
        <p:xfrm>
          <a:off x="603250" y="4595114"/>
          <a:ext cx="11213463" cy="22231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55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6801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2897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60095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2961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52475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7978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𝑹𝒆𝒄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3335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0160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480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𝟏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6794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133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R="30480"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R="30480"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1444625">
                        <a:lnSpc>
                          <a:spcPts val="1739"/>
                        </a:lnSpc>
                      </a:pPr>
                      <a:r>
                        <a:rPr sz="2000" spc="-20" dirty="0" err="1">
                          <a:solidFill>
                            <a:srgbClr val="0070C0"/>
                          </a:solidFill>
                          <a:latin typeface="PMingLiU"/>
                          <a:cs typeface="PMingLiU"/>
                        </a:rPr>
                        <a:t>当前状态最优解不包含商</a:t>
                      </a:r>
                      <a:r>
                        <a:rPr sz="2000" spc="-50" dirty="0" err="1">
                          <a:solidFill>
                            <a:srgbClr val="0070C0"/>
                          </a:solidFill>
                          <a:latin typeface="PMingLiU"/>
                          <a:cs typeface="PMingLiU"/>
                        </a:rPr>
                        <a:t>品</a:t>
                      </a:r>
                      <a:endParaRPr sz="2000" dirty="0">
                        <a:solidFill>
                          <a:srgbClr val="0070C0"/>
                        </a:solidFill>
                        <a:latin typeface="PMingLiU"/>
                        <a:cs typeface="PMingLiU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R="30480"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R="30480">
                        <a:lnSpc>
                          <a:spcPct val="100000"/>
                        </a:lnSpc>
                      </a:pPr>
                      <a:endParaRPr sz="18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4" name="object 14"/>
          <p:cNvSpPr txBox="1"/>
          <p:nvPr/>
        </p:nvSpPr>
        <p:spPr>
          <a:xfrm>
            <a:off x="11823890" y="5617464"/>
            <a:ext cx="120014" cy="3302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2000" spc="-50" dirty="0">
                <a:solidFill>
                  <a:schemeClr val="bg1"/>
                </a:solidFill>
                <a:latin typeface="Cambria Math"/>
                <a:cs typeface="Cambria Math"/>
              </a:rPr>
              <a:t>𝒊</a:t>
            </a:r>
            <a:endParaRPr sz="2000" dirty="0">
              <a:solidFill>
                <a:schemeClr val="bg1"/>
              </a:solidFill>
              <a:latin typeface="Cambria Math"/>
              <a:cs typeface="Cambria Math"/>
            </a:endParaRPr>
          </a:p>
        </p:txBody>
      </p:sp>
      <p:graphicFrame>
        <p:nvGraphicFramePr>
          <p:cNvPr id="15" name="object 15"/>
          <p:cNvGraphicFramePr>
            <a:graphicFrameLocks noGrp="1"/>
          </p:cNvGraphicFramePr>
          <p:nvPr/>
        </p:nvGraphicFramePr>
        <p:xfrm>
          <a:off x="603250" y="886713"/>
          <a:ext cx="4509135" cy="7410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85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 marL="25654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𝒗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𝒑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dirty="0">
                          <a:latin typeface="Times New Roman"/>
                          <a:cs typeface="Times New Roman"/>
                        </a:rPr>
                        <a:t>2</a:t>
                      </a:r>
                      <a:endParaRPr sz="18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dirty="0">
                          <a:latin typeface="Times New Roman"/>
                          <a:cs typeface="Times New Roman"/>
                        </a:rPr>
                        <a:t>9</a:t>
                      </a:r>
                      <a:endParaRPr sz="18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6" name="object 16"/>
          <p:cNvSpPr/>
          <p:nvPr/>
        </p:nvSpPr>
        <p:spPr>
          <a:xfrm>
            <a:off x="1434846" y="926591"/>
            <a:ext cx="647700" cy="340995"/>
          </a:xfrm>
          <a:custGeom>
            <a:avLst/>
            <a:gdLst/>
            <a:ahLst/>
            <a:cxnLst/>
            <a:rect l="l" t="t" r="r" b="b"/>
            <a:pathLst>
              <a:path w="647700" h="340994">
                <a:moveTo>
                  <a:pt x="0" y="56769"/>
                </a:moveTo>
                <a:lnTo>
                  <a:pt x="4458" y="34665"/>
                </a:lnTo>
                <a:lnTo>
                  <a:pt x="16621" y="16621"/>
                </a:lnTo>
                <a:lnTo>
                  <a:pt x="34665" y="4458"/>
                </a:lnTo>
                <a:lnTo>
                  <a:pt x="56768" y="0"/>
                </a:lnTo>
                <a:lnTo>
                  <a:pt x="590930" y="0"/>
                </a:lnTo>
                <a:lnTo>
                  <a:pt x="613034" y="4458"/>
                </a:lnTo>
                <a:lnTo>
                  <a:pt x="631078" y="16621"/>
                </a:lnTo>
                <a:lnTo>
                  <a:pt x="643241" y="34665"/>
                </a:lnTo>
                <a:lnTo>
                  <a:pt x="647699" y="56769"/>
                </a:lnTo>
                <a:lnTo>
                  <a:pt x="647699" y="283845"/>
                </a:lnTo>
                <a:lnTo>
                  <a:pt x="643241" y="305948"/>
                </a:lnTo>
                <a:lnTo>
                  <a:pt x="631078" y="323992"/>
                </a:lnTo>
                <a:lnTo>
                  <a:pt x="613034" y="336155"/>
                </a:lnTo>
                <a:lnTo>
                  <a:pt x="590930" y="340613"/>
                </a:lnTo>
                <a:lnTo>
                  <a:pt x="56768" y="340613"/>
                </a:lnTo>
                <a:lnTo>
                  <a:pt x="34665" y="336155"/>
                </a:lnTo>
                <a:lnTo>
                  <a:pt x="16621" y="323992"/>
                </a:lnTo>
                <a:lnTo>
                  <a:pt x="4458" y="305948"/>
                </a:lnTo>
                <a:lnTo>
                  <a:pt x="0" y="283845"/>
                </a:lnTo>
                <a:lnTo>
                  <a:pt x="0" y="56769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 txBox="1"/>
          <p:nvPr/>
        </p:nvSpPr>
        <p:spPr>
          <a:xfrm>
            <a:off x="10707116" y="1375155"/>
            <a:ext cx="9772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=</a:t>
            </a:r>
            <a:r>
              <a:rPr sz="2400" spc="130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𝟏𝟑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8" name="圆角矩形 17">
            <a:extLst>
              <a:ext uri="{FF2B5EF4-FFF2-40B4-BE49-F238E27FC236}">
                <a16:creationId xmlns:a16="http://schemas.microsoft.com/office/drawing/2014/main" id="{AFB38B20-A0F5-3544-8065-45796AB0DF6D}"/>
              </a:ext>
            </a:extLst>
          </p:cNvPr>
          <p:cNvSpPr/>
          <p:nvPr/>
        </p:nvSpPr>
        <p:spPr>
          <a:xfrm>
            <a:off x="2159306" y="2555915"/>
            <a:ext cx="6650302" cy="370840"/>
          </a:xfrm>
          <a:prstGeom prst="roundRect">
            <a:avLst/>
          </a:prstGeom>
          <a:noFill/>
          <a:ln w="38100">
            <a:solidFill>
              <a:srgbClr val="00B05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/>
          </a:p>
        </p:txBody>
      </p:sp>
      <p:sp>
        <p:nvSpPr>
          <p:cNvPr id="19" name="圆角矩形 18">
            <a:extLst>
              <a:ext uri="{FF2B5EF4-FFF2-40B4-BE49-F238E27FC236}">
                <a16:creationId xmlns:a16="http://schemas.microsoft.com/office/drawing/2014/main" id="{C6336F9B-A74C-9841-9C99-8EB25534B1CF}"/>
              </a:ext>
            </a:extLst>
          </p:cNvPr>
          <p:cNvSpPr/>
          <p:nvPr/>
        </p:nvSpPr>
        <p:spPr>
          <a:xfrm>
            <a:off x="2126614" y="4967867"/>
            <a:ext cx="6650302" cy="370840"/>
          </a:xfrm>
          <a:prstGeom prst="roundRect">
            <a:avLst/>
          </a:prstGeom>
          <a:noFill/>
          <a:ln w="38100">
            <a:solidFill>
              <a:schemeClr val="accent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/>
          </a:p>
        </p:txBody>
      </p:sp>
    </p:spTree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603250" y="886713"/>
          <a:ext cx="4509135" cy="7410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85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 marL="25654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𝒗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𝒑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4" name="object 4"/>
          <p:cNvGrpSpPr/>
          <p:nvPr/>
        </p:nvGrpSpPr>
        <p:grpSpPr>
          <a:xfrm>
            <a:off x="609600" y="1822704"/>
            <a:ext cx="11170285" cy="2595880"/>
            <a:chOff x="609600" y="1822704"/>
            <a:chExt cx="11170285" cy="2595880"/>
          </a:xfrm>
        </p:grpSpPr>
        <p:sp>
          <p:nvSpPr>
            <p:cNvPr id="5" name="object 5"/>
            <p:cNvSpPr/>
            <p:nvPr/>
          </p:nvSpPr>
          <p:spPr>
            <a:xfrm>
              <a:off x="609600" y="1822704"/>
              <a:ext cx="11170285" cy="2595880"/>
            </a:xfrm>
            <a:custGeom>
              <a:avLst/>
              <a:gdLst/>
              <a:ahLst/>
              <a:cxnLst/>
              <a:rect l="l" t="t" r="r" b="b"/>
              <a:pathLst>
                <a:path w="11170285" h="2595879">
                  <a:moveTo>
                    <a:pt x="11170031" y="0"/>
                  </a:moveTo>
                  <a:lnTo>
                    <a:pt x="0" y="0"/>
                  </a:lnTo>
                  <a:lnTo>
                    <a:pt x="0" y="2595880"/>
                  </a:lnTo>
                  <a:lnTo>
                    <a:pt x="11170031" y="2595880"/>
                  </a:lnTo>
                  <a:lnTo>
                    <a:pt x="11170031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8809608" y="2564384"/>
              <a:ext cx="742950" cy="370840"/>
            </a:xfrm>
            <a:custGeom>
              <a:avLst/>
              <a:gdLst/>
              <a:ahLst/>
              <a:cxnLst/>
              <a:rect l="l" t="t" r="r" b="b"/>
              <a:pathLst>
                <a:path w="742950" h="370839">
                  <a:moveTo>
                    <a:pt x="742492" y="0"/>
                  </a:moveTo>
                  <a:lnTo>
                    <a:pt x="0" y="0"/>
                  </a:lnTo>
                  <a:lnTo>
                    <a:pt x="0" y="370839"/>
                  </a:lnTo>
                  <a:lnTo>
                    <a:pt x="742492" y="370839"/>
                  </a:lnTo>
                  <a:lnTo>
                    <a:pt x="742492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603250" y="1816354"/>
          <a:ext cx="11176634" cy="25927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29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1800" spc="-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𝒄]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11" name="object 1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94360519"/>
              </p:ext>
            </p:extLst>
          </p:nvPr>
        </p:nvGraphicFramePr>
        <p:xfrm>
          <a:off x="603250" y="4595114"/>
          <a:ext cx="11188061" cy="22231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29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4675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302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53109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531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𝑹𝒆𝒄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175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𝟏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314325" marR="3175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86995">
                        <a:lnSpc>
                          <a:spcPts val="1739"/>
                        </a:lnSpc>
                      </a:pPr>
                      <a:r>
                        <a:rPr sz="2000" spc="-20" dirty="0" err="1">
                          <a:solidFill>
                            <a:schemeClr val="accent1">
                              <a:lumMod val="75000"/>
                            </a:schemeClr>
                          </a:solidFill>
                          <a:latin typeface="PMingLiU"/>
                          <a:cs typeface="PMingLiU"/>
                        </a:rPr>
                        <a:t>当前状态最优解包含商品</a:t>
                      </a:r>
                      <a:r>
                        <a:rPr sz="2000" spc="-50" dirty="0">
                          <a:solidFill>
                            <a:schemeClr val="accent1">
                              <a:lumMod val="75000"/>
                            </a:schemeClr>
                          </a:solidFill>
                          <a:latin typeface="Cambria Math"/>
                          <a:cs typeface="Cambria Math"/>
                        </a:rPr>
                        <a:t>𝒊</a:t>
                      </a:r>
                      <a:endParaRPr sz="2000" dirty="0">
                        <a:solidFill>
                          <a:schemeClr val="accent1">
                            <a:lumMod val="75000"/>
                          </a:schemeClr>
                        </a:solidFill>
                        <a:latin typeface="Cambria Math"/>
                        <a:cs typeface="Cambria Math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18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2" name="object 12"/>
          <p:cNvSpPr/>
          <p:nvPr/>
        </p:nvSpPr>
        <p:spPr>
          <a:xfrm>
            <a:off x="8814054" y="2613660"/>
            <a:ext cx="711200" cy="340995"/>
          </a:xfrm>
          <a:custGeom>
            <a:avLst/>
            <a:gdLst/>
            <a:ahLst/>
            <a:cxnLst/>
            <a:rect l="l" t="t" r="r" b="b"/>
            <a:pathLst>
              <a:path w="711200" h="340994">
                <a:moveTo>
                  <a:pt x="0" y="56768"/>
                </a:moveTo>
                <a:lnTo>
                  <a:pt x="4458" y="34665"/>
                </a:lnTo>
                <a:lnTo>
                  <a:pt x="16621" y="16621"/>
                </a:lnTo>
                <a:lnTo>
                  <a:pt x="34665" y="4458"/>
                </a:lnTo>
                <a:lnTo>
                  <a:pt x="56769" y="0"/>
                </a:lnTo>
                <a:lnTo>
                  <a:pt x="654176" y="0"/>
                </a:lnTo>
                <a:lnTo>
                  <a:pt x="676280" y="4458"/>
                </a:lnTo>
                <a:lnTo>
                  <a:pt x="694324" y="16621"/>
                </a:lnTo>
                <a:lnTo>
                  <a:pt x="706487" y="34665"/>
                </a:lnTo>
                <a:lnTo>
                  <a:pt x="710946" y="56768"/>
                </a:lnTo>
                <a:lnTo>
                  <a:pt x="710946" y="283844"/>
                </a:lnTo>
                <a:lnTo>
                  <a:pt x="706487" y="305948"/>
                </a:lnTo>
                <a:lnTo>
                  <a:pt x="694324" y="323992"/>
                </a:lnTo>
                <a:lnTo>
                  <a:pt x="676280" y="336155"/>
                </a:lnTo>
                <a:lnTo>
                  <a:pt x="654176" y="340613"/>
                </a:lnTo>
                <a:lnTo>
                  <a:pt x="56769" y="340613"/>
                </a:lnTo>
                <a:lnTo>
                  <a:pt x="34665" y="336155"/>
                </a:lnTo>
                <a:lnTo>
                  <a:pt x="16621" y="323992"/>
                </a:lnTo>
                <a:lnTo>
                  <a:pt x="4458" y="305948"/>
                </a:lnTo>
                <a:lnTo>
                  <a:pt x="0" y="283844"/>
                </a:lnTo>
                <a:lnTo>
                  <a:pt x="0" y="56768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408938" y="1293113"/>
            <a:ext cx="711200" cy="340360"/>
          </a:xfrm>
          <a:custGeom>
            <a:avLst/>
            <a:gdLst/>
            <a:ahLst/>
            <a:cxnLst/>
            <a:rect l="l" t="t" r="r" b="b"/>
            <a:pathLst>
              <a:path w="711200" h="340360">
                <a:moveTo>
                  <a:pt x="0" y="56641"/>
                </a:moveTo>
                <a:lnTo>
                  <a:pt x="4456" y="34611"/>
                </a:lnTo>
                <a:lnTo>
                  <a:pt x="16605" y="16605"/>
                </a:lnTo>
                <a:lnTo>
                  <a:pt x="34611" y="4456"/>
                </a:lnTo>
                <a:lnTo>
                  <a:pt x="56642" y="0"/>
                </a:lnTo>
                <a:lnTo>
                  <a:pt x="654304" y="0"/>
                </a:lnTo>
                <a:lnTo>
                  <a:pt x="676334" y="4456"/>
                </a:lnTo>
                <a:lnTo>
                  <a:pt x="694340" y="16605"/>
                </a:lnTo>
                <a:lnTo>
                  <a:pt x="706489" y="34611"/>
                </a:lnTo>
                <a:lnTo>
                  <a:pt x="710945" y="56641"/>
                </a:lnTo>
                <a:lnTo>
                  <a:pt x="710945" y="283210"/>
                </a:lnTo>
                <a:lnTo>
                  <a:pt x="706489" y="305240"/>
                </a:lnTo>
                <a:lnTo>
                  <a:pt x="694340" y="323246"/>
                </a:lnTo>
                <a:lnTo>
                  <a:pt x="676334" y="335395"/>
                </a:lnTo>
                <a:lnTo>
                  <a:pt x="654304" y="339851"/>
                </a:lnTo>
                <a:lnTo>
                  <a:pt x="56642" y="339851"/>
                </a:lnTo>
                <a:lnTo>
                  <a:pt x="34611" y="335395"/>
                </a:lnTo>
                <a:lnTo>
                  <a:pt x="16605" y="323246"/>
                </a:lnTo>
                <a:lnTo>
                  <a:pt x="4456" y="305240"/>
                </a:lnTo>
                <a:lnTo>
                  <a:pt x="0" y="283210"/>
                </a:lnTo>
                <a:lnTo>
                  <a:pt x="0" y="56641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408938" y="2204466"/>
            <a:ext cx="711200" cy="340360"/>
          </a:xfrm>
          <a:custGeom>
            <a:avLst/>
            <a:gdLst/>
            <a:ahLst/>
            <a:cxnLst/>
            <a:rect l="l" t="t" r="r" b="b"/>
            <a:pathLst>
              <a:path w="711200" h="340360">
                <a:moveTo>
                  <a:pt x="0" y="56642"/>
                </a:moveTo>
                <a:lnTo>
                  <a:pt x="4456" y="34611"/>
                </a:lnTo>
                <a:lnTo>
                  <a:pt x="16605" y="16605"/>
                </a:lnTo>
                <a:lnTo>
                  <a:pt x="34611" y="4456"/>
                </a:lnTo>
                <a:lnTo>
                  <a:pt x="56642" y="0"/>
                </a:lnTo>
                <a:lnTo>
                  <a:pt x="654304" y="0"/>
                </a:lnTo>
                <a:lnTo>
                  <a:pt x="676334" y="4456"/>
                </a:lnTo>
                <a:lnTo>
                  <a:pt x="694340" y="16605"/>
                </a:lnTo>
                <a:lnTo>
                  <a:pt x="706489" y="34611"/>
                </a:lnTo>
                <a:lnTo>
                  <a:pt x="710945" y="56642"/>
                </a:lnTo>
                <a:lnTo>
                  <a:pt x="710945" y="283210"/>
                </a:lnTo>
                <a:lnTo>
                  <a:pt x="706489" y="305240"/>
                </a:lnTo>
                <a:lnTo>
                  <a:pt x="694340" y="323246"/>
                </a:lnTo>
                <a:lnTo>
                  <a:pt x="676334" y="335395"/>
                </a:lnTo>
                <a:lnTo>
                  <a:pt x="654304" y="339851"/>
                </a:lnTo>
                <a:lnTo>
                  <a:pt x="56642" y="339851"/>
                </a:lnTo>
                <a:lnTo>
                  <a:pt x="34611" y="335395"/>
                </a:lnTo>
                <a:lnTo>
                  <a:pt x="16605" y="323246"/>
                </a:lnTo>
                <a:lnTo>
                  <a:pt x="4456" y="305240"/>
                </a:lnTo>
                <a:lnTo>
                  <a:pt x="0" y="283210"/>
                </a:lnTo>
                <a:lnTo>
                  <a:pt x="0" y="56642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8801100" y="2196083"/>
            <a:ext cx="711200" cy="340360"/>
          </a:xfrm>
          <a:custGeom>
            <a:avLst/>
            <a:gdLst/>
            <a:ahLst/>
            <a:cxnLst/>
            <a:rect l="l" t="t" r="r" b="b"/>
            <a:pathLst>
              <a:path w="711200" h="340360">
                <a:moveTo>
                  <a:pt x="0" y="56641"/>
                </a:moveTo>
                <a:lnTo>
                  <a:pt x="4456" y="34611"/>
                </a:lnTo>
                <a:lnTo>
                  <a:pt x="16605" y="16605"/>
                </a:lnTo>
                <a:lnTo>
                  <a:pt x="34611" y="4456"/>
                </a:lnTo>
                <a:lnTo>
                  <a:pt x="56642" y="0"/>
                </a:lnTo>
                <a:lnTo>
                  <a:pt x="654303" y="0"/>
                </a:lnTo>
                <a:lnTo>
                  <a:pt x="676334" y="4456"/>
                </a:lnTo>
                <a:lnTo>
                  <a:pt x="694340" y="16605"/>
                </a:lnTo>
                <a:lnTo>
                  <a:pt x="706489" y="34611"/>
                </a:lnTo>
                <a:lnTo>
                  <a:pt x="710946" y="56641"/>
                </a:lnTo>
                <a:lnTo>
                  <a:pt x="710946" y="283210"/>
                </a:lnTo>
                <a:lnTo>
                  <a:pt x="706489" y="305240"/>
                </a:lnTo>
                <a:lnTo>
                  <a:pt x="694340" y="323246"/>
                </a:lnTo>
                <a:lnTo>
                  <a:pt x="676334" y="335395"/>
                </a:lnTo>
                <a:lnTo>
                  <a:pt x="654303" y="339851"/>
                </a:lnTo>
                <a:lnTo>
                  <a:pt x="56642" y="339851"/>
                </a:lnTo>
                <a:lnTo>
                  <a:pt x="34611" y="335395"/>
                </a:lnTo>
                <a:lnTo>
                  <a:pt x="16605" y="323246"/>
                </a:lnTo>
                <a:lnTo>
                  <a:pt x="4456" y="305240"/>
                </a:lnTo>
                <a:lnTo>
                  <a:pt x="0" y="283210"/>
                </a:lnTo>
                <a:lnTo>
                  <a:pt x="0" y="56641"/>
                </a:lnTo>
                <a:close/>
              </a:path>
            </a:pathLst>
          </a:custGeom>
          <a:ln w="31750">
            <a:solidFill>
              <a:srgbClr val="00AF5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8814054" y="4972811"/>
            <a:ext cx="711200" cy="340360"/>
          </a:xfrm>
          <a:custGeom>
            <a:avLst/>
            <a:gdLst/>
            <a:ahLst/>
            <a:cxnLst/>
            <a:rect l="l" t="t" r="r" b="b"/>
            <a:pathLst>
              <a:path w="711200" h="340360">
                <a:moveTo>
                  <a:pt x="0" y="56642"/>
                </a:moveTo>
                <a:lnTo>
                  <a:pt x="4456" y="34611"/>
                </a:lnTo>
                <a:lnTo>
                  <a:pt x="16605" y="16605"/>
                </a:lnTo>
                <a:lnTo>
                  <a:pt x="34611" y="4456"/>
                </a:lnTo>
                <a:lnTo>
                  <a:pt x="56642" y="0"/>
                </a:lnTo>
                <a:lnTo>
                  <a:pt x="654303" y="0"/>
                </a:lnTo>
                <a:lnTo>
                  <a:pt x="676334" y="4456"/>
                </a:lnTo>
                <a:lnTo>
                  <a:pt x="694340" y="16605"/>
                </a:lnTo>
                <a:lnTo>
                  <a:pt x="706489" y="34611"/>
                </a:lnTo>
                <a:lnTo>
                  <a:pt x="710946" y="56642"/>
                </a:lnTo>
                <a:lnTo>
                  <a:pt x="710946" y="283209"/>
                </a:lnTo>
                <a:lnTo>
                  <a:pt x="706489" y="305240"/>
                </a:lnTo>
                <a:lnTo>
                  <a:pt x="694340" y="323246"/>
                </a:lnTo>
                <a:lnTo>
                  <a:pt x="676334" y="335395"/>
                </a:lnTo>
                <a:lnTo>
                  <a:pt x="654303" y="339851"/>
                </a:lnTo>
                <a:lnTo>
                  <a:pt x="56642" y="339851"/>
                </a:lnTo>
                <a:lnTo>
                  <a:pt x="34611" y="335395"/>
                </a:lnTo>
                <a:lnTo>
                  <a:pt x="16605" y="323246"/>
                </a:lnTo>
                <a:lnTo>
                  <a:pt x="4456" y="305240"/>
                </a:lnTo>
                <a:lnTo>
                  <a:pt x="0" y="283209"/>
                </a:lnTo>
                <a:lnTo>
                  <a:pt x="0" y="56642"/>
                </a:lnTo>
                <a:close/>
              </a:path>
            </a:pathLst>
          </a:custGeom>
          <a:ln w="31750">
            <a:solidFill>
              <a:srgbClr val="006FC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 txBox="1"/>
          <p:nvPr/>
        </p:nvSpPr>
        <p:spPr>
          <a:xfrm>
            <a:off x="10707116" y="1375155"/>
            <a:ext cx="9772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=</a:t>
            </a:r>
            <a:r>
              <a:rPr sz="2400" spc="130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𝟏𝟑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8" name="object 2">
            <a:extLst>
              <a:ext uri="{FF2B5EF4-FFF2-40B4-BE49-F238E27FC236}">
                <a16:creationId xmlns:a16="http://schemas.microsoft.com/office/drawing/2014/main" id="{86F511DB-DE93-594B-A397-EF6562EEEA17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38620" y="81090"/>
            <a:ext cx="2705419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算法实</a:t>
            </a: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例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603250" y="1816354"/>
          <a:ext cx="11176634" cy="25927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29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1800" spc="-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𝒄]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pSp>
        <p:nvGrpSpPr>
          <p:cNvPr id="4" name="object 4"/>
          <p:cNvGrpSpPr/>
          <p:nvPr/>
        </p:nvGrpSpPr>
        <p:grpSpPr>
          <a:xfrm>
            <a:off x="8809608" y="4595114"/>
            <a:ext cx="3382645" cy="2238375"/>
            <a:chOff x="8809608" y="4595114"/>
            <a:chExt cx="3382645" cy="2238375"/>
          </a:xfrm>
        </p:grpSpPr>
        <p:sp>
          <p:nvSpPr>
            <p:cNvPr id="5" name="object 5"/>
            <p:cNvSpPr/>
            <p:nvPr/>
          </p:nvSpPr>
          <p:spPr>
            <a:xfrm flipH="1">
              <a:off x="9552177" y="4595114"/>
              <a:ext cx="0" cy="2238375"/>
            </a:xfrm>
            <a:custGeom>
              <a:avLst/>
              <a:gdLst/>
              <a:ahLst/>
              <a:cxnLst/>
              <a:rect l="l" t="t" r="r" b="b"/>
              <a:pathLst>
                <a:path h="2238375">
                  <a:moveTo>
                    <a:pt x="0" y="0"/>
                  </a:moveTo>
                  <a:lnTo>
                    <a:pt x="0" y="2237793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8825483" y="5373624"/>
              <a:ext cx="711200" cy="340995"/>
            </a:xfrm>
            <a:custGeom>
              <a:avLst/>
              <a:gdLst/>
              <a:ahLst/>
              <a:cxnLst/>
              <a:rect l="l" t="t" r="r" b="b"/>
              <a:pathLst>
                <a:path w="711200" h="340995">
                  <a:moveTo>
                    <a:pt x="0" y="56768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9" y="0"/>
                  </a:lnTo>
                  <a:lnTo>
                    <a:pt x="654176" y="0"/>
                  </a:lnTo>
                  <a:lnTo>
                    <a:pt x="676280" y="4458"/>
                  </a:lnTo>
                  <a:lnTo>
                    <a:pt x="694324" y="16621"/>
                  </a:lnTo>
                  <a:lnTo>
                    <a:pt x="706487" y="34665"/>
                  </a:lnTo>
                  <a:lnTo>
                    <a:pt x="710946" y="56768"/>
                  </a:lnTo>
                  <a:lnTo>
                    <a:pt x="710946" y="283844"/>
                  </a:lnTo>
                  <a:lnTo>
                    <a:pt x="706487" y="305943"/>
                  </a:lnTo>
                  <a:lnTo>
                    <a:pt x="694324" y="323988"/>
                  </a:lnTo>
                  <a:lnTo>
                    <a:pt x="676280" y="336153"/>
                  </a:lnTo>
                  <a:lnTo>
                    <a:pt x="654176" y="340613"/>
                  </a:lnTo>
                  <a:lnTo>
                    <a:pt x="56769" y="340613"/>
                  </a:lnTo>
                  <a:lnTo>
                    <a:pt x="34665" y="336153"/>
                  </a:lnTo>
                  <a:lnTo>
                    <a:pt x="16621" y="323988"/>
                  </a:lnTo>
                  <a:lnTo>
                    <a:pt x="4458" y="305943"/>
                  </a:lnTo>
                  <a:lnTo>
                    <a:pt x="0" y="283844"/>
                  </a:lnTo>
                  <a:lnTo>
                    <a:pt x="0" y="56768"/>
                  </a:lnTo>
                  <a:close/>
                </a:path>
              </a:pathLst>
            </a:custGeom>
            <a:ln w="31750">
              <a:solidFill>
                <a:srgbClr val="FF000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0294619" y="4595114"/>
              <a:ext cx="1485265" cy="2238375"/>
            </a:xfrm>
            <a:custGeom>
              <a:avLst/>
              <a:gdLst/>
              <a:ahLst/>
              <a:cxnLst/>
              <a:rect l="l" t="t" r="r" b="b"/>
              <a:pathLst>
                <a:path w="1485265" h="2238375">
                  <a:moveTo>
                    <a:pt x="0" y="0"/>
                  </a:moveTo>
                  <a:lnTo>
                    <a:pt x="0" y="2237793"/>
                  </a:lnTo>
                </a:path>
                <a:path w="1485265" h="2238375">
                  <a:moveTo>
                    <a:pt x="742441" y="0"/>
                  </a:moveTo>
                  <a:lnTo>
                    <a:pt x="742441" y="2237793"/>
                  </a:lnTo>
                </a:path>
                <a:path w="1485265" h="2238375">
                  <a:moveTo>
                    <a:pt x="1485010" y="0"/>
                  </a:moveTo>
                  <a:lnTo>
                    <a:pt x="1485010" y="2237793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8814815" y="5821591"/>
              <a:ext cx="3377565" cy="671830"/>
            </a:xfrm>
            <a:custGeom>
              <a:avLst/>
              <a:gdLst/>
              <a:ahLst/>
              <a:cxnLst/>
              <a:rect l="l" t="t" r="r" b="b"/>
              <a:pathLst>
                <a:path w="3377565" h="671829">
                  <a:moveTo>
                    <a:pt x="404622" y="0"/>
                  </a:moveTo>
                  <a:lnTo>
                    <a:pt x="562863" y="247738"/>
                  </a:lnTo>
                  <a:lnTo>
                    <a:pt x="0" y="247738"/>
                  </a:lnTo>
                  <a:lnTo>
                    <a:pt x="0" y="671410"/>
                  </a:lnTo>
                  <a:lnTo>
                    <a:pt x="3377183" y="671410"/>
                  </a:lnTo>
                  <a:lnTo>
                    <a:pt x="3377183" y="247738"/>
                  </a:lnTo>
                  <a:lnTo>
                    <a:pt x="1407159" y="247738"/>
                  </a:lnTo>
                  <a:lnTo>
                    <a:pt x="404622" y="0"/>
                  </a:lnTo>
                  <a:close/>
                </a:path>
              </a:pathLst>
            </a:custGeom>
            <a:solidFill>
              <a:srgbClr val="083C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9" name="object 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15372897"/>
              </p:ext>
            </p:extLst>
          </p:nvPr>
        </p:nvGraphicFramePr>
        <p:xfrm>
          <a:off x="603250" y="4595114"/>
          <a:ext cx="11379196" cy="22231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29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4675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302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53109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944244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𝑹𝒆𝒄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194945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𝟏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19494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314325" marR="194945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R="194945"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12446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2000" spc="-20" dirty="0" err="1">
                          <a:solidFill>
                            <a:schemeClr val="accent1">
                              <a:lumMod val="75000"/>
                            </a:schemeClr>
                          </a:solidFill>
                          <a:latin typeface="PMingLiU"/>
                          <a:cs typeface="PMingLiU"/>
                        </a:rPr>
                        <a:t>当前状态最优解不包含商</a:t>
                      </a:r>
                      <a:r>
                        <a:rPr sz="2000" spc="-50" dirty="0" err="1">
                          <a:solidFill>
                            <a:schemeClr val="accent1">
                              <a:lumMod val="75000"/>
                            </a:schemeClr>
                          </a:solidFill>
                          <a:latin typeface="PMingLiU"/>
                          <a:cs typeface="PMingLiU"/>
                        </a:rPr>
                        <a:t>品</a:t>
                      </a:r>
                      <a:endParaRPr sz="2000" dirty="0">
                        <a:solidFill>
                          <a:schemeClr val="accent1">
                            <a:lumMod val="75000"/>
                          </a:schemeClr>
                        </a:solidFill>
                        <a:latin typeface="PMingLiU"/>
                        <a:cs typeface="PMingLiU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R="194945">
                        <a:lnSpc>
                          <a:spcPct val="100000"/>
                        </a:lnSpc>
                      </a:pPr>
                      <a:endParaRPr sz="18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0" name="object 10"/>
          <p:cNvSpPr/>
          <p:nvPr/>
        </p:nvSpPr>
        <p:spPr>
          <a:xfrm>
            <a:off x="6582156" y="2557272"/>
            <a:ext cx="711835" cy="340360"/>
          </a:xfrm>
          <a:custGeom>
            <a:avLst/>
            <a:gdLst/>
            <a:ahLst/>
            <a:cxnLst/>
            <a:rect l="l" t="t" r="r" b="b"/>
            <a:pathLst>
              <a:path w="711834" h="340360">
                <a:moveTo>
                  <a:pt x="0" y="56641"/>
                </a:moveTo>
                <a:lnTo>
                  <a:pt x="4456" y="34611"/>
                </a:lnTo>
                <a:lnTo>
                  <a:pt x="16605" y="16605"/>
                </a:lnTo>
                <a:lnTo>
                  <a:pt x="34611" y="4456"/>
                </a:lnTo>
                <a:lnTo>
                  <a:pt x="56642" y="0"/>
                </a:lnTo>
                <a:lnTo>
                  <a:pt x="655066" y="0"/>
                </a:lnTo>
                <a:lnTo>
                  <a:pt x="677096" y="4456"/>
                </a:lnTo>
                <a:lnTo>
                  <a:pt x="695102" y="16605"/>
                </a:lnTo>
                <a:lnTo>
                  <a:pt x="707251" y="34611"/>
                </a:lnTo>
                <a:lnTo>
                  <a:pt x="711708" y="56641"/>
                </a:lnTo>
                <a:lnTo>
                  <a:pt x="711708" y="283210"/>
                </a:lnTo>
                <a:lnTo>
                  <a:pt x="707251" y="305240"/>
                </a:lnTo>
                <a:lnTo>
                  <a:pt x="695102" y="323246"/>
                </a:lnTo>
                <a:lnTo>
                  <a:pt x="677096" y="335395"/>
                </a:lnTo>
                <a:lnTo>
                  <a:pt x="655066" y="339851"/>
                </a:lnTo>
                <a:lnTo>
                  <a:pt x="56642" y="339851"/>
                </a:lnTo>
                <a:lnTo>
                  <a:pt x="34611" y="335395"/>
                </a:lnTo>
                <a:lnTo>
                  <a:pt x="16605" y="323246"/>
                </a:lnTo>
                <a:lnTo>
                  <a:pt x="4456" y="305240"/>
                </a:lnTo>
                <a:lnTo>
                  <a:pt x="0" y="283210"/>
                </a:lnTo>
                <a:lnTo>
                  <a:pt x="0" y="56641"/>
                </a:lnTo>
                <a:close/>
              </a:path>
            </a:pathLst>
          </a:custGeom>
          <a:ln w="31749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8825483" y="2557272"/>
            <a:ext cx="711200" cy="734060"/>
          </a:xfrm>
          <a:custGeom>
            <a:avLst/>
            <a:gdLst/>
            <a:ahLst/>
            <a:cxnLst/>
            <a:rect l="l" t="t" r="r" b="b"/>
            <a:pathLst>
              <a:path w="711200" h="734060">
                <a:moveTo>
                  <a:pt x="0" y="56641"/>
                </a:moveTo>
                <a:lnTo>
                  <a:pt x="4456" y="34611"/>
                </a:lnTo>
                <a:lnTo>
                  <a:pt x="16605" y="16605"/>
                </a:lnTo>
                <a:lnTo>
                  <a:pt x="34611" y="4456"/>
                </a:lnTo>
                <a:lnTo>
                  <a:pt x="56642" y="0"/>
                </a:lnTo>
                <a:lnTo>
                  <a:pt x="654304" y="0"/>
                </a:lnTo>
                <a:lnTo>
                  <a:pt x="676334" y="4456"/>
                </a:lnTo>
                <a:lnTo>
                  <a:pt x="694340" y="16605"/>
                </a:lnTo>
                <a:lnTo>
                  <a:pt x="706489" y="34611"/>
                </a:lnTo>
                <a:lnTo>
                  <a:pt x="710946" y="56641"/>
                </a:lnTo>
                <a:lnTo>
                  <a:pt x="710946" y="283210"/>
                </a:lnTo>
                <a:lnTo>
                  <a:pt x="706489" y="305240"/>
                </a:lnTo>
                <a:lnTo>
                  <a:pt x="694340" y="323246"/>
                </a:lnTo>
                <a:lnTo>
                  <a:pt x="676334" y="335395"/>
                </a:lnTo>
                <a:lnTo>
                  <a:pt x="654304" y="339851"/>
                </a:lnTo>
                <a:lnTo>
                  <a:pt x="56642" y="339851"/>
                </a:lnTo>
                <a:lnTo>
                  <a:pt x="34611" y="335395"/>
                </a:lnTo>
                <a:lnTo>
                  <a:pt x="16605" y="323246"/>
                </a:lnTo>
                <a:lnTo>
                  <a:pt x="4456" y="305240"/>
                </a:lnTo>
                <a:lnTo>
                  <a:pt x="0" y="283210"/>
                </a:lnTo>
                <a:lnTo>
                  <a:pt x="0" y="56641"/>
                </a:lnTo>
                <a:close/>
              </a:path>
              <a:path w="711200" h="734060">
                <a:moveTo>
                  <a:pt x="0" y="449961"/>
                </a:moveTo>
                <a:lnTo>
                  <a:pt x="4458" y="427857"/>
                </a:lnTo>
                <a:lnTo>
                  <a:pt x="16621" y="409813"/>
                </a:lnTo>
                <a:lnTo>
                  <a:pt x="34665" y="397650"/>
                </a:lnTo>
                <a:lnTo>
                  <a:pt x="56769" y="393191"/>
                </a:lnTo>
                <a:lnTo>
                  <a:pt x="654176" y="393191"/>
                </a:lnTo>
                <a:lnTo>
                  <a:pt x="676280" y="397650"/>
                </a:lnTo>
                <a:lnTo>
                  <a:pt x="694324" y="409813"/>
                </a:lnTo>
                <a:lnTo>
                  <a:pt x="706487" y="427857"/>
                </a:lnTo>
                <a:lnTo>
                  <a:pt x="710946" y="449961"/>
                </a:lnTo>
                <a:lnTo>
                  <a:pt x="710946" y="677037"/>
                </a:lnTo>
                <a:lnTo>
                  <a:pt x="706487" y="699140"/>
                </a:lnTo>
                <a:lnTo>
                  <a:pt x="694324" y="717184"/>
                </a:lnTo>
                <a:lnTo>
                  <a:pt x="676280" y="729347"/>
                </a:lnTo>
                <a:lnTo>
                  <a:pt x="654176" y="733805"/>
                </a:lnTo>
                <a:lnTo>
                  <a:pt x="56769" y="733805"/>
                </a:lnTo>
                <a:lnTo>
                  <a:pt x="34665" y="729347"/>
                </a:lnTo>
                <a:lnTo>
                  <a:pt x="16621" y="717184"/>
                </a:lnTo>
                <a:lnTo>
                  <a:pt x="4458" y="699140"/>
                </a:lnTo>
                <a:lnTo>
                  <a:pt x="0" y="677037"/>
                </a:lnTo>
                <a:lnTo>
                  <a:pt x="0" y="449961"/>
                </a:lnTo>
                <a:close/>
              </a:path>
            </a:pathLst>
          </a:custGeom>
          <a:ln w="31750">
            <a:solidFill>
              <a:srgbClr val="00AF5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 txBox="1"/>
          <p:nvPr/>
        </p:nvSpPr>
        <p:spPr>
          <a:xfrm>
            <a:off x="12000007" y="6090158"/>
            <a:ext cx="120014" cy="3302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2000" spc="-50" dirty="0">
                <a:solidFill>
                  <a:srgbClr val="FFFFFF"/>
                </a:solidFill>
                <a:latin typeface="Cambria Math"/>
                <a:cs typeface="Cambria Math"/>
              </a:rPr>
              <a:t>𝒊</a:t>
            </a:r>
            <a:endParaRPr sz="2000" dirty="0">
              <a:latin typeface="Cambria Math"/>
              <a:cs typeface="Cambria Math"/>
            </a:endParaRPr>
          </a:p>
        </p:txBody>
      </p:sp>
      <p:graphicFrame>
        <p:nvGraphicFramePr>
          <p:cNvPr id="13" name="object 13"/>
          <p:cNvGraphicFramePr>
            <a:graphicFrameLocks noGrp="1"/>
          </p:cNvGraphicFramePr>
          <p:nvPr/>
        </p:nvGraphicFramePr>
        <p:xfrm>
          <a:off x="603250" y="886713"/>
          <a:ext cx="4509135" cy="7410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85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 marL="25654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𝒗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𝒑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4" name="object 14"/>
          <p:cNvSpPr/>
          <p:nvPr/>
        </p:nvSpPr>
        <p:spPr>
          <a:xfrm>
            <a:off x="2168651" y="1293113"/>
            <a:ext cx="711200" cy="340360"/>
          </a:xfrm>
          <a:custGeom>
            <a:avLst/>
            <a:gdLst/>
            <a:ahLst/>
            <a:cxnLst/>
            <a:rect l="l" t="t" r="r" b="b"/>
            <a:pathLst>
              <a:path w="711200" h="340360">
                <a:moveTo>
                  <a:pt x="0" y="56641"/>
                </a:moveTo>
                <a:lnTo>
                  <a:pt x="4456" y="34611"/>
                </a:lnTo>
                <a:lnTo>
                  <a:pt x="16605" y="16605"/>
                </a:lnTo>
                <a:lnTo>
                  <a:pt x="34611" y="4456"/>
                </a:lnTo>
                <a:lnTo>
                  <a:pt x="56642" y="0"/>
                </a:lnTo>
                <a:lnTo>
                  <a:pt x="654304" y="0"/>
                </a:lnTo>
                <a:lnTo>
                  <a:pt x="676334" y="4456"/>
                </a:lnTo>
                <a:lnTo>
                  <a:pt x="694340" y="16605"/>
                </a:lnTo>
                <a:lnTo>
                  <a:pt x="706489" y="34611"/>
                </a:lnTo>
                <a:lnTo>
                  <a:pt x="710946" y="56641"/>
                </a:lnTo>
                <a:lnTo>
                  <a:pt x="710946" y="283210"/>
                </a:lnTo>
                <a:lnTo>
                  <a:pt x="706489" y="305240"/>
                </a:lnTo>
                <a:lnTo>
                  <a:pt x="694340" y="323246"/>
                </a:lnTo>
                <a:lnTo>
                  <a:pt x="676334" y="335395"/>
                </a:lnTo>
                <a:lnTo>
                  <a:pt x="654304" y="339851"/>
                </a:lnTo>
                <a:lnTo>
                  <a:pt x="56642" y="339851"/>
                </a:lnTo>
                <a:lnTo>
                  <a:pt x="34611" y="335395"/>
                </a:lnTo>
                <a:lnTo>
                  <a:pt x="16605" y="323246"/>
                </a:lnTo>
                <a:lnTo>
                  <a:pt x="4456" y="305240"/>
                </a:lnTo>
                <a:lnTo>
                  <a:pt x="0" y="283210"/>
                </a:lnTo>
                <a:lnTo>
                  <a:pt x="0" y="56641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 txBox="1"/>
          <p:nvPr/>
        </p:nvSpPr>
        <p:spPr>
          <a:xfrm>
            <a:off x="10707116" y="1375155"/>
            <a:ext cx="9772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=</a:t>
            </a:r>
            <a:r>
              <a:rPr sz="2400" spc="130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𝟏𝟑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6" name="object 2">
            <a:extLst>
              <a:ext uri="{FF2B5EF4-FFF2-40B4-BE49-F238E27FC236}">
                <a16:creationId xmlns:a16="http://schemas.microsoft.com/office/drawing/2014/main" id="{575FCCC5-4479-E24D-AFFD-AAD8888E9559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38620" y="81090"/>
            <a:ext cx="2705419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算法实</a:t>
            </a: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例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603250" y="1816354"/>
          <a:ext cx="11176634" cy="25927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29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1800" spc="-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𝒄]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444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4892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4892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603250" y="4595114"/>
          <a:ext cx="11176634" cy="22231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29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𝑹𝒆𝒄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𝟏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5" name="object 5"/>
          <p:cNvSpPr/>
          <p:nvPr/>
        </p:nvSpPr>
        <p:spPr>
          <a:xfrm>
            <a:off x="7335011" y="3699509"/>
            <a:ext cx="711200" cy="340995"/>
          </a:xfrm>
          <a:custGeom>
            <a:avLst/>
            <a:gdLst/>
            <a:ahLst/>
            <a:cxnLst/>
            <a:rect l="l" t="t" r="r" b="b"/>
            <a:pathLst>
              <a:path w="711200" h="340995">
                <a:moveTo>
                  <a:pt x="0" y="56768"/>
                </a:moveTo>
                <a:lnTo>
                  <a:pt x="4458" y="34665"/>
                </a:lnTo>
                <a:lnTo>
                  <a:pt x="16621" y="16621"/>
                </a:lnTo>
                <a:lnTo>
                  <a:pt x="34665" y="4458"/>
                </a:lnTo>
                <a:lnTo>
                  <a:pt x="56769" y="0"/>
                </a:lnTo>
                <a:lnTo>
                  <a:pt x="654177" y="0"/>
                </a:lnTo>
                <a:lnTo>
                  <a:pt x="676280" y="4458"/>
                </a:lnTo>
                <a:lnTo>
                  <a:pt x="694324" y="16621"/>
                </a:lnTo>
                <a:lnTo>
                  <a:pt x="706487" y="34665"/>
                </a:lnTo>
                <a:lnTo>
                  <a:pt x="710946" y="56768"/>
                </a:lnTo>
                <a:lnTo>
                  <a:pt x="710946" y="283844"/>
                </a:lnTo>
                <a:lnTo>
                  <a:pt x="706487" y="305948"/>
                </a:lnTo>
                <a:lnTo>
                  <a:pt x="694324" y="323992"/>
                </a:lnTo>
                <a:lnTo>
                  <a:pt x="676280" y="336155"/>
                </a:lnTo>
                <a:lnTo>
                  <a:pt x="654177" y="340613"/>
                </a:lnTo>
                <a:lnTo>
                  <a:pt x="56769" y="340613"/>
                </a:lnTo>
                <a:lnTo>
                  <a:pt x="34665" y="336155"/>
                </a:lnTo>
                <a:lnTo>
                  <a:pt x="16621" y="323992"/>
                </a:lnTo>
                <a:lnTo>
                  <a:pt x="4458" y="305948"/>
                </a:lnTo>
                <a:lnTo>
                  <a:pt x="0" y="283844"/>
                </a:lnTo>
                <a:lnTo>
                  <a:pt x="0" y="56768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0325861" y="3699509"/>
            <a:ext cx="711200" cy="699135"/>
          </a:xfrm>
          <a:custGeom>
            <a:avLst/>
            <a:gdLst/>
            <a:ahLst/>
            <a:cxnLst/>
            <a:rect l="l" t="t" r="r" b="b"/>
            <a:pathLst>
              <a:path w="711200" h="699135">
                <a:moveTo>
                  <a:pt x="0" y="56768"/>
                </a:moveTo>
                <a:lnTo>
                  <a:pt x="4458" y="34665"/>
                </a:lnTo>
                <a:lnTo>
                  <a:pt x="16621" y="16621"/>
                </a:lnTo>
                <a:lnTo>
                  <a:pt x="34665" y="4458"/>
                </a:lnTo>
                <a:lnTo>
                  <a:pt x="56769" y="0"/>
                </a:lnTo>
                <a:lnTo>
                  <a:pt x="654177" y="0"/>
                </a:lnTo>
                <a:lnTo>
                  <a:pt x="676280" y="4458"/>
                </a:lnTo>
                <a:lnTo>
                  <a:pt x="694324" y="16621"/>
                </a:lnTo>
                <a:lnTo>
                  <a:pt x="706487" y="34665"/>
                </a:lnTo>
                <a:lnTo>
                  <a:pt x="710946" y="56768"/>
                </a:lnTo>
                <a:lnTo>
                  <a:pt x="710946" y="283844"/>
                </a:lnTo>
                <a:lnTo>
                  <a:pt x="706487" y="305948"/>
                </a:lnTo>
                <a:lnTo>
                  <a:pt x="694324" y="323992"/>
                </a:lnTo>
                <a:lnTo>
                  <a:pt x="676280" y="336155"/>
                </a:lnTo>
                <a:lnTo>
                  <a:pt x="654177" y="340613"/>
                </a:lnTo>
                <a:lnTo>
                  <a:pt x="56769" y="340613"/>
                </a:lnTo>
                <a:lnTo>
                  <a:pt x="34665" y="336155"/>
                </a:lnTo>
                <a:lnTo>
                  <a:pt x="16621" y="323992"/>
                </a:lnTo>
                <a:lnTo>
                  <a:pt x="4458" y="305948"/>
                </a:lnTo>
                <a:lnTo>
                  <a:pt x="0" y="283844"/>
                </a:lnTo>
                <a:lnTo>
                  <a:pt x="0" y="56768"/>
                </a:lnTo>
                <a:close/>
              </a:path>
              <a:path w="711200" h="699135">
                <a:moveTo>
                  <a:pt x="0" y="414908"/>
                </a:moveTo>
                <a:lnTo>
                  <a:pt x="4458" y="392805"/>
                </a:lnTo>
                <a:lnTo>
                  <a:pt x="16621" y="374761"/>
                </a:lnTo>
                <a:lnTo>
                  <a:pt x="34665" y="362598"/>
                </a:lnTo>
                <a:lnTo>
                  <a:pt x="56769" y="358139"/>
                </a:lnTo>
                <a:lnTo>
                  <a:pt x="654177" y="358139"/>
                </a:lnTo>
                <a:lnTo>
                  <a:pt x="676280" y="362598"/>
                </a:lnTo>
                <a:lnTo>
                  <a:pt x="694324" y="374761"/>
                </a:lnTo>
                <a:lnTo>
                  <a:pt x="706487" y="392805"/>
                </a:lnTo>
                <a:lnTo>
                  <a:pt x="710946" y="414908"/>
                </a:lnTo>
                <a:lnTo>
                  <a:pt x="710946" y="641984"/>
                </a:lnTo>
                <a:lnTo>
                  <a:pt x="706487" y="664088"/>
                </a:lnTo>
                <a:lnTo>
                  <a:pt x="694324" y="682132"/>
                </a:lnTo>
                <a:lnTo>
                  <a:pt x="676280" y="694295"/>
                </a:lnTo>
                <a:lnTo>
                  <a:pt x="654177" y="698753"/>
                </a:lnTo>
                <a:lnTo>
                  <a:pt x="56769" y="698753"/>
                </a:lnTo>
                <a:lnTo>
                  <a:pt x="34665" y="694295"/>
                </a:lnTo>
                <a:lnTo>
                  <a:pt x="16621" y="682132"/>
                </a:lnTo>
                <a:lnTo>
                  <a:pt x="4458" y="664088"/>
                </a:lnTo>
                <a:lnTo>
                  <a:pt x="0" y="641984"/>
                </a:lnTo>
                <a:lnTo>
                  <a:pt x="0" y="414908"/>
                </a:lnTo>
                <a:close/>
              </a:path>
            </a:pathLst>
          </a:custGeom>
          <a:ln w="31750">
            <a:solidFill>
              <a:srgbClr val="00AF5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0325861" y="6480047"/>
            <a:ext cx="711200" cy="340995"/>
          </a:xfrm>
          <a:custGeom>
            <a:avLst/>
            <a:gdLst/>
            <a:ahLst/>
            <a:cxnLst/>
            <a:rect l="l" t="t" r="r" b="b"/>
            <a:pathLst>
              <a:path w="711200" h="340995">
                <a:moveTo>
                  <a:pt x="0" y="56768"/>
                </a:moveTo>
                <a:lnTo>
                  <a:pt x="4458" y="34670"/>
                </a:lnTo>
                <a:lnTo>
                  <a:pt x="16621" y="16625"/>
                </a:lnTo>
                <a:lnTo>
                  <a:pt x="34665" y="4460"/>
                </a:lnTo>
                <a:lnTo>
                  <a:pt x="56769" y="0"/>
                </a:lnTo>
                <a:lnTo>
                  <a:pt x="654177" y="0"/>
                </a:lnTo>
                <a:lnTo>
                  <a:pt x="676280" y="4460"/>
                </a:lnTo>
                <a:lnTo>
                  <a:pt x="694324" y="16625"/>
                </a:lnTo>
                <a:lnTo>
                  <a:pt x="706487" y="34670"/>
                </a:lnTo>
                <a:lnTo>
                  <a:pt x="710946" y="56768"/>
                </a:lnTo>
                <a:lnTo>
                  <a:pt x="710946" y="283843"/>
                </a:lnTo>
                <a:lnTo>
                  <a:pt x="706487" y="305941"/>
                </a:lnTo>
                <a:lnTo>
                  <a:pt x="694324" y="323985"/>
                </a:lnTo>
                <a:lnTo>
                  <a:pt x="676280" y="336151"/>
                </a:lnTo>
                <a:lnTo>
                  <a:pt x="654177" y="340612"/>
                </a:lnTo>
                <a:lnTo>
                  <a:pt x="56769" y="340612"/>
                </a:lnTo>
                <a:lnTo>
                  <a:pt x="34665" y="336151"/>
                </a:lnTo>
                <a:lnTo>
                  <a:pt x="16621" y="323985"/>
                </a:lnTo>
                <a:lnTo>
                  <a:pt x="4458" y="305941"/>
                </a:lnTo>
                <a:lnTo>
                  <a:pt x="0" y="283843"/>
                </a:lnTo>
                <a:lnTo>
                  <a:pt x="0" y="56768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603250" y="886713"/>
          <a:ext cx="4509135" cy="7410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85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 marL="25654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𝒗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𝒑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9" name="object 9"/>
          <p:cNvSpPr/>
          <p:nvPr/>
        </p:nvSpPr>
        <p:spPr>
          <a:xfrm>
            <a:off x="4397502" y="1279397"/>
            <a:ext cx="711835" cy="340360"/>
          </a:xfrm>
          <a:custGeom>
            <a:avLst/>
            <a:gdLst/>
            <a:ahLst/>
            <a:cxnLst/>
            <a:rect l="l" t="t" r="r" b="b"/>
            <a:pathLst>
              <a:path w="711835" h="340359">
                <a:moveTo>
                  <a:pt x="0" y="56641"/>
                </a:moveTo>
                <a:lnTo>
                  <a:pt x="4456" y="34611"/>
                </a:lnTo>
                <a:lnTo>
                  <a:pt x="16605" y="16605"/>
                </a:lnTo>
                <a:lnTo>
                  <a:pt x="34611" y="4456"/>
                </a:lnTo>
                <a:lnTo>
                  <a:pt x="56642" y="0"/>
                </a:lnTo>
                <a:lnTo>
                  <a:pt x="655065" y="0"/>
                </a:lnTo>
                <a:lnTo>
                  <a:pt x="677096" y="4456"/>
                </a:lnTo>
                <a:lnTo>
                  <a:pt x="695102" y="16605"/>
                </a:lnTo>
                <a:lnTo>
                  <a:pt x="707251" y="34611"/>
                </a:lnTo>
                <a:lnTo>
                  <a:pt x="711708" y="56641"/>
                </a:lnTo>
                <a:lnTo>
                  <a:pt x="711708" y="283210"/>
                </a:lnTo>
                <a:lnTo>
                  <a:pt x="707251" y="305240"/>
                </a:lnTo>
                <a:lnTo>
                  <a:pt x="695102" y="323246"/>
                </a:lnTo>
                <a:lnTo>
                  <a:pt x="677096" y="335395"/>
                </a:lnTo>
                <a:lnTo>
                  <a:pt x="655065" y="339851"/>
                </a:lnTo>
                <a:lnTo>
                  <a:pt x="56642" y="339851"/>
                </a:lnTo>
                <a:lnTo>
                  <a:pt x="34611" y="335395"/>
                </a:lnTo>
                <a:lnTo>
                  <a:pt x="16605" y="323246"/>
                </a:lnTo>
                <a:lnTo>
                  <a:pt x="4456" y="305240"/>
                </a:lnTo>
                <a:lnTo>
                  <a:pt x="0" y="283210"/>
                </a:lnTo>
                <a:lnTo>
                  <a:pt x="0" y="56641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10707116" y="1375155"/>
            <a:ext cx="9772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=</a:t>
            </a:r>
            <a:r>
              <a:rPr sz="2400" spc="130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𝟏𝟑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1" name="object 2">
            <a:extLst>
              <a:ext uri="{FF2B5EF4-FFF2-40B4-BE49-F238E27FC236}">
                <a16:creationId xmlns:a16="http://schemas.microsoft.com/office/drawing/2014/main" id="{A4B2DCEC-BBF1-AD41-91A6-9DB848653139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38620" y="81090"/>
            <a:ext cx="2705419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算法实</a:t>
            </a: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例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603250" y="1816354"/>
          <a:ext cx="11176634" cy="25927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29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1800" spc="-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𝒄]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444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4892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4892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603250" y="4595114"/>
          <a:ext cx="11176634" cy="22231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29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𝑹𝒆𝒄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𝟏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5" name="object 5"/>
          <p:cNvSpPr/>
          <p:nvPr/>
        </p:nvSpPr>
        <p:spPr>
          <a:xfrm>
            <a:off x="8071104" y="3699509"/>
            <a:ext cx="711835" cy="340995"/>
          </a:xfrm>
          <a:custGeom>
            <a:avLst/>
            <a:gdLst/>
            <a:ahLst/>
            <a:cxnLst/>
            <a:rect l="l" t="t" r="r" b="b"/>
            <a:pathLst>
              <a:path w="711834" h="340995">
                <a:moveTo>
                  <a:pt x="0" y="56768"/>
                </a:moveTo>
                <a:lnTo>
                  <a:pt x="4458" y="34665"/>
                </a:lnTo>
                <a:lnTo>
                  <a:pt x="16621" y="16621"/>
                </a:lnTo>
                <a:lnTo>
                  <a:pt x="34665" y="4458"/>
                </a:lnTo>
                <a:lnTo>
                  <a:pt x="56769" y="0"/>
                </a:lnTo>
                <a:lnTo>
                  <a:pt x="654939" y="0"/>
                </a:lnTo>
                <a:lnTo>
                  <a:pt x="677042" y="4458"/>
                </a:lnTo>
                <a:lnTo>
                  <a:pt x="695086" y="16621"/>
                </a:lnTo>
                <a:lnTo>
                  <a:pt x="707249" y="34665"/>
                </a:lnTo>
                <a:lnTo>
                  <a:pt x="711707" y="56768"/>
                </a:lnTo>
                <a:lnTo>
                  <a:pt x="711707" y="283844"/>
                </a:lnTo>
                <a:lnTo>
                  <a:pt x="707249" y="305948"/>
                </a:lnTo>
                <a:lnTo>
                  <a:pt x="695086" y="323992"/>
                </a:lnTo>
                <a:lnTo>
                  <a:pt x="677042" y="336155"/>
                </a:lnTo>
                <a:lnTo>
                  <a:pt x="654939" y="340613"/>
                </a:lnTo>
                <a:lnTo>
                  <a:pt x="56769" y="340613"/>
                </a:lnTo>
                <a:lnTo>
                  <a:pt x="34665" y="336155"/>
                </a:lnTo>
                <a:lnTo>
                  <a:pt x="16621" y="323992"/>
                </a:lnTo>
                <a:lnTo>
                  <a:pt x="4458" y="305948"/>
                </a:lnTo>
                <a:lnTo>
                  <a:pt x="0" y="283844"/>
                </a:lnTo>
                <a:lnTo>
                  <a:pt x="0" y="56768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" name="object 6"/>
          <p:cNvGrpSpPr/>
          <p:nvPr/>
        </p:nvGrpSpPr>
        <p:grpSpPr>
          <a:xfrm>
            <a:off x="11046841" y="3683634"/>
            <a:ext cx="742950" cy="730885"/>
            <a:chOff x="11046841" y="3683634"/>
            <a:chExt cx="742950" cy="730885"/>
          </a:xfrm>
        </p:grpSpPr>
        <p:sp>
          <p:nvSpPr>
            <p:cNvPr id="7" name="object 7"/>
            <p:cNvSpPr/>
            <p:nvPr/>
          </p:nvSpPr>
          <p:spPr>
            <a:xfrm>
              <a:off x="11062716" y="3699509"/>
              <a:ext cx="711200" cy="340995"/>
            </a:xfrm>
            <a:custGeom>
              <a:avLst/>
              <a:gdLst/>
              <a:ahLst/>
              <a:cxnLst/>
              <a:rect l="l" t="t" r="r" b="b"/>
              <a:pathLst>
                <a:path w="711200" h="340995">
                  <a:moveTo>
                    <a:pt x="0" y="56768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8" y="0"/>
                  </a:lnTo>
                  <a:lnTo>
                    <a:pt x="654176" y="0"/>
                  </a:lnTo>
                  <a:lnTo>
                    <a:pt x="676280" y="4458"/>
                  </a:lnTo>
                  <a:lnTo>
                    <a:pt x="694324" y="16621"/>
                  </a:lnTo>
                  <a:lnTo>
                    <a:pt x="706487" y="34665"/>
                  </a:lnTo>
                  <a:lnTo>
                    <a:pt x="710945" y="56768"/>
                  </a:lnTo>
                  <a:lnTo>
                    <a:pt x="710945" y="283844"/>
                  </a:lnTo>
                  <a:lnTo>
                    <a:pt x="706487" y="305948"/>
                  </a:lnTo>
                  <a:lnTo>
                    <a:pt x="694324" y="323992"/>
                  </a:lnTo>
                  <a:lnTo>
                    <a:pt x="676280" y="336155"/>
                  </a:lnTo>
                  <a:lnTo>
                    <a:pt x="654176" y="340613"/>
                  </a:lnTo>
                  <a:lnTo>
                    <a:pt x="56768" y="340613"/>
                  </a:lnTo>
                  <a:lnTo>
                    <a:pt x="34665" y="336155"/>
                  </a:lnTo>
                  <a:lnTo>
                    <a:pt x="16621" y="323992"/>
                  </a:lnTo>
                  <a:lnTo>
                    <a:pt x="4458" y="305948"/>
                  </a:lnTo>
                  <a:lnTo>
                    <a:pt x="0" y="283844"/>
                  </a:lnTo>
                  <a:lnTo>
                    <a:pt x="0" y="56768"/>
                  </a:lnTo>
                  <a:close/>
                </a:path>
              </a:pathLst>
            </a:custGeom>
            <a:ln w="31750">
              <a:solidFill>
                <a:srgbClr val="00AF5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1062716" y="4057649"/>
              <a:ext cx="711200" cy="340995"/>
            </a:xfrm>
            <a:custGeom>
              <a:avLst/>
              <a:gdLst/>
              <a:ahLst/>
              <a:cxnLst/>
              <a:rect l="l" t="t" r="r" b="b"/>
              <a:pathLst>
                <a:path w="711200" h="340995">
                  <a:moveTo>
                    <a:pt x="0" y="56768"/>
                  </a:moveTo>
                  <a:lnTo>
                    <a:pt x="4458" y="34665"/>
                  </a:lnTo>
                  <a:lnTo>
                    <a:pt x="16621" y="16621"/>
                  </a:lnTo>
                  <a:lnTo>
                    <a:pt x="34665" y="4458"/>
                  </a:lnTo>
                  <a:lnTo>
                    <a:pt x="56768" y="0"/>
                  </a:lnTo>
                  <a:lnTo>
                    <a:pt x="654176" y="0"/>
                  </a:lnTo>
                  <a:lnTo>
                    <a:pt x="676280" y="4458"/>
                  </a:lnTo>
                  <a:lnTo>
                    <a:pt x="694324" y="16621"/>
                  </a:lnTo>
                  <a:lnTo>
                    <a:pt x="706487" y="34665"/>
                  </a:lnTo>
                  <a:lnTo>
                    <a:pt x="710945" y="56768"/>
                  </a:lnTo>
                  <a:lnTo>
                    <a:pt x="710945" y="283844"/>
                  </a:lnTo>
                  <a:lnTo>
                    <a:pt x="706487" y="305948"/>
                  </a:lnTo>
                  <a:lnTo>
                    <a:pt x="694324" y="323992"/>
                  </a:lnTo>
                  <a:lnTo>
                    <a:pt x="676280" y="336155"/>
                  </a:lnTo>
                  <a:lnTo>
                    <a:pt x="654176" y="340613"/>
                  </a:lnTo>
                  <a:lnTo>
                    <a:pt x="56768" y="340613"/>
                  </a:lnTo>
                  <a:lnTo>
                    <a:pt x="34665" y="336155"/>
                  </a:lnTo>
                  <a:lnTo>
                    <a:pt x="16621" y="323992"/>
                  </a:lnTo>
                  <a:lnTo>
                    <a:pt x="4458" y="305948"/>
                  </a:lnTo>
                  <a:lnTo>
                    <a:pt x="0" y="283844"/>
                  </a:lnTo>
                  <a:lnTo>
                    <a:pt x="0" y="56768"/>
                  </a:lnTo>
                  <a:close/>
                </a:path>
              </a:pathLst>
            </a:custGeom>
            <a:ln w="31750">
              <a:solidFill>
                <a:srgbClr val="FF000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" name="object 9"/>
          <p:cNvSpPr/>
          <p:nvPr/>
        </p:nvSpPr>
        <p:spPr>
          <a:xfrm>
            <a:off x="11062716" y="6480047"/>
            <a:ext cx="711200" cy="340995"/>
          </a:xfrm>
          <a:custGeom>
            <a:avLst/>
            <a:gdLst/>
            <a:ahLst/>
            <a:cxnLst/>
            <a:rect l="l" t="t" r="r" b="b"/>
            <a:pathLst>
              <a:path w="711200" h="340995">
                <a:moveTo>
                  <a:pt x="0" y="56768"/>
                </a:moveTo>
                <a:lnTo>
                  <a:pt x="4458" y="34670"/>
                </a:lnTo>
                <a:lnTo>
                  <a:pt x="16621" y="16625"/>
                </a:lnTo>
                <a:lnTo>
                  <a:pt x="34665" y="4460"/>
                </a:lnTo>
                <a:lnTo>
                  <a:pt x="56768" y="0"/>
                </a:lnTo>
                <a:lnTo>
                  <a:pt x="654176" y="0"/>
                </a:lnTo>
                <a:lnTo>
                  <a:pt x="676280" y="4460"/>
                </a:lnTo>
                <a:lnTo>
                  <a:pt x="694324" y="16625"/>
                </a:lnTo>
                <a:lnTo>
                  <a:pt x="706487" y="34670"/>
                </a:lnTo>
                <a:lnTo>
                  <a:pt x="710945" y="56768"/>
                </a:lnTo>
                <a:lnTo>
                  <a:pt x="710945" y="283843"/>
                </a:lnTo>
                <a:lnTo>
                  <a:pt x="706487" y="305941"/>
                </a:lnTo>
                <a:lnTo>
                  <a:pt x="694324" y="323985"/>
                </a:lnTo>
                <a:lnTo>
                  <a:pt x="676280" y="336151"/>
                </a:lnTo>
                <a:lnTo>
                  <a:pt x="654176" y="340612"/>
                </a:lnTo>
                <a:lnTo>
                  <a:pt x="56768" y="340612"/>
                </a:lnTo>
                <a:lnTo>
                  <a:pt x="34665" y="336151"/>
                </a:lnTo>
                <a:lnTo>
                  <a:pt x="16621" y="323985"/>
                </a:lnTo>
                <a:lnTo>
                  <a:pt x="4458" y="305941"/>
                </a:lnTo>
                <a:lnTo>
                  <a:pt x="0" y="283843"/>
                </a:lnTo>
                <a:lnTo>
                  <a:pt x="0" y="56768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603250" y="886713"/>
          <a:ext cx="4509135" cy="7410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85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 marL="25654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𝒗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𝒑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1" name="object 11"/>
          <p:cNvSpPr/>
          <p:nvPr/>
        </p:nvSpPr>
        <p:spPr>
          <a:xfrm>
            <a:off x="4397502" y="1279397"/>
            <a:ext cx="711835" cy="340360"/>
          </a:xfrm>
          <a:custGeom>
            <a:avLst/>
            <a:gdLst/>
            <a:ahLst/>
            <a:cxnLst/>
            <a:rect l="l" t="t" r="r" b="b"/>
            <a:pathLst>
              <a:path w="711835" h="340359">
                <a:moveTo>
                  <a:pt x="0" y="56641"/>
                </a:moveTo>
                <a:lnTo>
                  <a:pt x="4456" y="34611"/>
                </a:lnTo>
                <a:lnTo>
                  <a:pt x="16605" y="16605"/>
                </a:lnTo>
                <a:lnTo>
                  <a:pt x="34611" y="4456"/>
                </a:lnTo>
                <a:lnTo>
                  <a:pt x="56642" y="0"/>
                </a:lnTo>
                <a:lnTo>
                  <a:pt x="655065" y="0"/>
                </a:lnTo>
                <a:lnTo>
                  <a:pt x="677096" y="4456"/>
                </a:lnTo>
                <a:lnTo>
                  <a:pt x="695102" y="16605"/>
                </a:lnTo>
                <a:lnTo>
                  <a:pt x="707251" y="34611"/>
                </a:lnTo>
                <a:lnTo>
                  <a:pt x="711708" y="56641"/>
                </a:lnTo>
                <a:lnTo>
                  <a:pt x="711708" y="283210"/>
                </a:lnTo>
                <a:lnTo>
                  <a:pt x="707251" y="305240"/>
                </a:lnTo>
                <a:lnTo>
                  <a:pt x="695102" y="323246"/>
                </a:lnTo>
                <a:lnTo>
                  <a:pt x="677096" y="335395"/>
                </a:lnTo>
                <a:lnTo>
                  <a:pt x="655065" y="339851"/>
                </a:lnTo>
                <a:lnTo>
                  <a:pt x="56642" y="339851"/>
                </a:lnTo>
                <a:lnTo>
                  <a:pt x="34611" y="335395"/>
                </a:lnTo>
                <a:lnTo>
                  <a:pt x="16605" y="323246"/>
                </a:lnTo>
                <a:lnTo>
                  <a:pt x="4456" y="305240"/>
                </a:lnTo>
                <a:lnTo>
                  <a:pt x="0" y="283210"/>
                </a:lnTo>
                <a:lnTo>
                  <a:pt x="0" y="56641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 txBox="1"/>
          <p:nvPr/>
        </p:nvSpPr>
        <p:spPr>
          <a:xfrm>
            <a:off x="10707116" y="1375155"/>
            <a:ext cx="9772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=</a:t>
            </a:r>
            <a:r>
              <a:rPr sz="2400" spc="130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𝟏𝟑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3" name="object 2">
            <a:extLst>
              <a:ext uri="{FF2B5EF4-FFF2-40B4-BE49-F238E27FC236}">
                <a16:creationId xmlns:a16="http://schemas.microsoft.com/office/drawing/2014/main" id="{61AD0AFD-4FE1-B848-8D9D-CD6AB13206D3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38620" y="81090"/>
            <a:ext cx="2705419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算法实</a:t>
            </a: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例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603250" y="1816354"/>
          <a:ext cx="11176634" cy="25927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29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1800" spc="-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𝒄]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444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4892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4892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603250" y="4595114"/>
          <a:ext cx="11176634" cy="22231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29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𝑹𝒆𝒄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𝟏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9" name="object 9"/>
          <p:cNvSpPr/>
          <p:nvPr/>
        </p:nvSpPr>
        <p:spPr>
          <a:xfrm>
            <a:off x="11062716" y="6480047"/>
            <a:ext cx="711200" cy="340995"/>
          </a:xfrm>
          <a:custGeom>
            <a:avLst/>
            <a:gdLst/>
            <a:ahLst/>
            <a:cxnLst/>
            <a:rect l="l" t="t" r="r" b="b"/>
            <a:pathLst>
              <a:path w="711200" h="340995">
                <a:moveTo>
                  <a:pt x="0" y="56768"/>
                </a:moveTo>
                <a:lnTo>
                  <a:pt x="4458" y="34670"/>
                </a:lnTo>
                <a:lnTo>
                  <a:pt x="16621" y="16625"/>
                </a:lnTo>
                <a:lnTo>
                  <a:pt x="34665" y="4460"/>
                </a:lnTo>
                <a:lnTo>
                  <a:pt x="56768" y="0"/>
                </a:lnTo>
                <a:lnTo>
                  <a:pt x="654176" y="0"/>
                </a:lnTo>
                <a:lnTo>
                  <a:pt x="676280" y="4460"/>
                </a:lnTo>
                <a:lnTo>
                  <a:pt x="694324" y="16625"/>
                </a:lnTo>
                <a:lnTo>
                  <a:pt x="706487" y="34670"/>
                </a:lnTo>
                <a:lnTo>
                  <a:pt x="710945" y="56768"/>
                </a:lnTo>
                <a:lnTo>
                  <a:pt x="710945" y="283843"/>
                </a:lnTo>
                <a:lnTo>
                  <a:pt x="706487" y="305941"/>
                </a:lnTo>
                <a:lnTo>
                  <a:pt x="694324" y="323985"/>
                </a:lnTo>
                <a:lnTo>
                  <a:pt x="676280" y="336151"/>
                </a:lnTo>
                <a:lnTo>
                  <a:pt x="654176" y="340612"/>
                </a:lnTo>
                <a:lnTo>
                  <a:pt x="56768" y="340612"/>
                </a:lnTo>
                <a:lnTo>
                  <a:pt x="34665" y="336151"/>
                </a:lnTo>
                <a:lnTo>
                  <a:pt x="16621" y="323985"/>
                </a:lnTo>
                <a:lnTo>
                  <a:pt x="4458" y="305941"/>
                </a:lnTo>
                <a:lnTo>
                  <a:pt x="0" y="283843"/>
                </a:lnTo>
                <a:lnTo>
                  <a:pt x="0" y="56768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603250" y="886713"/>
          <a:ext cx="4509135" cy="7410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85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 marL="25654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𝒗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𝒑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2" name="object 12"/>
          <p:cNvSpPr txBox="1"/>
          <p:nvPr/>
        </p:nvSpPr>
        <p:spPr>
          <a:xfrm>
            <a:off x="10707116" y="1375155"/>
            <a:ext cx="9772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=</a:t>
            </a:r>
            <a:r>
              <a:rPr sz="2400" spc="130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𝟏𝟑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3" name="object 14">
            <a:extLst>
              <a:ext uri="{FF2B5EF4-FFF2-40B4-BE49-F238E27FC236}">
                <a16:creationId xmlns:a16="http://schemas.microsoft.com/office/drawing/2014/main" id="{9CBCD86D-F46A-BB43-A35E-FE22BB17A70A}"/>
              </a:ext>
            </a:extLst>
          </p:cNvPr>
          <p:cNvSpPr txBox="1"/>
          <p:nvPr/>
        </p:nvSpPr>
        <p:spPr>
          <a:xfrm>
            <a:off x="7903209" y="1361185"/>
            <a:ext cx="200723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spc="-5" dirty="0">
                <a:latin typeface="PMingLiU"/>
                <a:cs typeface="PMingLiU"/>
              </a:rPr>
              <a:t>选取的商品：</a:t>
            </a:r>
            <a:r>
              <a:rPr sz="2400" b="1" spc="-25" dirty="0">
                <a:solidFill>
                  <a:srgbClr val="FF0000"/>
                </a:solidFill>
                <a:latin typeface="Times New Roman"/>
                <a:cs typeface="Times New Roman"/>
              </a:rPr>
              <a:t>5</a:t>
            </a:r>
            <a:endParaRPr sz="2400" dirty="0">
              <a:latin typeface="Times New Roman"/>
              <a:cs typeface="Times New Roman"/>
            </a:endParaRPr>
          </a:p>
        </p:txBody>
      </p:sp>
      <p:sp>
        <p:nvSpPr>
          <p:cNvPr id="2" name="圆角矩形标注 1">
            <a:extLst>
              <a:ext uri="{FF2B5EF4-FFF2-40B4-BE49-F238E27FC236}">
                <a16:creationId xmlns:a16="http://schemas.microsoft.com/office/drawing/2014/main" id="{7D04605A-1C81-8940-9F08-115E1305885B}"/>
              </a:ext>
            </a:extLst>
          </p:cNvPr>
          <p:cNvSpPr/>
          <p:nvPr/>
        </p:nvSpPr>
        <p:spPr>
          <a:xfrm>
            <a:off x="8906826" y="5706681"/>
            <a:ext cx="2093205" cy="661012"/>
          </a:xfrm>
          <a:prstGeom prst="wedgeRoundRectCallout">
            <a:avLst>
              <a:gd name="adj1" fmla="val 43904"/>
              <a:gd name="adj2" fmla="val 75833"/>
              <a:gd name="adj3" fmla="val 16667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dirty="0"/>
              <a:t>最优解包含商品</a:t>
            </a:r>
            <a:r>
              <a:rPr kumimoji="1" lang="en-US" altLang="zh-CN" dirty="0"/>
              <a:t>5</a:t>
            </a:r>
            <a:endParaRPr kumimoji="1" lang="zh-CN" altLang="en-US" dirty="0"/>
          </a:p>
        </p:txBody>
      </p:sp>
      <p:sp>
        <p:nvSpPr>
          <p:cNvPr id="11" name="object 2">
            <a:extLst>
              <a:ext uri="{FF2B5EF4-FFF2-40B4-BE49-F238E27FC236}">
                <a16:creationId xmlns:a16="http://schemas.microsoft.com/office/drawing/2014/main" id="{685F7F50-27B7-1248-82F7-033C06209FAE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38620" y="81090"/>
            <a:ext cx="2705419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算法实</a:t>
            </a: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例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63915045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603250" y="1816354"/>
          <a:ext cx="11176634" cy="25927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29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1800" spc="-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𝒄]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444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4892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4892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603250" y="4595114"/>
          <a:ext cx="11176634" cy="22231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29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𝑹𝒆𝒄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𝟏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9" name="object 9"/>
          <p:cNvSpPr/>
          <p:nvPr/>
        </p:nvSpPr>
        <p:spPr>
          <a:xfrm>
            <a:off x="8088162" y="6105474"/>
            <a:ext cx="711200" cy="340995"/>
          </a:xfrm>
          <a:custGeom>
            <a:avLst/>
            <a:gdLst/>
            <a:ahLst/>
            <a:cxnLst/>
            <a:rect l="l" t="t" r="r" b="b"/>
            <a:pathLst>
              <a:path w="711200" h="340995">
                <a:moveTo>
                  <a:pt x="0" y="56768"/>
                </a:moveTo>
                <a:lnTo>
                  <a:pt x="4458" y="34670"/>
                </a:lnTo>
                <a:lnTo>
                  <a:pt x="16621" y="16625"/>
                </a:lnTo>
                <a:lnTo>
                  <a:pt x="34665" y="4460"/>
                </a:lnTo>
                <a:lnTo>
                  <a:pt x="56768" y="0"/>
                </a:lnTo>
                <a:lnTo>
                  <a:pt x="654176" y="0"/>
                </a:lnTo>
                <a:lnTo>
                  <a:pt x="676280" y="4460"/>
                </a:lnTo>
                <a:lnTo>
                  <a:pt x="694324" y="16625"/>
                </a:lnTo>
                <a:lnTo>
                  <a:pt x="706487" y="34670"/>
                </a:lnTo>
                <a:lnTo>
                  <a:pt x="710945" y="56768"/>
                </a:lnTo>
                <a:lnTo>
                  <a:pt x="710945" y="283843"/>
                </a:lnTo>
                <a:lnTo>
                  <a:pt x="706487" y="305941"/>
                </a:lnTo>
                <a:lnTo>
                  <a:pt x="694324" y="323985"/>
                </a:lnTo>
                <a:lnTo>
                  <a:pt x="676280" y="336151"/>
                </a:lnTo>
                <a:lnTo>
                  <a:pt x="654176" y="340612"/>
                </a:lnTo>
                <a:lnTo>
                  <a:pt x="56768" y="340612"/>
                </a:lnTo>
                <a:lnTo>
                  <a:pt x="34665" y="336151"/>
                </a:lnTo>
                <a:lnTo>
                  <a:pt x="16621" y="323985"/>
                </a:lnTo>
                <a:lnTo>
                  <a:pt x="4458" y="305941"/>
                </a:lnTo>
                <a:lnTo>
                  <a:pt x="0" y="283843"/>
                </a:lnTo>
                <a:lnTo>
                  <a:pt x="0" y="56768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603250" y="886713"/>
          <a:ext cx="4509135" cy="7410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85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 marL="25654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𝒗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𝒑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1" name="object 11"/>
          <p:cNvSpPr/>
          <p:nvPr/>
        </p:nvSpPr>
        <p:spPr>
          <a:xfrm>
            <a:off x="4400550" y="916875"/>
            <a:ext cx="711835" cy="340360"/>
          </a:xfrm>
          <a:custGeom>
            <a:avLst/>
            <a:gdLst/>
            <a:ahLst/>
            <a:cxnLst/>
            <a:rect l="l" t="t" r="r" b="b"/>
            <a:pathLst>
              <a:path w="711835" h="340359">
                <a:moveTo>
                  <a:pt x="0" y="56641"/>
                </a:moveTo>
                <a:lnTo>
                  <a:pt x="4456" y="34611"/>
                </a:lnTo>
                <a:lnTo>
                  <a:pt x="16605" y="16605"/>
                </a:lnTo>
                <a:lnTo>
                  <a:pt x="34611" y="4456"/>
                </a:lnTo>
                <a:lnTo>
                  <a:pt x="56642" y="0"/>
                </a:lnTo>
                <a:lnTo>
                  <a:pt x="655065" y="0"/>
                </a:lnTo>
                <a:lnTo>
                  <a:pt x="677096" y="4456"/>
                </a:lnTo>
                <a:lnTo>
                  <a:pt x="695102" y="16605"/>
                </a:lnTo>
                <a:lnTo>
                  <a:pt x="707251" y="34611"/>
                </a:lnTo>
                <a:lnTo>
                  <a:pt x="711708" y="56641"/>
                </a:lnTo>
                <a:lnTo>
                  <a:pt x="711708" y="283210"/>
                </a:lnTo>
                <a:lnTo>
                  <a:pt x="707251" y="305240"/>
                </a:lnTo>
                <a:lnTo>
                  <a:pt x="695102" y="323246"/>
                </a:lnTo>
                <a:lnTo>
                  <a:pt x="677096" y="335395"/>
                </a:lnTo>
                <a:lnTo>
                  <a:pt x="655065" y="339851"/>
                </a:lnTo>
                <a:lnTo>
                  <a:pt x="56642" y="339851"/>
                </a:lnTo>
                <a:lnTo>
                  <a:pt x="34611" y="335395"/>
                </a:lnTo>
                <a:lnTo>
                  <a:pt x="16605" y="323246"/>
                </a:lnTo>
                <a:lnTo>
                  <a:pt x="4456" y="305240"/>
                </a:lnTo>
                <a:lnTo>
                  <a:pt x="0" y="283210"/>
                </a:lnTo>
                <a:lnTo>
                  <a:pt x="0" y="56641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 txBox="1"/>
          <p:nvPr/>
        </p:nvSpPr>
        <p:spPr>
          <a:xfrm>
            <a:off x="10707116" y="1375155"/>
            <a:ext cx="9772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=</a:t>
            </a:r>
            <a:r>
              <a:rPr sz="2400" spc="130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𝟏𝟑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3" name="object 14">
            <a:extLst>
              <a:ext uri="{FF2B5EF4-FFF2-40B4-BE49-F238E27FC236}">
                <a16:creationId xmlns:a16="http://schemas.microsoft.com/office/drawing/2014/main" id="{9CBCD86D-F46A-BB43-A35E-FE22BB17A70A}"/>
              </a:ext>
            </a:extLst>
          </p:cNvPr>
          <p:cNvSpPr txBox="1"/>
          <p:nvPr/>
        </p:nvSpPr>
        <p:spPr>
          <a:xfrm>
            <a:off x="7903209" y="1361185"/>
            <a:ext cx="2573832" cy="3821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spc="-5" dirty="0">
                <a:latin typeface="PMingLiU"/>
                <a:cs typeface="PMingLiU"/>
              </a:rPr>
              <a:t>选取的商品：</a:t>
            </a:r>
            <a:r>
              <a:rPr sz="2400" b="1" spc="-25" dirty="0">
                <a:latin typeface="Times New Roman"/>
                <a:cs typeface="Times New Roman"/>
              </a:rPr>
              <a:t>5</a:t>
            </a:r>
            <a:r>
              <a:rPr lang="zh-CN" altLang="en-US" sz="2400" b="1" spc="-25" dirty="0">
                <a:latin typeface="Times New Roman"/>
                <a:cs typeface="Times New Roman"/>
              </a:rPr>
              <a:t>，</a:t>
            </a:r>
            <a:r>
              <a:rPr lang="en-US" altLang="zh-CN" sz="2400" b="1" spc="-25" dirty="0">
                <a:solidFill>
                  <a:srgbClr val="FF0000"/>
                </a:solidFill>
                <a:latin typeface="Times New Roman"/>
                <a:cs typeface="Times New Roman"/>
              </a:rPr>
              <a:t>4</a:t>
            </a:r>
            <a:endParaRPr sz="2400" dirty="0">
              <a:latin typeface="Times New Roman"/>
              <a:cs typeface="Times New Roman"/>
            </a:endParaRPr>
          </a:p>
        </p:txBody>
      </p:sp>
      <p:sp>
        <p:nvSpPr>
          <p:cNvPr id="14" name="圆角矩形标注 13">
            <a:extLst>
              <a:ext uri="{FF2B5EF4-FFF2-40B4-BE49-F238E27FC236}">
                <a16:creationId xmlns:a16="http://schemas.microsoft.com/office/drawing/2014/main" id="{C9F38A0A-5854-1A47-A60F-F7D19B256873}"/>
              </a:ext>
            </a:extLst>
          </p:cNvPr>
          <p:cNvSpPr/>
          <p:nvPr/>
        </p:nvSpPr>
        <p:spPr>
          <a:xfrm>
            <a:off x="5994957" y="5376175"/>
            <a:ext cx="2093205" cy="661012"/>
          </a:xfrm>
          <a:prstGeom prst="wedgeRoundRectCallout">
            <a:avLst>
              <a:gd name="adj1" fmla="val 43904"/>
              <a:gd name="adj2" fmla="val 75833"/>
              <a:gd name="adj3" fmla="val 16667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dirty="0"/>
              <a:t>最优解包含商品</a:t>
            </a:r>
            <a:r>
              <a:rPr kumimoji="1" lang="en-US" altLang="zh-CN" dirty="0"/>
              <a:t>4</a:t>
            </a:r>
            <a:endParaRPr kumimoji="1" lang="zh-CN" altLang="en-US" dirty="0"/>
          </a:p>
        </p:txBody>
      </p:sp>
      <p:sp>
        <p:nvSpPr>
          <p:cNvPr id="15" name="object 2">
            <a:extLst>
              <a:ext uri="{FF2B5EF4-FFF2-40B4-BE49-F238E27FC236}">
                <a16:creationId xmlns:a16="http://schemas.microsoft.com/office/drawing/2014/main" id="{48FCA03A-80C8-0746-97C8-018AB99E80B7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38620" y="81090"/>
            <a:ext cx="2705419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算法实</a:t>
            </a: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例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4153940822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603250" y="1816354"/>
          <a:ext cx="11176634" cy="25927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29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1800" spc="-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𝒄]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444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4892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4892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603250" y="4595114"/>
          <a:ext cx="11176634" cy="22231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29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𝑹𝒆𝒄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𝟏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9" name="object 9"/>
          <p:cNvSpPr/>
          <p:nvPr/>
        </p:nvSpPr>
        <p:spPr>
          <a:xfrm>
            <a:off x="4378516" y="5726559"/>
            <a:ext cx="711200" cy="340995"/>
          </a:xfrm>
          <a:custGeom>
            <a:avLst/>
            <a:gdLst/>
            <a:ahLst/>
            <a:cxnLst/>
            <a:rect l="l" t="t" r="r" b="b"/>
            <a:pathLst>
              <a:path w="711200" h="340995">
                <a:moveTo>
                  <a:pt x="0" y="56768"/>
                </a:moveTo>
                <a:lnTo>
                  <a:pt x="4458" y="34670"/>
                </a:lnTo>
                <a:lnTo>
                  <a:pt x="16621" y="16625"/>
                </a:lnTo>
                <a:lnTo>
                  <a:pt x="34665" y="4460"/>
                </a:lnTo>
                <a:lnTo>
                  <a:pt x="56768" y="0"/>
                </a:lnTo>
                <a:lnTo>
                  <a:pt x="654176" y="0"/>
                </a:lnTo>
                <a:lnTo>
                  <a:pt x="676280" y="4460"/>
                </a:lnTo>
                <a:lnTo>
                  <a:pt x="694324" y="16625"/>
                </a:lnTo>
                <a:lnTo>
                  <a:pt x="706487" y="34670"/>
                </a:lnTo>
                <a:lnTo>
                  <a:pt x="710945" y="56768"/>
                </a:lnTo>
                <a:lnTo>
                  <a:pt x="710945" y="283843"/>
                </a:lnTo>
                <a:lnTo>
                  <a:pt x="706487" y="305941"/>
                </a:lnTo>
                <a:lnTo>
                  <a:pt x="694324" y="323985"/>
                </a:lnTo>
                <a:lnTo>
                  <a:pt x="676280" y="336151"/>
                </a:lnTo>
                <a:lnTo>
                  <a:pt x="654176" y="340612"/>
                </a:lnTo>
                <a:lnTo>
                  <a:pt x="56768" y="340612"/>
                </a:lnTo>
                <a:lnTo>
                  <a:pt x="34665" y="336151"/>
                </a:lnTo>
                <a:lnTo>
                  <a:pt x="16621" y="323985"/>
                </a:lnTo>
                <a:lnTo>
                  <a:pt x="4458" y="305941"/>
                </a:lnTo>
                <a:lnTo>
                  <a:pt x="0" y="283843"/>
                </a:lnTo>
                <a:lnTo>
                  <a:pt x="0" y="56768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603250" y="886713"/>
          <a:ext cx="4509135" cy="7410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85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 marL="25654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𝒗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𝒑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1" name="object 11"/>
          <p:cNvSpPr/>
          <p:nvPr/>
        </p:nvSpPr>
        <p:spPr>
          <a:xfrm>
            <a:off x="3633630" y="916875"/>
            <a:ext cx="711835" cy="340360"/>
          </a:xfrm>
          <a:custGeom>
            <a:avLst/>
            <a:gdLst/>
            <a:ahLst/>
            <a:cxnLst/>
            <a:rect l="l" t="t" r="r" b="b"/>
            <a:pathLst>
              <a:path w="711835" h="340359">
                <a:moveTo>
                  <a:pt x="0" y="56641"/>
                </a:moveTo>
                <a:lnTo>
                  <a:pt x="4456" y="34611"/>
                </a:lnTo>
                <a:lnTo>
                  <a:pt x="16605" y="16605"/>
                </a:lnTo>
                <a:lnTo>
                  <a:pt x="34611" y="4456"/>
                </a:lnTo>
                <a:lnTo>
                  <a:pt x="56642" y="0"/>
                </a:lnTo>
                <a:lnTo>
                  <a:pt x="655065" y="0"/>
                </a:lnTo>
                <a:lnTo>
                  <a:pt x="677096" y="4456"/>
                </a:lnTo>
                <a:lnTo>
                  <a:pt x="695102" y="16605"/>
                </a:lnTo>
                <a:lnTo>
                  <a:pt x="707251" y="34611"/>
                </a:lnTo>
                <a:lnTo>
                  <a:pt x="711708" y="56641"/>
                </a:lnTo>
                <a:lnTo>
                  <a:pt x="711708" y="283210"/>
                </a:lnTo>
                <a:lnTo>
                  <a:pt x="707251" y="305240"/>
                </a:lnTo>
                <a:lnTo>
                  <a:pt x="695102" y="323246"/>
                </a:lnTo>
                <a:lnTo>
                  <a:pt x="677096" y="335395"/>
                </a:lnTo>
                <a:lnTo>
                  <a:pt x="655065" y="339851"/>
                </a:lnTo>
                <a:lnTo>
                  <a:pt x="56642" y="339851"/>
                </a:lnTo>
                <a:lnTo>
                  <a:pt x="34611" y="335395"/>
                </a:lnTo>
                <a:lnTo>
                  <a:pt x="16605" y="323246"/>
                </a:lnTo>
                <a:lnTo>
                  <a:pt x="4456" y="305240"/>
                </a:lnTo>
                <a:lnTo>
                  <a:pt x="0" y="283210"/>
                </a:lnTo>
                <a:lnTo>
                  <a:pt x="0" y="56641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" name="object 12"/>
          <p:cNvSpPr txBox="1"/>
          <p:nvPr/>
        </p:nvSpPr>
        <p:spPr>
          <a:xfrm>
            <a:off x="10707116" y="1375155"/>
            <a:ext cx="9772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=</a:t>
            </a:r>
            <a:r>
              <a:rPr sz="2400" spc="130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𝟏𝟑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3" name="object 14">
            <a:extLst>
              <a:ext uri="{FF2B5EF4-FFF2-40B4-BE49-F238E27FC236}">
                <a16:creationId xmlns:a16="http://schemas.microsoft.com/office/drawing/2014/main" id="{9CBCD86D-F46A-BB43-A35E-FE22BB17A70A}"/>
              </a:ext>
            </a:extLst>
          </p:cNvPr>
          <p:cNvSpPr txBox="1"/>
          <p:nvPr/>
        </p:nvSpPr>
        <p:spPr>
          <a:xfrm>
            <a:off x="7242197" y="1371189"/>
            <a:ext cx="3058574" cy="3821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spc="-5" dirty="0">
                <a:latin typeface="PMingLiU"/>
                <a:cs typeface="PMingLiU"/>
              </a:rPr>
              <a:t>选取的商品：</a:t>
            </a:r>
            <a:r>
              <a:rPr sz="2400" b="1" spc="-25" dirty="0">
                <a:latin typeface="Times New Roman"/>
                <a:cs typeface="Times New Roman"/>
              </a:rPr>
              <a:t>5</a:t>
            </a:r>
            <a:r>
              <a:rPr lang="zh-CN" altLang="en-US" sz="2400" b="1" spc="-25" dirty="0">
                <a:latin typeface="Times New Roman"/>
                <a:cs typeface="Times New Roman"/>
              </a:rPr>
              <a:t>，</a:t>
            </a:r>
            <a:r>
              <a:rPr lang="en-US" altLang="zh-CN" sz="2400" b="1" spc="-25" dirty="0">
                <a:latin typeface="Times New Roman"/>
                <a:cs typeface="Times New Roman"/>
              </a:rPr>
              <a:t>4</a:t>
            </a:r>
            <a:r>
              <a:rPr lang="zh-CN" altLang="en-US" sz="2400" b="1" spc="-25" dirty="0">
                <a:latin typeface="Times New Roman"/>
                <a:cs typeface="Times New Roman"/>
              </a:rPr>
              <a:t>，</a:t>
            </a:r>
            <a:r>
              <a:rPr lang="en-US" altLang="zh-CN" sz="2400" b="1" spc="-25" dirty="0">
                <a:solidFill>
                  <a:srgbClr val="FF0000"/>
                </a:solidFill>
                <a:latin typeface="Times New Roman"/>
                <a:cs typeface="Times New Roman"/>
              </a:rPr>
              <a:t>3</a:t>
            </a:r>
            <a:endParaRPr sz="2400" dirty="0">
              <a:latin typeface="Times New Roman"/>
              <a:cs typeface="Times New Roman"/>
            </a:endParaRPr>
          </a:p>
        </p:txBody>
      </p:sp>
      <p:sp>
        <p:nvSpPr>
          <p:cNvPr id="14" name="圆角矩形标注 13">
            <a:extLst>
              <a:ext uri="{FF2B5EF4-FFF2-40B4-BE49-F238E27FC236}">
                <a16:creationId xmlns:a16="http://schemas.microsoft.com/office/drawing/2014/main" id="{6BB63E30-5382-B043-B4C1-ED6C6DB597B8}"/>
              </a:ext>
            </a:extLst>
          </p:cNvPr>
          <p:cNvSpPr/>
          <p:nvPr/>
        </p:nvSpPr>
        <p:spPr>
          <a:xfrm>
            <a:off x="2087385" y="5065547"/>
            <a:ext cx="2093205" cy="661012"/>
          </a:xfrm>
          <a:prstGeom prst="wedgeRoundRectCallout">
            <a:avLst>
              <a:gd name="adj1" fmla="val 43904"/>
              <a:gd name="adj2" fmla="val 75833"/>
              <a:gd name="adj3" fmla="val 16667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dirty="0"/>
              <a:t>最优解包含商品</a:t>
            </a:r>
            <a:r>
              <a:rPr kumimoji="1" lang="en-US" altLang="zh-CN" dirty="0"/>
              <a:t>3</a:t>
            </a:r>
            <a:endParaRPr kumimoji="1" lang="zh-CN" altLang="en-US" dirty="0"/>
          </a:p>
        </p:txBody>
      </p:sp>
      <p:sp>
        <p:nvSpPr>
          <p:cNvPr id="15" name="object 2">
            <a:extLst>
              <a:ext uri="{FF2B5EF4-FFF2-40B4-BE49-F238E27FC236}">
                <a16:creationId xmlns:a16="http://schemas.microsoft.com/office/drawing/2014/main" id="{6185A4AB-99BD-FC46-9C27-4F83F1BB4404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38620" y="81090"/>
            <a:ext cx="2705419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算法实</a:t>
            </a: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例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46643816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603250" y="1816354"/>
          <a:ext cx="11176634" cy="25927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29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1800" spc="-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𝒄]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444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4892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4892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603250" y="4595114"/>
          <a:ext cx="11176634" cy="22231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29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𝑹𝒆𝒄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𝟏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9" name="object 9"/>
          <p:cNvSpPr/>
          <p:nvPr/>
        </p:nvSpPr>
        <p:spPr>
          <a:xfrm>
            <a:off x="1392945" y="5374491"/>
            <a:ext cx="711200" cy="340995"/>
          </a:xfrm>
          <a:custGeom>
            <a:avLst/>
            <a:gdLst/>
            <a:ahLst/>
            <a:cxnLst/>
            <a:rect l="l" t="t" r="r" b="b"/>
            <a:pathLst>
              <a:path w="711200" h="340995">
                <a:moveTo>
                  <a:pt x="0" y="56768"/>
                </a:moveTo>
                <a:lnTo>
                  <a:pt x="4458" y="34670"/>
                </a:lnTo>
                <a:lnTo>
                  <a:pt x="16621" y="16625"/>
                </a:lnTo>
                <a:lnTo>
                  <a:pt x="34665" y="4460"/>
                </a:lnTo>
                <a:lnTo>
                  <a:pt x="56768" y="0"/>
                </a:lnTo>
                <a:lnTo>
                  <a:pt x="654176" y="0"/>
                </a:lnTo>
                <a:lnTo>
                  <a:pt x="676280" y="4460"/>
                </a:lnTo>
                <a:lnTo>
                  <a:pt x="694324" y="16625"/>
                </a:lnTo>
                <a:lnTo>
                  <a:pt x="706487" y="34670"/>
                </a:lnTo>
                <a:lnTo>
                  <a:pt x="710945" y="56768"/>
                </a:lnTo>
                <a:lnTo>
                  <a:pt x="710945" y="283843"/>
                </a:lnTo>
                <a:lnTo>
                  <a:pt x="706487" y="305941"/>
                </a:lnTo>
                <a:lnTo>
                  <a:pt x="694324" y="323985"/>
                </a:lnTo>
                <a:lnTo>
                  <a:pt x="676280" y="336151"/>
                </a:lnTo>
                <a:lnTo>
                  <a:pt x="654176" y="340612"/>
                </a:lnTo>
                <a:lnTo>
                  <a:pt x="56768" y="340612"/>
                </a:lnTo>
                <a:lnTo>
                  <a:pt x="34665" y="336151"/>
                </a:lnTo>
                <a:lnTo>
                  <a:pt x="16621" y="323985"/>
                </a:lnTo>
                <a:lnTo>
                  <a:pt x="4458" y="305941"/>
                </a:lnTo>
                <a:lnTo>
                  <a:pt x="0" y="283843"/>
                </a:lnTo>
                <a:lnTo>
                  <a:pt x="0" y="56768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603250" y="886713"/>
          <a:ext cx="4509135" cy="7410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85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 marL="25654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𝒗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𝒑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1" name="object 11"/>
          <p:cNvSpPr/>
          <p:nvPr/>
        </p:nvSpPr>
        <p:spPr>
          <a:xfrm>
            <a:off x="2851433" y="916875"/>
            <a:ext cx="711835" cy="340360"/>
          </a:xfrm>
          <a:custGeom>
            <a:avLst/>
            <a:gdLst/>
            <a:ahLst/>
            <a:cxnLst/>
            <a:rect l="l" t="t" r="r" b="b"/>
            <a:pathLst>
              <a:path w="711835" h="340359">
                <a:moveTo>
                  <a:pt x="0" y="56641"/>
                </a:moveTo>
                <a:lnTo>
                  <a:pt x="4456" y="34611"/>
                </a:lnTo>
                <a:lnTo>
                  <a:pt x="16605" y="16605"/>
                </a:lnTo>
                <a:lnTo>
                  <a:pt x="34611" y="4456"/>
                </a:lnTo>
                <a:lnTo>
                  <a:pt x="56642" y="0"/>
                </a:lnTo>
                <a:lnTo>
                  <a:pt x="655065" y="0"/>
                </a:lnTo>
                <a:lnTo>
                  <a:pt x="677096" y="4456"/>
                </a:lnTo>
                <a:lnTo>
                  <a:pt x="695102" y="16605"/>
                </a:lnTo>
                <a:lnTo>
                  <a:pt x="707251" y="34611"/>
                </a:lnTo>
                <a:lnTo>
                  <a:pt x="711708" y="56641"/>
                </a:lnTo>
                <a:lnTo>
                  <a:pt x="711708" y="283210"/>
                </a:lnTo>
                <a:lnTo>
                  <a:pt x="707251" y="305240"/>
                </a:lnTo>
                <a:lnTo>
                  <a:pt x="695102" y="323246"/>
                </a:lnTo>
                <a:lnTo>
                  <a:pt x="677096" y="335395"/>
                </a:lnTo>
                <a:lnTo>
                  <a:pt x="655065" y="339851"/>
                </a:lnTo>
                <a:lnTo>
                  <a:pt x="56642" y="339851"/>
                </a:lnTo>
                <a:lnTo>
                  <a:pt x="34611" y="335395"/>
                </a:lnTo>
                <a:lnTo>
                  <a:pt x="16605" y="323246"/>
                </a:lnTo>
                <a:lnTo>
                  <a:pt x="4456" y="305240"/>
                </a:lnTo>
                <a:lnTo>
                  <a:pt x="0" y="283210"/>
                </a:lnTo>
                <a:lnTo>
                  <a:pt x="0" y="56641"/>
                </a:lnTo>
                <a:close/>
              </a:path>
            </a:pathLst>
          </a:custGeom>
          <a:ln w="31750">
            <a:solidFill>
              <a:srgbClr val="FF0000"/>
            </a:solidFill>
            <a:prstDash val="sysDash"/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" name="object 12"/>
          <p:cNvSpPr txBox="1"/>
          <p:nvPr/>
        </p:nvSpPr>
        <p:spPr>
          <a:xfrm>
            <a:off x="10707116" y="1375155"/>
            <a:ext cx="9772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=</a:t>
            </a:r>
            <a:r>
              <a:rPr sz="2400" spc="130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𝟏𝟑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3" name="object 14">
            <a:extLst>
              <a:ext uri="{FF2B5EF4-FFF2-40B4-BE49-F238E27FC236}">
                <a16:creationId xmlns:a16="http://schemas.microsoft.com/office/drawing/2014/main" id="{9CBCD86D-F46A-BB43-A35E-FE22BB17A70A}"/>
              </a:ext>
            </a:extLst>
          </p:cNvPr>
          <p:cNvSpPr txBox="1"/>
          <p:nvPr/>
        </p:nvSpPr>
        <p:spPr>
          <a:xfrm>
            <a:off x="7242197" y="1371189"/>
            <a:ext cx="3058574" cy="3821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spc="-5" dirty="0">
                <a:latin typeface="PMingLiU"/>
                <a:cs typeface="PMingLiU"/>
              </a:rPr>
              <a:t>选取的商品：</a:t>
            </a:r>
            <a:r>
              <a:rPr sz="2400" b="1" spc="-25" dirty="0">
                <a:latin typeface="Times New Roman"/>
                <a:cs typeface="Times New Roman"/>
              </a:rPr>
              <a:t>5</a:t>
            </a:r>
            <a:r>
              <a:rPr lang="zh-CN" altLang="en-US" sz="2400" b="1" spc="-25" dirty="0">
                <a:latin typeface="Times New Roman"/>
                <a:cs typeface="Times New Roman"/>
              </a:rPr>
              <a:t>，</a:t>
            </a:r>
            <a:r>
              <a:rPr lang="en-US" altLang="zh-CN" sz="2400" b="1" spc="-25" dirty="0">
                <a:latin typeface="Times New Roman"/>
                <a:cs typeface="Times New Roman"/>
              </a:rPr>
              <a:t>4</a:t>
            </a:r>
            <a:r>
              <a:rPr lang="zh-CN" altLang="en-US" sz="2400" b="1" spc="-25" dirty="0">
                <a:latin typeface="Times New Roman"/>
                <a:cs typeface="Times New Roman"/>
              </a:rPr>
              <a:t>，</a:t>
            </a:r>
            <a:r>
              <a:rPr lang="en-US" altLang="zh-CN" sz="2400" b="1" spc="-25" dirty="0">
                <a:solidFill>
                  <a:srgbClr val="FF0000"/>
                </a:solidFill>
                <a:latin typeface="Times New Roman"/>
                <a:cs typeface="Times New Roman"/>
              </a:rPr>
              <a:t>3</a:t>
            </a:r>
            <a:endParaRPr sz="2400" dirty="0">
              <a:latin typeface="Times New Roman"/>
              <a:cs typeface="Times New Roman"/>
            </a:endParaRPr>
          </a:p>
        </p:txBody>
      </p:sp>
      <p:sp>
        <p:nvSpPr>
          <p:cNvPr id="14" name="圆角矩形标注 13">
            <a:extLst>
              <a:ext uri="{FF2B5EF4-FFF2-40B4-BE49-F238E27FC236}">
                <a16:creationId xmlns:a16="http://schemas.microsoft.com/office/drawing/2014/main" id="{1FD85B80-163F-3D4F-96E8-32EB96513A4D}"/>
              </a:ext>
            </a:extLst>
          </p:cNvPr>
          <p:cNvSpPr/>
          <p:nvPr/>
        </p:nvSpPr>
        <p:spPr>
          <a:xfrm>
            <a:off x="2516665" y="5054474"/>
            <a:ext cx="2881600" cy="661012"/>
          </a:xfrm>
          <a:prstGeom prst="wedgeRoundRectCallout">
            <a:avLst>
              <a:gd name="adj1" fmla="val -56622"/>
              <a:gd name="adj2" fmla="val 74166"/>
              <a:gd name="adj3" fmla="val 16667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dirty="0"/>
              <a:t>最优解不包含商品</a:t>
            </a:r>
            <a:r>
              <a:rPr kumimoji="1" lang="en-US" altLang="zh-CN" dirty="0"/>
              <a:t>2</a:t>
            </a:r>
            <a:endParaRPr kumimoji="1" lang="zh-CN" altLang="en-US" dirty="0"/>
          </a:p>
        </p:txBody>
      </p:sp>
      <p:sp>
        <p:nvSpPr>
          <p:cNvPr id="15" name="object 2">
            <a:extLst>
              <a:ext uri="{FF2B5EF4-FFF2-40B4-BE49-F238E27FC236}">
                <a16:creationId xmlns:a16="http://schemas.microsoft.com/office/drawing/2014/main" id="{F6D66EC8-569F-1E47-B6EC-E98F66E003A3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38620" y="81090"/>
            <a:ext cx="2705419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算法实</a:t>
            </a: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例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4242681178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603250" y="1816354"/>
          <a:ext cx="11176634" cy="25927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29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1800" spc="-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𝒄]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444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4892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679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24892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603250" y="4595114"/>
          <a:ext cx="11176634" cy="22231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429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𝑹𝒆𝒄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𝟏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2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R="30607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6705" algn="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307340" algn="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3690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603250" y="886713"/>
          <a:ext cx="4509135" cy="7410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85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61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 marL="25654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𝒗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spc="-25">
                          <a:latin typeface="Cambria Math"/>
                          <a:cs typeface="Cambria Math"/>
                        </a:rPr>
                        <a:t>𝒑</a:t>
                      </a:r>
                      <a:r>
                        <a:rPr sz="1950" spc="-37" baseline="-14957">
                          <a:latin typeface="Cambria Math"/>
                          <a:cs typeface="Cambria Math"/>
                        </a:rPr>
                        <a:t>𝒊</a:t>
                      </a:r>
                      <a:endParaRPr sz="1950" baseline="-14957">
                        <a:latin typeface="Cambria Math"/>
                        <a:cs typeface="Cambria Math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24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9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spc="-25"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800" b="1" dirty="0">
                          <a:latin typeface="Times New Roman"/>
                          <a:cs typeface="Times New Roman"/>
                        </a:rPr>
                        <a:t>9</a:t>
                      </a:r>
                      <a:endParaRPr sz="18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2" name="object 12"/>
          <p:cNvSpPr txBox="1"/>
          <p:nvPr/>
        </p:nvSpPr>
        <p:spPr>
          <a:xfrm>
            <a:off x="10707116" y="1375155"/>
            <a:ext cx="9772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𝑪</a:t>
            </a:r>
            <a:r>
              <a:rPr sz="2400" spc="135">
                <a:latin typeface="Cambria Math"/>
                <a:cs typeface="Cambria Math"/>
              </a:rPr>
              <a:t> </a:t>
            </a:r>
            <a:r>
              <a:rPr sz="2400">
                <a:latin typeface="Cambria Math"/>
                <a:cs typeface="Cambria Math"/>
              </a:rPr>
              <a:t>=</a:t>
            </a:r>
            <a:r>
              <a:rPr sz="2400" spc="130">
                <a:latin typeface="Cambria Math"/>
                <a:cs typeface="Cambria Math"/>
              </a:rPr>
              <a:t> </a:t>
            </a:r>
            <a:r>
              <a:rPr sz="2400" spc="-25">
                <a:latin typeface="Cambria Math"/>
                <a:cs typeface="Cambria Math"/>
              </a:rPr>
              <a:t>𝟏𝟑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3" name="object 14">
            <a:extLst>
              <a:ext uri="{FF2B5EF4-FFF2-40B4-BE49-F238E27FC236}">
                <a16:creationId xmlns:a16="http://schemas.microsoft.com/office/drawing/2014/main" id="{9CBCD86D-F46A-BB43-A35E-FE22BB17A70A}"/>
              </a:ext>
            </a:extLst>
          </p:cNvPr>
          <p:cNvSpPr txBox="1"/>
          <p:nvPr/>
        </p:nvSpPr>
        <p:spPr>
          <a:xfrm>
            <a:off x="7242197" y="1371189"/>
            <a:ext cx="3058574" cy="3821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spc="-5" dirty="0">
                <a:latin typeface="PMingLiU"/>
                <a:cs typeface="PMingLiU"/>
              </a:rPr>
              <a:t>选取的商品：</a:t>
            </a:r>
            <a:r>
              <a:rPr sz="2400" b="1" spc="-25" dirty="0">
                <a:latin typeface="Times New Roman"/>
                <a:cs typeface="Times New Roman"/>
              </a:rPr>
              <a:t>5</a:t>
            </a:r>
            <a:r>
              <a:rPr lang="zh-CN" altLang="en-US" sz="2400" b="1" spc="-25" dirty="0">
                <a:latin typeface="Times New Roman"/>
                <a:cs typeface="Times New Roman"/>
              </a:rPr>
              <a:t>，</a:t>
            </a:r>
            <a:r>
              <a:rPr lang="en-US" altLang="zh-CN" sz="2400" b="1" spc="-25" dirty="0">
                <a:latin typeface="Times New Roman"/>
                <a:cs typeface="Times New Roman"/>
              </a:rPr>
              <a:t>4</a:t>
            </a:r>
            <a:r>
              <a:rPr lang="zh-CN" altLang="en-US" sz="2400" b="1" spc="-25" dirty="0">
                <a:latin typeface="Times New Roman"/>
                <a:cs typeface="Times New Roman"/>
              </a:rPr>
              <a:t>，</a:t>
            </a:r>
            <a:r>
              <a:rPr lang="en-US" altLang="zh-CN" sz="2400" b="1" spc="-25" dirty="0">
                <a:latin typeface="Times New Roman"/>
                <a:cs typeface="Times New Roman"/>
              </a:rPr>
              <a:t>3</a:t>
            </a:r>
            <a:endParaRPr sz="2400" dirty="0">
              <a:latin typeface="Times New Roman"/>
              <a:cs typeface="Times New Roman"/>
            </a:endParaRPr>
          </a:p>
        </p:txBody>
      </p:sp>
      <p:sp>
        <p:nvSpPr>
          <p:cNvPr id="7" name="object 2">
            <a:extLst>
              <a:ext uri="{FF2B5EF4-FFF2-40B4-BE49-F238E27FC236}">
                <a16:creationId xmlns:a16="http://schemas.microsoft.com/office/drawing/2014/main" id="{81C8B95E-7488-EE48-83BC-CF452F127D84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38620" y="81090"/>
            <a:ext cx="2705419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算法实</a:t>
            </a: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例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1573566703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765458" y="1164731"/>
            <a:ext cx="3888104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b="1" dirty="0" err="1">
                <a:latin typeface="Times New Roman"/>
                <a:cs typeface="Times New Roman"/>
              </a:rPr>
              <a:t>KnapsackDP</a:t>
            </a:r>
            <a:r>
              <a:rPr sz="2800" b="1" dirty="0">
                <a:latin typeface="Times New Roman"/>
                <a:cs typeface="Times New Roman"/>
              </a:rPr>
              <a:t>(</a:t>
            </a:r>
            <a:r>
              <a:rPr sz="2800" dirty="0">
                <a:latin typeface="Cambria Math"/>
                <a:cs typeface="Cambria Math"/>
              </a:rPr>
              <a:t>𝒏,</a:t>
            </a:r>
            <a:r>
              <a:rPr sz="2800" spc="-155" dirty="0">
                <a:latin typeface="Cambria Math"/>
                <a:cs typeface="Cambria Math"/>
              </a:rPr>
              <a:t> </a:t>
            </a:r>
            <a:r>
              <a:rPr sz="2800" dirty="0">
                <a:latin typeface="Cambria Math"/>
                <a:cs typeface="Cambria Math"/>
              </a:rPr>
              <a:t>𝒑,</a:t>
            </a:r>
            <a:r>
              <a:rPr sz="2800" spc="-150" dirty="0">
                <a:latin typeface="Cambria Math"/>
                <a:cs typeface="Cambria Math"/>
              </a:rPr>
              <a:t> </a:t>
            </a:r>
            <a:r>
              <a:rPr sz="2800" spc="-10" dirty="0">
                <a:latin typeface="Cambria Math"/>
                <a:cs typeface="Cambria Math"/>
              </a:rPr>
              <a:t>𝒗,</a:t>
            </a:r>
            <a:r>
              <a:rPr sz="2800" spc="-150" dirty="0">
                <a:latin typeface="Cambria Math"/>
                <a:cs typeface="Cambria Math"/>
              </a:rPr>
              <a:t> </a:t>
            </a:r>
            <a:r>
              <a:rPr sz="2800" spc="-25" dirty="0">
                <a:latin typeface="Cambria Math"/>
                <a:cs typeface="Cambria Math"/>
              </a:rPr>
              <a:t>𝑪</a:t>
            </a:r>
            <a:r>
              <a:rPr sz="2800" b="1" spc="-25" dirty="0">
                <a:latin typeface="Times New Roman"/>
                <a:cs typeface="Times New Roman"/>
              </a:rPr>
              <a:t>)</a:t>
            </a:r>
            <a:endParaRPr sz="2800" dirty="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179916" y="175037"/>
            <a:ext cx="5901018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递推计算：伪代</a:t>
            </a: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码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1114830" y="1744678"/>
            <a:ext cx="9998441" cy="3616784"/>
            <a:chOff x="1114830" y="1535355"/>
            <a:chExt cx="9998441" cy="3616784"/>
          </a:xfrm>
        </p:grpSpPr>
        <p:pic>
          <p:nvPicPr>
            <p:cNvPr id="5" name="object 5"/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1114830" y="1535355"/>
              <a:ext cx="9998441" cy="3616784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294195" y="2984341"/>
              <a:ext cx="3469640" cy="2066289"/>
            </a:xfrm>
            <a:custGeom>
              <a:avLst/>
              <a:gdLst/>
              <a:ahLst/>
              <a:cxnLst/>
              <a:rect l="l" t="t" r="r" b="b"/>
              <a:pathLst>
                <a:path w="3469640" h="2066289">
                  <a:moveTo>
                    <a:pt x="0" y="344297"/>
                  </a:moveTo>
                  <a:lnTo>
                    <a:pt x="3143" y="297584"/>
                  </a:lnTo>
                  <a:lnTo>
                    <a:pt x="12300" y="252779"/>
                  </a:lnTo>
                  <a:lnTo>
                    <a:pt x="27060" y="210294"/>
                  </a:lnTo>
                  <a:lnTo>
                    <a:pt x="47013" y="170537"/>
                  </a:lnTo>
                  <a:lnTo>
                    <a:pt x="71748" y="133920"/>
                  </a:lnTo>
                  <a:lnTo>
                    <a:pt x="100853" y="100853"/>
                  </a:lnTo>
                  <a:lnTo>
                    <a:pt x="133920" y="71748"/>
                  </a:lnTo>
                  <a:lnTo>
                    <a:pt x="170537" y="47013"/>
                  </a:lnTo>
                  <a:lnTo>
                    <a:pt x="210294" y="27060"/>
                  </a:lnTo>
                  <a:lnTo>
                    <a:pt x="252779" y="12300"/>
                  </a:lnTo>
                  <a:lnTo>
                    <a:pt x="297584" y="3143"/>
                  </a:lnTo>
                  <a:lnTo>
                    <a:pt x="344297" y="0"/>
                  </a:lnTo>
                  <a:lnTo>
                    <a:pt x="3125089" y="0"/>
                  </a:lnTo>
                  <a:lnTo>
                    <a:pt x="3171801" y="3143"/>
                  </a:lnTo>
                  <a:lnTo>
                    <a:pt x="3216606" y="12300"/>
                  </a:lnTo>
                  <a:lnTo>
                    <a:pt x="3259091" y="27060"/>
                  </a:lnTo>
                  <a:lnTo>
                    <a:pt x="3298848" y="47013"/>
                  </a:lnTo>
                  <a:lnTo>
                    <a:pt x="3335465" y="71748"/>
                  </a:lnTo>
                  <a:lnTo>
                    <a:pt x="3368532" y="100853"/>
                  </a:lnTo>
                  <a:lnTo>
                    <a:pt x="3397637" y="133920"/>
                  </a:lnTo>
                  <a:lnTo>
                    <a:pt x="3422372" y="170537"/>
                  </a:lnTo>
                  <a:lnTo>
                    <a:pt x="3442325" y="210294"/>
                  </a:lnTo>
                  <a:lnTo>
                    <a:pt x="3457085" y="252779"/>
                  </a:lnTo>
                  <a:lnTo>
                    <a:pt x="3466242" y="297584"/>
                  </a:lnTo>
                  <a:lnTo>
                    <a:pt x="3469386" y="344297"/>
                  </a:lnTo>
                  <a:lnTo>
                    <a:pt x="3469386" y="1721484"/>
                  </a:lnTo>
                  <a:lnTo>
                    <a:pt x="3466242" y="1768197"/>
                  </a:lnTo>
                  <a:lnTo>
                    <a:pt x="3457085" y="1813002"/>
                  </a:lnTo>
                  <a:lnTo>
                    <a:pt x="3442325" y="1855487"/>
                  </a:lnTo>
                  <a:lnTo>
                    <a:pt x="3422372" y="1895244"/>
                  </a:lnTo>
                  <a:lnTo>
                    <a:pt x="3397637" y="1931861"/>
                  </a:lnTo>
                  <a:lnTo>
                    <a:pt x="3368532" y="1964928"/>
                  </a:lnTo>
                  <a:lnTo>
                    <a:pt x="3335465" y="1994033"/>
                  </a:lnTo>
                  <a:lnTo>
                    <a:pt x="3298848" y="2018768"/>
                  </a:lnTo>
                  <a:lnTo>
                    <a:pt x="3259091" y="2038721"/>
                  </a:lnTo>
                  <a:lnTo>
                    <a:pt x="3216606" y="2053481"/>
                  </a:lnTo>
                  <a:lnTo>
                    <a:pt x="3171801" y="2062638"/>
                  </a:lnTo>
                  <a:lnTo>
                    <a:pt x="3125089" y="2065782"/>
                  </a:lnTo>
                  <a:lnTo>
                    <a:pt x="344297" y="2065782"/>
                  </a:lnTo>
                  <a:lnTo>
                    <a:pt x="297584" y="2062638"/>
                  </a:lnTo>
                  <a:lnTo>
                    <a:pt x="252779" y="2053481"/>
                  </a:lnTo>
                  <a:lnTo>
                    <a:pt x="210294" y="2038721"/>
                  </a:lnTo>
                  <a:lnTo>
                    <a:pt x="170537" y="2018768"/>
                  </a:lnTo>
                  <a:lnTo>
                    <a:pt x="133920" y="1994033"/>
                  </a:lnTo>
                  <a:lnTo>
                    <a:pt x="100853" y="1964928"/>
                  </a:lnTo>
                  <a:lnTo>
                    <a:pt x="71748" y="1931861"/>
                  </a:lnTo>
                  <a:lnTo>
                    <a:pt x="47013" y="1895244"/>
                  </a:lnTo>
                  <a:lnTo>
                    <a:pt x="27060" y="1855487"/>
                  </a:lnTo>
                  <a:lnTo>
                    <a:pt x="12300" y="1813002"/>
                  </a:lnTo>
                  <a:lnTo>
                    <a:pt x="3143" y="1768197"/>
                  </a:lnTo>
                  <a:lnTo>
                    <a:pt x="0" y="1721484"/>
                  </a:lnTo>
                  <a:lnTo>
                    <a:pt x="0" y="344297"/>
                  </a:lnTo>
                  <a:close/>
                </a:path>
              </a:pathLst>
            </a:custGeom>
            <a:ln w="38100">
              <a:solidFill>
                <a:srgbClr val="FF0000"/>
              </a:solidFill>
              <a:prstDash val="lg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" name="object 7"/>
          <p:cNvSpPr txBox="1"/>
          <p:nvPr/>
        </p:nvSpPr>
        <p:spPr>
          <a:xfrm>
            <a:off x="5187108" y="3429000"/>
            <a:ext cx="1817783" cy="436658"/>
          </a:xfrm>
          <a:prstGeom prst="rect">
            <a:avLst/>
          </a:prstGeom>
          <a:ln w="9525">
            <a:solidFill>
              <a:srgbClr val="000000"/>
            </a:solidFill>
          </a:ln>
        </p:spPr>
        <p:txBody>
          <a:bodyPr vert="horz" wrap="square" lIns="0" tIns="97155" rIns="0" bIns="0" rtlCol="0">
            <a:spAutoFit/>
          </a:bodyPr>
          <a:lstStyle/>
          <a:p>
            <a:pPr marL="513080">
              <a:lnSpc>
                <a:spcPct val="100000"/>
              </a:lnSpc>
              <a:spcBef>
                <a:spcPts val="765"/>
              </a:spcBef>
            </a:pPr>
            <a:r>
              <a:rPr sz="2200" b="1" spc="-2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初始化</a:t>
            </a:r>
            <a:endParaRPr sz="2200" b="1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</p:spTree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35846" y="1554308"/>
            <a:ext cx="10323299" cy="5196122"/>
            <a:chOff x="935846" y="1400070"/>
            <a:chExt cx="10323299" cy="5196122"/>
          </a:xfrm>
        </p:grpSpPr>
        <p:pic>
          <p:nvPicPr>
            <p:cNvPr id="3" name="object 3"/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935846" y="1400070"/>
              <a:ext cx="10323299" cy="5196122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1181833" y="1850897"/>
              <a:ext cx="3819823" cy="693998"/>
            </a:xfrm>
            <a:custGeom>
              <a:avLst/>
              <a:gdLst/>
              <a:ahLst/>
              <a:cxnLst/>
              <a:rect l="l" t="t" r="r" b="b"/>
              <a:pathLst>
                <a:path w="4792980" h="779780">
                  <a:moveTo>
                    <a:pt x="0" y="129921"/>
                  </a:moveTo>
                  <a:lnTo>
                    <a:pt x="10209" y="79349"/>
                  </a:lnTo>
                  <a:lnTo>
                    <a:pt x="38052" y="38052"/>
                  </a:lnTo>
                  <a:lnTo>
                    <a:pt x="79349" y="10209"/>
                  </a:lnTo>
                  <a:lnTo>
                    <a:pt x="129921" y="0"/>
                  </a:lnTo>
                  <a:lnTo>
                    <a:pt x="4663058" y="0"/>
                  </a:lnTo>
                  <a:lnTo>
                    <a:pt x="4713630" y="10209"/>
                  </a:lnTo>
                  <a:lnTo>
                    <a:pt x="4754927" y="38052"/>
                  </a:lnTo>
                  <a:lnTo>
                    <a:pt x="4782770" y="79349"/>
                  </a:lnTo>
                  <a:lnTo>
                    <a:pt x="4792980" y="129921"/>
                  </a:lnTo>
                  <a:lnTo>
                    <a:pt x="4792980" y="649604"/>
                  </a:lnTo>
                  <a:lnTo>
                    <a:pt x="4782770" y="700176"/>
                  </a:lnTo>
                  <a:lnTo>
                    <a:pt x="4754927" y="741473"/>
                  </a:lnTo>
                  <a:lnTo>
                    <a:pt x="4713630" y="769316"/>
                  </a:lnTo>
                  <a:lnTo>
                    <a:pt x="4663058" y="779526"/>
                  </a:lnTo>
                  <a:lnTo>
                    <a:pt x="129921" y="779526"/>
                  </a:lnTo>
                  <a:lnTo>
                    <a:pt x="79349" y="769316"/>
                  </a:lnTo>
                  <a:lnTo>
                    <a:pt x="38052" y="741473"/>
                  </a:lnTo>
                  <a:lnTo>
                    <a:pt x="10209" y="700176"/>
                  </a:lnTo>
                  <a:lnTo>
                    <a:pt x="0" y="649604"/>
                  </a:lnTo>
                  <a:lnTo>
                    <a:pt x="0" y="129921"/>
                  </a:lnTo>
                  <a:close/>
                </a:path>
              </a:pathLst>
            </a:custGeom>
            <a:ln w="38100">
              <a:solidFill>
                <a:srgbClr val="FF0000"/>
              </a:solidFill>
              <a:prstDash val="lg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743425" y="1040599"/>
            <a:ext cx="3888104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b="1" dirty="0" err="1">
                <a:latin typeface="Times New Roman"/>
                <a:cs typeface="Times New Roman"/>
              </a:rPr>
              <a:t>KnapsackDP</a:t>
            </a:r>
            <a:r>
              <a:rPr sz="2800" b="1" dirty="0">
                <a:latin typeface="Times New Roman"/>
                <a:cs typeface="Times New Roman"/>
              </a:rPr>
              <a:t>(</a:t>
            </a:r>
            <a:r>
              <a:rPr sz="2800" dirty="0">
                <a:latin typeface="Cambria Math"/>
                <a:cs typeface="Cambria Math"/>
              </a:rPr>
              <a:t>𝒏,</a:t>
            </a:r>
            <a:r>
              <a:rPr sz="2800" spc="-155" dirty="0">
                <a:latin typeface="Cambria Math"/>
                <a:cs typeface="Cambria Math"/>
              </a:rPr>
              <a:t> </a:t>
            </a:r>
            <a:r>
              <a:rPr sz="2800" dirty="0">
                <a:latin typeface="Cambria Math"/>
                <a:cs typeface="Cambria Math"/>
              </a:rPr>
              <a:t>𝒑,</a:t>
            </a:r>
            <a:r>
              <a:rPr sz="2800" spc="-150" dirty="0">
                <a:latin typeface="Cambria Math"/>
                <a:cs typeface="Cambria Math"/>
              </a:rPr>
              <a:t> </a:t>
            </a:r>
            <a:r>
              <a:rPr sz="2800" spc="-10" dirty="0">
                <a:latin typeface="Cambria Math"/>
                <a:cs typeface="Cambria Math"/>
              </a:rPr>
              <a:t>𝒗,</a:t>
            </a:r>
            <a:r>
              <a:rPr sz="2800" spc="-150" dirty="0">
                <a:latin typeface="Cambria Math"/>
                <a:cs typeface="Cambria Math"/>
              </a:rPr>
              <a:t> </a:t>
            </a:r>
            <a:r>
              <a:rPr sz="2800" spc="-25" dirty="0">
                <a:latin typeface="Cambria Math"/>
                <a:cs typeface="Cambria Math"/>
              </a:rPr>
              <a:t>𝑪</a:t>
            </a:r>
            <a:r>
              <a:rPr sz="2800" b="1" spc="-25" dirty="0">
                <a:latin typeface="Times New Roman"/>
                <a:cs typeface="Times New Roman"/>
              </a:rPr>
              <a:t>)</a:t>
            </a:r>
            <a:endParaRPr sz="2800" dirty="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407277" y="2005517"/>
            <a:ext cx="2148205" cy="600075"/>
          </a:xfrm>
          <a:prstGeom prst="rect">
            <a:avLst/>
          </a:prstGeom>
          <a:ln w="9525">
            <a:solidFill>
              <a:srgbClr val="000000"/>
            </a:solidFill>
          </a:ln>
        </p:spPr>
        <p:txBody>
          <a:bodyPr vert="horz" wrap="square" lIns="0" tIns="97155" rIns="0" bIns="0" rtlCol="0">
            <a:spAutoFit/>
          </a:bodyPr>
          <a:lstStyle/>
          <a:p>
            <a:pPr marL="95250">
              <a:lnSpc>
                <a:spcPct val="100000"/>
              </a:lnSpc>
              <a:spcBef>
                <a:spcPts val="765"/>
              </a:spcBef>
            </a:pPr>
            <a:r>
              <a:rPr sz="2200" spc="-10">
                <a:latin typeface="PMingLiU"/>
                <a:cs typeface="PMingLiU"/>
              </a:rPr>
              <a:t>依次计算子问题</a:t>
            </a:r>
            <a:endParaRPr sz="2200">
              <a:latin typeface="PMingLiU"/>
              <a:cs typeface="PMingLiU"/>
            </a:endParaRPr>
          </a:p>
        </p:txBody>
      </p:sp>
      <p:sp>
        <p:nvSpPr>
          <p:cNvPr id="10" name="object 3">
            <a:extLst>
              <a:ext uri="{FF2B5EF4-FFF2-40B4-BE49-F238E27FC236}">
                <a16:creationId xmlns:a16="http://schemas.microsoft.com/office/drawing/2014/main" id="{EA6990E4-60AD-B74B-B63C-C583155A803E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79916" y="175037"/>
            <a:ext cx="5901018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递推计算：伪代</a:t>
            </a: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码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35846" y="1532274"/>
            <a:ext cx="10323299" cy="5196122"/>
            <a:chOff x="935846" y="1400070"/>
            <a:chExt cx="10323299" cy="5196122"/>
          </a:xfrm>
        </p:grpSpPr>
        <p:pic>
          <p:nvPicPr>
            <p:cNvPr id="3" name="object 3"/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935846" y="1400070"/>
              <a:ext cx="10323299" cy="5196122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2166016" y="2548127"/>
              <a:ext cx="5748020" cy="748669"/>
            </a:xfrm>
            <a:custGeom>
              <a:avLst/>
              <a:gdLst/>
              <a:ahLst/>
              <a:cxnLst/>
              <a:rect l="l" t="t" r="r" b="b"/>
              <a:pathLst>
                <a:path w="5748020" h="779779">
                  <a:moveTo>
                    <a:pt x="0" y="129921"/>
                  </a:moveTo>
                  <a:lnTo>
                    <a:pt x="10209" y="79349"/>
                  </a:lnTo>
                  <a:lnTo>
                    <a:pt x="38052" y="38052"/>
                  </a:lnTo>
                  <a:lnTo>
                    <a:pt x="79349" y="10209"/>
                  </a:lnTo>
                  <a:lnTo>
                    <a:pt x="129921" y="0"/>
                  </a:lnTo>
                  <a:lnTo>
                    <a:pt x="5617845" y="0"/>
                  </a:lnTo>
                  <a:lnTo>
                    <a:pt x="5668416" y="10209"/>
                  </a:lnTo>
                  <a:lnTo>
                    <a:pt x="5709713" y="38052"/>
                  </a:lnTo>
                  <a:lnTo>
                    <a:pt x="5737556" y="79349"/>
                  </a:lnTo>
                  <a:lnTo>
                    <a:pt x="5747766" y="129921"/>
                  </a:lnTo>
                  <a:lnTo>
                    <a:pt x="5747766" y="649605"/>
                  </a:lnTo>
                  <a:lnTo>
                    <a:pt x="5737556" y="700176"/>
                  </a:lnTo>
                  <a:lnTo>
                    <a:pt x="5709713" y="741473"/>
                  </a:lnTo>
                  <a:lnTo>
                    <a:pt x="5668416" y="769316"/>
                  </a:lnTo>
                  <a:lnTo>
                    <a:pt x="5617845" y="779526"/>
                  </a:lnTo>
                  <a:lnTo>
                    <a:pt x="129921" y="779526"/>
                  </a:lnTo>
                  <a:lnTo>
                    <a:pt x="79349" y="769316"/>
                  </a:lnTo>
                  <a:lnTo>
                    <a:pt x="38052" y="741473"/>
                  </a:lnTo>
                  <a:lnTo>
                    <a:pt x="10209" y="700176"/>
                  </a:lnTo>
                  <a:lnTo>
                    <a:pt x="0" y="649605"/>
                  </a:lnTo>
                  <a:lnTo>
                    <a:pt x="0" y="129921"/>
                  </a:lnTo>
                  <a:close/>
                </a:path>
              </a:pathLst>
            </a:custGeom>
            <a:ln w="38100">
              <a:solidFill>
                <a:srgbClr val="FF0000"/>
              </a:solidFill>
              <a:prstDash val="lg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765459" y="985515"/>
            <a:ext cx="3888104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b="1" dirty="0" err="1">
                <a:latin typeface="Times New Roman"/>
                <a:cs typeface="Times New Roman"/>
              </a:rPr>
              <a:t>KnapsackDP</a:t>
            </a:r>
            <a:r>
              <a:rPr sz="2800" b="1" dirty="0">
                <a:latin typeface="Times New Roman"/>
                <a:cs typeface="Times New Roman"/>
              </a:rPr>
              <a:t>(</a:t>
            </a:r>
            <a:r>
              <a:rPr sz="2800" dirty="0">
                <a:latin typeface="Cambria Math"/>
                <a:cs typeface="Cambria Math"/>
              </a:rPr>
              <a:t>𝒏,</a:t>
            </a:r>
            <a:r>
              <a:rPr sz="2800" spc="-155" dirty="0">
                <a:latin typeface="Cambria Math"/>
                <a:cs typeface="Cambria Math"/>
              </a:rPr>
              <a:t> </a:t>
            </a:r>
            <a:r>
              <a:rPr sz="2800" dirty="0">
                <a:latin typeface="Cambria Math"/>
                <a:cs typeface="Cambria Math"/>
              </a:rPr>
              <a:t>𝒑,</a:t>
            </a:r>
            <a:r>
              <a:rPr sz="2800" spc="-150" dirty="0">
                <a:latin typeface="Cambria Math"/>
                <a:cs typeface="Cambria Math"/>
              </a:rPr>
              <a:t> </a:t>
            </a:r>
            <a:r>
              <a:rPr sz="2800" spc="-10" dirty="0">
                <a:latin typeface="Cambria Math"/>
                <a:cs typeface="Cambria Math"/>
              </a:rPr>
              <a:t>𝒗,</a:t>
            </a:r>
            <a:r>
              <a:rPr sz="2800" spc="-150" dirty="0">
                <a:latin typeface="Cambria Math"/>
                <a:cs typeface="Cambria Math"/>
              </a:rPr>
              <a:t> </a:t>
            </a:r>
            <a:r>
              <a:rPr sz="2800" spc="-25" dirty="0">
                <a:latin typeface="Cambria Math"/>
                <a:cs typeface="Cambria Math"/>
              </a:rPr>
              <a:t>𝑪</a:t>
            </a:r>
            <a:r>
              <a:rPr sz="2800" b="1" spc="-25" dirty="0">
                <a:latin typeface="Times New Roman"/>
                <a:cs typeface="Times New Roman"/>
              </a:rPr>
              <a:t>)</a:t>
            </a:r>
            <a:endParaRPr sz="2800" dirty="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107298" y="2548508"/>
            <a:ext cx="2148205" cy="599440"/>
          </a:xfrm>
          <a:prstGeom prst="rect">
            <a:avLst/>
          </a:prstGeom>
          <a:ln w="9525">
            <a:solidFill>
              <a:srgbClr val="000000"/>
            </a:solidFill>
          </a:ln>
        </p:spPr>
        <p:txBody>
          <a:bodyPr vert="horz" wrap="square" lIns="0" tIns="103505" rIns="0" bIns="0" rtlCol="0">
            <a:spAutoFit/>
          </a:bodyPr>
          <a:lstStyle/>
          <a:p>
            <a:pPr marL="462280">
              <a:lnSpc>
                <a:spcPct val="100000"/>
              </a:lnSpc>
              <a:spcBef>
                <a:spcPts val="815"/>
              </a:spcBef>
            </a:pPr>
            <a:r>
              <a:rPr sz="2200">
                <a:latin typeface="PMingLiU"/>
                <a:cs typeface="PMingLiU"/>
              </a:rPr>
              <a:t>选择商品</a:t>
            </a:r>
            <a:r>
              <a:rPr sz="2200" spc="-50">
                <a:latin typeface="Cambria Math"/>
                <a:cs typeface="Cambria Math"/>
              </a:rPr>
              <a:t>𝒊</a:t>
            </a:r>
            <a:endParaRPr sz="2200">
              <a:latin typeface="Cambria Math"/>
              <a:cs typeface="Cambria Math"/>
            </a:endParaRPr>
          </a:p>
        </p:txBody>
      </p:sp>
      <p:sp>
        <p:nvSpPr>
          <p:cNvPr id="10" name="object 3">
            <a:extLst>
              <a:ext uri="{FF2B5EF4-FFF2-40B4-BE49-F238E27FC236}">
                <a16:creationId xmlns:a16="http://schemas.microsoft.com/office/drawing/2014/main" id="{BADB494C-82D7-C84C-9C1B-02BF80D19F8F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79916" y="175037"/>
            <a:ext cx="5901018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递推计算：伪代</a:t>
            </a: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码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35846" y="1532274"/>
            <a:ext cx="10323830" cy="5196205"/>
            <a:chOff x="935846" y="1400070"/>
            <a:chExt cx="10323830" cy="5196205"/>
          </a:xfrm>
        </p:grpSpPr>
        <p:pic>
          <p:nvPicPr>
            <p:cNvPr id="3" name="object 3"/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935846" y="1400070"/>
              <a:ext cx="10323299" cy="5196122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2562606" y="3241547"/>
              <a:ext cx="5748655" cy="779780"/>
            </a:xfrm>
            <a:custGeom>
              <a:avLst/>
              <a:gdLst/>
              <a:ahLst/>
              <a:cxnLst/>
              <a:rect l="l" t="t" r="r" b="b"/>
              <a:pathLst>
                <a:path w="5748655" h="779779">
                  <a:moveTo>
                    <a:pt x="0" y="129921"/>
                  </a:moveTo>
                  <a:lnTo>
                    <a:pt x="10209" y="79349"/>
                  </a:lnTo>
                  <a:lnTo>
                    <a:pt x="38052" y="38052"/>
                  </a:lnTo>
                  <a:lnTo>
                    <a:pt x="79349" y="10209"/>
                  </a:lnTo>
                  <a:lnTo>
                    <a:pt x="129920" y="0"/>
                  </a:lnTo>
                  <a:lnTo>
                    <a:pt x="5618607" y="0"/>
                  </a:lnTo>
                  <a:lnTo>
                    <a:pt x="5669178" y="10209"/>
                  </a:lnTo>
                  <a:lnTo>
                    <a:pt x="5710475" y="38052"/>
                  </a:lnTo>
                  <a:lnTo>
                    <a:pt x="5738318" y="79349"/>
                  </a:lnTo>
                  <a:lnTo>
                    <a:pt x="5748528" y="129921"/>
                  </a:lnTo>
                  <a:lnTo>
                    <a:pt x="5748528" y="649604"/>
                  </a:lnTo>
                  <a:lnTo>
                    <a:pt x="5738318" y="700176"/>
                  </a:lnTo>
                  <a:lnTo>
                    <a:pt x="5710475" y="741473"/>
                  </a:lnTo>
                  <a:lnTo>
                    <a:pt x="5669178" y="769316"/>
                  </a:lnTo>
                  <a:lnTo>
                    <a:pt x="5618607" y="779526"/>
                  </a:lnTo>
                  <a:lnTo>
                    <a:pt x="129920" y="779526"/>
                  </a:lnTo>
                  <a:lnTo>
                    <a:pt x="79349" y="769316"/>
                  </a:lnTo>
                  <a:lnTo>
                    <a:pt x="38052" y="741473"/>
                  </a:lnTo>
                  <a:lnTo>
                    <a:pt x="10209" y="700176"/>
                  </a:lnTo>
                  <a:lnTo>
                    <a:pt x="0" y="649604"/>
                  </a:lnTo>
                  <a:lnTo>
                    <a:pt x="0" y="129921"/>
                  </a:lnTo>
                  <a:close/>
                </a:path>
              </a:pathLst>
            </a:custGeom>
            <a:ln w="38099">
              <a:solidFill>
                <a:srgbClr val="FF0000"/>
              </a:solidFill>
              <a:prstDash val="lg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754442" y="1018566"/>
            <a:ext cx="3888104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b="1" dirty="0" err="1">
                <a:latin typeface="Times New Roman"/>
                <a:cs typeface="Times New Roman"/>
              </a:rPr>
              <a:t>KnapsackDP</a:t>
            </a:r>
            <a:r>
              <a:rPr sz="2800" b="1" dirty="0">
                <a:latin typeface="Times New Roman"/>
                <a:cs typeface="Times New Roman"/>
              </a:rPr>
              <a:t>(</a:t>
            </a:r>
            <a:r>
              <a:rPr sz="2800" dirty="0">
                <a:latin typeface="Cambria Math"/>
                <a:cs typeface="Cambria Math"/>
              </a:rPr>
              <a:t>𝒏,</a:t>
            </a:r>
            <a:r>
              <a:rPr sz="2800" spc="-155" dirty="0">
                <a:latin typeface="Cambria Math"/>
                <a:cs typeface="Cambria Math"/>
              </a:rPr>
              <a:t> </a:t>
            </a:r>
            <a:r>
              <a:rPr sz="2800" dirty="0">
                <a:latin typeface="Cambria Math"/>
                <a:cs typeface="Cambria Math"/>
              </a:rPr>
              <a:t>𝒑,</a:t>
            </a:r>
            <a:r>
              <a:rPr sz="2800" spc="-150" dirty="0">
                <a:latin typeface="Cambria Math"/>
                <a:cs typeface="Cambria Math"/>
              </a:rPr>
              <a:t> </a:t>
            </a:r>
            <a:r>
              <a:rPr sz="2800" spc="-10" dirty="0">
                <a:latin typeface="Cambria Math"/>
                <a:cs typeface="Cambria Math"/>
              </a:rPr>
              <a:t>𝒗,</a:t>
            </a:r>
            <a:r>
              <a:rPr sz="2800" spc="-150" dirty="0">
                <a:latin typeface="Cambria Math"/>
                <a:cs typeface="Cambria Math"/>
              </a:rPr>
              <a:t> </a:t>
            </a:r>
            <a:r>
              <a:rPr sz="2800" spc="-25" dirty="0">
                <a:latin typeface="Cambria Math"/>
                <a:cs typeface="Cambria Math"/>
              </a:rPr>
              <a:t>𝑪</a:t>
            </a:r>
            <a:r>
              <a:rPr sz="2800" b="1" spc="-25" dirty="0">
                <a:latin typeface="Times New Roman"/>
                <a:cs typeface="Times New Roman"/>
              </a:rPr>
              <a:t>)</a:t>
            </a:r>
            <a:endParaRPr sz="2800" dirty="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555355" y="3241929"/>
            <a:ext cx="2148205" cy="600075"/>
          </a:xfrm>
          <a:prstGeom prst="rect">
            <a:avLst/>
          </a:prstGeom>
          <a:ln w="9525">
            <a:solidFill>
              <a:srgbClr val="000000"/>
            </a:solidFill>
          </a:ln>
        </p:spPr>
        <p:txBody>
          <a:bodyPr vert="horz" wrap="square" lIns="0" tIns="97155" rIns="0" bIns="0" rtlCol="0">
            <a:spAutoFit/>
          </a:bodyPr>
          <a:lstStyle/>
          <a:p>
            <a:pPr marL="95250">
              <a:lnSpc>
                <a:spcPct val="100000"/>
              </a:lnSpc>
              <a:spcBef>
                <a:spcPts val="765"/>
              </a:spcBef>
            </a:pPr>
            <a:r>
              <a:rPr sz="2200" spc="-10">
                <a:latin typeface="PMingLiU"/>
                <a:cs typeface="PMingLiU"/>
              </a:rPr>
              <a:t>记录价格和决策</a:t>
            </a:r>
            <a:endParaRPr sz="2200">
              <a:latin typeface="PMingLiU"/>
              <a:cs typeface="PMingLiU"/>
            </a:endParaRPr>
          </a:p>
        </p:txBody>
      </p:sp>
      <p:sp>
        <p:nvSpPr>
          <p:cNvPr id="10" name="object 3">
            <a:extLst>
              <a:ext uri="{FF2B5EF4-FFF2-40B4-BE49-F238E27FC236}">
                <a16:creationId xmlns:a16="http://schemas.microsoft.com/office/drawing/2014/main" id="{6E2339C2-CEBF-BC49-B8A4-3198DF88761D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79916" y="175037"/>
            <a:ext cx="5901018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递推计算：伪代</a:t>
            </a: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码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35846" y="1532274"/>
            <a:ext cx="10323830" cy="5196205"/>
            <a:chOff x="935846" y="1400070"/>
            <a:chExt cx="10323830" cy="5196205"/>
          </a:xfrm>
        </p:grpSpPr>
        <p:pic>
          <p:nvPicPr>
            <p:cNvPr id="3" name="object 3"/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935846" y="1400070"/>
              <a:ext cx="10323299" cy="5196122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2237994" y="4277868"/>
              <a:ext cx="5748020" cy="1452880"/>
            </a:xfrm>
            <a:custGeom>
              <a:avLst/>
              <a:gdLst/>
              <a:ahLst/>
              <a:cxnLst/>
              <a:rect l="l" t="t" r="r" b="b"/>
              <a:pathLst>
                <a:path w="5748020" h="1452879">
                  <a:moveTo>
                    <a:pt x="0" y="242061"/>
                  </a:moveTo>
                  <a:lnTo>
                    <a:pt x="4916" y="193265"/>
                  </a:lnTo>
                  <a:lnTo>
                    <a:pt x="19016" y="147822"/>
                  </a:lnTo>
                  <a:lnTo>
                    <a:pt x="41328" y="106703"/>
                  </a:lnTo>
                  <a:lnTo>
                    <a:pt x="70881" y="70881"/>
                  </a:lnTo>
                  <a:lnTo>
                    <a:pt x="106703" y="41328"/>
                  </a:lnTo>
                  <a:lnTo>
                    <a:pt x="147822" y="19016"/>
                  </a:lnTo>
                  <a:lnTo>
                    <a:pt x="193265" y="4916"/>
                  </a:lnTo>
                  <a:lnTo>
                    <a:pt x="242062" y="0"/>
                  </a:lnTo>
                  <a:lnTo>
                    <a:pt x="5505704" y="0"/>
                  </a:lnTo>
                  <a:lnTo>
                    <a:pt x="5554500" y="4916"/>
                  </a:lnTo>
                  <a:lnTo>
                    <a:pt x="5599943" y="19016"/>
                  </a:lnTo>
                  <a:lnTo>
                    <a:pt x="5641062" y="41328"/>
                  </a:lnTo>
                  <a:lnTo>
                    <a:pt x="5676884" y="70881"/>
                  </a:lnTo>
                  <a:lnTo>
                    <a:pt x="5706437" y="106703"/>
                  </a:lnTo>
                  <a:lnTo>
                    <a:pt x="5728749" y="147822"/>
                  </a:lnTo>
                  <a:lnTo>
                    <a:pt x="5742849" y="193265"/>
                  </a:lnTo>
                  <a:lnTo>
                    <a:pt x="5747765" y="242061"/>
                  </a:lnTo>
                  <a:lnTo>
                    <a:pt x="5747765" y="1210309"/>
                  </a:lnTo>
                  <a:lnTo>
                    <a:pt x="5742849" y="1259091"/>
                  </a:lnTo>
                  <a:lnTo>
                    <a:pt x="5728749" y="1304528"/>
                  </a:lnTo>
                  <a:lnTo>
                    <a:pt x="5706437" y="1345646"/>
                  </a:lnTo>
                  <a:lnTo>
                    <a:pt x="5676884" y="1381471"/>
                  </a:lnTo>
                  <a:lnTo>
                    <a:pt x="5641062" y="1411029"/>
                  </a:lnTo>
                  <a:lnTo>
                    <a:pt x="5599943" y="1433348"/>
                  </a:lnTo>
                  <a:lnTo>
                    <a:pt x="5554500" y="1447453"/>
                  </a:lnTo>
                  <a:lnTo>
                    <a:pt x="5505704" y="1452371"/>
                  </a:lnTo>
                  <a:lnTo>
                    <a:pt x="242062" y="1452371"/>
                  </a:lnTo>
                  <a:lnTo>
                    <a:pt x="193265" y="1447453"/>
                  </a:lnTo>
                  <a:lnTo>
                    <a:pt x="147822" y="1433348"/>
                  </a:lnTo>
                  <a:lnTo>
                    <a:pt x="106703" y="1411029"/>
                  </a:lnTo>
                  <a:lnTo>
                    <a:pt x="70881" y="1381471"/>
                  </a:lnTo>
                  <a:lnTo>
                    <a:pt x="41328" y="1345646"/>
                  </a:lnTo>
                  <a:lnTo>
                    <a:pt x="19016" y="1304528"/>
                  </a:lnTo>
                  <a:lnTo>
                    <a:pt x="4916" y="1259091"/>
                  </a:lnTo>
                  <a:lnTo>
                    <a:pt x="0" y="1210309"/>
                  </a:lnTo>
                  <a:lnTo>
                    <a:pt x="0" y="242061"/>
                  </a:lnTo>
                  <a:close/>
                </a:path>
              </a:pathLst>
            </a:custGeom>
            <a:ln w="38100">
              <a:solidFill>
                <a:srgbClr val="FF0000"/>
              </a:solidFill>
              <a:prstDash val="lg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754442" y="1007549"/>
            <a:ext cx="3888104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b="1" dirty="0" err="1">
                <a:latin typeface="Times New Roman"/>
                <a:cs typeface="Times New Roman"/>
              </a:rPr>
              <a:t>KnapsackDP</a:t>
            </a:r>
            <a:r>
              <a:rPr sz="2800" b="1" dirty="0">
                <a:latin typeface="Times New Roman"/>
                <a:cs typeface="Times New Roman"/>
              </a:rPr>
              <a:t>(</a:t>
            </a:r>
            <a:r>
              <a:rPr sz="2800" dirty="0">
                <a:latin typeface="Cambria Math"/>
                <a:cs typeface="Cambria Math"/>
              </a:rPr>
              <a:t>𝒏,</a:t>
            </a:r>
            <a:r>
              <a:rPr sz="2800" spc="-155" dirty="0">
                <a:latin typeface="Cambria Math"/>
                <a:cs typeface="Cambria Math"/>
              </a:rPr>
              <a:t> </a:t>
            </a:r>
            <a:r>
              <a:rPr sz="2800" dirty="0">
                <a:latin typeface="Cambria Math"/>
                <a:cs typeface="Cambria Math"/>
              </a:rPr>
              <a:t>𝒑,</a:t>
            </a:r>
            <a:r>
              <a:rPr sz="2800" spc="-150" dirty="0">
                <a:latin typeface="Cambria Math"/>
                <a:cs typeface="Cambria Math"/>
              </a:rPr>
              <a:t> </a:t>
            </a:r>
            <a:r>
              <a:rPr sz="2800" spc="-10" dirty="0">
                <a:latin typeface="Cambria Math"/>
                <a:cs typeface="Cambria Math"/>
              </a:rPr>
              <a:t>𝒗,</a:t>
            </a:r>
            <a:r>
              <a:rPr sz="2800" spc="-150" dirty="0">
                <a:latin typeface="Cambria Math"/>
                <a:cs typeface="Cambria Math"/>
              </a:rPr>
              <a:t> </a:t>
            </a:r>
            <a:r>
              <a:rPr sz="2800" spc="-25" dirty="0">
                <a:latin typeface="Cambria Math"/>
                <a:cs typeface="Cambria Math"/>
              </a:rPr>
              <a:t>𝑪</a:t>
            </a:r>
            <a:r>
              <a:rPr sz="2800" b="1" spc="-25" dirty="0">
                <a:latin typeface="Times New Roman"/>
                <a:cs typeface="Times New Roman"/>
              </a:rPr>
              <a:t>)</a:t>
            </a:r>
            <a:endParaRPr sz="2800" dirty="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205596" y="4278248"/>
            <a:ext cx="2148205" cy="600075"/>
          </a:xfrm>
          <a:prstGeom prst="rect">
            <a:avLst/>
          </a:prstGeom>
          <a:ln w="9525">
            <a:solidFill>
              <a:srgbClr val="000000"/>
            </a:solidFill>
          </a:ln>
        </p:spPr>
        <p:txBody>
          <a:bodyPr vert="horz" wrap="square" lIns="0" tIns="104139" rIns="0" bIns="0" rtlCol="0">
            <a:spAutoFit/>
          </a:bodyPr>
          <a:lstStyle/>
          <a:p>
            <a:pPr marL="462280">
              <a:lnSpc>
                <a:spcPct val="100000"/>
              </a:lnSpc>
              <a:spcBef>
                <a:spcPts val="819"/>
              </a:spcBef>
            </a:pPr>
            <a:r>
              <a:rPr sz="2200">
                <a:latin typeface="PMingLiU"/>
                <a:cs typeface="PMingLiU"/>
              </a:rPr>
              <a:t>不选商品</a:t>
            </a:r>
            <a:r>
              <a:rPr sz="2200" spc="-50">
                <a:latin typeface="Cambria Math"/>
                <a:cs typeface="Cambria Math"/>
              </a:rPr>
              <a:t>𝒊</a:t>
            </a:r>
            <a:endParaRPr sz="2200">
              <a:latin typeface="Cambria Math"/>
              <a:cs typeface="Cambria Math"/>
            </a:endParaRPr>
          </a:p>
        </p:txBody>
      </p:sp>
      <p:sp>
        <p:nvSpPr>
          <p:cNvPr id="10" name="object 3">
            <a:extLst>
              <a:ext uri="{FF2B5EF4-FFF2-40B4-BE49-F238E27FC236}">
                <a16:creationId xmlns:a16="http://schemas.microsoft.com/office/drawing/2014/main" id="{C838C069-B2AD-4548-A405-03F7CED7C09C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79916" y="175037"/>
            <a:ext cx="5901018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递推计算：伪代</a:t>
            </a: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码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541152" y="1728619"/>
            <a:ext cx="10449487" cy="4537147"/>
            <a:chOff x="541152" y="1508279"/>
            <a:chExt cx="10449487" cy="4537147"/>
          </a:xfrm>
        </p:grpSpPr>
        <p:pic>
          <p:nvPicPr>
            <p:cNvPr id="3" name="object 3"/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541152" y="1508279"/>
              <a:ext cx="10449487" cy="4537147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815340" y="2295906"/>
              <a:ext cx="3641090" cy="380115"/>
            </a:xfrm>
            <a:custGeom>
              <a:avLst/>
              <a:gdLst/>
              <a:ahLst/>
              <a:cxnLst/>
              <a:rect l="l" t="t" r="r" b="b"/>
              <a:pathLst>
                <a:path w="5687059" h="467994">
                  <a:moveTo>
                    <a:pt x="0" y="77978"/>
                  </a:moveTo>
                  <a:lnTo>
                    <a:pt x="6127" y="47630"/>
                  </a:lnTo>
                  <a:lnTo>
                    <a:pt x="22839" y="22844"/>
                  </a:lnTo>
                  <a:lnTo>
                    <a:pt x="47625" y="6129"/>
                  </a:lnTo>
                  <a:lnTo>
                    <a:pt x="77978" y="0"/>
                  </a:lnTo>
                  <a:lnTo>
                    <a:pt x="5608828" y="0"/>
                  </a:lnTo>
                  <a:lnTo>
                    <a:pt x="5639175" y="6129"/>
                  </a:lnTo>
                  <a:lnTo>
                    <a:pt x="5663961" y="22844"/>
                  </a:lnTo>
                  <a:lnTo>
                    <a:pt x="5680676" y="47630"/>
                  </a:lnTo>
                  <a:lnTo>
                    <a:pt x="5686806" y="77978"/>
                  </a:lnTo>
                  <a:lnTo>
                    <a:pt x="5686806" y="389890"/>
                  </a:lnTo>
                  <a:lnTo>
                    <a:pt x="5680676" y="420237"/>
                  </a:lnTo>
                  <a:lnTo>
                    <a:pt x="5663961" y="445023"/>
                  </a:lnTo>
                  <a:lnTo>
                    <a:pt x="5639175" y="461738"/>
                  </a:lnTo>
                  <a:lnTo>
                    <a:pt x="5608828" y="467868"/>
                  </a:lnTo>
                  <a:lnTo>
                    <a:pt x="77978" y="467868"/>
                  </a:lnTo>
                  <a:lnTo>
                    <a:pt x="47625" y="461738"/>
                  </a:lnTo>
                  <a:lnTo>
                    <a:pt x="22839" y="445023"/>
                  </a:lnTo>
                  <a:lnTo>
                    <a:pt x="6127" y="420237"/>
                  </a:lnTo>
                  <a:lnTo>
                    <a:pt x="0" y="389890"/>
                  </a:lnTo>
                  <a:lnTo>
                    <a:pt x="0" y="77978"/>
                  </a:lnTo>
                  <a:close/>
                </a:path>
              </a:pathLst>
            </a:custGeom>
            <a:ln w="38100">
              <a:solidFill>
                <a:srgbClr val="FF0000"/>
              </a:solidFill>
              <a:prstDash val="lg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754442" y="1106700"/>
            <a:ext cx="3888104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b="1" dirty="0" err="1">
                <a:latin typeface="Times New Roman"/>
                <a:cs typeface="Times New Roman"/>
              </a:rPr>
              <a:t>KnapsackDP</a:t>
            </a:r>
            <a:r>
              <a:rPr sz="2800" b="1" dirty="0">
                <a:latin typeface="Times New Roman"/>
                <a:cs typeface="Times New Roman"/>
              </a:rPr>
              <a:t>(</a:t>
            </a:r>
            <a:r>
              <a:rPr sz="2800" dirty="0">
                <a:latin typeface="Cambria Math"/>
                <a:cs typeface="Cambria Math"/>
              </a:rPr>
              <a:t>𝒏,</a:t>
            </a:r>
            <a:r>
              <a:rPr sz="2800" spc="-155" dirty="0">
                <a:latin typeface="Cambria Math"/>
                <a:cs typeface="Cambria Math"/>
              </a:rPr>
              <a:t> </a:t>
            </a:r>
            <a:r>
              <a:rPr sz="2800" dirty="0">
                <a:latin typeface="Cambria Math"/>
                <a:cs typeface="Cambria Math"/>
              </a:rPr>
              <a:t>𝒑,</a:t>
            </a:r>
            <a:r>
              <a:rPr sz="2800" spc="-150" dirty="0">
                <a:latin typeface="Cambria Math"/>
                <a:cs typeface="Cambria Math"/>
              </a:rPr>
              <a:t> </a:t>
            </a:r>
            <a:r>
              <a:rPr sz="2800" spc="-10" dirty="0">
                <a:latin typeface="Cambria Math"/>
                <a:cs typeface="Cambria Math"/>
              </a:rPr>
              <a:t>𝒗,</a:t>
            </a:r>
            <a:r>
              <a:rPr sz="2800" spc="-150" dirty="0">
                <a:latin typeface="Cambria Math"/>
                <a:cs typeface="Cambria Math"/>
              </a:rPr>
              <a:t> </a:t>
            </a:r>
            <a:r>
              <a:rPr sz="2800" spc="-25" dirty="0">
                <a:latin typeface="Cambria Math"/>
                <a:cs typeface="Cambria Math"/>
              </a:rPr>
              <a:t>𝑪</a:t>
            </a:r>
            <a:r>
              <a:rPr sz="2800" b="1" spc="-25" dirty="0">
                <a:latin typeface="Times New Roman"/>
                <a:cs typeface="Times New Roman"/>
              </a:rPr>
              <a:t>)</a:t>
            </a:r>
            <a:endParaRPr sz="2800" dirty="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736460" y="2296286"/>
            <a:ext cx="3641090" cy="600075"/>
          </a:xfrm>
          <a:prstGeom prst="rect">
            <a:avLst/>
          </a:prstGeom>
          <a:ln w="9525">
            <a:solidFill>
              <a:srgbClr val="000000"/>
            </a:solidFill>
          </a:ln>
        </p:spPr>
        <p:txBody>
          <a:bodyPr vert="horz" wrap="square" lIns="0" tIns="97155" rIns="0" bIns="0" rtlCol="0">
            <a:spAutoFit/>
          </a:bodyPr>
          <a:lstStyle/>
          <a:p>
            <a:pPr marL="282575">
              <a:lnSpc>
                <a:spcPct val="100000"/>
              </a:lnSpc>
              <a:spcBef>
                <a:spcPts val="765"/>
              </a:spcBef>
            </a:pPr>
            <a:r>
              <a:rPr sz="2200" spc="-5">
                <a:latin typeface="PMingLiU"/>
                <a:cs typeface="PMingLiU"/>
              </a:rPr>
              <a:t>倒序判断是否选择该商品</a:t>
            </a:r>
            <a:endParaRPr sz="2200">
              <a:latin typeface="PMingLiU"/>
              <a:cs typeface="PMingLiU"/>
            </a:endParaRPr>
          </a:p>
        </p:txBody>
      </p:sp>
      <p:sp>
        <p:nvSpPr>
          <p:cNvPr id="10" name="object 3">
            <a:extLst>
              <a:ext uri="{FF2B5EF4-FFF2-40B4-BE49-F238E27FC236}">
                <a16:creationId xmlns:a16="http://schemas.microsoft.com/office/drawing/2014/main" id="{D1A37BDB-62C0-DC4B-B31A-A3921C66F9AE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79916" y="175037"/>
            <a:ext cx="5901018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递推计算：伪代</a:t>
            </a: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码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541152" y="1508279"/>
            <a:ext cx="10449487" cy="4537147"/>
            <a:chOff x="541152" y="1508279"/>
            <a:chExt cx="10449487" cy="4537147"/>
          </a:xfrm>
        </p:grpSpPr>
        <p:pic>
          <p:nvPicPr>
            <p:cNvPr id="3" name="object 3"/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541152" y="1508279"/>
              <a:ext cx="10449487" cy="4537147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1326485" y="2611374"/>
              <a:ext cx="3355683" cy="440298"/>
            </a:xfrm>
            <a:custGeom>
              <a:avLst/>
              <a:gdLst/>
              <a:ahLst/>
              <a:cxnLst/>
              <a:rect l="l" t="t" r="r" b="b"/>
              <a:pathLst>
                <a:path w="3940810" h="542289">
                  <a:moveTo>
                    <a:pt x="0" y="90297"/>
                  </a:moveTo>
                  <a:lnTo>
                    <a:pt x="7090" y="55131"/>
                  </a:lnTo>
                  <a:lnTo>
                    <a:pt x="26431" y="26431"/>
                  </a:lnTo>
                  <a:lnTo>
                    <a:pt x="55131" y="7090"/>
                  </a:lnTo>
                  <a:lnTo>
                    <a:pt x="90297" y="0"/>
                  </a:lnTo>
                  <a:lnTo>
                    <a:pt x="3850005" y="0"/>
                  </a:lnTo>
                  <a:lnTo>
                    <a:pt x="3885170" y="7090"/>
                  </a:lnTo>
                  <a:lnTo>
                    <a:pt x="3913870" y="26431"/>
                  </a:lnTo>
                  <a:lnTo>
                    <a:pt x="3933211" y="55131"/>
                  </a:lnTo>
                  <a:lnTo>
                    <a:pt x="3940302" y="90297"/>
                  </a:lnTo>
                  <a:lnTo>
                    <a:pt x="3940302" y="451485"/>
                  </a:lnTo>
                  <a:lnTo>
                    <a:pt x="3933211" y="486650"/>
                  </a:lnTo>
                  <a:lnTo>
                    <a:pt x="3913870" y="515350"/>
                  </a:lnTo>
                  <a:lnTo>
                    <a:pt x="3885170" y="534691"/>
                  </a:lnTo>
                  <a:lnTo>
                    <a:pt x="3850005" y="541781"/>
                  </a:lnTo>
                  <a:lnTo>
                    <a:pt x="90297" y="541781"/>
                  </a:lnTo>
                  <a:lnTo>
                    <a:pt x="55131" y="534691"/>
                  </a:lnTo>
                  <a:lnTo>
                    <a:pt x="26431" y="515350"/>
                  </a:lnTo>
                  <a:lnTo>
                    <a:pt x="7090" y="486650"/>
                  </a:lnTo>
                  <a:lnTo>
                    <a:pt x="0" y="451485"/>
                  </a:lnTo>
                  <a:lnTo>
                    <a:pt x="0" y="90297"/>
                  </a:lnTo>
                  <a:close/>
                </a:path>
              </a:pathLst>
            </a:custGeom>
            <a:ln w="38100">
              <a:solidFill>
                <a:srgbClr val="FF0000"/>
              </a:solidFill>
              <a:prstDash val="lg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743425" y="1019799"/>
            <a:ext cx="3888104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b="1" dirty="0" err="1">
                <a:latin typeface="Times New Roman"/>
                <a:cs typeface="Times New Roman"/>
              </a:rPr>
              <a:t>KnapsackDP</a:t>
            </a:r>
            <a:r>
              <a:rPr sz="2800" b="1" dirty="0">
                <a:latin typeface="Times New Roman"/>
                <a:cs typeface="Times New Roman"/>
              </a:rPr>
              <a:t>(</a:t>
            </a:r>
            <a:r>
              <a:rPr sz="2800" dirty="0">
                <a:latin typeface="Cambria Math"/>
                <a:cs typeface="Cambria Math"/>
              </a:rPr>
              <a:t>𝒏,</a:t>
            </a:r>
            <a:r>
              <a:rPr sz="2800" spc="-155" dirty="0">
                <a:latin typeface="Cambria Math"/>
                <a:cs typeface="Cambria Math"/>
              </a:rPr>
              <a:t> </a:t>
            </a:r>
            <a:r>
              <a:rPr sz="2800" dirty="0">
                <a:latin typeface="Cambria Math"/>
                <a:cs typeface="Cambria Math"/>
              </a:rPr>
              <a:t>𝒑,</a:t>
            </a:r>
            <a:r>
              <a:rPr sz="2800" spc="-150" dirty="0">
                <a:latin typeface="Cambria Math"/>
                <a:cs typeface="Cambria Math"/>
              </a:rPr>
              <a:t> </a:t>
            </a:r>
            <a:r>
              <a:rPr sz="2800" spc="-10" dirty="0">
                <a:latin typeface="Cambria Math"/>
                <a:cs typeface="Cambria Math"/>
              </a:rPr>
              <a:t>𝒗,</a:t>
            </a:r>
            <a:r>
              <a:rPr sz="2800" spc="-150" dirty="0">
                <a:latin typeface="Cambria Math"/>
                <a:cs typeface="Cambria Math"/>
              </a:rPr>
              <a:t> </a:t>
            </a:r>
            <a:r>
              <a:rPr sz="2800" spc="-25" dirty="0">
                <a:latin typeface="Cambria Math"/>
                <a:cs typeface="Cambria Math"/>
              </a:rPr>
              <a:t>𝑪</a:t>
            </a:r>
            <a:r>
              <a:rPr sz="2800" b="1" spc="-25" dirty="0">
                <a:latin typeface="Times New Roman"/>
                <a:cs typeface="Times New Roman"/>
              </a:rPr>
              <a:t>)</a:t>
            </a:r>
            <a:endParaRPr sz="2800" dirty="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5785484" y="2611754"/>
            <a:ext cx="3641090" cy="599440"/>
          </a:xfrm>
          <a:prstGeom prst="rect">
            <a:avLst/>
          </a:prstGeom>
          <a:ln w="9525">
            <a:solidFill>
              <a:srgbClr val="000000"/>
            </a:solidFill>
          </a:ln>
        </p:spPr>
        <p:txBody>
          <a:bodyPr vert="horz" wrap="square" lIns="0" tIns="103505" rIns="0" bIns="0" rtlCol="0">
            <a:spAutoFit/>
          </a:bodyPr>
          <a:lstStyle/>
          <a:p>
            <a:pPr marL="1209040">
              <a:lnSpc>
                <a:spcPct val="100000"/>
              </a:lnSpc>
              <a:spcBef>
                <a:spcPts val="815"/>
              </a:spcBef>
            </a:pPr>
            <a:r>
              <a:rPr sz="2200">
                <a:latin typeface="PMingLiU"/>
                <a:cs typeface="PMingLiU"/>
              </a:rPr>
              <a:t>选择商品</a:t>
            </a:r>
            <a:r>
              <a:rPr sz="2200" spc="-50">
                <a:latin typeface="Cambria Math"/>
                <a:cs typeface="Cambria Math"/>
              </a:rPr>
              <a:t>𝒊</a:t>
            </a:r>
            <a:endParaRPr sz="2200">
              <a:latin typeface="Cambria Math"/>
              <a:cs typeface="Cambria Math"/>
            </a:endParaRPr>
          </a:p>
        </p:txBody>
      </p:sp>
      <p:sp>
        <p:nvSpPr>
          <p:cNvPr id="10" name="object 3">
            <a:extLst>
              <a:ext uri="{FF2B5EF4-FFF2-40B4-BE49-F238E27FC236}">
                <a16:creationId xmlns:a16="http://schemas.microsoft.com/office/drawing/2014/main" id="{C091AACE-962B-D349-9BE7-1A78B7C24617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79916" y="175037"/>
            <a:ext cx="5901018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递推计算：伪代</a:t>
            </a: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码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541152" y="1508279"/>
            <a:ext cx="10449487" cy="4537147"/>
            <a:chOff x="541152" y="1508279"/>
            <a:chExt cx="10449487" cy="4537147"/>
          </a:xfrm>
        </p:grpSpPr>
        <p:pic>
          <p:nvPicPr>
            <p:cNvPr id="3" name="object 3"/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541152" y="1508279"/>
              <a:ext cx="10449487" cy="4537147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1844802" y="3388613"/>
              <a:ext cx="3940810" cy="390173"/>
            </a:xfrm>
            <a:custGeom>
              <a:avLst/>
              <a:gdLst/>
              <a:ahLst/>
              <a:cxnLst/>
              <a:rect l="l" t="t" r="r" b="b"/>
              <a:pathLst>
                <a:path w="3940810" h="542289">
                  <a:moveTo>
                    <a:pt x="0" y="90297"/>
                  </a:moveTo>
                  <a:lnTo>
                    <a:pt x="7090" y="55131"/>
                  </a:lnTo>
                  <a:lnTo>
                    <a:pt x="26431" y="26431"/>
                  </a:lnTo>
                  <a:lnTo>
                    <a:pt x="55131" y="7090"/>
                  </a:lnTo>
                  <a:lnTo>
                    <a:pt x="90297" y="0"/>
                  </a:lnTo>
                  <a:lnTo>
                    <a:pt x="3850005" y="0"/>
                  </a:lnTo>
                  <a:lnTo>
                    <a:pt x="3885170" y="7090"/>
                  </a:lnTo>
                  <a:lnTo>
                    <a:pt x="3913870" y="26431"/>
                  </a:lnTo>
                  <a:lnTo>
                    <a:pt x="3933211" y="55131"/>
                  </a:lnTo>
                  <a:lnTo>
                    <a:pt x="3940302" y="90297"/>
                  </a:lnTo>
                  <a:lnTo>
                    <a:pt x="3940302" y="451485"/>
                  </a:lnTo>
                  <a:lnTo>
                    <a:pt x="3933211" y="486650"/>
                  </a:lnTo>
                  <a:lnTo>
                    <a:pt x="3913870" y="515350"/>
                  </a:lnTo>
                  <a:lnTo>
                    <a:pt x="3885170" y="534691"/>
                  </a:lnTo>
                  <a:lnTo>
                    <a:pt x="3850005" y="541782"/>
                  </a:lnTo>
                  <a:lnTo>
                    <a:pt x="90297" y="541782"/>
                  </a:lnTo>
                  <a:lnTo>
                    <a:pt x="55131" y="534691"/>
                  </a:lnTo>
                  <a:lnTo>
                    <a:pt x="26431" y="515350"/>
                  </a:lnTo>
                  <a:lnTo>
                    <a:pt x="7090" y="486650"/>
                  </a:lnTo>
                  <a:lnTo>
                    <a:pt x="0" y="451485"/>
                  </a:lnTo>
                  <a:lnTo>
                    <a:pt x="0" y="90297"/>
                  </a:lnTo>
                  <a:close/>
                </a:path>
              </a:pathLst>
            </a:custGeom>
            <a:ln w="38100">
              <a:solidFill>
                <a:srgbClr val="FF0000"/>
              </a:solidFill>
              <a:prstDash val="lg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743424" y="959926"/>
            <a:ext cx="3888104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b="1" dirty="0" err="1">
                <a:latin typeface="Times New Roman"/>
                <a:cs typeface="Times New Roman"/>
              </a:rPr>
              <a:t>KnapsackDP</a:t>
            </a:r>
            <a:r>
              <a:rPr sz="2800" b="1" dirty="0">
                <a:latin typeface="Times New Roman"/>
                <a:cs typeface="Times New Roman"/>
              </a:rPr>
              <a:t>(</a:t>
            </a:r>
            <a:r>
              <a:rPr sz="2800" dirty="0">
                <a:latin typeface="Cambria Math"/>
                <a:cs typeface="Cambria Math"/>
              </a:rPr>
              <a:t>𝒏,</a:t>
            </a:r>
            <a:r>
              <a:rPr sz="2800" spc="-155" dirty="0">
                <a:latin typeface="Cambria Math"/>
                <a:cs typeface="Cambria Math"/>
              </a:rPr>
              <a:t> </a:t>
            </a:r>
            <a:r>
              <a:rPr sz="2800" dirty="0">
                <a:latin typeface="Cambria Math"/>
                <a:cs typeface="Cambria Math"/>
              </a:rPr>
              <a:t>𝒑,</a:t>
            </a:r>
            <a:r>
              <a:rPr sz="2800" spc="-150" dirty="0">
                <a:latin typeface="Cambria Math"/>
                <a:cs typeface="Cambria Math"/>
              </a:rPr>
              <a:t> </a:t>
            </a:r>
            <a:r>
              <a:rPr sz="2800" spc="-10" dirty="0">
                <a:latin typeface="Cambria Math"/>
                <a:cs typeface="Cambria Math"/>
              </a:rPr>
              <a:t>𝒗,</a:t>
            </a:r>
            <a:r>
              <a:rPr sz="2800" spc="-150" dirty="0">
                <a:latin typeface="Cambria Math"/>
                <a:cs typeface="Cambria Math"/>
              </a:rPr>
              <a:t> </a:t>
            </a:r>
            <a:r>
              <a:rPr sz="2800" spc="-25" dirty="0">
                <a:latin typeface="Cambria Math"/>
                <a:cs typeface="Cambria Math"/>
              </a:rPr>
              <a:t>𝑪</a:t>
            </a:r>
            <a:r>
              <a:rPr sz="2800" b="1" spc="-25" dirty="0">
                <a:latin typeface="Times New Roman"/>
                <a:cs typeface="Times New Roman"/>
              </a:rPr>
              <a:t>)</a:t>
            </a:r>
            <a:endParaRPr sz="2800" dirty="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096380" y="3331083"/>
            <a:ext cx="3641090" cy="600075"/>
          </a:xfrm>
          <a:prstGeom prst="rect">
            <a:avLst/>
          </a:prstGeom>
          <a:ln w="9525">
            <a:solidFill>
              <a:srgbClr val="000000"/>
            </a:solidFill>
          </a:ln>
        </p:spPr>
        <p:txBody>
          <a:bodyPr vert="horz" wrap="square" lIns="0" tIns="97155" rIns="0" bIns="0" rtlCol="0">
            <a:spAutoFit/>
          </a:bodyPr>
          <a:lstStyle/>
          <a:p>
            <a:pPr marL="1120775">
              <a:lnSpc>
                <a:spcPct val="100000"/>
              </a:lnSpc>
              <a:spcBef>
                <a:spcPts val="765"/>
              </a:spcBef>
            </a:pPr>
            <a:r>
              <a:rPr sz="2200" spc="-10">
                <a:latin typeface="PMingLiU"/>
                <a:cs typeface="PMingLiU"/>
              </a:rPr>
              <a:t>回溯子问题</a:t>
            </a:r>
            <a:endParaRPr sz="2200">
              <a:latin typeface="PMingLiU"/>
              <a:cs typeface="PMingLiU"/>
            </a:endParaRPr>
          </a:p>
        </p:txBody>
      </p:sp>
      <p:sp>
        <p:nvSpPr>
          <p:cNvPr id="10" name="object 3">
            <a:extLst>
              <a:ext uri="{FF2B5EF4-FFF2-40B4-BE49-F238E27FC236}">
                <a16:creationId xmlns:a16="http://schemas.microsoft.com/office/drawing/2014/main" id="{43A64190-F0D4-D548-AB1E-9ABA85DB591B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79916" y="175037"/>
            <a:ext cx="5901018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递推计算：伪代</a:t>
            </a: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码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754441" y="981960"/>
            <a:ext cx="3888104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b="1" dirty="0" err="1">
                <a:latin typeface="Times New Roman"/>
                <a:cs typeface="Times New Roman"/>
              </a:rPr>
              <a:t>KnapsackDP</a:t>
            </a:r>
            <a:r>
              <a:rPr sz="2800" b="1" dirty="0">
                <a:latin typeface="Times New Roman"/>
                <a:cs typeface="Times New Roman"/>
              </a:rPr>
              <a:t>(</a:t>
            </a:r>
            <a:r>
              <a:rPr sz="2800" dirty="0">
                <a:latin typeface="Cambria Math"/>
                <a:cs typeface="Cambria Math"/>
              </a:rPr>
              <a:t>𝒏,</a:t>
            </a:r>
            <a:r>
              <a:rPr sz="2800" spc="-155" dirty="0">
                <a:latin typeface="Cambria Math"/>
                <a:cs typeface="Cambria Math"/>
              </a:rPr>
              <a:t> </a:t>
            </a:r>
            <a:r>
              <a:rPr sz="2800" dirty="0">
                <a:latin typeface="Cambria Math"/>
                <a:cs typeface="Cambria Math"/>
              </a:rPr>
              <a:t>𝒑,</a:t>
            </a:r>
            <a:r>
              <a:rPr sz="2800" spc="-150" dirty="0">
                <a:latin typeface="Cambria Math"/>
                <a:cs typeface="Cambria Math"/>
              </a:rPr>
              <a:t> </a:t>
            </a:r>
            <a:r>
              <a:rPr sz="2800" spc="-10" dirty="0">
                <a:latin typeface="Cambria Math"/>
                <a:cs typeface="Cambria Math"/>
              </a:rPr>
              <a:t>𝒗,</a:t>
            </a:r>
            <a:r>
              <a:rPr sz="2800" spc="-150" dirty="0">
                <a:latin typeface="Cambria Math"/>
                <a:cs typeface="Cambria Math"/>
              </a:rPr>
              <a:t> </a:t>
            </a:r>
            <a:r>
              <a:rPr sz="2800" spc="-25" dirty="0">
                <a:latin typeface="Cambria Math"/>
                <a:cs typeface="Cambria Math"/>
              </a:rPr>
              <a:t>𝑪</a:t>
            </a:r>
            <a:r>
              <a:rPr sz="2800" b="1" spc="-25" dirty="0">
                <a:latin typeface="Times New Roman"/>
                <a:cs typeface="Times New Roman"/>
              </a:rPr>
              <a:t>)</a:t>
            </a:r>
            <a:endParaRPr sz="2800" dirty="0">
              <a:latin typeface="Times New Roman"/>
              <a:cs typeface="Times New Roman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541152" y="1508279"/>
            <a:ext cx="10449487" cy="4537147"/>
            <a:chOff x="541152" y="1508279"/>
            <a:chExt cx="10449487" cy="4537147"/>
          </a:xfrm>
        </p:grpSpPr>
        <p:pic>
          <p:nvPicPr>
            <p:cNvPr id="4" name="object 4"/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541152" y="1508279"/>
              <a:ext cx="10449487" cy="4537147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348519" y="4110356"/>
              <a:ext cx="3940810" cy="1075690"/>
            </a:xfrm>
            <a:custGeom>
              <a:avLst/>
              <a:gdLst/>
              <a:ahLst/>
              <a:cxnLst/>
              <a:rect l="l" t="t" r="r" b="b"/>
              <a:pathLst>
                <a:path w="3940810" h="1075689">
                  <a:moveTo>
                    <a:pt x="0" y="179196"/>
                  </a:moveTo>
                  <a:lnTo>
                    <a:pt x="6403" y="131571"/>
                  </a:lnTo>
                  <a:lnTo>
                    <a:pt x="24473" y="88768"/>
                  </a:lnTo>
                  <a:lnTo>
                    <a:pt x="52498" y="52498"/>
                  </a:lnTo>
                  <a:lnTo>
                    <a:pt x="88768" y="24473"/>
                  </a:lnTo>
                  <a:lnTo>
                    <a:pt x="131571" y="6403"/>
                  </a:lnTo>
                  <a:lnTo>
                    <a:pt x="179197" y="0"/>
                  </a:lnTo>
                  <a:lnTo>
                    <a:pt x="3761105" y="0"/>
                  </a:lnTo>
                  <a:lnTo>
                    <a:pt x="3808730" y="6403"/>
                  </a:lnTo>
                  <a:lnTo>
                    <a:pt x="3851533" y="24473"/>
                  </a:lnTo>
                  <a:lnTo>
                    <a:pt x="3887803" y="52498"/>
                  </a:lnTo>
                  <a:lnTo>
                    <a:pt x="3915828" y="88768"/>
                  </a:lnTo>
                  <a:lnTo>
                    <a:pt x="3933898" y="131571"/>
                  </a:lnTo>
                  <a:lnTo>
                    <a:pt x="3940302" y="179196"/>
                  </a:lnTo>
                  <a:lnTo>
                    <a:pt x="3940302" y="895984"/>
                  </a:lnTo>
                  <a:lnTo>
                    <a:pt x="3933898" y="943610"/>
                  </a:lnTo>
                  <a:lnTo>
                    <a:pt x="3915828" y="986413"/>
                  </a:lnTo>
                  <a:lnTo>
                    <a:pt x="3887803" y="1022683"/>
                  </a:lnTo>
                  <a:lnTo>
                    <a:pt x="3851533" y="1050708"/>
                  </a:lnTo>
                  <a:lnTo>
                    <a:pt x="3808730" y="1068778"/>
                  </a:lnTo>
                  <a:lnTo>
                    <a:pt x="3761105" y="1075182"/>
                  </a:lnTo>
                  <a:lnTo>
                    <a:pt x="179197" y="1075182"/>
                  </a:lnTo>
                  <a:lnTo>
                    <a:pt x="131571" y="1068778"/>
                  </a:lnTo>
                  <a:lnTo>
                    <a:pt x="88768" y="1050708"/>
                  </a:lnTo>
                  <a:lnTo>
                    <a:pt x="52498" y="1022683"/>
                  </a:lnTo>
                  <a:lnTo>
                    <a:pt x="24473" y="986413"/>
                  </a:lnTo>
                  <a:lnTo>
                    <a:pt x="6403" y="943610"/>
                  </a:lnTo>
                  <a:lnTo>
                    <a:pt x="0" y="895984"/>
                  </a:lnTo>
                  <a:lnTo>
                    <a:pt x="0" y="179196"/>
                  </a:lnTo>
                  <a:close/>
                </a:path>
              </a:pathLst>
            </a:custGeom>
            <a:ln w="38100">
              <a:solidFill>
                <a:srgbClr val="FF0000"/>
              </a:solidFill>
              <a:prstDash val="lg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" name="object 7"/>
          <p:cNvSpPr txBox="1"/>
          <p:nvPr/>
        </p:nvSpPr>
        <p:spPr>
          <a:xfrm>
            <a:off x="5700140" y="4154804"/>
            <a:ext cx="3641090" cy="599440"/>
          </a:xfrm>
          <a:prstGeom prst="rect">
            <a:avLst/>
          </a:prstGeom>
          <a:ln w="9525">
            <a:solidFill>
              <a:srgbClr val="000000"/>
            </a:solidFill>
          </a:ln>
        </p:spPr>
        <p:txBody>
          <a:bodyPr vert="horz" wrap="square" lIns="0" tIns="103505" rIns="0" bIns="0" rtlCol="0">
            <a:spAutoFit/>
          </a:bodyPr>
          <a:lstStyle/>
          <a:p>
            <a:pPr marL="1209675">
              <a:lnSpc>
                <a:spcPct val="100000"/>
              </a:lnSpc>
              <a:spcBef>
                <a:spcPts val="815"/>
              </a:spcBef>
            </a:pPr>
            <a:r>
              <a:rPr sz="2200">
                <a:latin typeface="PMingLiU"/>
                <a:cs typeface="PMingLiU"/>
              </a:rPr>
              <a:t>不选商品</a:t>
            </a:r>
            <a:r>
              <a:rPr sz="2200" spc="-50">
                <a:latin typeface="Cambria Math"/>
                <a:cs typeface="Cambria Math"/>
              </a:rPr>
              <a:t>𝒊</a:t>
            </a:r>
            <a:endParaRPr sz="2200">
              <a:latin typeface="Cambria Math"/>
              <a:cs typeface="Cambria Math"/>
            </a:endParaRPr>
          </a:p>
        </p:txBody>
      </p:sp>
      <p:sp>
        <p:nvSpPr>
          <p:cNvPr id="10" name="object 3">
            <a:extLst>
              <a:ext uri="{FF2B5EF4-FFF2-40B4-BE49-F238E27FC236}">
                <a16:creationId xmlns:a16="http://schemas.microsoft.com/office/drawing/2014/main" id="{74A82374-4365-4247-8D94-C7A4AF42B6C7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79916" y="175037"/>
            <a:ext cx="5901018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递推计算：伪代</a:t>
            </a: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码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/>
          <a:stretch>
            <a:fillRect/>
          </a:stretch>
        </p:blipFill>
        <p:spPr>
          <a:xfrm>
            <a:off x="1000452" y="1305548"/>
            <a:ext cx="8675883" cy="4366238"/>
          </a:xfrm>
          <a:prstGeom prst="rect">
            <a:avLst/>
          </a:prstGeom>
        </p:spPr>
      </p:pic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204861" y="165221"/>
            <a:ext cx="4490859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时间复杂度分</a:t>
            </a: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析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33515" y="5080253"/>
            <a:ext cx="3642360" cy="599440"/>
          </a:xfrm>
          <a:prstGeom prst="rect">
            <a:avLst/>
          </a:prstGeom>
          <a:solidFill>
            <a:srgbClr val="006FC0"/>
          </a:solidFill>
        </p:spPr>
        <p:txBody>
          <a:bodyPr vert="horz" wrap="square" lIns="0" tIns="48260" rIns="0" bIns="0" rtlCol="0">
            <a:spAutoFit/>
          </a:bodyPr>
          <a:lstStyle/>
          <a:p>
            <a:pPr marL="92075">
              <a:lnSpc>
                <a:spcPct val="100000"/>
              </a:lnSpc>
              <a:spcBef>
                <a:spcPts val="380"/>
              </a:spcBef>
            </a:pPr>
            <a:r>
              <a:rPr sz="2800">
                <a:solidFill>
                  <a:srgbClr val="FFFFFF"/>
                </a:solidFill>
                <a:latin typeface="PMingLiU"/>
                <a:cs typeface="PMingLiU"/>
              </a:rPr>
              <a:t>时间复杂度：</a:t>
            </a:r>
            <a:r>
              <a:rPr sz="2800">
                <a:solidFill>
                  <a:srgbClr val="FFFFFF"/>
                </a:solidFill>
                <a:latin typeface="Cambria Math"/>
                <a:cs typeface="Cambria Math"/>
              </a:rPr>
              <a:t>𝑶(𝒏 ⋅ </a:t>
            </a:r>
            <a:r>
              <a:rPr sz="2800" spc="-25">
                <a:solidFill>
                  <a:srgbClr val="FFFFFF"/>
                </a:solidFill>
                <a:latin typeface="Cambria Math"/>
                <a:cs typeface="Cambria Math"/>
              </a:rPr>
              <a:t>𝑪)</a:t>
            </a:r>
            <a:endParaRPr sz="2800">
              <a:latin typeface="Cambria Math"/>
              <a:cs typeface="Cambria Math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9896093" y="2133600"/>
            <a:ext cx="223520" cy="2947035"/>
          </a:xfrm>
          <a:custGeom>
            <a:avLst/>
            <a:gdLst/>
            <a:ahLst/>
            <a:cxnLst/>
            <a:rect l="l" t="t" r="r" b="b"/>
            <a:pathLst>
              <a:path w="223520" h="2947035">
                <a:moveTo>
                  <a:pt x="0" y="0"/>
                </a:moveTo>
                <a:lnTo>
                  <a:pt x="43428" y="1468"/>
                </a:lnTo>
                <a:lnTo>
                  <a:pt x="78914" y="5461"/>
                </a:lnTo>
                <a:lnTo>
                  <a:pt x="102852" y="11358"/>
                </a:lnTo>
                <a:lnTo>
                  <a:pt x="111632" y="18541"/>
                </a:lnTo>
                <a:lnTo>
                  <a:pt x="111632" y="1454785"/>
                </a:lnTo>
                <a:lnTo>
                  <a:pt x="120413" y="1461968"/>
                </a:lnTo>
                <a:lnTo>
                  <a:pt x="144351" y="1467866"/>
                </a:lnTo>
                <a:lnTo>
                  <a:pt x="179837" y="1471858"/>
                </a:lnTo>
                <a:lnTo>
                  <a:pt x="223265" y="1473327"/>
                </a:lnTo>
                <a:lnTo>
                  <a:pt x="179837" y="1474795"/>
                </a:lnTo>
                <a:lnTo>
                  <a:pt x="144351" y="1478788"/>
                </a:lnTo>
                <a:lnTo>
                  <a:pt x="120413" y="1484685"/>
                </a:lnTo>
                <a:lnTo>
                  <a:pt x="111632" y="1491869"/>
                </a:lnTo>
                <a:lnTo>
                  <a:pt x="111632" y="2928112"/>
                </a:lnTo>
                <a:lnTo>
                  <a:pt x="102852" y="2935295"/>
                </a:lnTo>
                <a:lnTo>
                  <a:pt x="78914" y="2941193"/>
                </a:lnTo>
                <a:lnTo>
                  <a:pt x="43428" y="2945185"/>
                </a:lnTo>
                <a:lnTo>
                  <a:pt x="0" y="2946654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0888218" y="1777745"/>
            <a:ext cx="223520" cy="3709035"/>
          </a:xfrm>
          <a:custGeom>
            <a:avLst/>
            <a:gdLst/>
            <a:ahLst/>
            <a:cxnLst/>
            <a:rect l="l" t="t" r="r" b="b"/>
            <a:pathLst>
              <a:path w="223520" h="3709035">
                <a:moveTo>
                  <a:pt x="0" y="0"/>
                </a:moveTo>
                <a:lnTo>
                  <a:pt x="43428" y="1468"/>
                </a:lnTo>
                <a:lnTo>
                  <a:pt x="78914" y="5461"/>
                </a:lnTo>
                <a:lnTo>
                  <a:pt x="102852" y="11358"/>
                </a:lnTo>
                <a:lnTo>
                  <a:pt x="111632" y="18541"/>
                </a:lnTo>
                <a:lnTo>
                  <a:pt x="111632" y="1835784"/>
                </a:lnTo>
                <a:lnTo>
                  <a:pt x="120413" y="1842968"/>
                </a:lnTo>
                <a:lnTo>
                  <a:pt x="144351" y="1848865"/>
                </a:lnTo>
                <a:lnTo>
                  <a:pt x="179837" y="1852858"/>
                </a:lnTo>
                <a:lnTo>
                  <a:pt x="223265" y="1854327"/>
                </a:lnTo>
                <a:lnTo>
                  <a:pt x="179837" y="1855795"/>
                </a:lnTo>
                <a:lnTo>
                  <a:pt x="144351" y="1859787"/>
                </a:lnTo>
                <a:lnTo>
                  <a:pt x="120413" y="1865685"/>
                </a:lnTo>
                <a:lnTo>
                  <a:pt x="111632" y="1872868"/>
                </a:lnTo>
                <a:lnTo>
                  <a:pt x="111632" y="3690112"/>
                </a:lnTo>
                <a:lnTo>
                  <a:pt x="102852" y="3697295"/>
                </a:lnTo>
                <a:lnTo>
                  <a:pt x="78914" y="3703192"/>
                </a:lnTo>
                <a:lnTo>
                  <a:pt x="43428" y="3707185"/>
                </a:lnTo>
                <a:lnTo>
                  <a:pt x="0" y="3708654"/>
                </a:lnTo>
              </a:path>
            </a:pathLst>
          </a:custGeom>
          <a:ln w="3809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 txBox="1"/>
          <p:nvPr/>
        </p:nvSpPr>
        <p:spPr>
          <a:xfrm>
            <a:off x="10178033" y="3417061"/>
            <a:ext cx="637540" cy="3613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200" spc="-20">
                <a:solidFill>
                  <a:srgbClr val="FF0000"/>
                </a:solidFill>
                <a:latin typeface="Cambria Math"/>
                <a:cs typeface="Cambria Math"/>
              </a:rPr>
              <a:t>𝑶(𝑪)</a:t>
            </a:r>
            <a:endParaRPr sz="2200">
              <a:latin typeface="Cambria Math"/>
              <a:cs typeface="Cambria Math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1159743" y="3414014"/>
            <a:ext cx="1022350" cy="3613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200">
                <a:solidFill>
                  <a:srgbClr val="FF0000"/>
                </a:solidFill>
                <a:latin typeface="Cambria Math"/>
                <a:cs typeface="Cambria Math"/>
              </a:rPr>
              <a:t>𝑶(𝒏</a:t>
            </a:r>
            <a:r>
              <a:rPr sz="2200" spc="-5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2200" spc="75">
                <a:solidFill>
                  <a:srgbClr val="FF0000"/>
                </a:solidFill>
                <a:latin typeface="Cambria Math"/>
                <a:cs typeface="Cambria Math"/>
              </a:rPr>
              <a:t>∙</a:t>
            </a:r>
            <a:r>
              <a:rPr sz="2200" spc="10">
                <a:solidFill>
                  <a:srgbClr val="FF0000"/>
                </a:solidFill>
                <a:latin typeface="Cambria Math"/>
                <a:cs typeface="Cambria Math"/>
              </a:rPr>
              <a:t> </a:t>
            </a:r>
            <a:r>
              <a:rPr sz="2200" spc="-25">
                <a:solidFill>
                  <a:srgbClr val="FF0000"/>
                </a:solidFill>
                <a:latin typeface="Cambria Math"/>
                <a:cs typeface="Cambria Math"/>
              </a:rPr>
              <a:t>𝑪)</a:t>
            </a:r>
            <a:endParaRPr sz="2200">
              <a:latin typeface="Cambria Math"/>
              <a:cs typeface="Cambria Math"/>
            </a:endParaRPr>
          </a:p>
        </p:txBody>
      </p:sp>
    </p:spTree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190077" y="156021"/>
            <a:ext cx="3744254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动态规</a:t>
            </a: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划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4538853" y="2480691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6F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4691634" y="2719832"/>
            <a:ext cx="154940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spc="-10">
                <a:solidFill>
                  <a:srgbClr val="FFFFFF"/>
                </a:solidFill>
                <a:latin typeface="PMingLiU"/>
                <a:cs typeface="PMingLiU"/>
              </a:rPr>
              <a:t>带备忘递归</a:t>
            </a:r>
            <a:endParaRPr sz="2400">
              <a:latin typeface="PMingLiU"/>
              <a:cs typeface="PMingLiU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1442085" y="2480691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1" y="876426"/>
                </a:lnTo>
                <a:lnTo>
                  <a:pt x="1856231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6F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1747266" y="2719832"/>
            <a:ext cx="124460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spc="-15">
                <a:solidFill>
                  <a:srgbClr val="FFFFFF"/>
                </a:solidFill>
                <a:latin typeface="PMingLiU"/>
                <a:cs typeface="PMingLiU"/>
              </a:rPr>
              <a:t>蛮力枚举</a:t>
            </a:r>
            <a:endParaRPr sz="2400">
              <a:latin typeface="PMingLiU"/>
              <a:cs typeface="PMingLiU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7501508" y="2480691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9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9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2" y="876426"/>
                </a:lnTo>
                <a:lnTo>
                  <a:pt x="1856232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6F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7806943" y="2719832"/>
            <a:ext cx="124460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spc="-15">
                <a:solidFill>
                  <a:srgbClr val="FFFFFF"/>
                </a:solidFill>
                <a:latin typeface="PMingLiU"/>
                <a:cs typeface="PMingLiU"/>
              </a:rPr>
              <a:t>递推求解</a:t>
            </a:r>
            <a:endParaRPr sz="2400">
              <a:latin typeface="PMingLiU"/>
              <a:cs typeface="PMingLiU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3181350" y="1005713"/>
            <a:ext cx="4436110" cy="1493520"/>
            <a:chOff x="3181350" y="1005713"/>
            <a:chExt cx="4436110" cy="1493520"/>
          </a:xfrm>
        </p:grpSpPr>
        <p:sp>
          <p:nvSpPr>
            <p:cNvPr id="10" name="object 10"/>
            <p:cNvSpPr/>
            <p:nvPr/>
          </p:nvSpPr>
          <p:spPr>
            <a:xfrm>
              <a:off x="3200400" y="1894332"/>
              <a:ext cx="4398010" cy="586105"/>
            </a:xfrm>
            <a:custGeom>
              <a:avLst/>
              <a:gdLst/>
              <a:ahLst/>
              <a:cxnLst/>
              <a:rect l="l" t="t" r="r" b="b"/>
              <a:pathLst>
                <a:path w="4398009" h="586105">
                  <a:moveTo>
                    <a:pt x="1337817" y="0"/>
                  </a:moveTo>
                  <a:lnTo>
                    <a:pt x="0" y="585596"/>
                  </a:lnTo>
                </a:path>
                <a:path w="4398009" h="586105">
                  <a:moveTo>
                    <a:pt x="3194304" y="0"/>
                  </a:moveTo>
                  <a:lnTo>
                    <a:pt x="4398009" y="585596"/>
                  </a:lnTo>
                </a:path>
                <a:path w="4398009" h="586105">
                  <a:moveTo>
                    <a:pt x="2316479" y="0"/>
                  </a:moveTo>
                  <a:lnTo>
                    <a:pt x="2319401" y="582929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4538852" y="1018413"/>
              <a:ext cx="1856739" cy="974090"/>
            </a:xfrm>
            <a:custGeom>
              <a:avLst/>
              <a:gdLst/>
              <a:ahLst/>
              <a:cxnLst/>
              <a:rect l="l" t="t" r="r" b="b"/>
              <a:pathLst>
                <a:path w="1856739" h="974089">
                  <a:moveTo>
                    <a:pt x="1758823" y="0"/>
                  </a:moveTo>
                  <a:lnTo>
                    <a:pt x="97409" y="0"/>
                  </a:lnTo>
                  <a:lnTo>
                    <a:pt x="59471" y="7647"/>
                  </a:lnTo>
                  <a:lnTo>
                    <a:pt x="28511" y="28511"/>
                  </a:lnTo>
                  <a:lnTo>
                    <a:pt x="7647" y="59471"/>
                  </a:lnTo>
                  <a:lnTo>
                    <a:pt x="0" y="97409"/>
                  </a:lnTo>
                  <a:lnTo>
                    <a:pt x="0" y="876426"/>
                  </a:lnTo>
                  <a:lnTo>
                    <a:pt x="7647" y="914364"/>
                  </a:lnTo>
                  <a:lnTo>
                    <a:pt x="28511" y="945324"/>
                  </a:lnTo>
                  <a:lnTo>
                    <a:pt x="59471" y="966188"/>
                  </a:lnTo>
                  <a:lnTo>
                    <a:pt x="97409" y="973836"/>
                  </a:lnTo>
                  <a:lnTo>
                    <a:pt x="1758823" y="973836"/>
                  </a:lnTo>
                  <a:lnTo>
                    <a:pt x="1796760" y="966188"/>
                  </a:lnTo>
                  <a:lnTo>
                    <a:pt x="1827720" y="945324"/>
                  </a:lnTo>
                  <a:lnTo>
                    <a:pt x="1848584" y="914364"/>
                  </a:lnTo>
                  <a:lnTo>
                    <a:pt x="1856232" y="876426"/>
                  </a:lnTo>
                  <a:lnTo>
                    <a:pt x="1856232" y="97409"/>
                  </a:lnTo>
                  <a:lnTo>
                    <a:pt x="1848584" y="59471"/>
                  </a:lnTo>
                  <a:lnTo>
                    <a:pt x="1827720" y="28511"/>
                  </a:lnTo>
                  <a:lnTo>
                    <a:pt x="1796760" y="7647"/>
                  </a:lnTo>
                  <a:lnTo>
                    <a:pt x="1758823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4538852" y="1018413"/>
              <a:ext cx="1856739" cy="974090"/>
            </a:xfrm>
            <a:custGeom>
              <a:avLst/>
              <a:gdLst/>
              <a:ahLst/>
              <a:cxnLst/>
              <a:rect l="l" t="t" r="r" b="b"/>
              <a:pathLst>
                <a:path w="1856739" h="974089">
                  <a:moveTo>
                    <a:pt x="0" y="97409"/>
                  </a:moveTo>
                  <a:lnTo>
                    <a:pt x="7647" y="59471"/>
                  </a:lnTo>
                  <a:lnTo>
                    <a:pt x="28511" y="28511"/>
                  </a:lnTo>
                  <a:lnTo>
                    <a:pt x="59471" y="7647"/>
                  </a:lnTo>
                  <a:lnTo>
                    <a:pt x="97409" y="0"/>
                  </a:lnTo>
                  <a:lnTo>
                    <a:pt x="1758823" y="0"/>
                  </a:lnTo>
                  <a:lnTo>
                    <a:pt x="1796760" y="7647"/>
                  </a:lnTo>
                  <a:lnTo>
                    <a:pt x="1827720" y="28511"/>
                  </a:lnTo>
                  <a:lnTo>
                    <a:pt x="1848584" y="59471"/>
                  </a:lnTo>
                  <a:lnTo>
                    <a:pt x="1856232" y="97409"/>
                  </a:lnTo>
                  <a:lnTo>
                    <a:pt x="1856232" y="876426"/>
                  </a:lnTo>
                  <a:lnTo>
                    <a:pt x="1848584" y="914364"/>
                  </a:lnTo>
                  <a:lnTo>
                    <a:pt x="1827720" y="945324"/>
                  </a:lnTo>
                  <a:lnTo>
                    <a:pt x="1796760" y="966188"/>
                  </a:lnTo>
                  <a:lnTo>
                    <a:pt x="1758823" y="973836"/>
                  </a:lnTo>
                  <a:lnTo>
                    <a:pt x="97409" y="973836"/>
                  </a:lnTo>
                  <a:lnTo>
                    <a:pt x="59471" y="966188"/>
                  </a:lnTo>
                  <a:lnTo>
                    <a:pt x="28511" y="945324"/>
                  </a:lnTo>
                  <a:lnTo>
                    <a:pt x="7647" y="914364"/>
                  </a:lnTo>
                  <a:lnTo>
                    <a:pt x="0" y="876426"/>
                  </a:lnTo>
                  <a:lnTo>
                    <a:pt x="0" y="97409"/>
                  </a:lnTo>
                  <a:close/>
                </a:path>
              </a:pathLst>
            </a:custGeom>
            <a:ln w="254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" name="object 13"/>
          <p:cNvSpPr txBox="1"/>
          <p:nvPr/>
        </p:nvSpPr>
        <p:spPr>
          <a:xfrm>
            <a:off x="4641341" y="1264665"/>
            <a:ext cx="165100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b="1" spc="-10">
                <a:solidFill>
                  <a:srgbClr val="FFFFFF"/>
                </a:solidFill>
                <a:latin typeface="Times New Roman"/>
                <a:cs typeface="Times New Roman"/>
              </a:rPr>
              <a:t>0-</a:t>
            </a:r>
            <a:r>
              <a:rPr sz="2400" b="1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r>
              <a:rPr sz="2400" spc="-15">
                <a:solidFill>
                  <a:srgbClr val="FFFFFF"/>
                </a:solidFill>
                <a:latin typeface="PMingLiU"/>
                <a:cs typeface="PMingLiU"/>
              </a:rPr>
              <a:t>背包问题</a:t>
            </a:r>
            <a:endParaRPr sz="2400">
              <a:latin typeface="PMingLiU"/>
              <a:cs typeface="PMingLiU"/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4337303" y="2358389"/>
            <a:ext cx="5162550" cy="1228725"/>
          </a:xfrm>
          <a:custGeom>
            <a:avLst/>
            <a:gdLst/>
            <a:ahLst/>
            <a:cxnLst/>
            <a:rect l="l" t="t" r="r" b="b"/>
            <a:pathLst>
              <a:path w="5162550" h="1228725">
                <a:moveTo>
                  <a:pt x="0" y="204724"/>
                </a:moveTo>
                <a:lnTo>
                  <a:pt x="5408" y="157793"/>
                </a:lnTo>
                <a:lnTo>
                  <a:pt x="20814" y="114707"/>
                </a:lnTo>
                <a:lnTo>
                  <a:pt x="44986" y="76694"/>
                </a:lnTo>
                <a:lnTo>
                  <a:pt x="76694" y="44986"/>
                </a:lnTo>
                <a:lnTo>
                  <a:pt x="114707" y="20814"/>
                </a:lnTo>
                <a:lnTo>
                  <a:pt x="157793" y="5408"/>
                </a:lnTo>
                <a:lnTo>
                  <a:pt x="204724" y="0"/>
                </a:lnTo>
                <a:lnTo>
                  <a:pt x="4957826" y="0"/>
                </a:lnTo>
                <a:lnTo>
                  <a:pt x="5004756" y="5408"/>
                </a:lnTo>
                <a:lnTo>
                  <a:pt x="5047842" y="20814"/>
                </a:lnTo>
                <a:lnTo>
                  <a:pt x="5085855" y="44986"/>
                </a:lnTo>
                <a:lnTo>
                  <a:pt x="5117563" y="76694"/>
                </a:lnTo>
                <a:lnTo>
                  <a:pt x="5141735" y="114707"/>
                </a:lnTo>
                <a:lnTo>
                  <a:pt x="5157141" y="157793"/>
                </a:lnTo>
                <a:lnTo>
                  <a:pt x="5162550" y="204724"/>
                </a:lnTo>
                <a:lnTo>
                  <a:pt x="5162550" y="1023620"/>
                </a:lnTo>
                <a:lnTo>
                  <a:pt x="5157141" y="1070550"/>
                </a:lnTo>
                <a:lnTo>
                  <a:pt x="5141735" y="1113636"/>
                </a:lnTo>
                <a:lnTo>
                  <a:pt x="5117563" y="1151649"/>
                </a:lnTo>
                <a:lnTo>
                  <a:pt x="5085855" y="1183357"/>
                </a:lnTo>
                <a:lnTo>
                  <a:pt x="5047842" y="1207529"/>
                </a:lnTo>
                <a:lnTo>
                  <a:pt x="5004756" y="1222935"/>
                </a:lnTo>
                <a:lnTo>
                  <a:pt x="4957826" y="1228344"/>
                </a:lnTo>
                <a:lnTo>
                  <a:pt x="204724" y="1228344"/>
                </a:lnTo>
                <a:lnTo>
                  <a:pt x="157793" y="1222935"/>
                </a:lnTo>
                <a:lnTo>
                  <a:pt x="114707" y="1207529"/>
                </a:lnTo>
                <a:lnTo>
                  <a:pt x="76694" y="1183357"/>
                </a:lnTo>
                <a:lnTo>
                  <a:pt x="44986" y="1151649"/>
                </a:lnTo>
                <a:lnTo>
                  <a:pt x="20814" y="1113636"/>
                </a:lnTo>
                <a:lnTo>
                  <a:pt x="5408" y="1070550"/>
                </a:lnTo>
                <a:lnTo>
                  <a:pt x="0" y="1023620"/>
                </a:lnTo>
                <a:lnTo>
                  <a:pt x="0" y="204724"/>
                </a:lnTo>
                <a:close/>
              </a:path>
            </a:pathLst>
          </a:custGeom>
          <a:ln w="38100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 txBox="1"/>
          <p:nvPr/>
        </p:nvSpPr>
        <p:spPr>
          <a:xfrm>
            <a:off x="9750043" y="2661157"/>
            <a:ext cx="1449070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800" spc="-15" dirty="0" err="1">
                <a:latin typeface="PMingLiU"/>
                <a:cs typeface="PMingLiU"/>
              </a:rPr>
              <a:t>动态规划</a:t>
            </a:r>
            <a:endParaRPr sz="2800" dirty="0">
              <a:latin typeface="PMingLiU"/>
              <a:cs typeface="PMingLiU"/>
            </a:endParaRPr>
          </a:p>
        </p:txBody>
      </p:sp>
      <p:grpSp>
        <p:nvGrpSpPr>
          <p:cNvPr id="16" name="object 16"/>
          <p:cNvGrpSpPr/>
          <p:nvPr/>
        </p:nvGrpSpPr>
        <p:grpSpPr>
          <a:xfrm>
            <a:off x="2972942" y="4825161"/>
            <a:ext cx="6736715" cy="1195070"/>
            <a:chOff x="2972942" y="4825161"/>
            <a:chExt cx="6736715" cy="1195070"/>
          </a:xfrm>
        </p:grpSpPr>
        <p:sp>
          <p:nvSpPr>
            <p:cNvPr id="17" name="object 17"/>
            <p:cNvSpPr/>
            <p:nvPr/>
          </p:nvSpPr>
          <p:spPr>
            <a:xfrm>
              <a:off x="2972942" y="4825161"/>
              <a:ext cx="6736715" cy="597535"/>
            </a:xfrm>
            <a:custGeom>
              <a:avLst/>
              <a:gdLst/>
              <a:ahLst/>
              <a:cxnLst/>
              <a:rect l="l" t="t" r="r" b="b"/>
              <a:pathLst>
                <a:path w="6736715" h="597535">
                  <a:moveTo>
                    <a:pt x="6736715" y="0"/>
                  </a:moveTo>
                  <a:lnTo>
                    <a:pt x="0" y="0"/>
                  </a:lnTo>
                  <a:lnTo>
                    <a:pt x="0" y="597484"/>
                  </a:lnTo>
                  <a:lnTo>
                    <a:pt x="6736715" y="597484"/>
                  </a:lnTo>
                  <a:lnTo>
                    <a:pt x="6736715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6416166" y="5422658"/>
              <a:ext cx="3293745" cy="597535"/>
            </a:xfrm>
            <a:custGeom>
              <a:avLst/>
              <a:gdLst/>
              <a:ahLst/>
              <a:cxnLst/>
              <a:rect l="l" t="t" r="r" b="b"/>
              <a:pathLst>
                <a:path w="3293745" h="597535">
                  <a:moveTo>
                    <a:pt x="3293491" y="0"/>
                  </a:moveTo>
                  <a:lnTo>
                    <a:pt x="0" y="0"/>
                  </a:lnTo>
                  <a:lnTo>
                    <a:pt x="0" y="597484"/>
                  </a:lnTo>
                  <a:lnTo>
                    <a:pt x="3293491" y="597484"/>
                  </a:lnTo>
                  <a:lnTo>
                    <a:pt x="3293491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9025760" y="5325270"/>
              <a:ext cx="524510" cy="667385"/>
            </a:xfrm>
            <a:custGeom>
              <a:avLst/>
              <a:gdLst/>
              <a:ahLst/>
              <a:cxnLst/>
              <a:rect l="l" t="t" r="r" b="b"/>
              <a:pathLst>
                <a:path w="524509" h="667385">
                  <a:moveTo>
                    <a:pt x="228782" y="0"/>
                  </a:moveTo>
                  <a:lnTo>
                    <a:pt x="188388" y="16795"/>
                  </a:lnTo>
                  <a:lnTo>
                    <a:pt x="171587" y="57177"/>
                  </a:lnTo>
                  <a:lnTo>
                    <a:pt x="162232" y="115355"/>
                  </a:lnTo>
                  <a:lnTo>
                    <a:pt x="138070" y="165531"/>
                  </a:lnTo>
                  <a:lnTo>
                    <a:pt x="104953" y="207405"/>
                  </a:lnTo>
                  <a:lnTo>
                    <a:pt x="68734" y="240678"/>
                  </a:lnTo>
                  <a:lnTo>
                    <a:pt x="35267" y="265049"/>
                  </a:lnTo>
                  <a:lnTo>
                    <a:pt x="0" y="285887"/>
                  </a:lnTo>
                  <a:lnTo>
                    <a:pt x="0" y="590833"/>
                  </a:lnTo>
                  <a:lnTo>
                    <a:pt x="34546" y="598761"/>
                  </a:lnTo>
                  <a:lnTo>
                    <a:pt x="62915" y="617666"/>
                  </a:lnTo>
                  <a:lnTo>
                    <a:pt x="94029" y="640230"/>
                  </a:lnTo>
                  <a:lnTo>
                    <a:pt x="136812" y="659135"/>
                  </a:lnTo>
                  <a:lnTo>
                    <a:pt x="200185" y="667063"/>
                  </a:lnTo>
                  <a:lnTo>
                    <a:pt x="371772" y="667063"/>
                  </a:lnTo>
                  <a:lnTo>
                    <a:pt x="393980" y="662552"/>
                  </a:lnTo>
                  <a:lnTo>
                    <a:pt x="412166" y="650268"/>
                  </a:lnTo>
                  <a:lnTo>
                    <a:pt x="424454" y="632089"/>
                  </a:lnTo>
                  <a:lnTo>
                    <a:pt x="428967" y="609892"/>
                  </a:lnTo>
                  <a:lnTo>
                    <a:pt x="427925" y="598844"/>
                  </a:lnTo>
                  <a:lnTo>
                    <a:pt x="424916" y="588689"/>
                  </a:lnTo>
                  <a:lnTo>
                    <a:pt x="420120" y="579606"/>
                  </a:lnTo>
                  <a:lnTo>
                    <a:pt x="413715" y="571774"/>
                  </a:lnTo>
                  <a:lnTo>
                    <a:pt x="419435" y="571774"/>
                  </a:lnTo>
                  <a:lnTo>
                    <a:pt x="441643" y="567262"/>
                  </a:lnTo>
                  <a:lnTo>
                    <a:pt x="459829" y="554978"/>
                  </a:lnTo>
                  <a:lnTo>
                    <a:pt x="472117" y="536797"/>
                  </a:lnTo>
                  <a:lnTo>
                    <a:pt x="476631" y="514596"/>
                  </a:lnTo>
                  <a:lnTo>
                    <a:pt x="475573" y="503384"/>
                  </a:lnTo>
                  <a:lnTo>
                    <a:pt x="472460" y="492797"/>
                  </a:lnTo>
                  <a:lnTo>
                    <a:pt x="467381" y="483104"/>
                  </a:lnTo>
                  <a:lnTo>
                    <a:pt x="460425" y="474572"/>
                  </a:lnTo>
                  <a:lnTo>
                    <a:pt x="478284" y="467276"/>
                  </a:lnTo>
                  <a:lnTo>
                    <a:pt x="492478" y="454798"/>
                  </a:lnTo>
                  <a:lnTo>
                    <a:pt x="501847" y="438390"/>
                  </a:lnTo>
                  <a:lnTo>
                    <a:pt x="505228" y="419301"/>
                  </a:lnTo>
                  <a:lnTo>
                    <a:pt x="504007" y="407389"/>
                  </a:lnTo>
                  <a:lnTo>
                    <a:pt x="500462" y="396191"/>
                  </a:lnTo>
                  <a:lnTo>
                    <a:pt x="494772" y="386066"/>
                  </a:lnTo>
                  <a:lnTo>
                    <a:pt x="487116" y="377371"/>
                  </a:lnTo>
                  <a:lnTo>
                    <a:pt x="502175" y="369300"/>
                  </a:lnTo>
                  <a:lnTo>
                    <a:pt x="513927" y="357120"/>
                  </a:lnTo>
                  <a:lnTo>
                    <a:pt x="521568" y="341724"/>
                  </a:lnTo>
                  <a:lnTo>
                    <a:pt x="524294" y="324005"/>
                  </a:lnTo>
                  <a:lnTo>
                    <a:pt x="519781" y="301804"/>
                  </a:lnTo>
                  <a:lnTo>
                    <a:pt x="507492" y="283623"/>
                  </a:lnTo>
                  <a:lnTo>
                    <a:pt x="489306" y="271339"/>
                  </a:lnTo>
                  <a:lnTo>
                    <a:pt x="467098" y="266828"/>
                  </a:lnTo>
                  <a:lnTo>
                    <a:pt x="285978" y="266828"/>
                  </a:lnTo>
                  <a:lnTo>
                    <a:pt x="275209" y="264654"/>
                  </a:lnTo>
                  <a:lnTo>
                    <a:pt x="266317" y="258727"/>
                  </a:lnTo>
                  <a:lnTo>
                    <a:pt x="260106" y="249942"/>
                  </a:lnTo>
                  <a:lnTo>
                    <a:pt x="257380" y="239192"/>
                  </a:lnTo>
                  <a:lnTo>
                    <a:pt x="272037" y="190710"/>
                  </a:lnTo>
                  <a:lnTo>
                    <a:pt x="281644" y="138283"/>
                  </a:lnTo>
                  <a:lnTo>
                    <a:pt x="285978" y="57177"/>
                  </a:lnTo>
                  <a:lnTo>
                    <a:pt x="281465" y="34976"/>
                  </a:lnTo>
                  <a:lnTo>
                    <a:pt x="269177" y="16795"/>
                  </a:lnTo>
                  <a:lnTo>
                    <a:pt x="250990" y="4511"/>
                  </a:lnTo>
                  <a:lnTo>
                    <a:pt x="228782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20" name="object 20"/>
          <p:cNvGraphicFramePr>
            <a:graphicFrameLocks noGrp="1"/>
          </p:cNvGraphicFramePr>
          <p:nvPr/>
        </p:nvGraphicFramePr>
        <p:xfrm>
          <a:off x="1435353" y="4221353"/>
          <a:ext cx="8706485" cy="17913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309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4429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73253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5969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2200" spc="-10">
                          <a:solidFill>
                            <a:srgbClr val="FFFFFF"/>
                          </a:solidFill>
                          <a:latin typeface="PMingLiU"/>
                          <a:cs typeface="PMingLiU"/>
                        </a:rPr>
                        <a:t>带备忘递归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652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1087120" marR="433070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2200" spc="-15">
                          <a:solidFill>
                            <a:srgbClr val="FFFFFF"/>
                          </a:solidFill>
                          <a:latin typeface="PMingLiU"/>
                          <a:cs typeface="PMingLiU"/>
                        </a:rPr>
                        <a:t>递推求解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652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9753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相同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652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R="433070" algn="ctr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2200" spc="-10">
                          <a:latin typeface="PMingLiU"/>
                          <a:cs typeface="PMingLiU"/>
                        </a:rPr>
                        <a:t>分解问题，寻找关系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652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9690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2200" spc="-25">
                          <a:latin typeface="PMingLiU"/>
                          <a:cs typeface="PMingLiU"/>
                        </a:rPr>
                        <a:t>不同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652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2200" spc="-15">
                          <a:latin typeface="PMingLiU"/>
                          <a:cs typeface="PMingLiU"/>
                        </a:rPr>
                        <a:t>自顶向下</a:t>
                      </a:r>
                      <a:endParaRPr sz="2200">
                        <a:latin typeface="PMingLiU"/>
                        <a:cs typeface="PMingLiU"/>
                      </a:endParaRPr>
                    </a:p>
                  </a:txBody>
                  <a:tcPr marL="0" marR="0" marT="9652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marL="1087120">
                        <a:lnSpc>
                          <a:spcPct val="100000"/>
                        </a:lnSpc>
                        <a:spcBef>
                          <a:spcPts val="840"/>
                        </a:spcBef>
                        <a:tabLst>
                          <a:tab pos="3169920" algn="l"/>
                        </a:tabLst>
                      </a:pPr>
                      <a:r>
                        <a:rPr sz="3300" baseline="2525" dirty="0" err="1">
                          <a:latin typeface="PMingLiU"/>
                          <a:cs typeface="PMingLiU"/>
                        </a:rPr>
                        <a:t>自底向</a:t>
                      </a:r>
                      <a:r>
                        <a:rPr sz="3300" spc="-75" baseline="2525" dirty="0" err="1">
                          <a:latin typeface="PMingLiU"/>
                          <a:cs typeface="PMingLiU"/>
                        </a:rPr>
                        <a:t>上</a:t>
                      </a:r>
                      <a:r>
                        <a:rPr sz="3300" baseline="2525" dirty="0">
                          <a:latin typeface="PMingLiU"/>
                          <a:cs typeface="PMingLiU"/>
                        </a:rPr>
                        <a:t>	</a:t>
                      </a:r>
                      <a:r>
                        <a:rPr sz="2200" spc="-10" dirty="0" err="1">
                          <a:latin typeface="PMingLiU"/>
                          <a:cs typeface="PMingLiU"/>
                        </a:rPr>
                        <a:t>更</a:t>
                      </a:r>
                      <a:r>
                        <a:rPr sz="2200" spc="-50" dirty="0" err="1">
                          <a:latin typeface="PMingLiU"/>
                          <a:cs typeface="PMingLiU"/>
                        </a:rPr>
                        <a:t>高</a:t>
                      </a:r>
                      <a:endParaRPr sz="2200" dirty="0">
                        <a:latin typeface="PMingLiU"/>
                        <a:cs typeface="PMingLiU"/>
                      </a:endParaRPr>
                    </a:p>
                  </a:txBody>
                  <a:tcPr marL="0" marR="0" marT="1066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1" name="object 21"/>
          <p:cNvSpPr/>
          <p:nvPr/>
        </p:nvSpPr>
        <p:spPr>
          <a:xfrm>
            <a:off x="8787445" y="5563509"/>
            <a:ext cx="181610" cy="400685"/>
          </a:xfrm>
          <a:custGeom>
            <a:avLst/>
            <a:gdLst/>
            <a:ahLst/>
            <a:cxnLst/>
            <a:rect l="l" t="t" r="r" b="b"/>
            <a:pathLst>
              <a:path w="181609" h="400685">
                <a:moveTo>
                  <a:pt x="142989" y="0"/>
                </a:moveTo>
                <a:lnTo>
                  <a:pt x="0" y="0"/>
                </a:lnTo>
                <a:lnTo>
                  <a:pt x="0" y="400235"/>
                </a:lnTo>
                <a:lnTo>
                  <a:pt x="142989" y="400235"/>
                </a:lnTo>
                <a:lnTo>
                  <a:pt x="157794" y="397228"/>
                </a:lnTo>
                <a:lnTo>
                  <a:pt x="169918" y="389041"/>
                </a:lnTo>
                <a:lnTo>
                  <a:pt x="178111" y="376923"/>
                </a:lnTo>
                <a:lnTo>
                  <a:pt x="181119" y="362123"/>
                </a:lnTo>
                <a:lnTo>
                  <a:pt x="181119" y="38118"/>
                </a:lnTo>
                <a:lnTo>
                  <a:pt x="178111" y="23317"/>
                </a:lnTo>
                <a:lnTo>
                  <a:pt x="169918" y="11197"/>
                </a:lnTo>
                <a:lnTo>
                  <a:pt x="157794" y="3007"/>
                </a:lnTo>
                <a:lnTo>
                  <a:pt x="142989" y="0"/>
                </a:lnTo>
                <a:close/>
              </a:path>
            </a:pathLst>
          </a:custGeom>
          <a:solidFill>
            <a:srgbClr val="FFC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 txBox="1"/>
          <p:nvPr/>
        </p:nvSpPr>
        <p:spPr>
          <a:xfrm>
            <a:off x="10133076" y="5516117"/>
            <a:ext cx="305435" cy="3613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200" spc="-5">
                <a:latin typeface="PMingLiU"/>
                <a:cs typeface="PMingLiU"/>
              </a:rPr>
              <a:t>效</a:t>
            </a:r>
            <a:endParaRPr sz="2200">
              <a:latin typeface="PMingLiU"/>
              <a:cs typeface="PMingLiU"/>
            </a:endParaRPr>
          </a:p>
        </p:txBody>
      </p:sp>
      <p:sp>
        <p:nvSpPr>
          <p:cNvPr id="23" name="椭圆 22">
            <a:extLst>
              <a:ext uri="{FF2B5EF4-FFF2-40B4-BE49-F238E27FC236}">
                <a16:creationId xmlns:a16="http://schemas.microsoft.com/office/drawing/2014/main" id="{3C75CFBA-2215-314F-94E7-BC844FD1BA61}"/>
              </a:ext>
            </a:extLst>
          </p:cNvPr>
          <p:cNvSpPr/>
          <p:nvPr/>
        </p:nvSpPr>
        <p:spPr>
          <a:xfrm>
            <a:off x="4691634" y="4221353"/>
            <a:ext cx="868907" cy="603808"/>
          </a:xfrm>
          <a:prstGeom prst="ellips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/>
          </a:p>
        </p:txBody>
      </p:sp>
      <p:sp>
        <p:nvSpPr>
          <p:cNvPr id="24" name="椭圆 23">
            <a:extLst>
              <a:ext uri="{FF2B5EF4-FFF2-40B4-BE49-F238E27FC236}">
                <a16:creationId xmlns:a16="http://schemas.microsoft.com/office/drawing/2014/main" id="{5E9402D5-9CB3-E144-947A-39F31C8F72EB}"/>
              </a:ext>
            </a:extLst>
          </p:cNvPr>
          <p:cNvSpPr/>
          <p:nvPr/>
        </p:nvSpPr>
        <p:spPr>
          <a:xfrm>
            <a:off x="7279233" y="4213848"/>
            <a:ext cx="868907" cy="603808"/>
          </a:xfrm>
          <a:prstGeom prst="ellips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15" grpId="0"/>
      <p:bldP spid="21" grpId="0" animBg="1"/>
      <p:bldP spid="22" grpId="0"/>
      <p:bldP spid="23" grpId="0" animBg="1"/>
      <p:bldP spid="24" grpId="0" animBg="1"/>
    </p:bldLst>
  </p:timing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>
            <a:extLst>
              <a:ext uri="{FF2B5EF4-FFF2-40B4-BE49-F238E27FC236}">
                <a16:creationId xmlns:a16="http://schemas.microsoft.com/office/drawing/2014/main" id="{2457989D-1C4C-9F4C-B6BC-E44B4646BA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0225" y="1267035"/>
            <a:ext cx="10704895" cy="29388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r>
              <a:rPr lang="zh-CN" altLang="en-US" sz="2800" b="1" dirty="0">
                <a:solidFill>
                  <a:schemeClr val="tx2"/>
                </a:solidFill>
                <a:ea typeface="黑体" panose="02010609060101010101" pitchFamily="49" charset="-122"/>
              </a:rPr>
              <a:t>动态规划：</a:t>
            </a:r>
          </a:p>
          <a:p>
            <a:pPr>
              <a:lnSpc>
                <a:spcPct val="200000"/>
              </a:lnSpc>
              <a:spcBef>
                <a:spcPct val="30000"/>
              </a:spcBef>
            </a:pPr>
            <a:r>
              <a:rPr lang="zh-CN" altLang="en-US" b="1" dirty="0">
                <a:latin typeface="宋体" panose="02010600030101010101" pitchFamily="2" charset="-122"/>
              </a:rPr>
              <a:t>    </a:t>
            </a:r>
            <a:r>
              <a:rPr lang="zh-CN" altLang="en-US" sz="2400" b="1" dirty="0">
                <a:latin typeface="SimSun" panose="02010600030101010101" pitchFamily="2" charset="-122"/>
                <a:ea typeface="SimSun" panose="02010600030101010101" pitchFamily="2" charset="-122"/>
              </a:rPr>
              <a:t>对问题</a:t>
            </a:r>
            <a:r>
              <a:rPr lang="zh-CN" altLang="en-US" sz="2400" b="1" dirty="0">
                <a:solidFill>
                  <a:srgbClr val="FF0000"/>
                </a:solidFill>
                <a:latin typeface="SimSun" panose="02010600030101010101" pitchFamily="2" charset="-122"/>
                <a:ea typeface="SimSun" panose="02010600030101010101" pitchFamily="2" charset="-122"/>
              </a:rPr>
              <a:t>考虑不同的情况分别进行决策</a:t>
            </a:r>
            <a:r>
              <a:rPr lang="en-US" altLang="zh-CN" sz="2400" b="1" dirty="0">
                <a:latin typeface="SimSun" panose="02010600030101010101" pitchFamily="2" charset="-122"/>
                <a:ea typeface="SimSun" panose="02010600030101010101" pitchFamily="2" charset="-122"/>
              </a:rPr>
              <a:t>, </a:t>
            </a:r>
            <a:r>
              <a:rPr lang="zh-CN" altLang="en-US" sz="2400" b="1" dirty="0">
                <a:latin typeface="SimSun" panose="02010600030101010101" pitchFamily="2" charset="-122"/>
                <a:ea typeface="SimSun" panose="02010600030101010101" pitchFamily="2" charset="-122"/>
              </a:rPr>
              <a:t>并通过</a:t>
            </a:r>
            <a:r>
              <a:rPr lang="zh-CN" altLang="en-US" sz="2400" b="1" dirty="0">
                <a:solidFill>
                  <a:srgbClr val="FF0000"/>
                </a:solidFill>
                <a:latin typeface="SimSun" panose="02010600030101010101" pitchFamily="2" charset="-122"/>
                <a:ea typeface="SimSun" panose="02010600030101010101" pitchFamily="2" charset="-122"/>
              </a:rPr>
              <a:t>多阶段决策</a:t>
            </a:r>
            <a:r>
              <a:rPr lang="zh-CN" altLang="en-US" sz="2400" b="1" dirty="0">
                <a:latin typeface="SimSun" panose="02010600030101010101" pitchFamily="2" charset="-122"/>
                <a:ea typeface="SimSun" panose="02010600030101010101" pitchFamily="2" charset="-122"/>
              </a:rPr>
              <a:t>来最终解决问题。</a:t>
            </a:r>
          </a:p>
          <a:p>
            <a:pPr>
              <a:lnSpc>
                <a:spcPct val="200000"/>
              </a:lnSpc>
              <a:spcBef>
                <a:spcPct val="30000"/>
              </a:spcBef>
            </a:pPr>
            <a:r>
              <a:rPr lang="zh-CN" altLang="en-US" sz="2400" b="1" dirty="0">
                <a:latin typeface="SimSun" panose="02010600030101010101" pitchFamily="2" charset="-122"/>
                <a:ea typeface="SimSun" panose="02010600030101010101" pitchFamily="2" charset="-122"/>
              </a:rPr>
              <a:t>   在各个阶段采取决策后</a:t>
            </a:r>
            <a:r>
              <a:rPr lang="en-US" altLang="zh-CN" sz="2400" b="1" dirty="0">
                <a:latin typeface="SimSun" panose="02010600030101010101" pitchFamily="2" charset="-122"/>
                <a:ea typeface="SimSun" panose="02010600030101010101" pitchFamily="2" charset="-122"/>
              </a:rPr>
              <a:t>, </a:t>
            </a:r>
            <a:r>
              <a:rPr lang="zh-CN" altLang="en-US" sz="2400" b="1" dirty="0">
                <a:latin typeface="SimSun" panose="02010600030101010101" pitchFamily="2" charset="-122"/>
                <a:ea typeface="SimSun" panose="02010600030101010101" pitchFamily="2" charset="-122"/>
              </a:rPr>
              <a:t>会不断决策出新的数据</a:t>
            </a:r>
            <a:r>
              <a:rPr lang="en-US" altLang="zh-CN" sz="2400" b="1" dirty="0">
                <a:latin typeface="SimSun" panose="02010600030101010101" pitchFamily="2" charset="-122"/>
                <a:ea typeface="SimSun" panose="02010600030101010101" pitchFamily="2" charset="-122"/>
              </a:rPr>
              <a:t>,</a:t>
            </a:r>
            <a:r>
              <a:rPr lang="zh-CN" altLang="en-US" sz="2400" b="1" dirty="0">
                <a:latin typeface="SimSun" panose="02010600030101010101" pitchFamily="2" charset="-122"/>
                <a:ea typeface="SimSun" panose="02010600030101010101" pitchFamily="2" charset="-122"/>
              </a:rPr>
              <a:t>直到找到最优解。</a:t>
            </a:r>
          </a:p>
          <a:p>
            <a:pPr>
              <a:lnSpc>
                <a:spcPct val="200000"/>
              </a:lnSpc>
              <a:spcBef>
                <a:spcPct val="30000"/>
              </a:spcBef>
            </a:pPr>
            <a:r>
              <a:rPr lang="zh-CN" altLang="en-US" sz="2400" b="1" dirty="0">
                <a:latin typeface="SimSun" panose="02010600030101010101" pitchFamily="2" charset="-122"/>
                <a:ea typeface="SimSun" panose="02010600030101010101" pitchFamily="2" charset="-122"/>
              </a:rPr>
              <a:t>   这种</a:t>
            </a:r>
            <a:r>
              <a:rPr lang="zh-CN" altLang="en-US" sz="2400" b="1" dirty="0">
                <a:solidFill>
                  <a:srgbClr val="FF0000"/>
                </a:solidFill>
                <a:latin typeface="SimSun" panose="02010600030101010101" pitchFamily="2" charset="-122"/>
                <a:ea typeface="SimSun" panose="02010600030101010101" pitchFamily="2" charset="-122"/>
              </a:rPr>
              <a:t>多阶段决策最优化解决问题的过程称为动态规划</a:t>
            </a:r>
            <a:r>
              <a:rPr lang="zh-CN" altLang="en-US" sz="2400" b="1" dirty="0">
                <a:latin typeface="SimSun" panose="02010600030101010101" pitchFamily="2" charset="-122"/>
                <a:ea typeface="SimSun" panose="02010600030101010101" pitchFamily="2" charset="-122"/>
              </a:rPr>
              <a:t>。</a:t>
            </a:r>
          </a:p>
        </p:txBody>
      </p:sp>
      <p:sp>
        <p:nvSpPr>
          <p:cNvPr id="5" name="object 2">
            <a:extLst>
              <a:ext uri="{FF2B5EF4-FFF2-40B4-BE49-F238E27FC236}">
                <a16:creationId xmlns:a16="http://schemas.microsoft.com/office/drawing/2014/main" id="{68BD1E8F-013D-7248-8B98-96A64A380689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90077" y="156021"/>
            <a:ext cx="3744254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动态规</a:t>
            </a: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划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522214445"/>
      </p:ext>
    </p:extLst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8340" y="1314449"/>
            <a:ext cx="8198359" cy="982319"/>
          </a:xfrm>
          <a:prstGeom prst="rect">
            <a:avLst/>
          </a:prstGeom>
        </p:spPr>
        <p:txBody>
          <a:bodyPr vert="horz" wrap="square" lIns="0" tIns="104139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819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1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给出问题表示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  <a:p>
            <a:pPr marL="704215" lvl="1" indent="-347980">
              <a:lnSpc>
                <a:spcPct val="100000"/>
              </a:lnSpc>
              <a:spcBef>
                <a:spcPts val="615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704215" algn="l"/>
                <a:tab pos="704850" algn="l"/>
              </a:tabLst>
            </a:pPr>
            <a:r>
              <a:rPr sz="2400" spc="-10" dirty="0">
                <a:latin typeface="SimSun" panose="02010600030101010101" pitchFamily="2" charset="-122"/>
                <a:ea typeface="SimSun" panose="02010600030101010101" pitchFamily="2" charset="-122"/>
                <a:cs typeface="Cambria Math"/>
              </a:rPr>
              <a:t>𝑷[𝒊</a:t>
            </a:r>
            <a:r>
              <a:rPr sz="2400" spc="-45" dirty="0">
                <a:latin typeface="SimSun" panose="02010600030101010101" pitchFamily="2" charset="-122"/>
                <a:ea typeface="SimSun" panose="02010600030101010101" pitchFamily="2" charset="-122"/>
                <a:cs typeface="Cambria Math"/>
              </a:rPr>
              <a:t>, </a:t>
            </a:r>
            <a:r>
              <a:rPr sz="2400" spc="-10" dirty="0">
                <a:latin typeface="SimSun" panose="02010600030101010101" pitchFamily="2" charset="-122"/>
                <a:ea typeface="SimSun" panose="02010600030101010101" pitchFamily="2" charset="-122"/>
                <a:cs typeface="Cambria Math"/>
              </a:rPr>
              <a:t>𝒄]</a:t>
            </a:r>
            <a:r>
              <a:rPr sz="2400" spc="-5" dirty="0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：</a:t>
            </a:r>
            <a:r>
              <a:rPr sz="2400" spc="-5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前</a:t>
            </a:r>
            <a:r>
              <a:rPr sz="2400" spc="-10" dirty="0">
                <a:latin typeface="SimSun" panose="02010600030101010101" pitchFamily="2" charset="-122"/>
                <a:ea typeface="SimSun" panose="02010600030101010101" pitchFamily="2" charset="-122"/>
                <a:cs typeface="Cambria Math"/>
              </a:rPr>
              <a:t>𝒊</a:t>
            </a:r>
            <a:r>
              <a:rPr sz="240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个商品可选、背包容量为</a:t>
            </a:r>
            <a:r>
              <a:rPr sz="2400" dirty="0">
                <a:latin typeface="SimSun" panose="02010600030101010101" pitchFamily="2" charset="-122"/>
                <a:ea typeface="SimSun" panose="02010600030101010101" pitchFamily="2" charset="-122"/>
                <a:cs typeface="Cambria Math"/>
              </a:rPr>
              <a:t>𝒄</a:t>
            </a:r>
            <a:r>
              <a:rPr sz="2400" spc="-1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时的最大总价格</a:t>
            </a:r>
            <a:endParaRPr sz="24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2216912" y="335406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178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636395" y="3354069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24765" y="27178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688340" y="2668941"/>
            <a:ext cx="8124190" cy="988060"/>
          </a:xfrm>
          <a:prstGeom prst="rect">
            <a:avLst/>
          </a:prstGeom>
        </p:spPr>
        <p:txBody>
          <a:bodyPr vert="horz" wrap="square" lIns="0" tIns="104139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819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1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明确原始问题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  <a:p>
            <a:pPr marL="704215" lvl="1" indent="-347980">
              <a:lnSpc>
                <a:spcPct val="100000"/>
              </a:lnSpc>
              <a:spcBef>
                <a:spcPts val="615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704215" algn="l"/>
                <a:tab pos="704850" algn="l"/>
              </a:tabLst>
            </a:pPr>
            <a:r>
              <a:rPr sz="2400" dirty="0">
                <a:latin typeface="Cambria Math"/>
                <a:cs typeface="Cambria Math"/>
              </a:rPr>
              <a:t>𝑷</a:t>
            </a:r>
            <a:r>
              <a:rPr sz="2400" spc="305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𝒏,</a:t>
            </a:r>
            <a:r>
              <a:rPr sz="2400" spc="-135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𝑪</a:t>
            </a:r>
            <a:r>
              <a:rPr sz="2400" spc="300" dirty="0">
                <a:latin typeface="Cambria Math"/>
                <a:cs typeface="Cambria Math"/>
              </a:rPr>
              <a:t> </a:t>
            </a:r>
            <a:r>
              <a:rPr sz="2400" dirty="0">
                <a:latin typeface="PMingLiU"/>
                <a:cs typeface="PMingLiU"/>
              </a:rPr>
              <a:t>：</a:t>
            </a:r>
            <a:r>
              <a:rPr sz="240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前</a:t>
            </a:r>
            <a:r>
              <a:rPr sz="2400" spc="-10" dirty="0">
                <a:latin typeface="SimSun" panose="02010600030101010101" pitchFamily="2" charset="-122"/>
                <a:ea typeface="SimSun" panose="02010600030101010101" pitchFamily="2" charset="-122"/>
                <a:cs typeface="Cambria Math"/>
              </a:rPr>
              <a:t>𝒏</a:t>
            </a:r>
            <a:r>
              <a:rPr sz="240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个商品可选、背包容量为</a:t>
            </a:r>
            <a:r>
              <a:rPr sz="2400" spc="-10" dirty="0">
                <a:latin typeface="SimSun" panose="02010600030101010101" pitchFamily="2" charset="-122"/>
                <a:ea typeface="SimSun" panose="02010600030101010101" pitchFamily="2" charset="-122"/>
                <a:cs typeface="Cambria Math"/>
              </a:rPr>
              <a:t>𝑪</a:t>
            </a:r>
            <a:r>
              <a:rPr sz="2400" spc="-1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时的最大总价格</a:t>
            </a:r>
            <a:endParaRPr sz="24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xfrm>
            <a:off x="1204869" y="167146"/>
            <a:ext cx="6849195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动态规划：一般步</a:t>
            </a:r>
            <a:r>
              <a:rPr spc="-60" dirty="0" err="1">
                <a:latin typeface="SimSun" panose="02010600030101010101" pitchFamily="2" charset="-122"/>
                <a:ea typeface="SimSun" panose="02010600030101010101" pitchFamily="2" charset="-122"/>
              </a:rPr>
              <a:t>骤</a:t>
            </a:r>
            <a:endParaRPr spc="-6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9116948" y="1018413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8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8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1" y="876426"/>
                </a:lnTo>
                <a:lnTo>
                  <a:pt x="1856231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4499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9346438" y="1314449"/>
            <a:ext cx="1397000" cy="3003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20">
                <a:solidFill>
                  <a:srgbClr val="FFFFFF"/>
                </a:solidFill>
                <a:latin typeface="PMingLiU"/>
                <a:cs typeface="PMingLiU"/>
              </a:rPr>
              <a:t>问题结构分析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9825228" y="2052827"/>
            <a:ext cx="439420" cy="367030"/>
          </a:xfrm>
          <a:custGeom>
            <a:avLst/>
            <a:gdLst/>
            <a:ahLst/>
            <a:cxnLst/>
            <a:rect l="l" t="t" r="r" b="b"/>
            <a:pathLst>
              <a:path w="439420" h="367030">
                <a:moveTo>
                  <a:pt x="351154" y="0"/>
                </a:moveTo>
                <a:lnTo>
                  <a:pt x="87756" y="0"/>
                </a:lnTo>
                <a:lnTo>
                  <a:pt x="87756" y="183261"/>
                </a:lnTo>
                <a:lnTo>
                  <a:pt x="0" y="183261"/>
                </a:lnTo>
                <a:lnTo>
                  <a:pt x="219455" y="366522"/>
                </a:lnTo>
                <a:lnTo>
                  <a:pt x="438912" y="183261"/>
                </a:lnTo>
                <a:lnTo>
                  <a:pt x="351154" y="183261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9116948" y="2480691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8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8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1" y="876426"/>
                </a:lnTo>
                <a:lnTo>
                  <a:pt x="1856231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 txBox="1"/>
          <p:nvPr/>
        </p:nvSpPr>
        <p:spPr>
          <a:xfrm>
            <a:off x="9346438" y="2776982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递推关系建立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9825228" y="3515105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9"/>
                </a:lnTo>
                <a:lnTo>
                  <a:pt x="0" y="182499"/>
                </a:lnTo>
                <a:lnTo>
                  <a:pt x="219455" y="364998"/>
                </a:lnTo>
                <a:lnTo>
                  <a:pt x="438912" y="182499"/>
                </a:lnTo>
                <a:lnTo>
                  <a:pt x="351154" y="182499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9116948" y="3941445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8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8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8" y="973835"/>
                </a:lnTo>
                <a:lnTo>
                  <a:pt x="1758823" y="973835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1" y="876426"/>
                </a:lnTo>
                <a:lnTo>
                  <a:pt x="1856231" y="97408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 txBox="1"/>
          <p:nvPr/>
        </p:nvSpPr>
        <p:spPr>
          <a:xfrm>
            <a:off x="9346438" y="4237735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自底向上计算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9825228" y="4975859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8"/>
                </a:lnTo>
                <a:lnTo>
                  <a:pt x="0" y="182498"/>
                </a:lnTo>
                <a:lnTo>
                  <a:pt x="219455" y="364997"/>
                </a:lnTo>
                <a:lnTo>
                  <a:pt x="438912" y="182498"/>
                </a:lnTo>
                <a:lnTo>
                  <a:pt x="351154" y="182498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9116948" y="5402198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8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52"/>
                </a:lnTo>
                <a:lnTo>
                  <a:pt x="7647" y="914358"/>
                </a:lnTo>
                <a:lnTo>
                  <a:pt x="28511" y="945313"/>
                </a:lnTo>
                <a:lnTo>
                  <a:pt x="59471" y="966183"/>
                </a:lnTo>
                <a:lnTo>
                  <a:pt x="97408" y="973835"/>
                </a:lnTo>
                <a:lnTo>
                  <a:pt x="1758823" y="973835"/>
                </a:lnTo>
                <a:lnTo>
                  <a:pt x="1796760" y="966183"/>
                </a:lnTo>
                <a:lnTo>
                  <a:pt x="1827720" y="945313"/>
                </a:lnTo>
                <a:lnTo>
                  <a:pt x="1848584" y="914358"/>
                </a:lnTo>
                <a:lnTo>
                  <a:pt x="1856231" y="876452"/>
                </a:lnTo>
                <a:lnTo>
                  <a:pt x="1856231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 txBox="1"/>
          <p:nvPr/>
        </p:nvSpPr>
        <p:spPr>
          <a:xfrm>
            <a:off x="9346438" y="5698744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最优方案追踪</a:t>
            </a:r>
            <a:endParaRPr sz="1800">
              <a:latin typeface="PMingLiU"/>
              <a:cs typeface="PMingLiU"/>
            </a:endParaRPr>
          </a:p>
        </p:txBody>
      </p:sp>
    </p:spTree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761428" y="1162049"/>
            <a:ext cx="3571240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分析最优（子）</a:t>
            </a:r>
            <a:r>
              <a:rPr sz="2800" spc="-25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结构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698747" y="2680207"/>
            <a:ext cx="1204595" cy="3302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2000" spc="-20">
                <a:latin typeface="PMingLiU"/>
                <a:cs typeface="PMingLiU"/>
              </a:rPr>
              <a:t>选择商品</a:t>
            </a:r>
            <a:r>
              <a:rPr sz="2000" spc="-50">
                <a:latin typeface="Cambria Math"/>
                <a:cs typeface="Cambria Math"/>
              </a:rPr>
              <a:t>𝒏</a:t>
            </a:r>
            <a:endParaRPr sz="2000">
              <a:latin typeface="Cambria Math"/>
              <a:cs typeface="Cambria Math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7117080" y="2708656"/>
            <a:ext cx="1204595" cy="3302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2000" spc="-20">
                <a:latin typeface="PMingLiU"/>
                <a:cs typeface="PMingLiU"/>
              </a:rPr>
              <a:t>不选商品</a:t>
            </a:r>
            <a:r>
              <a:rPr sz="2000" spc="-50">
                <a:latin typeface="Cambria Math"/>
                <a:cs typeface="Cambria Math"/>
              </a:rPr>
              <a:t>𝒏</a:t>
            </a:r>
            <a:endParaRPr sz="2000">
              <a:latin typeface="Cambria Math"/>
              <a:cs typeface="Cambria Math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3307841" y="3938015"/>
            <a:ext cx="604520" cy="537210"/>
            <a:chOff x="3307841" y="3938015"/>
            <a:chExt cx="604520" cy="537210"/>
          </a:xfrm>
        </p:grpSpPr>
        <p:pic>
          <p:nvPicPr>
            <p:cNvPr id="7" name="object 7"/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3307841" y="3938015"/>
              <a:ext cx="604265" cy="537210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3502913" y="4009643"/>
              <a:ext cx="197358" cy="273557"/>
            </a:xfrm>
            <a:prstGeom prst="rect">
              <a:avLst/>
            </a:prstGeom>
          </p:spPr>
        </p:pic>
      </p:grpSp>
      <p:pic>
        <p:nvPicPr>
          <p:cNvPr id="9" name="object 9"/>
          <p:cNvPicPr/>
          <p:nvPr/>
        </p:nvPicPr>
        <p:blipFill>
          <a:blip r:embed="rId2"/>
          <a:stretch>
            <a:fillRect/>
          </a:stretch>
        </p:blipFill>
        <p:spPr>
          <a:xfrm>
            <a:off x="6463284" y="3970020"/>
            <a:ext cx="605028" cy="537209"/>
          </a:xfrm>
          <a:prstGeom prst="rect">
            <a:avLst/>
          </a:prstGeom>
        </p:spPr>
      </p:pic>
      <p:sp>
        <p:nvSpPr>
          <p:cNvPr id="10" name="object 10"/>
          <p:cNvSpPr txBox="1"/>
          <p:nvPr/>
        </p:nvSpPr>
        <p:spPr>
          <a:xfrm>
            <a:off x="4310379" y="3403853"/>
            <a:ext cx="229235" cy="2698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600">
                <a:latin typeface="PMingLiU"/>
                <a:cs typeface="PMingLiU"/>
              </a:rPr>
              <a:t>…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7445502" y="3421634"/>
            <a:ext cx="229235" cy="2698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600">
                <a:latin typeface="PMingLiU"/>
                <a:cs typeface="PMingLiU"/>
              </a:rPr>
              <a:t>…</a:t>
            </a:r>
          </a:p>
        </p:txBody>
      </p:sp>
      <p:grpSp>
        <p:nvGrpSpPr>
          <p:cNvPr id="12" name="object 12"/>
          <p:cNvGrpSpPr/>
          <p:nvPr/>
        </p:nvGrpSpPr>
        <p:grpSpPr>
          <a:xfrm>
            <a:off x="6447282" y="3385565"/>
            <a:ext cx="2044064" cy="466725"/>
            <a:chOff x="6447282" y="3385565"/>
            <a:chExt cx="2044064" cy="466725"/>
          </a:xfrm>
        </p:grpSpPr>
        <p:pic>
          <p:nvPicPr>
            <p:cNvPr id="13" name="object 13"/>
            <p:cNvPicPr/>
            <p:nvPr/>
          </p:nvPicPr>
          <p:blipFill>
            <a:blip r:embed="rId4"/>
            <a:stretch>
              <a:fillRect/>
            </a:stretch>
          </p:blipFill>
          <p:spPr>
            <a:xfrm>
              <a:off x="6965442" y="3486629"/>
              <a:ext cx="366522" cy="318318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5"/>
            <a:stretch>
              <a:fillRect/>
            </a:stretch>
          </p:blipFill>
          <p:spPr>
            <a:xfrm>
              <a:off x="7738110" y="3385565"/>
              <a:ext cx="729233" cy="443484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6572898" y="3476135"/>
              <a:ext cx="282929" cy="339305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6466332" y="3814571"/>
              <a:ext cx="2005964" cy="18415"/>
            </a:xfrm>
            <a:custGeom>
              <a:avLst/>
              <a:gdLst/>
              <a:ahLst/>
              <a:cxnLst/>
              <a:rect l="l" t="t" r="r" b="b"/>
              <a:pathLst>
                <a:path w="2005964" h="18414">
                  <a:moveTo>
                    <a:pt x="0" y="0"/>
                  </a:moveTo>
                  <a:lnTo>
                    <a:pt x="2005584" y="18414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" name="object 17"/>
          <p:cNvGrpSpPr/>
          <p:nvPr/>
        </p:nvGrpSpPr>
        <p:grpSpPr>
          <a:xfrm>
            <a:off x="3294126" y="1076705"/>
            <a:ext cx="3846195" cy="2742565"/>
            <a:chOff x="3294126" y="1076705"/>
            <a:chExt cx="3846195" cy="2742565"/>
          </a:xfrm>
        </p:grpSpPr>
        <p:pic>
          <p:nvPicPr>
            <p:cNvPr id="18" name="object 18"/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5043677" y="1533905"/>
              <a:ext cx="755141" cy="670560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5535930" y="1122425"/>
              <a:ext cx="365760" cy="444246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8"/>
            <a:stretch>
              <a:fillRect/>
            </a:stretch>
          </p:blipFill>
          <p:spPr>
            <a:xfrm>
              <a:off x="5142738" y="1102613"/>
              <a:ext cx="365760" cy="443484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9"/>
            <a:stretch>
              <a:fillRect/>
            </a:stretch>
          </p:blipFill>
          <p:spPr>
            <a:xfrm>
              <a:off x="6308598" y="1076705"/>
              <a:ext cx="729233" cy="443484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5115305" y="1505711"/>
              <a:ext cx="2005964" cy="18415"/>
            </a:xfrm>
            <a:custGeom>
              <a:avLst/>
              <a:gdLst/>
              <a:ahLst/>
              <a:cxnLst/>
              <a:rect l="l" t="t" r="r" b="b"/>
              <a:pathLst>
                <a:path w="2005964" h="18415">
                  <a:moveTo>
                    <a:pt x="0" y="0"/>
                  </a:moveTo>
                  <a:lnTo>
                    <a:pt x="2005584" y="18414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" name="object 23"/>
            <p:cNvPicPr/>
            <p:nvPr/>
          </p:nvPicPr>
          <p:blipFill>
            <a:blip r:embed="rId10"/>
            <a:stretch>
              <a:fillRect/>
            </a:stretch>
          </p:blipFill>
          <p:spPr>
            <a:xfrm>
              <a:off x="3797046" y="3451874"/>
              <a:ext cx="365760" cy="322296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11"/>
            <a:stretch>
              <a:fillRect/>
            </a:stretch>
          </p:blipFill>
          <p:spPr>
            <a:xfrm>
              <a:off x="4569714" y="3352800"/>
              <a:ext cx="729234" cy="443483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3404415" y="3428129"/>
              <a:ext cx="282341" cy="339305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3313176" y="3781805"/>
              <a:ext cx="2005964" cy="18415"/>
            </a:xfrm>
            <a:custGeom>
              <a:avLst/>
              <a:gdLst/>
              <a:ahLst/>
              <a:cxnLst/>
              <a:rect l="l" t="t" r="r" b="b"/>
              <a:pathLst>
                <a:path w="2005964" h="18414">
                  <a:moveTo>
                    <a:pt x="0" y="0"/>
                  </a:moveTo>
                  <a:lnTo>
                    <a:pt x="2005584" y="18415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" name="object 27"/>
          <p:cNvSpPr txBox="1"/>
          <p:nvPr/>
        </p:nvSpPr>
        <p:spPr>
          <a:xfrm>
            <a:off x="5669279" y="737912"/>
            <a:ext cx="797560" cy="709930"/>
          </a:xfrm>
          <a:prstGeom prst="rect">
            <a:avLst/>
          </a:prstGeom>
        </p:spPr>
        <p:txBody>
          <a:bodyPr vert="horz" wrap="square" lIns="0" tIns="876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690"/>
              </a:spcBef>
            </a:pPr>
            <a:r>
              <a:rPr sz="2000" spc="-10">
                <a:latin typeface="Cambria Math"/>
                <a:cs typeface="Cambria Math"/>
              </a:rPr>
              <a:t>𝑷[𝒏,</a:t>
            </a:r>
            <a:r>
              <a:rPr sz="2000" spc="-105">
                <a:latin typeface="Cambria Math"/>
                <a:cs typeface="Cambria Math"/>
              </a:rPr>
              <a:t> </a:t>
            </a:r>
            <a:r>
              <a:rPr sz="2000" spc="-25">
                <a:latin typeface="Cambria Math"/>
                <a:cs typeface="Cambria Math"/>
              </a:rPr>
              <a:t>𝑪]</a:t>
            </a:r>
            <a:endParaRPr sz="2000">
              <a:latin typeface="Cambria Math"/>
              <a:cs typeface="Cambria Math"/>
            </a:endParaRPr>
          </a:p>
          <a:p>
            <a:pPr marL="384175">
              <a:lnSpc>
                <a:spcPct val="100000"/>
              </a:lnSpc>
              <a:spcBef>
                <a:spcPts val="475"/>
              </a:spcBef>
            </a:pPr>
            <a:r>
              <a:rPr sz="1600">
                <a:latin typeface="PMingLiU"/>
                <a:cs typeface="PMingLiU"/>
              </a:rPr>
              <a:t>…</a:t>
            </a:r>
          </a:p>
        </p:txBody>
      </p:sp>
      <p:sp>
        <p:nvSpPr>
          <p:cNvPr id="28" name="object 28"/>
          <p:cNvSpPr/>
          <p:nvPr/>
        </p:nvSpPr>
        <p:spPr>
          <a:xfrm>
            <a:off x="4412742" y="2161031"/>
            <a:ext cx="3058795" cy="1183640"/>
          </a:xfrm>
          <a:custGeom>
            <a:avLst/>
            <a:gdLst/>
            <a:ahLst/>
            <a:cxnLst/>
            <a:rect l="l" t="t" r="r" b="b"/>
            <a:pathLst>
              <a:path w="3058795" h="1183639">
                <a:moveTo>
                  <a:pt x="1559052" y="0"/>
                </a:moveTo>
                <a:lnTo>
                  <a:pt x="1433322" y="23241"/>
                </a:lnTo>
                <a:lnTo>
                  <a:pt x="1456296" y="53682"/>
                </a:lnTo>
                <a:lnTo>
                  <a:pt x="0" y="1153160"/>
                </a:lnTo>
                <a:lnTo>
                  <a:pt x="22860" y="1183513"/>
                </a:lnTo>
                <a:lnTo>
                  <a:pt x="1479245" y="84086"/>
                </a:lnTo>
                <a:lnTo>
                  <a:pt x="1502156" y="114427"/>
                </a:lnTo>
                <a:lnTo>
                  <a:pt x="1538084" y="42164"/>
                </a:lnTo>
                <a:lnTo>
                  <a:pt x="1559052" y="0"/>
                </a:lnTo>
                <a:close/>
              </a:path>
              <a:path w="3058795" h="1183639">
                <a:moveTo>
                  <a:pt x="3058414" y="1137920"/>
                </a:moveTo>
                <a:lnTo>
                  <a:pt x="1683664" y="63817"/>
                </a:lnTo>
                <a:lnTo>
                  <a:pt x="1692833" y="52070"/>
                </a:lnTo>
                <a:lnTo>
                  <a:pt x="1707134" y="33782"/>
                </a:lnTo>
                <a:lnTo>
                  <a:pt x="1581912" y="8382"/>
                </a:lnTo>
                <a:lnTo>
                  <a:pt x="1636776" y="123825"/>
                </a:lnTo>
                <a:lnTo>
                  <a:pt x="1660271" y="93764"/>
                </a:lnTo>
                <a:lnTo>
                  <a:pt x="3034919" y="1168019"/>
                </a:lnTo>
                <a:lnTo>
                  <a:pt x="3058414" y="1137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 txBox="1"/>
          <p:nvPr/>
        </p:nvSpPr>
        <p:spPr>
          <a:xfrm>
            <a:off x="3434079" y="4609846"/>
            <a:ext cx="1891030" cy="3302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sz="2000">
                <a:latin typeface="Cambria Math"/>
                <a:cs typeface="Cambria Math"/>
              </a:rPr>
              <a:t>𝑷[𝒏</a:t>
            </a:r>
            <a:r>
              <a:rPr sz="2000" spc="-20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−</a:t>
            </a:r>
            <a:r>
              <a:rPr sz="2000" spc="-5">
                <a:latin typeface="Cambria Math"/>
                <a:cs typeface="Cambria Math"/>
              </a:rPr>
              <a:t> </a:t>
            </a:r>
            <a:r>
              <a:rPr sz="2000" spc="-10">
                <a:latin typeface="Cambria Math"/>
                <a:cs typeface="Cambria Math"/>
              </a:rPr>
              <a:t>𝟏,</a:t>
            </a:r>
            <a:r>
              <a:rPr sz="2000" spc="-110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𝑪</a:t>
            </a:r>
            <a:r>
              <a:rPr sz="2000" spc="-20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− </a:t>
            </a:r>
            <a:r>
              <a:rPr sz="2000" spc="-25">
                <a:latin typeface="Cambria Math"/>
                <a:cs typeface="Cambria Math"/>
              </a:rPr>
              <a:t>𝒗</a:t>
            </a:r>
            <a:r>
              <a:rPr sz="2175" spc="-37" baseline="-15325">
                <a:latin typeface="Cambria Math"/>
                <a:cs typeface="Cambria Math"/>
              </a:rPr>
              <a:t>𝒏</a:t>
            </a:r>
            <a:r>
              <a:rPr sz="2000" spc="-25">
                <a:latin typeface="Cambria Math"/>
                <a:cs typeface="Cambria Math"/>
              </a:rPr>
              <a:t>]</a:t>
            </a:r>
            <a:endParaRPr sz="2000">
              <a:latin typeface="Cambria Math"/>
              <a:cs typeface="Cambria Math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6975347" y="4609846"/>
            <a:ext cx="1252855" cy="3302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2000">
                <a:latin typeface="Cambria Math"/>
                <a:cs typeface="Cambria Math"/>
              </a:rPr>
              <a:t>𝑷[𝒏</a:t>
            </a:r>
            <a:r>
              <a:rPr sz="2000" spc="-20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−</a:t>
            </a:r>
            <a:r>
              <a:rPr sz="2000" spc="-5">
                <a:latin typeface="Cambria Math"/>
                <a:cs typeface="Cambria Math"/>
              </a:rPr>
              <a:t> </a:t>
            </a:r>
            <a:r>
              <a:rPr sz="2000" spc="-10">
                <a:latin typeface="Cambria Math"/>
                <a:cs typeface="Cambria Math"/>
              </a:rPr>
              <a:t>𝟏,</a:t>
            </a:r>
            <a:r>
              <a:rPr sz="2000" spc="-110">
                <a:latin typeface="Cambria Math"/>
                <a:cs typeface="Cambria Math"/>
              </a:rPr>
              <a:t> </a:t>
            </a:r>
            <a:r>
              <a:rPr sz="2000" spc="-25">
                <a:latin typeface="Cambria Math"/>
                <a:cs typeface="Cambria Math"/>
              </a:rPr>
              <a:t>𝑪]</a:t>
            </a:r>
            <a:endParaRPr sz="2000">
              <a:latin typeface="Cambria Math"/>
              <a:cs typeface="Cambria Math"/>
            </a:endParaRPr>
          </a:p>
        </p:txBody>
      </p:sp>
      <p:sp>
        <p:nvSpPr>
          <p:cNvPr id="31" name="object 31"/>
          <p:cNvSpPr/>
          <p:nvPr/>
        </p:nvSpPr>
        <p:spPr>
          <a:xfrm>
            <a:off x="9116948" y="1018413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8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8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1" y="876426"/>
                </a:lnTo>
                <a:lnTo>
                  <a:pt x="1856231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 txBox="1"/>
          <p:nvPr/>
        </p:nvSpPr>
        <p:spPr>
          <a:xfrm>
            <a:off x="9346438" y="1314449"/>
            <a:ext cx="1397000" cy="3003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20">
                <a:solidFill>
                  <a:srgbClr val="FFFFFF"/>
                </a:solidFill>
                <a:latin typeface="PMingLiU"/>
                <a:cs typeface="PMingLiU"/>
              </a:rPr>
              <a:t>问题结构分析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33" name="object 33"/>
          <p:cNvSpPr/>
          <p:nvPr/>
        </p:nvSpPr>
        <p:spPr>
          <a:xfrm>
            <a:off x="9825228" y="2052827"/>
            <a:ext cx="439420" cy="367030"/>
          </a:xfrm>
          <a:custGeom>
            <a:avLst/>
            <a:gdLst/>
            <a:ahLst/>
            <a:cxnLst/>
            <a:rect l="l" t="t" r="r" b="b"/>
            <a:pathLst>
              <a:path w="439420" h="367030">
                <a:moveTo>
                  <a:pt x="351154" y="0"/>
                </a:moveTo>
                <a:lnTo>
                  <a:pt x="87756" y="0"/>
                </a:lnTo>
                <a:lnTo>
                  <a:pt x="87756" y="183261"/>
                </a:lnTo>
                <a:lnTo>
                  <a:pt x="0" y="183261"/>
                </a:lnTo>
                <a:lnTo>
                  <a:pt x="219455" y="366522"/>
                </a:lnTo>
                <a:lnTo>
                  <a:pt x="438912" y="183261"/>
                </a:lnTo>
                <a:lnTo>
                  <a:pt x="351154" y="183261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9116948" y="2480691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8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8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1" y="876426"/>
                </a:lnTo>
                <a:lnTo>
                  <a:pt x="1856231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4499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 txBox="1"/>
          <p:nvPr/>
        </p:nvSpPr>
        <p:spPr>
          <a:xfrm>
            <a:off x="9346438" y="2776982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递推关系建立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36" name="object 36"/>
          <p:cNvSpPr/>
          <p:nvPr/>
        </p:nvSpPr>
        <p:spPr>
          <a:xfrm>
            <a:off x="9825228" y="3515105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9"/>
                </a:lnTo>
                <a:lnTo>
                  <a:pt x="0" y="182499"/>
                </a:lnTo>
                <a:lnTo>
                  <a:pt x="219455" y="364998"/>
                </a:lnTo>
                <a:lnTo>
                  <a:pt x="438912" y="182499"/>
                </a:lnTo>
                <a:lnTo>
                  <a:pt x="351154" y="182499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9116948" y="3941445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8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8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8" y="973835"/>
                </a:lnTo>
                <a:lnTo>
                  <a:pt x="1758823" y="973835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1" y="876426"/>
                </a:lnTo>
                <a:lnTo>
                  <a:pt x="1856231" y="97408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 txBox="1"/>
          <p:nvPr/>
        </p:nvSpPr>
        <p:spPr>
          <a:xfrm>
            <a:off x="9346438" y="4237735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自底向上计算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39" name="object 39"/>
          <p:cNvSpPr/>
          <p:nvPr/>
        </p:nvSpPr>
        <p:spPr>
          <a:xfrm>
            <a:off x="9825228" y="4975859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8"/>
                </a:lnTo>
                <a:lnTo>
                  <a:pt x="0" y="182498"/>
                </a:lnTo>
                <a:lnTo>
                  <a:pt x="219455" y="364997"/>
                </a:lnTo>
                <a:lnTo>
                  <a:pt x="438912" y="182498"/>
                </a:lnTo>
                <a:lnTo>
                  <a:pt x="351154" y="182498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9116948" y="5402198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8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52"/>
                </a:lnTo>
                <a:lnTo>
                  <a:pt x="7647" y="914358"/>
                </a:lnTo>
                <a:lnTo>
                  <a:pt x="28511" y="945313"/>
                </a:lnTo>
                <a:lnTo>
                  <a:pt x="59471" y="966183"/>
                </a:lnTo>
                <a:lnTo>
                  <a:pt x="97408" y="973835"/>
                </a:lnTo>
                <a:lnTo>
                  <a:pt x="1758823" y="973835"/>
                </a:lnTo>
                <a:lnTo>
                  <a:pt x="1796760" y="966183"/>
                </a:lnTo>
                <a:lnTo>
                  <a:pt x="1827720" y="945313"/>
                </a:lnTo>
                <a:lnTo>
                  <a:pt x="1848584" y="914358"/>
                </a:lnTo>
                <a:lnTo>
                  <a:pt x="1856231" y="876452"/>
                </a:lnTo>
                <a:lnTo>
                  <a:pt x="1856231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 txBox="1"/>
          <p:nvPr/>
        </p:nvSpPr>
        <p:spPr>
          <a:xfrm>
            <a:off x="9346438" y="5698744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最优方案追踪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44" name="object 6">
            <a:extLst>
              <a:ext uri="{FF2B5EF4-FFF2-40B4-BE49-F238E27FC236}">
                <a16:creationId xmlns:a16="http://schemas.microsoft.com/office/drawing/2014/main" id="{510B7663-4361-3046-BD68-7A7F755DE9E8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04869" y="167146"/>
            <a:ext cx="6849195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动态规划：一般步</a:t>
            </a:r>
            <a:r>
              <a:rPr spc="-60" dirty="0" err="1">
                <a:latin typeface="SimSun" panose="02010600030101010101" pitchFamily="2" charset="-122"/>
                <a:ea typeface="SimSun" panose="02010600030101010101" pitchFamily="2" charset="-122"/>
              </a:rPr>
              <a:t>骤</a:t>
            </a:r>
            <a:endParaRPr spc="-6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4"/>
          <p:cNvSpPr txBox="1"/>
          <p:nvPr/>
        </p:nvSpPr>
        <p:spPr>
          <a:xfrm>
            <a:off x="3698747" y="2680207"/>
            <a:ext cx="1204595" cy="3302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2000" spc="-20">
                <a:latin typeface="PMingLiU"/>
                <a:cs typeface="PMingLiU"/>
              </a:rPr>
              <a:t>选择商品</a:t>
            </a:r>
            <a:r>
              <a:rPr sz="2000" spc="-50">
                <a:latin typeface="Cambria Math"/>
                <a:cs typeface="Cambria Math"/>
              </a:rPr>
              <a:t>𝒏</a:t>
            </a:r>
            <a:endParaRPr sz="2000">
              <a:latin typeface="Cambria Math"/>
              <a:cs typeface="Cambria Math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7117080" y="2708656"/>
            <a:ext cx="1204595" cy="3302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2000" spc="-20">
                <a:latin typeface="PMingLiU"/>
                <a:cs typeface="PMingLiU"/>
              </a:rPr>
              <a:t>不选商品</a:t>
            </a:r>
            <a:r>
              <a:rPr sz="2000" spc="-50">
                <a:latin typeface="Cambria Math"/>
                <a:cs typeface="Cambria Math"/>
              </a:rPr>
              <a:t>𝒏</a:t>
            </a:r>
            <a:endParaRPr sz="2000">
              <a:latin typeface="Cambria Math"/>
              <a:cs typeface="Cambria Math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3307841" y="3938015"/>
            <a:ext cx="604520" cy="537210"/>
            <a:chOff x="3307841" y="3938015"/>
            <a:chExt cx="604520" cy="537210"/>
          </a:xfrm>
        </p:grpSpPr>
        <p:pic>
          <p:nvPicPr>
            <p:cNvPr id="7" name="object 7"/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3307841" y="3938015"/>
              <a:ext cx="604265" cy="537210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3502913" y="4009643"/>
              <a:ext cx="197358" cy="273557"/>
            </a:xfrm>
            <a:prstGeom prst="rect">
              <a:avLst/>
            </a:prstGeom>
          </p:spPr>
        </p:pic>
      </p:grpSp>
      <p:pic>
        <p:nvPicPr>
          <p:cNvPr id="9" name="object 9"/>
          <p:cNvPicPr/>
          <p:nvPr/>
        </p:nvPicPr>
        <p:blipFill>
          <a:blip r:embed="rId2"/>
          <a:stretch>
            <a:fillRect/>
          </a:stretch>
        </p:blipFill>
        <p:spPr>
          <a:xfrm>
            <a:off x="6463284" y="3970020"/>
            <a:ext cx="605028" cy="537209"/>
          </a:xfrm>
          <a:prstGeom prst="rect">
            <a:avLst/>
          </a:prstGeom>
        </p:spPr>
      </p:pic>
      <p:sp>
        <p:nvSpPr>
          <p:cNvPr id="10" name="object 10"/>
          <p:cNvSpPr txBox="1"/>
          <p:nvPr/>
        </p:nvSpPr>
        <p:spPr>
          <a:xfrm>
            <a:off x="4310379" y="3403853"/>
            <a:ext cx="229235" cy="2698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600">
                <a:latin typeface="PMingLiU"/>
                <a:cs typeface="PMingLiU"/>
              </a:rPr>
              <a:t>…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7445502" y="3421634"/>
            <a:ext cx="229235" cy="2698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600">
                <a:latin typeface="PMingLiU"/>
                <a:cs typeface="PMingLiU"/>
              </a:rPr>
              <a:t>…</a:t>
            </a:r>
          </a:p>
        </p:txBody>
      </p:sp>
      <p:grpSp>
        <p:nvGrpSpPr>
          <p:cNvPr id="12" name="object 12"/>
          <p:cNvGrpSpPr/>
          <p:nvPr/>
        </p:nvGrpSpPr>
        <p:grpSpPr>
          <a:xfrm>
            <a:off x="6447282" y="3385565"/>
            <a:ext cx="2044064" cy="466725"/>
            <a:chOff x="6447282" y="3385565"/>
            <a:chExt cx="2044064" cy="466725"/>
          </a:xfrm>
        </p:grpSpPr>
        <p:pic>
          <p:nvPicPr>
            <p:cNvPr id="13" name="object 13"/>
            <p:cNvPicPr/>
            <p:nvPr/>
          </p:nvPicPr>
          <p:blipFill>
            <a:blip r:embed="rId4"/>
            <a:stretch>
              <a:fillRect/>
            </a:stretch>
          </p:blipFill>
          <p:spPr>
            <a:xfrm>
              <a:off x="6965442" y="3486629"/>
              <a:ext cx="366522" cy="318318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5"/>
            <a:stretch>
              <a:fillRect/>
            </a:stretch>
          </p:blipFill>
          <p:spPr>
            <a:xfrm>
              <a:off x="7738110" y="3385565"/>
              <a:ext cx="729233" cy="443484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6572898" y="3476135"/>
              <a:ext cx="282929" cy="339305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6466332" y="3814571"/>
              <a:ext cx="2005964" cy="18415"/>
            </a:xfrm>
            <a:custGeom>
              <a:avLst/>
              <a:gdLst/>
              <a:ahLst/>
              <a:cxnLst/>
              <a:rect l="l" t="t" r="r" b="b"/>
              <a:pathLst>
                <a:path w="2005964" h="18414">
                  <a:moveTo>
                    <a:pt x="0" y="0"/>
                  </a:moveTo>
                  <a:lnTo>
                    <a:pt x="2005584" y="18414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" name="object 17"/>
          <p:cNvGrpSpPr/>
          <p:nvPr/>
        </p:nvGrpSpPr>
        <p:grpSpPr>
          <a:xfrm>
            <a:off x="3294126" y="1076705"/>
            <a:ext cx="3846195" cy="2742565"/>
            <a:chOff x="3294126" y="1076705"/>
            <a:chExt cx="3846195" cy="2742565"/>
          </a:xfrm>
        </p:grpSpPr>
        <p:pic>
          <p:nvPicPr>
            <p:cNvPr id="18" name="object 18"/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5043677" y="1533905"/>
              <a:ext cx="755141" cy="670560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5535930" y="1122425"/>
              <a:ext cx="365760" cy="444246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8"/>
            <a:stretch>
              <a:fillRect/>
            </a:stretch>
          </p:blipFill>
          <p:spPr>
            <a:xfrm>
              <a:off x="5142738" y="1102613"/>
              <a:ext cx="365760" cy="443484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9"/>
            <a:stretch>
              <a:fillRect/>
            </a:stretch>
          </p:blipFill>
          <p:spPr>
            <a:xfrm>
              <a:off x="6308598" y="1076705"/>
              <a:ext cx="729233" cy="443484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5115305" y="1505711"/>
              <a:ext cx="2005964" cy="18415"/>
            </a:xfrm>
            <a:custGeom>
              <a:avLst/>
              <a:gdLst/>
              <a:ahLst/>
              <a:cxnLst/>
              <a:rect l="l" t="t" r="r" b="b"/>
              <a:pathLst>
                <a:path w="2005964" h="18415">
                  <a:moveTo>
                    <a:pt x="0" y="0"/>
                  </a:moveTo>
                  <a:lnTo>
                    <a:pt x="2005584" y="18414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" name="object 23"/>
            <p:cNvPicPr/>
            <p:nvPr/>
          </p:nvPicPr>
          <p:blipFill>
            <a:blip r:embed="rId4"/>
            <a:stretch>
              <a:fillRect/>
            </a:stretch>
          </p:blipFill>
          <p:spPr>
            <a:xfrm>
              <a:off x="3797046" y="3453863"/>
              <a:ext cx="365760" cy="318317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10"/>
            <a:stretch>
              <a:fillRect/>
            </a:stretch>
          </p:blipFill>
          <p:spPr>
            <a:xfrm>
              <a:off x="4569714" y="3352800"/>
              <a:ext cx="729234" cy="443483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3404415" y="3428129"/>
              <a:ext cx="282341" cy="339305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3313176" y="3781805"/>
              <a:ext cx="2005964" cy="18415"/>
            </a:xfrm>
            <a:custGeom>
              <a:avLst/>
              <a:gdLst/>
              <a:ahLst/>
              <a:cxnLst/>
              <a:rect l="l" t="t" r="r" b="b"/>
              <a:pathLst>
                <a:path w="2005964" h="18414">
                  <a:moveTo>
                    <a:pt x="0" y="0"/>
                  </a:moveTo>
                  <a:lnTo>
                    <a:pt x="2005584" y="18415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" name="object 27"/>
          <p:cNvSpPr txBox="1"/>
          <p:nvPr/>
        </p:nvSpPr>
        <p:spPr>
          <a:xfrm>
            <a:off x="5669279" y="737912"/>
            <a:ext cx="797560" cy="709930"/>
          </a:xfrm>
          <a:prstGeom prst="rect">
            <a:avLst/>
          </a:prstGeom>
        </p:spPr>
        <p:txBody>
          <a:bodyPr vert="horz" wrap="square" lIns="0" tIns="876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690"/>
              </a:spcBef>
            </a:pPr>
            <a:r>
              <a:rPr sz="2000" spc="-10">
                <a:latin typeface="Cambria Math"/>
                <a:cs typeface="Cambria Math"/>
              </a:rPr>
              <a:t>𝑷[𝒏,</a:t>
            </a:r>
            <a:r>
              <a:rPr sz="2000" spc="-105">
                <a:latin typeface="Cambria Math"/>
                <a:cs typeface="Cambria Math"/>
              </a:rPr>
              <a:t> </a:t>
            </a:r>
            <a:r>
              <a:rPr sz="2000" spc="-25">
                <a:latin typeface="Cambria Math"/>
                <a:cs typeface="Cambria Math"/>
              </a:rPr>
              <a:t>𝑪]</a:t>
            </a:r>
            <a:endParaRPr sz="2000">
              <a:latin typeface="Cambria Math"/>
              <a:cs typeface="Cambria Math"/>
            </a:endParaRPr>
          </a:p>
          <a:p>
            <a:pPr marL="384175">
              <a:lnSpc>
                <a:spcPct val="100000"/>
              </a:lnSpc>
              <a:spcBef>
                <a:spcPts val="475"/>
              </a:spcBef>
            </a:pPr>
            <a:r>
              <a:rPr sz="1600">
                <a:latin typeface="PMingLiU"/>
                <a:cs typeface="PMingLiU"/>
              </a:rPr>
              <a:t>…</a:t>
            </a:r>
          </a:p>
        </p:txBody>
      </p:sp>
      <p:sp>
        <p:nvSpPr>
          <p:cNvPr id="28" name="object 28"/>
          <p:cNvSpPr/>
          <p:nvPr/>
        </p:nvSpPr>
        <p:spPr>
          <a:xfrm>
            <a:off x="4412742" y="2161031"/>
            <a:ext cx="3058795" cy="1183640"/>
          </a:xfrm>
          <a:custGeom>
            <a:avLst/>
            <a:gdLst/>
            <a:ahLst/>
            <a:cxnLst/>
            <a:rect l="l" t="t" r="r" b="b"/>
            <a:pathLst>
              <a:path w="3058795" h="1183639">
                <a:moveTo>
                  <a:pt x="1559052" y="0"/>
                </a:moveTo>
                <a:lnTo>
                  <a:pt x="1433322" y="23241"/>
                </a:lnTo>
                <a:lnTo>
                  <a:pt x="1456296" y="53682"/>
                </a:lnTo>
                <a:lnTo>
                  <a:pt x="0" y="1153160"/>
                </a:lnTo>
                <a:lnTo>
                  <a:pt x="22860" y="1183513"/>
                </a:lnTo>
                <a:lnTo>
                  <a:pt x="1479245" y="84086"/>
                </a:lnTo>
                <a:lnTo>
                  <a:pt x="1502156" y="114427"/>
                </a:lnTo>
                <a:lnTo>
                  <a:pt x="1538084" y="42164"/>
                </a:lnTo>
                <a:lnTo>
                  <a:pt x="1559052" y="0"/>
                </a:lnTo>
                <a:close/>
              </a:path>
              <a:path w="3058795" h="1183639">
                <a:moveTo>
                  <a:pt x="3058414" y="1137920"/>
                </a:moveTo>
                <a:lnTo>
                  <a:pt x="1683664" y="63817"/>
                </a:lnTo>
                <a:lnTo>
                  <a:pt x="1692833" y="52070"/>
                </a:lnTo>
                <a:lnTo>
                  <a:pt x="1707134" y="33782"/>
                </a:lnTo>
                <a:lnTo>
                  <a:pt x="1581912" y="8382"/>
                </a:lnTo>
                <a:lnTo>
                  <a:pt x="1636776" y="123825"/>
                </a:lnTo>
                <a:lnTo>
                  <a:pt x="1660271" y="93764"/>
                </a:lnTo>
                <a:lnTo>
                  <a:pt x="3034919" y="1168019"/>
                </a:lnTo>
                <a:lnTo>
                  <a:pt x="3058414" y="1137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 txBox="1"/>
          <p:nvPr/>
        </p:nvSpPr>
        <p:spPr>
          <a:xfrm>
            <a:off x="3434079" y="4609846"/>
            <a:ext cx="1891030" cy="3302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sz="2000">
                <a:latin typeface="Cambria Math"/>
                <a:cs typeface="Cambria Math"/>
              </a:rPr>
              <a:t>𝑷[𝒏</a:t>
            </a:r>
            <a:r>
              <a:rPr sz="2000" spc="-20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−</a:t>
            </a:r>
            <a:r>
              <a:rPr sz="2000" spc="-5">
                <a:latin typeface="Cambria Math"/>
                <a:cs typeface="Cambria Math"/>
              </a:rPr>
              <a:t> </a:t>
            </a:r>
            <a:r>
              <a:rPr sz="2000" spc="-10">
                <a:latin typeface="Cambria Math"/>
                <a:cs typeface="Cambria Math"/>
              </a:rPr>
              <a:t>𝟏,</a:t>
            </a:r>
            <a:r>
              <a:rPr sz="2000" spc="-110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𝑪</a:t>
            </a:r>
            <a:r>
              <a:rPr sz="2000" spc="-20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− </a:t>
            </a:r>
            <a:r>
              <a:rPr sz="2000" spc="-25">
                <a:latin typeface="Cambria Math"/>
                <a:cs typeface="Cambria Math"/>
              </a:rPr>
              <a:t>𝒗</a:t>
            </a:r>
            <a:r>
              <a:rPr sz="2175" spc="-37" baseline="-15325">
                <a:latin typeface="Cambria Math"/>
                <a:cs typeface="Cambria Math"/>
              </a:rPr>
              <a:t>𝒏</a:t>
            </a:r>
            <a:r>
              <a:rPr sz="2000" spc="-25">
                <a:latin typeface="Cambria Math"/>
                <a:cs typeface="Cambria Math"/>
              </a:rPr>
              <a:t>]</a:t>
            </a:r>
            <a:endParaRPr sz="2000">
              <a:latin typeface="Cambria Math"/>
              <a:cs typeface="Cambria Math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6975347" y="4609846"/>
            <a:ext cx="1252855" cy="3302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2000">
                <a:latin typeface="Cambria Math"/>
                <a:cs typeface="Cambria Math"/>
              </a:rPr>
              <a:t>𝑷[𝒏</a:t>
            </a:r>
            <a:r>
              <a:rPr sz="2000" spc="-20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−</a:t>
            </a:r>
            <a:r>
              <a:rPr sz="2000" spc="-5">
                <a:latin typeface="Cambria Math"/>
                <a:cs typeface="Cambria Math"/>
              </a:rPr>
              <a:t> </a:t>
            </a:r>
            <a:r>
              <a:rPr sz="2000" spc="-10">
                <a:latin typeface="Cambria Math"/>
                <a:cs typeface="Cambria Math"/>
              </a:rPr>
              <a:t>𝟏,</a:t>
            </a:r>
            <a:r>
              <a:rPr sz="2000" spc="-110">
                <a:latin typeface="Cambria Math"/>
                <a:cs typeface="Cambria Math"/>
              </a:rPr>
              <a:t> </a:t>
            </a:r>
            <a:r>
              <a:rPr sz="2000" spc="-25">
                <a:latin typeface="Cambria Math"/>
                <a:cs typeface="Cambria Math"/>
              </a:rPr>
              <a:t>𝑪]</a:t>
            </a:r>
            <a:endParaRPr sz="2000">
              <a:latin typeface="Cambria Math"/>
              <a:cs typeface="Cambria Math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3968496" y="3939540"/>
            <a:ext cx="1691005" cy="512445"/>
          </a:xfrm>
          <a:prstGeom prst="rect">
            <a:avLst/>
          </a:prstGeom>
          <a:solidFill>
            <a:srgbClr val="006FC0"/>
          </a:solidFill>
        </p:spPr>
        <p:txBody>
          <a:bodyPr vert="horz" wrap="square" lIns="0" tIns="53975" rIns="0" bIns="0" rtlCol="0">
            <a:spAutoFit/>
          </a:bodyPr>
          <a:lstStyle/>
          <a:p>
            <a:pPr marL="285750">
              <a:lnSpc>
                <a:spcPct val="100000"/>
              </a:lnSpc>
              <a:spcBef>
                <a:spcPts val="425"/>
              </a:spcBef>
            </a:pPr>
            <a:r>
              <a:rPr sz="2200" spc="-15">
                <a:solidFill>
                  <a:srgbClr val="FFFFFF"/>
                </a:solidFill>
                <a:latin typeface="PMingLiU"/>
                <a:cs typeface="PMingLiU"/>
              </a:rPr>
              <a:t>独立求解</a:t>
            </a:r>
            <a:endParaRPr sz="2200">
              <a:latin typeface="PMingLiU"/>
              <a:cs typeface="PMingLiU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7193280" y="3945635"/>
            <a:ext cx="1691005" cy="512445"/>
          </a:xfrm>
          <a:prstGeom prst="rect">
            <a:avLst/>
          </a:prstGeom>
          <a:solidFill>
            <a:srgbClr val="006FC0"/>
          </a:solidFill>
        </p:spPr>
        <p:txBody>
          <a:bodyPr vert="horz" wrap="square" lIns="0" tIns="53340" rIns="0" bIns="0" rtlCol="0">
            <a:spAutoFit/>
          </a:bodyPr>
          <a:lstStyle/>
          <a:p>
            <a:pPr marL="285750">
              <a:lnSpc>
                <a:spcPct val="100000"/>
              </a:lnSpc>
              <a:spcBef>
                <a:spcPts val="420"/>
              </a:spcBef>
            </a:pPr>
            <a:r>
              <a:rPr sz="2200" spc="-15">
                <a:solidFill>
                  <a:srgbClr val="FFFFFF"/>
                </a:solidFill>
                <a:latin typeface="PMingLiU"/>
                <a:cs typeface="PMingLiU"/>
              </a:rPr>
              <a:t>独立求解</a:t>
            </a:r>
            <a:endParaRPr sz="2200">
              <a:latin typeface="PMingLiU"/>
              <a:cs typeface="PMingLiU"/>
            </a:endParaRPr>
          </a:p>
        </p:txBody>
      </p:sp>
      <p:sp>
        <p:nvSpPr>
          <p:cNvPr id="33" name="object 33"/>
          <p:cNvSpPr/>
          <p:nvPr/>
        </p:nvSpPr>
        <p:spPr>
          <a:xfrm>
            <a:off x="9116948" y="1018413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8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8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1" y="876426"/>
                </a:lnTo>
                <a:lnTo>
                  <a:pt x="1856231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 txBox="1"/>
          <p:nvPr/>
        </p:nvSpPr>
        <p:spPr>
          <a:xfrm>
            <a:off x="9346438" y="1314449"/>
            <a:ext cx="1397000" cy="3003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20">
                <a:solidFill>
                  <a:srgbClr val="FFFFFF"/>
                </a:solidFill>
                <a:latin typeface="PMingLiU"/>
                <a:cs typeface="PMingLiU"/>
              </a:rPr>
              <a:t>问题结构分析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35" name="object 35"/>
          <p:cNvSpPr/>
          <p:nvPr/>
        </p:nvSpPr>
        <p:spPr>
          <a:xfrm>
            <a:off x="9825228" y="2052827"/>
            <a:ext cx="439420" cy="367030"/>
          </a:xfrm>
          <a:custGeom>
            <a:avLst/>
            <a:gdLst/>
            <a:ahLst/>
            <a:cxnLst/>
            <a:rect l="l" t="t" r="r" b="b"/>
            <a:pathLst>
              <a:path w="439420" h="367030">
                <a:moveTo>
                  <a:pt x="351154" y="0"/>
                </a:moveTo>
                <a:lnTo>
                  <a:pt x="87756" y="0"/>
                </a:lnTo>
                <a:lnTo>
                  <a:pt x="87756" y="183261"/>
                </a:lnTo>
                <a:lnTo>
                  <a:pt x="0" y="183261"/>
                </a:lnTo>
                <a:lnTo>
                  <a:pt x="219455" y="366522"/>
                </a:lnTo>
                <a:lnTo>
                  <a:pt x="438912" y="183261"/>
                </a:lnTo>
                <a:lnTo>
                  <a:pt x="351154" y="183261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9116948" y="2480691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8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8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1" y="876426"/>
                </a:lnTo>
                <a:lnTo>
                  <a:pt x="1856231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4499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 txBox="1"/>
          <p:nvPr/>
        </p:nvSpPr>
        <p:spPr>
          <a:xfrm>
            <a:off x="9346438" y="2776982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递推关系建立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38" name="object 38"/>
          <p:cNvSpPr/>
          <p:nvPr/>
        </p:nvSpPr>
        <p:spPr>
          <a:xfrm>
            <a:off x="9825228" y="3515105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9"/>
                </a:lnTo>
                <a:lnTo>
                  <a:pt x="0" y="182499"/>
                </a:lnTo>
                <a:lnTo>
                  <a:pt x="219455" y="364998"/>
                </a:lnTo>
                <a:lnTo>
                  <a:pt x="438912" y="182499"/>
                </a:lnTo>
                <a:lnTo>
                  <a:pt x="351154" y="182499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16948" y="3941445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8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8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8" y="973835"/>
                </a:lnTo>
                <a:lnTo>
                  <a:pt x="1758823" y="973835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1" y="876426"/>
                </a:lnTo>
                <a:lnTo>
                  <a:pt x="1856231" y="97408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 txBox="1"/>
          <p:nvPr/>
        </p:nvSpPr>
        <p:spPr>
          <a:xfrm>
            <a:off x="9346438" y="4237735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自底向上计算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41" name="object 41"/>
          <p:cNvSpPr/>
          <p:nvPr/>
        </p:nvSpPr>
        <p:spPr>
          <a:xfrm>
            <a:off x="9825228" y="4975859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8"/>
                </a:lnTo>
                <a:lnTo>
                  <a:pt x="0" y="182498"/>
                </a:lnTo>
                <a:lnTo>
                  <a:pt x="219455" y="364997"/>
                </a:lnTo>
                <a:lnTo>
                  <a:pt x="438912" y="182498"/>
                </a:lnTo>
                <a:lnTo>
                  <a:pt x="351154" y="182498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9116948" y="5402198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8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52"/>
                </a:lnTo>
                <a:lnTo>
                  <a:pt x="7647" y="914358"/>
                </a:lnTo>
                <a:lnTo>
                  <a:pt x="28511" y="945313"/>
                </a:lnTo>
                <a:lnTo>
                  <a:pt x="59471" y="966183"/>
                </a:lnTo>
                <a:lnTo>
                  <a:pt x="97408" y="973835"/>
                </a:lnTo>
                <a:lnTo>
                  <a:pt x="1758823" y="973835"/>
                </a:lnTo>
                <a:lnTo>
                  <a:pt x="1796760" y="966183"/>
                </a:lnTo>
                <a:lnTo>
                  <a:pt x="1827720" y="945313"/>
                </a:lnTo>
                <a:lnTo>
                  <a:pt x="1848584" y="914358"/>
                </a:lnTo>
                <a:lnTo>
                  <a:pt x="1856231" y="876452"/>
                </a:lnTo>
                <a:lnTo>
                  <a:pt x="1856231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 txBox="1"/>
          <p:nvPr/>
        </p:nvSpPr>
        <p:spPr>
          <a:xfrm>
            <a:off x="9346438" y="5698744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最优方案追踪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46" name="object 2">
            <a:extLst>
              <a:ext uri="{FF2B5EF4-FFF2-40B4-BE49-F238E27FC236}">
                <a16:creationId xmlns:a16="http://schemas.microsoft.com/office/drawing/2014/main" id="{9FC63112-F55D-3744-B5C2-C8FA9A0AB3DA}"/>
              </a:ext>
            </a:extLst>
          </p:cNvPr>
          <p:cNvSpPr txBox="1"/>
          <p:nvPr/>
        </p:nvSpPr>
        <p:spPr>
          <a:xfrm>
            <a:off x="761428" y="1162049"/>
            <a:ext cx="3571240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分析最优（子）</a:t>
            </a:r>
            <a:r>
              <a:rPr sz="2800" spc="-25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结构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sp>
        <p:nvSpPr>
          <p:cNvPr id="47" name="object 6">
            <a:extLst>
              <a:ext uri="{FF2B5EF4-FFF2-40B4-BE49-F238E27FC236}">
                <a16:creationId xmlns:a16="http://schemas.microsoft.com/office/drawing/2014/main" id="{3F26B061-FD8B-0647-95D8-03B89CFBABA9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04869" y="167146"/>
            <a:ext cx="6849195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动态规划：一般步</a:t>
            </a:r>
            <a:r>
              <a:rPr spc="-60" dirty="0" err="1">
                <a:latin typeface="SimSun" panose="02010600030101010101" pitchFamily="2" charset="-122"/>
                <a:ea typeface="SimSun" panose="02010600030101010101" pitchFamily="2" charset="-122"/>
              </a:rPr>
              <a:t>骤</a:t>
            </a:r>
            <a:endParaRPr spc="-6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4"/>
          <p:cNvSpPr txBox="1"/>
          <p:nvPr/>
        </p:nvSpPr>
        <p:spPr>
          <a:xfrm>
            <a:off x="3698747" y="2680207"/>
            <a:ext cx="1204595" cy="3302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2000" spc="-20">
                <a:latin typeface="PMingLiU"/>
                <a:cs typeface="PMingLiU"/>
              </a:rPr>
              <a:t>选择商品</a:t>
            </a:r>
            <a:r>
              <a:rPr sz="2000" spc="-50">
                <a:latin typeface="Cambria Math"/>
                <a:cs typeface="Cambria Math"/>
              </a:rPr>
              <a:t>𝒏</a:t>
            </a:r>
            <a:endParaRPr sz="2000">
              <a:latin typeface="Cambria Math"/>
              <a:cs typeface="Cambria Math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7117080" y="2708656"/>
            <a:ext cx="1204595" cy="3302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2000" spc="-20">
                <a:latin typeface="PMingLiU"/>
                <a:cs typeface="PMingLiU"/>
              </a:rPr>
              <a:t>不选商品</a:t>
            </a:r>
            <a:r>
              <a:rPr sz="2000" spc="-50">
                <a:latin typeface="Cambria Math"/>
                <a:cs typeface="Cambria Math"/>
              </a:rPr>
              <a:t>𝒏</a:t>
            </a:r>
            <a:endParaRPr sz="2000">
              <a:latin typeface="Cambria Math"/>
              <a:cs typeface="Cambria Math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3307841" y="3938015"/>
            <a:ext cx="604520" cy="537210"/>
            <a:chOff x="3307841" y="3938015"/>
            <a:chExt cx="604520" cy="537210"/>
          </a:xfrm>
        </p:grpSpPr>
        <p:pic>
          <p:nvPicPr>
            <p:cNvPr id="7" name="object 7"/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3307841" y="3938015"/>
              <a:ext cx="604265" cy="537210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3"/>
            <a:stretch>
              <a:fillRect/>
            </a:stretch>
          </p:blipFill>
          <p:spPr>
            <a:xfrm>
              <a:off x="3502913" y="4009643"/>
              <a:ext cx="197358" cy="273557"/>
            </a:xfrm>
            <a:prstGeom prst="rect">
              <a:avLst/>
            </a:prstGeom>
          </p:spPr>
        </p:pic>
      </p:grpSp>
      <p:pic>
        <p:nvPicPr>
          <p:cNvPr id="9" name="object 9"/>
          <p:cNvPicPr/>
          <p:nvPr/>
        </p:nvPicPr>
        <p:blipFill>
          <a:blip r:embed="rId2"/>
          <a:stretch>
            <a:fillRect/>
          </a:stretch>
        </p:blipFill>
        <p:spPr>
          <a:xfrm>
            <a:off x="6463284" y="3970020"/>
            <a:ext cx="605028" cy="537209"/>
          </a:xfrm>
          <a:prstGeom prst="rect">
            <a:avLst/>
          </a:prstGeom>
        </p:spPr>
      </p:pic>
      <p:sp>
        <p:nvSpPr>
          <p:cNvPr id="10" name="object 10"/>
          <p:cNvSpPr txBox="1"/>
          <p:nvPr/>
        </p:nvSpPr>
        <p:spPr>
          <a:xfrm>
            <a:off x="4310379" y="3403853"/>
            <a:ext cx="229235" cy="2698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600">
                <a:latin typeface="PMingLiU"/>
                <a:cs typeface="PMingLiU"/>
              </a:rPr>
              <a:t>…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7445502" y="3421634"/>
            <a:ext cx="229235" cy="2698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600">
                <a:latin typeface="PMingLiU"/>
                <a:cs typeface="PMingLiU"/>
              </a:rPr>
              <a:t>…</a:t>
            </a:r>
          </a:p>
        </p:txBody>
      </p:sp>
      <p:grpSp>
        <p:nvGrpSpPr>
          <p:cNvPr id="12" name="object 12"/>
          <p:cNvGrpSpPr/>
          <p:nvPr/>
        </p:nvGrpSpPr>
        <p:grpSpPr>
          <a:xfrm>
            <a:off x="6447282" y="3385565"/>
            <a:ext cx="2044064" cy="466725"/>
            <a:chOff x="6447282" y="3385565"/>
            <a:chExt cx="2044064" cy="466725"/>
          </a:xfrm>
        </p:grpSpPr>
        <p:pic>
          <p:nvPicPr>
            <p:cNvPr id="13" name="object 13"/>
            <p:cNvPicPr/>
            <p:nvPr/>
          </p:nvPicPr>
          <p:blipFill>
            <a:blip r:embed="rId4"/>
            <a:stretch>
              <a:fillRect/>
            </a:stretch>
          </p:blipFill>
          <p:spPr>
            <a:xfrm>
              <a:off x="6965442" y="3484640"/>
              <a:ext cx="366522" cy="322296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5"/>
            <a:stretch>
              <a:fillRect/>
            </a:stretch>
          </p:blipFill>
          <p:spPr>
            <a:xfrm>
              <a:off x="7738110" y="3385565"/>
              <a:ext cx="729233" cy="443484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6572898" y="3476135"/>
              <a:ext cx="282929" cy="339305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6466332" y="3814571"/>
              <a:ext cx="2005964" cy="18415"/>
            </a:xfrm>
            <a:custGeom>
              <a:avLst/>
              <a:gdLst/>
              <a:ahLst/>
              <a:cxnLst/>
              <a:rect l="l" t="t" r="r" b="b"/>
              <a:pathLst>
                <a:path w="2005964" h="18414">
                  <a:moveTo>
                    <a:pt x="0" y="0"/>
                  </a:moveTo>
                  <a:lnTo>
                    <a:pt x="2005584" y="18414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" name="object 17"/>
          <p:cNvGrpSpPr/>
          <p:nvPr/>
        </p:nvGrpSpPr>
        <p:grpSpPr>
          <a:xfrm>
            <a:off x="3294126" y="1076705"/>
            <a:ext cx="3846195" cy="2742565"/>
            <a:chOff x="3294126" y="1076705"/>
            <a:chExt cx="3846195" cy="2742565"/>
          </a:xfrm>
        </p:grpSpPr>
        <p:pic>
          <p:nvPicPr>
            <p:cNvPr id="18" name="object 18"/>
            <p:cNvPicPr/>
            <p:nvPr/>
          </p:nvPicPr>
          <p:blipFill>
            <a:blip r:embed="rId2"/>
            <a:stretch>
              <a:fillRect/>
            </a:stretch>
          </p:blipFill>
          <p:spPr>
            <a:xfrm>
              <a:off x="5043677" y="1533905"/>
              <a:ext cx="755141" cy="670560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7"/>
            <a:stretch>
              <a:fillRect/>
            </a:stretch>
          </p:blipFill>
          <p:spPr>
            <a:xfrm>
              <a:off x="5535930" y="1122425"/>
              <a:ext cx="365760" cy="444246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8"/>
            <a:stretch>
              <a:fillRect/>
            </a:stretch>
          </p:blipFill>
          <p:spPr>
            <a:xfrm>
              <a:off x="5142738" y="1102613"/>
              <a:ext cx="365760" cy="443484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9"/>
            <a:stretch>
              <a:fillRect/>
            </a:stretch>
          </p:blipFill>
          <p:spPr>
            <a:xfrm>
              <a:off x="6308598" y="1076705"/>
              <a:ext cx="729233" cy="443484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5115305" y="1505711"/>
              <a:ext cx="2005964" cy="18415"/>
            </a:xfrm>
            <a:custGeom>
              <a:avLst/>
              <a:gdLst/>
              <a:ahLst/>
              <a:cxnLst/>
              <a:rect l="l" t="t" r="r" b="b"/>
              <a:pathLst>
                <a:path w="2005964" h="18415">
                  <a:moveTo>
                    <a:pt x="0" y="0"/>
                  </a:moveTo>
                  <a:lnTo>
                    <a:pt x="2005584" y="18414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" name="object 23"/>
            <p:cNvPicPr/>
            <p:nvPr/>
          </p:nvPicPr>
          <p:blipFill>
            <a:blip r:embed="rId4"/>
            <a:stretch>
              <a:fillRect/>
            </a:stretch>
          </p:blipFill>
          <p:spPr>
            <a:xfrm>
              <a:off x="3797046" y="3451874"/>
              <a:ext cx="365760" cy="322296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10"/>
            <a:stretch>
              <a:fillRect/>
            </a:stretch>
          </p:blipFill>
          <p:spPr>
            <a:xfrm>
              <a:off x="4569714" y="3352800"/>
              <a:ext cx="729234" cy="443483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6"/>
            <a:stretch>
              <a:fillRect/>
            </a:stretch>
          </p:blipFill>
          <p:spPr>
            <a:xfrm>
              <a:off x="3404415" y="3428129"/>
              <a:ext cx="282341" cy="339305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3313176" y="3781805"/>
              <a:ext cx="2005964" cy="18415"/>
            </a:xfrm>
            <a:custGeom>
              <a:avLst/>
              <a:gdLst/>
              <a:ahLst/>
              <a:cxnLst/>
              <a:rect l="l" t="t" r="r" b="b"/>
              <a:pathLst>
                <a:path w="2005964" h="18414">
                  <a:moveTo>
                    <a:pt x="0" y="0"/>
                  </a:moveTo>
                  <a:lnTo>
                    <a:pt x="2005584" y="18415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" name="object 27"/>
          <p:cNvSpPr txBox="1"/>
          <p:nvPr/>
        </p:nvSpPr>
        <p:spPr>
          <a:xfrm>
            <a:off x="5669279" y="737912"/>
            <a:ext cx="797560" cy="709930"/>
          </a:xfrm>
          <a:prstGeom prst="rect">
            <a:avLst/>
          </a:prstGeom>
        </p:spPr>
        <p:txBody>
          <a:bodyPr vert="horz" wrap="square" lIns="0" tIns="876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690"/>
              </a:spcBef>
            </a:pPr>
            <a:r>
              <a:rPr sz="2000" spc="-10">
                <a:latin typeface="Cambria Math"/>
                <a:cs typeface="Cambria Math"/>
              </a:rPr>
              <a:t>𝑷[𝒏,</a:t>
            </a:r>
            <a:r>
              <a:rPr sz="2000" spc="-105">
                <a:latin typeface="Cambria Math"/>
                <a:cs typeface="Cambria Math"/>
              </a:rPr>
              <a:t> </a:t>
            </a:r>
            <a:r>
              <a:rPr sz="2000" spc="-25">
                <a:latin typeface="Cambria Math"/>
                <a:cs typeface="Cambria Math"/>
              </a:rPr>
              <a:t>𝑪]</a:t>
            </a:r>
            <a:endParaRPr sz="2000">
              <a:latin typeface="Cambria Math"/>
              <a:cs typeface="Cambria Math"/>
            </a:endParaRPr>
          </a:p>
          <a:p>
            <a:pPr marL="384175">
              <a:lnSpc>
                <a:spcPct val="100000"/>
              </a:lnSpc>
              <a:spcBef>
                <a:spcPts val="475"/>
              </a:spcBef>
            </a:pPr>
            <a:r>
              <a:rPr sz="1600">
                <a:latin typeface="PMingLiU"/>
                <a:cs typeface="PMingLiU"/>
              </a:rPr>
              <a:t>…</a:t>
            </a:r>
          </a:p>
        </p:txBody>
      </p:sp>
      <p:sp>
        <p:nvSpPr>
          <p:cNvPr id="28" name="object 28"/>
          <p:cNvSpPr txBox="1"/>
          <p:nvPr/>
        </p:nvSpPr>
        <p:spPr>
          <a:xfrm>
            <a:off x="5836920" y="1601724"/>
            <a:ext cx="1416685" cy="512445"/>
          </a:xfrm>
          <a:prstGeom prst="rect">
            <a:avLst/>
          </a:prstGeom>
          <a:solidFill>
            <a:srgbClr val="006FC0"/>
          </a:solidFill>
        </p:spPr>
        <p:txBody>
          <a:bodyPr vert="horz" wrap="square" lIns="0" tIns="53340" rIns="0" bIns="0" rtlCol="0">
            <a:spAutoFit/>
          </a:bodyPr>
          <a:lstStyle/>
          <a:p>
            <a:pPr marL="148590">
              <a:lnSpc>
                <a:spcPct val="100000"/>
              </a:lnSpc>
              <a:spcBef>
                <a:spcPts val="420"/>
              </a:spcBef>
            </a:pPr>
            <a:r>
              <a:rPr sz="2200" spc="-15">
                <a:solidFill>
                  <a:srgbClr val="FFFFFF"/>
                </a:solidFill>
                <a:latin typeface="PMingLiU"/>
                <a:cs typeface="PMingLiU"/>
              </a:rPr>
              <a:t>组合而成</a:t>
            </a:r>
            <a:endParaRPr sz="2200">
              <a:latin typeface="PMingLiU"/>
              <a:cs typeface="PMingLiU"/>
            </a:endParaRPr>
          </a:p>
        </p:txBody>
      </p:sp>
      <p:sp>
        <p:nvSpPr>
          <p:cNvPr id="29" name="object 29"/>
          <p:cNvSpPr/>
          <p:nvPr/>
        </p:nvSpPr>
        <p:spPr>
          <a:xfrm>
            <a:off x="4412742" y="2161031"/>
            <a:ext cx="3058795" cy="1183640"/>
          </a:xfrm>
          <a:custGeom>
            <a:avLst/>
            <a:gdLst/>
            <a:ahLst/>
            <a:cxnLst/>
            <a:rect l="l" t="t" r="r" b="b"/>
            <a:pathLst>
              <a:path w="3058795" h="1183639">
                <a:moveTo>
                  <a:pt x="1559052" y="0"/>
                </a:moveTo>
                <a:lnTo>
                  <a:pt x="1433322" y="23241"/>
                </a:lnTo>
                <a:lnTo>
                  <a:pt x="1456296" y="53682"/>
                </a:lnTo>
                <a:lnTo>
                  <a:pt x="0" y="1153160"/>
                </a:lnTo>
                <a:lnTo>
                  <a:pt x="22860" y="1183513"/>
                </a:lnTo>
                <a:lnTo>
                  <a:pt x="1479245" y="84086"/>
                </a:lnTo>
                <a:lnTo>
                  <a:pt x="1502156" y="114427"/>
                </a:lnTo>
                <a:lnTo>
                  <a:pt x="1538084" y="42164"/>
                </a:lnTo>
                <a:lnTo>
                  <a:pt x="1559052" y="0"/>
                </a:lnTo>
                <a:close/>
              </a:path>
              <a:path w="3058795" h="1183639">
                <a:moveTo>
                  <a:pt x="3058414" y="1137920"/>
                </a:moveTo>
                <a:lnTo>
                  <a:pt x="1683664" y="63817"/>
                </a:lnTo>
                <a:lnTo>
                  <a:pt x="1692833" y="52070"/>
                </a:lnTo>
                <a:lnTo>
                  <a:pt x="1707134" y="33782"/>
                </a:lnTo>
                <a:lnTo>
                  <a:pt x="1581912" y="8382"/>
                </a:lnTo>
                <a:lnTo>
                  <a:pt x="1636776" y="123825"/>
                </a:lnTo>
                <a:lnTo>
                  <a:pt x="1660271" y="93764"/>
                </a:lnTo>
                <a:lnTo>
                  <a:pt x="3034919" y="1168019"/>
                </a:lnTo>
                <a:lnTo>
                  <a:pt x="3058414" y="1137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 txBox="1"/>
          <p:nvPr/>
        </p:nvSpPr>
        <p:spPr>
          <a:xfrm>
            <a:off x="3434079" y="4609846"/>
            <a:ext cx="1891030" cy="3302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sz="2000">
                <a:latin typeface="Cambria Math"/>
                <a:cs typeface="Cambria Math"/>
              </a:rPr>
              <a:t>𝑷[𝒏</a:t>
            </a:r>
            <a:r>
              <a:rPr sz="2000" spc="-20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−</a:t>
            </a:r>
            <a:r>
              <a:rPr sz="2000" spc="-5">
                <a:latin typeface="Cambria Math"/>
                <a:cs typeface="Cambria Math"/>
              </a:rPr>
              <a:t> </a:t>
            </a:r>
            <a:r>
              <a:rPr sz="2000" spc="-10">
                <a:latin typeface="Cambria Math"/>
                <a:cs typeface="Cambria Math"/>
              </a:rPr>
              <a:t>𝟏,</a:t>
            </a:r>
            <a:r>
              <a:rPr sz="2000" spc="-110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𝑪</a:t>
            </a:r>
            <a:r>
              <a:rPr sz="2000" spc="-20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− </a:t>
            </a:r>
            <a:r>
              <a:rPr sz="2000" spc="-25">
                <a:latin typeface="Cambria Math"/>
                <a:cs typeface="Cambria Math"/>
              </a:rPr>
              <a:t>𝒗</a:t>
            </a:r>
            <a:r>
              <a:rPr sz="2175" spc="-37" baseline="-15325">
                <a:latin typeface="Cambria Math"/>
                <a:cs typeface="Cambria Math"/>
              </a:rPr>
              <a:t>𝒏</a:t>
            </a:r>
            <a:r>
              <a:rPr sz="2000" spc="-25">
                <a:latin typeface="Cambria Math"/>
                <a:cs typeface="Cambria Math"/>
              </a:rPr>
              <a:t>]</a:t>
            </a:r>
            <a:endParaRPr sz="2000">
              <a:latin typeface="Cambria Math"/>
              <a:cs typeface="Cambria Math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6975347" y="4609846"/>
            <a:ext cx="1252855" cy="3302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2000">
                <a:latin typeface="Cambria Math"/>
                <a:cs typeface="Cambria Math"/>
              </a:rPr>
              <a:t>𝑷[𝒏</a:t>
            </a:r>
            <a:r>
              <a:rPr sz="2000" spc="-20">
                <a:latin typeface="Cambria Math"/>
                <a:cs typeface="Cambria Math"/>
              </a:rPr>
              <a:t> </a:t>
            </a:r>
            <a:r>
              <a:rPr sz="2000">
                <a:latin typeface="Cambria Math"/>
                <a:cs typeface="Cambria Math"/>
              </a:rPr>
              <a:t>−</a:t>
            </a:r>
            <a:r>
              <a:rPr sz="2000" spc="-5">
                <a:latin typeface="Cambria Math"/>
                <a:cs typeface="Cambria Math"/>
              </a:rPr>
              <a:t> </a:t>
            </a:r>
            <a:r>
              <a:rPr sz="2000" spc="-10">
                <a:latin typeface="Cambria Math"/>
                <a:cs typeface="Cambria Math"/>
              </a:rPr>
              <a:t>𝟏,</a:t>
            </a:r>
            <a:r>
              <a:rPr sz="2000" spc="-110">
                <a:latin typeface="Cambria Math"/>
                <a:cs typeface="Cambria Math"/>
              </a:rPr>
              <a:t> </a:t>
            </a:r>
            <a:r>
              <a:rPr sz="2000" spc="-25">
                <a:latin typeface="Cambria Math"/>
                <a:cs typeface="Cambria Math"/>
              </a:rPr>
              <a:t>𝑪]</a:t>
            </a:r>
            <a:endParaRPr sz="2000">
              <a:latin typeface="Cambria Math"/>
              <a:cs typeface="Cambria Math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3968496" y="3939540"/>
            <a:ext cx="1691005" cy="512445"/>
          </a:xfrm>
          <a:prstGeom prst="rect">
            <a:avLst/>
          </a:prstGeom>
          <a:solidFill>
            <a:srgbClr val="006FC0"/>
          </a:solidFill>
        </p:spPr>
        <p:txBody>
          <a:bodyPr vert="horz" wrap="square" lIns="0" tIns="53975" rIns="0" bIns="0" rtlCol="0">
            <a:spAutoFit/>
          </a:bodyPr>
          <a:lstStyle/>
          <a:p>
            <a:pPr marL="285750">
              <a:lnSpc>
                <a:spcPct val="100000"/>
              </a:lnSpc>
              <a:spcBef>
                <a:spcPts val="425"/>
              </a:spcBef>
            </a:pPr>
            <a:r>
              <a:rPr sz="2200" spc="-15">
                <a:solidFill>
                  <a:srgbClr val="FFFFFF"/>
                </a:solidFill>
                <a:latin typeface="PMingLiU"/>
                <a:cs typeface="PMingLiU"/>
              </a:rPr>
              <a:t>独立求解</a:t>
            </a:r>
            <a:endParaRPr sz="2200">
              <a:latin typeface="PMingLiU"/>
              <a:cs typeface="PMingLiU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7193280" y="3945635"/>
            <a:ext cx="1691005" cy="512445"/>
          </a:xfrm>
          <a:prstGeom prst="rect">
            <a:avLst/>
          </a:prstGeom>
          <a:solidFill>
            <a:srgbClr val="006FC0"/>
          </a:solidFill>
        </p:spPr>
        <p:txBody>
          <a:bodyPr vert="horz" wrap="square" lIns="0" tIns="53340" rIns="0" bIns="0" rtlCol="0">
            <a:spAutoFit/>
          </a:bodyPr>
          <a:lstStyle/>
          <a:p>
            <a:pPr marL="285750">
              <a:lnSpc>
                <a:spcPct val="100000"/>
              </a:lnSpc>
              <a:spcBef>
                <a:spcPts val="420"/>
              </a:spcBef>
            </a:pPr>
            <a:r>
              <a:rPr sz="2200" spc="-15">
                <a:solidFill>
                  <a:srgbClr val="FFFFFF"/>
                </a:solidFill>
                <a:latin typeface="PMingLiU"/>
                <a:cs typeface="PMingLiU"/>
              </a:rPr>
              <a:t>独立求解</a:t>
            </a:r>
            <a:endParaRPr sz="2200">
              <a:latin typeface="PMingLiU"/>
              <a:cs typeface="PMingLiU"/>
            </a:endParaRPr>
          </a:p>
        </p:txBody>
      </p:sp>
      <p:sp>
        <p:nvSpPr>
          <p:cNvPr id="34" name="object 34"/>
          <p:cNvSpPr/>
          <p:nvPr/>
        </p:nvSpPr>
        <p:spPr>
          <a:xfrm>
            <a:off x="9116948" y="1018413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8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8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1" y="876426"/>
                </a:lnTo>
                <a:lnTo>
                  <a:pt x="1856231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 txBox="1"/>
          <p:nvPr/>
        </p:nvSpPr>
        <p:spPr>
          <a:xfrm>
            <a:off x="9346438" y="1314449"/>
            <a:ext cx="1397000" cy="3003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20">
                <a:solidFill>
                  <a:srgbClr val="FFFFFF"/>
                </a:solidFill>
                <a:latin typeface="PMingLiU"/>
                <a:cs typeface="PMingLiU"/>
              </a:rPr>
              <a:t>问题结构分析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36" name="object 36"/>
          <p:cNvSpPr/>
          <p:nvPr/>
        </p:nvSpPr>
        <p:spPr>
          <a:xfrm>
            <a:off x="9825228" y="2052827"/>
            <a:ext cx="439420" cy="367030"/>
          </a:xfrm>
          <a:custGeom>
            <a:avLst/>
            <a:gdLst/>
            <a:ahLst/>
            <a:cxnLst/>
            <a:rect l="l" t="t" r="r" b="b"/>
            <a:pathLst>
              <a:path w="439420" h="367030">
                <a:moveTo>
                  <a:pt x="351154" y="0"/>
                </a:moveTo>
                <a:lnTo>
                  <a:pt x="87756" y="0"/>
                </a:lnTo>
                <a:lnTo>
                  <a:pt x="87756" y="183261"/>
                </a:lnTo>
                <a:lnTo>
                  <a:pt x="0" y="183261"/>
                </a:lnTo>
                <a:lnTo>
                  <a:pt x="219455" y="366522"/>
                </a:lnTo>
                <a:lnTo>
                  <a:pt x="438912" y="183261"/>
                </a:lnTo>
                <a:lnTo>
                  <a:pt x="351154" y="183261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9116948" y="2480691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8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8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1" y="876426"/>
                </a:lnTo>
                <a:lnTo>
                  <a:pt x="1856231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4499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 txBox="1"/>
          <p:nvPr/>
        </p:nvSpPr>
        <p:spPr>
          <a:xfrm>
            <a:off x="9346438" y="2776982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递推关系建立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39" name="object 39"/>
          <p:cNvSpPr/>
          <p:nvPr/>
        </p:nvSpPr>
        <p:spPr>
          <a:xfrm>
            <a:off x="9825228" y="3515105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9"/>
                </a:lnTo>
                <a:lnTo>
                  <a:pt x="0" y="182499"/>
                </a:lnTo>
                <a:lnTo>
                  <a:pt x="219455" y="364998"/>
                </a:lnTo>
                <a:lnTo>
                  <a:pt x="438912" y="182499"/>
                </a:lnTo>
                <a:lnTo>
                  <a:pt x="351154" y="182499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9116948" y="3941445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8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8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8" y="973835"/>
                </a:lnTo>
                <a:lnTo>
                  <a:pt x="1758823" y="973835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1" y="876426"/>
                </a:lnTo>
                <a:lnTo>
                  <a:pt x="1856231" y="97408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 txBox="1"/>
          <p:nvPr/>
        </p:nvSpPr>
        <p:spPr>
          <a:xfrm>
            <a:off x="9346438" y="4237735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自底向上计算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42" name="object 42"/>
          <p:cNvSpPr/>
          <p:nvPr/>
        </p:nvSpPr>
        <p:spPr>
          <a:xfrm>
            <a:off x="9825228" y="4975859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8"/>
                </a:lnTo>
                <a:lnTo>
                  <a:pt x="0" y="182498"/>
                </a:lnTo>
                <a:lnTo>
                  <a:pt x="219455" y="364997"/>
                </a:lnTo>
                <a:lnTo>
                  <a:pt x="438912" y="182498"/>
                </a:lnTo>
                <a:lnTo>
                  <a:pt x="351154" y="182498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9116948" y="5402198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8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52"/>
                </a:lnTo>
                <a:lnTo>
                  <a:pt x="7647" y="914358"/>
                </a:lnTo>
                <a:lnTo>
                  <a:pt x="28511" y="945313"/>
                </a:lnTo>
                <a:lnTo>
                  <a:pt x="59471" y="966183"/>
                </a:lnTo>
                <a:lnTo>
                  <a:pt x="97408" y="973835"/>
                </a:lnTo>
                <a:lnTo>
                  <a:pt x="1758823" y="973835"/>
                </a:lnTo>
                <a:lnTo>
                  <a:pt x="1796760" y="966183"/>
                </a:lnTo>
                <a:lnTo>
                  <a:pt x="1827720" y="945313"/>
                </a:lnTo>
                <a:lnTo>
                  <a:pt x="1848584" y="914358"/>
                </a:lnTo>
                <a:lnTo>
                  <a:pt x="1856231" y="876452"/>
                </a:lnTo>
                <a:lnTo>
                  <a:pt x="1856231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 txBox="1"/>
          <p:nvPr/>
        </p:nvSpPr>
        <p:spPr>
          <a:xfrm>
            <a:off x="9346438" y="5698744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最优方案追踪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47" name="object 2">
            <a:extLst>
              <a:ext uri="{FF2B5EF4-FFF2-40B4-BE49-F238E27FC236}">
                <a16:creationId xmlns:a16="http://schemas.microsoft.com/office/drawing/2014/main" id="{1CC0ECDE-4E1D-6848-A396-0392F982411A}"/>
              </a:ext>
            </a:extLst>
          </p:cNvPr>
          <p:cNvSpPr txBox="1"/>
          <p:nvPr/>
        </p:nvSpPr>
        <p:spPr>
          <a:xfrm>
            <a:off x="761428" y="1162049"/>
            <a:ext cx="3571240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分析最优（子）</a:t>
            </a:r>
            <a:r>
              <a:rPr sz="2800" spc="-25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结构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sp>
        <p:nvSpPr>
          <p:cNvPr id="48" name="object 6">
            <a:extLst>
              <a:ext uri="{FF2B5EF4-FFF2-40B4-BE49-F238E27FC236}">
                <a16:creationId xmlns:a16="http://schemas.microsoft.com/office/drawing/2014/main" id="{59F446AC-8635-B046-B8AE-1CD82240CA66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04869" y="167146"/>
            <a:ext cx="6849195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动态规划：一般步</a:t>
            </a:r>
            <a:r>
              <a:rPr spc="-60" dirty="0" err="1">
                <a:latin typeface="SimSun" panose="02010600030101010101" pitchFamily="2" charset="-122"/>
                <a:ea typeface="SimSun" panose="02010600030101010101" pitchFamily="2" charset="-122"/>
              </a:rPr>
              <a:t>骤</a:t>
            </a:r>
            <a:endParaRPr spc="-6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4"/>
          <p:cNvSpPr/>
          <p:nvPr/>
        </p:nvSpPr>
        <p:spPr>
          <a:xfrm>
            <a:off x="9116948" y="1018413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8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8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1" y="876426"/>
                </a:lnTo>
                <a:lnTo>
                  <a:pt x="1856231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9346438" y="1314449"/>
            <a:ext cx="1397000" cy="3003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20">
                <a:solidFill>
                  <a:srgbClr val="FFFFFF"/>
                </a:solidFill>
                <a:latin typeface="PMingLiU"/>
                <a:cs typeface="PMingLiU"/>
              </a:rPr>
              <a:t>问题结构分析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9825228" y="2052827"/>
            <a:ext cx="439420" cy="367030"/>
          </a:xfrm>
          <a:custGeom>
            <a:avLst/>
            <a:gdLst/>
            <a:ahLst/>
            <a:cxnLst/>
            <a:rect l="l" t="t" r="r" b="b"/>
            <a:pathLst>
              <a:path w="439420" h="367030">
                <a:moveTo>
                  <a:pt x="351154" y="0"/>
                </a:moveTo>
                <a:lnTo>
                  <a:pt x="87756" y="0"/>
                </a:lnTo>
                <a:lnTo>
                  <a:pt x="87756" y="183261"/>
                </a:lnTo>
                <a:lnTo>
                  <a:pt x="0" y="183261"/>
                </a:lnTo>
                <a:lnTo>
                  <a:pt x="219455" y="366522"/>
                </a:lnTo>
                <a:lnTo>
                  <a:pt x="438912" y="183261"/>
                </a:lnTo>
                <a:lnTo>
                  <a:pt x="351154" y="183261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9116948" y="2480691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8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8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1" y="876426"/>
                </a:lnTo>
                <a:lnTo>
                  <a:pt x="1856231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4499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9346438" y="2776982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递推关系建立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9825228" y="3515105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9"/>
                </a:lnTo>
                <a:lnTo>
                  <a:pt x="0" y="182499"/>
                </a:lnTo>
                <a:lnTo>
                  <a:pt x="219455" y="364998"/>
                </a:lnTo>
                <a:lnTo>
                  <a:pt x="438912" y="182499"/>
                </a:lnTo>
                <a:lnTo>
                  <a:pt x="351154" y="182499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9116948" y="3941445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8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8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8" y="973835"/>
                </a:lnTo>
                <a:lnTo>
                  <a:pt x="1758823" y="973835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1" y="876426"/>
                </a:lnTo>
                <a:lnTo>
                  <a:pt x="1856231" y="97408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 txBox="1"/>
          <p:nvPr/>
        </p:nvSpPr>
        <p:spPr>
          <a:xfrm>
            <a:off x="9346438" y="4237735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自底向上计算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9825228" y="4975859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8"/>
                </a:lnTo>
                <a:lnTo>
                  <a:pt x="0" y="182498"/>
                </a:lnTo>
                <a:lnTo>
                  <a:pt x="219455" y="364997"/>
                </a:lnTo>
                <a:lnTo>
                  <a:pt x="438912" y="182498"/>
                </a:lnTo>
                <a:lnTo>
                  <a:pt x="351154" y="182498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9116948" y="5402198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8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52"/>
                </a:lnTo>
                <a:lnTo>
                  <a:pt x="7647" y="914358"/>
                </a:lnTo>
                <a:lnTo>
                  <a:pt x="28511" y="945313"/>
                </a:lnTo>
                <a:lnTo>
                  <a:pt x="59471" y="966183"/>
                </a:lnTo>
                <a:lnTo>
                  <a:pt x="97408" y="973835"/>
                </a:lnTo>
                <a:lnTo>
                  <a:pt x="1758823" y="973835"/>
                </a:lnTo>
                <a:lnTo>
                  <a:pt x="1796760" y="966183"/>
                </a:lnTo>
                <a:lnTo>
                  <a:pt x="1827720" y="945313"/>
                </a:lnTo>
                <a:lnTo>
                  <a:pt x="1848584" y="914358"/>
                </a:lnTo>
                <a:lnTo>
                  <a:pt x="1856231" y="876452"/>
                </a:lnTo>
                <a:lnTo>
                  <a:pt x="1856231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 txBox="1"/>
          <p:nvPr/>
        </p:nvSpPr>
        <p:spPr>
          <a:xfrm>
            <a:off x="9346438" y="5698744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最优方案追踪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345691" y="1852422"/>
            <a:ext cx="7287259" cy="1868075"/>
          </a:xfrm>
          <a:prstGeom prst="rect">
            <a:avLst/>
          </a:prstGeom>
          <a:solidFill>
            <a:srgbClr val="006FC0"/>
          </a:solidFill>
        </p:spPr>
        <p:txBody>
          <a:bodyPr vert="horz" wrap="square" lIns="0" tIns="160655" rIns="0" bIns="0" rtlCol="0">
            <a:spAutoFit/>
          </a:bodyPr>
          <a:lstStyle/>
          <a:p>
            <a:pPr marL="548005">
              <a:lnSpc>
                <a:spcPct val="100000"/>
              </a:lnSpc>
              <a:spcBef>
                <a:spcPts val="1265"/>
              </a:spcBef>
            </a:pPr>
            <a:r>
              <a:rPr sz="2600" spc="-35" dirty="0" err="1">
                <a:solidFill>
                  <a:srgbClr val="FFFFFF"/>
                </a:solidFill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最优子结构性质</a:t>
            </a:r>
            <a:r>
              <a:rPr sz="2600" dirty="0" err="1">
                <a:solidFill>
                  <a:srgbClr val="FFFFFF"/>
                </a:solidFill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（</a:t>
            </a:r>
            <a:r>
              <a:rPr sz="2600" b="1" dirty="0" err="1">
                <a:solidFill>
                  <a:srgbClr val="FFFFFF"/>
                </a:solidFill>
                <a:latin typeface="SimSun" panose="02010600030101010101" pitchFamily="2" charset="-122"/>
                <a:ea typeface="SimSun" panose="02010600030101010101" pitchFamily="2" charset="-122"/>
                <a:cs typeface="Times New Roman"/>
              </a:rPr>
              <a:t>Optimal</a:t>
            </a:r>
            <a:r>
              <a:rPr sz="2600" b="1" spc="-35" dirty="0">
                <a:solidFill>
                  <a:srgbClr val="FFFFFF"/>
                </a:solidFill>
                <a:latin typeface="SimSun" panose="02010600030101010101" pitchFamily="2" charset="-122"/>
                <a:ea typeface="SimSun" panose="02010600030101010101" pitchFamily="2" charset="-122"/>
                <a:cs typeface="Times New Roman"/>
              </a:rPr>
              <a:t> </a:t>
            </a:r>
            <a:r>
              <a:rPr sz="2600" b="1" spc="-10" dirty="0">
                <a:solidFill>
                  <a:srgbClr val="FFFFFF"/>
                </a:solidFill>
                <a:latin typeface="SimSun" panose="02010600030101010101" pitchFamily="2" charset="-122"/>
                <a:ea typeface="SimSun" panose="02010600030101010101" pitchFamily="2" charset="-122"/>
                <a:cs typeface="Times New Roman"/>
              </a:rPr>
              <a:t>Substructure</a:t>
            </a:r>
            <a:r>
              <a:rPr sz="2600" spc="-10" dirty="0">
                <a:solidFill>
                  <a:srgbClr val="FFFFFF"/>
                </a:solidFill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）</a:t>
            </a:r>
            <a:endParaRPr sz="26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  <a:p>
            <a:pPr marL="1005205" marR="481965">
              <a:lnSpc>
                <a:spcPct val="191700"/>
              </a:lnSpc>
              <a:spcBef>
                <a:spcPts val="50"/>
              </a:spcBef>
            </a:pPr>
            <a:r>
              <a:rPr sz="2400" dirty="0" err="1">
                <a:solidFill>
                  <a:srgbClr val="FFFFFF"/>
                </a:solidFill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问题的最优解由相关子问题最优解</a:t>
            </a:r>
            <a:r>
              <a:rPr sz="2400" spc="-15" dirty="0" err="1">
                <a:solidFill>
                  <a:srgbClr val="FFC000"/>
                </a:solidFill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组合而成</a:t>
            </a:r>
            <a:r>
              <a:rPr sz="2400" spc="-10" dirty="0" err="1">
                <a:solidFill>
                  <a:srgbClr val="FFFFFF"/>
                </a:solidFill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子问题可以</a:t>
            </a:r>
            <a:r>
              <a:rPr sz="2400" spc="-20" dirty="0" err="1">
                <a:solidFill>
                  <a:srgbClr val="FFC000"/>
                </a:solidFill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独立求解</a:t>
            </a:r>
            <a:endParaRPr sz="24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sp>
        <p:nvSpPr>
          <p:cNvPr id="18" name="object 2">
            <a:extLst>
              <a:ext uri="{FF2B5EF4-FFF2-40B4-BE49-F238E27FC236}">
                <a16:creationId xmlns:a16="http://schemas.microsoft.com/office/drawing/2014/main" id="{74BAA550-A4CD-4F48-91E8-87E3008CD253}"/>
              </a:ext>
            </a:extLst>
          </p:cNvPr>
          <p:cNvSpPr txBox="1"/>
          <p:nvPr/>
        </p:nvSpPr>
        <p:spPr>
          <a:xfrm>
            <a:off x="761428" y="1162049"/>
            <a:ext cx="3571240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分析最优（子）</a:t>
            </a:r>
            <a:r>
              <a:rPr sz="2800" spc="-25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结构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sp>
        <p:nvSpPr>
          <p:cNvPr id="19" name="object 6">
            <a:extLst>
              <a:ext uri="{FF2B5EF4-FFF2-40B4-BE49-F238E27FC236}">
                <a16:creationId xmlns:a16="http://schemas.microsoft.com/office/drawing/2014/main" id="{D711FC83-0C5D-654E-9069-4452A0C44A41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04869" y="167146"/>
            <a:ext cx="6849195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动态规划：一般步</a:t>
            </a:r>
            <a:r>
              <a:rPr spc="-60" dirty="0" err="1">
                <a:latin typeface="SimSun" panose="02010600030101010101" pitchFamily="2" charset="-122"/>
                <a:ea typeface="SimSun" panose="02010600030101010101" pitchFamily="2" charset="-122"/>
              </a:rPr>
              <a:t>骤</a:t>
            </a:r>
            <a:endParaRPr spc="-6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/>
          <p:nvPr/>
        </p:nvSpPr>
        <p:spPr>
          <a:xfrm>
            <a:off x="2195472" y="5053783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178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736875" y="5053783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24765" y="27178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4661304" y="5053783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178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3658639" y="5053783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24765" y="27178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864246" y="5053783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178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219977" y="5053783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24765" y="27178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 txBox="1"/>
          <p:nvPr/>
        </p:nvSpPr>
        <p:spPr>
          <a:xfrm>
            <a:off x="761428" y="4347861"/>
            <a:ext cx="7029450" cy="1033144"/>
          </a:xfrm>
          <a:prstGeom prst="rect">
            <a:avLst/>
          </a:prstGeom>
        </p:spPr>
        <p:txBody>
          <a:bodyPr vert="horz" wrap="square" lIns="0" tIns="128905" rIns="0" bIns="0" rtlCol="0">
            <a:spAutoFit/>
          </a:bodyPr>
          <a:lstStyle/>
          <a:p>
            <a:pPr marL="393700" indent="-342900">
              <a:lnSpc>
                <a:spcPct val="100000"/>
              </a:lnSpc>
              <a:spcBef>
                <a:spcPts val="1015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93065" algn="l"/>
                <a:tab pos="393700" algn="l"/>
              </a:tabLst>
            </a:pPr>
            <a:r>
              <a:rPr sz="2800" spc="-2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构造递推公式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  <a:p>
            <a:pPr marL="742315" lvl="1" indent="-347980">
              <a:lnSpc>
                <a:spcPct val="100000"/>
              </a:lnSpc>
              <a:spcBef>
                <a:spcPts val="780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742315" algn="l"/>
                <a:tab pos="742950" algn="l"/>
                <a:tab pos="1629410" algn="l"/>
                <a:tab pos="4225925" algn="l"/>
                <a:tab pos="6280785" algn="l"/>
              </a:tabLst>
            </a:pPr>
            <a:r>
              <a:rPr sz="2400" dirty="0">
                <a:latin typeface="Cambria Math"/>
                <a:cs typeface="Cambria Math"/>
              </a:rPr>
              <a:t>𝑷</a:t>
            </a:r>
            <a:r>
              <a:rPr sz="2400" spc="305" dirty="0">
                <a:latin typeface="Cambria Math"/>
                <a:cs typeface="Cambria Math"/>
              </a:rPr>
              <a:t> </a:t>
            </a:r>
            <a:r>
              <a:rPr sz="2400" spc="-10" dirty="0">
                <a:latin typeface="Cambria Math"/>
                <a:cs typeface="Cambria Math"/>
              </a:rPr>
              <a:t>𝒊,</a:t>
            </a:r>
            <a:r>
              <a:rPr sz="2400" spc="-130" dirty="0">
                <a:latin typeface="Cambria Math"/>
                <a:cs typeface="Cambria Math"/>
              </a:rPr>
              <a:t> </a:t>
            </a:r>
            <a:r>
              <a:rPr sz="2400" spc="-50" dirty="0">
                <a:latin typeface="Cambria Math"/>
                <a:cs typeface="Cambria Math"/>
              </a:rPr>
              <a:t>𝒄</a:t>
            </a:r>
            <a:r>
              <a:rPr sz="2400" dirty="0">
                <a:latin typeface="Cambria Math"/>
                <a:cs typeface="Cambria Math"/>
              </a:rPr>
              <a:t>	=</a:t>
            </a:r>
            <a:r>
              <a:rPr sz="2400" spc="120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𝐦𝐚𝐱{𝑷</a:t>
            </a:r>
            <a:r>
              <a:rPr sz="2400" spc="305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𝒊 − 𝟏,</a:t>
            </a:r>
            <a:r>
              <a:rPr sz="2400" spc="-140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𝒄</a:t>
            </a:r>
            <a:r>
              <a:rPr sz="2400" spc="315" dirty="0">
                <a:latin typeface="Cambria Math"/>
                <a:cs typeface="Cambria Math"/>
              </a:rPr>
              <a:t> </a:t>
            </a:r>
            <a:r>
              <a:rPr sz="2400" spc="-50" dirty="0">
                <a:latin typeface="Cambria Math"/>
                <a:cs typeface="Cambria Math"/>
              </a:rPr>
              <a:t>,</a:t>
            </a:r>
            <a:r>
              <a:rPr sz="2400" dirty="0">
                <a:latin typeface="Cambria Math"/>
                <a:cs typeface="Cambria Math"/>
              </a:rPr>
              <a:t>	𝑷</a:t>
            </a:r>
            <a:r>
              <a:rPr sz="2400" spc="305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𝒊 −</a:t>
            </a:r>
            <a:r>
              <a:rPr sz="2400" spc="-10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𝟏,</a:t>
            </a:r>
            <a:r>
              <a:rPr sz="2400" spc="-135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𝒄</a:t>
            </a:r>
            <a:r>
              <a:rPr sz="2400" spc="5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−</a:t>
            </a:r>
            <a:r>
              <a:rPr sz="2400" spc="5" dirty="0">
                <a:latin typeface="Cambria Math"/>
                <a:cs typeface="Cambria Math"/>
              </a:rPr>
              <a:t> </a:t>
            </a:r>
            <a:r>
              <a:rPr sz="2400" spc="-25" dirty="0">
                <a:latin typeface="Cambria Math"/>
                <a:cs typeface="Cambria Math"/>
              </a:rPr>
              <a:t>𝒗</a:t>
            </a:r>
            <a:r>
              <a:rPr sz="2625" spc="-37" baseline="-15873" dirty="0">
                <a:latin typeface="Cambria Math"/>
                <a:cs typeface="Cambria Math"/>
              </a:rPr>
              <a:t>𝒊</a:t>
            </a:r>
            <a:r>
              <a:rPr sz="2625" baseline="-15873" dirty="0">
                <a:latin typeface="Cambria Math"/>
                <a:cs typeface="Cambria Math"/>
              </a:rPr>
              <a:t>	</a:t>
            </a:r>
            <a:r>
              <a:rPr sz="2400" dirty="0">
                <a:latin typeface="Cambria Math"/>
                <a:cs typeface="Cambria Math"/>
              </a:rPr>
              <a:t>+ </a:t>
            </a:r>
            <a:r>
              <a:rPr sz="2400" spc="-25" dirty="0">
                <a:latin typeface="Cambria Math"/>
                <a:cs typeface="Cambria Math"/>
              </a:rPr>
              <a:t>𝒑</a:t>
            </a:r>
            <a:r>
              <a:rPr sz="2625" spc="-37" baseline="-15873" dirty="0">
                <a:latin typeface="Cambria Math"/>
                <a:cs typeface="Cambria Math"/>
              </a:rPr>
              <a:t>𝒊</a:t>
            </a:r>
            <a:r>
              <a:rPr sz="2400" spc="-25" dirty="0">
                <a:latin typeface="Cambria Math"/>
                <a:cs typeface="Cambria Math"/>
              </a:rPr>
              <a:t>}</a:t>
            </a:r>
            <a:endParaRPr sz="2400" dirty="0">
              <a:latin typeface="Cambria Math"/>
              <a:cs typeface="Cambria Math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9116948" y="1018413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8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8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1" y="876426"/>
                </a:lnTo>
                <a:lnTo>
                  <a:pt x="1856231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 txBox="1"/>
          <p:nvPr/>
        </p:nvSpPr>
        <p:spPr>
          <a:xfrm>
            <a:off x="9346438" y="1314449"/>
            <a:ext cx="1397000" cy="3003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20">
                <a:solidFill>
                  <a:srgbClr val="FFFFFF"/>
                </a:solidFill>
                <a:latin typeface="PMingLiU"/>
                <a:cs typeface="PMingLiU"/>
              </a:rPr>
              <a:t>问题结构分析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9825228" y="2052827"/>
            <a:ext cx="439420" cy="367030"/>
          </a:xfrm>
          <a:custGeom>
            <a:avLst/>
            <a:gdLst/>
            <a:ahLst/>
            <a:cxnLst/>
            <a:rect l="l" t="t" r="r" b="b"/>
            <a:pathLst>
              <a:path w="439420" h="367030">
                <a:moveTo>
                  <a:pt x="351154" y="0"/>
                </a:moveTo>
                <a:lnTo>
                  <a:pt x="87756" y="0"/>
                </a:lnTo>
                <a:lnTo>
                  <a:pt x="87756" y="183261"/>
                </a:lnTo>
                <a:lnTo>
                  <a:pt x="0" y="183261"/>
                </a:lnTo>
                <a:lnTo>
                  <a:pt x="219455" y="366522"/>
                </a:lnTo>
                <a:lnTo>
                  <a:pt x="438912" y="183261"/>
                </a:lnTo>
                <a:lnTo>
                  <a:pt x="351154" y="183261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9116948" y="2480691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8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8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1" y="876426"/>
                </a:lnTo>
                <a:lnTo>
                  <a:pt x="1856231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4499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 txBox="1"/>
          <p:nvPr/>
        </p:nvSpPr>
        <p:spPr>
          <a:xfrm>
            <a:off x="9346438" y="2776982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递推关系建立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9825228" y="3515105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9"/>
                </a:lnTo>
                <a:lnTo>
                  <a:pt x="0" y="182499"/>
                </a:lnTo>
                <a:lnTo>
                  <a:pt x="219455" y="364998"/>
                </a:lnTo>
                <a:lnTo>
                  <a:pt x="438912" y="182499"/>
                </a:lnTo>
                <a:lnTo>
                  <a:pt x="351154" y="182499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9116948" y="3941445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8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8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8" y="973835"/>
                </a:lnTo>
                <a:lnTo>
                  <a:pt x="1758823" y="973835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1" y="876426"/>
                </a:lnTo>
                <a:lnTo>
                  <a:pt x="1856231" y="97408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 txBox="1"/>
          <p:nvPr/>
        </p:nvSpPr>
        <p:spPr>
          <a:xfrm>
            <a:off x="9346438" y="4237735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自底向上计算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19" name="object 19"/>
          <p:cNvSpPr/>
          <p:nvPr/>
        </p:nvSpPr>
        <p:spPr>
          <a:xfrm>
            <a:off x="9825228" y="4975859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8"/>
                </a:lnTo>
                <a:lnTo>
                  <a:pt x="0" y="182498"/>
                </a:lnTo>
                <a:lnTo>
                  <a:pt x="219455" y="364997"/>
                </a:lnTo>
                <a:lnTo>
                  <a:pt x="438912" y="182498"/>
                </a:lnTo>
                <a:lnTo>
                  <a:pt x="351154" y="182498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9116948" y="5402198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8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52"/>
                </a:lnTo>
                <a:lnTo>
                  <a:pt x="7647" y="914358"/>
                </a:lnTo>
                <a:lnTo>
                  <a:pt x="28511" y="945313"/>
                </a:lnTo>
                <a:lnTo>
                  <a:pt x="59471" y="966183"/>
                </a:lnTo>
                <a:lnTo>
                  <a:pt x="97408" y="973835"/>
                </a:lnTo>
                <a:lnTo>
                  <a:pt x="1758823" y="973835"/>
                </a:lnTo>
                <a:lnTo>
                  <a:pt x="1796760" y="966183"/>
                </a:lnTo>
                <a:lnTo>
                  <a:pt x="1827720" y="945313"/>
                </a:lnTo>
                <a:lnTo>
                  <a:pt x="1848584" y="914358"/>
                </a:lnTo>
                <a:lnTo>
                  <a:pt x="1856231" y="876452"/>
                </a:lnTo>
                <a:lnTo>
                  <a:pt x="1856231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 txBox="1"/>
          <p:nvPr/>
        </p:nvSpPr>
        <p:spPr>
          <a:xfrm>
            <a:off x="9346438" y="5698744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最优方案追踪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1345691" y="1852422"/>
            <a:ext cx="7287259" cy="1868075"/>
          </a:xfrm>
          <a:prstGeom prst="rect">
            <a:avLst/>
          </a:prstGeom>
          <a:solidFill>
            <a:srgbClr val="006FC0"/>
          </a:solidFill>
        </p:spPr>
        <p:txBody>
          <a:bodyPr vert="horz" wrap="square" lIns="0" tIns="160655" rIns="0" bIns="0" rtlCol="0">
            <a:spAutoFit/>
          </a:bodyPr>
          <a:lstStyle/>
          <a:p>
            <a:pPr marL="548005">
              <a:lnSpc>
                <a:spcPct val="100000"/>
              </a:lnSpc>
              <a:spcBef>
                <a:spcPts val="1265"/>
              </a:spcBef>
            </a:pPr>
            <a:r>
              <a:rPr sz="2600" spc="-35" dirty="0" err="1">
                <a:solidFill>
                  <a:srgbClr val="FFFFFF"/>
                </a:solidFill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最优子结构性质</a:t>
            </a:r>
            <a:r>
              <a:rPr sz="2600" dirty="0" err="1">
                <a:solidFill>
                  <a:srgbClr val="FFFFFF"/>
                </a:solidFill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（</a:t>
            </a:r>
            <a:r>
              <a:rPr sz="2600" b="1" dirty="0" err="1">
                <a:solidFill>
                  <a:srgbClr val="FFFFFF"/>
                </a:solidFill>
                <a:latin typeface="SimSun" panose="02010600030101010101" pitchFamily="2" charset="-122"/>
                <a:ea typeface="SimSun" panose="02010600030101010101" pitchFamily="2" charset="-122"/>
                <a:cs typeface="Times New Roman"/>
              </a:rPr>
              <a:t>Optimal</a:t>
            </a:r>
            <a:r>
              <a:rPr sz="2600" b="1" spc="-35" dirty="0">
                <a:solidFill>
                  <a:srgbClr val="FFFFFF"/>
                </a:solidFill>
                <a:latin typeface="SimSun" panose="02010600030101010101" pitchFamily="2" charset="-122"/>
                <a:ea typeface="SimSun" panose="02010600030101010101" pitchFamily="2" charset="-122"/>
                <a:cs typeface="Times New Roman"/>
              </a:rPr>
              <a:t> </a:t>
            </a:r>
            <a:r>
              <a:rPr sz="2600" b="1" spc="-10" dirty="0">
                <a:solidFill>
                  <a:srgbClr val="FFFFFF"/>
                </a:solidFill>
                <a:latin typeface="SimSun" panose="02010600030101010101" pitchFamily="2" charset="-122"/>
                <a:ea typeface="SimSun" panose="02010600030101010101" pitchFamily="2" charset="-122"/>
                <a:cs typeface="Times New Roman"/>
              </a:rPr>
              <a:t>Substructure</a:t>
            </a:r>
            <a:r>
              <a:rPr sz="2600" spc="-10" dirty="0">
                <a:solidFill>
                  <a:srgbClr val="FFFFFF"/>
                </a:solidFill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）</a:t>
            </a:r>
            <a:endParaRPr sz="26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  <a:p>
            <a:pPr marL="1005205" marR="481965">
              <a:lnSpc>
                <a:spcPct val="191700"/>
              </a:lnSpc>
              <a:spcBef>
                <a:spcPts val="50"/>
              </a:spcBef>
            </a:pPr>
            <a:r>
              <a:rPr sz="2400" dirty="0" err="1">
                <a:solidFill>
                  <a:srgbClr val="FFFFFF"/>
                </a:solidFill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问题的最优解由相关子问题最优解</a:t>
            </a:r>
            <a:r>
              <a:rPr sz="2400" spc="-15" dirty="0" err="1">
                <a:solidFill>
                  <a:srgbClr val="FFC000"/>
                </a:solidFill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组合而成</a:t>
            </a:r>
            <a:r>
              <a:rPr sz="2400" spc="-10" dirty="0" err="1">
                <a:solidFill>
                  <a:srgbClr val="FFFFFF"/>
                </a:solidFill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子问题可以</a:t>
            </a:r>
            <a:r>
              <a:rPr sz="2400" spc="-20" dirty="0" err="1">
                <a:solidFill>
                  <a:srgbClr val="FFC000"/>
                </a:solidFill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独立求解</a:t>
            </a:r>
            <a:endParaRPr sz="24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sp>
        <p:nvSpPr>
          <p:cNvPr id="25" name="object 2">
            <a:extLst>
              <a:ext uri="{FF2B5EF4-FFF2-40B4-BE49-F238E27FC236}">
                <a16:creationId xmlns:a16="http://schemas.microsoft.com/office/drawing/2014/main" id="{DF6A8189-B100-264E-B47B-B8DDAAA4255C}"/>
              </a:ext>
            </a:extLst>
          </p:cNvPr>
          <p:cNvSpPr txBox="1"/>
          <p:nvPr/>
        </p:nvSpPr>
        <p:spPr>
          <a:xfrm>
            <a:off x="761428" y="1162049"/>
            <a:ext cx="3571240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分析最优（子）</a:t>
            </a:r>
            <a:r>
              <a:rPr sz="2800" spc="-25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结构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sp>
        <p:nvSpPr>
          <p:cNvPr id="26" name="object 6">
            <a:extLst>
              <a:ext uri="{FF2B5EF4-FFF2-40B4-BE49-F238E27FC236}">
                <a16:creationId xmlns:a16="http://schemas.microsoft.com/office/drawing/2014/main" id="{243193BC-C553-DE4A-A182-1A53EE7A6666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04869" y="167146"/>
            <a:ext cx="6849195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动态规划：一般步</a:t>
            </a:r>
            <a:r>
              <a:rPr spc="-60" dirty="0" err="1">
                <a:latin typeface="SimSun" panose="02010600030101010101" pitchFamily="2" charset="-122"/>
                <a:ea typeface="SimSun" panose="02010600030101010101" pitchFamily="2" charset="-122"/>
              </a:rPr>
              <a:t>骤</a:t>
            </a:r>
            <a:endParaRPr spc="-6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946854" y="2118697"/>
            <a:ext cx="60960" cy="260350"/>
          </a:xfrm>
          <a:custGeom>
            <a:avLst/>
            <a:gdLst/>
            <a:ahLst/>
            <a:cxnLst/>
            <a:rect l="l" t="t" r="r" b="b"/>
            <a:pathLst>
              <a:path w="60960" h="260350">
                <a:moveTo>
                  <a:pt x="60960" y="0"/>
                </a:moveTo>
                <a:lnTo>
                  <a:pt x="0" y="0"/>
                </a:lnTo>
                <a:lnTo>
                  <a:pt x="0" y="10160"/>
                </a:lnTo>
                <a:lnTo>
                  <a:pt x="38227" y="10160"/>
                </a:lnTo>
                <a:lnTo>
                  <a:pt x="38227" y="250190"/>
                </a:lnTo>
                <a:lnTo>
                  <a:pt x="0" y="250190"/>
                </a:lnTo>
                <a:lnTo>
                  <a:pt x="0" y="260350"/>
                </a:lnTo>
                <a:lnTo>
                  <a:pt x="60960" y="260350"/>
                </a:lnTo>
                <a:lnTo>
                  <a:pt x="60960" y="250190"/>
                </a:lnTo>
                <a:lnTo>
                  <a:pt x="60960" y="10160"/>
                </a:lnTo>
                <a:lnTo>
                  <a:pt x="60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3500449" y="2118697"/>
            <a:ext cx="60960" cy="260350"/>
          </a:xfrm>
          <a:custGeom>
            <a:avLst/>
            <a:gdLst/>
            <a:ahLst/>
            <a:cxnLst/>
            <a:rect l="l" t="t" r="r" b="b"/>
            <a:pathLst>
              <a:path w="60960" h="260350">
                <a:moveTo>
                  <a:pt x="60960" y="0"/>
                </a:moveTo>
                <a:lnTo>
                  <a:pt x="0" y="0"/>
                </a:lnTo>
                <a:lnTo>
                  <a:pt x="0" y="10160"/>
                </a:lnTo>
                <a:lnTo>
                  <a:pt x="0" y="250190"/>
                </a:lnTo>
                <a:lnTo>
                  <a:pt x="0" y="260350"/>
                </a:lnTo>
                <a:lnTo>
                  <a:pt x="60960" y="260350"/>
                </a:lnTo>
                <a:lnTo>
                  <a:pt x="60960" y="250190"/>
                </a:lnTo>
                <a:lnTo>
                  <a:pt x="22733" y="250190"/>
                </a:lnTo>
                <a:lnTo>
                  <a:pt x="22733" y="10160"/>
                </a:lnTo>
                <a:lnTo>
                  <a:pt x="60960" y="10160"/>
                </a:lnTo>
                <a:lnTo>
                  <a:pt x="60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738580" y="1005071"/>
            <a:ext cx="3215640" cy="1393190"/>
          </a:xfrm>
          <a:prstGeom prst="rect">
            <a:avLst/>
          </a:prstGeom>
        </p:spPr>
        <p:txBody>
          <a:bodyPr vert="horz" wrap="square" lIns="0" tIns="104139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819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1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确定计算顺序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  <a:p>
            <a:pPr marL="704215" lvl="1" indent="-347980">
              <a:lnSpc>
                <a:spcPct val="100000"/>
              </a:lnSpc>
              <a:spcBef>
                <a:spcPts val="615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704215" algn="l"/>
                <a:tab pos="704850" algn="l"/>
              </a:tabLst>
            </a:pPr>
            <a:r>
              <a:rPr sz="2400" spc="-2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初始化</a:t>
            </a:r>
            <a:endParaRPr sz="24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  <a:p>
            <a:pPr marL="705485">
              <a:lnSpc>
                <a:spcPct val="100000"/>
              </a:lnSpc>
              <a:spcBef>
                <a:spcPts val="550"/>
              </a:spcBef>
              <a:tabLst>
                <a:tab pos="1000125" algn="l"/>
              </a:tabLst>
            </a:pPr>
            <a:r>
              <a:rPr sz="1550" spc="-50" dirty="0">
                <a:solidFill>
                  <a:srgbClr val="EB91D7"/>
                </a:solidFill>
                <a:latin typeface="Times New Roman"/>
                <a:cs typeface="Times New Roman"/>
              </a:rPr>
              <a:t>o</a:t>
            </a:r>
            <a:r>
              <a:rPr sz="1550" dirty="0">
                <a:solidFill>
                  <a:srgbClr val="EB91D7"/>
                </a:solidFill>
                <a:latin typeface="Times New Roman"/>
                <a:cs typeface="Times New Roman"/>
              </a:rPr>
              <a:t>	</a:t>
            </a:r>
            <a:r>
              <a:rPr sz="2200" spc="-5" dirty="0">
                <a:latin typeface="PMingLiU"/>
                <a:cs typeface="PMingLiU"/>
              </a:rPr>
              <a:t>容量为</a:t>
            </a:r>
            <a:r>
              <a:rPr sz="2200" b="1" dirty="0">
                <a:latin typeface="Times New Roman"/>
                <a:cs typeface="Times New Roman"/>
              </a:rPr>
              <a:t>0</a:t>
            </a:r>
            <a:r>
              <a:rPr sz="2200" dirty="0">
                <a:latin typeface="PMingLiU"/>
                <a:cs typeface="PMingLiU"/>
              </a:rPr>
              <a:t>时：</a:t>
            </a:r>
            <a:r>
              <a:rPr sz="2200" dirty="0">
                <a:latin typeface="Cambria Math"/>
                <a:cs typeface="Cambria Math"/>
              </a:rPr>
              <a:t>𝑷</a:t>
            </a:r>
            <a:r>
              <a:rPr sz="2200" spc="275" dirty="0">
                <a:latin typeface="Cambria Math"/>
                <a:cs typeface="Cambria Math"/>
              </a:rPr>
              <a:t> </a:t>
            </a:r>
            <a:r>
              <a:rPr sz="2200" spc="-10" dirty="0">
                <a:latin typeface="Cambria Math"/>
                <a:cs typeface="Cambria Math"/>
              </a:rPr>
              <a:t>𝒊</a:t>
            </a:r>
            <a:r>
              <a:rPr sz="2200" spc="-65" dirty="0">
                <a:latin typeface="Cambria Math"/>
                <a:cs typeface="Cambria Math"/>
              </a:rPr>
              <a:t>, </a:t>
            </a:r>
            <a:r>
              <a:rPr sz="2200" spc="-50" dirty="0">
                <a:latin typeface="Cambria Math"/>
                <a:cs typeface="Cambria Math"/>
              </a:rPr>
              <a:t>𝟎</a:t>
            </a:r>
            <a:endParaRPr sz="2200" dirty="0">
              <a:latin typeface="Cambria Math"/>
              <a:cs typeface="Cambria Math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7439862" y="2118697"/>
            <a:ext cx="60960" cy="260350"/>
          </a:xfrm>
          <a:custGeom>
            <a:avLst/>
            <a:gdLst/>
            <a:ahLst/>
            <a:cxnLst/>
            <a:rect l="l" t="t" r="r" b="b"/>
            <a:pathLst>
              <a:path w="60958" h="260350">
                <a:moveTo>
                  <a:pt x="60960" y="0"/>
                </a:moveTo>
                <a:lnTo>
                  <a:pt x="0" y="0"/>
                </a:lnTo>
                <a:lnTo>
                  <a:pt x="0" y="10160"/>
                </a:lnTo>
                <a:lnTo>
                  <a:pt x="38227" y="10160"/>
                </a:lnTo>
                <a:lnTo>
                  <a:pt x="38227" y="250190"/>
                </a:lnTo>
                <a:lnTo>
                  <a:pt x="0" y="250190"/>
                </a:lnTo>
                <a:lnTo>
                  <a:pt x="0" y="260350"/>
                </a:lnTo>
                <a:lnTo>
                  <a:pt x="60960" y="260350"/>
                </a:lnTo>
                <a:lnTo>
                  <a:pt x="60960" y="250190"/>
                </a:lnTo>
                <a:lnTo>
                  <a:pt x="60960" y="10160"/>
                </a:lnTo>
                <a:lnTo>
                  <a:pt x="60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6956119" y="2118697"/>
            <a:ext cx="60960" cy="260350"/>
          </a:xfrm>
          <a:custGeom>
            <a:avLst/>
            <a:gdLst/>
            <a:ahLst/>
            <a:cxnLst/>
            <a:rect l="l" t="t" r="r" b="b"/>
            <a:pathLst>
              <a:path w="60958" h="260350">
                <a:moveTo>
                  <a:pt x="60960" y="0"/>
                </a:moveTo>
                <a:lnTo>
                  <a:pt x="0" y="0"/>
                </a:lnTo>
                <a:lnTo>
                  <a:pt x="0" y="10160"/>
                </a:lnTo>
                <a:lnTo>
                  <a:pt x="0" y="250190"/>
                </a:lnTo>
                <a:lnTo>
                  <a:pt x="0" y="260350"/>
                </a:lnTo>
                <a:lnTo>
                  <a:pt x="60960" y="260350"/>
                </a:lnTo>
                <a:lnTo>
                  <a:pt x="60960" y="250190"/>
                </a:lnTo>
                <a:lnTo>
                  <a:pt x="22733" y="250190"/>
                </a:lnTo>
                <a:lnTo>
                  <a:pt x="22733" y="10160"/>
                </a:lnTo>
                <a:lnTo>
                  <a:pt x="60960" y="10160"/>
                </a:lnTo>
                <a:lnTo>
                  <a:pt x="60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 txBox="1"/>
          <p:nvPr/>
        </p:nvSpPr>
        <p:spPr>
          <a:xfrm>
            <a:off x="4103063" y="2036655"/>
            <a:ext cx="3972560" cy="3613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951865" algn="l"/>
                <a:tab pos="3506470" algn="l"/>
              </a:tabLst>
            </a:pPr>
            <a:r>
              <a:rPr sz="2200">
                <a:latin typeface="Cambria Math"/>
                <a:cs typeface="Cambria Math"/>
              </a:rPr>
              <a:t>=</a:t>
            </a:r>
            <a:r>
              <a:rPr sz="2200" spc="110">
                <a:latin typeface="Cambria Math"/>
                <a:cs typeface="Cambria Math"/>
              </a:rPr>
              <a:t> </a:t>
            </a:r>
            <a:r>
              <a:rPr sz="2200" spc="-50">
                <a:latin typeface="Cambria Math"/>
                <a:cs typeface="Cambria Math"/>
              </a:rPr>
              <a:t>𝟎</a:t>
            </a:r>
            <a:r>
              <a:rPr sz="2200">
                <a:latin typeface="Cambria Math"/>
                <a:cs typeface="Cambria Math"/>
              </a:rPr>
              <a:t>	</a:t>
            </a:r>
            <a:r>
              <a:rPr sz="2200">
                <a:latin typeface="PMingLiU"/>
                <a:cs typeface="PMingLiU"/>
              </a:rPr>
              <a:t>没有商品时：</a:t>
            </a:r>
            <a:r>
              <a:rPr sz="2200">
                <a:latin typeface="Cambria Math"/>
                <a:cs typeface="Cambria Math"/>
              </a:rPr>
              <a:t>𝑷</a:t>
            </a:r>
            <a:r>
              <a:rPr sz="2200" spc="275">
                <a:latin typeface="Cambria Math"/>
                <a:cs typeface="Cambria Math"/>
              </a:rPr>
              <a:t> </a:t>
            </a:r>
            <a:r>
              <a:rPr sz="2200">
                <a:latin typeface="Cambria Math"/>
                <a:cs typeface="Cambria Math"/>
              </a:rPr>
              <a:t>𝟎,</a:t>
            </a:r>
            <a:r>
              <a:rPr sz="2200" spc="-130">
                <a:latin typeface="Cambria Math"/>
                <a:cs typeface="Cambria Math"/>
              </a:rPr>
              <a:t> </a:t>
            </a:r>
            <a:r>
              <a:rPr sz="2200" spc="-50">
                <a:latin typeface="Cambria Math"/>
                <a:cs typeface="Cambria Math"/>
              </a:rPr>
              <a:t>𝒄</a:t>
            </a:r>
            <a:r>
              <a:rPr sz="2200">
                <a:latin typeface="Cambria Math"/>
                <a:cs typeface="Cambria Math"/>
              </a:rPr>
              <a:t>	=</a:t>
            </a:r>
            <a:r>
              <a:rPr sz="2200" spc="110">
                <a:latin typeface="Cambria Math"/>
                <a:cs typeface="Cambria Math"/>
              </a:rPr>
              <a:t> </a:t>
            </a:r>
            <a:r>
              <a:rPr sz="2200" spc="-50">
                <a:latin typeface="Cambria Math"/>
                <a:cs typeface="Cambria Math"/>
              </a:rPr>
              <a:t>𝟎</a:t>
            </a:r>
            <a:endParaRPr sz="2200">
              <a:latin typeface="Cambria Math"/>
              <a:cs typeface="Cambria Math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713180" y="2374053"/>
            <a:ext cx="7038975" cy="967740"/>
          </a:xfrm>
          <a:prstGeom prst="rect">
            <a:avLst/>
          </a:prstGeom>
        </p:spPr>
        <p:txBody>
          <a:bodyPr vert="horz" wrap="square" lIns="0" tIns="81280" rIns="0" bIns="0" rtlCol="0">
            <a:spAutoFit/>
          </a:bodyPr>
          <a:lstStyle/>
          <a:p>
            <a:pPr marL="729615" indent="-347980">
              <a:lnSpc>
                <a:spcPct val="100000"/>
              </a:lnSpc>
              <a:spcBef>
                <a:spcPts val="640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729615" algn="l"/>
                <a:tab pos="730250" algn="l"/>
              </a:tabLst>
            </a:pPr>
            <a:r>
              <a:rPr sz="2400" spc="-10" dirty="0">
                <a:latin typeface="Cambria Math"/>
                <a:cs typeface="Cambria Math"/>
              </a:rPr>
              <a:t>𝑷[𝒊</a:t>
            </a:r>
            <a:r>
              <a:rPr sz="2400" spc="-75" dirty="0">
                <a:latin typeface="Cambria Math"/>
                <a:cs typeface="Cambria Math"/>
              </a:rPr>
              <a:t>, </a:t>
            </a:r>
            <a:r>
              <a:rPr sz="2400" spc="-10" dirty="0">
                <a:latin typeface="Cambria Math"/>
                <a:cs typeface="Cambria Math"/>
              </a:rPr>
              <a:t>𝒄]</a:t>
            </a:r>
            <a:r>
              <a:rPr sz="2400" dirty="0" err="1">
                <a:latin typeface="PMingLiU"/>
                <a:cs typeface="PMingLiU"/>
              </a:rPr>
              <a:t>依赖于子问题</a:t>
            </a:r>
            <a:r>
              <a:rPr sz="2400" dirty="0">
                <a:latin typeface="Cambria Math"/>
                <a:cs typeface="Cambria Math"/>
              </a:rPr>
              <a:t>𝑷[𝒊</a:t>
            </a:r>
            <a:r>
              <a:rPr sz="2400" spc="5" dirty="0">
                <a:latin typeface="Cambria Math"/>
                <a:cs typeface="Cambria Math"/>
              </a:rPr>
              <a:t> − </a:t>
            </a:r>
            <a:r>
              <a:rPr sz="2400" spc="-10" dirty="0">
                <a:latin typeface="Cambria Math"/>
                <a:cs typeface="Cambria Math"/>
              </a:rPr>
              <a:t>𝟏</a:t>
            </a:r>
            <a:r>
              <a:rPr sz="2400" spc="-65" dirty="0">
                <a:latin typeface="Cambria Math"/>
                <a:cs typeface="Cambria Math"/>
              </a:rPr>
              <a:t>, </a:t>
            </a:r>
            <a:r>
              <a:rPr sz="2400" dirty="0">
                <a:latin typeface="Cambria Math"/>
                <a:cs typeface="Cambria Math"/>
              </a:rPr>
              <a:t>𝒄</a:t>
            </a:r>
            <a:r>
              <a:rPr sz="2400" spc="10" dirty="0">
                <a:latin typeface="Cambria Math"/>
                <a:cs typeface="Cambria Math"/>
              </a:rPr>
              <a:t> − </a:t>
            </a:r>
            <a:r>
              <a:rPr sz="2400" dirty="0">
                <a:latin typeface="Cambria Math"/>
                <a:cs typeface="Cambria Math"/>
              </a:rPr>
              <a:t>𝒗</a:t>
            </a:r>
            <a:r>
              <a:rPr sz="2625" baseline="-15873" dirty="0">
                <a:latin typeface="Cambria Math"/>
                <a:cs typeface="Cambria Math"/>
              </a:rPr>
              <a:t>𝒊</a:t>
            </a:r>
            <a:r>
              <a:rPr sz="2400" dirty="0">
                <a:latin typeface="Cambria Math"/>
                <a:cs typeface="Cambria Math"/>
              </a:rPr>
              <a:t>]</a:t>
            </a:r>
            <a:r>
              <a:rPr sz="2400" dirty="0" err="1">
                <a:latin typeface="PMingLiU"/>
                <a:cs typeface="PMingLiU"/>
              </a:rPr>
              <a:t>和</a:t>
            </a:r>
            <a:r>
              <a:rPr sz="2400" dirty="0">
                <a:latin typeface="Cambria Math"/>
                <a:cs typeface="Cambria Math"/>
              </a:rPr>
              <a:t>𝑷[𝒊</a:t>
            </a:r>
            <a:r>
              <a:rPr sz="2400" spc="5" dirty="0">
                <a:latin typeface="Cambria Math"/>
                <a:cs typeface="Cambria Math"/>
              </a:rPr>
              <a:t> − </a:t>
            </a:r>
            <a:r>
              <a:rPr sz="2400" dirty="0">
                <a:latin typeface="Cambria Math"/>
                <a:cs typeface="Cambria Math"/>
              </a:rPr>
              <a:t>𝟏,</a:t>
            </a:r>
            <a:r>
              <a:rPr sz="2400" spc="-120" dirty="0">
                <a:latin typeface="Cambria Math"/>
                <a:cs typeface="Cambria Math"/>
              </a:rPr>
              <a:t> </a:t>
            </a:r>
            <a:r>
              <a:rPr sz="2400" spc="-25" dirty="0">
                <a:latin typeface="Cambria Math"/>
                <a:cs typeface="Cambria Math"/>
              </a:rPr>
              <a:t>𝒄]</a:t>
            </a:r>
            <a:endParaRPr sz="2400" dirty="0">
              <a:latin typeface="Cambria Math"/>
              <a:cs typeface="Cambria Math"/>
            </a:endParaRPr>
          </a:p>
          <a:p>
            <a:pPr marL="381000" indent="-342900">
              <a:lnSpc>
                <a:spcPct val="100000"/>
              </a:lnSpc>
              <a:spcBef>
                <a:spcPts val="635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80365" algn="l"/>
                <a:tab pos="381000" algn="l"/>
              </a:tabLst>
            </a:pPr>
            <a:r>
              <a:rPr sz="2800" spc="-1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依次求解问题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9116948" y="1018413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8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8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1" y="876426"/>
                </a:lnTo>
                <a:lnTo>
                  <a:pt x="1856231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 txBox="1"/>
          <p:nvPr/>
        </p:nvSpPr>
        <p:spPr>
          <a:xfrm>
            <a:off x="9346438" y="1314449"/>
            <a:ext cx="1397000" cy="3003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20">
                <a:solidFill>
                  <a:srgbClr val="FFFFFF"/>
                </a:solidFill>
                <a:latin typeface="PMingLiU"/>
                <a:cs typeface="PMingLiU"/>
              </a:rPr>
              <a:t>问题结构分析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9825228" y="2052827"/>
            <a:ext cx="439420" cy="367030"/>
          </a:xfrm>
          <a:custGeom>
            <a:avLst/>
            <a:gdLst/>
            <a:ahLst/>
            <a:cxnLst/>
            <a:rect l="l" t="t" r="r" b="b"/>
            <a:pathLst>
              <a:path w="439420" h="367030">
                <a:moveTo>
                  <a:pt x="351154" y="0"/>
                </a:moveTo>
                <a:lnTo>
                  <a:pt x="87756" y="0"/>
                </a:lnTo>
                <a:lnTo>
                  <a:pt x="87756" y="183261"/>
                </a:lnTo>
                <a:lnTo>
                  <a:pt x="0" y="183261"/>
                </a:lnTo>
                <a:lnTo>
                  <a:pt x="219455" y="366522"/>
                </a:lnTo>
                <a:lnTo>
                  <a:pt x="438912" y="183261"/>
                </a:lnTo>
                <a:lnTo>
                  <a:pt x="351154" y="183261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9116948" y="2480691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8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8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1" y="876426"/>
                </a:lnTo>
                <a:lnTo>
                  <a:pt x="1856231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 txBox="1"/>
          <p:nvPr/>
        </p:nvSpPr>
        <p:spPr>
          <a:xfrm>
            <a:off x="9346438" y="2776982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递推关系建立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9825228" y="3515105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9"/>
                </a:lnTo>
                <a:lnTo>
                  <a:pt x="0" y="182499"/>
                </a:lnTo>
                <a:lnTo>
                  <a:pt x="219455" y="364998"/>
                </a:lnTo>
                <a:lnTo>
                  <a:pt x="438912" y="182499"/>
                </a:lnTo>
                <a:lnTo>
                  <a:pt x="351154" y="182499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9116948" y="3941445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8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8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8" y="973835"/>
                </a:lnTo>
                <a:lnTo>
                  <a:pt x="1758823" y="973835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1" y="876426"/>
                </a:lnTo>
                <a:lnTo>
                  <a:pt x="1856231" y="97408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83C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 txBox="1"/>
          <p:nvPr/>
        </p:nvSpPr>
        <p:spPr>
          <a:xfrm>
            <a:off x="9346438" y="4237735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自底向上计算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9825228" y="4975859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8"/>
                </a:lnTo>
                <a:lnTo>
                  <a:pt x="0" y="182498"/>
                </a:lnTo>
                <a:lnTo>
                  <a:pt x="219455" y="364997"/>
                </a:lnTo>
                <a:lnTo>
                  <a:pt x="438912" y="182498"/>
                </a:lnTo>
                <a:lnTo>
                  <a:pt x="351154" y="182498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9116948" y="5402198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8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52"/>
                </a:lnTo>
                <a:lnTo>
                  <a:pt x="7647" y="914358"/>
                </a:lnTo>
                <a:lnTo>
                  <a:pt x="28511" y="945313"/>
                </a:lnTo>
                <a:lnTo>
                  <a:pt x="59471" y="966183"/>
                </a:lnTo>
                <a:lnTo>
                  <a:pt x="97408" y="973835"/>
                </a:lnTo>
                <a:lnTo>
                  <a:pt x="1758823" y="973835"/>
                </a:lnTo>
                <a:lnTo>
                  <a:pt x="1796760" y="966183"/>
                </a:lnTo>
                <a:lnTo>
                  <a:pt x="1827720" y="945313"/>
                </a:lnTo>
                <a:lnTo>
                  <a:pt x="1848584" y="914358"/>
                </a:lnTo>
                <a:lnTo>
                  <a:pt x="1856231" y="876452"/>
                </a:lnTo>
                <a:lnTo>
                  <a:pt x="1856231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 txBox="1"/>
          <p:nvPr/>
        </p:nvSpPr>
        <p:spPr>
          <a:xfrm>
            <a:off x="9346438" y="5698744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最优方案追踪</a:t>
            </a:r>
            <a:endParaRPr sz="1800">
              <a:latin typeface="PMingLiU"/>
              <a:cs typeface="PMingLiU"/>
            </a:endParaRPr>
          </a:p>
        </p:txBody>
      </p:sp>
      <p:grpSp>
        <p:nvGrpSpPr>
          <p:cNvPr id="21" name="object 21"/>
          <p:cNvGrpSpPr/>
          <p:nvPr/>
        </p:nvGrpSpPr>
        <p:grpSpPr>
          <a:xfrm>
            <a:off x="1099628" y="3346788"/>
            <a:ext cx="7458075" cy="3430904"/>
            <a:chOff x="1049388" y="3035300"/>
            <a:chExt cx="7458075" cy="3430904"/>
          </a:xfrm>
        </p:grpSpPr>
        <p:sp>
          <p:nvSpPr>
            <p:cNvPr id="22" name="object 22"/>
            <p:cNvSpPr/>
            <p:nvPr/>
          </p:nvSpPr>
          <p:spPr>
            <a:xfrm>
              <a:off x="1049388" y="3047961"/>
              <a:ext cx="7458075" cy="3405504"/>
            </a:xfrm>
            <a:custGeom>
              <a:avLst/>
              <a:gdLst/>
              <a:ahLst/>
              <a:cxnLst/>
              <a:rect l="l" t="t" r="r" b="b"/>
              <a:pathLst>
                <a:path w="7458075" h="3405504">
                  <a:moveTo>
                    <a:pt x="7457567" y="0"/>
                  </a:moveTo>
                  <a:lnTo>
                    <a:pt x="0" y="0"/>
                  </a:lnTo>
                  <a:lnTo>
                    <a:pt x="0" y="3404997"/>
                  </a:lnTo>
                  <a:lnTo>
                    <a:pt x="7457567" y="3404997"/>
                  </a:lnTo>
                  <a:lnTo>
                    <a:pt x="7457567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2566924" y="4020807"/>
              <a:ext cx="5940425" cy="487045"/>
            </a:xfrm>
            <a:custGeom>
              <a:avLst/>
              <a:gdLst/>
              <a:ahLst/>
              <a:cxnLst/>
              <a:rect l="l" t="t" r="r" b="b"/>
              <a:pathLst>
                <a:path w="5940425" h="487045">
                  <a:moveTo>
                    <a:pt x="742492" y="0"/>
                  </a:moveTo>
                  <a:lnTo>
                    <a:pt x="0" y="0"/>
                  </a:lnTo>
                  <a:lnTo>
                    <a:pt x="0" y="486422"/>
                  </a:lnTo>
                  <a:lnTo>
                    <a:pt x="742492" y="486422"/>
                  </a:lnTo>
                  <a:lnTo>
                    <a:pt x="742492" y="0"/>
                  </a:lnTo>
                  <a:close/>
                </a:path>
                <a:path w="5940425" h="487045">
                  <a:moveTo>
                    <a:pt x="2969945" y="0"/>
                  </a:moveTo>
                  <a:lnTo>
                    <a:pt x="2969945" y="0"/>
                  </a:lnTo>
                  <a:lnTo>
                    <a:pt x="742556" y="0"/>
                  </a:lnTo>
                  <a:lnTo>
                    <a:pt x="742556" y="486422"/>
                  </a:lnTo>
                  <a:lnTo>
                    <a:pt x="2969945" y="486422"/>
                  </a:lnTo>
                  <a:lnTo>
                    <a:pt x="2969945" y="0"/>
                  </a:lnTo>
                  <a:close/>
                </a:path>
                <a:path w="5940425" h="487045">
                  <a:moveTo>
                    <a:pt x="4454957" y="0"/>
                  </a:moveTo>
                  <a:lnTo>
                    <a:pt x="3712514" y="0"/>
                  </a:lnTo>
                  <a:lnTo>
                    <a:pt x="2970022" y="0"/>
                  </a:lnTo>
                  <a:lnTo>
                    <a:pt x="2970022" y="486422"/>
                  </a:lnTo>
                  <a:lnTo>
                    <a:pt x="3712464" y="486422"/>
                  </a:lnTo>
                  <a:lnTo>
                    <a:pt x="4454957" y="486422"/>
                  </a:lnTo>
                  <a:lnTo>
                    <a:pt x="4454957" y="0"/>
                  </a:lnTo>
                  <a:close/>
                </a:path>
                <a:path w="5940425" h="487045">
                  <a:moveTo>
                    <a:pt x="5939968" y="0"/>
                  </a:moveTo>
                  <a:lnTo>
                    <a:pt x="5197526" y="0"/>
                  </a:lnTo>
                  <a:lnTo>
                    <a:pt x="4455033" y="0"/>
                  </a:lnTo>
                  <a:lnTo>
                    <a:pt x="4455033" y="486422"/>
                  </a:lnTo>
                  <a:lnTo>
                    <a:pt x="5197475" y="486422"/>
                  </a:lnTo>
                  <a:lnTo>
                    <a:pt x="5939968" y="486422"/>
                  </a:lnTo>
                  <a:lnTo>
                    <a:pt x="5939968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2566924" y="4507217"/>
              <a:ext cx="5940425" cy="487045"/>
            </a:xfrm>
            <a:custGeom>
              <a:avLst/>
              <a:gdLst/>
              <a:ahLst/>
              <a:cxnLst/>
              <a:rect l="l" t="t" r="r" b="b"/>
              <a:pathLst>
                <a:path w="5940425" h="487045">
                  <a:moveTo>
                    <a:pt x="742492" y="0"/>
                  </a:moveTo>
                  <a:lnTo>
                    <a:pt x="0" y="0"/>
                  </a:lnTo>
                  <a:lnTo>
                    <a:pt x="0" y="486422"/>
                  </a:lnTo>
                  <a:lnTo>
                    <a:pt x="742492" y="486422"/>
                  </a:lnTo>
                  <a:lnTo>
                    <a:pt x="742492" y="0"/>
                  </a:lnTo>
                  <a:close/>
                </a:path>
                <a:path w="5940425" h="487045">
                  <a:moveTo>
                    <a:pt x="2969945" y="0"/>
                  </a:moveTo>
                  <a:lnTo>
                    <a:pt x="2969945" y="0"/>
                  </a:lnTo>
                  <a:lnTo>
                    <a:pt x="742556" y="0"/>
                  </a:lnTo>
                  <a:lnTo>
                    <a:pt x="742556" y="486422"/>
                  </a:lnTo>
                  <a:lnTo>
                    <a:pt x="2969945" y="486422"/>
                  </a:lnTo>
                  <a:lnTo>
                    <a:pt x="2969945" y="0"/>
                  </a:lnTo>
                  <a:close/>
                </a:path>
                <a:path w="5940425" h="487045">
                  <a:moveTo>
                    <a:pt x="4454957" y="0"/>
                  </a:moveTo>
                  <a:lnTo>
                    <a:pt x="3712514" y="0"/>
                  </a:lnTo>
                  <a:lnTo>
                    <a:pt x="2970022" y="0"/>
                  </a:lnTo>
                  <a:lnTo>
                    <a:pt x="2970022" y="486422"/>
                  </a:lnTo>
                  <a:lnTo>
                    <a:pt x="3712464" y="486422"/>
                  </a:lnTo>
                  <a:lnTo>
                    <a:pt x="4454957" y="486422"/>
                  </a:lnTo>
                  <a:lnTo>
                    <a:pt x="4454957" y="0"/>
                  </a:lnTo>
                  <a:close/>
                </a:path>
                <a:path w="5940425" h="487045">
                  <a:moveTo>
                    <a:pt x="5939968" y="0"/>
                  </a:moveTo>
                  <a:lnTo>
                    <a:pt x="5197526" y="0"/>
                  </a:lnTo>
                  <a:lnTo>
                    <a:pt x="4455033" y="0"/>
                  </a:lnTo>
                  <a:lnTo>
                    <a:pt x="4455033" y="486422"/>
                  </a:lnTo>
                  <a:lnTo>
                    <a:pt x="5197475" y="486422"/>
                  </a:lnTo>
                  <a:lnTo>
                    <a:pt x="5939968" y="486422"/>
                  </a:lnTo>
                  <a:lnTo>
                    <a:pt x="5939968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2566924" y="4993754"/>
              <a:ext cx="5940425" cy="487045"/>
            </a:xfrm>
            <a:custGeom>
              <a:avLst/>
              <a:gdLst/>
              <a:ahLst/>
              <a:cxnLst/>
              <a:rect l="l" t="t" r="r" b="b"/>
              <a:pathLst>
                <a:path w="5940425" h="487045">
                  <a:moveTo>
                    <a:pt x="742492" y="0"/>
                  </a:moveTo>
                  <a:lnTo>
                    <a:pt x="0" y="0"/>
                  </a:lnTo>
                  <a:lnTo>
                    <a:pt x="0" y="486422"/>
                  </a:lnTo>
                  <a:lnTo>
                    <a:pt x="742492" y="486422"/>
                  </a:lnTo>
                  <a:lnTo>
                    <a:pt x="742492" y="0"/>
                  </a:lnTo>
                  <a:close/>
                </a:path>
                <a:path w="5940425" h="487045">
                  <a:moveTo>
                    <a:pt x="2969945" y="0"/>
                  </a:moveTo>
                  <a:lnTo>
                    <a:pt x="2969945" y="0"/>
                  </a:lnTo>
                  <a:lnTo>
                    <a:pt x="742556" y="0"/>
                  </a:lnTo>
                  <a:lnTo>
                    <a:pt x="742556" y="486422"/>
                  </a:lnTo>
                  <a:lnTo>
                    <a:pt x="2969945" y="486422"/>
                  </a:lnTo>
                  <a:lnTo>
                    <a:pt x="2969945" y="0"/>
                  </a:lnTo>
                  <a:close/>
                </a:path>
                <a:path w="5940425" h="487045">
                  <a:moveTo>
                    <a:pt x="4454957" y="0"/>
                  </a:moveTo>
                  <a:lnTo>
                    <a:pt x="3712514" y="0"/>
                  </a:lnTo>
                  <a:lnTo>
                    <a:pt x="2970022" y="0"/>
                  </a:lnTo>
                  <a:lnTo>
                    <a:pt x="2970022" y="486422"/>
                  </a:lnTo>
                  <a:lnTo>
                    <a:pt x="3712464" y="486422"/>
                  </a:lnTo>
                  <a:lnTo>
                    <a:pt x="4454957" y="486422"/>
                  </a:lnTo>
                  <a:lnTo>
                    <a:pt x="4454957" y="0"/>
                  </a:lnTo>
                  <a:close/>
                </a:path>
                <a:path w="5940425" h="487045">
                  <a:moveTo>
                    <a:pt x="5939968" y="0"/>
                  </a:moveTo>
                  <a:lnTo>
                    <a:pt x="5197526" y="0"/>
                  </a:lnTo>
                  <a:lnTo>
                    <a:pt x="4455033" y="0"/>
                  </a:lnTo>
                  <a:lnTo>
                    <a:pt x="4455033" y="486422"/>
                  </a:lnTo>
                  <a:lnTo>
                    <a:pt x="5197475" y="486422"/>
                  </a:lnTo>
                  <a:lnTo>
                    <a:pt x="5939968" y="486422"/>
                  </a:lnTo>
                  <a:lnTo>
                    <a:pt x="5939968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2566924" y="5480113"/>
              <a:ext cx="5940425" cy="487045"/>
            </a:xfrm>
            <a:custGeom>
              <a:avLst/>
              <a:gdLst/>
              <a:ahLst/>
              <a:cxnLst/>
              <a:rect l="l" t="t" r="r" b="b"/>
              <a:pathLst>
                <a:path w="5940425" h="487045">
                  <a:moveTo>
                    <a:pt x="742492" y="0"/>
                  </a:moveTo>
                  <a:lnTo>
                    <a:pt x="0" y="0"/>
                  </a:lnTo>
                  <a:lnTo>
                    <a:pt x="0" y="486422"/>
                  </a:lnTo>
                  <a:lnTo>
                    <a:pt x="742492" y="486422"/>
                  </a:lnTo>
                  <a:lnTo>
                    <a:pt x="742492" y="0"/>
                  </a:lnTo>
                  <a:close/>
                </a:path>
                <a:path w="5940425" h="487045">
                  <a:moveTo>
                    <a:pt x="2969945" y="0"/>
                  </a:moveTo>
                  <a:lnTo>
                    <a:pt x="2969945" y="0"/>
                  </a:lnTo>
                  <a:lnTo>
                    <a:pt x="742556" y="0"/>
                  </a:lnTo>
                  <a:lnTo>
                    <a:pt x="742556" y="486422"/>
                  </a:lnTo>
                  <a:lnTo>
                    <a:pt x="2969945" y="486422"/>
                  </a:lnTo>
                  <a:lnTo>
                    <a:pt x="2969945" y="0"/>
                  </a:lnTo>
                  <a:close/>
                </a:path>
                <a:path w="5940425" h="487045">
                  <a:moveTo>
                    <a:pt x="4454957" y="0"/>
                  </a:moveTo>
                  <a:lnTo>
                    <a:pt x="3712514" y="0"/>
                  </a:lnTo>
                  <a:lnTo>
                    <a:pt x="2970022" y="0"/>
                  </a:lnTo>
                  <a:lnTo>
                    <a:pt x="2970022" y="486422"/>
                  </a:lnTo>
                  <a:lnTo>
                    <a:pt x="3712464" y="486422"/>
                  </a:lnTo>
                  <a:lnTo>
                    <a:pt x="4454957" y="486422"/>
                  </a:lnTo>
                  <a:lnTo>
                    <a:pt x="4454957" y="0"/>
                  </a:lnTo>
                  <a:close/>
                </a:path>
                <a:path w="5940425" h="487045">
                  <a:moveTo>
                    <a:pt x="5939968" y="0"/>
                  </a:moveTo>
                  <a:lnTo>
                    <a:pt x="5197526" y="0"/>
                  </a:lnTo>
                  <a:lnTo>
                    <a:pt x="4455033" y="0"/>
                  </a:lnTo>
                  <a:lnTo>
                    <a:pt x="4455033" y="486422"/>
                  </a:lnTo>
                  <a:lnTo>
                    <a:pt x="5197475" y="486422"/>
                  </a:lnTo>
                  <a:lnTo>
                    <a:pt x="5939968" y="486422"/>
                  </a:lnTo>
                  <a:lnTo>
                    <a:pt x="5939968" y="0"/>
                  </a:lnTo>
                  <a:close/>
                </a:path>
              </a:pathLst>
            </a:custGeom>
            <a:solidFill>
              <a:srgbClr val="CACA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2566924" y="5966536"/>
              <a:ext cx="5940425" cy="487045"/>
            </a:xfrm>
            <a:custGeom>
              <a:avLst/>
              <a:gdLst/>
              <a:ahLst/>
              <a:cxnLst/>
              <a:rect l="l" t="t" r="r" b="b"/>
              <a:pathLst>
                <a:path w="5940425" h="487045">
                  <a:moveTo>
                    <a:pt x="742492" y="0"/>
                  </a:moveTo>
                  <a:lnTo>
                    <a:pt x="0" y="0"/>
                  </a:lnTo>
                  <a:lnTo>
                    <a:pt x="0" y="486422"/>
                  </a:lnTo>
                  <a:lnTo>
                    <a:pt x="742492" y="486422"/>
                  </a:lnTo>
                  <a:lnTo>
                    <a:pt x="742492" y="0"/>
                  </a:lnTo>
                  <a:close/>
                </a:path>
                <a:path w="5940425" h="487045">
                  <a:moveTo>
                    <a:pt x="2969945" y="0"/>
                  </a:moveTo>
                  <a:lnTo>
                    <a:pt x="2969945" y="0"/>
                  </a:lnTo>
                  <a:lnTo>
                    <a:pt x="742556" y="0"/>
                  </a:lnTo>
                  <a:lnTo>
                    <a:pt x="742556" y="486422"/>
                  </a:lnTo>
                  <a:lnTo>
                    <a:pt x="2969945" y="486422"/>
                  </a:lnTo>
                  <a:lnTo>
                    <a:pt x="2969945" y="0"/>
                  </a:lnTo>
                  <a:close/>
                </a:path>
                <a:path w="5940425" h="487045">
                  <a:moveTo>
                    <a:pt x="4454957" y="0"/>
                  </a:moveTo>
                  <a:lnTo>
                    <a:pt x="3712514" y="0"/>
                  </a:lnTo>
                  <a:lnTo>
                    <a:pt x="2970022" y="0"/>
                  </a:lnTo>
                  <a:lnTo>
                    <a:pt x="2970022" y="486422"/>
                  </a:lnTo>
                  <a:lnTo>
                    <a:pt x="3712464" y="486422"/>
                  </a:lnTo>
                  <a:lnTo>
                    <a:pt x="4454957" y="486422"/>
                  </a:lnTo>
                  <a:lnTo>
                    <a:pt x="4454957" y="0"/>
                  </a:lnTo>
                  <a:close/>
                </a:path>
                <a:path w="5940425" h="487045">
                  <a:moveTo>
                    <a:pt x="5939968" y="0"/>
                  </a:moveTo>
                  <a:lnTo>
                    <a:pt x="5197526" y="0"/>
                  </a:lnTo>
                  <a:lnTo>
                    <a:pt x="4455033" y="0"/>
                  </a:lnTo>
                  <a:lnTo>
                    <a:pt x="4455033" y="486422"/>
                  </a:lnTo>
                  <a:lnTo>
                    <a:pt x="5197475" y="486422"/>
                  </a:lnTo>
                  <a:lnTo>
                    <a:pt x="5939968" y="486422"/>
                  </a:lnTo>
                  <a:lnTo>
                    <a:pt x="5939968" y="0"/>
                  </a:lnTo>
                  <a:close/>
                </a:path>
              </a:pathLst>
            </a:custGeom>
            <a:solidFill>
              <a:srgbClr val="E7E7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309492" y="3041650"/>
              <a:ext cx="3712845" cy="3418204"/>
            </a:xfrm>
            <a:custGeom>
              <a:avLst/>
              <a:gdLst/>
              <a:ahLst/>
              <a:cxnLst/>
              <a:rect l="l" t="t" r="r" b="b"/>
              <a:pathLst>
                <a:path w="3712845" h="3418204">
                  <a:moveTo>
                    <a:pt x="0" y="0"/>
                  </a:moveTo>
                  <a:lnTo>
                    <a:pt x="0" y="3417658"/>
                  </a:lnTo>
                </a:path>
                <a:path w="3712845" h="3418204">
                  <a:moveTo>
                    <a:pt x="742442" y="0"/>
                  </a:moveTo>
                  <a:lnTo>
                    <a:pt x="742442" y="3417658"/>
                  </a:lnTo>
                </a:path>
                <a:path w="3712845" h="3418204">
                  <a:moveTo>
                    <a:pt x="1484884" y="0"/>
                  </a:moveTo>
                  <a:lnTo>
                    <a:pt x="1484884" y="3417658"/>
                  </a:lnTo>
                </a:path>
                <a:path w="3712845" h="3418204">
                  <a:moveTo>
                    <a:pt x="2227453" y="0"/>
                  </a:moveTo>
                  <a:lnTo>
                    <a:pt x="2227453" y="3417658"/>
                  </a:lnTo>
                </a:path>
                <a:path w="3712845" h="3418204">
                  <a:moveTo>
                    <a:pt x="2969895" y="0"/>
                  </a:moveTo>
                  <a:lnTo>
                    <a:pt x="2969895" y="3417658"/>
                  </a:lnTo>
                </a:path>
                <a:path w="3712845" h="3418204">
                  <a:moveTo>
                    <a:pt x="3712464" y="0"/>
                  </a:moveTo>
                  <a:lnTo>
                    <a:pt x="3712464" y="3417658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29" name="object 2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4787355"/>
              </p:ext>
            </p:extLst>
          </p:nvPr>
        </p:nvGraphicFramePr>
        <p:xfrm>
          <a:off x="1093278" y="3353138"/>
          <a:ext cx="7464424" cy="340296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53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35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150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216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4676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302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52474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486409">
                <a:tc>
                  <a:txBody>
                    <a:bodyPr/>
                    <a:lstStyle/>
                    <a:p>
                      <a:pPr marR="48260" algn="ctr">
                        <a:lnSpc>
                          <a:spcPct val="100000"/>
                        </a:lnSpc>
                        <a:spcBef>
                          <a:spcPts val="775"/>
                        </a:spcBef>
                      </a:pPr>
                      <a:r>
                        <a:rPr sz="1800" spc="-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𝑷[𝒊,</a:t>
                      </a:r>
                      <a:r>
                        <a:rPr sz="1800" spc="-8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2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𝒄]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984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775"/>
                        </a:spcBef>
                      </a:pP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𝒄</a:t>
                      </a:r>
                      <a:r>
                        <a:rPr sz="1800" spc="11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60">
                          <a:solidFill>
                            <a:srgbClr val="FFFFFF"/>
                          </a:solidFill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984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98425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98425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27940" algn="ctr">
                        <a:lnSpc>
                          <a:spcPct val="100000"/>
                        </a:lnSpc>
                        <a:spcBef>
                          <a:spcPts val="77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98425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28575" algn="ctr">
                        <a:lnSpc>
                          <a:spcPct val="100000"/>
                        </a:lnSpc>
                        <a:spcBef>
                          <a:spcPts val="775"/>
                        </a:spcBef>
                      </a:pPr>
                      <a:r>
                        <a:rPr sz="18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…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98425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5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98425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R="258445" algn="r">
                        <a:lnSpc>
                          <a:spcPct val="100000"/>
                        </a:lnSpc>
                        <a:spcBef>
                          <a:spcPts val="775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98425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775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98425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5"/>
                        </a:spcBef>
                      </a:pPr>
                      <a:r>
                        <a:rPr sz="1800" b="1" spc="-2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984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006F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5775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775"/>
                        </a:spcBef>
                      </a:pPr>
                      <a:r>
                        <a:rPr sz="1800">
                          <a:latin typeface="Cambria Math"/>
                          <a:cs typeface="Cambria Math"/>
                        </a:rPr>
                        <a:t>𝒊</a:t>
                      </a:r>
                      <a:r>
                        <a:rPr sz="18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sz="18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sz="1800" spc="-50">
                          <a:latin typeface="Cambria Math"/>
                          <a:cs typeface="Cambria Math"/>
                        </a:rPr>
                        <a:t>𝟎</a:t>
                      </a:r>
                      <a:endParaRPr sz="1800">
                        <a:latin typeface="Cambria Math"/>
                        <a:cs typeface="Cambria Math"/>
                      </a:endParaRPr>
                    </a:p>
                  </a:txBody>
                  <a:tcPr marL="0" marR="0" marT="984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984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98425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98425" marB="0"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27940" algn="ctr">
                        <a:lnSpc>
                          <a:spcPct val="100000"/>
                        </a:lnSpc>
                        <a:spcBef>
                          <a:spcPts val="77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98425" marB="0"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28575" algn="ctr">
                        <a:lnSpc>
                          <a:spcPct val="100000"/>
                        </a:lnSpc>
                        <a:spcBef>
                          <a:spcPts val="77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…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98425" marB="0"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98425" marB="0"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R="297180" algn="r">
                        <a:lnSpc>
                          <a:spcPct val="100000"/>
                        </a:lnSpc>
                        <a:spcBef>
                          <a:spcPts val="77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98425" marB="0"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77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98425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984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8640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1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984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984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gridSpan="7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857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2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984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75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984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gridSpan="7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8640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8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3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990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8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990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gridSpan="7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857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8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4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990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8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990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ACACA"/>
                    </a:solidFill>
                  </a:tcPr>
                </a:tc>
                <a:tc gridSpan="7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8640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8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5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990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80"/>
                        </a:spcBef>
                      </a:pPr>
                      <a:r>
                        <a:rPr sz="1800" b="1">
                          <a:latin typeface="Times New Roman"/>
                          <a:cs typeface="Times New Roman"/>
                        </a:rPr>
                        <a:t>0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990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7E7E7"/>
                    </a:solidFill>
                  </a:tcPr>
                </a:tc>
                <a:tc gridSpan="7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0" name="object 30"/>
          <p:cNvSpPr/>
          <p:nvPr/>
        </p:nvSpPr>
        <p:spPr>
          <a:xfrm>
            <a:off x="2930600" y="4405714"/>
            <a:ext cx="5237480" cy="2181860"/>
          </a:xfrm>
          <a:custGeom>
            <a:avLst/>
            <a:gdLst/>
            <a:ahLst/>
            <a:cxnLst/>
            <a:rect l="l" t="t" r="r" b="b"/>
            <a:pathLst>
              <a:path w="5237480" h="2181860">
                <a:moveTo>
                  <a:pt x="373126" y="1605153"/>
                </a:moveTo>
                <a:lnTo>
                  <a:pt x="370078" y="1567192"/>
                </a:lnTo>
                <a:lnTo>
                  <a:pt x="256159" y="1576539"/>
                </a:lnTo>
                <a:lnTo>
                  <a:pt x="259207" y="1614512"/>
                </a:lnTo>
                <a:lnTo>
                  <a:pt x="373126" y="1605153"/>
                </a:lnTo>
                <a:close/>
              </a:path>
              <a:path w="5237480" h="2181860">
                <a:moveTo>
                  <a:pt x="373126" y="1069467"/>
                </a:moveTo>
                <a:lnTo>
                  <a:pt x="370078" y="1031494"/>
                </a:lnTo>
                <a:lnTo>
                  <a:pt x="256159" y="1040892"/>
                </a:lnTo>
                <a:lnTo>
                  <a:pt x="259207" y="1078865"/>
                </a:lnTo>
                <a:lnTo>
                  <a:pt x="373126" y="1069467"/>
                </a:lnTo>
                <a:close/>
              </a:path>
              <a:path w="5237480" h="2181860">
                <a:moveTo>
                  <a:pt x="373126" y="534543"/>
                </a:moveTo>
                <a:lnTo>
                  <a:pt x="370078" y="496570"/>
                </a:lnTo>
                <a:lnTo>
                  <a:pt x="256159" y="505968"/>
                </a:lnTo>
                <a:lnTo>
                  <a:pt x="259207" y="543941"/>
                </a:lnTo>
                <a:lnTo>
                  <a:pt x="373126" y="534543"/>
                </a:lnTo>
                <a:close/>
              </a:path>
              <a:path w="5237480" h="2181860">
                <a:moveTo>
                  <a:pt x="525018" y="1592681"/>
                </a:moveTo>
                <a:lnTo>
                  <a:pt x="521970" y="1554708"/>
                </a:lnTo>
                <a:lnTo>
                  <a:pt x="408051" y="1564068"/>
                </a:lnTo>
                <a:lnTo>
                  <a:pt x="411099" y="1602041"/>
                </a:lnTo>
                <a:lnTo>
                  <a:pt x="525018" y="1592681"/>
                </a:lnTo>
                <a:close/>
              </a:path>
              <a:path w="5237480" h="2181860">
                <a:moveTo>
                  <a:pt x="525018" y="1057021"/>
                </a:moveTo>
                <a:lnTo>
                  <a:pt x="521970" y="1019048"/>
                </a:lnTo>
                <a:lnTo>
                  <a:pt x="408051" y="1028319"/>
                </a:lnTo>
                <a:lnTo>
                  <a:pt x="411099" y="1066292"/>
                </a:lnTo>
                <a:lnTo>
                  <a:pt x="525018" y="1057021"/>
                </a:lnTo>
                <a:close/>
              </a:path>
              <a:path w="5237480" h="2181860">
                <a:moveTo>
                  <a:pt x="525018" y="522097"/>
                </a:moveTo>
                <a:lnTo>
                  <a:pt x="521970" y="484124"/>
                </a:lnTo>
                <a:lnTo>
                  <a:pt x="408051" y="493395"/>
                </a:lnTo>
                <a:lnTo>
                  <a:pt x="411099" y="531368"/>
                </a:lnTo>
                <a:lnTo>
                  <a:pt x="525018" y="522097"/>
                </a:lnTo>
                <a:close/>
              </a:path>
              <a:path w="5237480" h="2181860">
                <a:moveTo>
                  <a:pt x="669925" y="2089696"/>
                </a:moveTo>
                <a:lnTo>
                  <a:pt x="666750" y="2051723"/>
                </a:lnTo>
                <a:lnTo>
                  <a:pt x="552831" y="2060956"/>
                </a:lnTo>
                <a:lnTo>
                  <a:pt x="556006" y="2098929"/>
                </a:lnTo>
                <a:lnTo>
                  <a:pt x="669925" y="2089696"/>
                </a:lnTo>
                <a:close/>
              </a:path>
              <a:path w="5237480" h="2181860">
                <a:moveTo>
                  <a:pt x="676910" y="1580210"/>
                </a:moveTo>
                <a:lnTo>
                  <a:pt x="673735" y="1542237"/>
                </a:lnTo>
                <a:lnTo>
                  <a:pt x="559943" y="1551584"/>
                </a:lnTo>
                <a:lnTo>
                  <a:pt x="562991" y="1589557"/>
                </a:lnTo>
                <a:lnTo>
                  <a:pt x="676910" y="1580210"/>
                </a:lnTo>
                <a:close/>
              </a:path>
              <a:path w="5237480" h="2181860">
                <a:moveTo>
                  <a:pt x="676910" y="1044575"/>
                </a:moveTo>
                <a:lnTo>
                  <a:pt x="673735" y="1006602"/>
                </a:lnTo>
                <a:lnTo>
                  <a:pt x="559943" y="1015873"/>
                </a:lnTo>
                <a:lnTo>
                  <a:pt x="562991" y="1053846"/>
                </a:lnTo>
                <a:lnTo>
                  <a:pt x="676910" y="1044575"/>
                </a:lnTo>
                <a:close/>
              </a:path>
              <a:path w="5237480" h="2181860">
                <a:moveTo>
                  <a:pt x="676910" y="509651"/>
                </a:moveTo>
                <a:lnTo>
                  <a:pt x="673735" y="471678"/>
                </a:lnTo>
                <a:lnTo>
                  <a:pt x="559943" y="480949"/>
                </a:lnTo>
                <a:lnTo>
                  <a:pt x="562991" y="518922"/>
                </a:lnTo>
                <a:lnTo>
                  <a:pt x="676910" y="509651"/>
                </a:lnTo>
                <a:close/>
              </a:path>
              <a:path w="5237480" h="2181860">
                <a:moveTo>
                  <a:pt x="821817" y="2077389"/>
                </a:moveTo>
                <a:lnTo>
                  <a:pt x="818642" y="2039416"/>
                </a:lnTo>
                <a:lnTo>
                  <a:pt x="704723" y="2048637"/>
                </a:lnTo>
                <a:lnTo>
                  <a:pt x="707898" y="2086622"/>
                </a:lnTo>
                <a:lnTo>
                  <a:pt x="821817" y="2077389"/>
                </a:lnTo>
                <a:close/>
              </a:path>
              <a:path w="5237480" h="2181860">
                <a:moveTo>
                  <a:pt x="828802" y="1567726"/>
                </a:moveTo>
                <a:lnTo>
                  <a:pt x="825627" y="1529753"/>
                </a:lnTo>
                <a:lnTo>
                  <a:pt x="711708" y="1539113"/>
                </a:lnTo>
                <a:lnTo>
                  <a:pt x="714883" y="1577086"/>
                </a:lnTo>
                <a:lnTo>
                  <a:pt x="828802" y="1567726"/>
                </a:lnTo>
                <a:close/>
              </a:path>
              <a:path w="5237480" h="2181860">
                <a:moveTo>
                  <a:pt x="828802" y="1032002"/>
                </a:moveTo>
                <a:lnTo>
                  <a:pt x="825627" y="994029"/>
                </a:lnTo>
                <a:lnTo>
                  <a:pt x="711708" y="1003427"/>
                </a:lnTo>
                <a:lnTo>
                  <a:pt x="714883" y="1041400"/>
                </a:lnTo>
                <a:lnTo>
                  <a:pt x="828802" y="1032002"/>
                </a:lnTo>
                <a:close/>
              </a:path>
              <a:path w="5237480" h="2181860">
                <a:moveTo>
                  <a:pt x="828802" y="497078"/>
                </a:moveTo>
                <a:lnTo>
                  <a:pt x="825627" y="459105"/>
                </a:lnTo>
                <a:lnTo>
                  <a:pt x="711708" y="468503"/>
                </a:lnTo>
                <a:lnTo>
                  <a:pt x="714883" y="506476"/>
                </a:lnTo>
                <a:lnTo>
                  <a:pt x="828802" y="497078"/>
                </a:lnTo>
                <a:close/>
              </a:path>
              <a:path w="5237480" h="2181860">
                <a:moveTo>
                  <a:pt x="973709" y="2065070"/>
                </a:moveTo>
                <a:lnTo>
                  <a:pt x="970661" y="2027097"/>
                </a:lnTo>
                <a:lnTo>
                  <a:pt x="856615" y="2036330"/>
                </a:lnTo>
                <a:lnTo>
                  <a:pt x="859790" y="2074303"/>
                </a:lnTo>
                <a:lnTo>
                  <a:pt x="973709" y="2065070"/>
                </a:lnTo>
                <a:close/>
              </a:path>
              <a:path w="5237480" h="2181860">
                <a:moveTo>
                  <a:pt x="980694" y="1555254"/>
                </a:moveTo>
                <a:lnTo>
                  <a:pt x="977519" y="1517281"/>
                </a:lnTo>
                <a:lnTo>
                  <a:pt x="863600" y="1526641"/>
                </a:lnTo>
                <a:lnTo>
                  <a:pt x="866775" y="1564614"/>
                </a:lnTo>
                <a:lnTo>
                  <a:pt x="980694" y="1555254"/>
                </a:lnTo>
                <a:close/>
              </a:path>
              <a:path w="5237480" h="2181860">
                <a:moveTo>
                  <a:pt x="980694" y="1019556"/>
                </a:moveTo>
                <a:lnTo>
                  <a:pt x="977519" y="981583"/>
                </a:lnTo>
                <a:lnTo>
                  <a:pt x="863600" y="990981"/>
                </a:lnTo>
                <a:lnTo>
                  <a:pt x="866775" y="1028954"/>
                </a:lnTo>
                <a:lnTo>
                  <a:pt x="980694" y="1019556"/>
                </a:lnTo>
                <a:close/>
              </a:path>
              <a:path w="5237480" h="2181860">
                <a:moveTo>
                  <a:pt x="980694" y="484632"/>
                </a:moveTo>
                <a:lnTo>
                  <a:pt x="977519" y="446659"/>
                </a:lnTo>
                <a:lnTo>
                  <a:pt x="863600" y="456057"/>
                </a:lnTo>
                <a:lnTo>
                  <a:pt x="866775" y="494030"/>
                </a:lnTo>
                <a:lnTo>
                  <a:pt x="980694" y="484632"/>
                </a:lnTo>
                <a:close/>
              </a:path>
              <a:path w="5237480" h="2181860">
                <a:moveTo>
                  <a:pt x="1125601" y="2052764"/>
                </a:moveTo>
                <a:lnTo>
                  <a:pt x="1122553" y="2014791"/>
                </a:lnTo>
                <a:lnTo>
                  <a:pt x="1008634" y="2024024"/>
                </a:lnTo>
                <a:lnTo>
                  <a:pt x="1011682" y="2061997"/>
                </a:lnTo>
                <a:lnTo>
                  <a:pt x="1125601" y="2052764"/>
                </a:lnTo>
                <a:close/>
              </a:path>
              <a:path w="5237480" h="2181860">
                <a:moveTo>
                  <a:pt x="1132586" y="1542770"/>
                </a:moveTo>
                <a:lnTo>
                  <a:pt x="1129411" y="1504797"/>
                </a:lnTo>
                <a:lnTo>
                  <a:pt x="1015492" y="1514157"/>
                </a:lnTo>
                <a:lnTo>
                  <a:pt x="1018667" y="1552130"/>
                </a:lnTo>
                <a:lnTo>
                  <a:pt x="1132586" y="1542770"/>
                </a:lnTo>
                <a:close/>
              </a:path>
              <a:path w="5237480" h="2181860">
                <a:moveTo>
                  <a:pt x="1132586" y="1007110"/>
                </a:moveTo>
                <a:lnTo>
                  <a:pt x="1129411" y="969137"/>
                </a:lnTo>
                <a:lnTo>
                  <a:pt x="1015492" y="978535"/>
                </a:lnTo>
                <a:lnTo>
                  <a:pt x="1018667" y="1016508"/>
                </a:lnTo>
                <a:lnTo>
                  <a:pt x="1132586" y="1007110"/>
                </a:lnTo>
                <a:close/>
              </a:path>
              <a:path w="5237480" h="2181860">
                <a:moveTo>
                  <a:pt x="1132586" y="472186"/>
                </a:moveTo>
                <a:lnTo>
                  <a:pt x="1129411" y="434213"/>
                </a:lnTo>
                <a:lnTo>
                  <a:pt x="1015492" y="443611"/>
                </a:lnTo>
                <a:lnTo>
                  <a:pt x="1018667" y="481584"/>
                </a:lnTo>
                <a:lnTo>
                  <a:pt x="1132586" y="472186"/>
                </a:lnTo>
                <a:close/>
              </a:path>
              <a:path w="5237480" h="2181860">
                <a:moveTo>
                  <a:pt x="1277493" y="2040458"/>
                </a:moveTo>
                <a:lnTo>
                  <a:pt x="1274445" y="2002485"/>
                </a:lnTo>
                <a:lnTo>
                  <a:pt x="1160526" y="2011718"/>
                </a:lnTo>
                <a:lnTo>
                  <a:pt x="1163574" y="2049691"/>
                </a:lnTo>
                <a:lnTo>
                  <a:pt x="1277493" y="2040458"/>
                </a:lnTo>
                <a:close/>
              </a:path>
              <a:path w="5237480" h="2181860">
                <a:moveTo>
                  <a:pt x="1284478" y="1530299"/>
                </a:moveTo>
                <a:lnTo>
                  <a:pt x="1281303" y="1492377"/>
                </a:lnTo>
                <a:lnTo>
                  <a:pt x="1167384" y="1501686"/>
                </a:lnTo>
                <a:lnTo>
                  <a:pt x="1170559" y="1539659"/>
                </a:lnTo>
                <a:lnTo>
                  <a:pt x="1284478" y="1530299"/>
                </a:lnTo>
                <a:close/>
              </a:path>
              <a:path w="5237480" h="2181860">
                <a:moveTo>
                  <a:pt x="1284478" y="994664"/>
                </a:moveTo>
                <a:lnTo>
                  <a:pt x="1281303" y="956691"/>
                </a:lnTo>
                <a:lnTo>
                  <a:pt x="1167384" y="965962"/>
                </a:lnTo>
                <a:lnTo>
                  <a:pt x="1170559" y="1003935"/>
                </a:lnTo>
                <a:lnTo>
                  <a:pt x="1284478" y="994664"/>
                </a:lnTo>
                <a:close/>
              </a:path>
              <a:path w="5237480" h="2181860">
                <a:moveTo>
                  <a:pt x="1284478" y="459740"/>
                </a:moveTo>
                <a:lnTo>
                  <a:pt x="1281303" y="421767"/>
                </a:lnTo>
                <a:lnTo>
                  <a:pt x="1167384" y="431038"/>
                </a:lnTo>
                <a:lnTo>
                  <a:pt x="1170559" y="469011"/>
                </a:lnTo>
                <a:lnTo>
                  <a:pt x="1284478" y="459740"/>
                </a:lnTo>
                <a:close/>
              </a:path>
              <a:path w="5237480" h="2181860">
                <a:moveTo>
                  <a:pt x="1429385" y="2028151"/>
                </a:moveTo>
                <a:lnTo>
                  <a:pt x="1426337" y="1990178"/>
                </a:lnTo>
                <a:lnTo>
                  <a:pt x="1312418" y="1999399"/>
                </a:lnTo>
                <a:lnTo>
                  <a:pt x="1315466" y="2037384"/>
                </a:lnTo>
                <a:lnTo>
                  <a:pt x="1429385" y="2028151"/>
                </a:lnTo>
                <a:close/>
              </a:path>
              <a:path w="5237480" h="2181860">
                <a:moveTo>
                  <a:pt x="1436370" y="1517815"/>
                </a:moveTo>
                <a:lnTo>
                  <a:pt x="1433195" y="1479804"/>
                </a:lnTo>
                <a:lnTo>
                  <a:pt x="1319276" y="1489202"/>
                </a:lnTo>
                <a:lnTo>
                  <a:pt x="1322451" y="1527175"/>
                </a:lnTo>
                <a:lnTo>
                  <a:pt x="1436370" y="1517815"/>
                </a:lnTo>
                <a:close/>
              </a:path>
              <a:path w="5237480" h="2181860">
                <a:moveTo>
                  <a:pt x="1436370" y="982091"/>
                </a:moveTo>
                <a:lnTo>
                  <a:pt x="1433195" y="944118"/>
                </a:lnTo>
                <a:lnTo>
                  <a:pt x="1319276" y="953516"/>
                </a:lnTo>
                <a:lnTo>
                  <a:pt x="1322451" y="991489"/>
                </a:lnTo>
                <a:lnTo>
                  <a:pt x="1436370" y="982091"/>
                </a:lnTo>
                <a:close/>
              </a:path>
              <a:path w="5237480" h="2181860">
                <a:moveTo>
                  <a:pt x="1436370" y="447167"/>
                </a:moveTo>
                <a:lnTo>
                  <a:pt x="1433195" y="409194"/>
                </a:lnTo>
                <a:lnTo>
                  <a:pt x="1319276" y="418592"/>
                </a:lnTo>
                <a:lnTo>
                  <a:pt x="1322451" y="456565"/>
                </a:lnTo>
                <a:lnTo>
                  <a:pt x="1436370" y="447167"/>
                </a:lnTo>
                <a:close/>
              </a:path>
              <a:path w="5237480" h="2181860">
                <a:moveTo>
                  <a:pt x="1581277" y="2015845"/>
                </a:moveTo>
                <a:lnTo>
                  <a:pt x="1578229" y="1977859"/>
                </a:lnTo>
                <a:lnTo>
                  <a:pt x="1464310" y="1987092"/>
                </a:lnTo>
                <a:lnTo>
                  <a:pt x="1467358" y="2025065"/>
                </a:lnTo>
                <a:lnTo>
                  <a:pt x="1581277" y="2015845"/>
                </a:lnTo>
                <a:close/>
              </a:path>
              <a:path w="5237480" h="2181860">
                <a:moveTo>
                  <a:pt x="1588262" y="1505343"/>
                </a:moveTo>
                <a:lnTo>
                  <a:pt x="1585087" y="1467358"/>
                </a:lnTo>
                <a:lnTo>
                  <a:pt x="1471168" y="1476756"/>
                </a:lnTo>
                <a:lnTo>
                  <a:pt x="1474343" y="1514703"/>
                </a:lnTo>
                <a:lnTo>
                  <a:pt x="1588262" y="1505343"/>
                </a:lnTo>
                <a:close/>
              </a:path>
              <a:path w="5237480" h="2181860">
                <a:moveTo>
                  <a:pt x="1588262" y="969645"/>
                </a:moveTo>
                <a:lnTo>
                  <a:pt x="1585087" y="931672"/>
                </a:lnTo>
                <a:lnTo>
                  <a:pt x="1471168" y="941070"/>
                </a:lnTo>
                <a:lnTo>
                  <a:pt x="1474343" y="979043"/>
                </a:lnTo>
                <a:lnTo>
                  <a:pt x="1588262" y="969645"/>
                </a:lnTo>
                <a:close/>
              </a:path>
              <a:path w="5237480" h="2181860">
                <a:moveTo>
                  <a:pt x="1588262" y="434721"/>
                </a:moveTo>
                <a:lnTo>
                  <a:pt x="1585087" y="396748"/>
                </a:lnTo>
                <a:lnTo>
                  <a:pt x="1471168" y="406146"/>
                </a:lnTo>
                <a:lnTo>
                  <a:pt x="1474343" y="444119"/>
                </a:lnTo>
                <a:lnTo>
                  <a:pt x="1588262" y="434721"/>
                </a:lnTo>
                <a:close/>
              </a:path>
              <a:path w="5237480" h="2181860">
                <a:moveTo>
                  <a:pt x="1733169" y="2003526"/>
                </a:moveTo>
                <a:lnTo>
                  <a:pt x="1730121" y="1965553"/>
                </a:lnTo>
                <a:lnTo>
                  <a:pt x="1616202" y="1974786"/>
                </a:lnTo>
                <a:lnTo>
                  <a:pt x="1619250" y="2012759"/>
                </a:lnTo>
                <a:lnTo>
                  <a:pt x="1733169" y="2003526"/>
                </a:lnTo>
                <a:close/>
              </a:path>
              <a:path w="5237480" h="2181860">
                <a:moveTo>
                  <a:pt x="1740154" y="1492885"/>
                </a:moveTo>
                <a:lnTo>
                  <a:pt x="1736979" y="1454912"/>
                </a:lnTo>
                <a:lnTo>
                  <a:pt x="1623060" y="1464310"/>
                </a:lnTo>
                <a:lnTo>
                  <a:pt x="1626235" y="1502219"/>
                </a:lnTo>
                <a:lnTo>
                  <a:pt x="1740154" y="1492885"/>
                </a:lnTo>
                <a:close/>
              </a:path>
              <a:path w="5237480" h="2181860">
                <a:moveTo>
                  <a:pt x="1740154" y="957199"/>
                </a:moveTo>
                <a:lnTo>
                  <a:pt x="1736979" y="919226"/>
                </a:lnTo>
                <a:lnTo>
                  <a:pt x="1623060" y="928624"/>
                </a:lnTo>
                <a:lnTo>
                  <a:pt x="1626235" y="966597"/>
                </a:lnTo>
                <a:lnTo>
                  <a:pt x="1740154" y="957199"/>
                </a:lnTo>
                <a:close/>
              </a:path>
              <a:path w="5237480" h="2181860">
                <a:moveTo>
                  <a:pt x="1740154" y="422275"/>
                </a:moveTo>
                <a:lnTo>
                  <a:pt x="1736979" y="384302"/>
                </a:lnTo>
                <a:lnTo>
                  <a:pt x="1623060" y="393700"/>
                </a:lnTo>
                <a:lnTo>
                  <a:pt x="1626235" y="431673"/>
                </a:lnTo>
                <a:lnTo>
                  <a:pt x="1740154" y="422275"/>
                </a:lnTo>
                <a:close/>
              </a:path>
              <a:path w="5237480" h="2181860">
                <a:moveTo>
                  <a:pt x="1885061" y="1991220"/>
                </a:moveTo>
                <a:lnTo>
                  <a:pt x="1882013" y="1953247"/>
                </a:lnTo>
                <a:lnTo>
                  <a:pt x="1768094" y="1962480"/>
                </a:lnTo>
                <a:lnTo>
                  <a:pt x="1771142" y="2000453"/>
                </a:lnTo>
                <a:lnTo>
                  <a:pt x="1885061" y="1991220"/>
                </a:lnTo>
                <a:close/>
              </a:path>
              <a:path w="5237480" h="2181860">
                <a:moveTo>
                  <a:pt x="1892046" y="1480439"/>
                </a:moveTo>
                <a:lnTo>
                  <a:pt x="1888871" y="1442466"/>
                </a:lnTo>
                <a:lnTo>
                  <a:pt x="1774952" y="1451737"/>
                </a:lnTo>
                <a:lnTo>
                  <a:pt x="1778127" y="1489710"/>
                </a:lnTo>
                <a:lnTo>
                  <a:pt x="1892046" y="1480439"/>
                </a:lnTo>
                <a:close/>
              </a:path>
              <a:path w="5237480" h="2181860">
                <a:moveTo>
                  <a:pt x="1892046" y="944753"/>
                </a:moveTo>
                <a:lnTo>
                  <a:pt x="1888871" y="906780"/>
                </a:lnTo>
                <a:lnTo>
                  <a:pt x="1774952" y="916051"/>
                </a:lnTo>
                <a:lnTo>
                  <a:pt x="1778127" y="954024"/>
                </a:lnTo>
                <a:lnTo>
                  <a:pt x="1892046" y="944753"/>
                </a:lnTo>
                <a:close/>
              </a:path>
              <a:path w="5237480" h="2181860">
                <a:moveTo>
                  <a:pt x="1892046" y="409829"/>
                </a:moveTo>
                <a:lnTo>
                  <a:pt x="1888871" y="371856"/>
                </a:lnTo>
                <a:lnTo>
                  <a:pt x="1774952" y="381127"/>
                </a:lnTo>
                <a:lnTo>
                  <a:pt x="1778127" y="419100"/>
                </a:lnTo>
                <a:lnTo>
                  <a:pt x="1892046" y="409829"/>
                </a:lnTo>
                <a:close/>
              </a:path>
              <a:path w="5237480" h="2181860">
                <a:moveTo>
                  <a:pt x="2036953" y="1978914"/>
                </a:moveTo>
                <a:lnTo>
                  <a:pt x="2033905" y="1940941"/>
                </a:lnTo>
                <a:lnTo>
                  <a:pt x="1919986" y="1950173"/>
                </a:lnTo>
                <a:lnTo>
                  <a:pt x="1923034" y="1988146"/>
                </a:lnTo>
                <a:lnTo>
                  <a:pt x="2036953" y="1978914"/>
                </a:lnTo>
                <a:close/>
              </a:path>
              <a:path w="5237480" h="2181860">
                <a:moveTo>
                  <a:pt x="2043938" y="1467866"/>
                </a:moveTo>
                <a:lnTo>
                  <a:pt x="2040763" y="1429893"/>
                </a:lnTo>
                <a:lnTo>
                  <a:pt x="1926844" y="1439291"/>
                </a:lnTo>
                <a:lnTo>
                  <a:pt x="1930019" y="1477264"/>
                </a:lnTo>
                <a:lnTo>
                  <a:pt x="2043938" y="1467866"/>
                </a:lnTo>
                <a:close/>
              </a:path>
              <a:path w="5237480" h="2181860">
                <a:moveTo>
                  <a:pt x="2043938" y="932180"/>
                </a:moveTo>
                <a:lnTo>
                  <a:pt x="2040763" y="894207"/>
                </a:lnTo>
                <a:lnTo>
                  <a:pt x="1926844" y="903605"/>
                </a:lnTo>
                <a:lnTo>
                  <a:pt x="1930019" y="941578"/>
                </a:lnTo>
                <a:lnTo>
                  <a:pt x="2043938" y="932180"/>
                </a:lnTo>
                <a:close/>
              </a:path>
              <a:path w="5237480" h="2181860">
                <a:moveTo>
                  <a:pt x="2043938" y="397256"/>
                </a:moveTo>
                <a:lnTo>
                  <a:pt x="2040763" y="359283"/>
                </a:lnTo>
                <a:lnTo>
                  <a:pt x="1926844" y="368681"/>
                </a:lnTo>
                <a:lnTo>
                  <a:pt x="1930019" y="406654"/>
                </a:lnTo>
                <a:lnTo>
                  <a:pt x="2043938" y="397256"/>
                </a:lnTo>
                <a:close/>
              </a:path>
              <a:path w="5237480" h="2181860">
                <a:moveTo>
                  <a:pt x="2188845" y="1966607"/>
                </a:moveTo>
                <a:lnTo>
                  <a:pt x="2185797" y="1928622"/>
                </a:lnTo>
                <a:lnTo>
                  <a:pt x="2071878" y="1937854"/>
                </a:lnTo>
                <a:lnTo>
                  <a:pt x="2074926" y="1975827"/>
                </a:lnTo>
                <a:lnTo>
                  <a:pt x="2188845" y="1966607"/>
                </a:lnTo>
                <a:close/>
              </a:path>
              <a:path w="5237480" h="2181860">
                <a:moveTo>
                  <a:pt x="2195830" y="1455420"/>
                </a:moveTo>
                <a:lnTo>
                  <a:pt x="2192655" y="1417447"/>
                </a:lnTo>
                <a:lnTo>
                  <a:pt x="2078736" y="1426845"/>
                </a:lnTo>
                <a:lnTo>
                  <a:pt x="2081911" y="1464818"/>
                </a:lnTo>
                <a:lnTo>
                  <a:pt x="2195830" y="1455420"/>
                </a:lnTo>
                <a:close/>
              </a:path>
              <a:path w="5237480" h="2181860">
                <a:moveTo>
                  <a:pt x="2195830" y="919734"/>
                </a:moveTo>
                <a:lnTo>
                  <a:pt x="2192655" y="881761"/>
                </a:lnTo>
                <a:lnTo>
                  <a:pt x="2078736" y="891159"/>
                </a:lnTo>
                <a:lnTo>
                  <a:pt x="2081911" y="929132"/>
                </a:lnTo>
                <a:lnTo>
                  <a:pt x="2195830" y="919734"/>
                </a:lnTo>
                <a:close/>
              </a:path>
              <a:path w="5237480" h="2181860">
                <a:moveTo>
                  <a:pt x="2195830" y="384810"/>
                </a:moveTo>
                <a:lnTo>
                  <a:pt x="2192655" y="346837"/>
                </a:lnTo>
                <a:lnTo>
                  <a:pt x="2078736" y="356235"/>
                </a:lnTo>
                <a:lnTo>
                  <a:pt x="2081911" y="394208"/>
                </a:lnTo>
                <a:lnTo>
                  <a:pt x="2195830" y="384810"/>
                </a:lnTo>
                <a:close/>
              </a:path>
              <a:path w="5237480" h="2181860">
                <a:moveTo>
                  <a:pt x="2340737" y="1954288"/>
                </a:moveTo>
                <a:lnTo>
                  <a:pt x="2337689" y="1916315"/>
                </a:lnTo>
                <a:lnTo>
                  <a:pt x="2223770" y="1925548"/>
                </a:lnTo>
                <a:lnTo>
                  <a:pt x="2226818" y="1963521"/>
                </a:lnTo>
                <a:lnTo>
                  <a:pt x="2340737" y="1954288"/>
                </a:lnTo>
                <a:close/>
              </a:path>
              <a:path w="5237480" h="2181860">
                <a:moveTo>
                  <a:pt x="2347722" y="1442974"/>
                </a:moveTo>
                <a:lnTo>
                  <a:pt x="2344547" y="1405001"/>
                </a:lnTo>
                <a:lnTo>
                  <a:pt x="2230628" y="1414399"/>
                </a:lnTo>
                <a:lnTo>
                  <a:pt x="2233803" y="1452372"/>
                </a:lnTo>
                <a:lnTo>
                  <a:pt x="2347722" y="1442974"/>
                </a:lnTo>
                <a:close/>
              </a:path>
              <a:path w="5237480" h="2181860">
                <a:moveTo>
                  <a:pt x="2347722" y="907288"/>
                </a:moveTo>
                <a:lnTo>
                  <a:pt x="2344547" y="869315"/>
                </a:lnTo>
                <a:lnTo>
                  <a:pt x="2230628" y="878713"/>
                </a:lnTo>
                <a:lnTo>
                  <a:pt x="2233803" y="916686"/>
                </a:lnTo>
                <a:lnTo>
                  <a:pt x="2347722" y="907288"/>
                </a:lnTo>
                <a:close/>
              </a:path>
              <a:path w="5237480" h="2181860">
                <a:moveTo>
                  <a:pt x="2347722" y="372364"/>
                </a:moveTo>
                <a:lnTo>
                  <a:pt x="2344547" y="334391"/>
                </a:lnTo>
                <a:lnTo>
                  <a:pt x="2230628" y="343789"/>
                </a:lnTo>
                <a:lnTo>
                  <a:pt x="2233803" y="381762"/>
                </a:lnTo>
                <a:lnTo>
                  <a:pt x="2347722" y="372364"/>
                </a:lnTo>
                <a:close/>
              </a:path>
              <a:path w="5237480" h="2181860">
                <a:moveTo>
                  <a:pt x="2492756" y="1941982"/>
                </a:moveTo>
                <a:lnTo>
                  <a:pt x="2489581" y="1904009"/>
                </a:lnTo>
                <a:lnTo>
                  <a:pt x="2375662" y="1913242"/>
                </a:lnTo>
                <a:lnTo>
                  <a:pt x="2378710" y="1951215"/>
                </a:lnTo>
                <a:lnTo>
                  <a:pt x="2492756" y="1941982"/>
                </a:lnTo>
                <a:close/>
              </a:path>
              <a:path w="5237480" h="2181860">
                <a:moveTo>
                  <a:pt x="2499614" y="1430528"/>
                </a:moveTo>
                <a:lnTo>
                  <a:pt x="2496439" y="1392555"/>
                </a:lnTo>
                <a:lnTo>
                  <a:pt x="2382520" y="1401826"/>
                </a:lnTo>
                <a:lnTo>
                  <a:pt x="2385695" y="1439799"/>
                </a:lnTo>
                <a:lnTo>
                  <a:pt x="2499614" y="1430528"/>
                </a:lnTo>
                <a:close/>
              </a:path>
              <a:path w="5237480" h="2181860">
                <a:moveTo>
                  <a:pt x="2499614" y="894842"/>
                </a:moveTo>
                <a:lnTo>
                  <a:pt x="2496439" y="856869"/>
                </a:lnTo>
                <a:lnTo>
                  <a:pt x="2382520" y="866140"/>
                </a:lnTo>
                <a:lnTo>
                  <a:pt x="2385695" y="904113"/>
                </a:lnTo>
                <a:lnTo>
                  <a:pt x="2499614" y="894842"/>
                </a:lnTo>
                <a:close/>
              </a:path>
              <a:path w="5237480" h="2181860">
                <a:moveTo>
                  <a:pt x="2499614" y="359918"/>
                </a:moveTo>
                <a:lnTo>
                  <a:pt x="2496439" y="321945"/>
                </a:lnTo>
                <a:lnTo>
                  <a:pt x="2382520" y="331216"/>
                </a:lnTo>
                <a:lnTo>
                  <a:pt x="2385695" y="369189"/>
                </a:lnTo>
                <a:lnTo>
                  <a:pt x="2499614" y="359918"/>
                </a:lnTo>
                <a:close/>
              </a:path>
              <a:path w="5237480" h="2181860">
                <a:moveTo>
                  <a:pt x="2644648" y="1929676"/>
                </a:moveTo>
                <a:lnTo>
                  <a:pt x="2641473" y="1891703"/>
                </a:lnTo>
                <a:lnTo>
                  <a:pt x="2527554" y="1900936"/>
                </a:lnTo>
                <a:lnTo>
                  <a:pt x="2530729" y="1938909"/>
                </a:lnTo>
                <a:lnTo>
                  <a:pt x="2644648" y="1929676"/>
                </a:lnTo>
                <a:close/>
              </a:path>
              <a:path w="5237480" h="2181860">
                <a:moveTo>
                  <a:pt x="2651506" y="1417955"/>
                </a:moveTo>
                <a:lnTo>
                  <a:pt x="2648331" y="1379982"/>
                </a:lnTo>
                <a:lnTo>
                  <a:pt x="2534412" y="1389380"/>
                </a:lnTo>
                <a:lnTo>
                  <a:pt x="2537587" y="1427353"/>
                </a:lnTo>
                <a:lnTo>
                  <a:pt x="2651506" y="1417955"/>
                </a:lnTo>
                <a:close/>
              </a:path>
              <a:path w="5237480" h="2181860">
                <a:moveTo>
                  <a:pt x="2651506" y="882269"/>
                </a:moveTo>
                <a:lnTo>
                  <a:pt x="2648331" y="844296"/>
                </a:lnTo>
                <a:lnTo>
                  <a:pt x="2534412" y="853694"/>
                </a:lnTo>
                <a:lnTo>
                  <a:pt x="2537587" y="891667"/>
                </a:lnTo>
                <a:lnTo>
                  <a:pt x="2651506" y="882269"/>
                </a:lnTo>
                <a:close/>
              </a:path>
              <a:path w="5237480" h="2181860">
                <a:moveTo>
                  <a:pt x="2651506" y="347345"/>
                </a:moveTo>
                <a:lnTo>
                  <a:pt x="2648331" y="309372"/>
                </a:lnTo>
                <a:lnTo>
                  <a:pt x="2534412" y="318770"/>
                </a:lnTo>
                <a:lnTo>
                  <a:pt x="2537587" y="356743"/>
                </a:lnTo>
                <a:lnTo>
                  <a:pt x="2651506" y="347345"/>
                </a:lnTo>
                <a:close/>
              </a:path>
              <a:path w="5237480" h="2181860">
                <a:moveTo>
                  <a:pt x="2796540" y="1917369"/>
                </a:moveTo>
                <a:lnTo>
                  <a:pt x="2793365" y="1879384"/>
                </a:lnTo>
                <a:lnTo>
                  <a:pt x="2679446" y="1888617"/>
                </a:lnTo>
                <a:lnTo>
                  <a:pt x="2682621" y="1926602"/>
                </a:lnTo>
                <a:lnTo>
                  <a:pt x="2796540" y="1917369"/>
                </a:lnTo>
                <a:close/>
              </a:path>
              <a:path w="5237480" h="2181860">
                <a:moveTo>
                  <a:pt x="2803398" y="1405509"/>
                </a:moveTo>
                <a:lnTo>
                  <a:pt x="2800223" y="1367536"/>
                </a:lnTo>
                <a:lnTo>
                  <a:pt x="2686304" y="1376934"/>
                </a:lnTo>
                <a:lnTo>
                  <a:pt x="2689479" y="1414907"/>
                </a:lnTo>
                <a:lnTo>
                  <a:pt x="2803398" y="1405509"/>
                </a:lnTo>
                <a:close/>
              </a:path>
              <a:path w="5237480" h="2181860">
                <a:moveTo>
                  <a:pt x="2803398" y="869823"/>
                </a:moveTo>
                <a:lnTo>
                  <a:pt x="2800223" y="831850"/>
                </a:lnTo>
                <a:lnTo>
                  <a:pt x="2686304" y="841248"/>
                </a:lnTo>
                <a:lnTo>
                  <a:pt x="2689479" y="879221"/>
                </a:lnTo>
                <a:lnTo>
                  <a:pt x="2803398" y="869823"/>
                </a:lnTo>
                <a:close/>
              </a:path>
              <a:path w="5237480" h="2181860">
                <a:moveTo>
                  <a:pt x="2803398" y="334899"/>
                </a:moveTo>
                <a:lnTo>
                  <a:pt x="2800223" y="296926"/>
                </a:lnTo>
                <a:lnTo>
                  <a:pt x="2686304" y="306324"/>
                </a:lnTo>
                <a:lnTo>
                  <a:pt x="2689479" y="344297"/>
                </a:lnTo>
                <a:lnTo>
                  <a:pt x="2803398" y="334899"/>
                </a:lnTo>
                <a:close/>
              </a:path>
              <a:path w="5237480" h="2181860">
                <a:moveTo>
                  <a:pt x="2948432" y="1905050"/>
                </a:moveTo>
                <a:lnTo>
                  <a:pt x="2945384" y="1867077"/>
                </a:lnTo>
                <a:lnTo>
                  <a:pt x="2831338" y="1876310"/>
                </a:lnTo>
                <a:lnTo>
                  <a:pt x="2834513" y="1914283"/>
                </a:lnTo>
                <a:lnTo>
                  <a:pt x="2948432" y="1905050"/>
                </a:lnTo>
                <a:close/>
              </a:path>
              <a:path w="5237480" h="2181860">
                <a:moveTo>
                  <a:pt x="2955290" y="1393063"/>
                </a:moveTo>
                <a:lnTo>
                  <a:pt x="2952115" y="1355090"/>
                </a:lnTo>
                <a:lnTo>
                  <a:pt x="2838196" y="1364488"/>
                </a:lnTo>
                <a:lnTo>
                  <a:pt x="2841371" y="1402461"/>
                </a:lnTo>
                <a:lnTo>
                  <a:pt x="2955290" y="1393063"/>
                </a:lnTo>
                <a:close/>
              </a:path>
              <a:path w="5237480" h="2181860">
                <a:moveTo>
                  <a:pt x="2955290" y="857377"/>
                </a:moveTo>
                <a:lnTo>
                  <a:pt x="2952115" y="819404"/>
                </a:lnTo>
                <a:lnTo>
                  <a:pt x="2838196" y="828802"/>
                </a:lnTo>
                <a:lnTo>
                  <a:pt x="2841371" y="866775"/>
                </a:lnTo>
                <a:lnTo>
                  <a:pt x="2955290" y="857377"/>
                </a:lnTo>
                <a:close/>
              </a:path>
              <a:path w="5237480" h="2181860">
                <a:moveTo>
                  <a:pt x="2955290" y="322453"/>
                </a:moveTo>
                <a:lnTo>
                  <a:pt x="2952115" y="284480"/>
                </a:lnTo>
                <a:lnTo>
                  <a:pt x="2838196" y="293878"/>
                </a:lnTo>
                <a:lnTo>
                  <a:pt x="2841371" y="331851"/>
                </a:lnTo>
                <a:lnTo>
                  <a:pt x="2955290" y="322453"/>
                </a:lnTo>
                <a:close/>
              </a:path>
              <a:path w="5237480" h="2181860">
                <a:moveTo>
                  <a:pt x="3100324" y="1892744"/>
                </a:moveTo>
                <a:lnTo>
                  <a:pt x="3097276" y="1854771"/>
                </a:lnTo>
                <a:lnTo>
                  <a:pt x="2983357" y="1864004"/>
                </a:lnTo>
                <a:lnTo>
                  <a:pt x="2986405" y="1901977"/>
                </a:lnTo>
                <a:lnTo>
                  <a:pt x="3100324" y="1892744"/>
                </a:lnTo>
                <a:close/>
              </a:path>
              <a:path w="5237480" h="2181860">
                <a:moveTo>
                  <a:pt x="3107182" y="1380617"/>
                </a:moveTo>
                <a:lnTo>
                  <a:pt x="3104007" y="1342644"/>
                </a:lnTo>
                <a:lnTo>
                  <a:pt x="2990088" y="1351915"/>
                </a:lnTo>
                <a:lnTo>
                  <a:pt x="2993263" y="1389888"/>
                </a:lnTo>
                <a:lnTo>
                  <a:pt x="3107182" y="1380617"/>
                </a:lnTo>
                <a:close/>
              </a:path>
              <a:path w="5237480" h="2181860">
                <a:moveTo>
                  <a:pt x="3107182" y="844931"/>
                </a:moveTo>
                <a:lnTo>
                  <a:pt x="3104007" y="806958"/>
                </a:lnTo>
                <a:lnTo>
                  <a:pt x="2990088" y="816229"/>
                </a:lnTo>
                <a:lnTo>
                  <a:pt x="2993263" y="854202"/>
                </a:lnTo>
                <a:lnTo>
                  <a:pt x="3107182" y="844931"/>
                </a:lnTo>
                <a:close/>
              </a:path>
              <a:path w="5237480" h="2181860">
                <a:moveTo>
                  <a:pt x="3107182" y="310007"/>
                </a:moveTo>
                <a:lnTo>
                  <a:pt x="3104007" y="272034"/>
                </a:lnTo>
                <a:lnTo>
                  <a:pt x="2990088" y="281305"/>
                </a:lnTo>
                <a:lnTo>
                  <a:pt x="2993263" y="319278"/>
                </a:lnTo>
                <a:lnTo>
                  <a:pt x="3107182" y="310007"/>
                </a:lnTo>
                <a:close/>
              </a:path>
              <a:path w="5237480" h="2181860">
                <a:moveTo>
                  <a:pt x="3252216" y="1880438"/>
                </a:moveTo>
                <a:lnTo>
                  <a:pt x="3249168" y="1842465"/>
                </a:lnTo>
                <a:lnTo>
                  <a:pt x="3135249" y="1851698"/>
                </a:lnTo>
                <a:lnTo>
                  <a:pt x="3138297" y="1889671"/>
                </a:lnTo>
                <a:lnTo>
                  <a:pt x="3252216" y="1880438"/>
                </a:lnTo>
                <a:close/>
              </a:path>
              <a:path w="5237480" h="2181860">
                <a:moveTo>
                  <a:pt x="3259074" y="1368044"/>
                </a:moveTo>
                <a:lnTo>
                  <a:pt x="3255899" y="1330071"/>
                </a:lnTo>
                <a:lnTo>
                  <a:pt x="3141980" y="1339469"/>
                </a:lnTo>
                <a:lnTo>
                  <a:pt x="3145155" y="1377442"/>
                </a:lnTo>
                <a:lnTo>
                  <a:pt x="3259074" y="1368044"/>
                </a:lnTo>
                <a:close/>
              </a:path>
              <a:path w="5237480" h="2181860">
                <a:moveTo>
                  <a:pt x="3259074" y="832358"/>
                </a:moveTo>
                <a:lnTo>
                  <a:pt x="3255899" y="794385"/>
                </a:lnTo>
                <a:lnTo>
                  <a:pt x="3141980" y="803783"/>
                </a:lnTo>
                <a:lnTo>
                  <a:pt x="3145155" y="841756"/>
                </a:lnTo>
                <a:lnTo>
                  <a:pt x="3259074" y="832358"/>
                </a:lnTo>
                <a:close/>
              </a:path>
              <a:path w="5237480" h="2181860">
                <a:moveTo>
                  <a:pt x="3259074" y="297434"/>
                </a:moveTo>
                <a:lnTo>
                  <a:pt x="3255899" y="259461"/>
                </a:lnTo>
                <a:lnTo>
                  <a:pt x="3141980" y="268859"/>
                </a:lnTo>
                <a:lnTo>
                  <a:pt x="3145155" y="306832"/>
                </a:lnTo>
                <a:lnTo>
                  <a:pt x="3259074" y="297434"/>
                </a:lnTo>
                <a:close/>
              </a:path>
              <a:path w="5237480" h="2181860">
                <a:moveTo>
                  <a:pt x="3404108" y="1868131"/>
                </a:moveTo>
                <a:lnTo>
                  <a:pt x="3401060" y="1830146"/>
                </a:lnTo>
                <a:lnTo>
                  <a:pt x="3287141" y="1839379"/>
                </a:lnTo>
                <a:lnTo>
                  <a:pt x="3290189" y="1877364"/>
                </a:lnTo>
                <a:lnTo>
                  <a:pt x="3404108" y="1868131"/>
                </a:lnTo>
                <a:close/>
              </a:path>
              <a:path w="5237480" h="2181860">
                <a:moveTo>
                  <a:pt x="3410966" y="1355598"/>
                </a:moveTo>
                <a:lnTo>
                  <a:pt x="3407791" y="1317625"/>
                </a:lnTo>
                <a:lnTo>
                  <a:pt x="3293872" y="1327023"/>
                </a:lnTo>
                <a:lnTo>
                  <a:pt x="3297047" y="1364996"/>
                </a:lnTo>
                <a:lnTo>
                  <a:pt x="3410966" y="1355598"/>
                </a:lnTo>
                <a:close/>
              </a:path>
              <a:path w="5237480" h="2181860">
                <a:moveTo>
                  <a:pt x="3410966" y="819912"/>
                </a:moveTo>
                <a:lnTo>
                  <a:pt x="3407791" y="781939"/>
                </a:lnTo>
                <a:lnTo>
                  <a:pt x="3293872" y="791337"/>
                </a:lnTo>
                <a:lnTo>
                  <a:pt x="3297047" y="829310"/>
                </a:lnTo>
                <a:lnTo>
                  <a:pt x="3410966" y="819912"/>
                </a:lnTo>
                <a:close/>
              </a:path>
              <a:path w="5237480" h="2181860">
                <a:moveTo>
                  <a:pt x="3410966" y="284988"/>
                </a:moveTo>
                <a:lnTo>
                  <a:pt x="3407791" y="247015"/>
                </a:lnTo>
                <a:lnTo>
                  <a:pt x="3293872" y="256413"/>
                </a:lnTo>
                <a:lnTo>
                  <a:pt x="3297047" y="294386"/>
                </a:lnTo>
                <a:lnTo>
                  <a:pt x="3410966" y="284988"/>
                </a:lnTo>
                <a:close/>
              </a:path>
              <a:path w="5237480" h="2181860">
                <a:moveTo>
                  <a:pt x="3556000" y="1855812"/>
                </a:moveTo>
                <a:lnTo>
                  <a:pt x="3552952" y="1817839"/>
                </a:lnTo>
                <a:lnTo>
                  <a:pt x="3439033" y="1827072"/>
                </a:lnTo>
                <a:lnTo>
                  <a:pt x="3442081" y="1865045"/>
                </a:lnTo>
                <a:lnTo>
                  <a:pt x="3556000" y="1855812"/>
                </a:lnTo>
                <a:close/>
              </a:path>
              <a:path w="5237480" h="2181860">
                <a:moveTo>
                  <a:pt x="3562731" y="1343152"/>
                </a:moveTo>
                <a:lnTo>
                  <a:pt x="3559683" y="1305179"/>
                </a:lnTo>
                <a:lnTo>
                  <a:pt x="3445764" y="1314577"/>
                </a:lnTo>
                <a:lnTo>
                  <a:pt x="3448939" y="1352550"/>
                </a:lnTo>
                <a:lnTo>
                  <a:pt x="3562731" y="1343152"/>
                </a:lnTo>
                <a:close/>
              </a:path>
              <a:path w="5237480" h="2181860">
                <a:moveTo>
                  <a:pt x="3562731" y="807466"/>
                </a:moveTo>
                <a:lnTo>
                  <a:pt x="3559683" y="769493"/>
                </a:lnTo>
                <a:lnTo>
                  <a:pt x="3445764" y="778891"/>
                </a:lnTo>
                <a:lnTo>
                  <a:pt x="3448939" y="816864"/>
                </a:lnTo>
                <a:lnTo>
                  <a:pt x="3562731" y="807466"/>
                </a:lnTo>
                <a:close/>
              </a:path>
              <a:path w="5237480" h="2181860">
                <a:moveTo>
                  <a:pt x="3562731" y="272542"/>
                </a:moveTo>
                <a:lnTo>
                  <a:pt x="3559683" y="234569"/>
                </a:lnTo>
                <a:lnTo>
                  <a:pt x="3445764" y="243967"/>
                </a:lnTo>
                <a:lnTo>
                  <a:pt x="3448939" y="281940"/>
                </a:lnTo>
                <a:lnTo>
                  <a:pt x="3562731" y="272542"/>
                </a:lnTo>
                <a:close/>
              </a:path>
              <a:path w="5237480" h="2181860">
                <a:moveTo>
                  <a:pt x="3707892" y="1843506"/>
                </a:moveTo>
                <a:lnTo>
                  <a:pt x="3704844" y="1805533"/>
                </a:lnTo>
                <a:lnTo>
                  <a:pt x="3590925" y="1814766"/>
                </a:lnTo>
                <a:lnTo>
                  <a:pt x="3593973" y="1852739"/>
                </a:lnTo>
                <a:lnTo>
                  <a:pt x="3707892" y="1843506"/>
                </a:lnTo>
                <a:close/>
              </a:path>
              <a:path w="5237480" h="2181860">
                <a:moveTo>
                  <a:pt x="3714610" y="1330706"/>
                </a:moveTo>
                <a:lnTo>
                  <a:pt x="3711562" y="1292733"/>
                </a:lnTo>
                <a:lnTo>
                  <a:pt x="3597656" y="1302004"/>
                </a:lnTo>
                <a:lnTo>
                  <a:pt x="3600704" y="1339977"/>
                </a:lnTo>
                <a:lnTo>
                  <a:pt x="3714610" y="1330706"/>
                </a:lnTo>
                <a:close/>
              </a:path>
              <a:path w="5237480" h="2181860">
                <a:moveTo>
                  <a:pt x="3714610" y="795020"/>
                </a:moveTo>
                <a:lnTo>
                  <a:pt x="3711562" y="757047"/>
                </a:lnTo>
                <a:lnTo>
                  <a:pt x="3597656" y="766318"/>
                </a:lnTo>
                <a:lnTo>
                  <a:pt x="3600704" y="804291"/>
                </a:lnTo>
                <a:lnTo>
                  <a:pt x="3714610" y="795020"/>
                </a:lnTo>
                <a:close/>
              </a:path>
              <a:path w="5237480" h="2181860">
                <a:moveTo>
                  <a:pt x="3714610" y="260096"/>
                </a:moveTo>
                <a:lnTo>
                  <a:pt x="3711562" y="222123"/>
                </a:lnTo>
                <a:lnTo>
                  <a:pt x="3597656" y="231394"/>
                </a:lnTo>
                <a:lnTo>
                  <a:pt x="3600704" y="269367"/>
                </a:lnTo>
                <a:lnTo>
                  <a:pt x="3714610" y="260096"/>
                </a:lnTo>
                <a:close/>
              </a:path>
              <a:path w="5237480" h="2181860">
                <a:moveTo>
                  <a:pt x="3859784" y="1831200"/>
                </a:moveTo>
                <a:lnTo>
                  <a:pt x="3856736" y="1793227"/>
                </a:lnTo>
                <a:lnTo>
                  <a:pt x="3742817" y="1802460"/>
                </a:lnTo>
                <a:lnTo>
                  <a:pt x="3745865" y="1840433"/>
                </a:lnTo>
                <a:lnTo>
                  <a:pt x="3859784" y="1831200"/>
                </a:lnTo>
                <a:close/>
              </a:path>
              <a:path w="5237480" h="2181860">
                <a:moveTo>
                  <a:pt x="3866515" y="1318133"/>
                </a:moveTo>
                <a:lnTo>
                  <a:pt x="3863467" y="1280160"/>
                </a:lnTo>
                <a:lnTo>
                  <a:pt x="3749535" y="1289558"/>
                </a:lnTo>
                <a:lnTo>
                  <a:pt x="3752596" y="1327531"/>
                </a:lnTo>
                <a:lnTo>
                  <a:pt x="3866515" y="1318133"/>
                </a:lnTo>
                <a:close/>
              </a:path>
              <a:path w="5237480" h="2181860">
                <a:moveTo>
                  <a:pt x="3866515" y="782447"/>
                </a:moveTo>
                <a:lnTo>
                  <a:pt x="3863467" y="744474"/>
                </a:lnTo>
                <a:lnTo>
                  <a:pt x="3749535" y="753872"/>
                </a:lnTo>
                <a:lnTo>
                  <a:pt x="3752596" y="791845"/>
                </a:lnTo>
                <a:lnTo>
                  <a:pt x="3866515" y="782447"/>
                </a:lnTo>
                <a:close/>
              </a:path>
              <a:path w="5237480" h="2181860">
                <a:moveTo>
                  <a:pt x="3866515" y="247523"/>
                </a:moveTo>
                <a:lnTo>
                  <a:pt x="3863467" y="209550"/>
                </a:lnTo>
                <a:lnTo>
                  <a:pt x="3749535" y="218948"/>
                </a:lnTo>
                <a:lnTo>
                  <a:pt x="3752596" y="256921"/>
                </a:lnTo>
                <a:lnTo>
                  <a:pt x="3866515" y="247523"/>
                </a:lnTo>
                <a:close/>
              </a:path>
              <a:path w="5237480" h="2181860">
                <a:moveTo>
                  <a:pt x="4011676" y="1818894"/>
                </a:moveTo>
                <a:lnTo>
                  <a:pt x="4008628" y="1780908"/>
                </a:lnTo>
                <a:lnTo>
                  <a:pt x="3894709" y="1790141"/>
                </a:lnTo>
                <a:lnTo>
                  <a:pt x="3897757" y="1828126"/>
                </a:lnTo>
                <a:lnTo>
                  <a:pt x="4011676" y="1818894"/>
                </a:lnTo>
                <a:close/>
              </a:path>
              <a:path w="5237480" h="2181860">
                <a:moveTo>
                  <a:pt x="4018407" y="1305687"/>
                </a:moveTo>
                <a:lnTo>
                  <a:pt x="4015359" y="1267714"/>
                </a:lnTo>
                <a:lnTo>
                  <a:pt x="3901440" y="1277112"/>
                </a:lnTo>
                <a:lnTo>
                  <a:pt x="3904488" y="1315085"/>
                </a:lnTo>
                <a:lnTo>
                  <a:pt x="4018407" y="1305687"/>
                </a:lnTo>
                <a:close/>
              </a:path>
              <a:path w="5237480" h="2181860">
                <a:moveTo>
                  <a:pt x="4018407" y="770001"/>
                </a:moveTo>
                <a:lnTo>
                  <a:pt x="4015359" y="732028"/>
                </a:lnTo>
                <a:lnTo>
                  <a:pt x="3901440" y="741426"/>
                </a:lnTo>
                <a:lnTo>
                  <a:pt x="3904488" y="779399"/>
                </a:lnTo>
                <a:lnTo>
                  <a:pt x="4018407" y="770001"/>
                </a:lnTo>
                <a:close/>
              </a:path>
              <a:path w="5237480" h="2181860">
                <a:moveTo>
                  <a:pt x="4018407" y="235077"/>
                </a:moveTo>
                <a:lnTo>
                  <a:pt x="4015359" y="197104"/>
                </a:lnTo>
                <a:lnTo>
                  <a:pt x="3901440" y="206502"/>
                </a:lnTo>
                <a:lnTo>
                  <a:pt x="3904488" y="244475"/>
                </a:lnTo>
                <a:lnTo>
                  <a:pt x="4018407" y="235077"/>
                </a:lnTo>
                <a:close/>
              </a:path>
              <a:path w="5237480" h="2181860">
                <a:moveTo>
                  <a:pt x="4163568" y="1806575"/>
                </a:moveTo>
                <a:lnTo>
                  <a:pt x="4160520" y="1768602"/>
                </a:lnTo>
                <a:lnTo>
                  <a:pt x="4046601" y="1777834"/>
                </a:lnTo>
                <a:lnTo>
                  <a:pt x="4049649" y="1815807"/>
                </a:lnTo>
                <a:lnTo>
                  <a:pt x="4163568" y="1806575"/>
                </a:lnTo>
                <a:close/>
              </a:path>
              <a:path w="5237480" h="2181860">
                <a:moveTo>
                  <a:pt x="4170299" y="1293241"/>
                </a:moveTo>
                <a:lnTo>
                  <a:pt x="4167251" y="1255268"/>
                </a:lnTo>
                <a:lnTo>
                  <a:pt x="4053332" y="1264666"/>
                </a:lnTo>
                <a:lnTo>
                  <a:pt x="4056380" y="1302639"/>
                </a:lnTo>
                <a:lnTo>
                  <a:pt x="4170299" y="1293241"/>
                </a:lnTo>
                <a:close/>
              </a:path>
              <a:path w="5237480" h="2181860">
                <a:moveTo>
                  <a:pt x="4170299" y="757555"/>
                </a:moveTo>
                <a:lnTo>
                  <a:pt x="4167251" y="719582"/>
                </a:lnTo>
                <a:lnTo>
                  <a:pt x="4053332" y="728980"/>
                </a:lnTo>
                <a:lnTo>
                  <a:pt x="4056380" y="766953"/>
                </a:lnTo>
                <a:lnTo>
                  <a:pt x="4170299" y="757555"/>
                </a:lnTo>
                <a:close/>
              </a:path>
              <a:path w="5237480" h="2181860">
                <a:moveTo>
                  <a:pt x="4170299" y="222631"/>
                </a:moveTo>
                <a:lnTo>
                  <a:pt x="4167251" y="184658"/>
                </a:lnTo>
                <a:lnTo>
                  <a:pt x="4053332" y="194056"/>
                </a:lnTo>
                <a:lnTo>
                  <a:pt x="4056380" y="232029"/>
                </a:lnTo>
                <a:lnTo>
                  <a:pt x="4170299" y="222631"/>
                </a:lnTo>
                <a:close/>
              </a:path>
              <a:path w="5237480" h="2181860">
                <a:moveTo>
                  <a:pt x="4315460" y="1794268"/>
                </a:moveTo>
                <a:lnTo>
                  <a:pt x="4312412" y="1756295"/>
                </a:lnTo>
                <a:lnTo>
                  <a:pt x="4198493" y="1765528"/>
                </a:lnTo>
                <a:lnTo>
                  <a:pt x="4201541" y="1803501"/>
                </a:lnTo>
                <a:lnTo>
                  <a:pt x="4315460" y="1794268"/>
                </a:lnTo>
                <a:close/>
              </a:path>
              <a:path w="5237480" h="2181860">
                <a:moveTo>
                  <a:pt x="4322191" y="1280795"/>
                </a:moveTo>
                <a:lnTo>
                  <a:pt x="4319143" y="1242822"/>
                </a:lnTo>
                <a:lnTo>
                  <a:pt x="4205224" y="1252093"/>
                </a:lnTo>
                <a:lnTo>
                  <a:pt x="4208272" y="1290066"/>
                </a:lnTo>
                <a:lnTo>
                  <a:pt x="4322191" y="1280795"/>
                </a:lnTo>
                <a:close/>
              </a:path>
              <a:path w="5237480" h="2181860">
                <a:moveTo>
                  <a:pt x="4322191" y="745109"/>
                </a:moveTo>
                <a:lnTo>
                  <a:pt x="4319143" y="707136"/>
                </a:lnTo>
                <a:lnTo>
                  <a:pt x="4205224" y="716407"/>
                </a:lnTo>
                <a:lnTo>
                  <a:pt x="4208272" y="754380"/>
                </a:lnTo>
                <a:lnTo>
                  <a:pt x="4322191" y="745109"/>
                </a:lnTo>
                <a:close/>
              </a:path>
              <a:path w="5237480" h="2181860">
                <a:moveTo>
                  <a:pt x="4322191" y="210185"/>
                </a:moveTo>
                <a:lnTo>
                  <a:pt x="4319143" y="172212"/>
                </a:lnTo>
                <a:lnTo>
                  <a:pt x="4205224" y="181483"/>
                </a:lnTo>
                <a:lnTo>
                  <a:pt x="4208272" y="219456"/>
                </a:lnTo>
                <a:lnTo>
                  <a:pt x="4322191" y="210185"/>
                </a:lnTo>
                <a:close/>
              </a:path>
              <a:path w="5237480" h="2181860">
                <a:moveTo>
                  <a:pt x="4467479" y="1781962"/>
                </a:moveTo>
                <a:lnTo>
                  <a:pt x="4464304" y="1743989"/>
                </a:lnTo>
                <a:lnTo>
                  <a:pt x="4350385" y="1753222"/>
                </a:lnTo>
                <a:lnTo>
                  <a:pt x="4353560" y="1791195"/>
                </a:lnTo>
                <a:lnTo>
                  <a:pt x="4467479" y="1781962"/>
                </a:lnTo>
                <a:close/>
              </a:path>
              <a:path w="5237480" h="2181860">
                <a:moveTo>
                  <a:pt x="4474083" y="1268222"/>
                </a:moveTo>
                <a:lnTo>
                  <a:pt x="4471035" y="1230249"/>
                </a:lnTo>
                <a:lnTo>
                  <a:pt x="4357116" y="1239647"/>
                </a:lnTo>
                <a:lnTo>
                  <a:pt x="4360164" y="1277620"/>
                </a:lnTo>
                <a:lnTo>
                  <a:pt x="4474083" y="1268222"/>
                </a:lnTo>
                <a:close/>
              </a:path>
              <a:path w="5237480" h="2181860">
                <a:moveTo>
                  <a:pt x="4474083" y="732536"/>
                </a:moveTo>
                <a:lnTo>
                  <a:pt x="4471035" y="694563"/>
                </a:lnTo>
                <a:lnTo>
                  <a:pt x="4357116" y="703961"/>
                </a:lnTo>
                <a:lnTo>
                  <a:pt x="4360164" y="741934"/>
                </a:lnTo>
                <a:lnTo>
                  <a:pt x="4474083" y="732536"/>
                </a:lnTo>
                <a:close/>
              </a:path>
              <a:path w="5237480" h="2181860">
                <a:moveTo>
                  <a:pt x="4474083" y="197612"/>
                </a:moveTo>
                <a:lnTo>
                  <a:pt x="4471035" y="159639"/>
                </a:lnTo>
                <a:lnTo>
                  <a:pt x="4357116" y="169037"/>
                </a:lnTo>
                <a:lnTo>
                  <a:pt x="4360164" y="207010"/>
                </a:lnTo>
                <a:lnTo>
                  <a:pt x="4474083" y="197612"/>
                </a:lnTo>
                <a:close/>
              </a:path>
              <a:path w="5237480" h="2181860">
                <a:moveTo>
                  <a:pt x="4619371" y="1769656"/>
                </a:moveTo>
                <a:lnTo>
                  <a:pt x="4616196" y="1731683"/>
                </a:lnTo>
                <a:lnTo>
                  <a:pt x="4502277" y="1740903"/>
                </a:lnTo>
                <a:lnTo>
                  <a:pt x="4505452" y="1778889"/>
                </a:lnTo>
                <a:lnTo>
                  <a:pt x="4619371" y="1769656"/>
                </a:lnTo>
                <a:close/>
              </a:path>
              <a:path w="5237480" h="2181860">
                <a:moveTo>
                  <a:pt x="4625975" y="1255776"/>
                </a:moveTo>
                <a:lnTo>
                  <a:pt x="4622927" y="1217803"/>
                </a:lnTo>
                <a:lnTo>
                  <a:pt x="4509008" y="1227201"/>
                </a:lnTo>
                <a:lnTo>
                  <a:pt x="4512056" y="1265174"/>
                </a:lnTo>
                <a:lnTo>
                  <a:pt x="4625975" y="1255776"/>
                </a:lnTo>
                <a:close/>
              </a:path>
              <a:path w="5237480" h="2181860">
                <a:moveTo>
                  <a:pt x="4625975" y="720090"/>
                </a:moveTo>
                <a:lnTo>
                  <a:pt x="4622927" y="682117"/>
                </a:lnTo>
                <a:lnTo>
                  <a:pt x="4509008" y="691515"/>
                </a:lnTo>
                <a:lnTo>
                  <a:pt x="4512056" y="729488"/>
                </a:lnTo>
                <a:lnTo>
                  <a:pt x="4625975" y="720090"/>
                </a:lnTo>
                <a:close/>
              </a:path>
              <a:path w="5237480" h="2181860">
                <a:moveTo>
                  <a:pt x="4625975" y="185166"/>
                </a:moveTo>
                <a:lnTo>
                  <a:pt x="4622927" y="147193"/>
                </a:lnTo>
                <a:lnTo>
                  <a:pt x="4509008" y="156591"/>
                </a:lnTo>
                <a:lnTo>
                  <a:pt x="4512056" y="194564"/>
                </a:lnTo>
                <a:lnTo>
                  <a:pt x="4625975" y="185166"/>
                </a:lnTo>
                <a:close/>
              </a:path>
              <a:path w="5237480" h="2181860">
                <a:moveTo>
                  <a:pt x="4771263" y="1757337"/>
                </a:moveTo>
                <a:lnTo>
                  <a:pt x="4768215" y="1719364"/>
                </a:lnTo>
                <a:lnTo>
                  <a:pt x="4654169" y="1728597"/>
                </a:lnTo>
                <a:lnTo>
                  <a:pt x="4657344" y="1766570"/>
                </a:lnTo>
                <a:lnTo>
                  <a:pt x="4771263" y="1757337"/>
                </a:lnTo>
                <a:close/>
              </a:path>
              <a:path w="5237480" h="2181860">
                <a:moveTo>
                  <a:pt x="4777867" y="1243330"/>
                </a:moveTo>
                <a:lnTo>
                  <a:pt x="4774819" y="1205357"/>
                </a:lnTo>
                <a:lnTo>
                  <a:pt x="4660900" y="1214755"/>
                </a:lnTo>
                <a:lnTo>
                  <a:pt x="4663948" y="1252728"/>
                </a:lnTo>
                <a:lnTo>
                  <a:pt x="4777867" y="1243330"/>
                </a:lnTo>
                <a:close/>
              </a:path>
              <a:path w="5237480" h="2181860">
                <a:moveTo>
                  <a:pt x="4777867" y="707644"/>
                </a:moveTo>
                <a:lnTo>
                  <a:pt x="4774819" y="669671"/>
                </a:lnTo>
                <a:lnTo>
                  <a:pt x="4660900" y="679069"/>
                </a:lnTo>
                <a:lnTo>
                  <a:pt x="4663948" y="717042"/>
                </a:lnTo>
                <a:lnTo>
                  <a:pt x="4777867" y="707644"/>
                </a:lnTo>
                <a:close/>
              </a:path>
              <a:path w="5237480" h="2181860">
                <a:moveTo>
                  <a:pt x="4777867" y="172720"/>
                </a:moveTo>
                <a:lnTo>
                  <a:pt x="4774819" y="134747"/>
                </a:lnTo>
                <a:lnTo>
                  <a:pt x="4660900" y="144145"/>
                </a:lnTo>
                <a:lnTo>
                  <a:pt x="4663948" y="182118"/>
                </a:lnTo>
                <a:lnTo>
                  <a:pt x="4777867" y="172720"/>
                </a:lnTo>
                <a:close/>
              </a:path>
              <a:path w="5237480" h="2181860">
                <a:moveTo>
                  <a:pt x="4923155" y="1745030"/>
                </a:moveTo>
                <a:lnTo>
                  <a:pt x="4920107" y="1707057"/>
                </a:lnTo>
                <a:lnTo>
                  <a:pt x="4806188" y="1716290"/>
                </a:lnTo>
                <a:lnTo>
                  <a:pt x="4809236" y="1754263"/>
                </a:lnTo>
                <a:lnTo>
                  <a:pt x="4923155" y="1745030"/>
                </a:lnTo>
                <a:close/>
              </a:path>
              <a:path w="5237480" h="2181860">
                <a:moveTo>
                  <a:pt x="4929759" y="1230884"/>
                </a:moveTo>
                <a:lnTo>
                  <a:pt x="4926711" y="1192911"/>
                </a:lnTo>
                <a:lnTo>
                  <a:pt x="4812792" y="1202182"/>
                </a:lnTo>
                <a:lnTo>
                  <a:pt x="4815840" y="1240155"/>
                </a:lnTo>
                <a:lnTo>
                  <a:pt x="4929759" y="1230884"/>
                </a:lnTo>
                <a:close/>
              </a:path>
              <a:path w="5237480" h="2181860">
                <a:moveTo>
                  <a:pt x="4929759" y="695198"/>
                </a:moveTo>
                <a:lnTo>
                  <a:pt x="4926711" y="657225"/>
                </a:lnTo>
                <a:lnTo>
                  <a:pt x="4812792" y="666496"/>
                </a:lnTo>
                <a:lnTo>
                  <a:pt x="4815840" y="704469"/>
                </a:lnTo>
                <a:lnTo>
                  <a:pt x="4929759" y="695198"/>
                </a:lnTo>
                <a:close/>
              </a:path>
              <a:path w="5237480" h="2181860">
                <a:moveTo>
                  <a:pt x="4929759" y="160274"/>
                </a:moveTo>
                <a:lnTo>
                  <a:pt x="4926711" y="122301"/>
                </a:lnTo>
                <a:lnTo>
                  <a:pt x="4812792" y="131572"/>
                </a:lnTo>
                <a:lnTo>
                  <a:pt x="4815840" y="169545"/>
                </a:lnTo>
                <a:lnTo>
                  <a:pt x="4929759" y="160274"/>
                </a:lnTo>
                <a:close/>
              </a:path>
              <a:path w="5237480" h="2181860">
                <a:moveTo>
                  <a:pt x="5075047" y="1732724"/>
                </a:moveTo>
                <a:lnTo>
                  <a:pt x="5071999" y="1694751"/>
                </a:lnTo>
                <a:lnTo>
                  <a:pt x="4958080" y="1703984"/>
                </a:lnTo>
                <a:lnTo>
                  <a:pt x="4961128" y="1741957"/>
                </a:lnTo>
                <a:lnTo>
                  <a:pt x="5075047" y="1732724"/>
                </a:lnTo>
                <a:close/>
              </a:path>
              <a:path w="5237480" h="2181860">
                <a:moveTo>
                  <a:pt x="5081651" y="1218311"/>
                </a:moveTo>
                <a:lnTo>
                  <a:pt x="5078603" y="1180338"/>
                </a:lnTo>
                <a:lnTo>
                  <a:pt x="4964684" y="1189736"/>
                </a:lnTo>
                <a:lnTo>
                  <a:pt x="4967732" y="1227709"/>
                </a:lnTo>
                <a:lnTo>
                  <a:pt x="5081651" y="1218311"/>
                </a:lnTo>
                <a:close/>
              </a:path>
              <a:path w="5237480" h="2181860">
                <a:moveTo>
                  <a:pt x="5081651" y="682625"/>
                </a:moveTo>
                <a:lnTo>
                  <a:pt x="5078603" y="644652"/>
                </a:lnTo>
                <a:lnTo>
                  <a:pt x="4964684" y="654050"/>
                </a:lnTo>
                <a:lnTo>
                  <a:pt x="4967732" y="692023"/>
                </a:lnTo>
                <a:lnTo>
                  <a:pt x="5081651" y="682625"/>
                </a:lnTo>
                <a:close/>
              </a:path>
              <a:path w="5237480" h="2181860">
                <a:moveTo>
                  <a:pt x="5081651" y="147701"/>
                </a:moveTo>
                <a:lnTo>
                  <a:pt x="5078603" y="109728"/>
                </a:lnTo>
                <a:lnTo>
                  <a:pt x="4964684" y="119126"/>
                </a:lnTo>
                <a:lnTo>
                  <a:pt x="4967732" y="157099"/>
                </a:lnTo>
                <a:lnTo>
                  <a:pt x="5081651" y="147701"/>
                </a:lnTo>
                <a:close/>
              </a:path>
              <a:path w="5237480" h="2181860">
                <a:moveTo>
                  <a:pt x="5236972" y="2124456"/>
                </a:moveTo>
                <a:lnTo>
                  <a:pt x="5198872" y="2105406"/>
                </a:lnTo>
                <a:lnTo>
                  <a:pt x="5122672" y="2067306"/>
                </a:lnTo>
                <a:lnTo>
                  <a:pt x="5122672" y="2105406"/>
                </a:lnTo>
                <a:lnTo>
                  <a:pt x="475983" y="2105406"/>
                </a:lnTo>
                <a:lnTo>
                  <a:pt x="518033" y="2102002"/>
                </a:lnTo>
                <a:lnTo>
                  <a:pt x="514858" y="2064029"/>
                </a:lnTo>
                <a:lnTo>
                  <a:pt x="400939" y="2073262"/>
                </a:lnTo>
                <a:lnTo>
                  <a:pt x="403517" y="2105406"/>
                </a:lnTo>
                <a:lnTo>
                  <a:pt x="365290" y="2105406"/>
                </a:lnTo>
                <a:lnTo>
                  <a:pt x="362966" y="2076335"/>
                </a:lnTo>
                <a:lnTo>
                  <a:pt x="249047" y="2085568"/>
                </a:lnTo>
                <a:lnTo>
                  <a:pt x="250634" y="2105406"/>
                </a:lnTo>
                <a:lnTo>
                  <a:pt x="212407" y="2105406"/>
                </a:lnTo>
                <a:lnTo>
                  <a:pt x="211074" y="2088642"/>
                </a:lnTo>
                <a:lnTo>
                  <a:pt x="118478" y="2096160"/>
                </a:lnTo>
                <a:lnTo>
                  <a:pt x="115443" y="2058174"/>
                </a:lnTo>
                <a:lnTo>
                  <a:pt x="37414" y="2105406"/>
                </a:lnTo>
                <a:lnTo>
                  <a:pt x="0" y="2105406"/>
                </a:lnTo>
                <a:lnTo>
                  <a:pt x="0" y="2143506"/>
                </a:lnTo>
                <a:lnTo>
                  <a:pt x="53594" y="2143506"/>
                </a:lnTo>
                <a:lnTo>
                  <a:pt x="124587" y="2172106"/>
                </a:lnTo>
                <a:lnTo>
                  <a:pt x="122275" y="2143506"/>
                </a:lnTo>
                <a:lnTo>
                  <a:pt x="5122672" y="2143506"/>
                </a:lnTo>
                <a:lnTo>
                  <a:pt x="5122672" y="2181606"/>
                </a:lnTo>
                <a:lnTo>
                  <a:pt x="5198872" y="2143506"/>
                </a:lnTo>
                <a:lnTo>
                  <a:pt x="5236972" y="2124456"/>
                </a:lnTo>
                <a:close/>
              </a:path>
              <a:path w="5237480" h="2181860">
                <a:moveTo>
                  <a:pt x="5236972" y="1655826"/>
                </a:moveTo>
                <a:lnTo>
                  <a:pt x="5198872" y="1636776"/>
                </a:lnTo>
                <a:lnTo>
                  <a:pt x="5122672" y="1598676"/>
                </a:lnTo>
                <a:lnTo>
                  <a:pt x="5122672" y="1636776"/>
                </a:lnTo>
                <a:lnTo>
                  <a:pt x="122466" y="1636776"/>
                </a:lnTo>
                <a:lnTo>
                  <a:pt x="121666" y="1626997"/>
                </a:lnTo>
                <a:lnTo>
                  <a:pt x="121577" y="1625828"/>
                </a:lnTo>
                <a:lnTo>
                  <a:pt x="221234" y="1617637"/>
                </a:lnTo>
                <a:lnTo>
                  <a:pt x="218186" y="1579664"/>
                </a:lnTo>
                <a:lnTo>
                  <a:pt x="118440" y="1587868"/>
                </a:lnTo>
                <a:lnTo>
                  <a:pt x="115316" y="1549882"/>
                </a:lnTo>
                <a:lnTo>
                  <a:pt x="6096" y="1616189"/>
                </a:lnTo>
                <a:lnTo>
                  <a:pt x="57378" y="1636776"/>
                </a:lnTo>
                <a:lnTo>
                  <a:pt x="0" y="1636776"/>
                </a:lnTo>
                <a:lnTo>
                  <a:pt x="0" y="1674876"/>
                </a:lnTo>
                <a:lnTo>
                  <a:pt x="5122672" y="1674876"/>
                </a:lnTo>
                <a:lnTo>
                  <a:pt x="5122672" y="1712976"/>
                </a:lnTo>
                <a:lnTo>
                  <a:pt x="5198872" y="1674876"/>
                </a:lnTo>
                <a:lnTo>
                  <a:pt x="5236972" y="1655826"/>
                </a:lnTo>
                <a:close/>
              </a:path>
              <a:path w="5237480" h="2181860">
                <a:moveTo>
                  <a:pt x="5236972" y="1123188"/>
                </a:moveTo>
                <a:lnTo>
                  <a:pt x="5198872" y="1104138"/>
                </a:lnTo>
                <a:lnTo>
                  <a:pt x="5122672" y="1066038"/>
                </a:lnTo>
                <a:lnTo>
                  <a:pt x="5122672" y="1104138"/>
                </a:lnTo>
                <a:lnTo>
                  <a:pt x="122720" y="1104138"/>
                </a:lnTo>
                <a:lnTo>
                  <a:pt x="121666" y="1091311"/>
                </a:lnTo>
                <a:lnTo>
                  <a:pt x="121577" y="1090142"/>
                </a:lnTo>
                <a:lnTo>
                  <a:pt x="221234" y="1081913"/>
                </a:lnTo>
                <a:lnTo>
                  <a:pt x="218186" y="1043940"/>
                </a:lnTo>
                <a:lnTo>
                  <a:pt x="118440" y="1052169"/>
                </a:lnTo>
                <a:lnTo>
                  <a:pt x="115316" y="1014222"/>
                </a:lnTo>
                <a:lnTo>
                  <a:pt x="6096" y="1080516"/>
                </a:lnTo>
                <a:lnTo>
                  <a:pt x="64909" y="1104138"/>
                </a:lnTo>
                <a:lnTo>
                  <a:pt x="0" y="1104138"/>
                </a:lnTo>
                <a:lnTo>
                  <a:pt x="0" y="1142238"/>
                </a:lnTo>
                <a:lnTo>
                  <a:pt x="5122672" y="1142238"/>
                </a:lnTo>
                <a:lnTo>
                  <a:pt x="5122672" y="1180338"/>
                </a:lnTo>
                <a:lnTo>
                  <a:pt x="5198872" y="1142238"/>
                </a:lnTo>
                <a:lnTo>
                  <a:pt x="5236972" y="1123188"/>
                </a:lnTo>
                <a:close/>
              </a:path>
              <a:path w="5237480" h="2181860">
                <a:moveTo>
                  <a:pt x="5236972" y="589788"/>
                </a:moveTo>
                <a:lnTo>
                  <a:pt x="5198872" y="570738"/>
                </a:lnTo>
                <a:lnTo>
                  <a:pt x="5122672" y="532638"/>
                </a:lnTo>
                <a:lnTo>
                  <a:pt x="5122672" y="570738"/>
                </a:lnTo>
                <a:lnTo>
                  <a:pt x="122847" y="570738"/>
                </a:lnTo>
                <a:lnTo>
                  <a:pt x="121666" y="556387"/>
                </a:lnTo>
                <a:lnTo>
                  <a:pt x="121577" y="555218"/>
                </a:lnTo>
                <a:lnTo>
                  <a:pt x="221234" y="546989"/>
                </a:lnTo>
                <a:lnTo>
                  <a:pt x="218186" y="509016"/>
                </a:lnTo>
                <a:lnTo>
                  <a:pt x="118440" y="517245"/>
                </a:lnTo>
                <a:lnTo>
                  <a:pt x="115316" y="479298"/>
                </a:lnTo>
                <a:lnTo>
                  <a:pt x="6096" y="545592"/>
                </a:lnTo>
                <a:lnTo>
                  <a:pt x="68719" y="570738"/>
                </a:lnTo>
                <a:lnTo>
                  <a:pt x="0" y="570738"/>
                </a:lnTo>
                <a:lnTo>
                  <a:pt x="0" y="608838"/>
                </a:lnTo>
                <a:lnTo>
                  <a:pt x="5122672" y="608838"/>
                </a:lnTo>
                <a:lnTo>
                  <a:pt x="5122672" y="646938"/>
                </a:lnTo>
                <a:lnTo>
                  <a:pt x="5198872" y="608838"/>
                </a:lnTo>
                <a:lnTo>
                  <a:pt x="5236972" y="589788"/>
                </a:lnTo>
                <a:close/>
              </a:path>
              <a:path w="5237480" h="2181860">
                <a:moveTo>
                  <a:pt x="5236972" y="57150"/>
                </a:moveTo>
                <a:lnTo>
                  <a:pt x="5198872" y="38100"/>
                </a:lnTo>
                <a:lnTo>
                  <a:pt x="5122672" y="0"/>
                </a:lnTo>
                <a:lnTo>
                  <a:pt x="5122672" y="38100"/>
                </a:lnTo>
                <a:lnTo>
                  <a:pt x="0" y="38100"/>
                </a:lnTo>
                <a:lnTo>
                  <a:pt x="0" y="76200"/>
                </a:lnTo>
                <a:lnTo>
                  <a:pt x="5122672" y="76200"/>
                </a:lnTo>
                <a:lnTo>
                  <a:pt x="5122672" y="114300"/>
                </a:lnTo>
                <a:lnTo>
                  <a:pt x="5198872" y="76200"/>
                </a:lnTo>
                <a:lnTo>
                  <a:pt x="5236972" y="571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6">
            <a:extLst>
              <a:ext uri="{FF2B5EF4-FFF2-40B4-BE49-F238E27FC236}">
                <a16:creationId xmlns:a16="http://schemas.microsoft.com/office/drawing/2014/main" id="{68F13FD2-2F8E-C94D-9AF7-5FA23DB0D4DE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04869" y="167146"/>
            <a:ext cx="6849195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动态规划：一般步</a:t>
            </a:r>
            <a:r>
              <a:rPr spc="-60" dirty="0" err="1">
                <a:latin typeface="SimSun" panose="02010600030101010101" pitchFamily="2" charset="-122"/>
                <a:ea typeface="SimSun" panose="02010600030101010101" pitchFamily="2" charset="-122"/>
              </a:rPr>
              <a:t>骤</a:t>
            </a:r>
            <a:endParaRPr spc="-6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8340" y="1253236"/>
            <a:ext cx="2503805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100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1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记录决策过程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2302385" y="1972182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178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844550" y="1972182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24765" y="27178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916306" y="1882774"/>
            <a:ext cx="204787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60045" indent="-347980">
              <a:lnSpc>
                <a:spcPct val="100000"/>
              </a:lnSpc>
              <a:spcBef>
                <a:spcPts val="100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360045" algn="l"/>
                <a:tab pos="360680" algn="l"/>
                <a:tab pos="1570990" algn="l"/>
              </a:tabLst>
            </a:pPr>
            <a:r>
              <a:rPr sz="2400" dirty="0">
                <a:latin typeface="Cambria Math"/>
                <a:cs typeface="Cambria Math"/>
              </a:rPr>
              <a:t>𝑹𝒆𝒄</a:t>
            </a:r>
            <a:r>
              <a:rPr sz="2400" spc="310" dirty="0">
                <a:latin typeface="Cambria Math"/>
                <a:cs typeface="Cambria Math"/>
              </a:rPr>
              <a:t> </a:t>
            </a:r>
            <a:r>
              <a:rPr sz="2400" spc="-10" dirty="0">
                <a:latin typeface="Cambria Math"/>
                <a:cs typeface="Cambria Math"/>
              </a:rPr>
              <a:t>𝒊,</a:t>
            </a:r>
            <a:r>
              <a:rPr sz="2400" spc="-135" dirty="0">
                <a:latin typeface="Cambria Math"/>
                <a:cs typeface="Cambria Math"/>
              </a:rPr>
              <a:t> </a:t>
            </a:r>
            <a:r>
              <a:rPr sz="2400" spc="-50" dirty="0">
                <a:latin typeface="Cambria Math"/>
                <a:cs typeface="Cambria Math"/>
              </a:rPr>
              <a:t>𝒄</a:t>
            </a:r>
            <a:r>
              <a:rPr sz="2400" dirty="0">
                <a:latin typeface="Cambria Math"/>
                <a:cs typeface="Cambria Math"/>
              </a:rPr>
              <a:t>	=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2938909" y="1705991"/>
            <a:ext cx="1793239" cy="7747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560705" algn="l"/>
              </a:tabLst>
            </a:pPr>
            <a:r>
              <a:rPr sz="2400" spc="-25" dirty="0">
                <a:latin typeface="Cambria Math"/>
                <a:cs typeface="Cambria Math"/>
              </a:rPr>
              <a:t>𝟏,</a:t>
            </a:r>
            <a:r>
              <a:rPr sz="2400" dirty="0">
                <a:latin typeface="Cambria Math"/>
                <a:cs typeface="Cambria Math"/>
              </a:rPr>
              <a:t>	</a:t>
            </a:r>
            <a:r>
              <a:rPr sz="2400" spc="-15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选择商品</a:t>
            </a:r>
            <a:endParaRPr sz="24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560705" algn="l"/>
              </a:tabLst>
            </a:pPr>
            <a:r>
              <a:rPr sz="2400" spc="-25" dirty="0">
                <a:latin typeface="Cambria Math"/>
                <a:cs typeface="Cambria Math"/>
              </a:rPr>
              <a:t>𝟎,</a:t>
            </a:r>
            <a:r>
              <a:rPr sz="2400" dirty="0">
                <a:latin typeface="Cambria Math"/>
                <a:cs typeface="Cambria Math"/>
              </a:rPr>
              <a:t>	</a:t>
            </a:r>
            <a:r>
              <a:rPr sz="2400" spc="-15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不选商品</a:t>
            </a:r>
            <a:endParaRPr sz="24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9116948" y="1018413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8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8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1" y="876426"/>
                </a:lnTo>
                <a:lnTo>
                  <a:pt x="1856231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 txBox="1"/>
          <p:nvPr/>
        </p:nvSpPr>
        <p:spPr>
          <a:xfrm>
            <a:off x="9346438" y="1314449"/>
            <a:ext cx="1397000" cy="3003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20">
                <a:solidFill>
                  <a:srgbClr val="FFFFFF"/>
                </a:solidFill>
                <a:latin typeface="PMingLiU"/>
                <a:cs typeface="PMingLiU"/>
              </a:rPr>
              <a:t>问题结构分析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24" name="object 24"/>
          <p:cNvSpPr/>
          <p:nvPr/>
        </p:nvSpPr>
        <p:spPr>
          <a:xfrm>
            <a:off x="9825228" y="2052827"/>
            <a:ext cx="439420" cy="367030"/>
          </a:xfrm>
          <a:custGeom>
            <a:avLst/>
            <a:gdLst/>
            <a:ahLst/>
            <a:cxnLst/>
            <a:rect l="l" t="t" r="r" b="b"/>
            <a:pathLst>
              <a:path w="439420" h="367030">
                <a:moveTo>
                  <a:pt x="351154" y="0"/>
                </a:moveTo>
                <a:lnTo>
                  <a:pt x="87756" y="0"/>
                </a:lnTo>
                <a:lnTo>
                  <a:pt x="87756" y="183261"/>
                </a:lnTo>
                <a:lnTo>
                  <a:pt x="0" y="183261"/>
                </a:lnTo>
                <a:lnTo>
                  <a:pt x="219455" y="366522"/>
                </a:lnTo>
                <a:lnTo>
                  <a:pt x="438912" y="183261"/>
                </a:lnTo>
                <a:lnTo>
                  <a:pt x="351154" y="183261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9116948" y="2480691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8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8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1" y="876426"/>
                </a:lnTo>
                <a:lnTo>
                  <a:pt x="1856231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 txBox="1"/>
          <p:nvPr/>
        </p:nvSpPr>
        <p:spPr>
          <a:xfrm>
            <a:off x="9346438" y="2776982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递推关系建立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27" name="object 27"/>
          <p:cNvSpPr/>
          <p:nvPr/>
        </p:nvSpPr>
        <p:spPr>
          <a:xfrm>
            <a:off x="9825228" y="3515105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9"/>
                </a:lnTo>
                <a:lnTo>
                  <a:pt x="0" y="182499"/>
                </a:lnTo>
                <a:lnTo>
                  <a:pt x="219455" y="364998"/>
                </a:lnTo>
                <a:lnTo>
                  <a:pt x="438912" y="182499"/>
                </a:lnTo>
                <a:lnTo>
                  <a:pt x="351154" y="182499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9116948" y="3941445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8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8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8" y="973835"/>
                </a:lnTo>
                <a:lnTo>
                  <a:pt x="1758823" y="973835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1" y="876426"/>
                </a:lnTo>
                <a:lnTo>
                  <a:pt x="1856231" y="97408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 txBox="1"/>
          <p:nvPr/>
        </p:nvSpPr>
        <p:spPr>
          <a:xfrm>
            <a:off x="9346438" y="4237735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自底向上计算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30" name="object 30"/>
          <p:cNvSpPr/>
          <p:nvPr/>
        </p:nvSpPr>
        <p:spPr>
          <a:xfrm>
            <a:off x="9825228" y="4975859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8"/>
                </a:lnTo>
                <a:lnTo>
                  <a:pt x="0" y="182498"/>
                </a:lnTo>
                <a:lnTo>
                  <a:pt x="219455" y="364997"/>
                </a:lnTo>
                <a:lnTo>
                  <a:pt x="438912" y="182498"/>
                </a:lnTo>
                <a:lnTo>
                  <a:pt x="351154" y="182498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9116948" y="5402198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8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52"/>
                </a:lnTo>
                <a:lnTo>
                  <a:pt x="7647" y="914358"/>
                </a:lnTo>
                <a:lnTo>
                  <a:pt x="28511" y="945313"/>
                </a:lnTo>
                <a:lnTo>
                  <a:pt x="59471" y="966183"/>
                </a:lnTo>
                <a:lnTo>
                  <a:pt x="97408" y="973835"/>
                </a:lnTo>
                <a:lnTo>
                  <a:pt x="1758823" y="973835"/>
                </a:lnTo>
                <a:lnTo>
                  <a:pt x="1796760" y="966183"/>
                </a:lnTo>
                <a:lnTo>
                  <a:pt x="1827720" y="945313"/>
                </a:lnTo>
                <a:lnTo>
                  <a:pt x="1848584" y="914358"/>
                </a:lnTo>
                <a:lnTo>
                  <a:pt x="1856231" y="876452"/>
                </a:lnTo>
                <a:lnTo>
                  <a:pt x="1856231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83C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 txBox="1"/>
          <p:nvPr/>
        </p:nvSpPr>
        <p:spPr>
          <a:xfrm>
            <a:off x="9346438" y="5698744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最优方案追踪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35" name="左大括号 34">
            <a:extLst>
              <a:ext uri="{FF2B5EF4-FFF2-40B4-BE49-F238E27FC236}">
                <a16:creationId xmlns:a16="http://schemas.microsoft.com/office/drawing/2014/main" id="{9135434D-5F2D-EA4D-867D-F36598742814}"/>
              </a:ext>
            </a:extLst>
          </p:cNvPr>
          <p:cNvSpPr/>
          <p:nvPr/>
        </p:nvSpPr>
        <p:spPr>
          <a:xfrm>
            <a:off x="2720027" y="1819656"/>
            <a:ext cx="178689" cy="547369"/>
          </a:xfrm>
          <a:prstGeom prst="leftBrace">
            <a:avLst/>
          </a:prstGeom>
          <a:noFill/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kumimoji="1" lang="zh-CN" altLang="en-US"/>
          </a:p>
        </p:txBody>
      </p:sp>
      <p:sp>
        <p:nvSpPr>
          <p:cNvPr id="36" name="object 2">
            <a:extLst>
              <a:ext uri="{FF2B5EF4-FFF2-40B4-BE49-F238E27FC236}">
                <a16:creationId xmlns:a16="http://schemas.microsoft.com/office/drawing/2014/main" id="{92EB420A-C147-3E41-B26D-134ECA984E22}"/>
              </a:ext>
            </a:extLst>
          </p:cNvPr>
          <p:cNvSpPr txBox="1"/>
          <p:nvPr/>
        </p:nvSpPr>
        <p:spPr>
          <a:xfrm>
            <a:off x="688340" y="2763544"/>
            <a:ext cx="3765550" cy="988060"/>
          </a:xfrm>
          <a:prstGeom prst="rect">
            <a:avLst/>
          </a:prstGeom>
        </p:spPr>
        <p:txBody>
          <a:bodyPr vert="horz" wrap="square" lIns="0" tIns="104139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819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10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输出最优方案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  <a:p>
            <a:pPr marL="704215" lvl="1" indent="-347980">
              <a:lnSpc>
                <a:spcPct val="100000"/>
              </a:lnSpc>
              <a:spcBef>
                <a:spcPts val="615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704215" algn="l"/>
                <a:tab pos="704850" algn="l"/>
              </a:tabLst>
            </a:pPr>
            <a:r>
              <a:rPr sz="2400" spc="-5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倒序判断是否选择商品</a:t>
            </a:r>
            <a:endParaRPr sz="24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sp>
        <p:nvSpPr>
          <p:cNvPr id="37" name="object 3">
            <a:extLst>
              <a:ext uri="{FF2B5EF4-FFF2-40B4-BE49-F238E27FC236}">
                <a16:creationId xmlns:a16="http://schemas.microsoft.com/office/drawing/2014/main" id="{6940E3EE-A8F5-E94A-851D-709D5D796894}"/>
              </a:ext>
            </a:extLst>
          </p:cNvPr>
          <p:cNvSpPr/>
          <p:nvPr/>
        </p:nvSpPr>
        <p:spPr>
          <a:xfrm>
            <a:off x="2418842" y="3887330"/>
            <a:ext cx="66675" cy="284480"/>
          </a:xfrm>
          <a:custGeom>
            <a:avLst/>
            <a:gdLst/>
            <a:ahLst/>
            <a:cxnLst/>
            <a:rect l="l" t="t" r="r" b="b"/>
            <a:pathLst>
              <a:path w="66675" h="28448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3050"/>
                </a:lnTo>
                <a:lnTo>
                  <a:pt x="0" y="273050"/>
                </a:lnTo>
                <a:lnTo>
                  <a:pt x="0" y="284480"/>
                </a:lnTo>
                <a:lnTo>
                  <a:pt x="66421" y="284480"/>
                </a:lnTo>
                <a:lnTo>
                  <a:pt x="66421" y="27305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4">
            <a:extLst>
              <a:ext uri="{FF2B5EF4-FFF2-40B4-BE49-F238E27FC236}">
                <a16:creationId xmlns:a16="http://schemas.microsoft.com/office/drawing/2014/main" id="{B7100AD8-6F2C-4840-B476-5488E1048522}"/>
              </a:ext>
            </a:extLst>
          </p:cNvPr>
          <p:cNvSpPr/>
          <p:nvPr/>
        </p:nvSpPr>
        <p:spPr>
          <a:xfrm>
            <a:off x="1961007" y="3887330"/>
            <a:ext cx="66675" cy="284480"/>
          </a:xfrm>
          <a:custGeom>
            <a:avLst/>
            <a:gdLst/>
            <a:ahLst/>
            <a:cxnLst/>
            <a:rect l="l" t="t" r="r" b="b"/>
            <a:pathLst>
              <a:path w="66675" h="28448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3050"/>
                </a:lnTo>
                <a:lnTo>
                  <a:pt x="0" y="284480"/>
                </a:lnTo>
                <a:lnTo>
                  <a:pt x="66421" y="284480"/>
                </a:lnTo>
                <a:lnTo>
                  <a:pt x="66421" y="273050"/>
                </a:lnTo>
                <a:lnTo>
                  <a:pt x="24765" y="27305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5">
            <a:extLst>
              <a:ext uri="{FF2B5EF4-FFF2-40B4-BE49-F238E27FC236}">
                <a16:creationId xmlns:a16="http://schemas.microsoft.com/office/drawing/2014/main" id="{5FF54D9C-C9A5-8446-99E4-4DD34AFF31F6}"/>
              </a:ext>
            </a:extLst>
          </p:cNvPr>
          <p:cNvSpPr txBox="1"/>
          <p:nvPr/>
        </p:nvSpPr>
        <p:spPr>
          <a:xfrm>
            <a:off x="1032763" y="3798939"/>
            <a:ext cx="139319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60045" indent="-347980">
              <a:lnSpc>
                <a:spcPct val="100000"/>
              </a:lnSpc>
              <a:spcBef>
                <a:spcPts val="100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360045" algn="l"/>
                <a:tab pos="360680" algn="l"/>
              </a:tabLst>
            </a:pPr>
            <a:r>
              <a:rPr sz="2400">
                <a:latin typeface="Cambria Math"/>
                <a:cs typeface="Cambria Math"/>
              </a:rPr>
              <a:t>𝑹𝒆𝒄</a:t>
            </a:r>
            <a:r>
              <a:rPr sz="2400" spc="310">
                <a:latin typeface="Cambria Math"/>
                <a:cs typeface="Cambria Math"/>
              </a:rPr>
              <a:t> </a:t>
            </a:r>
            <a:r>
              <a:rPr sz="2400" spc="-10">
                <a:latin typeface="Cambria Math"/>
                <a:cs typeface="Cambria Math"/>
              </a:rPr>
              <a:t>𝒊,</a:t>
            </a:r>
            <a:r>
              <a:rPr sz="2400" spc="-135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𝒄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40" name="object 6">
            <a:extLst>
              <a:ext uri="{FF2B5EF4-FFF2-40B4-BE49-F238E27FC236}">
                <a16:creationId xmlns:a16="http://schemas.microsoft.com/office/drawing/2014/main" id="{694A30B9-5572-5148-884D-5E2DE9E40FBF}"/>
              </a:ext>
            </a:extLst>
          </p:cNvPr>
          <p:cNvSpPr txBox="1"/>
          <p:nvPr/>
        </p:nvSpPr>
        <p:spPr>
          <a:xfrm>
            <a:off x="2565907" y="3725787"/>
            <a:ext cx="6329045" cy="903605"/>
          </a:xfrm>
          <a:prstGeom prst="rect">
            <a:avLst/>
          </a:prstGeom>
        </p:spPr>
        <p:txBody>
          <a:bodyPr vert="horz" wrap="square" lIns="0" tIns="8572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675"/>
              </a:spcBef>
            </a:pPr>
            <a:r>
              <a:rPr sz="2400" spc="60" dirty="0">
                <a:latin typeface="Cambria Math"/>
                <a:cs typeface="Cambria Math"/>
              </a:rPr>
              <a:t>= </a:t>
            </a:r>
            <a:r>
              <a:rPr sz="2400" dirty="0">
                <a:latin typeface="Cambria Math"/>
                <a:cs typeface="Cambria Math"/>
              </a:rPr>
              <a:t>𝟏</a:t>
            </a:r>
            <a:r>
              <a:rPr sz="2400" dirty="0" err="1">
                <a:latin typeface="PMingLiU"/>
                <a:cs typeface="PMingLiU"/>
              </a:rPr>
              <a:t>时，选择商品</a:t>
            </a:r>
            <a:r>
              <a:rPr sz="2400" spc="-10" dirty="0">
                <a:latin typeface="Cambria Math"/>
                <a:cs typeface="Cambria Math"/>
              </a:rPr>
              <a:t>𝒊</a:t>
            </a:r>
            <a:r>
              <a:rPr sz="2400" spc="-5" dirty="0">
                <a:latin typeface="PMingLiU"/>
                <a:cs typeface="PMingLiU"/>
              </a:rPr>
              <a:t>，</a:t>
            </a:r>
            <a:r>
              <a:rPr sz="2400" spc="-5" dirty="0" err="1">
                <a:latin typeface="PMingLiU"/>
                <a:cs typeface="PMingLiU"/>
              </a:rPr>
              <a:t>考察子问题</a:t>
            </a:r>
            <a:r>
              <a:rPr sz="2400" dirty="0">
                <a:latin typeface="Cambria Math"/>
                <a:cs typeface="Cambria Math"/>
              </a:rPr>
              <a:t>𝑷[𝒊</a:t>
            </a:r>
            <a:r>
              <a:rPr sz="2400" spc="-5" dirty="0">
                <a:latin typeface="Cambria Math"/>
                <a:cs typeface="Cambria Math"/>
              </a:rPr>
              <a:t> − </a:t>
            </a:r>
            <a:r>
              <a:rPr sz="2400" dirty="0">
                <a:latin typeface="Cambria Math"/>
                <a:cs typeface="Cambria Math"/>
              </a:rPr>
              <a:t>𝟏,</a:t>
            </a:r>
            <a:r>
              <a:rPr sz="2400" spc="-135" dirty="0">
                <a:latin typeface="Cambria Math"/>
                <a:cs typeface="Cambria Math"/>
              </a:rPr>
              <a:t> </a:t>
            </a:r>
            <a:r>
              <a:rPr sz="2400" dirty="0">
                <a:latin typeface="Cambria Math"/>
                <a:cs typeface="Cambria Math"/>
              </a:rPr>
              <a:t>𝒄</a:t>
            </a:r>
            <a:r>
              <a:rPr sz="2400" spc="-5" dirty="0">
                <a:latin typeface="Cambria Math"/>
                <a:cs typeface="Cambria Math"/>
              </a:rPr>
              <a:t> − </a:t>
            </a:r>
            <a:r>
              <a:rPr sz="2400" spc="-25" dirty="0">
                <a:latin typeface="Cambria Math"/>
                <a:cs typeface="Cambria Math"/>
              </a:rPr>
              <a:t>𝒗</a:t>
            </a:r>
            <a:r>
              <a:rPr sz="2625" spc="-37" baseline="-15873" dirty="0">
                <a:latin typeface="Cambria Math"/>
                <a:cs typeface="Cambria Math"/>
              </a:rPr>
              <a:t>𝒊</a:t>
            </a:r>
            <a:r>
              <a:rPr sz="2400" spc="-25" dirty="0">
                <a:latin typeface="Cambria Math"/>
                <a:cs typeface="Cambria Math"/>
              </a:rPr>
              <a:t>]</a:t>
            </a:r>
            <a:endParaRPr sz="2400" dirty="0">
              <a:latin typeface="Cambria Math"/>
              <a:cs typeface="Cambria Math"/>
            </a:endParaRPr>
          </a:p>
          <a:p>
            <a:pPr marL="38100">
              <a:lnSpc>
                <a:spcPct val="100000"/>
              </a:lnSpc>
              <a:spcBef>
                <a:spcPts val="575"/>
              </a:spcBef>
            </a:pPr>
            <a:r>
              <a:rPr sz="2400" spc="60" dirty="0">
                <a:latin typeface="Cambria Math"/>
                <a:cs typeface="Cambria Math"/>
              </a:rPr>
              <a:t>= </a:t>
            </a:r>
            <a:r>
              <a:rPr sz="2400" dirty="0">
                <a:latin typeface="Cambria Math"/>
                <a:cs typeface="Cambria Math"/>
              </a:rPr>
              <a:t>𝟎</a:t>
            </a:r>
            <a:r>
              <a:rPr sz="2400" dirty="0" err="1">
                <a:latin typeface="PMingLiU"/>
                <a:cs typeface="PMingLiU"/>
              </a:rPr>
              <a:t>时，不选商品</a:t>
            </a:r>
            <a:r>
              <a:rPr sz="2400" spc="-10" dirty="0">
                <a:latin typeface="Cambria Math"/>
                <a:cs typeface="Cambria Math"/>
              </a:rPr>
              <a:t>𝒊</a:t>
            </a:r>
            <a:r>
              <a:rPr sz="2400" spc="-5" dirty="0">
                <a:latin typeface="PMingLiU"/>
                <a:cs typeface="PMingLiU"/>
              </a:rPr>
              <a:t>，</a:t>
            </a:r>
            <a:r>
              <a:rPr sz="2400" spc="-5" dirty="0" err="1">
                <a:latin typeface="PMingLiU"/>
                <a:cs typeface="PMingLiU"/>
              </a:rPr>
              <a:t>考察子问题</a:t>
            </a:r>
            <a:r>
              <a:rPr sz="2400" dirty="0">
                <a:latin typeface="Cambria Math"/>
                <a:cs typeface="Cambria Math"/>
              </a:rPr>
              <a:t>𝑷[𝒊 − 𝟏,</a:t>
            </a:r>
            <a:r>
              <a:rPr sz="2400" spc="-130" dirty="0">
                <a:latin typeface="Cambria Math"/>
                <a:cs typeface="Cambria Math"/>
              </a:rPr>
              <a:t> </a:t>
            </a:r>
            <a:r>
              <a:rPr sz="2400" spc="-25" dirty="0">
                <a:latin typeface="Cambria Math"/>
                <a:cs typeface="Cambria Math"/>
              </a:rPr>
              <a:t>𝒄]</a:t>
            </a:r>
            <a:endParaRPr sz="2400" dirty="0">
              <a:latin typeface="Cambria Math"/>
              <a:cs typeface="Cambria Math"/>
            </a:endParaRPr>
          </a:p>
        </p:txBody>
      </p:sp>
      <p:sp>
        <p:nvSpPr>
          <p:cNvPr id="41" name="object 7">
            <a:extLst>
              <a:ext uri="{FF2B5EF4-FFF2-40B4-BE49-F238E27FC236}">
                <a16:creationId xmlns:a16="http://schemas.microsoft.com/office/drawing/2014/main" id="{782B9B8A-3054-CF4B-B2EC-343691E76F63}"/>
              </a:ext>
            </a:extLst>
          </p:cNvPr>
          <p:cNvSpPr/>
          <p:nvPr/>
        </p:nvSpPr>
        <p:spPr>
          <a:xfrm>
            <a:off x="2418842" y="4326750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41783" y="11430"/>
                </a:lnTo>
                <a:lnTo>
                  <a:pt x="41783" y="27178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8">
            <a:extLst>
              <a:ext uri="{FF2B5EF4-FFF2-40B4-BE49-F238E27FC236}">
                <a16:creationId xmlns:a16="http://schemas.microsoft.com/office/drawing/2014/main" id="{EB3BA590-332A-E34B-B007-1D36B25BE494}"/>
              </a:ext>
            </a:extLst>
          </p:cNvPr>
          <p:cNvSpPr/>
          <p:nvPr/>
        </p:nvSpPr>
        <p:spPr>
          <a:xfrm>
            <a:off x="1961007" y="4326750"/>
            <a:ext cx="66675" cy="283210"/>
          </a:xfrm>
          <a:custGeom>
            <a:avLst/>
            <a:gdLst/>
            <a:ahLst/>
            <a:cxnLst/>
            <a:rect l="l" t="t" r="r" b="b"/>
            <a:pathLst>
              <a:path w="66675" h="283210">
                <a:moveTo>
                  <a:pt x="66421" y="0"/>
                </a:moveTo>
                <a:lnTo>
                  <a:pt x="0" y="0"/>
                </a:lnTo>
                <a:lnTo>
                  <a:pt x="0" y="11430"/>
                </a:lnTo>
                <a:lnTo>
                  <a:pt x="0" y="271780"/>
                </a:lnTo>
                <a:lnTo>
                  <a:pt x="0" y="283210"/>
                </a:lnTo>
                <a:lnTo>
                  <a:pt x="66421" y="283210"/>
                </a:lnTo>
                <a:lnTo>
                  <a:pt x="66421" y="271780"/>
                </a:lnTo>
                <a:lnTo>
                  <a:pt x="24765" y="271780"/>
                </a:lnTo>
                <a:lnTo>
                  <a:pt x="24765" y="11430"/>
                </a:lnTo>
                <a:lnTo>
                  <a:pt x="66421" y="11430"/>
                </a:lnTo>
                <a:lnTo>
                  <a:pt x="66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9">
            <a:extLst>
              <a:ext uri="{FF2B5EF4-FFF2-40B4-BE49-F238E27FC236}">
                <a16:creationId xmlns:a16="http://schemas.microsoft.com/office/drawing/2014/main" id="{D3F314C9-687D-A444-91A5-099B6DD5A85F}"/>
              </a:ext>
            </a:extLst>
          </p:cNvPr>
          <p:cNvSpPr txBox="1"/>
          <p:nvPr/>
        </p:nvSpPr>
        <p:spPr>
          <a:xfrm>
            <a:off x="1032763" y="4237851"/>
            <a:ext cx="139319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60045" indent="-347980">
              <a:lnSpc>
                <a:spcPct val="100000"/>
              </a:lnSpc>
              <a:spcBef>
                <a:spcPts val="100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360045" algn="l"/>
                <a:tab pos="360680" algn="l"/>
              </a:tabLst>
            </a:pPr>
            <a:r>
              <a:rPr sz="2400">
                <a:latin typeface="Cambria Math"/>
                <a:cs typeface="Cambria Math"/>
              </a:rPr>
              <a:t>𝑹𝒆𝒄</a:t>
            </a:r>
            <a:r>
              <a:rPr sz="2400" spc="310">
                <a:latin typeface="Cambria Math"/>
                <a:cs typeface="Cambria Math"/>
              </a:rPr>
              <a:t> </a:t>
            </a:r>
            <a:r>
              <a:rPr sz="2400" spc="-10">
                <a:latin typeface="Cambria Math"/>
                <a:cs typeface="Cambria Math"/>
              </a:rPr>
              <a:t>𝒊,</a:t>
            </a:r>
            <a:r>
              <a:rPr sz="2400" spc="-135">
                <a:latin typeface="Cambria Math"/>
                <a:cs typeface="Cambria Math"/>
              </a:rPr>
              <a:t> </a:t>
            </a:r>
            <a:r>
              <a:rPr sz="2400" spc="-50">
                <a:latin typeface="Cambria Math"/>
                <a:cs typeface="Cambria Math"/>
              </a:rPr>
              <a:t>𝒄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44" name="object 6">
            <a:extLst>
              <a:ext uri="{FF2B5EF4-FFF2-40B4-BE49-F238E27FC236}">
                <a16:creationId xmlns:a16="http://schemas.microsoft.com/office/drawing/2014/main" id="{DF606143-8182-8F45-B2D1-DD61ECBCAFAF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04869" y="167146"/>
            <a:ext cx="6849195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动态规划：一般步</a:t>
            </a:r>
            <a:r>
              <a:rPr spc="-60" dirty="0" err="1">
                <a:latin typeface="SimSun" panose="02010600030101010101" pitchFamily="2" charset="-122"/>
                <a:ea typeface="SimSun" panose="02010600030101010101" pitchFamily="2" charset="-122"/>
              </a:rPr>
              <a:t>骤</a:t>
            </a:r>
            <a:endParaRPr spc="-6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</p:spTree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290902" y="160408"/>
            <a:ext cx="2346602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方法比</a:t>
            </a: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较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2562605" y="1205483"/>
            <a:ext cx="834390" cy="593090"/>
          </a:xfrm>
          <a:custGeom>
            <a:avLst/>
            <a:gdLst/>
            <a:ahLst/>
            <a:cxnLst/>
            <a:rect l="l" t="t" r="r" b="b"/>
            <a:pathLst>
              <a:path w="834389" h="593089">
                <a:moveTo>
                  <a:pt x="0" y="98805"/>
                </a:moveTo>
                <a:lnTo>
                  <a:pt x="7758" y="60328"/>
                </a:lnTo>
                <a:lnTo>
                  <a:pt x="28924" y="28924"/>
                </a:lnTo>
                <a:lnTo>
                  <a:pt x="60328" y="7758"/>
                </a:lnTo>
                <a:lnTo>
                  <a:pt x="98806" y="0"/>
                </a:lnTo>
                <a:lnTo>
                  <a:pt x="735583" y="0"/>
                </a:lnTo>
                <a:lnTo>
                  <a:pt x="774061" y="7758"/>
                </a:lnTo>
                <a:lnTo>
                  <a:pt x="805465" y="28924"/>
                </a:lnTo>
                <a:lnTo>
                  <a:pt x="826631" y="60328"/>
                </a:lnTo>
                <a:lnTo>
                  <a:pt x="834390" y="98805"/>
                </a:lnTo>
                <a:lnTo>
                  <a:pt x="834390" y="494029"/>
                </a:lnTo>
                <a:lnTo>
                  <a:pt x="826631" y="532507"/>
                </a:lnTo>
                <a:lnTo>
                  <a:pt x="805465" y="563911"/>
                </a:lnTo>
                <a:lnTo>
                  <a:pt x="774061" y="585077"/>
                </a:lnTo>
                <a:lnTo>
                  <a:pt x="735583" y="592836"/>
                </a:lnTo>
                <a:lnTo>
                  <a:pt x="98806" y="592836"/>
                </a:lnTo>
                <a:lnTo>
                  <a:pt x="60328" y="585077"/>
                </a:lnTo>
                <a:lnTo>
                  <a:pt x="28924" y="563911"/>
                </a:lnTo>
                <a:lnTo>
                  <a:pt x="7758" y="532507"/>
                </a:lnTo>
                <a:lnTo>
                  <a:pt x="0" y="494029"/>
                </a:lnTo>
                <a:lnTo>
                  <a:pt x="0" y="98805"/>
                </a:lnTo>
                <a:close/>
              </a:path>
            </a:pathLst>
          </a:custGeom>
          <a:ln w="285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2830322" y="1295653"/>
            <a:ext cx="22288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spc="-50">
                <a:latin typeface="Cambria Math"/>
                <a:cs typeface="Cambria Math"/>
              </a:rPr>
              <a:t>𝒏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2049779" y="2205989"/>
            <a:ext cx="834390" cy="593090"/>
          </a:xfrm>
          <a:custGeom>
            <a:avLst/>
            <a:gdLst/>
            <a:ahLst/>
            <a:cxnLst/>
            <a:rect l="l" t="t" r="r" b="b"/>
            <a:pathLst>
              <a:path w="834389" h="593089">
                <a:moveTo>
                  <a:pt x="0" y="98806"/>
                </a:moveTo>
                <a:lnTo>
                  <a:pt x="7758" y="60328"/>
                </a:lnTo>
                <a:lnTo>
                  <a:pt x="28924" y="28924"/>
                </a:lnTo>
                <a:lnTo>
                  <a:pt x="60328" y="7758"/>
                </a:lnTo>
                <a:lnTo>
                  <a:pt x="98806" y="0"/>
                </a:lnTo>
                <a:lnTo>
                  <a:pt x="735583" y="0"/>
                </a:lnTo>
                <a:lnTo>
                  <a:pt x="774061" y="7758"/>
                </a:lnTo>
                <a:lnTo>
                  <a:pt x="805465" y="28924"/>
                </a:lnTo>
                <a:lnTo>
                  <a:pt x="826631" y="60328"/>
                </a:lnTo>
                <a:lnTo>
                  <a:pt x="834389" y="98806"/>
                </a:lnTo>
                <a:lnTo>
                  <a:pt x="834389" y="494030"/>
                </a:lnTo>
                <a:lnTo>
                  <a:pt x="826631" y="532507"/>
                </a:lnTo>
                <a:lnTo>
                  <a:pt x="805465" y="563911"/>
                </a:lnTo>
                <a:lnTo>
                  <a:pt x="774061" y="585077"/>
                </a:lnTo>
                <a:lnTo>
                  <a:pt x="735583" y="592836"/>
                </a:lnTo>
                <a:lnTo>
                  <a:pt x="98806" y="592836"/>
                </a:lnTo>
                <a:lnTo>
                  <a:pt x="60328" y="585077"/>
                </a:lnTo>
                <a:lnTo>
                  <a:pt x="28924" y="563911"/>
                </a:lnTo>
                <a:lnTo>
                  <a:pt x="7758" y="532507"/>
                </a:lnTo>
                <a:lnTo>
                  <a:pt x="0" y="494030"/>
                </a:lnTo>
                <a:lnTo>
                  <a:pt x="0" y="98806"/>
                </a:lnTo>
                <a:close/>
              </a:path>
            </a:pathLst>
          </a:custGeom>
          <a:ln w="285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2044954" y="2296414"/>
            <a:ext cx="76771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𝒏 − </a:t>
            </a:r>
            <a:r>
              <a:rPr sz="2400" spc="-50">
                <a:latin typeface="Cambria Math"/>
                <a:cs typeface="Cambria Math"/>
              </a:rPr>
              <a:t>𝟏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3092195" y="2164842"/>
            <a:ext cx="835660" cy="593090"/>
          </a:xfrm>
          <a:custGeom>
            <a:avLst/>
            <a:gdLst/>
            <a:ahLst/>
            <a:cxnLst/>
            <a:rect l="l" t="t" r="r" b="b"/>
            <a:pathLst>
              <a:path w="835660" h="593089">
                <a:moveTo>
                  <a:pt x="0" y="98806"/>
                </a:moveTo>
                <a:lnTo>
                  <a:pt x="7758" y="60328"/>
                </a:lnTo>
                <a:lnTo>
                  <a:pt x="28924" y="28924"/>
                </a:lnTo>
                <a:lnTo>
                  <a:pt x="60328" y="7758"/>
                </a:lnTo>
                <a:lnTo>
                  <a:pt x="98806" y="0"/>
                </a:lnTo>
                <a:lnTo>
                  <a:pt x="736345" y="0"/>
                </a:lnTo>
                <a:lnTo>
                  <a:pt x="774823" y="7758"/>
                </a:lnTo>
                <a:lnTo>
                  <a:pt x="806227" y="28924"/>
                </a:lnTo>
                <a:lnTo>
                  <a:pt x="827393" y="60328"/>
                </a:lnTo>
                <a:lnTo>
                  <a:pt x="835152" y="98806"/>
                </a:lnTo>
                <a:lnTo>
                  <a:pt x="835152" y="494030"/>
                </a:lnTo>
                <a:lnTo>
                  <a:pt x="827393" y="532507"/>
                </a:lnTo>
                <a:lnTo>
                  <a:pt x="806227" y="563911"/>
                </a:lnTo>
                <a:lnTo>
                  <a:pt x="774823" y="585077"/>
                </a:lnTo>
                <a:lnTo>
                  <a:pt x="736345" y="592836"/>
                </a:lnTo>
                <a:lnTo>
                  <a:pt x="98806" y="592836"/>
                </a:lnTo>
                <a:lnTo>
                  <a:pt x="60328" y="585077"/>
                </a:lnTo>
                <a:lnTo>
                  <a:pt x="28924" y="563911"/>
                </a:lnTo>
                <a:lnTo>
                  <a:pt x="7758" y="532507"/>
                </a:lnTo>
                <a:lnTo>
                  <a:pt x="0" y="494030"/>
                </a:lnTo>
                <a:lnTo>
                  <a:pt x="0" y="98806"/>
                </a:lnTo>
                <a:close/>
              </a:path>
            </a:pathLst>
          </a:custGeom>
          <a:ln w="285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3088132" y="2255265"/>
            <a:ext cx="76771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𝒏 − </a:t>
            </a:r>
            <a:r>
              <a:rPr sz="2400" spc="-50">
                <a:latin typeface="Cambria Math"/>
                <a:cs typeface="Cambria Math"/>
              </a:rPr>
              <a:t>𝟏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1194816" y="3291840"/>
            <a:ext cx="834390" cy="593090"/>
          </a:xfrm>
          <a:custGeom>
            <a:avLst/>
            <a:gdLst/>
            <a:ahLst/>
            <a:cxnLst/>
            <a:rect l="l" t="t" r="r" b="b"/>
            <a:pathLst>
              <a:path w="834389" h="593089">
                <a:moveTo>
                  <a:pt x="0" y="98806"/>
                </a:moveTo>
                <a:lnTo>
                  <a:pt x="7764" y="60328"/>
                </a:lnTo>
                <a:lnTo>
                  <a:pt x="28938" y="28924"/>
                </a:lnTo>
                <a:lnTo>
                  <a:pt x="60345" y="7758"/>
                </a:lnTo>
                <a:lnTo>
                  <a:pt x="98806" y="0"/>
                </a:lnTo>
                <a:lnTo>
                  <a:pt x="735584" y="0"/>
                </a:lnTo>
                <a:lnTo>
                  <a:pt x="774061" y="7758"/>
                </a:lnTo>
                <a:lnTo>
                  <a:pt x="805465" y="28924"/>
                </a:lnTo>
                <a:lnTo>
                  <a:pt x="826631" y="60328"/>
                </a:lnTo>
                <a:lnTo>
                  <a:pt x="834390" y="98806"/>
                </a:lnTo>
                <a:lnTo>
                  <a:pt x="834390" y="494030"/>
                </a:lnTo>
                <a:lnTo>
                  <a:pt x="826631" y="532507"/>
                </a:lnTo>
                <a:lnTo>
                  <a:pt x="805465" y="563911"/>
                </a:lnTo>
                <a:lnTo>
                  <a:pt x="774061" y="585077"/>
                </a:lnTo>
                <a:lnTo>
                  <a:pt x="735584" y="592836"/>
                </a:lnTo>
                <a:lnTo>
                  <a:pt x="98806" y="592836"/>
                </a:lnTo>
                <a:lnTo>
                  <a:pt x="60345" y="585077"/>
                </a:lnTo>
                <a:lnTo>
                  <a:pt x="28938" y="563911"/>
                </a:lnTo>
                <a:lnTo>
                  <a:pt x="7764" y="532507"/>
                </a:lnTo>
                <a:lnTo>
                  <a:pt x="0" y="494030"/>
                </a:lnTo>
                <a:lnTo>
                  <a:pt x="0" y="98806"/>
                </a:lnTo>
                <a:close/>
              </a:path>
            </a:pathLst>
          </a:custGeom>
          <a:ln w="285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1190244" y="3382264"/>
            <a:ext cx="76708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𝒏 − </a:t>
            </a:r>
            <a:r>
              <a:rPr sz="2400" spc="-50">
                <a:latin typeface="Cambria Math"/>
                <a:cs typeface="Cambria Math"/>
              </a:rPr>
              <a:t>𝟐</a:t>
            </a:r>
            <a:endParaRPr sz="2400">
              <a:latin typeface="Cambria Math"/>
              <a:cs typeface="Cambria Math"/>
            </a:endParaRPr>
          </a:p>
        </p:txBody>
      </p:sp>
      <p:grpSp>
        <p:nvGrpSpPr>
          <p:cNvPr id="11" name="object 11"/>
          <p:cNvGrpSpPr/>
          <p:nvPr/>
        </p:nvGrpSpPr>
        <p:grpSpPr>
          <a:xfrm>
            <a:off x="2418778" y="3272980"/>
            <a:ext cx="862965" cy="622300"/>
            <a:chOff x="2418778" y="3272980"/>
            <a:chExt cx="862965" cy="622300"/>
          </a:xfrm>
        </p:grpSpPr>
        <p:sp>
          <p:nvSpPr>
            <p:cNvPr id="12" name="object 12"/>
            <p:cNvSpPr/>
            <p:nvPr/>
          </p:nvSpPr>
          <p:spPr>
            <a:xfrm>
              <a:off x="2433066" y="3287267"/>
              <a:ext cx="834390" cy="593725"/>
            </a:xfrm>
            <a:custGeom>
              <a:avLst/>
              <a:gdLst/>
              <a:ahLst/>
              <a:cxnLst/>
              <a:rect l="l" t="t" r="r" b="b"/>
              <a:pathLst>
                <a:path w="834389" h="593725">
                  <a:moveTo>
                    <a:pt x="735457" y="0"/>
                  </a:moveTo>
                  <a:lnTo>
                    <a:pt x="98932" y="0"/>
                  </a:lnTo>
                  <a:lnTo>
                    <a:pt x="60436" y="7778"/>
                  </a:lnTo>
                  <a:lnTo>
                    <a:pt x="28987" y="28987"/>
                  </a:lnTo>
                  <a:lnTo>
                    <a:pt x="7778" y="60436"/>
                  </a:lnTo>
                  <a:lnTo>
                    <a:pt x="0" y="98933"/>
                  </a:lnTo>
                  <a:lnTo>
                    <a:pt x="0" y="494665"/>
                  </a:lnTo>
                  <a:lnTo>
                    <a:pt x="7778" y="533161"/>
                  </a:lnTo>
                  <a:lnTo>
                    <a:pt x="28987" y="564610"/>
                  </a:lnTo>
                  <a:lnTo>
                    <a:pt x="60436" y="585819"/>
                  </a:lnTo>
                  <a:lnTo>
                    <a:pt x="98932" y="593598"/>
                  </a:lnTo>
                  <a:lnTo>
                    <a:pt x="735457" y="593598"/>
                  </a:lnTo>
                  <a:lnTo>
                    <a:pt x="773953" y="585819"/>
                  </a:lnTo>
                  <a:lnTo>
                    <a:pt x="805402" y="564610"/>
                  </a:lnTo>
                  <a:lnTo>
                    <a:pt x="826611" y="533161"/>
                  </a:lnTo>
                  <a:lnTo>
                    <a:pt x="834389" y="494665"/>
                  </a:lnTo>
                  <a:lnTo>
                    <a:pt x="834389" y="98933"/>
                  </a:lnTo>
                  <a:lnTo>
                    <a:pt x="826611" y="60436"/>
                  </a:lnTo>
                  <a:lnTo>
                    <a:pt x="805402" y="28987"/>
                  </a:lnTo>
                  <a:lnTo>
                    <a:pt x="773953" y="7778"/>
                  </a:lnTo>
                  <a:lnTo>
                    <a:pt x="735457" y="0"/>
                  </a:lnTo>
                  <a:close/>
                </a:path>
              </a:pathLst>
            </a:custGeom>
            <a:solidFill>
              <a:srgbClr val="FF92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2433066" y="3287267"/>
              <a:ext cx="834390" cy="593725"/>
            </a:xfrm>
            <a:custGeom>
              <a:avLst/>
              <a:gdLst/>
              <a:ahLst/>
              <a:cxnLst/>
              <a:rect l="l" t="t" r="r" b="b"/>
              <a:pathLst>
                <a:path w="834389" h="593725">
                  <a:moveTo>
                    <a:pt x="0" y="98933"/>
                  </a:moveTo>
                  <a:lnTo>
                    <a:pt x="7778" y="60436"/>
                  </a:lnTo>
                  <a:lnTo>
                    <a:pt x="28987" y="28987"/>
                  </a:lnTo>
                  <a:lnTo>
                    <a:pt x="60436" y="7778"/>
                  </a:lnTo>
                  <a:lnTo>
                    <a:pt x="98932" y="0"/>
                  </a:lnTo>
                  <a:lnTo>
                    <a:pt x="735457" y="0"/>
                  </a:lnTo>
                  <a:lnTo>
                    <a:pt x="773953" y="7778"/>
                  </a:lnTo>
                  <a:lnTo>
                    <a:pt x="805402" y="28987"/>
                  </a:lnTo>
                  <a:lnTo>
                    <a:pt x="826611" y="60436"/>
                  </a:lnTo>
                  <a:lnTo>
                    <a:pt x="834389" y="98933"/>
                  </a:lnTo>
                  <a:lnTo>
                    <a:pt x="834389" y="494665"/>
                  </a:lnTo>
                  <a:lnTo>
                    <a:pt x="826611" y="533161"/>
                  </a:lnTo>
                  <a:lnTo>
                    <a:pt x="805402" y="564610"/>
                  </a:lnTo>
                  <a:lnTo>
                    <a:pt x="773953" y="585819"/>
                  </a:lnTo>
                  <a:lnTo>
                    <a:pt x="735457" y="593598"/>
                  </a:lnTo>
                  <a:lnTo>
                    <a:pt x="98932" y="593598"/>
                  </a:lnTo>
                  <a:lnTo>
                    <a:pt x="60436" y="585819"/>
                  </a:lnTo>
                  <a:lnTo>
                    <a:pt x="28987" y="564610"/>
                  </a:lnTo>
                  <a:lnTo>
                    <a:pt x="7778" y="533161"/>
                  </a:lnTo>
                  <a:lnTo>
                    <a:pt x="0" y="494665"/>
                  </a:lnTo>
                  <a:lnTo>
                    <a:pt x="0" y="98933"/>
                  </a:lnTo>
                  <a:close/>
                </a:path>
              </a:pathLst>
            </a:custGeom>
            <a:ln w="285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" name="object 14"/>
          <p:cNvSpPr txBox="1"/>
          <p:nvPr/>
        </p:nvSpPr>
        <p:spPr>
          <a:xfrm>
            <a:off x="2428748" y="3378200"/>
            <a:ext cx="76771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solidFill>
                  <a:srgbClr val="FFFFFF"/>
                </a:solidFill>
                <a:latin typeface="Cambria Math"/>
                <a:cs typeface="Cambria Math"/>
              </a:rPr>
              <a:t>𝒏 − </a:t>
            </a:r>
            <a:r>
              <a:rPr sz="2400" spc="-50">
                <a:solidFill>
                  <a:srgbClr val="FFFFFF"/>
                </a:solidFill>
                <a:latin typeface="Cambria Math"/>
                <a:cs typeface="Cambria Math"/>
              </a:rPr>
              <a:t>𝟐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581405" y="4464558"/>
            <a:ext cx="834390" cy="593090"/>
          </a:xfrm>
          <a:custGeom>
            <a:avLst/>
            <a:gdLst/>
            <a:ahLst/>
            <a:cxnLst/>
            <a:rect l="l" t="t" r="r" b="b"/>
            <a:pathLst>
              <a:path w="834390" h="593089">
                <a:moveTo>
                  <a:pt x="0" y="98806"/>
                </a:moveTo>
                <a:lnTo>
                  <a:pt x="7764" y="60328"/>
                </a:lnTo>
                <a:lnTo>
                  <a:pt x="28938" y="28924"/>
                </a:lnTo>
                <a:lnTo>
                  <a:pt x="60345" y="7758"/>
                </a:lnTo>
                <a:lnTo>
                  <a:pt x="98806" y="0"/>
                </a:lnTo>
                <a:lnTo>
                  <a:pt x="735584" y="0"/>
                </a:lnTo>
                <a:lnTo>
                  <a:pt x="774061" y="7758"/>
                </a:lnTo>
                <a:lnTo>
                  <a:pt x="805465" y="28924"/>
                </a:lnTo>
                <a:lnTo>
                  <a:pt x="826631" y="60328"/>
                </a:lnTo>
                <a:lnTo>
                  <a:pt x="834390" y="98806"/>
                </a:lnTo>
                <a:lnTo>
                  <a:pt x="834390" y="494030"/>
                </a:lnTo>
                <a:lnTo>
                  <a:pt x="826631" y="532507"/>
                </a:lnTo>
                <a:lnTo>
                  <a:pt x="805465" y="563911"/>
                </a:lnTo>
                <a:lnTo>
                  <a:pt x="774061" y="585077"/>
                </a:lnTo>
                <a:lnTo>
                  <a:pt x="735584" y="592836"/>
                </a:lnTo>
                <a:lnTo>
                  <a:pt x="98806" y="592836"/>
                </a:lnTo>
                <a:lnTo>
                  <a:pt x="60345" y="585077"/>
                </a:lnTo>
                <a:lnTo>
                  <a:pt x="28938" y="563911"/>
                </a:lnTo>
                <a:lnTo>
                  <a:pt x="7764" y="532507"/>
                </a:lnTo>
                <a:lnTo>
                  <a:pt x="0" y="494030"/>
                </a:lnTo>
                <a:lnTo>
                  <a:pt x="0" y="98806"/>
                </a:lnTo>
                <a:close/>
              </a:path>
            </a:pathLst>
          </a:custGeom>
          <a:ln w="285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 txBox="1"/>
          <p:nvPr/>
        </p:nvSpPr>
        <p:spPr>
          <a:xfrm>
            <a:off x="576580" y="4555235"/>
            <a:ext cx="76708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𝒏 − </a:t>
            </a:r>
            <a:r>
              <a:rPr sz="2400" spc="-50">
                <a:latin typeface="Cambria Math"/>
                <a:cs typeface="Cambria Math"/>
              </a:rPr>
              <a:t>𝟑</a:t>
            </a:r>
            <a:endParaRPr sz="2400">
              <a:latin typeface="Cambria Math"/>
              <a:cs typeface="Cambria Math"/>
            </a:endParaRPr>
          </a:p>
        </p:txBody>
      </p:sp>
      <p:grpSp>
        <p:nvGrpSpPr>
          <p:cNvPr id="17" name="object 17"/>
          <p:cNvGrpSpPr/>
          <p:nvPr/>
        </p:nvGrpSpPr>
        <p:grpSpPr>
          <a:xfrm>
            <a:off x="1657540" y="4444174"/>
            <a:ext cx="937894" cy="621665"/>
            <a:chOff x="1657540" y="4444174"/>
            <a:chExt cx="937894" cy="621665"/>
          </a:xfrm>
        </p:grpSpPr>
        <p:sp>
          <p:nvSpPr>
            <p:cNvPr id="18" name="object 18"/>
            <p:cNvSpPr/>
            <p:nvPr/>
          </p:nvSpPr>
          <p:spPr>
            <a:xfrm>
              <a:off x="1671827" y="4458461"/>
              <a:ext cx="909319" cy="593090"/>
            </a:xfrm>
            <a:custGeom>
              <a:avLst/>
              <a:gdLst/>
              <a:ahLst/>
              <a:cxnLst/>
              <a:rect l="l" t="t" r="r" b="b"/>
              <a:pathLst>
                <a:path w="909319" h="593089">
                  <a:moveTo>
                    <a:pt x="810260" y="0"/>
                  </a:moveTo>
                  <a:lnTo>
                    <a:pt x="98806" y="0"/>
                  </a:lnTo>
                  <a:lnTo>
                    <a:pt x="60328" y="7758"/>
                  </a:lnTo>
                  <a:lnTo>
                    <a:pt x="28924" y="28924"/>
                  </a:lnTo>
                  <a:lnTo>
                    <a:pt x="7758" y="60328"/>
                  </a:lnTo>
                  <a:lnTo>
                    <a:pt x="0" y="98806"/>
                  </a:lnTo>
                  <a:lnTo>
                    <a:pt x="0" y="494030"/>
                  </a:lnTo>
                  <a:lnTo>
                    <a:pt x="7758" y="532507"/>
                  </a:lnTo>
                  <a:lnTo>
                    <a:pt x="28924" y="563911"/>
                  </a:lnTo>
                  <a:lnTo>
                    <a:pt x="60328" y="585077"/>
                  </a:lnTo>
                  <a:lnTo>
                    <a:pt x="98806" y="592836"/>
                  </a:lnTo>
                  <a:lnTo>
                    <a:pt x="810260" y="592836"/>
                  </a:lnTo>
                  <a:lnTo>
                    <a:pt x="848737" y="585077"/>
                  </a:lnTo>
                  <a:lnTo>
                    <a:pt x="880141" y="563911"/>
                  </a:lnTo>
                  <a:lnTo>
                    <a:pt x="901307" y="532507"/>
                  </a:lnTo>
                  <a:lnTo>
                    <a:pt x="909066" y="494030"/>
                  </a:lnTo>
                  <a:lnTo>
                    <a:pt x="909066" y="98806"/>
                  </a:lnTo>
                  <a:lnTo>
                    <a:pt x="901307" y="60328"/>
                  </a:lnTo>
                  <a:lnTo>
                    <a:pt x="880141" y="28924"/>
                  </a:lnTo>
                  <a:lnTo>
                    <a:pt x="848737" y="7758"/>
                  </a:lnTo>
                  <a:lnTo>
                    <a:pt x="810260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671827" y="4458461"/>
              <a:ext cx="909319" cy="593090"/>
            </a:xfrm>
            <a:custGeom>
              <a:avLst/>
              <a:gdLst/>
              <a:ahLst/>
              <a:cxnLst/>
              <a:rect l="l" t="t" r="r" b="b"/>
              <a:pathLst>
                <a:path w="909319" h="593089">
                  <a:moveTo>
                    <a:pt x="0" y="98806"/>
                  </a:moveTo>
                  <a:lnTo>
                    <a:pt x="7758" y="60328"/>
                  </a:lnTo>
                  <a:lnTo>
                    <a:pt x="28924" y="28924"/>
                  </a:lnTo>
                  <a:lnTo>
                    <a:pt x="60328" y="7758"/>
                  </a:lnTo>
                  <a:lnTo>
                    <a:pt x="98806" y="0"/>
                  </a:lnTo>
                  <a:lnTo>
                    <a:pt x="810260" y="0"/>
                  </a:lnTo>
                  <a:lnTo>
                    <a:pt x="848737" y="7758"/>
                  </a:lnTo>
                  <a:lnTo>
                    <a:pt x="880141" y="28924"/>
                  </a:lnTo>
                  <a:lnTo>
                    <a:pt x="901307" y="60328"/>
                  </a:lnTo>
                  <a:lnTo>
                    <a:pt x="909066" y="98806"/>
                  </a:lnTo>
                  <a:lnTo>
                    <a:pt x="909066" y="494030"/>
                  </a:lnTo>
                  <a:lnTo>
                    <a:pt x="901307" y="532507"/>
                  </a:lnTo>
                  <a:lnTo>
                    <a:pt x="880141" y="563911"/>
                  </a:lnTo>
                  <a:lnTo>
                    <a:pt x="848737" y="585077"/>
                  </a:lnTo>
                  <a:lnTo>
                    <a:pt x="810260" y="592836"/>
                  </a:lnTo>
                  <a:lnTo>
                    <a:pt x="98806" y="592836"/>
                  </a:lnTo>
                  <a:lnTo>
                    <a:pt x="60328" y="585077"/>
                  </a:lnTo>
                  <a:lnTo>
                    <a:pt x="28924" y="563911"/>
                  </a:lnTo>
                  <a:lnTo>
                    <a:pt x="7758" y="532507"/>
                  </a:lnTo>
                  <a:lnTo>
                    <a:pt x="0" y="494030"/>
                  </a:lnTo>
                  <a:lnTo>
                    <a:pt x="0" y="98806"/>
                  </a:lnTo>
                  <a:close/>
                </a:path>
              </a:pathLst>
            </a:custGeom>
            <a:ln w="285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" name="object 20"/>
          <p:cNvSpPr txBox="1"/>
          <p:nvPr/>
        </p:nvSpPr>
        <p:spPr>
          <a:xfrm>
            <a:off x="1704594" y="4549394"/>
            <a:ext cx="76708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solidFill>
                  <a:srgbClr val="FFFFFF"/>
                </a:solidFill>
                <a:latin typeface="Cambria Math"/>
                <a:cs typeface="Cambria Math"/>
              </a:rPr>
              <a:t>𝒏 − </a:t>
            </a:r>
            <a:r>
              <a:rPr sz="2400" spc="-50">
                <a:solidFill>
                  <a:srgbClr val="FFFFFF"/>
                </a:solidFill>
                <a:latin typeface="Cambria Math"/>
                <a:cs typeface="Cambria Math"/>
              </a:rPr>
              <a:t>𝟑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21" name="object 21"/>
          <p:cNvSpPr/>
          <p:nvPr/>
        </p:nvSpPr>
        <p:spPr>
          <a:xfrm>
            <a:off x="3723894" y="3267455"/>
            <a:ext cx="834390" cy="593725"/>
          </a:xfrm>
          <a:custGeom>
            <a:avLst/>
            <a:gdLst/>
            <a:ahLst/>
            <a:cxnLst/>
            <a:rect l="l" t="t" r="r" b="b"/>
            <a:pathLst>
              <a:path w="834389" h="593725">
                <a:moveTo>
                  <a:pt x="0" y="98933"/>
                </a:moveTo>
                <a:lnTo>
                  <a:pt x="7778" y="60436"/>
                </a:lnTo>
                <a:lnTo>
                  <a:pt x="28987" y="28987"/>
                </a:lnTo>
                <a:lnTo>
                  <a:pt x="60436" y="7778"/>
                </a:lnTo>
                <a:lnTo>
                  <a:pt x="98932" y="0"/>
                </a:lnTo>
                <a:lnTo>
                  <a:pt x="735456" y="0"/>
                </a:lnTo>
                <a:lnTo>
                  <a:pt x="773953" y="7778"/>
                </a:lnTo>
                <a:lnTo>
                  <a:pt x="805402" y="28987"/>
                </a:lnTo>
                <a:lnTo>
                  <a:pt x="826611" y="60436"/>
                </a:lnTo>
                <a:lnTo>
                  <a:pt x="834389" y="98933"/>
                </a:lnTo>
                <a:lnTo>
                  <a:pt x="834389" y="494665"/>
                </a:lnTo>
                <a:lnTo>
                  <a:pt x="826611" y="533161"/>
                </a:lnTo>
                <a:lnTo>
                  <a:pt x="805402" y="564610"/>
                </a:lnTo>
                <a:lnTo>
                  <a:pt x="773953" y="585819"/>
                </a:lnTo>
                <a:lnTo>
                  <a:pt x="735456" y="593598"/>
                </a:lnTo>
                <a:lnTo>
                  <a:pt x="98932" y="593598"/>
                </a:lnTo>
                <a:lnTo>
                  <a:pt x="60436" y="585819"/>
                </a:lnTo>
                <a:lnTo>
                  <a:pt x="28987" y="564610"/>
                </a:lnTo>
                <a:lnTo>
                  <a:pt x="7778" y="533161"/>
                </a:lnTo>
                <a:lnTo>
                  <a:pt x="0" y="494665"/>
                </a:lnTo>
                <a:lnTo>
                  <a:pt x="0" y="98933"/>
                </a:lnTo>
                <a:close/>
              </a:path>
            </a:pathLst>
          </a:custGeom>
          <a:ln w="285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 txBox="1"/>
          <p:nvPr/>
        </p:nvSpPr>
        <p:spPr>
          <a:xfrm>
            <a:off x="3719321" y="3358388"/>
            <a:ext cx="76708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𝒏 − </a:t>
            </a:r>
            <a:r>
              <a:rPr sz="2400" spc="-50">
                <a:latin typeface="Cambria Math"/>
                <a:cs typeface="Cambria Math"/>
              </a:rPr>
              <a:t>𝟐</a:t>
            </a:r>
            <a:endParaRPr sz="2400">
              <a:latin typeface="Cambria Math"/>
              <a:cs typeface="Cambria Math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2895028" y="4438078"/>
            <a:ext cx="1003300" cy="622300"/>
            <a:chOff x="2895028" y="4438078"/>
            <a:chExt cx="1003300" cy="622300"/>
          </a:xfrm>
        </p:grpSpPr>
        <p:sp>
          <p:nvSpPr>
            <p:cNvPr id="24" name="object 24"/>
            <p:cNvSpPr/>
            <p:nvPr/>
          </p:nvSpPr>
          <p:spPr>
            <a:xfrm>
              <a:off x="2909316" y="4452365"/>
              <a:ext cx="974725" cy="593725"/>
            </a:xfrm>
            <a:custGeom>
              <a:avLst/>
              <a:gdLst/>
              <a:ahLst/>
              <a:cxnLst/>
              <a:rect l="l" t="t" r="r" b="b"/>
              <a:pathLst>
                <a:path w="974725" h="593725">
                  <a:moveTo>
                    <a:pt x="875664" y="0"/>
                  </a:moveTo>
                  <a:lnTo>
                    <a:pt x="98932" y="0"/>
                  </a:lnTo>
                  <a:lnTo>
                    <a:pt x="60436" y="7778"/>
                  </a:lnTo>
                  <a:lnTo>
                    <a:pt x="28987" y="28987"/>
                  </a:lnTo>
                  <a:lnTo>
                    <a:pt x="7778" y="60436"/>
                  </a:lnTo>
                  <a:lnTo>
                    <a:pt x="0" y="98932"/>
                  </a:lnTo>
                  <a:lnTo>
                    <a:pt x="0" y="494664"/>
                  </a:lnTo>
                  <a:lnTo>
                    <a:pt x="7778" y="533161"/>
                  </a:lnTo>
                  <a:lnTo>
                    <a:pt x="28987" y="564610"/>
                  </a:lnTo>
                  <a:lnTo>
                    <a:pt x="60436" y="585819"/>
                  </a:lnTo>
                  <a:lnTo>
                    <a:pt x="98932" y="593597"/>
                  </a:lnTo>
                  <a:lnTo>
                    <a:pt x="875664" y="593597"/>
                  </a:lnTo>
                  <a:lnTo>
                    <a:pt x="914161" y="585819"/>
                  </a:lnTo>
                  <a:lnTo>
                    <a:pt x="945610" y="564610"/>
                  </a:lnTo>
                  <a:lnTo>
                    <a:pt x="966819" y="533161"/>
                  </a:lnTo>
                  <a:lnTo>
                    <a:pt x="974597" y="494664"/>
                  </a:lnTo>
                  <a:lnTo>
                    <a:pt x="974597" y="98932"/>
                  </a:lnTo>
                  <a:lnTo>
                    <a:pt x="966819" y="60436"/>
                  </a:lnTo>
                  <a:lnTo>
                    <a:pt x="945610" y="28987"/>
                  </a:lnTo>
                  <a:lnTo>
                    <a:pt x="914161" y="7778"/>
                  </a:lnTo>
                  <a:lnTo>
                    <a:pt x="875664" y="0"/>
                  </a:lnTo>
                  <a:close/>
                </a:path>
              </a:pathLst>
            </a:custGeom>
            <a:solidFill>
              <a:srgbClr val="00A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2909316" y="4452365"/>
              <a:ext cx="974725" cy="593725"/>
            </a:xfrm>
            <a:custGeom>
              <a:avLst/>
              <a:gdLst/>
              <a:ahLst/>
              <a:cxnLst/>
              <a:rect l="l" t="t" r="r" b="b"/>
              <a:pathLst>
                <a:path w="974725" h="593725">
                  <a:moveTo>
                    <a:pt x="0" y="98932"/>
                  </a:moveTo>
                  <a:lnTo>
                    <a:pt x="7778" y="60436"/>
                  </a:lnTo>
                  <a:lnTo>
                    <a:pt x="28987" y="28987"/>
                  </a:lnTo>
                  <a:lnTo>
                    <a:pt x="60436" y="7778"/>
                  </a:lnTo>
                  <a:lnTo>
                    <a:pt x="98932" y="0"/>
                  </a:lnTo>
                  <a:lnTo>
                    <a:pt x="875664" y="0"/>
                  </a:lnTo>
                  <a:lnTo>
                    <a:pt x="914161" y="7778"/>
                  </a:lnTo>
                  <a:lnTo>
                    <a:pt x="945610" y="28987"/>
                  </a:lnTo>
                  <a:lnTo>
                    <a:pt x="966819" y="60436"/>
                  </a:lnTo>
                  <a:lnTo>
                    <a:pt x="974597" y="98932"/>
                  </a:lnTo>
                  <a:lnTo>
                    <a:pt x="974597" y="494664"/>
                  </a:lnTo>
                  <a:lnTo>
                    <a:pt x="966819" y="533161"/>
                  </a:lnTo>
                  <a:lnTo>
                    <a:pt x="945610" y="564610"/>
                  </a:lnTo>
                  <a:lnTo>
                    <a:pt x="914161" y="585819"/>
                  </a:lnTo>
                  <a:lnTo>
                    <a:pt x="875664" y="593597"/>
                  </a:lnTo>
                  <a:lnTo>
                    <a:pt x="98932" y="593597"/>
                  </a:lnTo>
                  <a:lnTo>
                    <a:pt x="60436" y="585819"/>
                  </a:lnTo>
                  <a:lnTo>
                    <a:pt x="28987" y="564610"/>
                  </a:lnTo>
                  <a:lnTo>
                    <a:pt x="7778" y="533161"/>
                  </a:lnTo>
                  <a:lnTo>
                    <a:pt x="0" y="494664"/>
                  </a:lnTo>
                  <a:lnTo>
                    <a:pt x="0" y="98932"/>
                  </a:lnTo>
                  <a:close/>
                </a:path>
              </a:pathLst>
            </a:custGeom>
            <a:ln w="285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2975101" y="4543297"/>
            <a:ext cx="76708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solidFill>
                  <a:srgbClr val="FFFFFF"/>
                </a:solidFill>
                <a:latin typeface="Cambria Math"/>
                <a:cs typeface="Cambria Math"/>
              </a:rPr>
              <a:t>𝒏 − </a:t>
            </a:r>
            <a:r>
              <a:rPr sz="2400" spc="-50">
                <a:solidFill>
                  <a:srgbClr val="FFFFFF"/>
                </a:solidFill>
                <a:latin typeface="Cambria Math"/>
                <a:cs typeface="Cambria Math"/>
              </a:rPr>
              <a:t>𝟑</a:t>
            </a:r>
            <a:endParaRPr sz="2400">
              <a:latin typeface="Cambria Math"/>
              <a:cs typeface="Cambria Math"/>
            </a:endParaRPr>
          </a:p>
        </p:txBody>
      </p:sp>
      <p:sp>
        <p:nvSpPr>
          <p:cNvPr id="27" name="object 27"/>
          <p:cNvSpPr/>
          <p:nvPr/>
        </p:nvSpPr>
        <p:spPr>
          <a:xfrm>
            <a:off x="4300728" y="4445508"/>
            <a:ext cx="835660" cy="593090"/>
          </a:xfrm>
          <a:custGeom>
            <a:avLst/>
            <a:gdLst/>
            <a:ahLst/>
            <a:cxnLst/>
            <a:rect l="l" t="t" r="r" b="b"/>
            <a:pathLst>
              <a:path w="835660" h="593089">
                <a:moveTo>
                  <a:pt x="0" y="98806"/>
                </a:moveTo>
                <a:lnTo>
                  <a:pt x="7758" y="60328"/>
                </a:lnTo>
                <a:lnTo>
                  <a:pt x="28924" y="28924"/>
                </a:lnTo>
                <a:lnTo>
                  <a:pt x="60328" y="7758"/>
                </a:lnTo>
                <a:lnTo>
                  <a:pt x="98806" y="0"/>
                </a:lnTo>
                <a:lnTo>
                  <a:pt x="736346" y="0"/>
                </a:lnTo>
                <a:lnTo>
                  <a:pt x="774823" y="7758"/>
                </a:lnTo>
                <a:lnTo>
                  <a:pt x="806227" y="28924"/>
                </a:lnTo>
                <a:lnTo>
                  <a:pt x="827393" y="60328"/>
                </a:lnTo>
                <a:lnTo>
                  <a:pt x="835151" y="98806"/>
                </a:lnTo>
                <a:lnTo>
                  <a:pt x="835151" y="494030"/>
                </a:lnTo>
                <a:lnTo>
                  <a:pt x="827393" y="532507"/>
                </a:lnTo>
                <a:lnTo>
                  <a:pt x="806227" y="563911"/>
                </a:lnTo>
                <a:lnTo>
                  <a:pt x="774823" y="585077"/>
                </a:lnTo>
                <a:lnTo>
                  <a:pt x="736346" y="592836"/>
                </a:lnTo>
                <a:lnTo>
                  <a:pt x="98806" y="592836"/>
                </a:lnTo>
                <a:lnTo>
                  <a:pt x="60328" y="585077"/>
                </a:lnTo>
                <a:lnTo>
                  <a:pt x="28924" y="563911"/>
                </a:lnTo>
                <a:lnTo>
                  <a:pt x="7758" y="532507"/>
                </a:lnTo>
                <a:lnTo>
                  <a:pt x="0" y="494030"/>
                </a:lnTo>
                <a:lnTo>
                  <a:pt x="0" y="98806"/>
                </a:lnTo>
                <a:close/>
              </a:path>
            </a:pathLst>
          </a:custGeom>
          <a:ln w="285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 txBox="1"/>
          <p:nvPr/>
        </p:nvSpPr>
        <p:spPr>
          <a:xfrm>
            <a:off x="4296917" y="4535932"/>
            <a:ext cx="76708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>
                <a:latin typeface="Cambria Math"/>
                <a:cs typeface="Cambria Math"/>
              </a:rPr>
              <a:t>𝒏 − </a:t>
            </a:r>
            <a:r>
              <a:rPr sz="2400" spc="-50">
                <a:latin typeface="Cambria Math"/>
                <a:cs typeface="Cambria Math"/>
              </a:rPr>
              <a:t>𝟑</a:t>
            </a:r>
            <a:endParaRPr sz="2400">
              <a:latin typeface="Cambria Math"/>
              <a:cs typeface="Cambria Math"/>
            </a:endParaRPr>
          </a:p>
        </p:txBody>
      </p:sp>
      <p:grpSp>
        <p:nvGrpSpPr>
          <p:cNvPr id="29" name="object 29"/>
          <p:cNvGrpSpPr/>
          <p:nvPr/>
        </p:nvGrpSpPr>
        <p:grpSpPr>
          <a:xfrm>
            <a:off x="375094" y="1786508"/>
            <a:ext cx="5060315" cy="4215765"/>
            <a:chOff x="375094" y="1786508"/>
            <a:chExt cx="5060315" cy="4215765"/>
          </a:xfrm>
        </p:grpSpPr>
        <p:sp>
          <p:nvSpPr>
            <p:cNvPr id="30" name="object 30"/>
            <p:cNvSpPr/>
            <p:nvPr/>
          </p:nvSpPr>
          <p:spPr>
            <a:xfrm>
              <a:off x="800862" y="1786508"/>
              <a:ext cx="3917950" cy="3649345"/>
            </a:xfrm>
            <a:custGeom>
              <a:avLst/>
              <a:gdLst/>
              <a:ahLst/>
              <a:cxnLst/>
              <a:rect l="l" t="t" r="r" b="b"/>
              <a:pathLst>
                <a:path w="3917950" h="3649345">
                  <a:moveTo>
                    <a:pt x="209880" y="3277489"/>
                  </a:moveTo>
                  <a:lnTo>
                    <a:pt x="184543" y="3264281"/>
                  </a:lnTo>
                  <a:lnTo>
                    <a:pt x="26924" y="3566528"/>
                  </a:lnTo>
                  <a:lnTo>
                    <a:pt x="1625" y="3553333"/>
                  </a:lnTo>
                  <a:lnTo>
                    <a:pt x="0" y="3649091"/>
                  </a:lnTo>
                  <a:lnTo>
                    <a:pt x="77635" y="3592957"/>
                  </a:lnTo>
                  <a:lnTo>
                    <a:pt x="76415" y="3592322"/>
                  </a:lnTo>
                  <a:lnTo>
                    <a:pt x="52260" y="3579736"/>
                  </a:lnTo>
                  <a:lnTo>
                    <a:pt x="209880" y="3277489"/>
                  </a:lnTo>
                  <a:close/>
                </a:path>
                <a:path w="3917950" h="3649345">
                  <a:moveTo>
                    <a:pt x="1325118" y="2672080"/>
                  </a:moveTo>
                  <a:lnTo>
                    <a:pt x="1313167" y="2628392"/>
                  </a:lnTo>
                  <a:lnTo>
                    <a:pt x="1299845" y="2579624"/>
                  </a:lnTo>
                  <a:lnTo>
                    <a:pt x="1278521" y="2598737"/>
                  </a:lnTo>
                  <a:lnTo>
                    <a:pt x="821436" y="2088642"/>
                  </a:lnTo>
                  <a:lnTo>
                    <a:pt x="810831" y="2098116"/>
                  </a:lnTo>
                  <a:lnTo>
                    <a:pt x="801116" y="2087753"/>
                  </a:lnTo>
                  <a:lnTo>
                    <a:pt x="249834" y="2608796"/>
                  </a:lnTo>
                  <a:lnTo>
                    <a:pt x="230212" y="2588006"/>
                  </a:lnTo>
                  <a:lnTo>
                    <a:pt x="197358" y="2678049"/>
                  </a:lnTo>
                  <a:lnTo>
                    <a:pt x="289102" y="2650363"/>
                  </a:lnTo>
                  <a:lnTo>
                    <a:pt x="278777" y="2639441"/>
                  </a:lnTo>
                  <a:lnTo>
                    <a:pt x="269494" y="2629611"/>
                  </a:lnTo>
                  <a:lnTo>
                    <a:pt x="809967" y="2118703"/>
                  </a:lnTo>
                  <a:lnTo>
                    <a:pt x="1257300" y="2617774"/>
                  </a:lnTo>
                  <a:lnTo>
                    <a:pt x="1235964" y="2636901"/>
                  </a:lnTo>
                  <a:lnTo>
                    <a:pt x="1325118" y="2672080"/>
                  </a:lnTo>
                  <a:close/>
                </a:path>
                <a:path w="3917950" h="3649345">
                  <a:moveTo>
                    <a:pt x="2049526" y="1500886"/>
                  </a:moveTo>
                  <a:lnTo>
                    <a:pt x="2039785" y="1453515"/>
                  </a:lnTo>
                  <a:lnTo>
                    <a:pt x="2030222" y="1406906"/>
                  </a:lnTo>
                  <a:lnTo>
                    <a:pt x="2007743" y="1424559"/>
                  </a:lnTo>
                  <a:lnTo>
                    <a:pt x="1676908" y="1003427"/>
                  </a:lnTo>
                  <a:lnTo>
                    <a:pt x="1665617" y="1012342"/>
                  </a:lnTo>
                  <a:lnTo>
                    <a:pt x="1658493" y="999998"/>
                  </a:lnTo>
                  <a:lnTo>
                    <a:pt x="877849" y="1449832"/>
                  </a:lnTo>
                  <a:lnTo>
                    <a:pt x="863600" y="1425067"/>
                  </a:lnTo>
                  <a:lnTo>
                    <a:pt x="810768" y="1504950"/>
                  </a:lnTo>
                  <a:lnTo>
                    <a:pt x="906399" y="1499362"/>
                  </a:lnTo>
                  <a:lnTo>
                    <a:pt x="896226" y="1481709"/>
                  </a:lnTo>
                  <a:lnTo>
                    <a:pt x="892136" y="1474635"/>
                  </a:lnTo>
                  <a:lnTo>
                    <a:pt x="1662125" y="1030744"/>
                  </a:lnTo>
                  <a:lnTo>
                    <a:pt x="1985264" y="1442212"/>
                  </a:lnTo>
                  <a:lnTo>
                    <a:pt x="1962785" y="1459865"/>
                  </a:lnTo>
                  <a:lnTo>
                    <a:pt x="2049526" y="1500886"/>
                  </a:lnTo>
                  <a:close/>
                </a:path>
                <a:path w="3917950" h="3649345">
                  <a:moveTo>
                    <a:pt x="2596007" y="2666365"/>
                  </a:moveTo>
                  <a:lnTo>
                    <a:pt x="2583129" y="2624582"/>
                  </a:lnTo>
                  <a:lnTo>
                    <a:pt x="2567813" y="2574798"/>
                  </a:lnTo>
                  <a:lnTo>
                    <a:pt x="2547188" y="2594495"/>
                  </a:lnTo>
                  <a:lnTo>
                    <a:pt x="2060067" y="2084451"/>
                  </a:lnTo>
                  <a:lnTo>
                    <a:pt x="2049526" y="2094611"/>
                  </a:lnTo>
                  <a:lnTo>
                    <a:pt x="2040382" y="2083181"/>
                  </a:lnTo>
                  <a:lnTo>
                    <a:pt x="1383182" y="2607767"/>
                  </a:lnTo>
                  <a:lnTo>
                    <a:pt x="1365377" y="2585466"/>
                  </a:lnTo>
                  <a:lnTo>
                    <a:pt x="1325118" y="2672461"/>
                  </a:lnTo>
                  <a:lnTo>
                    <a:pt x="1418844" y="2652395"/>
                  </a:lnTo>
                  <a:lnTo>
                    <a:pt x="1408188" y="2639060"/>
                  </a:lnTo>
                  <a:lnTo>
                    <a:pt x="1401064" y="2630144"/>
                  </a:lnTo>
                  <a:lnTo>
                    <a:pt x="2048306" y="2113508"/>
                  </a:lnTo>
                  <a:lnTo>
                    <a:pt x="2526538" y="2614218"/>
                  </a:lnTo>
                  <a:lnTo>
                    <a:pt x="2505837" y="2633980"/>
                  </a:lnTo>
                  <a:lnTo>
                    <a:pt x="2596007" y="2666365"/>
                  </a:lnTo>
                  <a:close/>
                </a:path>
                <a:path w="3917950" h="3649345">
                  <a:moveTo>
                    <a:pt x="2708783" y="378460"/>
                  </a:moveTo>
                  <a:lnTo>
                    <a:pt x="2692971" y="349631"/>
                  </a:lnTo>
                  <a:lnTo>
                    <a:pt x="2662682" y="294386"/>
                  </a:lnTo>
                  <a:lnTo>
                    <a:pt x="2646451" y="317881"/>
                  </a:lnTo>
                  <a:lnTo>
                    <a:pt x="2186686" y="0"/>
                  </a:lnTo>
                  <a:lnTo>
                    <a:pt x="2178558" y="11811"/>
                  </a:lnTo>
                  <a:lnTo>
                    <a:pt x="2169668" y="635"/>
                  </a:lnTo>
                  <a:lnTo>
                    <a:pt x="1723898" y="355104"/>
                  </a:lnTo>
                  <a:lnTo>
                    <a:pt x="1706118" y="332740"/>
                  </a:lnTo>
                  <a:lnTo>
                    <a:pt x="1665732" y="419608"/>
                  </a:lnTo>
                  <a:lnTo>
                    <a:pt x="1759458" y="399796"/>
                  </a:lnTo>
                  <a:lnTo>
                    <a:pt x="1748739" y="386334"/>
                  </a:lnTo>
                  <a:lnTo>
                    <a:pt x="1741678" y="377456"/>
                  </a:lnTo>
                  <a:lnTo>
                    <a:pt x="2179104" y="29629"/>
                  </a:lnTo>
                  <a:lnTo>
                    <a:pt x="2630157" y="341464"/>
                  </a:lnTo>
                  <a:lnTo>
                    <a:pt x="2613914" y="364998"/>
                  </a:lnTo>
                  <a:lnTo>
                    <a:pt x="2708783" y="378460"/>
                  </a:lnTo>
                  <a:close/>
                </a:path>
                <a:path w="3917950" h="3649345">
                  <a:moveTo>
                    <a:pt x="3339846" y="1481074"/>
                  </a:moveTo>
                  <a:lnTo>
                    <a:pt x="3324453" y="1447292"/>
                  </a:lnTo>
                  <a:lnTo>
                    <a:pt x="3300095" y="1393825"/>
                  </a:lnTo>
                  <a:lnTo>
                    <a:pt x="3282111" y="1416088"/>
                  </a:lnTo>
                  <a:lnTo>
                    <a:pt x="2717927" y="959993"/>
                  </a:lnTo>
                  <a:lnTo>
                    <a:pt x="2708973" y="971029"/>
                  </a:lnTo>
                  <a:lnTo>
                    <a:pt x="2700147" y="959993"/>
                  </a:lnTo>
                  <a:lnTo>
                    <a:pt x="2107679" y="1436039"/>
                  </a:lnTo>
                  <a:lnTo>
                    <a:pt x="2089785" y="1413764"/>
                  </a:lnTo>
                  <a:lnTo>
                    <a:pt x="2049780" y="1500886"/>
                  </a:lnTo>
                  <a:lnTo>
                    <a:pt x="2143506" y="1480566"/>
                  </a:lnTo>
                  <a:lnTo>
                    <a:pt x="2132774" y="1467231"/>
                  </a:lnTo>
                  <a:lnTo>
                    <a:pt x="2125573" y="1458277"/>
                  </a:lnTo>
                  <a:lnTo>
                    <a:pt x="2709024" y="989609"/>
                  </a:lnTo>
                  <a:lnTo>
                    <a:pt x="3264179" y="1438287"/>
                  </a:lnTo>
                  <a:lnTo>
                    <a:pt x="3246247" y="1460500"/>
                  </a:lnTo>
                  <a:lnTo>
                    <a:pt x="3339846" y="1481074"/>
                  </a:lnTo>
                  <a:close/>
                </a:path>
                <a:path w="3917950" h="3649345">
                  <a:moveTo>
                    <a:pt x="3917442" y="2658999"/>
                  </a:moveTo>
                  <a:lnTo>
                    <a:pt x="3904069" y="2618232"/>
                  </a:lnTo>
                  <a:lnTo>
                    <a:pt x="3887597" y="2567940"/>
                  </a:lnTo>
                  <a:lnTo>
                    <a:pt x="3867264" y="2588018"/>
                  </a:lnTo>
                  <a:lnTo>
                    <a:pt x="3350006" y="2064512"/>
                  </a:lnTo>
                  <a:lnTo>
                    <a:pt x="3339985" y="2074405"/>
                  </a:lnTo>
                  <a:lnTo>
                    <a:pt x="3331210" y="2063369"/>
                  </a:lnTo>
                  <a:lnTo>
                    <a:pt x="2654300" y="2601734"/>
                  </a:lnTo>
                  <a:lnTo>
                    <a:pt x="2636520" y="2579370"/>
                  </a:lnTo>
                  <a:lnTo>
                    <a:pt x="2596134" y="2666238"/>
                  </a:lnTo>
                  <a:lnTo>
                    <a:pt x="2689860" y="2646426"/>
                  </a:lnTo>
                  <a:lnTo>
                    <a:pt x="2679141" y="2632964"/>
                  </a:lnTo>
                  <a:lnTo>
                    <a:pt x="2672080" y="2624086"/>
                  </a:lnTo>
                  <a:lnTo>
                    <a:pt x="3338804" y="2093823"/>
                  </a:lnTo>
                  <a:lnTo>
                    <a:pt x="3846944" y="2608084"/>
                  </a:lnTo>
                  <a:lnTo>
                    <a:pt x="3826637" y="2628138"/>
                  </a:lnTo>
                  <a:lnTo>
                    <a:pt x="3917442" y="26589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620773" y="5436107"/>
              <a:ext cx="2665730" cy="551815"/>
            </a:xfrm>
            <a:custGeom>
              <a:avLst/>
              <a:gdLst/>
              <a:ahLst/>
              <a:cxnLst/>
              <a:rect l="l" t="t" r="r" b="b"/>
              <a:pathLst>
                <a:path w="2665729" h="551814">
                  <a:moveTo>
                    <a:pt x="0" y="91947"/>
                  </a:moveTo>
                  <a:lnTo>
                    <a:pt x="7223" y="56149"/>
                  </a:lnTo>
                  <a:lnTo>
                    <a:pt x="26924" y="26923"/>
                  </a:lnTo>
                  <a:lnTo>
                    <a:pt x="56149" y="7223"/>
                  </a:lnTo>
                  <a:lnTo>
                    <a:pt x="91948" y="0"/>
                  </a:lnTo>
                  <a:lnTo>
                    <a:pt x="2573528" y="0"/>
                  </a:lnTo>
                  <a:lnTo>
                    <a:pt x="2609326" y="7223"/>
                  </a:lnTo>
                  <a:lnTo>
                    <a:pt x="2638552" y="26923"/>
                  </a:lnTo>
                  <a:lnTo>
                    <a:pt x="2658252" y="56149"/>
                  </a:lnTo>
                  <a:lnTo>
                    <a:pt x="2665476" y="91947"/>
                  </a:lnTo>
                  <a:lnTo>
                    <a:pt x="2665476" y="459739"/>
                  </a:lnTo>
                  <a:lnTo>
                    <a:pt x="2658252" y="495527"/>
                  </a:lnTo>
                  <a:lnTo>
                    <a:pt x="2638552" y="524754"/>
                  </a:lnTo>
                  <a:lnTo>
                    <a:pt x="2609326" y="544461"/>
                  </a:lnTo>
                  <a:lnTo>
                    <a:pt x="2573528" y="551687"/>
                  </a:lnTo>
                  <a:lnTo>
                    <a:pt x="91948" y="551687"/>
                  </a:lnTo>
                  <a:lnTo>
                    <a:pt x="56149" y="544461"/>
                  </a:lnTo>
                  <a:lnTo>
                    <a:pt x="26924" y="524754"/>
                  </a:lnTo>
                  <a:lnTo>
                    <a:pt x="7223" y="495527"/>
                  </a:lnTo>
                  <a:lnTo>
                    <a:pt x="0" y="459739"/>
                  </a:lnTo>
                  <a:lnTo>
                    <a:pt x="0" y="91947"/>
                  </a:lnTo>
                  <a:close/>
                </a:path>
              </a:pathLst>
            </a:custGeom>
            <a:ln w="285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985685" y="5029580"/>
              <a:ext cx="4045585" cy="440055"/>
            </a:xfrm>
            <a:custGeom>
              <a:avLst/>
              <a:gdLst/>
              <a:ahLst/>
              <a:cxnLst/>
              <a:rect l="l" t="t" r="r" b="b"/>
              <a:pathLst>
                <a:path w="4045585" h="440054">
                  <a:moveTo>
                    <a:pt x="219189" y="406019"/>
                  </a:moveTo>
                  <a:lnTo>
                    <a:pt x="217144" y="350139"/>
                  </a:lnTo>
                  <a:lnTo>
                    <a:pt x="215696" y="310261"/>
                  </a:lnTo>
                  <a:lnTo>
                    <a:pt x="190601" y="323989"/>
                  </a:lnTo>
                  <a:lnTo>
                    <a:pt x="25069" y="20955"/>
                  </a:lnTo>
                  <a:lnTo>
                    <a:pt x="0" y="34671"/>
                  </a:lnTo>
                  <a:lnTo>
                    <a:pt x="165582" y="337680"/>
                  </a:lnTo>
                  <a:lnTo>
                    <a:pt x="140474" y="351409"/>
                  </a:lnTo>
                  <a:lnTo>
                    <a:pt x="219189" y="406019"/>
                  </a:lnTo>
                  <a:close/>
                </a:path>
                <a:path w="4045585" h="440054">
                  <a:moveTo>
                    <a:pt x="1290281" y="345059"/>
                  </a:moveTo>
                  <a:lnTo>
                    <a:pt x="1263027" y="353898"/>
                  </a:lnTo>
                  <a:lnTo>
                    <a:pt x="1153883" y="17272"/>
                  </a:lnTo>
                  <a:lnTo>
                    <a:pt x="1140688" y="21590"/>
                  </a:lnTo>
                  <a:lnTo>
                    <a:pt x="1129372" y="13335"/>
                  </a:lnTo>
                  <a:lnTo>
                    <a:pt x="875195" y="362038"/>
                  </a:lnTo>
                  <a:lnTo>
                    <a:pt x="852131" y="345186"/>
                  </a:lnTo>
                  <a:lnTo>
                    <a:pt x="836256" y="439801"/>
                  </a:lnTo>
                  <a:lnTo>
                    <a:pt x="921346" y="395732"/>
                  </a:lnTo>
                  <a:lnTo>
                    <a:pt x="914031" y="390398"/>
                  </a:lnTo>
                  <a:lnTo>
                    <a:pt x="898245" y="378879"/>
                  </a:lnTo>
                  <a:lnTo>
                    <a:pt x="1135481" y="53251"/>
                  </a:lnTo>
                  <a:lnTo>
                    <a:pt x="1235862" y="362699"/>
                  </a:lnTo>
                  <a:lnTo>
                    <a:pt x="1208747" y="371475"/>
                  </a:lnTo>
                  <a:lnTo>
                    <a:pt x="1275930" y="439801"/>
                  </a:lnTo>
                  <a:lnTo>
                    <a:pt x="1285557" y="376174"/>
                  </a:lnTo>
                  <a:lnTo>
                    <a:pt x="1290281" y="345059"/>
                  </a:lnTo>
                  <a:close/>
                </a:path>
                <a:path w="4045585" h="440054">
                  <a:moveTo>
                    <a:pt x="2740241" y="412750"/>
                  </a:moveTo>
                  <a:lnTo>
                    <a:pt x="2729509" y="366903"/>
                  </a:lnTo>
                  <a:lnTo>
                    <a:pt x="2718397" y="319405"/>
                  </a:lnTo>
                  <a:lnTo>
                    <a:pt x="2696451" y="337629"/>
                  </a:lnTo>
                  <a:lnTo>
                    <a:pt x="2422360" y="7239"/>
                  </a:lnTo>
                  <a:lnTo>
                    <a:pt x="2411323" y="16370"/>
                  </a:lnTo>
                  <a:lnTo>
                    <a:pt x="2397595" y="12573"/>
                  </a:lnTo>
                  <a:lnTo>
                    <a:pt x="2309520" y="326275"/>
                  </a:lnTo>
                  <a:lnTo>
                    <a:pt x="2282025" y="318516"/>
                  </a:lnTo>
                  <a:lnTo>
                    <a:pt x="2300059" y="412750"/>
                  </a:lnTo>
                  <a:lnTo>
                    <a:pt x="2358910" y="347853"/>
                  </a:lnTo>
                  <a:lnTo>
                    <a:pt x="2364448" y="341757"/>
                  </a:lnTo>
                  <a:lnTo>
                    <a:pt x="2336965" y="334010"/>
                  </a:lnTo>
                  <a:lnTo>
                    <a:pt x="2417737" y="46583"/>
                  </a:lnTo>
                  <a:lnTo>
                    <a:pt x="2674455" y="355892"/>
                  </a:lnTo>
                  <a:lnTo>
                    <a:pt x="2652484" y="374142"/>
                  </a:lnTo>
                  <a:lnTo>
                    <a:pt x="2740241" y="412750"/>
                  </a:lnTo>
                  <a:close/>
                </a:path>
                <a:path w="4045585" h="440054">
                  <a:moveTo>
                    <a:pt x="4045547" y="413639"/>
                  </a:moveTo>
                  <a:lnTo>
                    <a:pt x="4036110" y="365760"/>
                  </a:lnTo>
                  <a:lnTo>
                    <a:pt x="4027005" y="319532"/>
                  </a:lnTo>
                  <a:lnTo>
                    <a:pt x="4004386" y="337019"/>
                  </a:lnTo>
                  <a:lnTo>
                    <a:pt x="3743922" y="0"/>
                  </a:lnTo>
                  <a:lnTo>
                    <a:pt x="3732631" y="8750"/>
                  </a:lnTo>
                  <a:lnTo>
                    <a:pt x="3719030" y="4445"/>
                  </a:lnTo>
                  <a:lnTo>
                    <a:pt x="3617379" y="327558"/>
                  </a:lnTo>
                  <a:lnTo>
                    <a:pt x="3590252" y="319024"/>
                  </a:lnTo>
                  <a:lnTo>
                    <a:pt x="3605365" y="413639"/>
                  </a:lnTo>
                  <a:lnTo>
                    <a:pt x="3666998" y="349758"/>
                  </a:lnTo>
                  <a:lnTo>
                    <a:pt x="3671913" y="344678"/>
                  </a:lnTo>
                  <a:lnTo>
                    <a:pt x="3644696" y="336130"/>
                  </a:lnTo>
                  <a:lnTo>
                    <a:pt x="3738092" y="39243"/>
                  </a:lnTo>
                  <a:lnTo>
                    <a:pt x="3981818" y="354482"/>
                  </a:lnTo>
                  <a:lnTo>
                    <a:pt x="3959187" y="371983"/>
                  </a:lnTo>
                  <a:lnTo>
                    <a:pt x="4045547" y="4136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389381" y="5436107"/>
              <a:ext cx="5031740" cy="551815"/>
            </a:xfrm>
            <a:custGeom>
              <a:avLst/>
              <a:gdLst/>
              <a:ahLst/>
              <a:cxnLst/>
              <a:rect l="l" t="t" r="r" b="b"/>
              <a:pathLst>
                <a:path w="5031740" h="551814">
                  <a:moveTo>
                    <a:pt x="4011929" y="91947"/>
                  </a:moveTo>
                  <a:lnTo>
                    <a:pt x="4019153" y="56149"/>
                  </a:lnTo>
                  <a:lnTo>
                    <a:pt x="4038854" y="26923"/>
                  </a:lnTo>
                  <a:lnTo>
                    <a:pt x="4068079" y="7223"/>
                  </a:lnTo>
                  <a:lnTo>
                    <a:pt x="4103878" y="0"/>
                  </a:lnTo>
                  <a:lnTo>
                    <a:pt x="4939538" y="0"/>
                  </a:lnTo>
                  <a:lnTo>
                    <a:pt x="4975336" y="7223"/>
                  </a:lnTo>
                  <a:lnTo>
                    <a:pt x="5004561" y="26923"/>
                  </a:lnTo>
                  <a:lnTo>
                    <a:pt x="5024262" y="56149"/>
                  </a:lnTo>
                  <a:lnTo>
                    <a:pt x="5031485" y="91947"/>
                  </a:lnTo>
                  <a:lnTo>
                    <a:pt x="5031485" y="459739"/>
                  </a:lnTo>
                  <a:lnTo>
                    <a:pt x="5024262" y="495527"/>
                  </a:lnTo>
                  <a:lnTo>
                    <a:pt x="5004562" y="524754"/>
                  </a:lnTo>
                  <a:lnTo>
                    <a:pt x="4975336" y="544461"/>
                  </a:lnTo>
                  <a:lnTo>
                    <a:pt x="4939538" y="551687"/>
                  </a:lnTo>
                  <a:lnTo>
                    <a:pt x="4103878" y="551687"/>
                  </a:lnTo>
                  <a:lnTo>
                    <a:pt x="4068079" y="544461"/>
                  </a:lnTo>
                  <a:lnTo>
                    <a:pt x="4038854" y="524754"/>
                  </a:lnTo>
                  <a:lnTo>
                    <a:pt x="4019153" y="495527"/>
                  </a:lnTo>
                  <a:lnTo>
                    <a:pt x="4011929" y="459739"/>
                  </a:lnTo>
                  <a:lnTo>
                    <a:pt x="4011929" y="91947"/>
                  </a:lnTo>
                  <a:close/>
                </a:path>
                <a:path w="5031740" h="551814">
                  <a:moveTo>
                    <a:pt x="0" y="91947"/>
                  </a:moveTo>
                  <a:lnTo>
                    <a:pt x="7226" y="56149"/>
                  </a:lnTo>
                  <a:lnTo>
                    <a:pt x="26933" y="26923"/>
                  </a:lnTo>
                  <a:lnTo>
                    <a:pt x="56160" y="7223"/>
                  </a:lnTo>
                  <a:lnTo>
                    <a:pt x="91947" y="0"/>
                  </a:lnTo>
                  <a:lnTo>
                    <a:pt x="927608" y="0"/>
                  </a:lnTo>
                  <a:lnTo>
                    <a:pt x="963406" y="7223"/>
                  </a:lnTo>
                  <a:lnTo>
                    <a:pt x="992632" y="26923"/>
                  </a:lnTo>
                  <a:lnTo>
                    <a:pt x="1012332" y="56149"/>
                  </a:lnTo>
                  <a:lnTo>
                    <a:pt x="1019556" y="91947"/>
                  </a:lnTo>
                  <a:lnTo>
                    <a:pt x="1019556" y="459739"/>
                  </a:lnTo>
                  <a:lnTo>
                    <a:pt x="1012332" y="495527"/>
                  </a:lnTo>
                  <a:lnTo>
                    <a:pt x="992632" y="524754"/>
                  </a:lnTo>
                  <a:lnTo>
                    <a:pt x="963406" y="544461"/>
                  </a:lnTo>
                  <a:lnTo>
                    <a:pt x="927608" y="551687"/>
                  </a:lnTo>
                  <a:lnTo>
                    <a:pt x="91947" y="551687"/>
                  </a:lnTo>
                  <a:lnTo>
                    <a:pt x="56160" y="544461"/>
                  </a:lnTo>
                  <a:lnTo>
                    <a:pt x="26933" y="524754"/>
                  </a:lnTo>
                  <a:lnTo>
                    <a:pt x="7226" y="495527"/>
                  </a:lnTo>
                  <a:lnTo>
                    <a:pt x="0" y="459739"/>
                  </a:lnTo>
                  <a:lnTo>
                    <a:pt x="0" y="91947"/>
                  </a:lnTo>
                  <a:close/>
                </a:path>
              </a:pathLst>
            </a:custGeom>
            <a:ln w="285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 txBox="1"/>
          <p:nvPr/>
        </p:nvSpPr>
        <p:spPr>
          <a:xfrm>
            <a:off x="733551" y="5478779"/>
            <a:ext cx="4342765" cy="12426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305560" algn="l"/>
                <a:tab pos="2210435" algn="l"/>
                <a:tab pos="3115310" algn="l"/>
                <a:tab pos="4024629" algn="l"/>
              </a:tabLst>
            </a:pPr>
            <a:r>
              <a:rPr sz="2400" spc="-50">
                <a:latin typeface="PMingLiU"/>
                <a:cs typeface="PMingLiU"/>
              </a:rPr>
              <a:t>…</a:t>
            </a:r>
            <a:r>
              <a:rPr sz="2400">
                <a:latin typeface="PMingLiU"/>
                <a:cs typeface="PMingLiU"/>
              </a:rPr>
              <a:t>	</a:t>
            </a:r>
            <a:r>
              <a:rPr sz="2400" spc="-50">
                <a:latin typeface="PMingLiU"/>
                <a:cs typeface="PMingLiU"/>
              </a:rPr>
              <a:t>…</a:t>
            </a:r>
            <a:r>
              <a:rPr sz="2400">
                <a:latin typeface="PMingLiU"/>
                <a:cs typeface="PMingLiU"/>
              </a:rPr>
              <a:t>	</a:t>
            </a:r>
            <a:r>
              <a:rPr sz="2400" spc="-50">
                <a:latin typeface="PMingLiU"/>
                <a:cs typeface="PMingLiU"/>
              </a:rPr>
              <a:t>…</a:t>
            </a:r>
            <a:r>
              <a:rPr sz="2400">
                <a:latin typeface="PMingLiU"/>
                <a:cs typeface="PMingLiU"/>
              </a:rPr>
              <a:t>	</a:t>
            </a:r>
            <a:r>
              <a:rPr sz="2400" spc="-50">
                <a:latin typeface="PMingLiU"/>
                <a:cs typeface="PMingLiU"/>
              </a:rPr>
              <a:t>…</a:t>
            </a:r>
            <a:r>
              <a:rPr sz="2400">
                <a:latin typeface="PMingLiU"/>
                <a:cs typeface="PMingLiU"/>
              </a:rPr>
              <a:t>	</a:t>
            </a:r>
            <a:r>
              <a:rPr sz="2400" spc="-50">
                <a:latin typeface="PMingLiU"/>
                <a:cs typeface="PMingLiU"/>
              </a:rPr>
              <a:t>…</a:t>
            </a:r>
            <a:endParaRPr sz="2400">
              <a:latin typeface="PMingLiU"/>
              <a:cs typeface="PMingLiU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2000">
              <a:latin typeface="PMingLiU"/>
              <a:cs typeface="PMingLiU"/>
            </a:endParaRPr>
          </a:p>
          <a:p>
            <a:pPr marL="214629">
              <a:lnSpc>
                <a:spcPct val="100000"/>
              </a:lnSpc>
            </a:pPr>
            <a:r>
              <a:rPr sz="3200" spc="-40">
                <a:latin typeface="PMingLiU"/>
                <a:cs typeface="PMingLiU"/>
              </a:rPr>
              <a:t>动态规划：重叠子问</a:t>
            </a:r>
            <a:r>
              <a:rPr sz="3200" spc="-50">
                <a:latin typeface="PMingLiU"/>
                <a:cs typeface="PMingLiU"/>
              </a:rPr>
              <a:t>题</a:t>
            </a:r>
            <a:endParaRPr sz="3200">
              <a:latin typeface="PMingLiU"/>
              <a:cs typeface="PMingLiU"/>
            </a:endParaRPr>
          </a:p>
        </p:txBody>
      </p:sp>
      <p:graphicFrame>
        <p:nvGraphicFramePr>
          <p:cNvPr id="35" name="object 35"/>
          <p:cNvGraphicFramePr>
            <a:graphicFrameLocks noGrp="1"/>
          </p:cNvGraphicFramePr>
          <p:nvPr/>
        </p:nvGraphicFramePr>
        <p:xfrm>
          <a:off x="7220140" y="1280350"/>
          <a:ext cx="3878578" cy="64579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4643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464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642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4643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643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4642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64579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94"/>
                        </a:spcBef>
                      </a:pPr>
                      <a:r>
                        <a:rPr sz="2600" b="1">
                          <a:latin typeface="Times New Roman"/>
                          <a:cs typeface="Times New Roman"/>
                        </a:rPr>
                        <a:t>1</a:t>
                      </a:r>
                      <a:endParaRPr sz="2600">
                        <a:latin typeface="Times New Roman"/>
                        <a:cs typeface="Times New Roman"/>
                      </a:endParaRPr>
                    </a:p>
                  </a:txBody>
                  <a:tcPr marL="0" marR="0" marT="113664" marB="0">
                    <a:lnL w="28575">
                      <a:solidFill>
                        <a:srgbClr val="000000"/>
                      </a:solidFill>
                      <a:prstDash val="solid"/>
                    </a:lnL>
                    <a:lnR w="28575">
                      <a:solidFill>
                        <a:srgbClr val="000000"/>
                      </a:solidFill>
                      <a:prstDash val="solid"/>
                    </a:lnR>
                    <a:lnT w="28575">
                      <a:solidFill>
                        <a:srgbClr val="000000"/>
                      </a:solidFill>
                      <a:prstDash val="solid"/>
                    </a:lnT>
                    <a:lnB w="2857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5420">
                        <a:lnSpc>
                          <a:spcPct val="100000"/>
                        </a:lnSpc>
                        <a:spcBef>
                          <a:spcPts val="894"/>
                        </a:spcBef>
                      </a:pPr>
                      <a:r>
                        <a:rPr sz="2600" b="1" spc="-2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sz="2600" b="1" spc="-50">
                          <a:latin typeface="Times New Roman"/>
                          <a:cs typeface="Times New Roman"/>
                        </a:rPr>
                        <a:t>2</a:t>
                      </a:r>
                      <a:endParaRPr sz="2600">
                        <a:latin typeface="Times New Roman"/>
                        <a:cs typeface="Times New Roman"/>
                      </a:endParaRPr>
                    </a:p>
                  </a:txBody>
                  <a:tcPr marL="0" marR="0" marT="113664" marB="0">
                    <a:lnL w="28575">
                      <a:solidFill>
                        <a:srgbClr val="000000"/>
                      </a:solidFill>
                      <a:prstDash val="solid"/>
                    </a:lnL>
                    <a:lnR w="28575">
                      <a:solidFill>
                        <a:srgbClr val="000000"/>
                      </a:solidFill>
                      <a:prstDash val="solid"/>
                    </a:lnR>
                    <a:lnT w="28575">
                      <a:solidFill>
                        <a:srgbClr val="000000"/>
                      </a:solidFill>
                      <a:prstDash val="solid"/>
                    </a:lnT>
                    <a:lnB w="2857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94"/>
                        </a:spcBef>
                      </a:pPr>
                      <a:r>
                        <a:rPr sz="2600" b="1">
                          <a:latin typeface="Times New Roman"/>
                          <a:cs typeface="Times New Roman"/>
                        </a:rPr>
                        <a:t>4</a:t>
                      </a:r>
                      <a:endParaRPr sz="2600">
                        <a:latin typeface="Times New Roman"/>
                        <a:cs typeface="Times New Roman"/>
                      </a:endParaRPr>
                    </a:p>
                  </a:txBody>
                  <a:tcPr marL="0" marR="0" marT="113664" marB="0">
                    <a:lnL w="28575">
                      <a:solidFill>
                        <a:srgbClr val="000000"/>
                      </a:solidFill>
                      <a:prstDash val="solid"/>
                    </a:lnL>
                    <a:lnR w="28575">
                      <a:solidFill>
                        <a:srgbClr val="000000"/>
                      </a:solidFill>
                      <a:prstDash val="solid"/>
                    </a:lnR>
                    <a:lnT w="28575">
                      <a:solidFill>
                        <a:srgbClr val="000000"/>
                      </a:solidFill>
                      <a:prstDash val="solid"/>
                    </a:lnT>
                    <a:lnB w="2857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894"/>
                        </a:spcBef>
                      </a:pPr>
                      <a:r>
                        <a:rPr sz="2600" b="1">
                          <a:latin typeface="Times New Roman"/>
                          <a:cs typeface="Times New Roman"/>
                        </a:rPr>
                        <a:t>5</a:t>
                      </a:r>
                      <a:endParaRPr sz="2600">
                        <a:latin typeface="Times New Roman"/>
                        <a:cs typeface="Times New Roman"/>
                      </a:endParaRPr>
                    </a:p>
                  </a:txBody>
                  <a:tcPr marL="0" marR="0" marT="113664" marB="0">
                    <a:lnL w="28575">
                      <a:solidFill>
                        <a:srgbClr val="000000"/>
                      </a:solidFill>
                      <a:prstDash val="solid"/>
                    </a:lnL>
                    <a:lnR w="28575">
                      <a:solidFill>
                        <a:srgbClr val="000000"/>
                      </a:solidFill>
                      <a:prstDash val="solid"/>
                    </a:lnR>
                    <a:lnT w="28575">
                      <a:solidFill>
                        <a:srgbClr val="000000"/>
                      </a:solidFill>
                      <a:prstDash val="solid"/>
                    </a:lnT>
                    <a:lnB w="2857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6055">
                        <a:lnSpc>
                          <a:spcPct val="100000"/>
                        </a:lnSpc>
                        <a:spcBef>
                          <a:spcPts val="894"/>
                        </a:spcBef>
                      </a:pPr>
                      <a:r>
                        <a:rPr sz="2600" b="1" spc="-2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sz="2600" b="1" spc="-50">
                          <a:latin typeface="Times New Roman"/>
                          <a:cs typeface="Times New Roman"/>
                        </a:rPr>
                        <a:t>2</a:t>
                      </a:r>
                      <a:endParaRPr sz="2600">
                        <a:latin typeface="Times New Roman"/>
                        <a:cs typeface="Times New Roman"/>
                      </a:endParaRPr>
                    </a:p>
                  </a:txBody>
                  <a:tcPr marL="0" marR="0" marT="113664" marB="0">
                    <a:lnL w="28575">
                      <a:solidFill>
                        <a:srgbClr val="000000"/>
                      </a:solidFill>
                      <a:prstDash val="solid"/>
                    </a:lnL>
                    <a:lnR w="28575">
                      <a:solidFill>
                        <a:srgbClr val="000000"/>
                      </a:solidFill>
                      <a:prstDash val="solid"/>
                    </a:lnR>
                    <a:lnT w="28575">
                      <a:solidFill>
                        <a:srgbClr val="000000"/>
                      </a:solidFill>
                      <a:prstDash val="solid"/>
                    </a:lnT>
                    <a:lnB w="2857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894"/>
                        </a:spcBef>
                      </a:pPr>
                      <a:r>
                        <a:rPr sz="2600" b="1">
                          <a:latin typeface="Times New Roman"/>
                          <a:cs typeface="Times New Roman"/>
                        </a:rPr>
                        <a:t>8</a:t>
                      </a:r>
                      <a:endParaRPr sz="2600">
                        <a:latin typeface="Times New Roman"/>
                        <a:cs typeface="Times New Roman"/>
                      </a:endParaRPr>
                    </a:p>
                  </a:txBody>
                  <a:tcPr marL="0" marR="0" marT="113664" marB="0">
                    <a:lnL w="28575">
                      <a:solidFill>
                        <a:srgbClr val="000000"/>
                      </a:solidFill>
                      <a:prstDash val="solid"/>
                    </a:lnL>
                    <a:lnR w="28575">
                      <a:solidFill>
                        <a:srgbClr val="000000"/>
                      </a:solidFill>
                      <a:prstDash val="solid"/>
                    </a:lnR>
                    <a:lnT w="28575">
                      <a:solidFill>
                        <a:srgbClr val="000000"/>
                      </a:solidFill>
                      <a:prstDash val="solid"/>
                    </a:lnT>
                    <a:lnB w="2857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36" name="object 36"/>
          <p:cNvGraphicFramePr>
            <a:graphicFrameLocks noGrp="1"/>
          </p:cNvGraphicFramePr>
          <p:nvPr/>
        </p:nvGraphicFramePr>
        <p:xfrm>
          <a:off x="6573964" y="2562796"/>
          <a:ext cx="1939289" cy="64579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4643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464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642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64579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90"/>
                        </a:spcBef>
                      </a:pPr>
                      <a:r>
                        <a:rPr sz="2600" b="1">
                          <a:latin typeface="Times New Roman"/>
                          <a:cs typeface="Times New Roman"/>
                        </a:rPr>
                        <a:t>1</a:t>
                      </a:r>
                      <a:endParaRPr sz="2600">
                        <a:latin typeface="Times New Roman"/>
                        <a:cs typeface="Times New Roman"/>
                      </a:endParaRPr>
                    </a:p>
                  </a:txBody>
                  <a:tcPr marL="0" marR="0" marT="113030" marB="0">
                    <a:lnL w="28575">
                      <a:solidFill>
                        <a:srgbClr val="000000"/>
                      </a:solidFill>
                      <a:prstDash val="solid"/>
                    </a:lnL>
                    <a:lnR w="28575">
                      <a:solidFill>
                        <a:srgbClr val="000000"/>
                      </a:solidFill>
                      <a:prstDash val="solid"/>
                    </a:lnR>
                    <a:lnT w="28575">
                      <a:solidFill>
                        <a:srgbClr val="000000"/>
                      </a:solidFill>
                      <a:prstDash val="solid"/>
                    </a:lnT>
                    <a:lnB w="2857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5420">
                        <a:lnSpc>
                          <a:spcPct val="100000"/>
                        </a:lnSpc>
                        <a:spcBef>
                          <a:spcPts val="890"/>
                        </a:spcBef>
                      </a:pPr>
                      <a:r>
                        <a:rPr sz="2600" b="1" spc="-2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sz="2600" b="1" spc="-50">
                          <a:latin typeface="Times New Roman"/>
                          <a:cs typeface="Times New Roman"/>
                        </a:rPr>
                        <a:t>2</a:t>
                      </a:r>
                      <a:endParaRPr sz="2600">
                        <a:latin typeface="Times New Roman"/>
                        <a:cs typeface="Times New Roman"/>
                      </a:endParaRPr>
                    </a:p>
                  </a:txBody>
                  <a:tcPr marL="0" marR="0" marT="113030" marB="0">
                    <a:lnL w="28575">
                      <a:solidFill>
                        <a:srgbClr val="000000"/>
                      </a:solidFill>
                      <a:prstDash val="solid"/>
                    </a:lnL>
                    <a:lnR w="28575">
                      <a:solidFill>
                        <a:srgbClr val="000000"/>
                      </a:solidFill>
                      <a:prstDash val="solid"/>
                    </a:lnR>
                    <a:lnT w="28575">
                      <a:solidFill>
                        <a:srgbClr val="000000"/>
                      </a:solidFill>
                      <a:prstDash val="solid"/>
                    </a:lnT>
                    <a:lnB w="2857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90"/>
                        </a:spcBef>
                      </a:pPr>
                      <a:r>
                        <a:rPr sz="2600" b="1">
                          <a:latin typeface="Times New Roman"/>
                          <a:cs typeface="Times New Roman"/>
                        </a:rPr>
                        <a:t>4</a:t>
                      </a:r>
                      <a:endParaRPr sz="2600">
                        <a:latin typeface="Times New Roman"/>
                        <a:cs typeface="Times New Roman"/>
                      </a:endParaRPr>
                    </a:p>
                  </a:txBody>
                  <a:tcPr marL="0" marR="0" marT="113030" marB="0">
                    <a:lnL w="28575">
                      <a:solidFill>
                        <a:srgbClr val="000000"/>
                      </a:solidFill>
                      <a:prstDash val="solid"/>
                    </a:lnL>
                    <a:lnR w="28575">
                      <a:solidFill>
                        <a:srgbClr val="000000"/>
                      </a:solidFill>
                      <a:prstDash val="solid"/>
                    </a:lnR>
                    <a:lnT w="28575">
                      <a:solidFill>
                        <a:srgbClr val="000000"/>
                      </a:solidFill>
                      <a:prstDash val="solid"/>
                    </a:lnT>
                    <a:lnB w="2857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37" name="object 37"/>
          <p:cNvGraphicFramePr>
            <a:graphicFrameLocks noGrp="1"/>
          </p:cNvGraphicFramePr>
          <p:nvPr/>
        </p:nvGraphicFramePr>
        <p:xfrm>
          <a:off x="9807130" y="2562796"/>
          <a:ext cx="1939289" cy="64579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4643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464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642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645795"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890"/>
                        </a:spcBef>
                      </a:pPr>
                      <a:r>
                        <a:rPr sz="2600" b="1">
                          <a:latin typeface="Times New Roman"/>
                          <a:cs typeface="Times New Roman"/>
                        </a:rPr>
                        <a:t>5</a:t>
                      </a:r>
                      <a:endParaRPr sz="2600">
                        <a:latin typeface="Times New Roman"/>
                        <a:cs typeface="Times New Roman"/>
                      </a:endParaRPr>
                    </a:p>
                  </a:txBody>
                  <a:tcPr marL="0" marR="0" marT="113030" marB="0">
                    <a:lnL w="28575">
                      <a:solidFill>
                        <a:srgbClr val="000000"/>
                      </a:solidFill>
                      <a:prstDash val="solid"/>
                    </a:lnL>
                    <a:lnR w="28575">
                      <a:solidFill>
                        <a:srgbClr val="000000"/>
                      </a:solidFill>
                      <a:prstDash val="solid"/>
                    </a:lnR>
                    <a:lnT w="28575">
                      <a:solidFill>
                        <a:srgbClr val="000000"/>
                      </a:solidFill>
                      <a:prstDash val="solid"/>
                    </a:lnT>
                    <a:lnB w="2857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6055">
                        <a:lnSpc>
                          <a:spcPct val="100000"/>
                        </a:lnSpc>
                        <a:spcBef>
                          <a:spcPts val="890"/>
                        </a:spcBef>
                      </a:pPr>
                      <a:r>
                        <a:rPr sz="2600" b="1" spc="-2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sz="2600" b="1" spc="-50">
                          <a:latin typeface="Times New Roman"/>
                          <a:cs typeface="Times New Roman"/>
                        </a:rPr>
                        <a:t>2</a:t>
                      </a:r>
                      <a:endParaRPr sz="2600">
                        <a:latin typeface="Times New Roman"/>
                        <a:cs typeface="Times New Roman"/>
                      </a:endParaRPr>
                    </a:p>
                  </a:txBody>
                  <a:tcPr marL="0" marR="0" marT="113030" marB="0">
                    <a:lnL w="28575">
                      <a:solidFill>
                        <a:srgbClr val="000000"/>
                      </a:solidFill>
                      <a:prstDash val="solid"/>
                    </a:lnL>
                    <a:lnR w="28575">
                      <a:solidFill>
                        <a:srgbClr val="000000"/>
                      </a:solidFill>
                      <a:prstDash val="solid"/>
                    </a:lnR>
                    <a:lnT w="28575">
                      <a:solidFill>
                        <a:srgbClr val="000000"/>
                      </a:solidFill>
                      <a:prstDash val="solid"/>
                    </a:lnT>
                    <a:lnB w="2857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890"/>
                        </a:spcBef>
                      </a:pPr>
                      <a:r>
                        <a:rPr sz="2600" b="1">
                          <a:latin typeface="Times New Roman"/>
                          <a:cs typeface="Times New Roman"/>
                        </a:rPr>
                        <a:t>8</a:t>
                      </a:r>
                      <a:endParaRPr sz="2600">
                        <a:latin typeface="Times New Roman"/>
                        <a:cs typeface="Times New Roman"/>
                      </a:endParaRPr>
                    </a:p>
                  </a:txBody>
                  <a:tcPr marL="0" marR="0" marT="113030" marB="0">
                    <a:lnL w="28575">
                      <a:solidFill>
                        <a:srgbClr val="000000"/>
                      </a:solidFill>
                      <a:prstDash val="solid"/>
                    </a:lnL>
                    <a:lnR w="28575">
                      <a:solidFill>
                        <a:srgbClr val="000000"/>
                      </a:solidFill>
                      <a:prstDash val="solid"/>
                    </a:lnR>
                    <a:lnT w="28575">
                      <a:solidFill>
                        <a:srgbClr val="000000"/>
                      </a:solidFill>
                      <a:prstDash val="solid"/>
                    </a:lnT>
                    <a:lnB w="2857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8" name="object 38"/>
          <p:cNvSpPr txBox="1"/>
          <p:nvPr/>
        </p:nvSpPr>
        <p:spPr>
          <a:xfrm>
            <a:off x="5942076" y="3905250"/>
            <a:ext cx="646430" cy="646430"/>
          </a:xfrm>
          <a:prstGeom prst="rect">
            <a:avLst/>
          </a:prstGeom>
          <a:ln w="28575">
            <a:solidFill>
              <a:srgbClr val="000000"/>
            </a:solidFill>
          </a:ln>
        </p:spPr>
        <p:txBody>
          <a:bodyPr vert="horz" wrap="square" lIns="0" tIns="113665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895"/>
              </a:spcBef>
            </a:pPr>
            <a:r>
              <a:rPr sz="2600" b="1" spc="-5">
                <a:latin typeface="Times New Roman"/>
                <a:cs typeface="Times New Roman"/>
              </a:rPr>
              <a:t>1</a:t>
            </a:r>
            <a:endParaRPr sz="2600">
              <a:latin typeface="Times New Roman"/>
              <a:cs typeface="Times New Roman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6588252" y="3905250"/>
            <a:ext cx="646430" cy="646430"/>
          </a:xfrm>
          <a:prstGeom prst="rect">
            <a:avLst/>
          </a:prstGeom>
          <a:ln w="28575">
            <a:solidFill>
              <a:srgbClr val="000000"/>
            </a:solidFill>
          </a:ln>
        </p:spPr>
        <p:txBody>
          <a:bodyPr vert="horz" wrap="square" lIns="0" tIns="113665" rIns="0" bIns="0" rtlCol="0">
            <a:spAutoFit/>
          </a:bodyPr>
          <a:lstStyle/>
          <a:p>
            <a:pPr marL="185420">
              <a:lnSpc>
                <a:spcPct val="100000"/>
              </a:lnSpc>
              <a:spcBef>
                <a:spcPts val="895"/>
              </a:spcBef>
            </a:pPr>
            <a:r>
              <a:rPr sz="2600" b="1" spc="-20">
                <a:latin typeface="Times New Roman"/>
                <a:cs typeface="Times New Roman"/>
              </a:rPr>
              <a:t>-</a:t>
            </a:r>
            <a:r>
              <a:rPr sz="2600" b="1" spc="-50">
                <a:latin typeface="Times New Roman"/>
                <a:cs typeface="Times New Roman"/>
              </a:rPr>
              <a:t>2</a:t>
            </a:r>
            <a:endParaRPr sz="2600">
              <a:latin typeface="Times New Roman"/>
              <a:cs typeface="Times New Roman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9201911" y="3905250"/>
            <a:ext cx="646430" cy="646430"/>
          </a:xfrm>
          <a:prstGeom prst="rect">
            <a:avLst/>
          </a:prstGeom>
          <a:ln w="28575">
            <a:solidFill>
              <a:srgbClr val="000000"/>
            </a:solidFill>
          </a:ln>
        </p:spPr>
        <p:txBody>
          <a:bodyPr vert="horz" wrap="square" lIns="0" tIns="113665" rIns="0" bIns="0" rtlCol="0">
            <a:spAutoFit/>
          </a:bodyPr>
          <a:lstStyle/>
          <a:p>
            <a:pPr marL="635" algn="ctr">
              <a:lnSpc>
                <a:spcPct val="100000"/>
              </a:lnSpc>
              <a:spcBef>
                <a:spcPts val="895"/>
              </a:spcBef>
            </a:pPr>
            <a:r>
              <a:rPr sz="2600" b="1" spc="-5">
                <a:latin typeface="Times New Roman"/>
                <a:cs typeface="Times New Roman"/>
              </a:rPr>
              <a:t>5</a:t>
            </a:r>
            <a:endParaRPr sz="2600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9848088" y="3905250"/>
            <a:ext cx="646430" cy="646430"/>
          </a:xfrm>
          <a:prstGeom prst="rect">
            <a:avLst/>
          </a:prstGeom>
          <a:ln w="28575">
            <a:solidFill>
              <a:srgbClr val="000000"/>
            </a:solidFill>
          </a:ln>
        </p:spPr>
        <p:txBody>
          <a:bodyPr vert="horz" wrap="square" lIns="0" tIns="113665" rIns="0" bIns="0" rtlCol="0">
            <a:spAutoFit/>
          </a:bodyPr>
          <a:lstStyle/>
          <a:p>
            <a:pPr marL="186055">
              <a:lnSpc>
                <a:spcPct val="100000"/>
              </a:lnSpc>
              <a:spcBef>
                <a:spcPts val="895"/>
              </a:spcBef>
            </a:pPr>
            <a:r>
              <a:rPr sz="2600" b="1" spc="-20">
                <a:latin typeface="Times New Roman"/>
                <a:cs typeface="Times New Roman"/>
              </a:rPr>
              <a:t>-</a:t>
            </a:r>
            <a:r>
              <a:rPr sz="2600" b="1" spc="-50">
                <a:latin typeface="Times New Roman"/>
                <a:cs typeface="Times New Roman"/>
              </a:rPr>
              <a:t>2</a:t>
            </a:r>
            <a:endParaRPr sz="2600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/>
          <p:nvPr/>
        </p:nvSpPr>
        <p:spPr>
          <a:xfrm>
            <a:off x="7891271" y="1958848"/>
            <a:ext cx="628650" cy="618490"/>
          </a:xfrm>
          <a:custGeom>
            <a:avLst/>
            <a:gdLst/>
            <a:ahLst/>
            <a:cxnLst/>
            <a:rect l="l" t="t" r="r" b="b"/>
            <a:pathLst>
              <a:path w="628650" h="618489">
                <a:moveTo>
                  <a:pt x="30987" y="527685"/>
                </a:moveTo>
                <a:lnTo>
                  <a:pt x="0" y="618363"/>
                </a:lnTo>
                <a:lnTo>
                  <a:pt x="91185" y="588899"/>
                </a:lnTo>
                <a:lnTo>
                  <a:pt x="80944" y="578485"/>
                </a:lnTo>
                <a:lnTo>
                  <a:pt x="60959" y="578485"/>
                </a:lnTo>
                <a:lnTo>
                  <a:pt x="40894" y="558164"/>
                </a:lnTo>
                <a:lnTo>
                  <a:pt x="51093" y="548129"/>
                </a:lnTo>
                <a:lnTo>
                  <a:pt x="30987" y="527685"/>
                </a:lnTo>
                <a:close/>
              </a:path>
              <a:path w="628650" h="618489">
                <a:moveTo>
                  <a:pt x="51093" y="548129"/>
                </a:moveTo>
                <a:lnTo>
                  <a:pt x="40894" y="558164"/>
                </a:lnTo>
                <a:lnTo>
                  <a:pt x="60959" y="578485"/>
                </a:lnTo>
                <a:lnTo>
                  <a:pt x="71117" y="568491"/>
                </a:lnTo>
                <a:lnTo>
                  <a:pt x="51093" y="548129"/>
                </a:lnTo>
                <a:close/>
              </a:path>
              <a:path w="628650" h="618489">
                <a:moveTo>
                  <a:pt x="71117" y="568491"/>
                </a:moveTo>
                <a:lnTo>
                  <a:pt x="60959" y="578485"/>
                </a:lnTo>
                <a:lnTo>
                  <a:pt x="80944" y="578485"/>
                </a:lnTo>
                <a:lnTo>
                  <a:pt x="71117" y="568491"/>
                </a:lnTo>
                <a:close/>
              </a:path>
              <a:path w="628650" h="618489">
                <a:moveTo>
                  <a:pt x="608202" y="0"/>
                </a:moveTo>
                <a:lnTo>
                  <a:pt x="51093" y="548129"/>
                </a:lnTo>
                <a:lnTo>
                  <a:pt x="71117" y="568491"/>
                </a:lnTo>
                <a:lnTo>
                  <a:pt x="628269" y="20319"/>
                </a:lnTo>
                <a:lnTo>
                  <a:pt x="60820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10477245" y="1938401"/>
            <a:ext cx="631190" cy="638810"/>
          </a:xfrm>
          <a:custGeom>
            <a:avLst/>
            <a:gdLst/>
            <a:ahLst/>
            <a:cxnLst/>
            <a:rect l="l" t="t" r="r" b="b"/>
            <a:pathLst>
              <a:path w="631190" h="638810">
                <a:moveTo>
                  <a:pt x="560619" y="587672"/>
                </a:moveTo>
                <a:lnTo>
                  <a:pt x="540257" y="607822"/>
                </a:lnTo>
                <a:lnTo>
                  <a:pt x="630935" y="638683"/>
                </a:lnTo>
                <a:lnTo>
                  <a:pt x="617608" y="597788"/>
                </a:lnTo>
                <a:lnTo>
                  <a:pt x="570610" y="597788"/>
                </a:lnTo>
                <a:lnTo>
                  <a:pt x="560619" y="587672"/>
                </a:lnTo>
                <a:close/>
              </a:path>
              <a:path w="631190" h="638810">
                <a:moveTo>
                  <a:pt x="580918" y="567585"/>
                </a:moveTo>
                <a:lnTo>
                  <a:pt x="560619" y="587672"/>
                </a:lnTo>
                <a:lnTo>
                  <a:pt x="570610" y="597788"/>
                </a:lnTo>
                <a:lnTo>
                  <a:pt x="590930" y="577723"/>
                </a:lnTo>
                <a:lnTo>
                  <a:pt x="580918" y="567585"/>
                </a:lnTo>
                <a:close/>
              </a:path>
              <a:path w="631190" h="638810">
                <a:moveTo>
                  <a:pt x="601218" y="547497"/>
                </a:moveTo>
                <a:lnTo>
                  <a:pt x="580918" y="567585"/>
                </a:lnTo>
                <a:lnTo>
                  <a:pt x="590930" y="577723"/>
                </a:lnTo>
                <a:lnTo>
                  <a:pt x="570610" y="597788"/>
                </a:lnTo>
                <a:lnTo>
                  <a:pt x="617608" y="597788"/>
                </a:lnTo>
                <a:lnTo>
                  <a:pt x="601218" y="547497"/>
                </a:lnTo>
                <a:close/>
              </a:path>
              <a:path w="631190" h="638810">
                <a:moveTo>
                  <a:pt x="20320" y="0"/>
                </a:moveTo>
                <a:lnTo>
                  <a:pt x="0" y="20065"/>
                </a:lnTo>
                <a:lnTo>
                  <a:pt x="560619" y="587672"/>
                </a:lnTo>
                <a:lnTo>
                  <a:pt x="580918" y="567585"/>
                </a:lnTo>
                <a:lnTo>
                  <a:pt x="203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6631685" y="3258820"/>
            <a:ext cx="628650" cy="618490"/>
          </a:xfrm>
          <a:custGeom>
            <a:avLst/>
            <a:gdLst/>
            <a:ahLst/>
            <a:cxnLst/>
            <a:rect l="l" t="t" r="r" b="b"/>
            <a:pathLst>
              <a:path w="628650" h="618489">
                <a:moveTo>
                  <a:pt x="30988" y="527684"/>
                </a:moveTo>
                <a:lnTo>
                  <a:pt x="0" y="618362"/>
                </a:lnTo>
                <a:lnTo>
                  <a:pt x="91186" y="588898"/>
                </a:lnTo>
                <a:lnTo>
                  <a:pt x="80944" y="578484"/>
                </a:lnTo>
                <a:lnTo>
                  <a:pt x="60960" y="578484"/>
                </a:lnTo>
                <a:lnTo>
                  <a:pt x="40894" y="558164"/>
                </a:lnTo>
                <a:lnTo>
                  <a:pt x="51093" y="548129"/>
                </a:lnTo>
                <a:lnTo>
                  <a:pt x="30988" y="527684"/>
                </a:lnTo>
                <a:close/>
              </a:path>
              <a:path w="628650" h="618489">
                <a:moveTo>
                  <a:pt x="51093" y="548129"/>
                </a:moveTo>
                <a:lnTo>
                  <a:pt x="40894" y="558164"/>
                </a:lnTo>
                <a:lnTo>
                  <a:pt x="60960" y="578484"/>
                </a:lnTo>
                <a:lnTo>
                  <a:pt x="71117" y="568491"/>
                </a:lnTo>
                <a:lnTo>
                  <a:pt x="51093" y="548129"/>
                </a:lnTo>
                <a:close/>
              </a:path>
              <a:path w="628650" h="618489">
                <a:moveTo>
                  <a:pt x="71117" y="568491"/>
                </a:moveTo>
                <a:lnTo>
                  <a:pt x="60960" y="578484"/>
                </a:lnTo>
                <a:lnTo>
                  <a:pt x="80944" y="578484"/>
                </a:lnTo>
                <a:lnTo>
                  <a:pt x="71117" y="568491"/>
                </a:lnTo>
                <a:close/>
              </a:path>
              <a:path w="628650" h="618489">
                <a:moveTo>
                  <a:pt x="608203" y="0"/>
                </a:moveTo>
                <a:lnTo>
                  <a:pt x="51093" y="548129"/>
                </a:lnTo>
                <a:lnTo>
                  <a:pt x="71117" y="568491"/>
                </a:lnTo>
                <a:lnTo>
                  <a:pt x="628269" y="20319"/>
                </a:lnTo>
                <a:lnTo>
                  <a:pt x="60820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9876281" y="3258820"/>
            <a:ext cx="628650" cy="618490"/>
          </a:xfrm>
          <a:custGeom>
            <a:avLst/>
            <a:gdLst/>
            <a:ahLst/>
            <a:cxnLst/>
            <a:rect l="l" t="t" r="r" b="b"/>
            <a:pathLst>
              <a:path w="628650" h="618489">
                <a:moveTo>
                  <a:pt x="30988" y="527684"/>
                </a:moveTo>
                <a:lnTo>
                  <a:pt x="0" y="618362"/>
                </a:lnTo>
                <a:lnTo>
                  <a:pt x="91186" y="588898"/>
                </a:lnTo>
                <a:lnTo>
                  <a:pt x="80944" y="578484"/>
                </a:lnTo>
                <a:lnTo>
                  <a:pt x="60960" y="578484"/>
                </a:lnTo>
                <a:lnTo>
                  <a:pt x="40894" y="558164"/>
                </a:lnTo>
                <a:lnTo>
                  <a:pt x="51093" y="548129"/>
                </a:lnTo>
                <a:lnTo>
                  <a:pt x="30988" y="527684"/>
                </a:lnTo>
                <a:close/>
              </a:path>
              <a:path w="628650" h="618489">
                <a:moveTo>
                  <a:pt x="51093" y="548129"/>
                </a:moveTo>
                <a:lnTo>
                  <a:pt x="40894" y="558164"/>
                </a:lnTo>
                <a:lnTo>
                  <a:pt x="60960" y="578484"/>
                </a:lnTo>
                <a:lnTo>
                  <a:pt x="71117" y="568491"/>
                </a:lnTo>
                <a:lnTo>
                  <a:pt x="51093" y="548129"/>
                </a:lnTo>
                <a:close/>
              </a:path>
              <a:path w="628650" h="618489">
                <a:moveTo>
                  <a:pt x="71117" y="568491"/>
                </a:moveTo>
                <a:lnTo>
                  <a:pt x="60960" y="578484"/>
                </a:lnTo>
                <a:lnTo>
                  <a:pt x="80944" y="578484"/>
                </a:lnTo>
                <a:lnTo>
                  <a:pt x="71117" y="568491"/>
                </a:lnTo>
                <a:close/>
              </a:path>
              <a:path w="628650" h="618489">
                <a:moveTo>
                  <a:pt x="608202" y="0"/>
                </a:moveTo>
                <a:lnTo>
                  <a:pt x="51093" y="548129"/>
                </a:lnTo>
                <a:lnTo>
                  <a:pt x="71117" y="568491"/>
                </a:lnTo>
                <a:lnTo>
                  <a:pt x="628269" y="20319"/>
                </a:lnTo>
                <a:lnTo>
                  <a:pt x="60820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092190" y="4567935"/>
            <a:ext cx="970915" cy="643890"/>
          </a:xfrm>
          <a:custGeom>
            <a:avLst/>
            <a:gdLst/>
            <a:ahLst/>
            <a:cxnLst/>
            <a:rect l="l" t="t" r="r" b="b"/>
            <a:pathLst>
              <a:path w="970915" h="643889">
                <a:moveTo>
                  <a:pt x="489458" y="17272"/>
                </a:moveTo>
                <a:lnTo>
                  <a:pt x="466598" y="0"/>
                </a:lnTo>
                <a:lnTo>
                  <a:pt x="40195" y="565950"/>
                </a:lnTo>
                <a:lnTo>
                  <a:pt x="17399" y="548767"/>
                </a:lnTo>
                <a:lnTo>
                  <a:pt x="0" y="643001"/>
                </a:lnTo>
                <a:lnTo>
                  <a:pt x="85852" y="600329"/>
                </a:lnTo>
                <a:lnTo>
                  <a:pt x="78257" y="594614"/>
                </a:lnTo>
                <a:lnTo>
                  <a:pt x="63004" y="583133"/>
                </a:lnTo>
                <a:lnTo>
                  <a:pt x="489458" y="17272"/>
                </a:lnTo>
                <a:close/>
              </a:path>
              <a:path w="970915" h="643889">
                <a:moveTo>
                  <a:pt x="970915" y="643509"/>
                </a:moveTo>
                <a:lnTo>
                  <a:pt x="963142" y="593598"/>
                </a:lnTo>
                <a:lnTo>
                  <a:pt x="956183" y="548894"/>
                </a:lnTo>
                <a:lnTo>
                  <a:pt x="932903" y="565442"/>
                </a:lnTo>
                <a:lnTo>
                  <a:pt x="531355" y="1143"/>
                </a:lnTo>
                <a:lnTo>
                  <a:pt x="508000" y="17653"/>
                </a:lnTo>
                <a:lnTo>
                  <a:pt x="909662" y="581964"/>
                </a:lnTo>
                <a:lnTo>
                  <a:pt x="886333" y="598551"/>
                </a:lnTo>
                <a:lnTo>
                  <a:pt x="970915" y="6435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9304020" y="4542535"/>
            <a:ext cx="1000125" cy="669290"/>
          </a:xfrm>
          <a:custGeom>
            <a:avLst/>
            <a:gdLst/>
            <a:ahLst/>
            <a:cxnLst/>
            <a:rect l="l" t="t" r="r" b="b"/>
            <a:pathLst>
              <a:path w="1000125" h="669289">
                <a:moveTo>
                  <a:pt x="536829" y="17780"/>
                </a:moveTo>
                <a:lnTo>
                  <a:pt x="514477" y="0"/>
                </a:lnTo>
                <a:lnTo>
                  <a:pt x="42164" y="592975"/>
                </a:lnTo>
                <a:lnTo>
                  <a:pt x="19812" y="575183"/>
                </a:lnTo>
                <a:lnTo>
                  <a:pt x="0" y="669048"/>
                </a:lnTo>
                <a:lnTo>
                  <a:pt x="86995" y="628650"/>
                </a:lnTo>
                <a:lnTo>
                  <a:pt x="78689" y="622046"/>
                </a:lnTo>
                <a:lnTo>
                  <a:pt x="64566" y="610819"/>
                </a:lnTo>
                <a:lnTo>
                  <a:pt x="536829" y="17780"/>
                </a:lnTo>
                <a:close/>
              </a:path>
              <a:path w="1000125" h="669289">
                <a:moveTo>
                  <a:pt x="999744" y="668782"/>
                </a:moveTo>
                <a:lnTo>
                  <a:pt x="992327" y="618490"/>
                </a:lnTo>
                <a:lnTo>
                  <a:pt x="985774" y="574040"/>
                </a:lnTo>
                <a:lnTo>
                  <a:pt x="962355" y="590435"/>
                </a:lnTo>
                <a:lnTo>
                  <a:pt x="575564" y="37338"/>
                </a:lnTo>
                <a:lnTo>
                  <a:pt x="552196" y="53594"/>
                </a:lnTo>
                <a:lnTo>
                  <a:pt x="938974" y="606793"/>
                </a:lnTo>
                <a:lnTo>
                  <a:pt x="915543" y="623189"/>
                </a:lnTo>
                <a:lnTo>
                  <a:pt x="999744" y="6687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152765" y="3223132"/>
            <a:ext cx="85725" cy="1988185"/>
          </a:xfrm>
          <a:custGeom>
            <a:avLst/>
            <a:gdLst/>
            <a:ahLst/>
            <a:cxnLst/>
            <a:rect l="l" t="t" r="r" b="b"/>
            <a:pathLst>
              <a:path w="85725" h="1988185">
                <a:moveTo>
                  <a:pt x="0" y="1902205"/>
                </a:moveTo>
                <a:lnTo>
                  <a:pt x="42544" y="1988184"/>
                </a:lnTo>
                <a:lnTo>
                  <a:pt x="78549" y="1916810"/>
                </a:lnTo>
                <a:lnTo>
                  <a:pt x="57150" y="1916810"/>
                </a:lnTo>
                <a:lnTo>
                  <a:pt x="28575" y="1916683"/>
                </a:lnTo>
                <a:lnTo>
                  <a:pt x="28638" y="1902333"/>
                </a:lnTo>
                <a:lnTo>
                  <a:pt x="0" y="1902205"/>
                </a:lnTo>
                <a:close/>
              </a:path>
              <a:path w="85725" h="1988185">
                <a:moveTo>
                  <a:pt x="28638" y="1902333"/>
                </a:moveTo>
                <a:lnTo>
                  <a:pt x="28575" y="1916683"/>
                </a:lnTo>
                <a:lnTo>
                  <a:pt x="57150" y="1916810"/>
                </a:lnTo>
                <a:lnTo>
                  <a:pt x="57213" y="1902460"/>
                </a:lnTo>
                <a:lnTo>
                  <a:pt x="28638" y="1902333"/>
                </a:lnTo>
                <a:close/>
              </a:path>
              <a:path w="85725" h="1988185">
                <a:moveTo>
                  <a:pt x="57213" y="1902460"/>
                </a:moveTo>
                <a:lnTo>
                  <a:pt x="57150" y="1916810"/>
                </a:lnTo>
                <a:lnTo>
                  <a:pt x="78549" y="1916810"/>
                </a:lnTo>
                <a:lnTo>
                  <a:pt x="85725" y="1902586"/>
                </a:lnTo>
                <a:lnTo>
                  <a:pt x="57213" y="1902460"/>
                </a:lnTo>
                <a:close/>
              </a:path>
              <a:path w="85725" h="1988185">
                <a:moveTo>
                  <a:pt x="37083" y="0"/>
                </a:moveTo>
                <a:lnTo>
                  <a:pt x="28638" y="1902333"/>
                </a:lnTo>
                <a:lnTo>
                  <a:pt x="57213" y="1902460"/>
                </a:lnTo>
                <a:lnTo>
                  <a:pt x="65658" y="126"/>
                </a:lnTo>
                <a:lnTo>
                  <a:pt x="3708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1388217" y="3223260"/>
            <a:ext cx="85725" cy="1988185"/>
          </a:xfrm>
          <a:custGeom>
            <a:avLst/>
            <a:gdLst/>
            <a:ahLst/>
            <a:cxnLst/>
            <a:rect l="l" t="t" r="r" b="b"/>
            <a:pathLst>
              <a:path w="85725" h="1988185">
                <a:moveTo>
                  <a:pt x="0" y="1902206"/>
                </a:moveTo>
                <a:lnTo>
                  <a:pt x="42544" y="1988058"/>
                </a:lnTo>
                <a:lnTo>
                  <a:pt x="78549" y="1916683"/>
                </a:lnTo>
                <a:lnTo>
                  <a:pt x="57023" y="1916683"/>
                </a:lnTo>
                <a:lnTo>
                  <a:pt x="28448" y="1916557"/>
                </a:lnTo>
                <a:lnTo>
                  <a:pt x="28492" y="1902290"/>
                </a:lnTo>
                <a:lnTo>
                  <a:pt x="0" y="1902206"/>
                </a:lnTo>
                <a:close/>
              </a:path>
              <a:path w="85725" h="1988185">
                <a:moveTo>
                  <a:pt x="28492" y="1902290"/>
                </a:moveTo>
                <a:lnTo>
                  <a:pt x="28448" y="1916557"/>
                </a:lnTo>
                <a:lnTo>
                  <a:pt x="57023" y="1916683"/>
                </a:lnTo>
                <a:lnTo>
                  <a:pt x="57067" y="1902375"/>
                </a:lnTo>
                <a:lnTo>
                  <a:pt x="28492" y="1902290"/>
                </a:lnTo>
                <a:close/>
              </a:path>
              <a:path w="85725" h="1988185">
                <a:moveTo>
                  <a:pt x="57067" y="1902375"/>
                </a:moveTo>
                <a:lnTo>
                  <a:pt x="57023" y="1916683"/>
                </a:lnTo>
                <a:lnTo>
                  <a:pt x="78549" y="1916683"/>
                </a:lnTo>
                <a:lnTo>
                  <a:pt x="85725" y="1902459"/>
                </a:lnTo>
                <a:lnTo>
                  <a:pt x="57067" y="1902375"/>
                </a:lnTo>
                <a:close/>
              </a:path>
              <a:path w="85725" h="1988185">
                <a:moveTo>
                  <a:pt x="62991" y="0"/>
                </a:moveTo>
                <a:lnTo>
                  <a:pt x="34416" y="0"/>
                </a:lnTo>
                <a:lnTo>
                  <a:pt x="28492" y="1902290"/>
                </a:lnTo>
                <a:lnTo>
                  <a:pt x="57067" y="1902375"/>
                </a:lnTo>
                <a:lnTo>
                  <a:pt x="6299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 txBox="1"/>
          <p:nvPr/>
        </p:nvSpPr>
        <p:spPr>
          <a:xfrm>
            <a:off x="7917180" y="5238750"/>
            <a:ext cx="646430" cy="646430"/>
          </a:xfrm>
          <a:prstGeom prst="rect">
            <a:avLst/>
          </a:prstGeom>
          <a:ln w="28575">
            <a:solidFill>
              <a:srgbClr val="000000"/>
            </a:solidFill>
          </a:ln>
        </p:spPr>
        <p:txBody>
          <a:bodyPr vert="horz" wrap="square" lIns="0" tIns="113665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895"/>
              </a:spcBef>
            </a:pPr>
            <a:r>
              <a:rPr sz="2600" b="1" spc="-5">
                <a:latin typeface="Times New Roman"/>
                <a:cs typeface="Times New Roman"/>
              </a:rPr>
              <a:t>4</a:t>
            </a:r>
            <a:endParaRPr sz="2600">
              <a:latin typeface="Times New Roman"/>
              <a:cs typeface="Times New Roman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11152631" y="5238750"/>
            <a:ext cx="646430" cy="646430"/>
          </a:xfrm>
          <a:prstGeom prst="rect">
            <a:avLst/>
          </a:prstGeom>
          <a:ln w="28575">
            <a:solidFill>
              <a:srgbClr val="000000"/>
            </a:solidFill>
          </a:ln>
        </p:spPr>
        <p:txBody>
          <a:bodyPr vert="horz" wrap="square" lIns="0" tIns="113665" rIns="0" bIns="0" rtlCol="0">
            <a:spAutoFit/>
          </a:bodyPr>
          <a:lstStyle/>
          <a:p>
            <a:pPr marL="635" algn="ctr">
              <a:lnSpc>
                <a:spcPct val="100000"/>
              </a:lnSpc>
              <a:spcBef>
                <a:spcPts val="895"/>
              </a:spcBef>
            </a:pPr>
            <a:r>
              <a:rPr sz="2600" b="1" spc="-5">
                <a:latin typeface="Times New Roman"/>
                <a:cs typeface="Times New Roman"/>
              </a:rPr>
              <a:t>8</a:t>
            </a:r>
            <a:endParaRPr sz="2600">
              <a:latin typeface="Times New Roman"/>
              <a:cs typeface="Times New Roman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5814821" y="5238750"/>
            <a:ext cx="646430" cy="646430"/>
          </a:xfrm>
          <a:prstGeom prst="rect">
            <a:avLst/>
          </a:prstGeom>
          <a:ln w="28575">
            <a:solidFill>
              <a:srgbClr val="000000"/>
            </a:solidFill>
          </a:ln>
        </p:spPr>
        <p:txBody>
          <a:bodyPr vert="horz" wrap="square" lIns="0" tIns="113665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895"/>
              </a:spcBef>
            </a:pPr>
            <a:r>
              <a:rPr sz="2600" b="1" spc="-5">
                <a:latin typeface="Times New Roman"/>
                <a:cs typeface="Times New Roman"/>
              </a:rPr>
              <a:t>1</a:t>
            </a:r>
            <a:endParaRPr sz="2600">
              <a:latin typeface="Times New Roman"/>
              <a:cs typeface="Times New Roman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6610350" y="5238750"/>
            <a:ext cx="646430" cy="646430"/>
          </a:xfrm>
          <a:prstGeom prst="rect">
            <a:avLst/>
          </a:prstGeom>
          <a:ln w="28575">
            <a:solidFill>
              <a:srgbClr val="000000"/>
            </a:solidFill>
          </a:ln>
        </p:spPr>
        <p:txBody>
          <a:bodyPr vert="horz" wrap="square" lIns="0" tIns="113665" rIns="0" bIns="0" rtlCol="0">
            <a:spAutoFit/>
          </a:bodyPr>
          <a:lstStyle/>
          <a:p>
            <a:pPr marL="185420">
              <a:lnSpc>
                <a:spcPct val="100000"/>
              </a:lnSpc>
              <a:spcBef>
                <a:spcPts val="895"/>
              </a:spcBef>
            </a:pPr>
            <a:r>
              <a:rPr sz="2600" b="1" spc="-20">
                <a:latin typeface="Times New Roman"/>
                <a:cs typeface="Times New Roman"/>
              </a:rPr>
              <a:t>-</a:t>
            </a:r>
            <a:r>
              <a:rPr sz="2600" b="1" spc="-50">
                <a:latin typeface="Times New Roman"/>
                <a:cs typeface="Times New Roman"/>
              </a:rPr>
              <a:t>2</a:t>
            </a:r>
            <a:endParaRPr sz="2600">
              <a:latin typeface="Times New Roman"/>
              <a:cs typeface="Times New Roman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9025890" y="5238750"/>
            <a:ext cx="646430" cy="646430"/>
          </a:xfrm>
          <a:prstGeom prst="rect">
            <a:avLst/>
          </a:prstGeom>
          <a:ln w="28575">
            <a:solidFill>
              <a:srgbClr val="000000"/>
            </a:solidFill>
          </a:ln>
        </p:spPr>
        <p:txBody>
          <a:bodyPr vert="horz" wrap="square" lIns="0" tIns="113665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895"/>
              </a:spcBef>
            </a:pPr>
            <a:r>
              <a:rPr sz="2600" b="1" spc="-5">
                <a:latin typeface="Times New Roman"/>
                <a:cs typeface="Times New Roman"/>
              </a:rPr>
              <a:t>5</a:t>
            </a:r>
            <a:endParaRPr sz="2600">
              <a:latin typeface="Times New Roman"/>
              <a:cs typeface="Times New Roman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9821418" y="5246370"/>
            <a:ext cx="646430" cy="646430"/>
          </a:xfrm>
          <a:prstGeom prst="rect">
            <a:avLst/>
          </a:prstGeom>
          <a:ln w="28575">
            <a:solidFill>
              <a:srgbClr val="000000"/>
            </a:solidFill>
          </a:ln>
        </p:spPr>
        <p:txBody>
          <a:bodyPr vert="horz" wrap="square" lIns="0" tIns="113665" rIns="0" bIns="0" rtlCol="0">
            <a:spAutoFit/>
          </a:bodyPr>
          <a:lstStyle/>
          <a:p>
            <a:pPr marL="185420">
              <a:lnSpc>
                <a:spcPct val="100000"/>
              </a:lnSpc>
              <a:spcBef>
                <a:spcPts val="895"/>
              </a:spcBef>
            </a:pPr>
            <a:r>
              <a:rPr sz="2600" b="1" spc="-20">
                <a:latin typeface="Times New Roman"/>
                <a:cs typeface="Times New Roman"/>
              </a:rPr>
              <a:t>-</a:t>
            </a:r>
            <a:r>
              <a:rPr sz="2600" b="1" spc="-50">
                <a:latin typeface="Times New Roman"/>
                <a:cs typeface="Times New Roman"/>
              </a:rPr>
              <a:t>2</a:t>
            </a:r>
            <a:endParaRPr sz="2600">
              <a:latin typeface="Times New Roman"/>
              <a:cs typeface="Times New Roman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6916928" y="6208267"/>
            <a:ext cx="4086860" cy="5130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200" spc="-40">
                <a:latin typeface="PMingLiU"/>
                <a:cs typeface="PMingLiU"/>
              </a:rPr>
              <a:t>分而治之：独立子问</a:t>
            </a:r>
            <a:r>
              <a:rPr sz="3200" spc="-50">
                <a:latin typeface="PMingLiU"/>
                <a:cs typeface="PMingLiU"/>
              </a:rPr>
              <a:t>题</a:t>
            </a:r>
            <a:endParaRPr sz="3200">
              <a:latin typeface="PMingLiU"/>
              <a:cs typeface="PMingLiU"/>
            </a:endParaRPr>
          </a:p>
        </p:txBody>
      </p:sp>
    </p:spTree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768727" y="1241742"/>
            <a:ext cx="6417310" cy="3957493"/>
          </a:xfrm>
          <a:prstGeom prst="rect">
            <a:avLst/>
          </a:prstGeom>
        </p:spPr>
        <p:txBody>
          <a:bodyPr vert="horz" wrap="square" lIns="0" tIns="104139" rIns="0" bIns="0" rtlCol="0">
            <a:spAutoFit/>
          </a:bodyPr>
          <a:lstStyle/>
          <a:p>
            <a:pPr marL="355600" indent="-342900">
              <a:lnSpc>
                <a:spcPct val="100000"/>
              </a:lnSpc>
              <a:spcBef>
                <a:spcPts val="819"/>
              </a:spcBef>
              <a:buClr>
                <a:srgbClr val="8092F0"/>
              </a:buClr>
              <a:buSzPct val="69642"/>
              <a:buFont typeface="Wingdings"/>
              <a:buChar char=""/>
              <a:tabLst>
                <a:tab pos="354965" algn="l"/>
                <a:tab pos="355600" algn="l"/>
              </a:tabLst>
            </a:pPr>
            <a:r>
              <a:rPr sz="2800" spc="-5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如何设计一个动态规划算法？</a:t>
            </a:r>
            <a:r>
              <a:rPr sz="2800" spc="-15" dirty="0" err="1">
                <a:solidFill>
                  <a:srgbClr val="FF0000"/>
                </a:solidFill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四个步骤</a:t>
            </a:r>
            <a:endParaRPr sz="28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  <a:p>
            <a:pPr marL="704215" lvl="1" indent="-347980">
              <a:lnSpc>
                <a:spcPct val="100000"/>
              </a:lnSpc>
              <a:spcBef>
                <a:spcPts val="615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704215" algn="l"/>
                <a:tab pos="704850" algn="l"/>
              </a:tabLst>
            </a:pPr>
            <a:r>
              <a:rPr sz="2400" spc="-10" dirty="0" err="1">
                <a:solidFill>
                  <a:srgbClr val="FF0000"/>
                </a:solidFill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问题结构分析</a:t>
            </a:r>
            <a:endParaRPr sz="24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  <a:p>
            <a:pPr marL="1000125" lvl="2" indent="-295275">
              <a:lnSpc>
                <a:spcPct val="100000"/>
              </a:lnSpc>
              <a:spcBef>
                <a:spcPts val="550"/>
              </a:spcBef>
              <a:buClr>
                <a:srgbClr val="EB91D7"/>
              </a:buClr>
              <a:buSzPct val="70454"/>
              <a:buFont typeface="Times New Roman"/>
              <a:buChar char="o"/>
              <a:tabLst>
                <a:tab pos="1000125" algn="l"/>
                <a:tab pos="1000760" algn="l"/>
              </a:tabLst>
            </a:pPr>
            <a:r>
              <a:rPr sz="2200" spc="-5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给出问题表示，明确原始问题</a:t>
            </a:r>
            <a:endParaRPr sz="22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  <a:p>
            <a:pPr marL="704215" lvl="1" indent="-347980">
              <a:lnSpc>
                <a:spcPct val="100000"/>
              </a:lnSpc>
              <a:spcBef>
                <a:spcPts val="555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704215" algn="l"/>
                <a:tab pos="704850" algn="l"/>
              </a:tabLst>
            </a:pPr>
            <a:r>
              <a:rPr sz="2400" spc="-10" dirty="0" err="1">
                <a:solidFill>
                  <a:srgbClr val="FF0000"/>
                </a:solidFill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递推关系建立</a:t>
            </a:r>
            <a:endParaRPr sz="24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  <a:p>
            <a:pPr marL="1000125" lvl="2" indent="-295275">
              <a:lnSpc>
                <a:spcPct val="100000"/>
              </a:lnSpc>
              <a:spcBef>
                <a:spcPts val="545"/>
              </a:spcBef>
              <a:buClr>
                <a:srgbClr val="EB91D7"/>
              </a:buClr>
              <a:buSzPct val="70454"/>
              <a:buFont typeface="Times New Roman"/>
              <a:buChar char="o"/>
              <a:tabLst>
                <a:tab pos="1000125" algn="l"/>
                <a:tab pos="1000760" algn="l"/>
              </a:tabLst>
            </a:pPr>
            <a:r>
              <a:rPr sz="2200" spc="-5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分析最优结构，</a:t>
            </a:r>
            <a:r>
              <a:rPr sz="2200" b="1" spc="-5" dirty="0" err="1">
                <a:solidFill>
                  <a:srgbClr val="7030A0"/>
                </a:solidFill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构造递推公式</a:t>
            </a:r>
            <a:endParaRPr sz="2200" b="1" dirty="0">
              <a:solidFill>
                <a:srgbClr val="7030A0"/>
              </a:solidFill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  <a:p>
            <a:pPr marL="704215" lvl="1" indent="-347980">
              <a:lnSpc>
                <a:spcPct val="100000"/>
              </a:lnSpc>
              <a:spcBef>
                <a:spcPts val="560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704215" algn="l"/>
                <a:tab pos="704850" algn="l"/>
              </a:tabLst>
            </a:pPr>
            <a:r>
              <a:rPr sz="2400" spc="-10" dirty="0" err="1">
                <a:solidFill>
                  <a:srgbClr val="FF0000"/>
                </a:solidFill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自底向上计算</a:t>
            </a:r>
            <a:endParaRPr sz="24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  <a:p>
            <a:pPr marL="1000125" lvl="2" indent="-295275">
              <a:lnSpc>
                <a:spcPct val="100000"/>
              </a:lnSpc>
              <a:spcBef>
                <a:spcPts val="550"/>
              </a:spcBef>
              <a:buClr>
                <a:srgbClr val="EB91D7"/>
              </a:buClr>
              <a:buSzPct val="70454"/>
              <a:buFont typeface="Times New Roman"/>
              <a:buChar char="o"/>
              <a:tabLst>
                <a:tab pos="1000125" algn="l"/>
                <a:tab pos="1000760" algn="l"/>
              </a:tabLst>
            </a:pPr>
            <a:r>
              <a:rPr sz="2200" spc="-5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确定计算顺序，依次求解问题</a:t>
            </a:r>
            <a:endParaRPr sz="22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  <a:p>
            <a:pPr marL="704215" lvl="1" indent="-347980">
              <a:lnSpc>
                <a:spcPct val="100000"/>
              </a:lnSpc>
              <a:spcBef>
                <a:spcPts val="555"/>
              </a:spcBef>
              <a:buClr>
                <a:srgbClr val="DAB6FB"/>
              </a:buClr>
              <a:buSzPct val="68750"/>
              <a:buFont typeface="Wingdings"/>
              <a:buChar char=""/>
              <a:tabLst>
                <a:tab pos="704215" algn="l"/>
                <a:tab pos="704850" algn="l"/>
              </a:tabLst>
            </a:pPr>
            <a:r>
              <a:rPr sz="2400" spc="-10" dirty="0" err="1">
                <a:solidFill>
                  <a:srgbClr val="FF0000"/>
                </a:solidFill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最优方案追踪</a:t>
            </a:r>
            <a:endParaRPr sz="24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  <a:p>
            <a:pPr marL="1000125" lvl="2" indent="-295275">
              <a:lnSpc>
                <a:spcPct val="100000"/>
              </a:lnSpc>
              <a:spcBef>
                <a:spcPts val="545"/>
              </a:spcBef>
              <a:buClr>
                <a:srgbClr val="EB91D7"/>
              </a:buClr>
              <a:buSzPct val="70454"/>
              <a:buFont typeface="Times New Roman"/>
              <a:buChar char="o"/>
              <a:tabLst>
                <a:tab pos="1000125" algn="l"/>
                <a:tab pos="1000760" algn="l"/>
              </a:tabLst>
            </a:pPr>
            <a:r>
              <a:rPr sz="2200" spc="-5" dirty="0" err="1">
                <a:latin typeface="SimSun" panose="02010600030101010101" pitchFamily="2" charset="-122"/>
                <a:ea typeface="SimSun" panose="02010600030101010101" pitchFamily="2" charset="-122"/>
                <a:cs typeface="PMingLiU"/>
              </a:rPr>
              <a:t>记录决策过程，输出最优方案</a:t>
            </a:r>
            <a:endParaRPr sz="2200" dirty="0">
              <a:latin typeface="SimSun" panose="02010600030101010101" pitchFamily="2" charset="-122"/>
              <a:ea typeface="SimSun" panose="02010600030101010101" pitchFamily="2" charset="-122"/>
              <a:cs typeface="PMingLiU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289969" y="168852"/>
            <a:ext cx="3945221" cy="689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40" dirty="0" err="1">
                <a:latin typeface="SimSun" panose="02010600030101010101" pitchFamily="2" charset="-122"/>
                <a:ea typeface="SimSun" panose="02010600030101010101" pitchFamily="2" charset="-122"/>
              </a:rPr>
              <a:t>动态规划小</a:t>
            </a:r>
            <a:r>
              <a:rPr spc="-50" dirty="0" err="1">
                <a:latin typeface="SimSun" panose="02010600030101010101" pitchFamily="2" charset="-122"/>
                <a:ea typeface="SimSun" panose="02010600030101010101" pitchFamily="2" charset="-122"/>
              </a:rPr>
              <a:t>结</a:t>
            </a:r>
            <a:endParaRPr spc="-50" dirty="0">
              <a:latin typeface="SimSun" panose="02010600030101010101" pitchFamily="2" charset="-122"/>
              <a:ea typeface="SimSun" panose="02010600030101010101" pitchFamily="2" charset="-122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9116948" y="1018413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8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8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1" y="876426"/>
                </a:lnTo>
                <a:lnTo>
                  <a:pt x="1856231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9346438" y="1314449"/>
            <a:ext cx="1397000" cy="3003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20">
                <a:solidFill>
                  <a:srgbClr val="FFFFFF"/>
                </a:solidFill>
                <a:latin typeface="PMingLiU"/>
                <a:cs typeface="PMingLiU"/>
              </a:rPr>
              <a:t>问题结构分析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9825228" y="2052827"/>
            <a:ext cx="439420" cy="367030"/>
          </a:xfrm>
          <a:custGeom>
            <a:avLst/>
            <a:gdLst/>
            <a:ahLst/>
            <a:cxnLst/>
            <a:rect l="l" t="t" r="r" b="b"/>
            <a:pathLst>
              <a:path w="439420" h="367030">
                <a:moveTo>
                  <a:pt x="351154" y="0"/>
                </a:moveTo>
                <a:lnTo>
                  <a:pt x="87756" y="0"/>
                </a:lnTo>
                <a:lnTo>
                  <a:pt x="87756" y="183261"/>
                </a:lnTo>
                <a:lnTo>
                  <a:pt x="0" y="183261"/>
                </a:lnTo>
                <a:lnTo>
                  <a:pt x="219455" y="366522"/>
                </a:lnTo>
                <a:lnTo>
                  <a:pt x="438912" y="183261"/>
                </a:lnTo>
                <a:lnTo>
                  <a:pt x="351154" y="183261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9116948" y="2480691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8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8" y="973836"/>
                </a:lnTo>
                <a:lnTo>
                  <a:pt x="1758823" y="973836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1" y="876426"/>
                </a:lnTo>
                <a:lnTo>
                  <a:pt x="1856231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9346438" y="2776982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递推关系建立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9825228" y="3515105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9"/>
                </a:lnTo>
                <a:lnTo>
                  <a:pt x="0" y="182499"/>
                </a:lnTo>
                <a:lnTo>
                  <a:pt x="219455" y="364998"/>
                </a:lnTo>
                <a:lnTo>
                  <a:pt x="438912" y="182499"/>
                </a:lnTo>
                <a:lnTo>
                  <a:pt x="351154" y="182499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9116948" y="3941445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8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8"/>
                </a:lnTo>
                <a:lnTo>
                  <a:pt x="0" y="876426"/>
                </a:lnTo>
                <a:lnTo>
                  <a:pt x="7647" y="914364"/>
                </a:lnTo>
                <a:lnTo>
                  <a:pt x="28511" y="945324"/>
                </a:lnTo>
                <a:lnTo>
                  <a:pt x="59471" y="966188"/>
                </a:lnTo>
                <a:lnTo>
                  <a:pt x="97408" y="973835"/>
                </a:lnTo>
                <a:lnTo>
                  <a:pt x="1758823" y="973835"/>
                </a:lnTo>
                <a:lnTo>
                  <a:pt x="1796760" y="966188"/>
                </a:lnTo>
                <a:lnTo>
                  <a:pt x="1827720" y="945324"/>
                </a:lnTo>
                <a:lnTo>
                  <a:pt x="1848584" y="914364"/>
                </a:lnTo>
                <a:lnTo>
                  <a:pt x="1856231" y="876426"/>
                </a:lnTo>
                <a:lnTo>
                  <a:pt x="1856231" y="97408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 txBox="1"/>
          <p:nvPr/>
        </p:nvSpPr>
        <p:spPr>
          <a:xfrm>
            <a:off x="9346438" y="4237735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自底向上计算</a:t>
            </a:r>
            <a:endParaRPr sz="1800">
              <a:latin typeface="PMingLiU"/>
              <a:cs typeface="PMingLiU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9825228" y="4975859"/>
            <a:ext cx="439420" cy="365125"/>
          </a:xfrm>
          <a:custGeom>
            <a:avLst/>
            <a:gdLst/>
            <a:ahLst/>
            <a:cxnLst/>
            <a:rect l="l" t="t" r="r" b="b"/>
            <a:pathLst>
              <a:path w="439420" h="365125">
                <a:moveTo>
                  <a:pt x="351154" y="0"/>
                </a:moveTo>
                <a:lnTo>
                  <a:pt x="87756" y="0"/>
                </a:lnTo>
                <a:lnTo>
                  <a:pt x="87756" y="182498"/>
                </a:lnTo>
                <a:lnTo>
                  <a:pt x="0" y="182498"/>
                </a:lnTo>
                <a:lnTo>
                  <a:pt x="219455" y="364997"/>
                </a:lnTo>
                <a:lnTo>
                  <a:pt x="438912" y="182498"/>
                </a:lnTo>
                <a:lnTo>
                  <a:pt x="351154" y="182498"/>
                </a:lnTo>
                <a:lnTo>
                  <a:pt x="351154" y="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9116948" y="5402198"/>
            <a:ext cx="1856739" cy="974090"/>
          </a:xfrm>
          <a:custGeom>
            <a:avLst/>
            <a:gdLst/>
            <a:ahLst/>
            <a:cxnLst/>
            <a:rect l="l" t="t" r="r" b="b"/>
            <a:pathLst>
              <a:path w="1856739" h="974089">
                <a:moveTo>
                  <a:pt x="1758823" y="0"/>
                </a:moveTo>
                <a:lnTo>
                  <a:pt x="97408" y="0"/>
                </a:lnTo>
                <a:lnTo>
                  <a:pt x="59471" y="7647"/>
                </a:lnTo>
                <a:lnTo>
                  <a:pt x="28511" y="28511"/>
                </a:lnTo>
                <a:lnTo>
                  <a:pt x="7647" y="59471"/>
                </a:lnTo>
                <a:lnTo>
                  <a:pt x="0" y="97409"/>
                </a:lnTo>
                <a:lnTo>
                  <a:pt x="0" y="876452"/>
                </a:lnTo>
                <a:lnTo>
                  <a:pt x="7647" y="914358"/>
                </a:lnTo>
                <a:lnTo>
                  <a:pt x="28511" y="945313"/>
                </a:lnTo>
                <a:lnTo>
                  <a:pt x="59471" y="966183"/>
                </a:lnTo>
                <a:lnTo>
                  <a:pt x="97408" y="973835"/>
                </a:lnTo>
                <a:lnTo>
                  <a:pt x="1758823" y="973835"/>
                </a:lnTo>
                <a:lnTo>
                  <a:pt x="1796760" y="966183"/>
                </a:lnTo>
                <a:lnTo>
                  <a:pt x="1827720" y="945313"/>
                </a:lnTo>
                <a:lnTo>
                  <a:pt x="1848584" y="914358"/>
                </a:lnTo>
                <a:lnTo>
                  <a:pt x="1856231" y="876452"/>
                </a:lnTo>
                <a:lnTo>
                  <a:pt x="1856231" y="97409"/>
                </a:lnTo>
                <a:lnTo>
                  <a:pt x="1848584" y="59471"/>
                </a:lnTo>
                <a:lnTo>
                  <a:pt x="1827720" y="28511"/>
                </a:lnTo>
                <a:lnTo>
                  <a:pt x="1796760" y="7647"/>
                </a:lnTo>
                <a:lnTo>
                  <a:pt x="1758823" y="0"/>
                </a:lnTo>
                <a:close/>
              </a:path>
            </a:pathLst>
          </a:custGeom>
          <a:solidFill>
            <a:srgbClr val="00A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 txBox="1"/>
          <p:nvPr/>
        </p:nvSpPr>
        <p:spPr>
          <a:xfrm>
            <a:off x="9346438" y="5698744"/>
            <a:ext cx="13970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>
                <a:solidFill>
                  <a:srgbClr val="FFFFFF"/>
                </a:solidFill>
                <a:latin typeface="PMingLiU"/>
                <a:cs typeface="PMingLiU"/>
              </a:rPr>
              <a:t>最优方案追踪</a:t>
            </a:r>
            <a:endParaRPr sz="1800">
              <a:latin typeface="PMingLiU"/>
              <a:cs typeface="PMingLiU"/>
            </a:endParaRPr>
          </a:p>
        </p:txBody>
      </p:sp>
    </p:spTree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LIDE.ICON" val="#53131;#53131;#177509;#76194;#81515;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LIDE.ICON" val="#53131;#53131;#177509;#76194;#81515;"/>
</p:tagLst>
</file>

<file path=ppt/theme/theme1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等线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等线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21321</TotalTime>
  <Words>11476</Words>
  <Application>Microsoft Macintosh PowerPoint</Application>
  <PresentationFormat>宽屏</PresentationFormat>
  <Paragraphs>8429</Paragraphs>
  <Slides>143</Slides>
  <Notes>12</Notes>
  <HiddenSlides>0</HiddenSlides>
  <MMClips>0</MMClips>
  <ScaleCrop>false</ScaleCrop>
  <HeadingPairs>
    <vt:vector size="6" baseType="variant">
      <vt:variant>
        <vt:lpstr>已用的字体</vt:lpstr>
      </vt:variant>
      <vt:variant>
        <vt:i4>13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143</vt:i4>
      </vt:variant>
    </vt:vector>
  </HeadingPairs>
  <TitlesOfParts>
    <vt:vector size="157" baseType="lpstr">
      <vt:lpstr>等线</vt:lpstr>
      <vt:lpstr>等线 Light</vt:lpstr>
      <vt:lpstr>方正大标宋简体</vt:lpstr>
      <vt:lpstr>方正清刻本悦宋简体</vt:lpstr>
      <vt:lpstr>宋体</vt:lpstr>
      <vt:lpstr>宋体</vt:lpstr>
      <vt:lpstr>Microsoft JhengHei</vt:lpstr>
      <vt:lpstr>PMingLiU</vt:lpstr>
      <vt:lpstr>Times New Roman Regular</vt:lpstr>
      <vt:lpstr>Arial</vt:lpstr>
      <vt:lpstr>Cambria Math</vt:lpstr>
      <vt:lpstr>Times New Roman</vt:lpstr>
      <vt:lpstr>Wingdings</vt:lpstr>
      <vt:lpstr>Office 主题​​</vt:lpstr>
      <vt:lpstr>算法设计与分析</vt:lpstr>
      <vt:lpstr>PowerPoint 演示文稿</vt:lpstr>
      <vt:lpstr>PowerPoint 演示文稿</vt:lpstr>
      <vt:lpstr>问题背景</vt:lpstr>
      <vt:lpstr>直观策略</vt:lpstr>
      <vt:lpstr>直观策略</vt:lpstr>
      <vt:lpstr>直观策略</vt:lpstr>
      <vt:lpstr>直观策略</vt:lpstr>
      <vt:lpstr>直观策略</vt:lpstr>
      <vt:lpstr>直观策略</vt:lpstr>
      <vt:lpstr>直观策略</vt:lpstr>
      <vt:lpstr>直观策略</vt:lpstr>
      <vt:lpstr>直观策略</vt:lpstr>
      <vt:lpstr>直观策略</vt:lpstr>
      <vt:lpstr>直观策略</vt:lpstr>
      <vt:lpstr>直观策略</vt:lpstr>
      <vt:lpstr>直观策略</vt:lpstr>
      <vt:lpstr>直观策略</vt:lpstr>
      <vt:lpstr>直观策略</vt:lpstr>
      <vt:lpstr>直观策略</vt:lpstr>
      <vt:lpstr>直观策略</vt:lpstr>
      <vt:lpstr>直观策略</vt:lpstr>
      <vt:lpstr>直观策略</vt:lpstr>
      <vt:lpstr>直观策略</vt:lpstr>
      <vt:lpstr>直观策略</vt:lpstr>
      <vt:lpstr>直观策略</vt:lpstr>
      <vt:lpstr>算法设计与分析</vt:lpstr>
      <vt:lpstr>直观策略</vt:lpstr>
      <vt:lpstr>蛮力枚举-枚举所有商品组合</vt:lpstr>
      <vt:lpstr>蛮力枚举-枚举所有商品组合</vt:lpstr>
      <vt:lpstr>蛮力枚举-枚举所有商品组合</vt:lpstr>
      <vt:lpstr>蛮力枚举-枚举所有商品组合</vt:lpstr>
      <vt:lpstr>蛮力枚举-枚举所有商品组合</vt:lpstr>
      <vt:lpstr>蛮力枚举-枚举所有商品组合</vt:lpstr>
      <vt:lpstr>蛮力枚举-枚举所有商品组合</vt:lpstr>
      <vt:lpstr>蛮力枚举-枚举所有商品组合</vt:lpstr>
      <vt:lpstr>蛮力枚举-枚举所有商品组合</vt:lpstr>
      <vt:lpstr>蛮力枚举</vt:lpstr>
      <vt:lpstr>蛮力枚举-伪代码</vt:lpstr>
      <vt:lpstr>蛮力枚举-伪代码</vt:lpstr>
      <vt:lpstr>蛮力枚举-伪代码</vt:lpstr>
      <vt:lpstr>蛮力枚举-伪代码</vt:lpstr>
      <vt:lpstr>蛮力枚举-复杂度</vt:lpstr>
      <vt:lpstr>从蛮力枚举到带备忘递归</vt:lpstr>
      <vt:lpstr>蛮力枚举-伪代码</vt:lpstr>
      <vt:lpstr>蛮力枚举-伪代码</vt:lpstr>
      <vt:lpstr>带备忘递归：伪代码</vt:lpstr>
      <vt:lpstr>带备忘递归：伪代码</vt:lpstr>
      <vt:lpstr>带备忘递归：伪代码</vt:lpstr>
      <vt:lpstr>带备忘递归：计算顺序</vt:lpstr>
      <vt:lpstr>带备忘递归：计算顺序</vt:lpstr>
      <vt:lpstr>递推计算</vt:lpstr>
      <vt:lpstr>递推计算</vt:lpstr>
      <vt:lpstr>递推计算</vt:lpstr>
      <vt:lpstr>算法实例</vt:lpstr>
      <vt:lpstr>算法实例</vt:lpstr>
      <vt:lpstr>算法实例</vt:lpstr>
      <vt:lpstr>算法实例</vt:lpstr>
      <vt:lpstr>算法实例</vt:lpstr>
      <vt:lpstr>算法实例</vt:lpstr>
      <vt:lpstr>算法实例</vt:lpstr>
      <vt:lpstr>算法实例</vt:lpstr>
      <vt:lpstr>算法实例</vt:lpstr>
      <vt:lpstr>算法实例</vt:lpstr>
      <vt:lpstr>算法实例</vt:lpstr>
      <vt:lpstr>算法实例</vt:lpstr>
      <vt:lpstr>算法实例</vt:lpstr>
      <vt:lpstr>算法实例</vt:lpstr>
      <vt:lpstr>算法实例</vt:lpstr>
      <vt:lpstr>算法实例</vt:lpstr>
      <vt:lpstr>算法实例</vt:lpstr>
      <vt:lpstr>算法实例</vt:lpstr>
      <vt:lpstr>算法实例</vt:lpstr>
      <vt:lpstr>算法实例</vt:lpstr>
      <vt:lpstr>算法实例</vt:lpstr>
      <vt:lpstr>算法实例</vt:lpstr>
      <vt:lpstr>算法实例</vt:lpstr>
      <vt:lpstr>算法实例</vt:lpstr>
      <vt:lpstr>算法实例</vt:lpstr>
      <vt:lpstr>算法实例</vt:lpstr>
      <vt:lpstr>算法实例</vt:lpstr>
      <vt:lpstr>算法实例</vt:lpstr>
      <vt:lpstr>算法实例</vt:lpstr>
      <vt:lpstr>算法实例</vt:lpstr>
      <vt:lpstr>算法实例</vt:lpstr>
      <vt:lpstr>算法实例</vt:lpstr>
      <vt:lpstr>算法实例</vt:lpstr>
      <vt:lpstr>算法实例</vt:lpstr>
      <vt:lpstr>算法实例</vt:lpstr>
      <vt:lpstr>算法实例</vt:lpstr>
      <vt:lpstr>算法实例</vt:lpstr>
      <vt:lpstr>算法实例</vt:lpstr>
      <vt:lpstr>算法实例</vt:lpstr>
      <vt:lpstr>算法实例</vt:lpstr>
      <vt:lpstr>算法实例</vt:lpstr>
      <vt:lpstr>算法实例</vt:lpstr>
      <vt:lpstr>算法实例</vt:lpstr>
      <vt:lpstr>算法实例</vt:lpstr>
      <vt:lpstr>算法实例</vt:lpstr>
      <vt:lpstr>算法实例</vt:lpstr>
      <vt:lpstr>算法实例</vt:lpstr>
      <vt:lpstr>算法实例</vt:lpstr>
      <vt:lpstr>算法实例</vt:lpstr>
      <vt:lpstr>算法实例</vt:lpstr>
      <vt:lpstr>算法实例</vt:lpstr>
      <vt:lpstr>算法实例</vt:lpstr>
      <vt:lpstr>算法实例</vt:lpstr>
      <vt:lpstr>算法实例</vt:lpstr>
      <vt:lpstr>算法实例</vt:lpstr>
      <vt:lpstr>最优解追踪</vt:lpstr>
      <vt:lpstr>最优解追踪</vt:lpstr>
      <vt:lpstr>算法实例</vt:lpstr>
      <vt:lpstr>算法实例</vt:lpstr>
      <vt:lpstr>算法实例</vt:lpstr>
      <vt:lpstr>算法实例</vt:lpstr>
      <vt:lpstr>算法实例</vt:lpstr>
      <vt:lpstr>算法实例</vt:lpstr>
      <vt:lpstr>算法实例</vt:lpstr>
      <vt:lpstr>算法实例</vt:lpstr>
      <vt:lpstr>算法实例</vt:lpstr>
      <vt:lpstr>算法实例</vt:lpstr>
      <vt:lpstr>递推计算：伪代码</vt:lpstr>
      <vt:lpstr>递推计算：伪代码</vt:lpstr>
      <vt:lpstr>递推计算：伪代码</vt:lpstr>
      <vt:lpstr>递推计算：伪代码</vt:lpstr>
      <vt:lpstr>递推计算：伪代码</vt:lpstr>
      <vt:lpstr>递推计算：伪代码</vt:lpstr>
      <vt:lpstr>递推计算：伪代码</vt:lpstr>
      <vt:lpstr>递推计算：伪代码</vt:lpstr>
      <vt:lpstr>递推计算：伪代码</vt:lpstr>
      <vt:lpstr>时间复杂度分析</vt:lpstr>
      <vt:lpstr>动态规划</vt:lpstr>
      <vt:lpstr>动态规划</vt:lpstr>
      <vt:lpstr>动态规划：一般步骤</vt:lpstr>
      <vt:lpstr>动态规划：一般步骤</vt:lpstr>
      <vt:lpstr>动态规划：一般步骤</vt:lpstr>
      <vt:lpstr>动态规划：一般步骤</vt:lpstr>
      <vt:lpstr>动态规划：一般步骤</vt:lpstr>
      <vt:lpstr>动态规划：一般步骤</vt:lpstr>
      <vt:lpstr>动态规划：一般步骤</vt:lpstr>
      <vt:lpstr>动态规划：一般步骤</vt:lpstr>
      <vt:lpstr>方法比较</vt:lpstr>
      <vt:lpstr>动态规划小结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演示文稿</dc:title>
  <dc:creator>赵 浩然</dc:creator>
  <cp:lastModifiedBy>赵 浩然</cp:lastModifiedBy>
  <cp:revision>868</cp:revision>
  <dcterms:created xsi:type="dcterms:W3CDTF">2022-08-31T02:13:47Z</dcterms:created>
  <dcterms:modified xsi:type="dcterms:W3CDTF">2023-05-22T00:54:52Z</dcterms:modified>
</cp:coreProperties>
</file>