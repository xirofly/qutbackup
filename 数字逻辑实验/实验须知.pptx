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301" r:id="rId4"/>
    <p:sldId id="302" r:id="rId5"/>
    <p:sldId id="303" r:id="rId6"/>
    <p:sldId id="304" r:id="rId7"/>
    <p:sldId id="305" r:id="rId8"/>
    <p:sldId id="306" r:id="rId9"/>
    <p:sldId id="307" r:id="rId10"/>
    <p:sldId id="308" r:id="rId11"/>
    <p:sldId id="309" r:id="rId12"/>
    <p:sldId id="310" r:id="rId13"/>
    <p:sldId id="311" r:id="rId14"/>
    <p:sldId id="312" r:id="rId15"/>
    <p:sldId id="313" r:id="rId16"/>
    <p:sldId id="314" r:id="rId17"/>
    <p:sldId id="315" r:id="rId18"/>
    <p:sldId id="316" r:id="rId19"/>
    <p:sldId id="317" r:id="rId20"/>
    <p:sldId id="318" r:id="rId21"/>
    <p:sldId id="319" r:id="rId22"/>
    <p:sldId id="320" r:id="rId23"/>
    <p:sldId id="321" r:id="rId24"/>
    <p:sldId id="322" r:id="rId25"/>
    <p:sldId id="323" r:id="rId26"/>
    <p:sldId id="324" r:id="rId27"/>
    <p:sldId id="325" r:id="rId28"/>
    <p:sldId id="326" r:id="rId29"/>
    <p:sldId id="327" r:id="rId30"/>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7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4" Type="http://schemas.openxmlformats.org/officeDocument/2006/relationships/tags" Target="tags/tag396.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7.wmf"/><Relationship Id="rId8" Type="http://schemas.openxmlformats.org/officeDocument/2006/relationships/image" Target="../media/image16.wmf"/><Relationship Id="rId7" Type="http://schemas.openxmlformats.org/officeDocument/2006/relationships/image" Target="../media/image15.wmf"/><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0" Type="http://schemas.openxmlformats.org/officeDocument/2006/relationships/image" Target="../media/image18.wmf"/><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image" Target="../media/image19.png"/></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4" Type="http://schemas.openxmlformats.org/officeDocument/2006/relationships/tags" Target="../tags/tag75.xml"/><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15.xml"/><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118.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24.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1" Type="http://schemas.openxmlformats.org/officeDocument/2006/relationships/tags" Target="../tags/tag143.xml"/><Relationship Id="rId10" Type="http://schemas.openxmlformats.org/officeDocument/2006/relationships/tags" Target="../tags/tag14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150.xml"/><Relationship Id="rId7" Type="http://schemas.openxmlformats.org/officeDocument/2006/relationships/tags" Target="../tags/tag149.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tags" Target="../tags/tag159.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tags" Target="../tags/tag16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80.xml"/><Relationship Id="rId8" Type="http://schemas.openxmlformats.org/officeDocument/2006/relationships/tags" Target="../tags/tag179.xml"/><Relationship Id="rId7" Type="http://schemas.openxmlformats.org/officeDocument/2006/relationships/tags" Target="../tags/tag178.xml"/><Relationship Id="rId6" Type="http://schemas.openxmlformats.org/officeDocument/2006/relationships/tags" Target="../tags/tag177.xml"/><Relationship Id="rId5" Type="http://schemas.openxmlformats.org/officeDocument/2006/relationships/tags" Target="../tags/tag176.xml"/><Relationship Id="rId4" Type="http://schemas.openxmlformats.org/officeDocument/2006/relationships/tags" Target="../tags/tag175.xml"/><Relationship Id="rId3" Type="http://schemas.openxmlformats.org/officeDocument/2006/relationships/tags" Target="../tags/tag174.xml"/><Relationship Id="rId2" Type="http://schemas.openxmlformats.org/officeDocument/2006/relationships/tags" Target="../tags/tag173.xml"/><Relationship Id="rId11" Type="http://schemas.openxmlformats.org/officeDocument/2006/relationships/tags" Target="../tags/tag182.xml"/><Relationship Id="rId10" Type="http://schemas.openxmlformats.org/officeDocument/2006/relationships/tags" Target="../tags/tag181.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90.xml"/><Relationship Id="rId8" Type="http://schemas.openxmlformats.org/officeDocument/2006/relationships/tags" Target="../tags/tag189.xml"/><Relationship Id="rId7" Type="http://schemas.openxmlformats.org/officeDocument/2006/relationships/tags" Target="../tags/tag188.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tags" Target="../tags/tag185.xml"/><Relationship Id="rId3" Type="http://schemas.openxmlformats.org/officeDocument/2006/relationships/tags" Target="../tags/tag184.xml"/><Relationship Id="rId2" Type="http://schemas.openxmlformats.org/officeDocument/2006/relationships/tags" Target="../tags/tag183.xml"/><Relationship Id="rId11" Type="http://schemas.openxmlformats.org/officeDocument/2006/relationships/tags" Target="../tags/tag192.xml"/><Relationship Id="rId10" Type="http://schemas.openxmlformats.org/officeDocument/2006/relationships/tags" Target="../tags/tag191.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200.xml"/><Relationship Id="rId8" Type="http://schemas.openxmlformats.org/officeDocument/2006/relationships/tags" Target="../tags/tag199.xml"/><Relationship Id="rId7" Type="http://schemas.openxmlformats.org/officeDocument/2006/relationships/tags" Target="../tags/tag198.xml"/><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tags" Target="../tags/tag193.xml"/><Relationship Id="rId13" Type="http://schemas.openxmlformats.org/officeDocument/2006/relationships/tags" Target="../tags/tag204.xml"/><Relationship Id="rId12" Type="http://schemas.openxmlformats.org/officeDocument/2006/relationships/tags" Target="../tags/tag203.xml"/><Relationship Id="rId11" Type="http://schemas.openxmlformats.org/officeDocument/2006/relationships/tags" Target="../tags/tag202.xml"/><Relationship Id="rId10" Type="http://schemas.openxmlformats.org/officeDocument/2006/relationships/tags" Target="../tags/tag201.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212.xml"/><Relationship Id="rId8" Type="http://schemas.openxmlformats.org/officeDocument/2006/relationships/tags" Target="../tags/tag211.xml"/><Relationship Id="rId7" Type="http://schemas.openxmlformats.org/officeDocument/2006/relationships/tags" Target="../tags/tag210.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3" Type="http://schemas.openxmlformats.org/officeDocument/2006/relationships/tags" Target="../tags/tag216.xml"/><Relationship Id="rId12" Type="http://schemas.openxmlformats.org/officeDocument/2006/relationships/tags" Target="../tags/tag215.xml"/><Relationship Id="rId11" Type="http://schemas.openxmlformats.org/officeDocument/2006/relationships/tags" Target="../tags/tag214.xml"/><Relationship Id="rId10" Type="http://schemas.openxmlformats.org/officeDocument/2006/relationships/tags" Target="../tags/tag213.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127311" y="5"/>
            <a:ext cx="12429370" cy="2108195"/>
            <a:chOff x="-127311" y="5"/>
            <a:chExt cx="12429370" cy="2108195"/>
          </a:xfrm>
        </p:grpSpPr>
        <p:sp>
          <p:nvSpPr>
            <p:cNvPr id="8" name="任意多边形: 形状 7"/>
            <p:cNvSpPr/>
            <p:nvPr>
              <p:custDataLst>
                <p:tags r:id="rId3"/>
              </p:custDataLst>
            </p:nvPr>
          </p:nvSpPr>
          <p:spPr>
            <a:xfrm rot="4971377">
              <a:off x="5633770" y="-4560088"/>
              <a:ext cx="907207" cy="12429370"/>
            </a:xfrm>
            <a:custGeom>
              <a:avLst/>
              <a:gdLst>
                <a:gd name="connsiteX0" fmla="*/ 0 w 1132861"/>
                <a:gd name="connsiteY0" fmla="*/ 0 h 12429370"/>
                <a:gd name="connsiteX1" fmla="*/ 421422 w 1132861"/>
                <a:gd name="connsiteY1" fmla="*/ 52817 h 12429370"/>
                <a:gd name="connsiteX2" fmla="*/ 1132861 w 1132861"/>
                <a:gd name="connsiteY2" fmla="*/ 12429370 h 12429370"/>
                <a:gd name="connsiteX3" fmla="*/ 0 w 1132861"/>
                <a:gd name="connsiteY3" fmla="*/ 12287388 h 12429370"/>
              </a:gdLst>
              <a:ahLst/>
              <a:cxnLst>
                <a:cxn ang="0">
                  <a:pos x="connsiteX0" y="connsiteY0"/>
                </a:cxn>
                <a:cxn ang="0">
                  <a:pos x="connsiteX1" y="connsiteY1"/>
                </a:cxn>
                <a:cxn ang="0">
                  <a:pos x="connsiteX2" y="connsiteY2"/>
                </a:cxn>
                <a:cxn ang="0">
                  <a:pos x="connsiteX3" y="connsiteY3"/>
                </a:cxn>
              </a:cxnLst>
              <a:rect l="l" t="t" r="r" b="b"/>
              <a:pathLst>
                <a:path w="1132861" h="12429370">
                  <a:moveTo>
                    <a:pt x="0" y="0"/>
                  </a:moveTo>
                  <a:lnTo>
                    <a:pt x="421422" y="52817"/>
                  </a:lnTo>
                  <a:lnTo>
                    <a:pt x="1132861" y="12429370"/>
                  </a:lnTo>
                  <a:lnTo>
                    <a:pt x="0" y="122873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4"/>
              </p:custDataLst>
            </p:nvPr>
          </p:nvSpPr>
          <p:spPr>
            <a:xfrm rot="5400000">
              <a:off x="5215200" y="-5215203"/>
              <a:ext cx="1761592" cy="12192007"/>
            </a:xfrm>
            <a:custGeom>
              <a:avLst/>
              <a:gdLst>
                <a:gd name="connsiteX0" fmla="*/ 0 w 1930397"/>
                <a:gd name="connsiteY0" fmla="*/ 12192007 h 12192007"/>
                <a:gd name="connsiteX1" fmla="*/ 0 w 1930397"/>
                <a:gd name="connsiteY1" fmla="*/ 0 h 12192007"/>
                <a:gd name="connsiteX2" fmla="*/ 758239 w 1930397"/>
                <a:gd name="connsiteY2" fmla="*/ 0 h 12192007"/>
                <a:gd name="connsiteX3" fmla="*/ 1930397 w 1930397"/>
                <a:gd name="connsiteY3" fmla="*/ 12192007 h 12192007"/>
              </a:gdLst>
              <a:ahLst/>
              <a:cxnLst>
                <a:cxn ang="0">
                  <a:pos x="connsiteX0" y="connsiteY0"/>
                </a:cxn>
                <a:cxn ang="0">
                  <a:pos x="connsiteX1" y="connsiteY1"/>
                </a:cxn>
                <a:cxn ang="0">
                  <a:pos x="connsiteX2" y="connsiteY2"/>
                </a:cxn>
                <a:cxn ang="0">
                  <a:pos x="connsiteX3" y="connsiteY3"/>
                </a:cxn>
              </a:cxnLst>
              <a:rect l="l" t="t" r="r" b="b"/>
              <a:pathLst>
                <a:path w="1930397" h="12192007">
                  <a:moveTo>
                    <a:pt x="0" y="12192007"/>
                  </a:moveTo>
                  <a:lnTo>
                    <a:pt x="0" y="0"/>
                  </a:lnTo>
                  <a:lnTo>
                    <a:pt x="758239" y="0"/>
                  </a:lnTo>
                  <a:lnTo>
                    <a:pt x="1930397" y="121920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custDataLst>
                <p:tags r:id="rId5"/>
              </p:custDataLst>
            </p:nvPr>
          </p:nvSpPr>
          <p:spPr>
            <a:xfrm rot="5107084">
              <a:off x="4552342" y="-3275210"/>
              <a:ext cx="536239" cy="9742831"/>
            </a:xfrm>
            <a:custGeom>
              <a:avLst/>
              <a:gdLst>
                <a:gd name="connsiteX0" fmla="*/ 0 w 587624"/>
                <a:gd name="connsiteY0" fmla="*/ 0 h 9742831"/>
                <a:gd name="connsiteX1" fmla="*/ 587624 w 587624"/>
                <a:gd name="connsiteY1" fmla="*/ 9742831 h 9742831"/>
                <a:gd name="connsiteX2" fmla="*/ 0 w 587624"/>
                <a:gd name="connsiteY2" fmla="*/ 9685968 h 9742831"/>
              </a:gdLst>
              <a:ahLst/>
              <a:cxnLst>
                <a:cxn ang="0">
                  <a:pos x="connsiteX0" y="connsiteY0"/>
                </a:cxn>
                <a:cxn ang="0">
                  <a:pos x="connsiteX1" y="connsiteY1"/>
                </a:cxn>
                <a:cxn ang="0">
                  <a:pos x="connsiteX2" y="connsiteY2"/>
                </a:cxn>
              </a:cxnLst>
              <a:rect l="l" t="t" r="r" b="b"/>
              <a:pathLst>
                <a:path w="587624" h="9742831">
                  <a:moveTo>
                    <a:pt x="0" y="0"/>
                  </a:moveTo>
                  <a:lnTo>
                    <a:pt x="587624" y="9742831"/>
                  </a:lnTo>
                  <a:lnTo>
                    <a:pt x="0" y="96859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custDataLst>
                <p:tags r:id="rId6"/>
              </p:custDataLst>
            </p:nvPr>
          </p:nvSpPr>
          <p:spPr>
            <a:xfrm rot="15897560">
              <a:off x="9001004" y="-1390393"/>
              <a:ext cx="846410" cy="5663579"/>
            </a:xfrm>
            <a:custGeom>
              <a:avLst/>
              <a:gdLst>
                <a:gd name="connsiteX0" fmla="*/ 927517 w 927517"/>
                <a:gd name="connsiteY0" fmla="*/ 5663579 h 5663579"/>
                <a:gd name="connsiteX1" fmla="*/ 0 w 927517"/>
                <a:gd name="connsiteY1" fmla="*/ 5577535 h 5663579"/>
                <a:gd name="connsiteX2" fmla="*/ 419317 w 927517"/>
                <a:gd name="connsiteY2" fmla="*/ 0 h 5663579"/>
              </a:gdLst>
              <a:ahLst/>
              <a:cxnLst>
                <a:cxn ang="0">
                  <a:pos x="connsiteX0" y="connsiteY0"/>
                </a:cxn>
                <a:cxn ang="0">
                  <a:pos x="connsiteX1" y="connsiteY1"/>
                </a:cxn>
                <a:cxn ang="0">
                  <a:pos x="connsiteX2" y="connsiteY2"/>
                </a:cxn>
              </a:cxnLst>
              <a:rect l="l" t="t" r="r" b="b"/>
              <a:pathLst>
                <a:path w="927517" h="5663579">
                  <a:moveTo>
                    <a:pt x="927517" y="5663579"/>
                  </a:moveTo>
                  <a:lnTo>
                    <a:pt x="0" y="5577535"/>
                  </a:lnTo>
                  <a:lnTo>
                    <a:pt x="419317"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等腰三角形 11"/>
          <p:cNvSpPr/>
          <p:nvPr userDrawn="1">
            <p:custDataLst>
              <p:tags r:id="rId7"/>
            </p:custDataLst>
          </p:nvPr>
        </p:nvSpPr>
        <p:spPr>
          <a:xfrm rot="16200000">
            <a:off x="7826138" y="2492134"/>
            <a:ext cx="997432" cy="7734300"/>
          </a:xfrm>
          <a:prstGeom prst="triangle">
            <a:avLst>
              <a:gd name="adj"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8"/>
            </p:custDataLst>
          </p:nvPr>
        </p:nvSpPr>
        <p:spPr>
          <a:xfrm>
            <a:off x="2730319" y="2702794"/>
            <a:ext cx="7117545" cy="1118535"/>
          </a:xfrm>
        </p:spPr>
        <p:txBody>
          <a:bodyPr lIns="90000" tIns="46800" rIns="90000" bIns="46800" anchor="b" anchorCtr="0">
            <a:normAutofit/>
          </a:bodyPr>
          <a:lstStyle>
            <a:lvl1pPr algn="ctr">
              <a:defRPr sz="6600" spc="600" baseline="0">
                <a:solidFill>
                  <a:schemeClr val="tx1">
                    <a:lumMod val="85000"/>
                    <a:lumOff val="15000"/>
                  </a:schemeClr>
                </a:solidFill>
                <a:ea typeface="汉仪旗黑-85S" panose="00020600040101010101" pitchFamily="18" charset="-122"/>
              </a:defRPr>
            </a:lvl1pPr>
          </a:lstStyle>
          <a:p>
            <a:r>
              <a:rPr lang="zh-CN" altLang="en-US" dirty="0"/>
              <a:t>编辑标题</a:t>
            </a:r>
            <a:endParaRPr lang="zh-CN" altLang="en-US" dirty="0"/>
          </a:p>
        </p:txBody>
      </p:sp>
      <p:sp>
        <p:nvSpPr>
          <p:cNvPr id="3" name="副标题 2"/>
          <p:cNvSpPr>
            <a:spLocks noGrp="1"/>
          </p:cNvSpPr>
          <p:nvPr>
            <p:ph type="subTitle" idx="1" hasCustomPrompt="1"/>
            <p:custDataLst>
              <p:tags r:id="rId9"/>
            </p:custDataLst>
          </p:nvPr>
        </p:nvSpPr>
        <p:spPr>
          <a:xfrm>
            <a:off x="2730319" y="3886684"/>
            <a:ext cx="7117545" cy="676319"/>
          </a:xfrm>
        </p:spPr>
        <p:txBody>
          <a:bodyPr lIns="90000" tIns="46800" rIns="90000" bIns="46800" anchor="t">
            <a:normAutofit/>
          </a:bodyPr>
          <a:lstStyle>
            <a:lvl1pPr marL="0" indent="0" algn="ctr" eaLnBrk="1" fontAlgn="auto" latinLnBrk="0" hangingPunct="1">
              <a:lnSpc>
                <a:spcPct val="100000"/>
              </a:lnSpc>
              <a:buNone/>
              <a:defRPr sz="2800" u="none" strike="noStrike" kern="1200" cap="none" spc="200" normalizeH="0" baseline="0">
                <a:solidFill>
                  <a:schemeClr val="tx1">
                    <a:lumMod val="85000"/>
                    <a:lumOff val="1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1"/>
            </p:custDataLst>
          </p:nvPr>
        </p:nvSpPr>
        <p:spPr/>
        <p:txBody>
          <a:bodyPr/>
          <a:lstStyle/>
          <a:p>
            <a:endParaRPr lang="zh-CN" altLang="en-US" dirty="0"/>
          </a:p>
        </p:txBody>
      </p:sp>
      <p:sp>
        <p:nvSpPr>
          <p:cNvPr id="18" name="灯片编号占位符 17"/>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dirty="0"/>
          </a:p>
        </p:txBody>
      </p:sp>
      <p:sp>
        <p:nvSpPr>
          <p:cNvPr id="5" name="文本占位符 4"/>
          <p:cNvSpPr>
            <a:spLocks noGrp="1"/>
          </p:cNvSpPr>
          <p:nvPr>
            <p:ph type="body" sz="quarter" idx="13" hasCustomPrompt="1"/>
            <p:custDataLst>
              <p:tags r:id="rId13"/>
            </p:custDataLst>
          </p:nvPr>
        </p:nvSpPr>
        <p:spPr>
          <a:xfrm>
            <a:off x="3630542" y="4681986"/>
            <a:ext cx="2523129" cy="412826"/>
          </a:xfrm>
        </p:spPr>
        <p:txBody>
          <a:bodyPr lIns="90000" tIns="46800" rIns="90000" bIns="46800" anchor="ctr" anchorCtr="0">
            <a:normAutofit/>
          </a:bodyPr>
          <a:lstStyle>
            <a:lvl1pPr marL="0" indent="0" algn="r">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
        <p:nvSpPr>
          <p:cNvPr id="13" name="文本占位符 12"/>
          <p:cNvSpPr>
            <a:spLocks noGrp="1"/>
          </p:cNvSpPr>
          <p:nvPr>
            <p:ph type="body" sz="quarter" idx="14" hasCustomPrompt="1"/>
            <p:custDataLst>
              <p:tags r:id="rId14"/>
            </p:custDataLst>
          </p:nvPr>
        </p:nvSpPr>
        <p:spPr>
          <a:xfrm>
            <a:off x="6402188" y="4681986"/>
            <a:ext cx="2523127" cy="412826"/>
          </a:xfrm>
        </p:spPr>
        <p:txBody>
          <a:bodyPr lIns="90000" tIns="46800" rIns="90000" bIns="46800" anchor="ctr" anchorCtr="0">
            <a:normAutofit/>
          </a:bodyPr>
          <a:lstStyle>
            <a:lvl1pPr marL="0" indent="0" algn="l">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4001597" y="5613400"/>
            <a:ext cx="8190403" cy="1244600"/>
            <a:chOff x="4001597" y="5613400"/>
            <a:chExt cx="8190403" cy="1244600"/>
          </a:xfrm>
        </p:grpSpPr>
        <p:sp>
          <p:nvSpPr>
            <p:cNvPr id="8" name="任意多边形: 形状 7"/>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p>
          </p:txBody>
        </p:sp>
        <p:sp>
          <p:nvSpPr>
            <p:cNvPr id="9" name="等腰三角形 8"/>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grpSp>
        <p:nvGrpSpPr>
          <p:cNvPr id="10" name="组合 9"/>
          <p:cNvGrpSpPr/>
          <p:nvPr userDrawn="1">
            <p:custDataLst>
              <p:tags r:id="rId5"/>
            </p:custDataLst>
          </p:nvPr>
        </p:nvGrpSpPr>
        <p:grpSpPr>
          <a:xfrm>
            <a:off x="5187002" y="2377388"/>
            <a:ext cx="570170" cy="707886"/>
            <a:chOff x="10608342" y="5053054"/>
            <a:chExt cx="1583658" cy="1966165"/>
          </a:xfrm>
        </p:grpSpPr>
        <p:sp>
          <p:nvSpPr>
            <p:cNvPr id="11" name="任意多边形: 形状 10"/>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2" name="等腰三角形 11"/>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endParaRPr lang="zh-CN" altLang="en-US"/>
            </a:p>
          </p:txBody>
        </p:sp>
      </p:grpSp>
      <p:grpSp>
        <p:nvGrpSpPr>
          <p:cNvPr id="14" name="组合 13"/>
          <p:cNvGrpSpPr/>
          <p:nvPr userDrawn="1">
            <p:custDataLst>
              <p:tags r:id="rId8"/>
            </p:custDataLst>
          </p:nvPr>
        </p:nvGrpSpPr>
        <p:grpSpPr>
          <a:xfrm rot="10800000">
            <a:off x="-1" y="0"/>
            <a:ext cx="12192000" cy="1244600"/>
            <a:chOff x="4001597" y="5613400"/>
            <a:chExt cx="8190403" cy="1244600"/>
          </a:xfrm>
        </p:grpSpPr>
        <p:sp>
          <p:nvSpPr>
            <p:cNvPr id="15" name="任意多边形: 形状 14"/>
            <p:cNvSpPr/>
            <p:nvPr>
              <p:custDataLst>
                <p:tags r:id="rId9"/>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6" name="等腰三角形 15"/>
            <p:cNvSpPr/>
            <p:nvPr>
              <p:custDataLst>
                <p:tags r:id="rId10"/>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sp>
        <p:nvSpPr>
          <p:cNvPr id="2" name="标题 1"/>
          <p:cNvSpPr>
            <a:spLocks noGrp="1"/>
          </p:cNvSpPr>
          <p:nvPr>
            <p:ph type="title" hasCustomPrompt="1"/>
            <p:custDataLst>
              <p:tags r:id="rId11"/>
            </p:custDataLst>
          </p:nvPr>
        </p:nvSpPr>
        <p:spPr>
          <a:xfrm>
            <a:off x="3500907" y="3090044"/>
            <a:ext cx="5190185" cy="740727"/>
          </a:xfrm>
        </p:spPr>
        <p:txBody>
          <a:bodyPr lIns="90170" tIns="46990" rIns="90170" bIns="0" anchor="b" anchorCtr="0">
            <a:normAutofit/>
          </a:bodyPr>
          <a:lstStyle>
            <a:lvl1pPr algn="ctr">
              <a:defRPr sz="4000" u="none" strike="noStrike" kern="1200" cap="none" spc="300" normalizeH="0">
                <a:solidFill>
                  <a:schemeClr val="tx1">
                    <a:lumMod val="85000"/>
                    <a:lumOff val="1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12"/>
            </p:custDataLst>
          </p:nvPr>
        </p:nvSpPr>
        <p:spPr>
          <a:xfrm>
            <a:off x="3500907" y="3883113"/>
            <a:ext cx="5190185" cy="1477027"/>
          </a:xfrm>
        </p:spPr>
        <p:txBody>
          <a:bodyPr lIns="90170" tIns="0" rIns="90170" bIns="46990">
            <a:normAutofit/>
          </a:bodyPr>
          <a:lstStyle>
            <a:lvl1pPr marL="0" indent="0" algn="ctr"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13"/>
            </p:custDataLst>
          </p:nvPr>
        </p:nvSpPr>
        <p:spPr/>
        <p:txBody>
          <a:bodyPr>
            <a:normAutofit/>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4"/>
            </p:custDataLst>
          </p:nvPr>
        </p:nvSpPr>
        <p:spPr/>
        <p:txBody>
          <a:bodyPr>
            <a:normAutofit/>
          </a:bodyPr>
          <a:lstStyle/>
          <a:p>
            <a:endParaRPr lang="zh-CN" altLang="en-US"/>
          </a:p>
        </p:txBody>
      </p:sp>
      <p:sp>
        <p:nvSpPr>
          <p:cNvPr id="6" name="灯片编号占位符 5"/>
          <p:cNvSpPr>
            <a:spLocks noGrp="1"/>
          </p:cNvSpPr>
          <p:nvPr>
            <p:ph type="sldNum" sz="quarter" idx="12"/>
            <p:custDataLst>
              <p:tags r:id="rId15"/>
            </p:custDataLst>
          </p:nvPr>
        </p:nvSpPr>
        <p:spPr/>
        <p:txBody>
          <a:bodyPr>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lIns="90170" tIns="46990" rIns="90170" bIns="46990">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lIns="90170" tIns="46990" rIns="90170" bIns="46990">
            <a:normAutofit/>
          </a:bodyPr>
          <a:lstStyle/>
          <a:p>
            <a:endParaRPr lang="zh-CN" altLang="en-US"/>
          </a:p>
        </p:txBody>
      </p:sp>
      <p:sp>
        <p:nvSpPr>
          <p:cNvPr id="7" name="灯片编号占位符 6"/>
          <p:cNvSpPr>
            <a:spLocks noGrp="1"/>
          </p:cNvSpPr>
          <p:nvPr>
            <p:ph type="sldNum" sz="quarter" idx="12"/>
            <p:custDataLst>
              <p:tags r:id="rId7"/>
            </p:custDataLst>
          </p:nvPr>
        </p:nvSpPr>
        <p:spPr/>
        <p:txBody>
          <a:bodyPr lIns="90170" tIns="46990" rIns="90170" bIns="4699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10608342" y="5053054"/>
            <a:ext cx="1583658" cy="1966165"/>
            <a:chOff x="10608342" y="5053054"/>
            <a:chExt cx="1583658" cy="1966165"/>
          </a:xfrm>
        </p:grpSpPr>
        <p:sp>
          <p:nvSpPr>
            <p:cNvPr id="10" name="任意多边形: 形状 9"/>
            <p:cNvSpPr/>
            <p:nvPr>
              <p:custDataLst>
                <p:tags r:id="rId3"/>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4"/>
              </p:custDataLst>
            </p:nvPr>
          </p:nvSpPr>
          <p:spPr>
            <a:xfrm>
              <a:off x="10960100" y="5207000"/>
              <a:ext cx="1231900" cy="1651000"/>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3588374" y="2588654"/>
            <a:ext cx="5015250" cy="1519707"/>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8000" b="1" i="0" u="none" strike="noStrike" kern="1200" cap="none" spc="6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3"/>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lIns="90170" tIns="46990" rIns="90170" bIns="46990">
            <a:normAutofit/>
          </a:bodyPr>
          <a:lstStyle/>
          <a:p>
            <a:endParaRPr lang="zh-CN" altLang="en-US"/>
          </a:p>
        </p:txBody>
      </p:sp>
      <p:sp>
        <p:nvSpPr>
          <p:cNvPr id="5" name="灯片编号占位符 4"/>
          <p:cNvSpPr>
            <a:spLocks noGrp="1"/>
          </p:cNvSpPr>
          <p:nvPr>
            <p:ph type="sldNum" sz="quarter" idx="12"/>
            <p:custDataLst>
              <p:tags r:id="rId5"/>
            </p:custDataLst>
          </p:nvPr>
        </p:nvSpPr>
        <p:spPr/>
        <p:txBody>
          <a:bodyPr lIns="90170" tIns="46990" rIns="90170" bIns="46990">
            <a:normAutofit/>
          </a:bodyPr>
          <a:lstStyle/>
          <a:p>
            <a:fld id="{49AE70B2-8BF9-45C0-BB95-33D1B9D3A854}" type="slidenum">
              <a:rPr lang="zh-CN" altLang="en-US" smtClean="0"/>
            </a:fld>
            <a:endParaRPr lang="zh-CN" altLang="en-US"/>
          </a:p>
        </p:txBody>
      </p:sp>
      <p:grpSp>
        <p:nvGrpSpPr>
          <p:cNvPr id="6" name="组合 5"/>
          <p:cNvGrpSpPr/>
          <p:nvPr userDrawn="1">
            <p:custDataLst>
              <p:tags r:id="rId6"/>
            </p:custDataLst>
          </p:nvPr>
        </p:nvGrpSpPr>
        <p:grpSpPr>
          <a:xfrm flipH="1">
            <a:off x="8603626" y="3112882"/>
            <a:ext cx="436739" cy="542227"/>
            <a:chOff x="10608342" y="5053054"/>
            <a:chExt cx="1583658" cy="1966165"/>
          </a:xfrm>
        </p:grpSpPr>
        <p:sp>
          <p:nvSpPr>
            <p:cNvPr id="7" name="任意多边形: 形状 6"/>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dirty="0"/>
            </a:p>
          </p:txBody>
        </p:sp>
        <p:sp>
          <p:nvSpPr>
            <p:cNvPr id="8" name="等腰三角形 7"/>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grpSp>
        <p:nvGrpSpPr>
          <p:cNvPr id="9" name="组合 8"/>
          <p:cNvGrpSpPr/>
          <p:nvPr userDrawn="1">
            <p:custDataLst>
              <p:tags r:id="rId9"/>
            </p:custDataLst>
          </p:nvPr>
        </p:nvGrpSpPr>
        <p:grpSpPr>
          <a:xfrm>
            <a:off x="3151635" y="3119499"/>
            <a:ext cx="436739" cy="542227"/>
            <a:chOff x="10608342" y="5053054"/>
            <a:chExt cx="1583658" cy="1966165"/>
          </a:xfrm>
        </p:grpSpPr>
        <p:sp>
          <p:nvSpPr>
            <p:cNvPr id="10" name="任意多边形: 形状 9"/>
            <p:cNvSpPr/>
            <p:nvPr>
              <p:custDataLst>
                <p:tags r:id="rId10"/>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a:solidFill>
                  <a:schemeClr val="bg1"/>
                </a:solidFill>
              </a:endParaRPr>
            </a:p>
          </p:txBody>
        </p:sp>
        <p:sp>
          <p:nvSpPr>
            <p:cNvPr id="11" name="等腰三角形 10"/>
            <p:cNvSpPr/>
            <p:nvPr>
              <p:custDataLst>
                <p:tags r:id="rId11"/>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4001597" y="6045200"/>
            <a:ext cx="8190403" cy="812800"/>
            <a:chOff x="4001597" y="5613400"/>
            <a:chExt cx="8190403" cy="1244600"/>
          </a:xfrm>
        </p:grpSpPr>
        <p:sp>
          <p:nvSpPr>
            <p:cNvPr id="9" name="任意多边形: 形状 8"/>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userDrawn="1">
            <p:ph type="title" hasCustomPrompt="1"/>
            <p:custDataLst>
              <p:tags r:id="rId5"/>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a:t>单击此处添加标题</a:t>
            </a:r>
            <a:endParaRPr lang="zh-CN" altLang="en-US" dirty="0"/>
          </a:p>
        </p:txBody>
      </p:sp>
      <p:sp>
        <p:nvSpPr>
          <p:cNvPr id="3" name="日期占位符 2"/>
          <p:cNvSpPr>
            <a:spLocks noGrp="1"/>
          </p:cNvSpPr>
          <p:nvPr userDrawn="1">
            <p:ph type="dt" sz="half" idx="10"/>
            <p:custDataLst>
              <p:tags r:id="rId6"/>
            </p:custDataLst>
          </p:nvPr>
        </p:nvSpPr>
        <p:spPr/>
        <p:txBody>
          <a:bodyPr/>
          <a:lstStyle>
            <a:lvl1pPr>
              <a:defRPr baseline="0">
                <a:latin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7"/>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8"/>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2735" y="304165"/>
            <a:ext cx="11606530" cy="6249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grpSp>
        <p:nvGrpSpPr>
          <p:cNvPr id="11" name="组合 10"/>
          <p:cNvGrpSpPr/>
          <p:nvPr userDrawn="1">
            <p:custDataLst>
              <p:tags r:id="rId3"/>
            </p:custDataLst>
          </p:nvPr>
        </p:nvGrpSpPr>
        <p:grpSpPr>
          <a:xfrm rot="16200000">
            <a:off x="11009630" y="351790"/>
            <a:ext cx="737870" cy="916305"/>
            <a:chOff x="10608342" y="5053054"/>
            <a:chExt cx="1583658" cy="1966165"/>
          </a:xfrm>
        </p:grpSpPr>
        <p:sp>
          <p:nvSpPr>
            <p:cNvPr id="12" name="任意多边形: 形状 11"/>
            <p:cNvSpPr/>
            <p:nvPr>
              <p:custDataLst>
                <p:tags r:id="rId4"/>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3" name="等腰三角形 12"/>
            <p:cNvSpPr/>
            <p:nvPr>
              <p:custDataLst>
                <p:tags r:id="rId5"/>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grpSp>
        <p:nvGrpSpPr>
          <p:cNvPr id="14" name="组合 13"/>
          <p:cNvGrpSpPr/>
          <p:nvPr userDrawn="1">
            <p:custDataLst>
              <p:tags r:id="rId6"/>
            </p:custDataLst>
          </p:nvPr>
        </p:nvGrpSpPr>
        <p:grpSpPr>
          <a:xfrm rot="5400000">
            <a:off x="443865" y="5584825"/>
            <a:ext cx="737870" cy="916305"/>
            <a:chOff x="10608342" y="5053054"/>
            <a:chExt cx="1583658" cy="1966165"/>
          </a:xfrm>
        </p:grpSpPr>
        <p:sp>
          <p:nvSpPr>
            <p:cNvPr id="16" name="任意多边形: 形状 15"/>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p:ph type="title" hasCustomPrompt="1"/>
            <p:custDataLst>
              <p:tags r:id="rId9"/>
            </p:custDataLst>
          </p:nvPr>
        </p:nvSpPr>
        <p:spPr>
          <a:xfrm>
            <a:off x="1281600" y="1249200"/>
            <a:ext cx="9626400" cy="723600"/>
          </a:xfrm>
        </p:spPr>
        <p:txBody>
          <a:bodyPr anchor="ctr"/>
          <a:lstStyle>
            <a:lvl1pPr>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hasCustomPrompt="1"/>
            <p:custDataLst>
              <p:tags r:id="rId10"/>
            </p:custDataLst>
          </p:nvPr>
        </p:nvSpPr>
        <p:spPr>
          <a:xfrm>
            <a:off x="1281113" y="2163600"/>
            <a:ext cx="9626600" cy="3445200"/>
          </a:xfrm>
        </p:spPr>
        <p:txBody>
          <a:bodyPr>
            <a:normAutofit/>
          </a:bodyPr>
          <a:lstStyle>
            <a:lvl1pPr marL="0" indent="0">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4" name="页脚占位符 3"/>
          <p:cNvSpPr>
            <a:spLocks noGrp="1"/>
          </p:cNvSpPr>
          <p:nvPr>
            <p:ph type="ftr" sz="quarter" idx="11"/>
            <p:custDataLst>
              <p:tags r:id="rId13"/>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grpSp>
        <p:nvGrpSpPr>
          <p:cNvPr id="11" name="组合 10"/>
          <p:cNvGrpSpPr/>
          <p:nvPr userDrawn="1">
            <p:custDataLst>
              <p:tags r:id="rId9"/>
            </p:custDataLst>
          </p:nvPr>
        </p:nvGrpSpPr>
        <p:grpSpPr>
          <a:xfrm>
            <a:off x="-1" y="0"/>
            <a:ext cx="4823460" cy="769938"/>
            <a:chOff x="-1" y="0"/>
            <a:chExt cx="4823460" cy="769938"/>
          </a:xfrm>
        </p:grpSpPr>
        <p:sp>
          <p:nvSpPr>
            <p:cNvPr id="12" name="任意多边形: 形状 11"/>
            <p:cNvSpPr/>
            <p:nvPr>
              <p:custDataLst>
                <p:tags r:id="rId10"/>
              </p:custDataLst>
            </p:nvPr>
          </p:nvSpPr>
          <p:spPr>
            <a:xfrm rot="10800000">
              <a:off x="0" y="0"/>
              <a:ext cx="4823459" cy="769938"/>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14" name="等腰三角形 13"/>
            <p:cNvSpPr/>
            <p:nvPr>
              <p:custDataLst>
                <p:tags r:id="rId11"/>
              </p:custDataLst>
            </p:nvPr>
          </p:nvSpPr>
          <p:spPr>
            <a:xfrm rot="10800000">
              <a:off x="-1" y="0"/>
              <a:ext cx="3754576" cy="562171"/>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ea typeface="微软雅黑" panose="020B0503020204020204" charset="-122"/>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lstStyle>
            <a:lvl1pPr algn="ctr">
              <a:defRPr sz="36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grpSp>
        <p:nvGrpSpPr>
          <p:cNvPr id="12" name="组合 11"/>
          <p:cNvGrpSpPr/>
          <p:nvPr userDrawn="1">
            <p:custDataLst>
              <p:tags r:id="rId9"/>
            </p:custDataLst>
          </p:nvPr>
        </p:nvGrpSpPr>
        <p:grpSpPr>
          <a:xfrm flipV="1">
            <a:off x="5921829" y="0"/>
            <a:ext cx="6270171" cy="812800"/>
            <a:chOff x="4001597" y="5613400"/>
            <a:chExt cx="8190403" cy="1244600"/>
          </a:xfrm>
        </p:grpSpPr>
        <p:sp>
          <p:nvSpPr>
            <p:cNvPr id="14" name="任意多边形: 形状 13"/>
            <p:cNvSpPr/>
            <p:nvPr>
              <p:custDataLst>
                <p:tags r:id="rId10"/>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5" name="等腰三角形 14"/>
            <p:cNvSpPr/>
            <p:nvPr>
              <p:custDataLst>
                <p:tags r:id="rId11"/>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flipV="1">
            <a:off x="5921829" y="0"/>
            <a:ext cx="6270171" cy="812800"/>
            <a:chOff x="4001597" y="5613400"/>
            <a:chExt cx="8190403" cy="1244600"/>
          </a:xfrm>
        </p:grpSpPr>
        <p:sp>
          <p:nvSpPr>
            <p:cNvPr id="14" name="任意多边形: 形状 13"/>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5" name="等腰三角形 14"/>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3" name="矩形 12"/>
          <p:cNvSpPr/>
          <p:nvPr userDrawn="1">
            <p:custDataLst>
              <p:tags r:id="rId5"/>
            </p:custDataLst>
          </p:nvPr>
        </p:nvSpPr>
        <p:spPr>
          <a:xfrm>
            <a:off x="0" y="50419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ea typeface="微软雅黑" panose="020B0503020204020204" charset="-122"/>
              <a:sym typeface="+mn-ea"/>
            </a:endParaRPr>
          </a:p>
        </p:txBody>
      </p:sp>
      <p:sp>
        <p:nvSpPr>
          <p:cNvPr id="2" name="标题 1"/>
          <p:cNvSpPr>
            <a:spLocks noGrp="1"/>
          </p:cNvSpPr>
          <p:nvPr userDrawn="1">
            <p:ph type="title"/>
            <p:custDataLst>
              <p:tags r:id="rId6"/>
            </p:custDataLst>
          </p:nvPr>
        </p:nvSpPr>
        <p:spPr>
          <a:xfrm>
            <a:off x="604520" y="669290"/>
            <a:ext cx="10976610" cy="565150"/>
          </a:xfrm>
        </p:spPr>
        <p:txBody>
          <a:bodyPr anchor="ctr"/>
          <a:lstStyle>
            <a:lvl1pPr algn="ctr">
              <a:lnSpc>
                <a:spcPct val="100000"/>
              </a:lnSpc>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7"/>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10"/>
            </p:custDataLst>
          </p:nvPr>
        </p:nvSpPr>
        <p:spPr>
          <a:xfrm>
            <a:off x="604837" y="1681200"/>
            <a:ext cx="10990800" cy="3211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11"/>
            </p:custDataLst>
          </p:nvPr>
        </p:nvSpPr>
        <p:spPr>
          <a:xfrm>
            <a:off x="594000" y="5180400"/>
            <a:ext cx="11001600" cy="1011600"/>
          </a:xfrm>
        </p:spPr>
        <p:txBody>
          <a:bodyPr>
            <a:normAutofit/>
          </a:bodyPr>
          <a:lstStyle>
            <a:lvl1pPr marL="0" indent="0">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grpSp>
        <p:nvGrpSpPr>
          <p:cNvPr id="16" name="组合 15"/>
          <p:cNvGrpSpPr/>
          <p:nvPr userDrawn="1">
            <p:custDataLst>
              <p:tags r:id="rId2"/>
            </p:custDataLst>
          </p:nvPr>
        </p:nvGrpSpPr>
        <p:grpSpPr>
          <a:xfrm>
            <a:off x="4001597" y="6045200"/>
            <a:ext cx="8190403" cy="812800"/>
            <a:chOff x="4001597" y="5613400"/>
            <a:chExt cx="8190403" cy="1244600"/>
          </a:xfrm>
        </p:grpSpPr>
        <p:sp>
          <p:nvSpPr>
            <p:cNvPr id="17" name="任意多边形: 形状 16"/>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8" name="等腰三角形 17"/>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sp>
        <p:nvSpPr>
          <p:cNvPr id="15" name="矩形 14"/>
          <p:cNvSpPr/>
          <p:nvPr userDrawn="1">
            <p:custDataLst>
              <p:tags r:id="rId5"/>
            </p:custDataLst>
          </p:nvPr>
        </p:nvSpPr>
        <p:spPr>
          <a:xfrm>
            <a:off x="0" y="0"/>
            <a:ext cx="12192000" cy="91440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bg1"/>
              </a:solidFill>
              <a:latin typeface="Viner Hand ITC" panose="03070502030502020203" charset="0"/>
              <a:ea typeface="微软雅黑" panose="020B0503020204020204" charset="-122"/>
              <a:cs typeface="Viner Hand ITC" panose="03070502030502020203" charset="0"/>
              <a:sym typeface="+mn-ea"/>
            </a:endParaRPr>
          </a:p>
        </p:txBody>
      </p:sp>
      <p:sp>
        <p:nvSpPr>
          <p:cNvPr id="2" name="标题 1"/>
          <p:cNvSpPr>
            <a:spLocks noGrp="1"/>
          </p:cNvSpPr>
          <p:nvPr>
            <p:ph type="title"/>
            <p:custDataLst>
              <p:tags r:id="rId6"/>
            </p:custDataLst>
          </p:nvPr>
        </p:nvSpPr>
        <p:spPr>
          <a:xfrm>
            <a:off x="579600" y="237600"/>
            <a:ext cx="11037600" cy="441964"/>
          </a:xfrm>
        </p:spPr>
        <p:txBody>
          <a:bodyPr>
            <a:noAutofit/>
          </a:bodyPr>
          <a:lstStyle>
            <a:lvl1pPr>
              <a:lnSpc>
                <a:spcPct val="100000"/>
              </a:lnSpc>
              <a:defRPr sz="24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11"/>
            </p:custDataLst>
          </p:nvPr>
        </p:nvSpPr>
        <p:spPr>
          <a:xfrm>
            <a:off x="6242400" y="1663200"/>
            <a:ext cx="5367600" cy="28944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12"/>
            </p:custDataLst>
          </p:nvPr>
        </p:nvSpPr>
        <p:spPr>
          <a:xfrm>
            <a:off x="572400" y="4816800"/>
            <a:ext cx="53424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3"/>
            </p:custDataLst>
          </p:nvPr>
        </p:nvSpPr>
        <p:spPr>
          <a:xfrm>
            <a:off x="6253200" y="4813200"/>
            <a:ext cx="53676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grpSp>
        <p:nvGrpSpPr>
          <p:cNvPr id="15" name="组合 14"/>
          <p:cNvGrpSpPr/>
          <p:nvPr userDrawn="1">
            <p:custDataLst>
              <p:tags r:id="rId3"/>
            </p:custDataLst>
          </p:nvPr>
        </p:nvGrpSpPr>
        <p:grpSpPr>
          <a:xfrm rot="10800000">
            <a:off x="0" y="0"/>
            <a:ext cx="5457825" cy="1529715"/>
            <a:chOff x="4001597" y="5613400"/>
            <a:chExt cx="8190403" cy="1244600"/>
          </a:xfrm>
        </p:grpSpPr>
        <p:sp>
          <p:nvSpPr>
            <p:cNvPr id="16" name="任意多边形: 形状 15"/>
            <p:cNvSpPr/>
            <p:nvPr>
              <p:custDataLst>
                <p:tags r:id="rId4"/>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5"/>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grpSp>
        <p:nvGrpSpPr>
          <p:cNvPr id="18" name="组合 17"/>
          <p:cNvGrpSpPr/>
          <p:nvPr userDrawn="1">
            <p:custDataLst>
              <p:tags r:id="rId6"/>
            </p:custDataLst>
          </p:nvPr>
        </p:nvGrpSpPr>
        <p:grpSpPr>
          <a:xfrm>
            <a:off x="6734175" y="5323840"/>
            <a:ext cx="5457825" cy="1529715"/>
            <a:chOff x="4001597" y="5613400"/>
            <a:chExt cx="8190403" cy="1244600"/>
          </a:xfrm>
        </p:grpSpPr>
        <p:sp>
          <p:nvSpPr>
            <p:cNvPr id="19" name="任意多边形: 形状 18"/>
            <p:cNvSpPr/>
            <p:nvPr>
              <p:custDataLst>
                <p:tags r:id="rId7"/>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20" name="等腰三角形 19"/>
            <p:cNvSpPr/>
            <p:nvPr>
              <p:custDataLst>
                <p:tags r:id="rId8"/>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userDrawn="1">
            <p:ph type="title" hasCustomPrompt="1"/>
            <p:custDataLst>
              <p:tags r:id="rId9"/>
            </p:custDataLst>
          </p:nvPr>
        </p:nvSpPr>
        <p:spPr>
          <a:xfrm>
            <a:off x="1522800" y="1339200"/>
            <a:ext cx="9144000" cy="2386800"/>
          </a:xfrm>
        </p:spPr>
        <p:txBody>
          <a:bodyPr anchor="b"/>
          <a:lstStyle>
            <a:lvl1pPr algn="ctr">
              <a:defRPr sz="60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13"/>
            </p:custDataLst>
          </p:nvPr>
        </p:nvSpPr>
        <p:spPr>
          <a:xfrm>
            <a:off x="1522413" y="3862800"/>
            <a:ext cx="9144000" cy="1656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5" Type="http://schemas.openxmlformats.org/officeDocument/2006/relationships/theme" Target="../theme/theme2.xml"/><Relationship Id="rId24" Type="http://schemas.openxmlformats.org/officeDocument/2006/relationships/tags" Target="../tags/tag222.xml"/><Relationship Id="rId23" Type="http://schemas.openxmlformats.org/officeDocument/2006/relationships/tags" Target="../tags/tag221.xml"/><Relationship Id="rId22" Type="http://schemas.openxmlformats.org/officeDocument/2006/relationships/tags" Target="../tags/tag220.xml"/><Relationship Id="rId21" Type="http://schemas.openxmlformats.org/officeDocument/2006/relationships/tags" Target="../tags/tag219.xml"/><Relationship Id="rId20" Type="http://schemas.openxmlformats.org/officeDocument/2006/relationships/tags" Target="../tags/tag218.xml"/><Relationship Id="rId2" Type="http://schemas.openxmlformats.org/officeDocument/2006/relationships/slideLayout" Target="../slideLayouts/slideLayout13.xml"/><Relationship Id="rId19" Type="http://schemas.openxmlformats.org/officeDocument/2006/relationships/tags" Target="../tags/tag217.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242.xml"/><Relationship Id="rId5" Type="http://schemas.openxmlformats.org/officeDocument/2006/relationships/tags" Target="../tags/tag241.xml"/><Relationship Id="rId4" Type="http://schemas.openxmlformats.org/officeDocument/2006/relationships/tags" Target="../tags/tag240.xml"/><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248.xml"/><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252.xml"/><Relationship Id="rId6" Type="http://schemas.openxmlformats.org/officeDocument/2006/relationships/image" Target="../media/image1.png"/><Relationship Id="rId5" Type="http://schemas.microsoft.com/office/2007/relationships/media" Target="file:///D:\SynologyDrive\04_&#35838;&#20214;\&#25968;&#23383;&#36923;&#36753;&#23454;&#39564;&#35838;&#35838;&#20214;\Quartus%20II&#36719;&#20214;&#20837;&#38376;&#25805;&#20316;\1-&#24314;&#31435;&#26032;&#24037;&#31243;.mp4" TargetMode="External"/><Relationship Id="rId4" Type="http://schemas.openxmlformats.org/officeDocument/2006/relationships/video" Target="file:///D:\SynologyDrive\04_&#35838;&#20214;\&#25968;&#23383;&#36923;&#36753;&#23454;&#39564;&#35838;&#35838;&#20214;\Quartus%20II&#36719;&#20214;&#20837;&#38376;&#25805;&#20316;\1-&#24314;&#31435;&#26032;&#24037;&#31243;.mp4" TargetMode="External"/><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256.xml"/><Relationship Id="rId6" Type="http://schemas.openxmlformats.org/officeDocument/2006/relationships/image" Target="../media/image2.png"/><Relationship Id="rId5" Type="http://schemas.microsoft.com/office/2007/relationships/media" Target="file:///D:\SynologyDrive\04_&#35838;&#20214;\&#25968;&#23383;&#36923;&#36753;&#23454;&#39564;&#35838;&#35838;&#20214;\Quartus%20II&#36719;&#20214;&#20837;&#38376;&#25805;&#20316;\2-&#36923;&#36753;&#30005;&#36335;&#21407;&#29702;&#22270;&#30340;&#24405;&#20837;.mp4" TargetMode="External"/><Relationship Id="rId4" Type="http://schemas.openxmlformats.org/officeDocument/2006/relationships/video" Target="file:///D:\SynologyDrive\04_&#35838;&#20214;\&#25968;&#23383;&#36923;&#36753;&#23454;&#39564;&#35838;&#35838;&#20214;\Quartus%20II&#36719;&#20214;&#20837;&#38376;&#25805;&#20316;\2-&#36923;&#36753;&#30005;&#36335;&#21407;&#29702;&#22270;&#30340;&#24405;&#20837;.mp4" TargetMode="Externa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260.xml"/><Relationship Id="rId6" Type="http://schemas.openxmlformats.org/officeDocument/2006/relationships/image" Target="../media/image3.png"/><Relationship Id="rId5" Type="http://schemas.microsoft.com/office/2007/relationships/media" Target="file:///D:\SynologyDrive\04_&#35838;&#20214;\&#25968;&#23383;&#36923;&#36753;&#23454;&#39564;&#35838;&#35838;&#20214;\Quartus%20II&#36719;&#20214;&#20837;&#38376;&#25805;&#20316;\3-&#30005;&#36335;&#30340;&#20840;&#31243;&#32534;&#35793;.mp4" TargetMode="External"/><Relationship Id="rId4" Type="http://schemas.openxmlformats.org/officeDocument/2006/relationships/video" Target="file:///D:\SynologyDrive\04_&#35838;&#20214;\&#25968;&#23383;&#36923;&#36753;&#23454;&#39564;&#35838;&#35838;&#20214;\Quartus%20II&#36719;&#20214;&#20837;&#38376;&#25805;&#20316;\3-&#30005;&#36335;&#30340;&#20840;&#31243;&#32534;&#35793;.mp4" TargetMode="External"/><Relationship Id="rId3" Type="http://schemas.openxmlformats.org/officeDocument/2006/relationships/tags" Target="../tags/tag259.xml"/><Relationship Id="rId2" Type="http://schemas.openxmlformats.org/officeDocument/2006/relationships/tags" Target="../tags/tag258.xml"/><Relationship Id="rId1" Type="http://schemas.openxmlformats.org/officeDocument/2006/relationships/tags" Target="../tags/tag257.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264.xml"/><Relationship Id="rId6" Type="http://schemas.openxmlformats.org/officeDocument/2006/relationships/image" Target="../media/image4.png"/><Relationship Id="rId5" Type="http://schemas.microsoft.com/office/2007/relationships/media" Target="file:///D:\SynologyDrive\04_&#35838;&#20214;\&#25968;&#23383;&#36923;&#36753;&#23454;&#39564;&#35838;&#35838;&#20214;\Quartus%20II&#36719;&#20214;&#20837;&#38376;&#25805;&#20316;\4-&#36923;&#36753;&#30005;&#36335;&#30340;&#21151;&#33021;&#20223;&#30495;.mp4" TargetMode="External"/><Relationship Id="rId4" Type="http://schemas.openxmlformats.org/officeDocument/2006/relationships/video" Target="file:///D:\SynologyDrive\04_&#35838;&#20214;\&#25968;&#23383;&#36923;&#36753;&#23454;&#39564;&#35838;&#35838;&#20214;\Quartus%20II&#36719;&#20214;&#20837;&#38376;&#25805;&#20316;\4-&#36923;&#36753;&#30005;&#36335;&#30340;&#21151;&#33021;&#20223;&#30495;.mp4" TargetMode="External"/><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tags" Target="../tags/tag261.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268.xml"/><Relationship Id="rId6" Type="http://schemas.openxmlformats.org/officeDocument/2006/relationships/image" Target="../media/image5.png"/><Relationship Id="rId5" Type="http://schemas.microsoft.com/office/2007/relationships/media" Target="file:///D:\SynologyDrive\04_&#35838;&#20214;\&#25968;&#23383;&#36923;&#36753;&#23454;&#39564;&#35838;&#35838;&#20214;\Quartus%20II&#36719;&#20214;&#20837;&#38376;&#25805;&#20316;\5-&#30005;&#36335;&#20803;&#20214;&#31526;&#21495;&#30340;&#21019;&#24314;.mp4" TargetMode="External"/><Relationship Id="rId4" Type="http://schemas.openxmlformats.org/officeDocument/2006/relationships/video" Target="file:///D:\SynologyDrive\04_&#35838;&#20214;\&#25968;&#23383;&#36923;&#36753;&#23454;&#39564;&#35838;&#35838;&#20214;\Quartus%20II&#36719;&#20214;&#20837;&#38376;&#25805;&#20316;\5-&#30005;&#36335;&#20803;&#20214;&#31526;&#21495;&#30340;&#21019;&#24314;.mp4" TargetMode="External"/><Relationship Id="rId3" Type="http://schemas.openxmlformats.org/officeDocument/2006/relationships/tags" Target="../tags/tag267.xml"/><Relationship Id="rId2" Type="http://schemas.openxmlformats.org/officeDocument/2006/relationships/tags" Target="../tags/tag266.xml"/><Relationship Id="rId1" Type="http://schemas.openxmlformats.org/officeDocument/2006/relationships/tags" Target="../tags/tag265.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272.xml"/><Relationship Id="rId6" Type="http://schemas.openxmlformats.org/officeDocument/2006/relationships/image" Target="../media/image6.png"/><Relationship Id="rId5" Type="http://schemas.microsoft.com/office/2007/relationships/media" Target="file:///D:\SynologyDrive\04_&#35838;&#20214;\&#25968;&#23383;&#36923;&#36753;&#23454;&#39564;&#35838;&#35838;&#20214;\Quartus%20II&#36719;&#20214;&#20837;&#38376;&#25805;&#20316;\7-Verilog%20HDL&#25991;&#20214;&#30340;&#24405;&#20837;.mp4" TargetMode="External"/><Relationship Id="rId4" Type="http://schemas.openxmlformats.org/officeDocument/2006/relationships/video" Target="file:///D:\SynologyDrive\04_&#35838;&#20214;\&#25968;&#23383;&#36923;&#36753;&#23454;&#39564;&#35838;&#35838;&#20214;\Quartus%20II&#36719;&#20214;&#20837;&#38376;&#25805;&#20316;\7-Verilog%20HDL&#25991;&#20214;&#30340;&#24405;&#20837;.mp4" TargetMode="External"/><Relationship Id="rId3" Type="http://schemas.openxmlformats.org/officeDocument/2006/relationships/tags" Target="../tags/tag271.xml"/><Relationship Id="rId2" Type="http://schemas.openxmlformats.org/officeDocument/2006/relationships/tags" Target="../tags/tag270.xml"/><Relationship Id="rId1" Type="http://schemas.openxmlformats.org/officeDocument/2006/relationships/tags" Target="../tags/tag269.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278.xml"/><Relationship Id="rId5" Type="http://schemas.openxmlformats.org/officeDocument/2006/relationships/tags" Target="../tags/tag277.xml"/><Relationship Id="rId4" Type="http://schemas.openxmlformats.org/officeDocument/2006/relationships/tags" Target="../tags/tag276.xml"/><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282.xml"/><Relationship Id="rId6" Type="http://schemas.openxmlformats.org/officeDocument/2006/relationships/image" Target="../media/image7.png"/><Relationship Id="rId5" Type="http://schemas.microsoft.com/office/2007/relationships/media" Target="file:///D:\SynologyDrive\04_&#35838;&#20214;\&#25968;&#23383;&#36923;&#36753;&#23454;&#39564;&#35838;&#35838;&#20214;\Verilog&#19982;&#32452;&#21512;&#30005;&#36335;&#35774;&#35745;.mp4" TargetMode="External"/><Relationship Id="rId4" Type="http://schemas.openxmlformats.org/officeDocument/2006/relationships/video" Target="file:///D:\SynologyDrive\04_&#35838;&#20214;\&#25968;&#23383;&#36923;&#36753;&#23454;&#39564;&#35838;&#35838;&#20214;\Verilog&#19982;&#32452;&#21512;&#30005;&#36335;&#35774;&#35745;.mp4" TargetMode="External"/><Relationship Id="rId3" Type="http://schemas.openxmlformats.org/officeDocument/2006/relationships/tags" Target="../tags/tag281.xml"/><Relationship Id="rId2" Type="http://schemas.openxmlformats.org/officeDocument/2006/relationships/tags" Target="../tags/tag280.xml"/><Relationship Id="rId1" Type="http://schemas.openxmlformats.org/officeDocument/2006/relationships/tags" Target="../tags/tag279.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18.xml"/><Relationship Id="rId7" Type="http://schemas.openxmlformats.org/officeDocument/2006/relationships/tags" Target="../tags/tag286.xml"/><Relationship Id="rId6" Type="http://schemas.openxmlformats.org/officeDocument/2006/relationships/image" Target="../media/image8.png"/><Relationship Id="rId5" Type="http://schemas.microsoft.com/office/2007/relationships/media" Target="file:///D:\SynologyDrive\04_&#35838;&#20214;\&#25968;&#23383;&#36923;&#36753;&#23454;&#39564;&#35838;&#35838;&#20214;\Verilog&#19982;&#26102;&#24207;&#30005;&#36335;&#35774;&#35745;.mp4" TargetMode="External"/><Relationship Id="rId4" Type="http://schemas.openxmlformats.org/officeDocument/2006/relationships/video" Target="file:///D:\SynologyDrive\04_&#35838;&#20214;\&#25968;&#23383;&#36923;&#36753;&#23454;&#39564;&#35838;&#35838;&#20214;\Verilog&#19982;&#26102;&#24207;&#30005;&#36335;&#35774;&#35745;.mp4" TargetMode="External"/><Relationship Id="rId3" Type="http://schemas.openxmlformats.org/officeDocument/2006/relationships/tags" Target="../tags/tag285.xml"/><Relationship Id="rId2" Type="http://schemas.openxmlformats.org/officeDocument/2006/relationships/tags" Target="../tags/tag284.xml"/><Relationship Id="rId1" Type="http://schemas.openxmlformats.org/officeDocument/2006/relationships/tags" Target="../tags/tag283.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90.xml"/><Relationship Id="rId3" Type="http://schemas.openxmlformats.org/officeDocument/2006/relationships/tags" Target="../tags/tag289.xml"/><Relationship Id="rId2" Type="http://schemas.openxmlformats.org/officeDocument/2006/relationships/tags" Target="../tags/tag288.xml"/><Relationship Id="rId1" Type="http://schemas.openxmlformats.org/officeDocument/2006/relationships/tags" Target="../tags/tag287.xml"/></Relationships>
</file>

<file path=ppt/slides/_rels/slide16.xml.rels><?xml version="1.0" encoding="UTF-8" standalone="yes"?>
<Relationships xmlns="http://schemas.openxmlformats.org/package/2006/relationships"><Relationship Id="rId9" Type="http://schemas.openxmlformats.org/officeDocument/2006/relationships/tags" Target="../tags/tag299.xml"/><Relationship Id="rId8" Type="http://schemas.openxmlformats.org/officeDocument/2006/relationships/tags" Target="../tags/tag298.xml"/><Relationship Id="rId7" Type="http://schemas.openxmlformats.org/officeDocument/2006/relationships/tags" Target="../tags/tag297.xml"/><Relationship Id="rId6" Type="http://schemas.openxmlformats.org/officeDocument/2006/relationships/tags" Target="../tags/tag296.xml"/><Relationship Id="rId5" Type="http://schemas.openxmlformats.org/officeDocument/2006/relationships/tags" Target="../tags/tag295.xml"/><Relationship Id="rId4" Type="http://schemas.openxmlformats.org/officeDocument/2006/relationships/tags" Target="../tags/tag294.xml"/><Relationship Id="rId3" Type="http://schemas.openxmlformats.org/officeDocument/2006/relationships/tags" Target="../tags/tag293.xml"/><Relationship Id="rId2" Type="http://schemas.openxmlformats.org/officeDocument/2006/relationships/tags" Target="../tags/tag292.xml"/><Relationship Id="rId16" Type="http://schemas.openxmlformats.org/officeDocument/2006/relationships/slideLayout" Target="../slideLayouts/slideLayout18.xml"/><Relationship Id="rId15" Type="http://schemas.openxmlformats.org/officeDocument/2006/relationships/tags" Target="../tags/tag305.xml"/><Relationship Id="rId14" Type="http://schemas.openxmlformats.org/officeDocument/2006/relationships/tags" Target="../tags/tag304.xml"/><Relationship Id="rId13" Type="http://schemas.openxmlformats.org/officeDocument/2006/relationships/tags" Target="../tags/tag303.xml"/><Relationship Id="rId12" Type="http://schemas.openxmlformats.org/officeDocument/2006/relationships/tags" Target="../tags/tag302.xml"/><Relationship Id="rId11" Type="http://schemas.openxmlformats.org/officeDocument/2006/relationships/tags" Target="../tags/tag301.xml"/><Relationship Id="rId10" Type="http://schemas.openxmlformats.org/officeDocument/2006/relationships/tags" Target="../tags/tag300.xml"/><Relationship Id="rId1" Type="http://schemas.openxmlformats.org/officeDocument/2006/relationships/tags" Target="../tags/tag291.xml"/></Relationships>
</file>

<file path=ppt/slides/_rels/slide17.xml.rels><?xml version="1.0" encoding="UTF-8" standalone="yes"?>
<Relationships xmlns="http://schemas.openxmlformats.org/package/2006/relationships"><Relationship Id="rId9" Type="http://schemas.openxmlformats.org/officeDocument/2006/relationships/tags" Target="../tags/tag314.xml"/><Relationship Id="rId8" Type="http://schemas.openxmlformats.org/officeDocument/2006/relationships/tags" Target="../tags/tag313.xml"/><Relationship Id="rId7" Type="http://schemas.openxmlformats.org/officeDocument/2006/relationships/tags" Target="../tags/tag312.xml"/><Relationship Id="rId6" Type="http://schemas.openxmlformats.org/officeDocument/2006/relationships/tags" Target="../tags/tag311.xml"/><Relationship Id="rId50" Type="http://schemas.openxmlformats.org/officeDocument/2006/relationships/vmlDrawing" Target="../drawings/vmlDrawing1.vml"/><Relationship Id="rId5" Type="http://schemas.openxmlformats.org/officeDocument/2006/relationships/tags" Target="../tags/tag310.xml"/><Relationship Id="rId49" Type="http://schemas.openxmlformats.org/officeDocument/2006/relationships/slideLayout" Target="../slideLayouts/slideLayout18.xml"/><Relationship Id="rId48" Type="http://schemas.openxmlformats.org/officeDocument/2006/relationships/tags" Target="../tags/tag333.xml"/><Relationship Id="rId47" Type="http://schemas.openxmlformats.org/officeDocument/2006/relationships/tags" Target="../tags/tag332.xml"/><Relationship Id="rId46" Type="http://schemas.openxmlformats.org/officeDocument/2006/relationships/tags" Target="../tags/tag331.xml"/><Relationship Id="rId45" Type="http://schemas.openxmlformats.org/officeDocument/2006/relationships/image" Target="../media/image18.wmf"/><Relationship Id="rId44" Type="http://schemas.openxmlformats.org/officeDocument/2006/relationships/oleObject" Target="../embeddings/oleObject10.bin"/><Relationship Id="rId43" Type="http://schemas.openxmlformats.org/officeDocument/2006/relationships/image" Target="../media/image17.wmf"/><Relationship Id="rId42" Type="http://schemas.openxmlformats.org/officeDocument/2006/relationships/oleObject" Target="../embeddings/oleObject9.bin"/><Relationship Id="rId41" Type="http://schemas.openxmlformats.org/officeDocument/2006/relationships/image" Target="../media/image16.wmf"/><Relationship Id="rId40" Type="http://schemas.openxmlformats.org/officeDocument/2006/relationships/oleObject" Target="../embeddings/oleObject8.bin"/><Relationship Id="rId4" Type="http://schemas.openxmlformats.org/officeDocument/2006/relationships/tags" Target="../tags/tag309.xml"/><Relationship Id="rId39" Type="http://schemas.openxmlformats.org/officeDocument/2006/relationships/image" Target="../media/image15.wmf"/><Relationship Id="rId38" Type="http://schemas.openxmlformats.org/officeDocument/2006/relationships/oleObject" Target="../embeddings/oleObject7.bin"/><Relationship Id="rId37" Type="http://schemas.openxmlformats.org/officeDocument/2006/relationships/tags" Target="../tags/tag330.xml"/><Relationship Id="rId36" Type="http://schemas.openxmlformats.org/officeDocument/2006/relationships/tags" Target="../tags/tag329.xml"/><Relationship Id="rId35" Type="http://schemas.openxmlformats.org/officeDocument/2006/relationships/image" Target="../media/image14.wmf"/><Relationship Id="rId34" Type="http://schemas.openxmlformats.org/officeDocument/2006/relationships/oleObject" Target="../embeddings/oleObject6.bin"/><Relationship Id="rId33" Type="http://schemas.openxmlformats.org/officeDocument/2006/relationships/image" Target="../media/image13.wmf"/><Relationship Id="rId32" Type="http://schemas.openxmlformats.org/officeDocument/2006/relationships/oleObject" Target="../embeddings/oleObject5.bin"/><Relationship Id="rId31" Type="http://schemas.openxmlformats.org/officeDocument/2006/relationships/image" Target="../media/image12.wmf"/><Relationship Id="rId30" Type="http://schemas.openxmlformats.org/officeDocument/2006/relationships/oleObject" Target="../embeddings/oleObject4.bin"/><Relationship Id="rId3" Type="http://schemas.openxmlformats.org/officeDocument/2006/relationships/tags" Target="../tags/tag308.xml"/><Relationship Id="rId29" Type="http://schemas.openxmlformats.org/officeDocument/2006/relationships/image" Target="../media/image11.wmf"/><Relationship Id="rId28" Type="http://schemas.openxmlformats.org/officeDocument/2006/relationships/oleObject" Target="../embeddings/oleObject3.bin"/><Relationship Id="rId27" Type="http://schemas.openxmlformats.org/officeDocument/2006/relationships/image" Target="../media/image10.wmf"/><Relationship Id="rId26" Type="http://schemas.openxmlformats.org/officeDocument/2006/relationships/oleObject" Target="../embeddings/oleObject2.bin"/><Relationship Id="rId25" Type="http://schemas.openxmlformats.org/officeDocument/2006/relationships/image" Target="../media/image9.wmf"/><Relationship Id="rId24" Type="http://schemas.openxmlformats.org/officeDocument/2006/relationships/oleObject" Target="../embeddings/oleObject1.bin"/><Relationship Id="rId23" Type="http://schemas.openxmlformats.org/officeDocument/2006/relationships/tags" Target="../tags/tag328.xml"/><Relationship Id="rId22" Type="http://schemas.openxmlformats.org/officeDocument/2006/relationships/tags" Target="../tags/tag327.xml"/><Relationship Id="rId21" Type="http://schemas.openxmlformats.org/officeDocument/2006/relationships/tags" Target="../tags/tag326.xml"/><Relationship Id="rId20" Type="http://schemas.openxmlformats.org/officeDocument/2006/relationships/tags" Target="../tags/tag325.xml"/><Relationship Id="rId2" Type="http://schemas.openxmlformats.org/officeDocument/2006/relationships/tags" Target="../tags/tag307.xml"/><Relationship Id="rId19" Type="http://schemas.openxmlformats.org/officeDocument/2006/relationships/tags" Target="../tags/tag324.xml"/><Relationship Id="rId18" Type="http://schemas.openxmlformats.org/officeDocument/2006/relationships/tags" Target="../tags/tag323.xml"/><Relationship Id="rId17" Type="http://schemas.openxmlformats.org/officeDocument/2006/relationships/tags" Target="../tags/tag322.xml"/><Relationship Id="rId16" Type="http://schemas.openxmlformats.org/officeDocument/2006/relationships/tags" Target="../tags/tag321.xml"/><Relationship Id="rId15" Type="http://schemas.openxmlformats.org/officeDocument/2006/relationships/tags" Target="../tags/tag320.xml"/><Relationship Id="rId14" Type="http://schemas.openxmlformats.org/officeDocument/2006/relationships/tags" Target="../tags/tag319.xml"/><Relationship Id="rId13" Type="http://schemas.openxmlformats.org/officeDocument/2006/relationships/tags" Target="../tags/tag318.xml"/><Relationship Id="rId12" Type="http://schemas.openxmlformats.org/officeDocument/2006/relationships/tags" Target="../tags/tag317.xml"/><Relationship Id="rId11" Type="http://schemas.openxmlformats.org/officeDocument/2006/relationships/tags" Target="../tags/tag316.xml"/><Relationship Id="rId10" Type="http://schemas.openxmlformats.org/officeDocument/2006/relationships/tags" Target="../tags/tag315.xml"/><Relationship Id="rId1" Type="http://schemas.openxmlformats.org/officeDocument/2006/relationships/tags" Target="../tags/tag306.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341.xml"/><Relationship Id="rId7" Type="http://schemas.openxmlformats.org/officeDocument/2006/relationships/tags" Target="../tags/tag340.xml"/><Relationship Id="rId6" Type="http://schemas.openxmlformats.org/officeDocument/2006/relationships/tags" Target="../tags/tag339.xml"/><Relationship Id="rId5" Type="http://schemas.openxmlformats.org/officeDocument/2006/relationships/tags" Target="../tags/tag338.xml"/><Relationship Id="rId4" Type="http://schemas.openxmlformats.org/officeDocument/2006/relationships/tags" Target="../tags/tag337.xml"/><Relationship Id="rId3" Type="http://schemas.openxmlformats.org/officeDocument/2006/relationships/tags" Target="../tags/tag336.xml"/><Relationship Id="rId2" Type="http://schemas.openxmlformats.org/officeDocument/2006/relationships/tags" Target="../tags/tag335.xml"/><Relationship Id="rId1" Type="http://schemas.openxmlformats.org/officeDocument/2006/relationships/tags" Target="../tags/tag334.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349.xml"/><Relationship Id="rId7" Type="http://schemas.openxmlformats.org/officeDocument/2006/relationships/tags" Target="../tags/tag348.xml"/><Relationship Id="rId6" Type="http://schemas.openxmlformats.org/officeDocument/2006/relationships/tags" Target="../tags/tag347.xml"/><Relationship Id="rId5" Type="http://schemas.openxmlformats.org/officeDocument/2006/relationships/tags" Target="../tags/tag346.xml"/><Relationship Id="rId4" Type="http://schemas.openxmlformats.org/officeDocument/2006/relationships/tags" Target="../tags/tag345.xml"/><Relationship Id="rId3" Type="http://schemas.openxmlformats.org/officeDocument/2006/relationships/tags" Target="../tags/tag344.xml"/><Relationship Id="rId2" Type="http://schemas.openxmlformats.org/officeDocument/2006/relationships/tags" Target="../tags/tag343.xml"/><Relationship Id="rId1" Type="http://schemas.openxmlformats.org/officeDocument/2006/relationships/tags" Target="../tags/tag342.xml"/></Relationships>
</file>

<file path=ppt/slides/_rels/slide20.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oleObject" Target="../embeddings/oleObject12.bin"/><Relationship Id="rId7" Type="http://schemas.openxmlformats.org/officeDocument/2006/relationships/image" Target="../media/image19.png"/><Relationship Id="rId6" Type="http://schemas.openxmlformats.org/officeDocument/2006/relationships/oleObject" Target="../embeddings/oleObject11.bin"/><Relationship Id="rId5" Type="http://schemas.openxmlformats.org/officeDocument/2006/relationships/tags" Target="../tags/tag354.xml"/><Relationship Id="rId4" Type="http://schemas.openxmlformats.org/officeDocument/2006/relationships/tags" Target="../tags/tag353.xml"/><Relationship Id="rId3" Type="http://schemas.openxmlformats.org/officeDocument/2006/relationships/tags" Target="../tags/tag352.xml"/><Relationship Id="rId2" Type="http://schemas.openxmlformats.org/officeDocument/2006/relationships/tags" Target="../tags/tag351.xml"/><Relationship Id="rId12" Type="http://schemas.openxmlformats.org/officeDocument/2006/relationships/vmlDrawing" Target="../drawings/vmlDrawing2.vml"/><Relationship Id="rId11" Type="http://schemas.openxmlformats.org/officeDocument/2006/relationships/slideLayout" Target="../slideLayouts/slideLayout18.xml"/><Relationship Id="rId10" Type="http://schemas.openxmlformats.org/officeDocument/2006/relationships/tags" Target="../tags/tag355.xml"/><Relationship Id="rId1" Type="http://schemas.openxmlformats.org/officeDocument/2006/relationships/tags" Target="../tags/tag350.xml"/></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361.xml"/><Relationship Id="rId5" Type="http://schemas.openxmlformats.org/officeDocument/2006/relationships/tags" Target="../tags/tag360.xml"/><Relationship Id="rId4" Type="http://schemas.openxmlformats.org/officeDocument/2006/relationships/tags" Target="../tags/tag359.xml"/><Relationship Id="rId3" Type="http://schemas.openxmlformats.org/officeDocument/2006/relationships/tags" Target="../tags/tag358.xml"/><Relationship Id="rId2" Type="http://schemas.openxmlformats.org/officeDocument/2006/relationships/tags" Target="../tags/tag357.xml"/><Relationship Id="rId1" Type="http://schemas.openxmlformats.org/officeDocument/2006/relationships/tags" Target="../tags/tag356.xml"/></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367.xml"/><Relationship Id="rId5" Type="http://schemas.openxmlformats.org/officeDocument/2006/relationships/tags" Target="../tags/tag366.xml"/><Relationship Id="rId4" Type="http://schemas.openxmlformats.org/officeDocument/2006/relationships/tags" Target="../tags/tag365.xml"/><Relationship Id="rId3" Type="http://schemas.openxmlformats.org/officeDocument/2006/relationships/tags" Target="../tags/tag364.xml"/><Relationship Id="rId2" Type="http://schemas.openxmlformats.org/officeDocument/2006/relationships/tags" Target="../tags/tag363.xml"/><Relationship Id="rId1" Type="http://schemas.openxmlformats.org/officeDocument/2006/relationships/tags" Target="../tags/tag362.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373.xml"/><Relationship Id="rId5" Type="http://schemas.openxmlformats.org/officeDocument/2006/relationships/tags" Target="../tags/tag372.xml"/><Relationship Id="rId4" Type="http://schemas.openxmlformats.org/officeDocument/2006/relationships/tags" Target="../tags/tag371.xml"/><Relationship Id="rId3" Type="http://schemas.openxmlformats.org/officeDocument/2006/relationships/tags" Target="../tags/tag370.xml"/><Relationship Id="rId2" Type="http://schemas.openxmlformats.org/officeDocument/2006/relationships/tags" Target="../tags/tag369.xml"/><Relationship Id="rId1" Type="http://schemas.openxmlformats.org/officeDocument/2006/relationships/tags" Target="../tags/tag368.xml"/></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379.xml"/><Relationship Id="rId5" Type="http://schemas.openxmlformats.org/officeDocument/2006/relationships/tags" Target="../tags/tag378.xml"/><Relationship Id="rId4" Type="http://schemas.openxmlformats.org/officeDocument/2006/relationships/tags" Target="../tags/tag377.xml"/><Relationship Id="rId3" Type="http://schemas.openxmlformats.org/officeDocument/2006/relationships/tags" Target="../tags/tag376.xml"/><Relationship Id="rId2" Type="http://schemas.openxmlformats.org/officeDocument/2006/relationships/tags" Target="../tags/tag375.xml"/><Relationship Id="rId1" Type="http://schemas.openxmlformats.org/officeDocument/2006/relationships/tags" Target="../tags/tag374.xml"/></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385.xml"/><Relationship Id="rId5" Type="http://schemas.openxmlformats.org/officeDocument/2006/relationships/tags" Target="../tags/tag384.xml"/><Relationship Id="rId4" Type="http://schemas.openxmlformats.org/officeDocument/2006/relationships/tags" Target="../tags/tag383.xml"/><Relationship Id="rId3" Type="http://schemas.openxmlformats.org/officeDocument/2006/relationships/tags" Target="../tags/tag382.xml"/><Relationship Id="rId2" Type="http://schemas.openxmlformats.org/officeDocument/2006/relationships/tags" Target="../tags/tag381.xml"/><Relationship Id="rId1" Type="http://schemas.openxmlformats.org/officeDocument/2006/relationships/tags" Target="../tags/tag380.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389.xml"/><Relationship Id="rId3" Type="http://schemas.openxmlformats.org/officeDocument/2006/relationships/tags" Target="../tags/tag388.xml"/><Relationship Id="rId2" Type="http://schemas.openxmlformats.org/officeDocument/2006/relationships/tags" Target="../tags/tag387.xml"/><Relationship Id="rId1" Type="http://schemas.openxmlformats.org/officeDocument/2006/relationships/tags" Target="../tags/tag386.xml"/></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tags" Target="../tags/tag395.xml"/><Relationship Id="rId5" Type="http://schemas.openxmlformats.org/officeDocument/2006/relationships/tags" Target="../tags/tag394.xml"/><Relationship Id="rId4" Type="http://schemas.openxmlformats.org/officeDocument/2006/relationships/tags" Target="../tags/tag393.xml"/><Relationship Id="rId3" Type="http://schemas.openxmlformats.org/officeDocument/2006/relationships/tags" Target="../tags/tag392.xml"/><Relationship Id="rId2" Type="http://schemas.openxmlformats.org/officeDocument/2006/relationships/tags" Target="../tags/tag391.xml"/><Relationship Id="rId1" Type="http://schemas.openxmlformats.org/officeDocument/2006/relationships/tags" Target="../tags/tag3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p:txBody>
          <a:bodyPr>
            <a:normAutofit fontScale="90000"/>
          </a:bodyPr>
          <a:p>
            <a:pPr marL="0" indent="0" algn="ctr">
              <a:lnSpc>
                <a:spcPct val="100000"/>
              </a:lnSpc>
              <a:spcBef>
                <a:spcPts val="0"/>
              </a:spcBef>
              <a:spcAft>
                <a:spcPts val="0"/>
              </a:spcAft>
              <a:buSzPct val="100000"/>
              <a:buNone/>
            </a:pPr>
            <a:r>
              <a:rPr lang="zh-CN" altLang="en-US" sz="5900">
                <a:solidFill>
                  <a:schemeClr val="accent1"/>
                </a:solidFill>
                <a:sym typeface="+mn-ea"/>
              </a:rPr>
              <a:t>数 字 逻 辑</a:t>
            </a:r>
            <a:br>
              <a:rPr lang="zh-CN" altLang="en-US" sz="5900">
                <a:solidFill>
                  <a:schemeClr val="accent1"/>
                </a:solidFill>
                <a:sym typeface="+mn-ea"/>
              </a:rPr>
            </a:br>
            <a:r>
              <a:rPr lang="zh-CN" altLang="en-US" sz="5900">
                <a:solidFill>
                  <a:schemeClr val="accent1"/>
                </a:solidFill>
                <a:sym typeface="+mn-ea"/>
              </a:rPr>
              <a:t>实 验 指 导 书</a:t>
            </a:r>
            <a:endParaRPr lang="zh-CN" altLang="en-US" sz="5900">
              <a:solidFill>
                <a:schemeClr val="accent1"/>
              </a:solidFill>
              <a:sym typeface="+mn-ea"/>
            </a:endParaRPr>
          </a:p>
        </p:txBody>
      </p:sp>
      <p:sp>
        <p:nvSpPr>
          <p:cNvPr id="5" name="副标题 4"/>
          <p:cNvSpPr>
            <a:spLocks noGrp="1"/>
          </p:cNvSpPr>
          <p:nvPr>
            <p:ph type="subTitle" idx="1"/>
            <p:custDataLst>
              <p:tags r:id="rId2"/>
            </p:custDataLst>
          </p:nvPr>
        </p:nvSpPr>
        <p:spPr/>
        <p:txBody>
          <a:bodyPr>
            <a:normAutofit fontScale="50000"/>
          </a:bodyPr>
          <a:p>
            <a:pPr marL="0" indent="0" algn="ctr">
              <a:lnSpc>
                <a:spcPct val="100000"/>
              </a:lnSpc>
              <a:spcBef>
                <a:spcPts val="0"/>
              </a:spcBef>
              <a:spcAft>
                <a:spcPts val="1000"/>
              </a:spcAft>
              <a:buSzPct val="100000"/>
              <a:buNone/>
            </a:pPr>
            <a:r>
              <a:rPr lang="en-US" altLang="zh-CN" sz="2800">
                <a:solidFill>
                  <a:schemeClr val="dk1">
                    <a:lumMod val="85000"/>
                    <a:lumOff val="15000"/>
                  </a:schemeClr>
                </a:solidFill>
                <a:sym typeface="+mn-ea"/>
              </a:rPr>
              <a:t>2023年</a:t>
            </a:r>
            <a:endParaRPr lang="en-US" altLang="zh-CN" sz="2800">
              <a:solidFill>
                <a:schemeClr val="dk1">
                  <a:lumMod val="85000"/>
                  <a:lumOff val="15000"/>
                </a:schemeClr>
              </a:solidFill>
              <a:sym typeface="+mn-ea"/>
            </a:endParaRPr>
          </a:p>
          <a:p>
            <a:pPr marL="0" lvl="0">
              <a:buNone/>
            </a:pPr>
            <a:r>
              <a:rPr lang="en-US" altLang="zh-CN" sz="2800">
                <a:solidFill>
                  <a:schemeClr val="dk1">
                    <a:lumMod val="85000"/>
                    <a:lumOff val="15000"/>
                  </a:schemeClr>
                </a:solidFill>
                <a:sym typeface="+mn-ea"/>
              </a:rPr>
              <a:t>洪博为 hongbw@qut.edu.cn</a:t>
            </a:r>
            <a:endParaRPr lang="en-US" altLang="zh-CN" sz="2800">
              <a:solidFill>
                <a:schemeClr val="dk1">
                  <a:lumMod val="85000"/>
                  <a:lumOff val="15000"/>
                </a:schemeClr>
              </a:solidFill>
              <a:sym typeface="+mn-ea"/>
            </a:endParaRPr>
          </a:p>
        </p:txBody>
      </p:sp>
      <p:sp>
        <p:nvSpPr>
          <p:cNvPr id="12" name="文本占位符 11"/>
          <p:cNvSpPr>
            <a:spLocks noGrp="1"/>
          </p:cNvSpPr>
          <p:nvPr>
            <p:ph type="body" sz="quarter" idx="13"/>
            <p:custDataLst>
              <p:tags r:id="rId3"/>
            </p:custDataLst>
          </p:nvPr>
        </p:nvSpPr>
        <p:spPr/>
        <p:txBody>
          <a:bodyPr/>
          <a:p>
            <a:r>
              <a:rPr lang="zh-CN" altLang="en-US" sz="1400">
                <a:solidFill>
                  <a:schemeClr val="dk1">
                    <a:lumMod val="85000"/>
                    <a:lumOff val="15000"/>
                  </a:schemeClr>
                </a:solidFill>
                <a:sym typeface="+mn-lt"/>
              </a:rPr>
              <a:t>汇报人姓名</a:t>
            </a:r>
            <a:endParaRPr lang="zh-CN" altLang="en-US" sz="1400">
              <a:solidFill>
                <a:schemeClr val="dk1">
                  <a:lumMod val="85000"/>
                  <a:lumOff val="15000"/>
                </a:schemeClr>
              </a:solidFill>
              <a:sym typeface="+mn-lt"/>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custDataLst>
              <p:tags r:id="rId1"/>
            </p:custDataLst>
          </p:nvPr>
        </p:nvSpPr>
        <p:spPr>
          <a:xfrm>
            <a:off x="5848733" y="2181976"/>
            <a:ext cx="655949" cy="1107996"/>
          </a:xfrm>
          <a:prstGeom prst="rect">
            <a:avLst/>
          </a:prstGeom>
          <a:noFill/>
        </p:spPr>
        <p:txBody>
          <a:bodyPr wrap="square" rtlCol="0">
            <a:normAutofit fontScale="90000"/>
          </a:bodyPr>
          <a:p>
            <a:r>
              <a:rPr lang="en-US" altLang="zh-CN" sz="6600" dirty="0">
                <a:solidFill>
                  <a:schemeClr val="dk1">
                    <a:lumMod val="85000"/>
                    <a:lumOff val="15000"/>
                  </a:schemeClr>
                </a:solidFill>
                <a:latin typeface="Arial" panose="020B0604020202020204" pitchFamily="34" charset="0"/>
                <a:ea typeface="微软雅黑" panose="020B0503020204020204" charset="-122"/>
                <a:cs typeface="Arial" panose="020B0604020202020204" pitchFamily="34" charset="0"/>
              </a:rPr>
              <a:t>1</a:t>
            </a:r>
            <a:endParaRPr lang="en-US" altLang="zh-CN" sz="6600" dirty="0">
              <a:solidFill>
                <a:schemeClr val="dk1">
                  <a:lumMod val="85000"/>
                  <a:lumOff val="15000"/>
                </a:schemeClr>
              </a:solidFill>
              <a:latin typeface="Arial" panose="020B0604020202020204" pitchFamily="34" charset="0"/>
              <a:ea typeface="微软雅黑" panose="020B0503020204020204" charset="-122"/>
              <a:cs typeface="Arial" panose="020B0604020202020204" pitchFamily="34" charset="0"/>
            </a:endParaRPr>
          </a:p>
        </p:txBody>
      </p:sp>
      <p:sp>
        <p:nvSpPr>
          <p:cNvPr id="2" name="标题 1"/>
          <p:cNvSpPr>
            <a:spLocks noGrp="1"/>
          </p:cNvSpPr>
          <p:nvPr>
            <p:ph type="title"/>
            <p:custDataLst>
              <p:tags r:id="rId2"/>
            </p:custDataLst>
          </p:nvPr>
        </p:nvSpPr>
        <p:spPr/>
        <p:txBody>
          <a:bodyPr/>
          <a:p>
            <a:pPr marL="0" indent="0" algn="ctr">
              <a:lnSpc>
                <a:spcPct val="100000"/>
              </a:lnSpc>
              <a:spcBef>
                <a:spcPts val="0"/>
              </a:spcBef>
              <a:spcAft>
                <a:spcPts val="0"/>
              </a:spcAft>
              <a:buSzPct val="100000"/>
              <a:buNone/>
            </a:pPr>
            <a:r>
              <a:rPr lang="zh-CN" altLang="en-US" sz="4000">
                <a:solidFill>
                  <a:schemeClr val="accent1"/>
                </a:solidFill>
              </a:rPr>
              <a:t>实验环境与软件操作</a:t>
            </a:r>
            <a:endParaRPr lang="zh-CN" altLang="en-US" sz="4000">
              <a:solidFill>
                <a:schemeClr val="accent1"/>
              </a:solidFill>
            </a:endParaRPr>
          </a:p>
        </p:txBody>
      </p:sp>
      <p:sp>
        <p:nvSpPr>
          <p:cNvPr id="5" name="文本框 4"/>
          <p:cNvSpPr txBox="1"/>
          <p:nvPr>
            <p:custDataLst>
              <p:tags r:id="rId3"/>
            </p:custDataLst>
          </p:nvPr>
        </p:nvSpPr>
        <p:spPr>
          <a:xfrm>
            <a:off x="5577367" y="1958149"/>
            <a:ext cx="1427629" cy="306705"/>
          </a:xfrm>
          <a:prstGeom prst="rect">
            <a:avLst/>
          </a:prstGeom>
          <a:noFill/>
        </p:spPr>
        <p:txBody>
          <a:bodyPr wrap="square" rtlCol="0">
            <a:normAutofit/>
          </a:bodyPr>
          <a:p>
            <a:pPr algn="ctr"/>
            <a:r>
              <a:rPr lang="en-US" altLang="zh-CN" sz="1400" kern="2600" spc="2000">
                <a:solidFill>
                  <a:schemeClr val="dk1"/>
                </a:solidFill>
                <a:uFillTx/>
                <a:latin typeface="Arial" panose="020B0604020202020204" pitchFamily="34" charset="0"/>
                <a:ea typeface="微软雅黑" panose="020B0503020204020204" charset="-122"/>
                <a:cs typeface="Arial" panose="020B0604020202020204" pitchFamily="34" charset="0"/>
              </a:rPr>
              <a:t>ONE</a:t>
            </a:r>
            <a:endParaRPr lang="en-US" altLang="zh-CN" sz="1400" kern="2600" spc="2000">
              <a:solidFill>
                <a:schemeClr val="dk1"/>
              </a:solidFill>
              <a:uFillTx/>
              <a:latin typeface="Arial" panose="020B0604020202020204" pitchFamily="34" charset="0"/>
              <a:ea typeface="微软雅黑" panose="020B0503020204020204" charset="-122"/>
              <a:cs typeface="Arial" panose="020B0604020202020204" pitchFamily="34" charset="0"/>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ph type="title" idx="4294967295"/>
            <p:custDataLst>
              <p:tags r:id="rId4"/>
            </p:custDataLst>
          </p:nvPr>
        </p:nvSpPr>
        <p:spPr>
          <a:xfrm>
            <a:off x="608400" y="608400"/>
            <a:ext cx="10969200" cy="705600"/>
          </a:xfr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pPr lvl="0" algn="l">
              <a:buClrTx/>
              <a:buSzTx/>
              <a:buFontTx/>
            </a:pPr>
            <a:r>
              <a:rPr lang="zh-CN" altLang="en-US">
                <a:solidFill>
                  <a:schemeClr val="dk1">
                    <a:lumMod val="85000"/>
                    <a:lumOff val="15000"/>
                  </a:schemeClr>
                </a:solidFill>
                <a:latin typeface="汉仪旗黑-85S" panose="00020600040101010101" pitchFamily="18" charset="-122"/>
                <a:ea typeface="汉仪旗黑-85S" panose="00020600040101010101" pitchFamily="18" charset="-122"/>
                <a:sym typeface="+mn-ea"/>
              </a:rPr>
              <a:t>关于工程文件的</a:t>
            </a:r>
            <a:r>
              <a:rPr lang="zh-CN" altLang="en-US">
                <a:solidFill>
                  <a:schemeClr val="dk1">
                    <a:lumMod val="85000"/>
                    <a:lumOff val="15000"/>
                  </a:schemeClr>
                </a:solidFill>
                <a:latin typeface="汉仪旗黑-85S" panose="00020600040101010101" pitchFamily="18" charset="-122"/>
                <a:ea typeface="汉仪旗黑-85S" panose="00020600040101010101" pitchFamily="18" charset="-122"/>
                <a:sym typeface="+mn-ea"/>
              </a:rPr>
              <a:t>保存</a:t>
            </a:r>
            <a:endParaRPr lang="zh-CN" altLang="en-US">
              <a:solidFill>
                <a:schemeClr val="dk1">
                  <a:lumMod val="85000"/>
                  <a:lumOff val="15000"/>
                </a:schemeClr>
              </a:solidFill>
              <a:latin typeface="汉仪旗黑-85S" panose="00020600040101010101" pitchFamily="18" charset="-122"/>
              <a:ea typeface="汉仪旗黑-85S" panose="00020600040101010101" pitchFamily="18" charset="-122"/>
              <a:sym typeface="+mn-ea"/>
            </a:endParaRPr>
          </a:p>
        </p:txBody>
      </p:sp>
      <p:sp>
        <p:nvSpPr>
          <p:cNvPr id="3" name="内容占位符 2"/>
          <p:cNvSpPr>
            <a:spLocks noGrp="1"/>
          </p:cNvSpPr>
          <p:nvPr>
            <p:ph idx="4294967295"/>
            <p:custDataLst>
              <p:tags r:id="rId5"/>
            </p:custDataLst>
          </p:nvPr>
        </p:nvSpPr>
        <p:spPr>
          <a:xfrm>
            <a:off x="608400" y="1490400"/>
            <a:ext cx="10969200" cy="4759200"/>
          </a:xfr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buClrTx/>
              <a:buSzTx/>
            </a:pP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每个同学应该注意在每次实验结束后，将程序等文件保存在自己的优盘上。</a:t>
            </a:r>
            <a:endPar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千万不要</a:t>
            </a: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把自己的程序等文件保存在桌面、</a:t>
            </a: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C</a:t>
            </a: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：或</a:t>
            </a: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D</a:t>
            </a: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：盘上。关机后都消失了。</a:t>
            </a:r>
            <a:endPar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不要</a:t>
            </a: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用汉字作为文件名、文件夹名，命名也不要带空格。</a:t>
            </a:r>
            <a:endPar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文件名、实体名、信号名、变量名等</a:t>
            </a: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必须以字母开头</a:t>
            </a: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Quartus II 13.1 </a:t>
            </a: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的许可证有效期为</a:t>
            </a: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1</a:t>
            </a: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个月，刚好覆盖实验。</a:t>
            </a:r>
            <a:endPar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本实验不介绍软件安装的有关内容</a:t>
            </a:r>
            <a:endPar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endParaRPr lang="zh-CN" altLang="en-US"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ph type="title" idx="4294967295"/>
            <p:custDataLst>
              <p:tags r:id="rId4"/>
            </p:custDataLst>
          </p:nvPr>
        </p:nvSpPr>
        <p:spPr>
          <a:xfrm>
            <a:off x="608400" y="608400"/>
            <a:ext cx="10969200" cy="705600"/>
          </a:xfr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pPr lvl="0" algn="l">
              <a:buClrTx/>
              <a:buSzTx/>
              <a:buFontTx/>
            </a:pPr>
            <a:r>
              <a:rPr lang="en-US" altLang="zh-CN" dirty="0">
                <a:solidFill>
                  <a:schemeClr val="dk1"/>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QuartusII </a:t>
            </a:r>
            <a:r>
              <a:rPr lang="en-US" altLang="zh-CN" dirty="0">
                <a:solidFill>
                  <a:schemeClr val="dk1"/>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应用向导</a:t>
            </a:r>
            <a:endParaRPr lang="en-US" altLang="zh-CN" dirty="0">
              <a:solidFill>
                <a:schemeClr val="dk1"/>
              </a:solidFill>
              <a:latin typeface="汉仪旗黑-85S" panose="00020600040101010101" pitchFamily="18" charset="-122"/>
              <a:ea typeface="汉仪旗黑-85S" panose="00020600040101010101" pitchFamily="18" charset="-122"/>
              <a:cs typeface="汉仪旗黑-85S" panose="00020600040101010101" pitchFamily="18" charset="-122"/>
              <a:sym typeface="+mn-ea"/>
            </a:endParaRPr>
          </a:p>
        </p:txBody>
      </p:sp>
      <p:sp>
        <p:nvSpPr>
          <p:cNvPr id="3" name="内容占位符 2"/>
          <p:cNvSpPr>
            <a:spLocks noGrp="1"/>
          </p:cNvSpPr>
          <p:nvPr>
            <p:ph idx="4294967295"/>
            <p:custDataLst>
              <p:tags r:id="rId5"/>
            </p:custDataLst>
          </p:nvPr>
        </p:nvSpPr>
        <p:spPr>
          <a:xfrm>
            <a:off x="608400" y="1490400"/>
            <a:ext cx="10969200" cy="4759200"/>
          </a:xfr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lnSpc>
                <a:spcPct val="100000"/>
              </a:lnSpc>
              <a:buClrTx/>
              <a:buSzTx/>
            </a:pP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Quartus II </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是</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Altera</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公司的综合性</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PLD</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开发软件，支持原理图、</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VHDL</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VerilogHDL</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以及</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AHDL</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Altera Hardware Description Language</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）等多种设计输入形式，内嵌自有的综合器以及仿真器，可以完成从设计输入到硬件配置的完整</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PLD</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设计流程。</a:t>
            </a:r>
            <a:endPar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lnSpc>
                <a:spcPct val="100000"/>
              </a:lnSpc>
              <a:buClrTx/>
              <a:buSzTx/>
            </a:pPr>
            <a:endPar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lnSpc>
                <a:spcPct val="100000"/>
              </a:lnSpc>
              <a:buClrTx/>
              <a:buSzTx/>
            </a:pP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Quartus II</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支持</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Altera</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的</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IP</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核，包含了</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LPM/MegaFunction</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宏功能模块库，使用户可以充分利用成熟的模块，简化了设计的复杂性、加快了设计速度。对第三方</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EDA</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工具的良好支持也使用户可以在设计流程的各个阶段使用熟悉的第三方</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EDA</a:t>
            </a:r>
            <a:r>
              <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工具。</a:t>
            </a:r>
            <a:endParaRPr lang="en-US" altLang="zh-CN" sz="2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ph type="title" idx="4294967295"/>
            <p:custDataLst>
              <p:tags r:id="rId4"/>
            </p:custDataLst>
          </p:nvPr>
        </p:nvSpPr>
        <p:spPr>
          <a:xfrm>
            <a:off x="608400" y="608400"/>
            <a:ext cx="10969200" cy="705600"/>
          </a:xfr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pPr lvl="0" algn="l">
              <a:buClrTx/>
              <a:buSzTx/>
              <a:buFontTx/>
            </a:pPr>
            <a:r>
              <a:rPr lang="en-US" altLang="zh-CN">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Quartus II 13.1 </a:t>
            </a:r>
            <a:r>
              <a:rPr lang="en-US" altLang="zh-CN">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的使用</a:t>
            </a:r>
            <a:endParaRPr lang="en-US" altLang="zh-CN">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endParaRPr>
          </a:p>
        </p:txBody>
      </p:sp>
      <p:sp>
        <p:nvSpPr>
          <p:cNvPr id="3" name="内容占位符 2"/>
          <p:cNvSpPr>
            <a:spLocks noGrp="1"/>
          </p:cNvSpPr>
          <p:nvPr>
            <p:ph idx="4294967295"/>
            <p:custDataLst>
              <p:tags r:id="rId5"/>
            </p:custDataLst>
          </p:nvPr>
        </p:nvSpPr>
        <p:spPr>
          <a:xfrm>
            <a:off x="608400" y="1490400"/>
            <a:ext cx="10969200" cy="4759200"/>
          </a:xfr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buClrTx/>
              <a:buSzTx/>
            </a:pPr>
            <a:r>
              <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建立新工程</a:t>
            </a:r>
            <a:endPar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逻辑电路原理图的</a:t>
            </a:r>
            <a:r>
              <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录入</a:t>
            </a:r>
            <a:endPar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电路的全程编译</a:t>
            </a:r>
            <a:endPar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逻辑电路的功能</a:t>
            </a:r>
            <a:r>
              <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仿真</a:t>
            </a:r>
            <a:endPar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电路元件符号的创建</a:t>
            </a:r>
            <a:endPar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Verilog HDL</a:t>
            </a:r>
            <a:r>
              <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文件的录入</a:t>
            </a:r>
            <a:endPar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pic>
        <p:nvPicPr>
          <p:cNvPr id="6" name="1-建立新工程">
            <a:hlinkClick r:id="" action="ppaction://media"/>
          </p:cNvPr>
          <p:cNvPicPr/>
          <p:nvPr>
            <p:ph sz="quarter" idx="4294967295"/>
            <a:videoFile r:link="rId4"/>
            <p:extLst>
              <p:ext uri="{DAA4B4D4-6D71-4841-9C94-3DE7FCFB9230}">
                <p14:media xmlns:p14="http://schemas.microsoft.com/office/powerpoint/2010/main" r:link="rId5"/>
              </p:ext>
            </p:extLst>
          </p:nvPr>
        </p:nvPicPr>
        <p:blipFill>
          <a:blip r:embed="rId6"/>
          <a:stretch>
            <a:fillRect/>
          </a:stretch>
        </p:blipFill>
        <p:spPr>
          <a:xfrm>
            <a:off x="0" y="774065"/>
            <a:ext cx="9747250" cy="5482590"/>
          </a:xfrm>
          <a:prstGeom prst="rect">
            <a:avLst/>
          </a:prstGeom>
        </p:spPr>
      </p:pic>
    </p:spTree>
    <p:custDataLst>
      <p:tags r:id="rId7"/>
    </p:custDataLst>
  </p:cSld>
  <p:clrMapOvr>
    <a:masterClrMapping/>
  </p:clrMapOvr>
  <p:timing>
    <p:tnLst>
      <p:par>
        <p:cTn id="1" dur="indefinite" restart="never" nodeType="tmRoot">
          <p:childTnLst>
            <p:video fullScrn="0">
              <p:cMediaNode>
                <p:cTn id="2" fill="hold" display="1">
                  <p:stCondLst>
                    <p:cond delay="indefinite"/>
                  </p:stCondLst>
                </p:cTn>
                <p:tgtEl>
                  <p:spTgt spid="6"/>
                </p:tgtEl>
              </p:cMediaNode>
            </p:video>
            <p:seq concurrent="1" nextAc="seek">
              <p:cTn id="3" restart="whenNotActive" fill="hold" evtFilter="cancelBubble" nodeType="interactiveSeq">
                <p:stCondLst>
                  <p:cond evt="onClick" delay="0">
                    <p:tgtEl>
                      <p:spTgt spid="6"/>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pic>
        <p:nvPicPr>
          <p:cNvPr id="6" name="1-建立新工程">
            <a:hlinkClick r:id="" action="ppaction://media"/>
          </p:cNvPr>
          <p:cNvPicPr/>
          <p:nvPr>
            <p:ph sz="quarter" idx="4294967295"/>
            <a:videoFile r:link="rId4"/>
            <p:extLst>
              <p:ext uri="{DAA4B4D4-6D71-4841-9C94-3DE7FCFB9230}">
                <p14:media xmlns:p14="http://schemas.microsoft.com/office/powerpoint/2010/main" r:link="rId5"/>
              </p:ext>
            </p:extLst>
          </p:nvPr>
        </p:nvPicPr>
        <p:blipFill>
          <a:blip r:embed="rId6"/>
          <a:stretch>
            <a:fillRect/>
          </a:stretch>
        </p:blipFill>
        <p:spPr>
          <a:xfrm>
            <a:off x="0" y="288290"/>
            <a:ext cx="11474450" cy="6454140"/>
          </a:xfrm>
          <a:prstGeom prst="rect">
            <a:avLst/>
          </a:prstGeom>
        </p:spPr>
      </p:pic>
    </p:spTree>
    <p:custDataLst>
      <p:tags r:id="rId7"/>
    </p:custDataLst>
  </p:cSld>
  <p:clrMapOvr>
    <a:masterClrMapping/>
  </p:clrMapOvr>
  <p:timing>
    <p:tnLst>
      <p:par>
        <p:cTn id="1" dur="indefinite" restart="never" nodeType="tmRoot">
          <p:childTnLst>
            <p:video fullScrn="0">
              <p:cMediaNode>
                <p:cTn id="2" fill="hold" display="1">
                  <p:stCondLst>
                    <p:cond delay="indefinite"/>
                  </p:stCondLst>
                </p:cTn>
                <p:tgtEl>
                  <p:spTgt spid="6"/>
                </p:tgtEl>
              </p:cMediaNode>
            </p:video>
            <p:seq concurrent="1" nextAc="seek">
              <p:cTn id="3" restart="whenNotActive" fill="hold" evtFilter="cancelBubble" nodeType="interactiveSeq">
                <p:stCondLst>
                  <p:cond evt="onClick" delay="0">
                    <p:tgtEl>
                      <p:spTgt spid="6"/>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pic>
        <p:nvPicPr>
          <p:cNvPr id="6" name="1-建立新工程">
            <a:hlinkClick r:id="" action="ppaction://media"/>
          </p:cNvPr>
          <p:cNvPicPr/>
          <p:nvPr>
            <p:ph sz="quarter" idx="4294967295"/>
            <a:videoFile r:link="rId4"/>
            <p:extLst>
              <p:ext uri="{DAA4B4D4-6D71-4841-9C94-3DE7FCFB9230}">
                <p14:media xmlns:p14="http://schemas.microsoft.com/office/powerpoint/2010/main" r:link="rId5"/>
              </p:ext>
            </p:extLst>
          </p:nvPr>
        </p:nvPicPr>
        <p:blipFill>
          <a:blip r:embed="rId6"/>
          <a:stretch>
            <a:fillRect/>
          </a:stretch>
        </p:blipFill>
        <p:spPr>
          <a:xfrm>
            <a:off x="0" y="288290"/>
            <a:ext cx="11474450" cy="6454140"/>
          </a:xfrm>
          <a:prstGeom prst="rect">
            <a:avLst/>
          </a:prstGeom>
        </p:spPr>
      </p:pic>
    </p:spTree>
    <p:custDataLst>
      <p:tags r:id="rId7"/>
    </p:custDataLst>
  </p:cSld>
  <p:clrMapOvr>
    <a:masterClrMapping/>
  </p:clrMapOvr>
  <p:timing>
    <p:tnLst>
      <p:par>
        <p:cTn id="1" dur="indefinite" restart="never" nodeType="tmRoot">
          <p:childTnLst>
            <p:video fullScrn="0">
              <p:cMediaNode>
                <p:cTn id="2" fill="hold" display="1">
                  <p:stCondLst>
                    <p:cond delay="indefinite"/>
                  </p:stCondLst>
                </p:cTn>
                <p:tgtEl>
                  <p:spTgt spid="6"/>
                </p:tgtEl>
              </p:cMediaNode>
            </p:video>
            <p:seq concurrent="1" nextAc="seek">
              <p:cTn id="3" restart="whenNotActive" fill="hold" evtFilter="cancelBubble" nodeType="interactiveSeq">
                <p:stCondLst>
                  <p:cond evt="onClick" delay="0">
                    <p:tgtEl>
                      <p:spTgt spid="6"/>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pic>
        <p:nvPicPr>
          <p:cNvPr id="6" name="1-建立新工程">
            <a:hlinkClick r:id="" action="ppaction://media"/>
          </p:cNvPr>
          <p:cNvPicPr/>
          <p:nvPr>
            <p:ph sz="quarter" idx="4294967295"/>
            <a:videoFile r:link="rId4"/>
            <p:extLst>
              <p:ext uri="{DAA4B4D4-6D71-4841-9C94-3DE7FCFB9230}">
                <p14:media xmlns:p14="http://schemas.microsoft.com/office/powerpoint/2010/main" r:link="rId5"/>
              </p:ext>
            </p:extLst>
          </p:nvPr>
        </p:nvPicPr>
        <p:blipFill>
          <a:blip r:embed="rId6"/>
          <a:stretch>
            <a:fillRect/>
          </a:stretch>
        </p:blipFill>
        <p:spPr>
          <a:xfrm>
            <a:off x="0" y="288290"/>
            <a:ext cx="11474450" cy="6454140"/>
          </a:xfrm>
          <a:prstGeom prst="rect">
            <a:avLst/>
          </a:prstGeom>
        </p:spPr>
      </p:pic>
    </p:spTree>
    <p:custDataLst>
      <p:tags r:id="rId7"/>
    </p:custDataLst>
  </p:cSld>
  <p:clrMapOvr>
    <a:masterClrMapping/>
  </p:clrMapOvr>
  <p:timing>
    <p:tnLst>
      <p:par>
        <p:cTn id="1" dur="indefinite" restart="never" nodeType="tmRoot">
          <p:childTnLst>
            <p:video fullScrn="0">
              <p:cMediaNode>
                <p:cTn id="2" fill="hold" display="1">
                  <p:stCondLst>
                    <p:cond delay="indefinite"/>
                  </p:stCondLst>
                </p:cTn>
                <p:tgtEl>
                  <p:spTgt spid="6"/>
                </p:tgtEl>
              </p:cMediaNode>
            </p:video>
            <p:seq concurrent="1" nextAc="seek">
              <p:cTn id="3" restart="whenNotActive" fill="hold" evtFilter="cancelBubble" nodeType="interactiveSeq">
                <p:stCondLst>
                  <p:cond evt="onClick" delay="0">
                    <p:tgtEl>
                      <p:spTgt spid="6"/>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pic>
        <p:nvPicPr>
          <p:cNvPr id="6" name="1-建立新工程">
            <a:hlinkClick r:id="" action="ppaction://media"/>
          </p:cNvPr>
          <p:cNvPicPr/>
          <p:nvPr>
            <p:ph sz="quarter" idx="4294967295"/>
            <a:videoFile r:link="rId4"/>
            <p:extLst>
              <p:ext uri="{DAA4B4D4-6D71-4841-9C94-3DE7FCFB9230}">
                <p14:media xmlns:p14="http://schemas.microsoft.com/office/powerpoint/2010/main" r:link="rId5"/>
              </p:ext>
            </p:extLst>
          </p:nvPr>
        </p:nvPicPr>
        <p:blipFill>
          <a:blip r:embed="rId6"/>
          <a:stretch>
            <a:fillRect/>
          </a:stretch>
        </p:blipFill>
        <p:spPr>
          <a:xfrm>
            <a:off x="0" y="288290"/>
            <a:ext cx="11474450" cy="6454140"/>
          </a:xfrm>
          <a:prstGeom prst="rect">
            <a:avLst/>
          </a:prstGeom>
        </p:spPr>
      </p:pic>
    </p:spTree>
    <p:custDataLst>
      <p:tags r:id="rId7"/>
    </p:custDataLst>
  </p:cSld>
  <p:clrMapOvr>
    <a:masterClrMapping/>
  </p:clrMapOvr>
  <p:timing>
    <p:tnLst>
      <p:par>
        <p:cTn id="1" dur="indefinite" restart="never" nodeType="tmRoot">
          <p:childTnLst>
            <p:video fullScrn="0">
              <p:cMediaNode>
                <p:cTn id="2" fill="hold" display="1">
                  <p:stCondLst>
                    <p:cond delay="indefinite"/>
                  </p:stCondLst>
                </p:cTn>
                <p:tgtEl>
                  <p:spTgt spid="6"/>
                </p:tgtEl>
              </p:cMediaNode>
            </p:video>
            <p:seq concurrent="1" nextAc="seek">
              <p:cTn id="3" restart="whenNotActive" fill="hold" evtFilter="cancelBubble" nodeType="interactiveSeq">
                <p:stCondLst>
                  <p:cond evt="onClick" delay="0">
                    <p:tgtEl>
                      <p:spTgt spid="6"/>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pic>
        <p:nvPicPr>
          <p:cNvPr id="6" name="1-建立新工程">
            <a:hlinkClick r:id="" action="ppaction://media"/>
          </p:cNvPr>
          <p:cNvPicPr/>
          <p:nvPr>
            <p:ph sz="quarter" idx="4294967295"/>
            <a:videoFile r:link="rId4"/>
            <p:extLst>
              <p:ext uri="{DAA4B4D4-6D71-4841-9C94-3DE7FCFB9230}">
                <p14:media xmlns:p14="http://schemas.microsoft.com/office/powerpoint/2010/main" r:link="rId5"/>
              </p:ext>
            </p:extLst>
          </p:nvPr>
        </p:nvPicPr>
        <p:blipFill>
          <a:blip r:embed="rId6"/>
          <a:stretch>
            <a:fillRect/>
          </a:stretch>
        </p:blipFill>
        <p:spPr>
          <a:xfrm>
            <a:off x="0" y="288290"/>
            <a:ext cx="11474450" cy="6454140"/>
          </a:xfrm>
          <a:prstGeom prst="rect">
            <a:avLst/>
          </a:prstGeom>
        </p:spPr>
      </p:pic>
    </p:spTree>
    <p:custDataLst>
      <p:tags r:id="rId7"/>
    </p:custDataLst>
  </p:cSld>
  <p:clrMapOvr>
    <a:masterClrMapping/>
  </p:clrMapOvr>
  <p:timing>
    <p:tnLst>
      <p:par>
        <p:cTn id="1" dur="indefinite" restart="never" nodeType="tmRoot">
          <p:childTnLst>
            <p:video fullScrn="0">
              <p:cMediaNode>
                <p:cTn id="2" fill="hold" display="1">
                  <p:stCondLst>
                    <p:cond delay="indefinite"/>
                  </p:stCondLst>
                </p:cTn>
                <p:tgtEl>
                  <p:spTgt spid="6"/>
                </p:tgtEl>
              </p:cMediaNode>
            </p:video>
            <p:seq concurrent="1" nextAc="seek">
              <p:cTn id="3" restart="whenNotActive" fill="hold" evtFilter="cancelBubble" nodeType="interactiveSeq">
                <p:stCondLst>
                  <p:cond evt="onClick" delay="0">
                    <p:tgtEl>
                      <p:spTgt spid="6"/>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ph type="title" idx="4294967295"/>
            <p:custDataLst>
              <p:tags r:id="rId4"/>
            </p:custDataLst>
          </p:nvPr>
        </p:nvSpPr>
        <p:spPr>
          <a:xfrm>
            <a:off x="608400" y="608400"/>
            <a:ext cx="10969200" cy="705600"/>
          </a:xfr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pPr lvl="0" algn="l">
              <a:buClrTx/>
              <a:buSzTx/>
              <a:buFontTx/>
            </a:pPr>
            <a:r>
              <a:rPr lang="en-US" altLang="zh-CN">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Verilog</a:t>
            </a:r>
            <a:r>
              <a:rPr lang="en-US" altLang="zh-CN">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基础</a:t>
            </a:r>
            <a:endParaRPr lang="en-US" altLang="zh-CN">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endParaRPr>
          </a:p>
        </p:txBody>
      </p:sp>
      <p:sp>
        <p:nvSpPr>
          <p:cNvPr id="3" name="内容占位符 2"/>
          <p:cNvSpPr>
            <a:spLocks noGrp="1"/>
          </p:cNvSpPr>
          <p:nvPr>
            <p:ph idx="4294967295"/>
            <p:custDataLst>
              <p:tags r:id="rId5"/>
            </p:custDataLst>
          </p:nvPr>
        </p:nvSpPr>
        <p:spPr>
          <a:xfrm>
            <a:off x="608400" y="1490400"/>
            <a:ext cx="10969200" cy="4759200"/>
          </a:xfr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buClrTx/>
              <a:buSzTx/>
            </a:pPr>
            <a:r>
              <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Verilog HDL与组合电路设计</a:t>
            </a:r>
            <a:endPar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Verilog HDL与时序电路设计</a:t>
            </a:r>
            <a:endParaRPr lang="zh-CN" altLang="en-US" sz="28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pic>
        <p:nvPicPr>
          <p:cNvPr id="3" name="Verilog与组合电路设计">
            <a:hlinkClick r:id="" action="ppaction://media"/>
          </p:cNvPr>
          <p:cNvPicPr/>
          <p:nvPr>
            <p:ph sz="quarter" idx="4294967295"/>
            <a:videoFile r:link="rId4"/>
            <p:extLst>
              <p:ext uri="{DAA4B4D4-6D71-4841-9C94-3DE7FCFB9230}">
                <p14:media xmlns:p14="http://schemas.microsoft.com/office/powerpoint/2010/main" r:link="rId5"/>
              </p:ext>
            </p:extLst>
          </p:nvPr>
        </p:nvPicPr>
        <p:blipFill>
          <a:blip r:embed="rId6"/>
          <a:stretch>
            <a:fillRect/>
          </a:stretch>
        </p:blipFill>
        <p:spPr>
          <a:xfrm>
            <a:off x="0" y="774065"/>
            <a:ext cx="9747250" cy="5482590"/>
          </a:xfrm>
          <a:prstGeom prst="rect">
            <a:avLst/>
          </a:prstGeom>
        </p:spPr>
      </p:pic>
    </p:spTree>
    <p:custDataLst>
      <p:tags r:id="rId7"/>
    </p:custDataLst>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pic>
        <p:nvPicPr>
          <p:cNvPr id="3" name="Verilog与时序电路设计">
            <a:hlinkClick r:id="" action="ppaction://media"/>
          </p:cNvPr>
          <p:cNvPicPr/>
          <p:nvPr>
            <p:ph sz="quarter" idx="4294967295"/>
            <a:videoFile r:link="rId4"/>
            <p:extLst>
              <p:ext uri="{DAA4B4D4-6D71-4841-9C94-3DE7FCFB9230}">
                <p14:media xmlns:p14="http://schemas.microsoft.com/office/powerpoint/2010/main" r:link="rId5"/>
              </p:ext>
            </p:extLst>
          </p:nvPr>
        </p:nvPicPr>
        <p:blipFill>
          <a:blip r:embed="rId6"/>
          <a:stretch>
            <a:fillRect/>
          </a:stretch>
        </p:blipFill>
        <p:spPr>
          <a:xfrm>
            <a:off x="0" y="774065"/>
            <a:ext cx="9747250" cy="5482590"/>
          </a:xfrm>
          <a:prstGeom prst="rect">
            <a:avLst/>
          </a:prstGeom>
        </p:spPr>
      </p:pic>
    </p:spTree>
    <p:custDataLst>
      <p:tags r:id="rId7"/>
    </p:custDataLst>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custDataLst>
              <p:tags r:id="rId1"/>
            </p:custDataLst>
          </p:nvPr>
        </p:nvSpPr>
        <p:spPr>
          <a:xfrm>
            <a:off x="5848733" y="2181976"/>
            <a:ext cx="655949" cy="1107996"/>
          </a:xfrm>
          <a:prstGeom prst="rect">
            <a:avLst/>
          </a:prstGeom>
          <a:noFill/>
        </p:spPr>
        <p:txBody>
          <a:bodyPr wrap="square" rtlCol="0">
            <a:normAutofit fontScale="90000"/>
          </a:bodyPr>
          <a:p>
            <a:r>
              <a:rPr lang="en-US" altLang="zh-CN" sz="6600" dirty="0">
                <a:solidFill>
                  <a:schemeClr val="dk1">
                    <a:lumMod val="85000"/>
                    <a:lumOff val="15000"/>
                  </a:schemeClr>
                </a:solidFill>
                <a:latin typeface="Arial" panose="020B0604020202020204" pitchFamily="34" charset="0"/>
                <a:ea typeface="微软雅黑" panose="020B0503020204020204" charset="-122"/>
                <a:cs typeface="Arial" panose="020B0604020202020204" pitchFamily="34" charset="0"/>
              </a:rPr>
              <a:t>2</a:t>
            </a:r>
            <a:endParaRPr lang="en-US" altLang="zh-CN" sz="6600" dirty="0">
              <a:solidFill>
                <a:schemeClr val="dk1">
                  <a:lumMod val="85000"/>
                  <a:lumOff val="15000"/>
                </a:schemeClr>
              </a:solidFill>
              <a:latin typeface="Arial" panose="020B0604020202020204" pitchFamily="34" charset="0"/>
              <a:ea typeface="微软雅黑" panose="020B0503020204020204" charset="-122"/>
              <a:cs typeface="Arial" panose="020B0604020202020204" pitchFamily="34" charset="0"/>
            </a:endParaRPr>
          </a:p>
        </p:txBody>
      </p:sp>
      <p:sp>
        <p:nvSpPr>
          <p:cNvPr id="3" name="标题 2"/>
          <p:cNvSpPr>
            <a:spLocks noGrp="1"/>
          </p:cNvSpPr>
          <p:nvPr>
            <p:ph type="title"/>
            <p:custDataLst>
              <p:tags r:id="rId2"/>
            </p:custDataLst>
          </p:nvPr>
        </p:nvSpPr>
        <p:spPr/>
        <p:txBody>
          <a:bodyPr/>
          <a:p>
            <a:pPr marL="0" indent="0" algn="ctr">
              <a:lnSpc>
                <a:spcPct val="100000"/>
              </a:lnSpc>
              <a:spcBef>
                <a:spcPts val="0"/>
              </a:spcBef>
              <a:spcAft>
                <a:spcPts val="0"/>
              </a:spcAft>
              <a:buSzPct val="100000"/>
              <a:buNone/>
            </a:pPr>
            <a:r>
              <a:rPr lang="zh-CN" altLang="en-US" sz="4000">
                <a:solidFill>
                  <a:schemeClr val="accent1"/>
                </a:solidFill>
              </a:rPr>
              <a:t>实验课题</a:t>
            </a:r>
            <a:endParaRPr lang="zh-CN" altLang="en-US" sz="4000">
              <a:solidFill>
                <a:schemeClr val="accent1"/>
              </a:solidFill>
            </a:endParaRPr>
          </a:p>
        </p:txBody>
      </p:sp>
      <p:sp>
        <p:nvSpPr>
          <p:cNvPr id="2" name="文本框 1"/>
          <p:cNvSpPr txBox="1"/>
          <p:nvPr>
            <p:custDataLst>
              <p:tags r:id="rId3"/>
            </p:custDataLst>
          </p:nvPr>
        </p:nvSpPr>
        <p:spPr>
          <a:xfrm>
            <a:off x="5577367" y="1958149"/>
            <a:ext cx="1427629" cy="306705"/>
          </a:xfrm>
          <a:prstGeom prst="rect">
            <a:avLst/>
          </a:prstGeom>
          <a:noFill/>
        </p:spPr>
        <p:txBody>
          <a:bodyPr wrap="square" rtlCol="0">
            <a:normAutofit/>
          </a:bodyPr>
          <a:p>
            <a:pPr algn="ctr"/>
            <a:r>
              <a:rPr lang="en-US" altLang="zh-CN" sz="1400" kern="2600" spc="2000">
                <a:solidFill>
                  <a:schemeClr val="dk1"/>
                </a:solidFill>
                <a:uFillTx/>
                <a:latin typeface="Arial" panose="020B0604020202020204" pitchFamily="34" charset="0"/>
                <a:ea typeface="微软雅黑" panose="020B0503020204020204" charset="-122"/>
                <a:cs typeface="Arial" panose="020B0604020202020204" pitchFamily="34" charset="0"/>
              </a:rPr>
              <a:t>ONE</a:t>
            </a:r>
            <a:endParaRPr lang="en-US" altLang="zh-CN" sz="1400" kern="2600" spc="2000">
              <a:solidFill>
                <a:schemeClr val="dk1"/>
              </a:solidFill>
              <a:uFillTx/>
              <a:latin typeface="Arial" panose="020B0604020202020204" pitchFamily="34" charset="0"/>
              <a:ea typeface="微软雅黑" panose="020B0503020204020204" charset="-122"/>
              <a:cs typeface="Arial" panose="020B0604020202020204" pitchFamily="34" charset="0"/>
            </a:endParaRPr>
          </a:p>
        </p:txBody>
      </p:sp>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50180" name="Text Box 2"/>
          <p:cNvSpPr txBox="1"/>
          <p:nvPr>
            <p:custDataLst>
              <p:tags r:id="rId4"/>
            </p:custDataLst>
          </p:nvPr>
        </p:nvSpPr>
        <p:spPr>
          <a:xfrm>
            <a:off x="3886200" y="228600"/>
            <a:ext cx="5638800" cy="521970"/>
          </a:xfrm>
          <a:prstGeom prst="rect">
            <a:avLst/>
          </a:prstGeom>
          <a:noFill/>
          <a:ln w="9525">
            <a:noFill/>
          </a:ln>
        </p:spPr>
        <p:txBody>
          <a:bodyPr>
            <a:spAutoFit/>
          </a:bodyPr>
          <a:p>
            <a:pPr eaLnBrk="1" hangingPunct="1">
              <a:spcBef>
                <a:spcPct val="50000"/>
              </a:spcBef>
            </a:pPr>
            <a:r>
              <a:rPr lang="zh-CN" altLang="en-US" sz="2800" b="1" dirty="0">
                <a:solidFill>
                  <a:schemeClr val="dk1"/>
                </a:solidFill>
                <a:latin typeface="微软雅黑" panose="020B0503020204020204" charset="-122"/>
                <a:ea typeface="微软雅黑" panose="020B0503020204020204" charset="-122"/>
                <a:cs typeface="微软雅黑" panose="020B0503020204020204" charset="-122"/>
              </a:rPr>
              <a:t>实验课题</a:t>
            </a:r>
            <a:r>
              <a:rPr lang="en-US" altLang="zh-CN" sz="2800" b="1" dirty="0">
                <a:solidFill>
                  <a:schemeClr val="dk1"/>
                </a:solidFill>
                <a:latin typeface="微软雅黑" panose="020B0503020204020204" charset="-122"/>
                <a:ea typeface="微软雅黑" panose="020B0503020204020204" charset="-122"/>
                <a:cs typeface="微软雅黑" panose="020B0503020204020204" charset="-122"/>
              </a:rPr>
              <a:t>1    </a:t>
            </a:r>
            <a:r>
              <a:rPr lang="zh-CN" altLang="en-US" sz="2800" b="1" dirty="0">
                <a:solidFill>
                  <a:schemeClr val="dk1"/>
                </a:solidFill>
                <a:latin typeface="微软雅黑" panose="020B0503020204020204" charset="-122"/>
                <a:ea typeface="微软雅黑" panose="020B0503020204020204" charset="-122"/>
                <a:cs typeface="微软雅黑" panose="020B0503020204020204" charset="-122"/>
              </a:rPr>
              <a:t>熟悉</a:t>
            </a:r>
            <a:r>
              <a:rPr lang="en-US" altLang="zh-CN" sz="2800" b="1" dirty="0">
                <a:solidFill>
                  <a:schemeClr val="dk1"/>
                </a:solidFill>
                <a:latin typeface="微软雅黑" panose="020B0503020204020204" charset="-122"/>
                <a:ea typeface="微软雅黑" panose="020B0503020204020204" charset="-122"/>
                <a:cs typeface="微软雅黑" panose="020B0503020204020204" charset="-122"/>
              </a:rPr>
              <a:t>Quartus</a:t>
            </a:r>
            <a:r>
              <a:rPr lang="zh-CN" altLang="en-US" sz="2800" b="1" dirty="0">
                <a:solidFill>
                  <a:schemeClr val="dk1"/>
                </a:solidFill>
                <a:latin typeface="微软雅黑" panose="020B0503020204020204" charset="-122"/>
                <a:ea typeface="微软雅黑" panose="020B0503020204020204" charset="-122"/>
                <a:cs typeface="微软雅黑" panose="020B0503020204020204" charset="-122"/>
              </a:rPr>
              <a:t>系统</a:t>
            </a:r>
            <a:endParaRPr lang="zh-CN" altLang="en-US" sz="28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0181" name="Text Box 3"/>
          <p:cNvSpPr txBox="1"/>
          <p:nvPr>
            <p:custDataLst>
              <p:tags r:id="rId5"/>
            </p:custDataLst>
          </p:nvPr>
        </p:nvSpPr>
        <p:spPr>
          <a:xfrm>
            <a:off x="2286000" y="1981200"/>
            <a:ext cx="2514600" cy="398780"/>
          </a:xfrm>
          <a:prstGeom prst="rect">
            <a:avLst/>
          </a:prstGeom>
          <a:noFill/>
          <a:ln w="9525">
            <a:noFill/>
          </a:ln>
        </p:spPr>
        <p:txBody>
          <a:bodyPr>
            <a:spAutoFit/>
          </a:bodyPr>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rPr>
              <a:t>实验内容：</a:t>
            </a:r>
            <a:endParaRPr lang="zh-CN" altLang="en-US" sz="2000" b="1" dirty="0">
              <a:solidFill>
                <a:schemeClr val="dk1"/>
              </a:solidFill>
              <a:latin typeface="微软雅黑" panose="020B0503020204020204" charset="-122"/>
              <a:ea typeface="微软雅黑" panose="020B0503020204020204" charset="-122"/>
            </a:endParaRPr>
          </a:p>
        </p:txBody>
      </p:sp>
      <p:sp>
        <p:nvSpPr>
          <p:cNvPr id="50182" name="Text Box 4"/>
          <p:cNvSpPr txBox="1"/>
          <p:nvPr>
            <p:custDataLst>
              <p:tags r:id="rId6"/>
            </p:custDataLst>
          </p:nvPr>
        </p:nvSpPr>
        <p:spPr>
          <a:xfrm>
            <a:off x="2743200" y="1447800"/>
            <a:ext cx="7086600" cy="398780"/>
          </a:xfrm>
          <a:prstGeom prst="rect">
            <a:avLst/>
          </a:prstGeom>
          <a:noFill/>
          <a:ln w="9525">
            <a:noFill/>
          </a:ln>
        </p:spPr>
        <p:txBody>
          <a:bodyPr>
            <a:spAutoFit/>
          </a:bodyPr>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学习掌握</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Quartus</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系统的基本使用方法。</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0183" name="Text Box 5"/>
          <p:cNvSpPr txBox="1"/>
          <p:nvPr>
            <p:custDataLst>
              <p:tags r:id="rId7"/>
            </p:custDataLst>
          </p:nvPr>
        </p:nvSpPr>
        <p:spPr>
          <a:xfrm>
            <a:off x="2438400" y="2514600"/>
            <a:ext cx="7086600" cy="398780"/>
          </a:xfrm>
          <a:prstGeom prst="rect">
            <a:avLst/>
          </a:prstGeom>
          <a:noFill/>
          <a:ln w="9525">
            <a:noFill/>
          </a:ln>
        </p:spPr>
        <p:txBody>
          <a:bodyPr>
            <a:spAutoFit/>
          </a:bodyPr>
          <a:p>
            <a:pPr eaLnBrk="1" hangingPunct="1">
              <a:spcBef>
                <a:spcPct val="50000"/>
              </a:spcBef>
            </a:pP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、建立一个</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Project</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0184" name="Text Box 6"/>
          <p:cNvSpPr txBox="1"/>
          <p:nvPr>
            <p:custDataLst>
              <p:tags r:id="rId8"/>
            </p:custDataLst>
          </p:nvPr>
        </p:nvSpPr>
        <p:spPr>
          <a:xfrm>
            <a:off x="2438400" y="2971800"/>
            <a:ext cx="6553200" cy="398780"/>
          </a:xfrm>
          <a:prstGeom prst="rect">
            <a:avLst/>
          </a:prstGeom>
          <a:noFill/>
          <a:ln w="9525">
            <a:noFill/>
          </a:ln>
        </p:spPr>
        <p:txBody>
          <a:bodyPr>
            <a:spAutoFit/>
          </a:bodyPr>
          <a:p>
            <a:pPr eaLnBrk="1" hangingPunct="1">
              <a:spcBef>
                <a:spcPct val="50000"/>
              </a:spcBef>
            </a:pP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、编辑一个</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Verilog HDL</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程序。</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0185" name="Text Box 7"/>
          <p:cNvSpPr txBox="1"/>
          <p:nvPr>
            <p:custDataLst>
              <p:tags r:id="rId9"/>
            </p:custDataLst>
          </p:nvPr>
        </p:nvSpPr>
        <p:spPr>
          <a:xfrm>
            <a:off x="2438400" y="3886200"/>
            <a:ext cx="7086600" cy="398780"/>
          </a:xfrm>
          <a:prstGeom prst="rect">
            <a:avLst/>
          </a:prstGeom>
          <a:noFill/>
          <a:ln w="9525">
            <a:noFill/>
          </a:ln>
        </p:spPr>
        <p:txBody>
          <a:bodyPr>
            <a:spAutoFit/>
          </a:bodyPr>
          <a:p>
            <a:pPr eaLnBrk="1" hangingPunct="1">
              <a:spcBef>
                <a:spcPct val="50000"/>
              </a:spcBef>
            </a:pP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3</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、对该</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sym typeface="+mn-ea"/>
              </a:rPr>
              <a:t>Verilog HDL</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程序进行编译，修改错误。</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0186" name="Text Box 8"/>
          <p:cNvSpPr txBox="1"/>
          <p:nvPr>
            <p:custDataLst>
              <p:tags r:id="rId10"/>
            </p:custDataLst>
          </p:nvPr>
        </p:nvSpPr>
        <p:spPr>
          <a:xfrm>
            <a:off x="2438400" y="4419600"/>
            <a:ext cx="7086600" cy="398780"/>
          </a:xfrm>
          <a:prstGeom prst="rect">
            <a:avLst/>
          </a:prstGeom>
          <a:noFill/>
          <a:ln w="9525">
            <a:noFill/>
          </a:ln>
        </p:spPr>
        <p:txBody>
          <a:bodyPr>
            <a:spAutoFit/>
          </a:bodyPr>
          <a:p>
            <a:pPr eaLnBrk="1" hangingPunct="1">
              <a:spcBef>
                <a:spcPct val="50000"/>
              </a:spcBef>
            </a:pP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4</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、建立一个波形文件。（根据真值表）</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0187" name="Text Box 9"/>
          <p:cNvSpPr txBox="1"/>
          <p:nvPr>
            <p:custDataLst>
              <p:tags r:id="rId11"/>
            </p:custDataLst>
          </p:nvPr>
        </p:nvSpPr>
        <p:spPr>
          <a:xfrm>
            <a:off x="2438400" y="4953000"/>
            <a:ext cx="8077200" cy="398780"/>
          </a:xfrm>
          <a:prstGeom prst="rect">
            <a:avLst/>
          </a:prstGeom>
          <a:noFill/>
          <a:ln w="9525">
            <a:noFill/>
          </a:ln>
        </p:spPr>
        <p:txBody>
          <a:bodyPr>
            <a:spAutoFit/>
          </a:bodyPr>
          <a:p>
            <a:pPr eaLnBrk="1" hangingPunct="1">
              <a:spcBef>
                <a:spcPct val="50000"/>
              </a:spcBef>
            </a:pP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5</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、对该</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sym typeface="+mn-ea"/>
              </a:rPr>
              <a:t>Verilog HDL</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程序进行</a:t>
            </a:r>
            <a:r>
              <a:rPr lang="zh-CN" altLang="zh-CN" sz="2000" b="1" dirty="0">
                <a:solidFill>
                  <a:schemeClr val="dk1"/>
                </a:solidFill>
                <a:latin typeface="微软雅黑" panose="020B0503020204020204" charset="-122"/>
                <a:ea typeface="微软雅黑" panose="020B0503020204020204" charset="-122"/>
                <a:cs typeface="微软雅黑" panose="020B0503020204020204" charset="-122"/>
              </a:rPr>
              <a:t>功能</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仿真和时序仿真</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Simulation</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0188" name="Text Box 10"/>
          <p:cNvSpPr txBox="1"/>
          <p:nvPr>
            <p:custDataLst>
              <p:tags r:id="rId12"/>
            </p:custDataLst>
          </p:nvPr>
        </p:nvSpPr>
        <p:spPr>
          <a:xfrm>
            <a:off x="2895600" y="3429000"/>
            <a:ext cx="7391400" cy="398780"/>
          </a:xfrm>
          <a:prstGeom prst="rect">
            <a:avLst/>
          </a:prstGeom>
          <a:noFill/>
          <a:ln w="9525">
            <a:noFill/>
          </a:ln>
        </p:spPr>
        <p:txBody>
          <a:bodyPr>
            <a:spAutoFit/>
          </a:bodyPr>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要求用</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sym typeface="+mn-ea"/>
              </a:rPr>
              <a:t>Verilog HDL</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结构描述的方法设计一个半加器。</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0189" name="Text Box 11"/>
          <p:cNvSpPr txBox="1"/>
          <p:nvPr>
            <p:custDataLst>
              <p:tags r:id="rId13"/>
            </p:custDataLst>
          </p:nvPr>
        </p:nvSpPr>
        <p:spPr>
          <a:xfrm>
            <a:off x="2286000" y="914400"/>
            <a:ext cx="2514600" cy="398780"/>
          </a:xfrm>
          <a:prstGeom prst="rect">
            <a:avLst/>
          </a:prstGeom>
          <a:noFill/>
          <a:ln w="9525">
            <a:noFill/>
          </a:ln>
        </p:spPr>
        <p:txBody>
          <a:bodyPr>
            <a:spAutoFit/>
          </a:bodyPr>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rPr>
              <a:t>实验目的：</a:t>
            </a:r>
            <a:endParaRPr lang="zh-CN" altLang="en-US" sz="2000" b="1" dirty="0">
              <a:solidFill>
                <a:schemeClr val="dk1"/>
              </a:solidFill>
              <a:latin typeface="微软雅黑" panose="020B0503020204020204" charset="-122"/>
              <a:ea typeface="微软雅黑" panose="020B0503020204020204" charset="-122"/>
            </a:endParaRPr>
          </a:p>
        </p:txBody>
      </p:sp>
      <p:sp>
        <p:nvSpPr>
          <p:cNvPr id="50190" name="Text Box 12"/>
          <p:cNvSpPr txBox="1"/>
          <p:nvPr>
            <p:custDataLst>
              <p:tags r:id="rId14"/>
            </p:custDataLst>
          </p:nvPr>
        </p:nvSpPr>
        <p:spPr>
          <a:xfrm>
            <a:off x="2590800" y="5562600"/>
            <a:ext cx="7620000" cy="398780"/>
          </a:xfrm>
          <a:prstGeom prst="rect">
            <a:avLst/>
          </a:prstGeom>
          <a:noFill/>
          <a:ln w="9525">
            <a:noFill/>
          </a:ln>
        </p:spPr>
        <p:txBody>
          <a:bodyPr>
            <a:spAutoFit/>
          </a:bodyPr>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rPr>
              <a:t>记录发现的设计错误和改正方法。记录仿真波形。</a:t>
            </a:r>
            <a:endParaRPr lang="zh-CN" altLang="en-US" sz="2000" b="1" dirty="0">
              <a:solidFill>
                <a:schemeClr val="dk1"/>
              </a:solidFill>
              <a:latin typeface="微软雅黑" panose="020B0503020204020204" charset="-122"/>
              <a:ea typeface="微软雅黑" panose="020B0503020204020204" charset="-122"/>
            </a:endParaRPr>
          </a:p>
        </p:txBody>
      </p:sp>
    </p:spTree>
    <p:custDataLst>
      <p:tags r:id="rId15"/>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51202" name="Text Box 2"/>
          <p:cNvSpPr txBox="1"/>
          <p:nvPr>
            <p:custDataLst>
              <p:tags r:id="rId4"/>
            </p:custDataLst>
          </p:nvPr>
        </p:nvSpPr>
        <p:spPr>
          <a:xfrm>
            <a:off x="4419600" y="228600"/>
            <a:ext cx="2438400" cy="521970"/>
          </a:xfrm>
          <a:prstGeom prst="rect">
            <a:avLst/>
          </a:prstGeom>
          <a:noFill/>
          <a:ln w="9525">
            <a:noFill/>
          </a:ln>
        </p:spPr>
        <p:txBody>
          <a:bodyPr>
            <a:spAutoFit/>
          </a:bodyPr>
          <a:p>
            <a:pPr eaLnBrk="1" hangingPunct="1">
              <a:spcBef>
                <a:spcPct val="50000"/>
              </a:spcBef>
            </a:pPr>
            <a:r>
              <a:rPr lang="zh-CN" altLang="en-US" sz="2800" b="1" dirty="0">
                <a:solidFill>
                  <a:schemeClr val="dk1"/>
                </a:solidFill>
                <a:latin typeface="微软雅黑" panose="020B0503020204020204" charset="-122"/>
                <a:ea typeface="微软雅黑" panose="020B0503020204020204" charset="-122"/>
              </a:rPr>
              <a:t>实验报告</a:t>
            </a:r>
            <a:endParaRPr lang="zh-CN" altLang="en-US" sz="2800" b="1" dirty="0">
              <a:solidFill>
                <a:schemeClr val="dk1"/>
              </a:solidFill>
              <a:latin typeface="微软雅黑" panose="020B0503020204020204" charset="-122"/>
              <a:ea typeface="微软雅黑" panose="020B0503020204020204" charset="-122"/>
            </a:endParaRPr>
          </a:p>
        </p:txBody>
      </p:sp>
      <p:sp>
        <p:nvSpPr>
          <p:cNvPr id="51203" name="Text Box 4"/>
          <p:cNvSpPr txBox="1"/>
          <p:nvPr>
            <p:custDataLst>
              <p:tags r:id="rId5"/>
            </p:custDataLst>
          </p:nvPr>
        </p:nvSpPr>
        <p:spPr>
          <a:xfrm>
            <a:off x="1752600" y="838200"/>
            <a:ext cx="8763000" cy="6400800"/>
          </a:xfrm>
          <a:prstGeom prst="rect">
            <a:avLst/>
          </a:prstGeom>
          <a:noFill/>
          <a:ln w="9525" cap="flat" cmpd="sng">
            <a:solidFill>
              <a:schemeClr val="dk1"/>
            </a:solidFill>
            <a:prstDash val="solid"/>
            <a:miter/>
            <a:headEnd type="none" w="med" len="med"/>
            <a:tailEnd type="none" w="med" len="med"/>
          </a:ln>
        </p:spPr>
        <p:txBody>
          <a:bodyPr>
            <a:spAutoFit/>
          </a:bodyPr>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一、实验目的、原理及方法</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实验目的：</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、学习掌握</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Quartus</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系统的基本使用方法。</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                    </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、用</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sym typeface="+mn-ea"/>
              </a:rPr>
              <a:t>Verilog HDL</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结构描述的方法设计一个半加器。</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实验原理：                                                                                       系统框图</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要设计的半加器逻辑有</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个输入</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A</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B</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 </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个输出</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So</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Co</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如右图。据此设计半加器的</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sym typeface="+mn-ea"/>
              </a:rPr>
              <a:t>Verilog HDL</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程序的</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Module</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半加器的真值表：              半加器的逻辑函数：</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                                                                                                     半加器的逻辑图：</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ct val="50000"/>
              </a:spcBef>
            </a:pP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ct val="50000"/>
              </a:spcBef>
            </a:pP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    根据半加器的逻辑图，用</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sym typeface="+mn-ea"/>
              </a:rPr>
              <a:t>Verilog HDL</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结构描述的方法设计半加器程序的</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Architecture</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。底层有</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个</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Component</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个与门，</a:t>
            </a:r>
            <a:r>
              <a:rPr lang="en-US" altLang="zh-CN" sz="2000" b="1"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个异或门。</a:t>
            </a:r>
            <a:endParaRPr lang="zh-CN" altLang="en-US" sz="20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1204" name="Text Box 51"/>
          <p:cNvSpPr txBox="1"/>
          <p:nvPr>
            <p:custDataLst>
              <p:tags r:id="rId6"/>
            </p:custDataLst>
          </p:nvPr>
        </p:nvSpPr>
        <p:spPr>
          <a:xfrm>
            <a:off x="8686800" y="1981200"/>
            <a:ext cx="309880" cy="368300"/>
          </a:xfrm>
          <a:prstGeom prst="rect">
            <a:avLst/>
          </a:prstGeom>
          <a:noFill/>
          <a:ln w="9525">
            <a:noFill/>
          </a:ln>
        </p:spPr>
        <p:txBody>
          <a:bodyPr wrap="none">
            <a:spAutoFit/>
          </a:bodyPr>
          <a:p>
            <a:pPr eaLnBrk="1" hangingPunct="1"/>
            <a:endParaRPr lang="zh-CN" altLang="zh-CN" dirty="0">
              <a:solidFill>
                <a:schemeClr val="dk1"/>
              </a:solidFill>
              <a:latin typeface="微软雅黑" panose="020B0503020204020204" charset="-122"/>
              <a:ea typeface="微软雅黑" panose="020B0503020204020204" charset="-122"/>
            </a:endParaRPr>
          </a:p>
        </p:txBody>
      </p:sp>
      <p:grpSp>
        <p:nvGrpSpPr>
          <p:cNvPr id="51205" name="Group 56"/>
          <p:cNvGrpSpPr/>
          <p:nvPr/>
        </p:nvGrpSpPr>
        <p:grpSpPr>
          <a:xfrm>
            <a:off x="1905000" y="2657475"/>
            <a:ext cx="8610600" cy="3133725"/>
            <a:chOff x="240" y="1674"/>
            <a:chExt cx="5424" cy="1974"/>
          </a:xfrm>
        </p:grpSpPr>
        <p:grpSp>
          <p:nvGrpSpPr>
            <p:cNvPr id="51206" name="Group 5"/>
            <p:cNvGrpSpPr/>
            <p:nvPr/>
          </p:nvGrpSpPr>
          <p:grpSpPr>
            <a:xfrm>
              <a:off x="4320" y="1674"/>
              <a:ext cx="1344" cy="582"/>
              <a:chOff x="6636" y="2928"/>
              <a:chExt cx="2100" cy="805"/>
            </a:xfrm>
          </p:grpSpPr>
          <p:sp>
            <p:nvSpPr>
              <p:cNvPr id="51245" name="Text Box 6"/>
              <p:cNvSpPr txBox="1"/>
              <p:nvPr>
                <p:custDataLst>
                  <p:tags r:id="rId7"/>
                </p:custDataLst>
              </p:nvPr>
            </p:nvSpPr>
            <p:spPr>
              <a:xfrm>
                <a:off x="6636" y="3366"/>
                <a:ext cx="360" cy="343"/>
              </a:xfrm>
              <a:prstGeom prst="rect">
                <a:avLst/>
              </a:prstGeom>
              <a:solidFill>
                <a:srgbClr val="FFFFFF"/>
              </a:solidFill>
              <a:ln w="9525">
                <a:noFill/>
              </a:ln>
            </p:spPr>
            <p:txBody>
              <a:bodyPr lIns="18000" tIns="10800" rIns="18000" bIns="10800"/>
              <a:p>
                <a:pPr algn="just" eaLnBrk="1" hangingPunct="1"/>
                <a:r>
                  <a:rPr lang="en-US" altLang="zh-CN" sz="1600" b="1" dirty="0">
                    <a:solidFill>
                      <a:schemeClr val="dk1"/>
                    </a:solidFill>
                    <a:latin typeface="微软雅黑" panose="020B0503020204020204" charset="-122"/>
                    <a:ea typeface="微软雅黑" panose="020B0503020204020204" charset="-122"/>
                  </a:rPr>
                  <a:t>B</a:t>
                </a:r>
                <a:endParaRPr lang="en-US" altLang="zh-CN" sz="1600" b="1" dirty="0">
                  <a:solidFill>
                    <a:schemeClr val="dk1"/>
                  </a:solidFill>
                  <a:latin typeface="微软雅黑" panose="020B0503020204020204" charset="-122"/>
                  <a:ea typeface="微软雅黑" panose="020B0503020204020204" charset="-122"/>
                </a:endParaRPr>
              </a:p>
            </p:txBody>
          </p:sp>
          <p:sp>
            <p:nvSpPr>
              <p:cNvPr id="51246" name="Text Box 7"/>
              <p:cNvSpPr txBox="1"/>
              <p:nvPr>
                <p:custDataLst>
                  <p:tags r:id="rId8"/>
                </p:custDataLst>
              </p:nvPr>
            </p:nvSpPr>
            <p:spPr>
              <a:xfrm>
                <a:off x="6636" y="2944"/>
                <a:ext cx="360" cy="343"/>
              </a:xfrm>
              <a:prstGeom prst="rect">
                <a:avLst/>
              </a:prstGeom>
              <a:solidFill>
                <a:srgbClr val="FFFFFF"/>
              </a:solidFill>
              <a:ln w="9525">
                <a:noFill/>
              </a:ln>
            </p:spPr>
            <p:txBody>
              <a:bodyPr lIns="18000" tIns="10800" rIns="18000" bIns="10800"/>
              <a:p>
                <a:pPr algn="just" eaLnBrk="1" hangingPunct="1"/>
                <a:r>
                  <a:rPr lang="en-US" altLang="zh-CN" sz="1600" b="1" dirty="0">
                    <a:solidFill>
                      <a:schemeClr val="dk1"/>
                    </a:solidFill>
                    <a:latin typeface="微软雅黑" panose="020B0503020204020204" charset="-122"/>
                    <a:ea typeface="微软雅黑" panose="020B0503020204020204" charset="-122"/>
                  </a:rPr>
                  <a:t>A</a:t>
                </a:r>
                <a:endParaRPr lang="en-US" altLang="zh-CN" sz="1600" b="1" dirty="0">
                  <a:solidFill>
                    <a:schemeClr val="dk1"/>
                  </a:solidFill>
                  <a:latin typeface="微软雅黑" panose="020B0503020204020204" charset="-122"/>
                  <a:ea typeface="微软雅黑" panose="020B0503020204020204" charset="-122"/>
                </a:endParaRPr>
              </a:p>
            </p:txBody>
          </p:sp>
          <p:sp>
            <p:nvSpPr>
              <p:cNvPr id="51247" name="Text Box 8"/>
              <p:cNvSpPr txBox="1"/>
              <p:nvPr>
                <p:custDataLst>
                  <p:tags r:id="rId9"/>
                </p:custDataLst>
              </p:nvPr>
            </p:nvSpPr>
            <p:spPr>
              <a:xfrm>
                <a:off x="8301" y="2956"/>
                <a:ext cx="330" cy="343"/>
              </a:xfrm>
              <a:prstGeom prst="rect">
                <a:avLst/>
              </a:prstGeom>
              <a:solidFill>
                <a:srgbClr val="FFFFFF"/>
              </a:solidFill>
              <a:ln w="9525">
                <a:noFill/>
              </a:ln>
            </p:spPr>
            <p:txBody>
              <a:bodyPr lIns="18000" tIns="10800" rIns="18000" bIns="10800"/>
              <a:p>
                <a:pPr algn="just" eaLnBrk="1" hangingPunct="1"/>
                <a:r>
                  <a:rPr lang="en-US" altLang="zh-CN" sz="1600" b="1" dirty="0">
                    <a:solidFill>
                      <a:schemeClr val="dk1"/>
                    </a:solidFill>
                    <a:latin typeface="微软雅黑" panose="020B0503020204020204" charset="-122"/>
                    <a:ea typeface="微软雅黑" panose="020B0503020204020204" charset="-122"/>
                  </a:rPr>
                  <a:t>S</a:t>
                </a:r>
                <a:r>
                  <a:rPr lang="en-US" altLang="zh-CN" sz="1600" b="1" baseline="-25000" dirty="0">
                    <a:solidFill>
                      <a:schemeClr val="dk1"/>
                    </a:solidFill>
                    <a:latin typeface="微软雅黑" panose="020B0503020204020204" charset="-122"/>
                    <a:ea typeface="微软雅黑" panose="020B0503020204020204" charset="-122"/>
                  </a:rPr>
                  <a:t>O</a:t>
                </a:r>
                <a:endParaRPr lang="en-US" altLang="zh-CN" sz="1600" b="1" baseline="-25000" dirty="0">
                  <a:solidFill>
                    <a:schemeClr val="dk1"/>
                  </a:solidFill>
                  <a:latin typeface="微软雅黑" panose="020B0503020204020204" charset="-122"/>
                  <a:ea typeface="微软雅黑" panose="020B0503020204020204" charset="-122"/>
                </a:endParaRPr>
              </a:p>
            </p:txBody>
          </p:sp>
          <p:sp>
            <p:nvSpPr>
              <p:cNvPr id="51248" name="Rectangle 9"/>
              <p:cNvSpPr/>
              <p:nvPr>
                <p:custDataLst>
                  <p:tags r:id="rId10"/>
                </p:custDataLst>
              </p:nvPr>
            </p:nvSpPr>
            <p:spPr>
              <a:xfrm>
                <a:off x="7266" y="2928"/>
                <a:ext cx="630" cy="805"/>
              </a:xfrm>
              <a:prstGeom prst="rect">
                <a:avLst/>
              </a:prstGeom>
              <a:noFill/>
              <a:ln w="12700" cap="flat" cmpd="sng">
                <a:solidFill>
                  <a:srgbClr val="000000"/>
                </a:solidFill>
                <a:prstDash val="solid"/>
                <a:miter/>
                <a:headEnd type="none" w="med" len="med"/>
                <a:tailEnd type="none" w="med" len="med"/>
              </a:ln>
            </p:spPr>
            <p:txBody>
              <a:bodyPr lIns="12700" tIns="12700" rIns="12700" bIns="12700"/>
              <a:p>
                <a:pPr algn="just" eaLnBrk="1" hangingPunct="1">
                  <a:lnSpc>
                    <a:spcPct val="96000"/>
                  </a:lnSpc>
                </a:pPr>
                <a:r>
                  <a:rPr lang="en-US" altLang="zh-CN" sz="1600" b="1" dirty="0">
                    <a:solidFill>
                      <a:schemeClr val="dk1"/>
                    </a:solidFill>
                    <a:latin typeface="微软雅黑" panose="020B0503020204020204" charset="-122"/>
                    <a:ea typeface="微软雅黑" panose="020B0503020204020204" charset="-122"/>
                    <a:cs typeface="微软雅黑" panose="020B0503020204020204" charset="-122"/>
                  </a:rPr>
                  <a:t> </a:t>
                </a:r>
                <a:endParaRPr lang="en-US" altLang="zh-CN" sz="1600" b="1" dirty="0">
                  <a:solidFill>
                    <a:schemeClr val="dk1"/>
                  </a:solidFill>
                  <a:latin typeface="微软雅黑" panose="020B0503020204020204" charset="-122"/>
                  <a:ea typeface="微软雅黑" panose="020B0503020204020204" charset="-122"/>
                  <a:cs typeface="微软雅黑" panose="020B0503020204020204" charset="-122"/>
                </a:endParaRPr>
              </a:p>
              <a:p>
                <a:pPr algn="just" eaLnBrk="1" hangingPunct="1"/>
                <a:r>
                  <a:rPr lang="zh-CN" altLang="en-US" sz="1400" dirty="0">
                    <a:solidFill>
                      <a:schemeClr val="dk1"/>
                    </a:solidFill>
                    <a:latin typeface="微软雅黑" panose="020B0503020204020204" charset="-122"/>
                    <a:ea typeface="微软雅黑" panose="020B0503020204020204" charset="-122"/>
                    <a:cs typeface="微软雅黑" panose="020B0503020204020204" charset="-122"/>
                  </a:rPr>
                  <a:t>半加器</a:t>
                </a:r>
                <a:endParaRPr lang="zh-CN" altLang="en-US" sz="14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1249" name="Text Box 10"/>
              <p:cNvSpPr txBox="1"/>
              <p:nvPr>
                <p:custDataLst>
                  <p:tags r:id="rId11"/>
                </p:custDataLst>
              </p:nvPr>
            </p:nvSpPr>
            <p:spPr>
              <a:xfrm>
                <a:off x="8316" y="3354"/>
                <a:ext cx="420" cy="343"/>
              </a:xfrm>
              <a:prstGeom prst="rect">
                <a:avLst/>
              </a:prstGeom>
              <a:solidFill>
                <a:srgbClr val="FFFFFF"/>
              </a:solidFill>
              <a:ln w="9525">
                <a:noFill/>
              </a:ln>
            </p:spPr>
            <p:txBody>
              <a:bodyPr lIns="18000" tIns="10800" rIns="18000" bIns="10800"/>
              <a:p>
                <a:pPr algn="just" eaLnBrk="1" hangingPunct="1"/>
                <a:r>
                  <a:rPr lang="en-US" altLang="zh-CN" sz="1600" b="1" dirty="0">
                    <a:solidFill>
                      <a:schemeClr val="dk1"/>
                    </a:solidFill>
                    <a:latin typeface="微软雅黑" panose="020B0503020204020204" charset="-122"/>
                    <a:ea typeface="微软雅黑" panose="020B0503020204020204" charset="-122"/>
                  </a:rPr>
                  <a:t>C</a:t>
                </a:r>
                <a:r>
                  <a:rPr lang="en-US" altLang="zh-CN" sz="1600" b="1" baseline="-25000" dirty="0">
                    <a:solidFill>
                      <a:schemeClr val="dk1"/>
                    </a:solidFill>
                    <a:latin typeface="微软雅黑" panose="020B0503020204020204" charset="-122"/>
                    <a:ea typeface="微软雅黑" panose="020B0503020204020204" charset="-122"/>
                  </a:rPr>
                  <a:t>O</a:t>
                </a:r>
                <a:endParaRPr lang="en-US" altLang="zh-CN" sz="1600" b="1" baseline="-25000" dirty="0">
                  <a:solidFill>
                    <a:schemeClr val="dk1"/>
                  </a:solidFill>
                  <a:latin typeface="微软雅黑" panose="020B0503020204020204" charset="-122"/>
                  <a:ea typeface="微软雅黑" panose="020B0503020204020204" charset="-122"/>
                </a:endParaRPr>
              </a:p>
            </p:txBody>
          </p:sp>
          <p:sp>
            <p:nvSpPr>
              <p:cNvPr id="51250" name="Line 11"/>
              <p:cNvSpPr/>
              <p:nvPr/>
            </p:nvSpPr>
            <p:spPr>
              <a:xfrm flipH="1">
                <a:off x="6951" y="3155"/>
                <a:ext cx="315" cy="0"/>
              </a:xfrm>
              <a:prstGeom prst="line">
                <a:avLst/>
              </a:prstGeom>
              <a:ln w="9525" cap="flat" cmpd="sng">
                <a:solidFill>
                  <a:srgbClr val="000000"/>
                </a:solidFill>
                <a:prstDash val="solid"/>
                <a:headEnd type="none" w="med" len="med"/>
                <a:tailEnd type="none" w="med" len="med"/>
              </a:ln>
            </p:spPr>
          </p:sp>
          <p:sp>
            <p:nvSpPr>
              <p:cNvPr id="51251" name="Line 12"/>
              <p:cNvSpPr/>
              <p:nvPr/>
            </p:nvSpPr>
            <p:spPr>
              <a:xfrm flipH="1">
                <a:off x="6951" y="3498"/>
                <a:ext cx="315" cy="0"/>
              </a:xfrm>
              <a:prstGeom prst="line">
                <a:avLst/>
              </a:prstGeom>
              <a:ln w="9525" cap="flat" cmpd="sng">
                <a:solidFill>
                  <a:srgbClr val="000000"/>
                </a:solidFill>
                <a:prstDash val="solid"/>
                <a:headEnd type="none" w="med" len="med"/>
                <a:tailEnd type="none" w="med" len="med"/>
              </a:ln>
            </p:spPr>
          </p:sp>
          <p:sp>
            <p:nvSpPr>
              <p:cNvPr id="51252" name="Line 13"/>
              <p:cNvSpPr/>
              <p:nvPr/>
            </p:nvSpPr>
            <p:spPr>
              <a:xfrm>
                <a:off x="7896" y="3155"/>
                <a:ext cx="315" cy="0"/>
              </a:xfrm>
              <a:prstGeom prst="line">
                <a:avLst/>
              </a:prstGeom>
              <a:ln w="9525" cap="flat" cmpd="sng">
                <a:solidFill>
                  <a:srgbClr val="000000"/>
                </a:solidFill>
                <a:prstDash val="solid"/>
                <a:headEnd type="none" w="med" len="med"/>
                <a:tailEnd type="none" w="med" len="med"/>
              </a:ln>
            </p:spPr>
          </p:sp>
          <p:sp>
            <p:nvSpPr>
              <p:cNvPr id="51253" name="Line 14"/>
              <p:cNvSpPr/>
              <p:nvPr/>
            </p:nvSpPr>
            <p:spPr>
              <a:xfrm>
                <a:off x="7896" y="3498"/>
                <a:ext cx="315" cy="0"/>
              </a:xfrm>
              <a:prstGeom prst="line">
                <a:avLst/>
              </a:prstGeom>
              <a:ln w="9525" cap="flat" cmpd="sng">
                <a:solidFill>
                  <a:srgbClr val="000000"/>
                </a:solidFill>
                <a:prstDash val="solid"/>
                <a:headEnd type="none" w="med" len="med"/>
                <a:tailEnd type="none" w="med" len="med"/>
              </a:ln>
            </p:spPr>
          </p:sp>
        </p:grpSp>
        <p:grpSp>
          <p:nvGrpSpPr>
            <p:cNvPr id="51207" name="Group 52"/>
            <p:cNvGrpSpPr/>
            <p:nvPr/>
          </p:nvGrpSpPr>
          <p:grpSpPr>
            <a:xfrm>
              <a:off x="240" y="2544"/>
              <a:ext cx="1070" cy="1008"/>
              <a:chOff x="240" y="2544"/>
              <a:chExt cx="1070" cy="1008"/>
            </a:xfrm>
          </p:grpSpPr>
          <p:sp>
            <p:nvSpPr>
              <p:cNvPr id="51227" name="Text Box 16"/>
              <p:cNvSpPr txBox="1"/>
              <p:nvPr>
                <p:custDataLst>
                  <p:tags r:id="rId12"/>
                </p:custDataLst>
              </p:nvPr>
            </p:nvSpPr>
            <p:spPr>
              <a:xfrm>
                <a:off x="795" y="2804"/>
                <a:ext cx="228" cy="164"/>
              </a:xfrm>
              <a:prstGeom prst="rect">
                <a:avLst/>
              </a:prstGeom>
              <a:solidFill>
                <a:srgbClr val="FFFFFF"/>
              </a:solidFill>
              <a:ln w="9525">
                <a:noFill/>
              </a:ln>
            </p:spPr>
            <p:txBody>
              <a:bodyPr tIns="10800" bIns="10800"/>
              <a:p>
                <a:pPr algn="just" eaLnBrk="1" hangingPunct="1"/>
                <a:r>
                  <a:rPr lang="en-US" altLang="zh-CN" sz="1600" b="1" dirty="0">
                    <a:solidFill>
                      <a:schemeClr val="dk1"/>
                    </a:solidFill>
                    <a:latin typeface="微软雅黑" panose="020B0503020204020204" charset="-122"/>
                    <a:ea typeface="微软雅黑" panose="020B0503020204020204" charset="-122"/>
                  </a:rPr>
                  <a:t>0</a:t>
                </a:r>
                <a:endParaRPr lang="en-US" altLang="zh-CN" sz="1600" b="1" dirty="0">
                  <a:solidFill>
                    <a:schemeClr val="dk1"/>
                  </a:solidFill>
                  <a:latin typeface="微软雅黑" panose="020B0503020204020204" charset="-122"/>
                  <a:ea typeface="微软雅黑" panose="020B0503020204020204" charset="-122"/>
                </a:endParaRPr>
              </a:p>
            </p:txBody>
          </p:sp>
          <p:sp>
            <p:nvSpPr>
              <p:cNvPr id="51228" name="Text Box 17"/>
              <p:cNvSpPr txBox="1"/>
              <p:nvPr>
                <p:custDataLst>
                  <p:tags r:id="rId13"/>
                </p:custDataLst>
              </p:nvPr>
            </p:nvSpPr>
            <p:spPr>
              <a:xfrm>
                <a:off x="795" y="2998"/>
                <a:ext cx="228" cy="165"/>
              </a:xfrm>
              <a:prstGeom prst="rect">
                <a:avLst/>
              </a:prstGeom>
              <a:solidFill>
                <a:srgbClr val="FFFFFF"/>
              </a:solidFill>
              <a:ln w="9525">
                <a:noFill/>
              </a:ln>
            </p:spPr>
            <p:txBody>
              <a:bodyPr tIns="10800" bIns="10800"/>
              <a:p>
                <a:pPr algn="just" eaLnBrk="1" hangingPunct="1"/>
                <a:r>
                  <a:rPr lang="en-US" altLang="zh-CN" sz="1600" b="1" dirty="0">
                    <a:solidFill>
                      <a:schemeClr val="dk1"/>
                    </a:solidFill>
                    <a:latin typeface="微软雅黑" panose="020B0503020204020204" charset="-122"/>
                    <a:ea typeface="微软雅黑" panose="020B0503020204020204" charset="-122"/>
                  </a:rPr>
                  <a:t>1</a:t>
                </a:r>
                <a:endParaRPr lang="en-US" altLang="zh-CN" sz="1600" b="1" dirty="0">
                  <a:solidFill>
                    <a:schemeClr val="dk1"/>
                  </a:solidFill>
                  <a:latin typeface="微软雅黑" panose="020B0503020204020204" charset="-122"/>
                  <a:ea typeface="微软雅黑" panose="020B0503020204020204" charset="-122"/>
                </a:endParaRPr>
              </a:p>
            </p:txBody>
          </p:sp>
          <p:sp>
            <p:nvSpPr>
              <p:cNvPr id="51229" name="Text Box 18"/>
              <p:cNvSpPr txBox="1"/>
              <p:nvPr>
                <p:custDataLst>
                  <p:tags r:id="rId14"/>
                </p:custDataLst>
              </p:nvPr>
            </p:nvSpPr>
            <p:spPr>
              <a:xfrm>
                <a:off x="795" y="3194"/>
                <a:ext cx="228" cy="163"/>
              </a:xfrm>
              <a:prstGeom prst="rect">
                <a:avLst/>
              </a:prstGeom>
              <a:solidFill>
                <a:srgbClr val="FFFFFF"/>
              </a:solidFill>
              <a:ln w="9525">
                <a:noFill/>
              </a:ln>
            </p:spPr>
            <p:txBody>
              <a:bodyPr tIns="10800" bIns="10800"/>
              <a:p>
                <a:pPr algn="just" eaLnBrk="1" hangingPunct="1"/>
                <a:r>
                  <a:rPr lang="en-US" altLang="zh-CN" sz="1600" b="1" dirty="0">
                    <a:solidFill>
                      <a:schemeClr val="dk1"/>
                    </a:solidFill>
                    <a:latin typeface="微软雅黑" panose="020B0503020204020204" charset="-122"/>
                    <a:ea typeface="微软雅黑" panose="020B0503020204020204" charset="-122"/>
                  </a:rPr>
                  <a:t>1</a:t>
                </a:r>
                <a:endParaRPr lang="en-US" altLang="zh-CN" sz="1600" b="1" dirty="0">
                  <a:solidFill>
                    <a:schemeClr val="dk1"/>
                  </a:solidFill>
                  <a:latin typeface="微软雅黑" panose="020B0503020204020204" charset="-122"/>
                  <a:ea typeface="微软雅黑" panose="020B0503020204020204" charset="-122"/>
                </a:endParaRPr>
              </a:p>
            </p:txBody>
          </p:sp>
          <p:sp>
            <p:nvSpPr>
              <p:cNvPr id="51230" name="Text Box 19"/>
              <p:cNvSpPr txBox="1"/>
              <p:nvPr>
                <p:custDataLst>
                  <p:tags r:id="rId15"/>
                </p:custDataLst>
              </p:nvPr>
            </p:nvSpPr>
            <p:spPr>
              <a:xfrm>
                <a:off x="795" y="3389"/>
                <a:ext cx="228" cy="163"/>
              </a:xfrm>
              <a:prstGeom prst="rect">
                <a:avLst/>
              </a:prstGeom>
              <a:solidFill>
                <a:srgbClr val="FFFFFF"/>
              </a:solidFill>
              <a:ln w="9525">
                <a:noFill/>
              </a:ln>
            </p:spPr>
            <p:txBody>
              <a:bodyPr tIns="10800" bIns="10800"/>
              <a:p>
                <a:pPr algn="just" eaLnBrk="1" hangingPunct="1"/>
                <a:r>
                  <a:rPr lang="en-US" altLang="zh-CN" sz="1600" b="1" dirty="0">
                    <a:solidFill>
                      <a:schemeClr val="dk1"/>
                    </a:solidFill>
                    <a:latin typeface="微软雅黑" panose="020B0503020204020204" charset="-122"/>
                    <a:ea typeface="微软雅黑" panose="020B0503020204020204" charset="-122"/>
                  </a:rPr>
                  <a:t>0</a:t>
                </a:r>
                <a:endParaRPr lang="en-US" altLang="zh-CN" sz="1600" b="1" dirty="0">
                  <a:solidFill>
                    <a:schemeClr val="dk1"/>
                  </a:solidFill>
                  <a:latin typeface="微软雅黑" panose="020B0503020204020204" charset="-122"/>
                  <a:ea typeface="微软雅黑" panose="020B0503020204020204" charset="-122"/>
                </a:endParaRPr>
              </a:p>
            </p:txBody>
          </p:sp>
          <p:sp>
            <p:nvSpPr>
              <p:cNvPr id="51231" name="Text Box 20"/>
              <p:cNvSpPr txBox="1"/>
              <p:nvPr>
                <p:custDataLst>
                  <p:tags r:id="rId16"/>
                </p:custDataLst>
              </p:nvPr>
            </p:nvSpPr>
            <p:spPr>
              <a:xfrm>
                <a:off x="1063" y="2804"/>
                <a:ext cx="228" cy="164"/>
              </a:xfrm>
              <a:prstGeom prst="rect">
                <a:avLst/>
              </a:prstGeom>
              <a:solidFill>
                <a:srgbClr val="FFFFFF"/>
              </a:solidFill>
              <a:ln w="9525">
                <a:noFill/>
              </a:ln>
            </p:spPr>
            <p:txBody>
              <a:bodyPr tIns="10800" bIns="10800"/>
              <a:p>
                <a:pPr algn="just" eaLnBrk="1" hangingPunct="1"/>
                <a:r>
                  <a:rPr lang="en-US" altLang="zh-CN" sz="1600" b="1" dirty="0">
                    <a:solidFill>
                      <a:schemeClr val="dk1"/>
                    </a:solidFill>
                    <a:latin typeface="微软雅黑" panose="020B0503020204020204" charset="-122"/>
                    <a:ea typeface="微软雅黑" panose="020B0503020204020204" charset="-122"/>
                  </a:rPr>
                  <a:t>0</a:t>
                </a:r>
                <a:endParaRPr lang="en-US" altLang="zh-CN" sz="1600" b="1" dirty="0">
                  <a:solidFill>
                    <a:schemeClr val="dk1"/>
                  </a:solidFill>
                  <a:latin typeface="微软雅黑" panose="020B0503020204020204" charset="-122"/>
                  <a:ea typeface="微软雅黑" panose="020B0503020204020204" charset="-122"/>
                </a:endParaRPr>
              </a:p>
            </p:txBody>
          </p:sp>
          <p:sp>
            <p:nvSpPr>
              <p:cNvPr id="51232" name="Text Box 21"/>
              <p:cNvSpPr txBox="1"/>
              <p:nvPr>
                <p:custDataLst>
                  <p:tags r:id="rId17"/>
                </p:custDataLst>
              </p:nvPr>
            </p:nvSpPr>
            <p:spPr>
              <a:xfrm>
                <a:off x="1063" y="2998"/>
                <a:ext cx="228" cy="165"/>
              </a:xfrm>
              <a:prstGeom prst="rect">
                <a:avLst/>
              </a:prstGeom>
              <a:solidFill>
                <a:srgbClr val="FFFFFF"/>
              </a:solidFill>
              <a:ln w="9525">
                <a:noFill/>
              </a:ln>
            </p:spPr>
            <p:txBody>
              <a:bodyPr tIns="10800" bIns="10800"/>
              <a:p>
                <a:pPr algn="just" eaLnBrk="1" hangingPunct="1"/>
                <a:r>
                  <a:rPr lang="en-US" altLang="zh-CN" sz="1600" b="1" dirty="0">
                    <a:solidFill>
                      <a:schemeClr val="dk1"/>
                    </a:solidFill>
                    <a:latin typeface="微软雅黑" panose="020B0503020204020204" charset="-122"/>
                    <a:ea typeface="微软雅黑" panose="020B0503020204020204" charset="-122"/>
                  </a:rPr>
                  <a:t>0</a:t>
                </a:r>
                <a:endParaRPr lang="en-US" altLang="zh-CN" sz="1600" b="1" dirty="0">
                  <a:solidFill>
                    <a:schemeClr val="dk1"/>
                  </a:solidFill>
                  <a:latin typeface="微软雅黑" panose="020B0503020204020204" charset="-122"/>
                  <a:ea typeface="微软雅黑" panose="020B0503020204020204" charset="-122"/>
                </a:endParaRPr>
              </a:p>
            </p:txBody>
          </p:sp>
          <p:sp>
            <p:nvSpPr>
              <p:cNvPr id="51233" name="Text Box 22"/>
              <p:cNvSpPr txBox="1"/>
              <p:nvPr>
                <p:custDataLst>
                  <p:tags r:id="rId18"/>
                </p:custDataLst>
              </p:nvPr>
            </p:nvSpPr>
            <p:spPr>
              <a:xfrm>
                <a:off x="1063" y="3194"/>
                <a:ext cx="228" cy="163"/>
              </a:xfrm>
              <a:prstGeom prst="rect">
                <a:avLst/>
              </a:prstGeom>
              <a:solidFill>
                <a:srgbClr val="FFFFFF"/>
              </a:solidFill>
              <a:ln w="9525">
                <a:noFill/>
              </a:ln>
            </p:spPr>
            <p:txBody>
              <a:bodyPr tIns="10800" bIns="10800"/>
              <a:p>
                <a:pPr algn="just" eaLnBrk="1" hangingPunct="1"/>
                <a:r>
                  <a:rPr lang="en-US" altLang="zh-CN" sz="1600" b="1" dirty="0">
                    <a:solidFill>
                      <a:schemeClr val="dk1"/>
                    </a:solidFill>
                    <a:latin typeface="微软雅黑" panose="020B0503020204020204" charset="-122"/>
                    <a:ea typeface="微软雅黑" panose="020B0503020204020204" charset="-122"/>
                  </a:rPr>
                  <a:t>0</a:t>
                </a:r>
                <a:endParaRPr lang="en-US" altLang="zh-CN" sz="1600" b="1" dirty="0">
                  <a:solidFill>
                    <a:schemeClr val="dk1"/>
                  </a:solidFill>
                  <a:latin typeface="微软雅黑" panose="020B0503020204020204" charset="-122"/>
                  <a:ea typeface="微软雅黑" panose="020B0503020204020204" charset="-122"/>
                </a:endParaRPr>
              </a:p>
            </p:txBody>
          </p:sp>
          <p:sp>
            <p:nvSpPr>
              <p:cNvPr id="51234" name="Text Box 23"/>
              <p:cNvSpPr txBox="1"/>
              <p:nvPr>
                <p:custDataLst>
                  <p:tags r:id="rId19"/>
                </p:custDataLst>
              </p:nvPr>
            </p:nvSpPr>
            <p:spPr>
              <a:xfrm>
                <a:off x="1063" y="3389"/>
                <a:ext cx="228" cy="163"/>
              </a:xfrm>
              <a:prstGeom prst="rect">
                <a:avLst/>
              </a:prstGeom>
              <a:solidFill>
                <a:srgbClr val="FFFFFF"/>
              </a:solidFill>
              <a:ln w="9525">
                <a:noFill/>
              </a:ln>
            </p:spPr>
            <p:txBody>
              <a:bodyPr tIns="10800" bIns="10800"/>
              <a:p>
                <a:pPr algn="just" eaLnBrk="1" hangingPunct="1"/>
                <a:r>
                  <a:rPr lang="en-US" altLang="zh-CN" sz="1600" b="1" dirty="0">
                    <a:solidFill>
                      <a:schemeClr val="dk1"/>
                    </a:solidFill>
                    <a:latin typeface="微软雅黑" panose="020B0503020204020204" charset="-122"/>
                    <a:ea typeface="微软雅黑" panose="020B0503020204020204" charset="-122"/>
                  </a:rPr>
                  <a:t>1</a:t>
                </a:r>
                <a:endParaRPr lang="en-US" altLang="zh-CN" sz="1600" b="1" dirty="0">
                  <a:solidFill>
                    <a:schemeClr val="dk1"/>
                  </a:solidFill>
                  <a:latin typeface="微软雅黑" panose="020B0503020204020204" charset="-122"/>
                  <a:ea typeface="微软雅黑" panose="020B0503020204020204" charset="-122"/>
                </a:endParaRPr>
              </a:p>
            </p:txBody>
          </p:sp>
          <p:sp>
            <p:nvSpPr>
              <p:cNvPr id="51235" name="Text Box 24"/>
              <p:cNvSpPr txBox="1"/>
              <p:nvPr>
                <p:custDataLst>
                  <p:tags r:id="rId20"/>
                </p:custDataLst>
              </p:nvPr>
            </p:nvSpPr>
            <p:spPr>
              <a:xfrm>
                <a:off x="240" y="2804"/>
                <a:ext cx="498" cy="164"/>
              </a:xfrm>
              <a:prstGeom prst="rect">
                <a:avLst/>
              </a:prstGeom>
              <a:solidFill>
                <a:srgbClr val="FFFFFF"/>
              </a:solidFill>
              <a:ln w="9525">
                <a:noFill/>
              </a:ln>
            </p:spPr>
            <p:txBody>
              <a:bodyPr tIns="10800" bIns="10800"/>
              <a:p>
                <a:pPr algn="just" eaLnBrk="1" hangingPunct="1"/>
                <a:r>
                  <a:rPr lang="en-US" altLang="zh-CN" sz="1600" b="1" dirty="0">
                    <a:solidFill>
                      <a:schemeClr val="dk1"/>
                    </a:solidFill>
                    <a:latin typeface="微软雅黑" panose="020B0503020204020204" charset="-122"/>
                    <a:ea typeface="微软雅黑" panose="020B0503020204020204" charset="-122"/>
                  </a:rPr>
                  <a:t>0   0 </a:t>
                </a:r>
                <a:endParaRPr lang="en-US" altLang="zh-CN" sz="1600" b="1" dirty="0">
                  <a:solidFill>
                    <a:schemeClr val="dk1"/>
                  </a:solidFill>
                  <a:latin typeface="微软雅黑" panose="020B0503020204020204" charset="-122"/>
                  <a:ea typeface="微软雅黑" panose="020B0503020204020204" charset="-122"/>
                </a:endParaRPr>
              </a:p>
            </p:txBody>
          </p:sp>
          <p:sp>
            <p:nvSpPr>
              <p:cNvPr id="51236" name="Text Box 25"/>
              <p:cNvSpPr txBox="1"/>
              <p:nvPr>
                <p:custDataLst>
                  <p:tags r:id="rId21"/>
                </p:custDataLst>
              </p:nvPr>
            </p:nvSpPr>
            <p:spPr>
              <a:xfrm>
                <a:off x="242" y="2995"/>
                <a:ext cx="496" cy="164"/>
              </a:xfrm>
              <a:prstGeom prst="rect">
                <a:avLst/>
              </a:prstGeom>
              <a:solidFill>
                <a:srgbClr val="FFFFFF"/>
              </a:solidFill>
              <a:ln w="9525">
                <a:noFill/>
              </a:ln>
            </p:spPr>
            <p:txBody>
              <a:bodyPr tIns="10800" bIns="10800"/>
              <a:p>
                <a:pPr algn="just" eaLnBrk="1" hangingPunct="1"/>
                <a:r>
                  <a:rPr lang="en-US" altLang="zh-CN" sz="1600" b="1" dirty="0">
                    <a:solidFill>
                      <a:schemeClr val="dk1"/>
                    </a:solidFill>
                    <a:latin typeface="微软雅黑" panose="020B0503020204020204" charset="-122"/>
                    <a:ea typeface="微软雅黑" panose="020B0503020204020204" charset="-122"/>
                  </a:rPr>
                  <a:t>0   1</a:t>
                </a:r>
                <a:endParaRPr lang="en-US" altLang="zh-CN" sz="1600" b="1" dirty="0">
                  <a:solidFill>
                    <a:schemeClr val="dk1"/>
                  </a:solidFill>
                  <a:latin typeface="微软雅黑" panose="020B0503020204020204" charset="-122"/>
                  <a:ea typeface="微软雅黑" panose="020B0503020204020204" charset="-122"/>
                </a:endParaRPr>
              </a:p>
            </p:txBody>
          </p:sp>
          <p:sp>
            <p:nvSpPr>
              <p:cNvPr id="51237" name="Text Box 26"/>
              <p:cNvSpPr txBox="1"/>
              <p:nvPr>
                <p:custDataLst>
                  <p:tags r:id="rId22"/>
                </p:custDataLst>
              </p:nvPr>
            </p:nvSpPr>
            <p:spPr>
              <a:xfrm>
                <a:off x="242" y="3190"/>
                <a:ext cx="496" cy="164"/>
              </a:xfrm>
              <a:prstGeom prst="rect">
                <a:avLst/>
              </a:prstGeom>
              <a:solidFill>
                <a:srgbClr val="FFFFFF"/>
              </a:solidFill>
              <a:ln w="9525">
                <a:noFill/>
              </a:ln>
            </p:spPr>
            <p:txBody>
              <a:bodyPr tIns="10800" bIns="10800"/>
              <a:p>
                <a:pPr algn="just" eaLnBrk="1" hangingPunct="1"/>
                <a:r>
                  <a:rPr lang="en-US" altLang="zh-CN" sz="1600" b="1" dirty="0">
                    <a:solidFill>
                      <a:schemeClr val="dk1"/>
                    </a:solidFill>
                    <a:latin typeface="微软雅黑" panose="020B0503020204020204" charset="-122"/>
                    <a:ea typeface="微软雅黑" panose="020B0503020204020204" charset="-122"/>
                  </a:rPr>
                  <a:t>1   0</a:t>
                </a:r>
                <a:endParaRPr lang="en-US" altLang="zh-CN" sz="1600" b="1" dirty="0">
                  <a:solidFill>
                    <a:schemeClr val="dk1"/>
                  </a:solidFill>
                  <a:latin typeface="微软雅黑" panose="020B0503020204020204" charset="-122"/>
                  <a:ea typeface="微软雅黑" panose="020B0503020204020204" charset="-122"/>
                </a:endParaRPr>
              </a:p>
            </p:txBody>
          </p:sp>
          <p:sp>
            <p:nvSpPr>
              <p:cNvPr id="51238" name="Text Box 27"/>
              <p:cNvSpPr txBox="1"/>
              <p:nvPr>
                <p:custDataLst>
                  <p:tags r:id="rId23"/>
                </p:custDataLst>
              </p:nvPr>
            </p:nvSpPr>
            <p:spPr>
              <a:xfrm>
                <a:off x="242" y="3388"/>
                <a:ext cx="496" cy="164"/>
              </a:xfrm>
              <a:prstGeom prst="rect">
                <a:avLst/>
              </a:prstGeom>
              <a:solidFill>
                <a:srgbClr val="FFFFFF"/>
              </a:solidFill>
              <a:ln w="9525">
                <a:noFill/>
              </a:ln>
            </p:spPr>
            <p:txBody>
              <a:bodyPr tIns="10800" bIns="10800"/>
              <a:p>
                <a:pPr algn="just" eaLnBrk="1" hangingPunct="1"/>
                <a:r>
                  <a:rPr lang="en-US" altLang="zh-CN" sz="1600" b="1" dirty="0">
                    <a:solidFill>
                      <a:schemeClr val="dk1"/>
                    </a:solidFill>
                    <a:latin typeface="微软雅黑" panose="020B0503020204020204" charset="-122"/>
                    <a:ea typeface="微软雅黑" panose="020B0503020204020204" charset="-122"/>
                  </a:rPr>
                  <a:t>1   1</a:t>
                </a:r>
                <a:endParaRPr lang="en-US" altLang="zh-CN" sz="1600" b="1" dirty="0">
                  <a:solidFill>
                    <a:schemeClr val="dk1"/>
                  </a:solidFill>
                  <a:latin typeface="微软雅黑" panose="020B0503020204020204" charset="-122"/>
                  <a:ea typeface="微软雅黑" panose="020B0503020204020204" charset="-122"/>
                </a:endParaRPr>
              </a:p>
            </p:txBody>
          </p:sp>
          <p:sp>
            <p:nvSpPr>
              <p:cNvPr id="51239" name="Line 28"/>
              <p:cNvSpPr/>
              <p:nvPr/>
            </p:nvSpPr>
            <p:spPr>
              <a:xfrm>
                <a:off x="738" y="2609"/>
                <a:ext cx="0" cy="940"/>
              </a:xfrm>
              <a:prstGeom prst="line">
                <a:avLst/>
              </a:prstGeom>
              <a:ln w="9525" cap="flat" cmpd="sng">
                <a:solidFill>
                  <a:srgbClr val="000000"/>
                </a:solidFill>
                <a:prstDash val="solid"/>
                <a:headEnd type="none" w="med" len="med"/>
                <a:tailEnd type="none" w="med" len="med"/>
              </a:ln>
            </p:spPr>
          </p:sp>
          <p:graphicFrame>
            <p:nvGraphicFramePr>
              <p:cNvPr id="51240" name="Object 29"/>
              <p:cNvGraphicFramePr>
                <a:graphicFrameLocks noChangeAspect="1"/>
              </p:cNvGraphicFramePr>
              <p:nvPr/>
            </p:nvGraphicFramePr>
            <p:xfrm>
              <a:off x="1069" y="2544"/>
              <a:ext cx="230" cy="220"/>
            </p:xfrm>
            <a:graphic>
              <a:graphicData uri="http://schemas.openxmlformats.org/presentationml/2006/ole">
                <mc:AlternateContent xmlns:mc="http://schemas.openxmlformats.org/markup-compatibility/2006">
                  <mc:Choice xmlns:v="urn:schemas-microsoft-com:vml" Requires="v">
                    <p:oleObj spid="_x0000_s3082" name="" r:id="rId24" imgW="190500" imgH="228600" progId="Equation.3">
                      <p:embed/>
                    </p:oleObj>
                  </mc:Choice>
                  <mc:Fallback>
                    <p:oleObj name="" r:id="rId24" imgW="190500" imgH="228600" progId="Equation.3">
                      <p:embed/>
                      <p:pic>
                        <p:nvPicPr>
                          <p:cNvPr id="0" name="图片 3081"/>
                          <p:cNvPicPr/>
                          <p:nvPr/>
                        </p:nvPicPr>
                        <p:blipFill>
                          <a:blip r:embed="rId25"/>
                          <a:stretch>
                            <a:fillRect/>
                          </a:stretch>
                        </p:blipFill>
                        <p:spPr>
                          <a:xfrm>
                            <a:off x="1069" y="2544"/>
                            <a:ext cx="230" cy="220"/>
                          </a:xfrm>
                          <a:prstGeom prst="rect">
                            <a:avLst/>
                          </a:prstGeom>
                          <a:noFill/>
                          <a:ln w="38100">
                            <a:noFill/>
                            <a:miter/>
                          </a:ln>
                        </p:spPr>
                      </p:pic>
                    </p:oleObj>
                  </mc:Fallback>
                </mc:AlternateContent>
              </a:graphicData>
            </a:graphic>
          </p:graphicFrame>
          <p:graphicFrame>
            <p:nvGraphicFramePr>
              <p:cNvPr id="51241" name="Object 30"/>
              <p:cNvGraphicFramePr>
                <a:graphicFrameLocks noChangeAspect="1"/>
              </p:cNvGraphicFramePr>
              <p:nvPr/>
            </p:nvGraphicFramePr>
            <p:xfrm>
              <a:off x="802" y="2544"/>
              <a:ext cx="201" cy="206"/>
            </p:xfrm>
            <a:graphic>
              <a:graphicData uri="http://schemas.openxmlformats.org/presentationml/2006/ole">
                <mc:AlternateContent xmlns:mc="http://schemas.openxmlformats.org/markup-compatibility/2006">
                  <mc:Choice xmlns:v="urn:schemas-microsoft-com:vml" Requires="v">
                    <p:oleObj spid="_x0000_s3083" name="" r:id="rId26" imgW="177800" imgH="228600" progId="Equation.3">
                      <p:embed/>
                    </p:oleObj>
                  </mc:Choice>
                  <mc:Fallback>
                    <p:oleObj name="" r:id="rId26" imgW="177800" imgH="228600" progId="Equation.3">
                      <p:embed/>
                      <p:pic>
                        <p:nvPicPr>
                          <p:cNvPr id="0" name="图片 3082"/>
                          <p:cNvPicPr/>
                          <p:nvPr/>
                        </p:nvPicPr>
                        <p:blipFill>
                          <a:blip r:embed="rId27"/>
                          <a:stretch>
                            <a:fillRect/>
                          </a:stretch>
                        </p:blipFill>
                        <p:spPr>
                          <a:xfrm>
                            <a:off x="802" y="2544"/>
                            <a:ext cx="201" cy="206"/>
                          </a:xfrm>
                          <a:prstGeom prst="rect">
                            <a:avLst/>
                          </a:prstGeom>
                          <a:noFill/>
                          <a:ln w="38100">
                            <a:noFill/>
                            <a:miter/>
                          </a:ln>
                        </p:spPr>
                      </p:pic>
                    </p:oleObj>
                  </mc:Fallback>
                </mc:AlternateContent>
              </a:graphicData>
            </a:graphic>
          </p:graphicFrame>
          <p:sp>
            <p:nvSpPr>
              <p:cNvPr id="51242" name="Line 31"/>
              <p:cNvSpPr/>
              <p:nvPr/>
            </p:nvSpPr>
            <p:spPr>
              <a:xfrm>
                <a:off x="281" y="2773"/>
                <a:ext cx="1029" cy="0"/>
              </a:xfrm>
              <a:prstGeom prst="line">
                <a:avLst/>
              </a:prstGeom>
              <a:ln w="9525" cap="flat" cmpd="sng">
                <a:solidFill>
                  <a:srgbClr val="000000"/>
                </a:solidFill>
                <a:prstDash val="solid"/>
                <a:headEnd type="none" w="med" len="med"/>
                <a:tailEnd type="none" w="med" len="med"/>
              </a:ln>
            </p:spPr>
          </p:sp>
          <p:graphicFrame>
            <p:nvGraphicFramePr>
              <p:cNvPr id="51243" name="Object 32"/>
              <p:cNvGraphicFramePr>
                <a:graphicFrameLocks noChangeAspect="1"/>
              </p:cNvGraphicFramePr>
              <p:nvPr/>
            </p:nvGraphicFramePr>
            <p:xfrm>
              <a:off x="288" y="2573"/>
              <a:ext cx="185" cy="147"/>
            </p:xfrm>
            <a:graphic>
              <a:graphicData uri="http://schemas.openxmlformats.org/presentationml/2006/ole">
                <mc:AlternateContent xmlns:mc="http://schemas.openxmlformats.org/markup-compatibility/2006">
                  <mc:Choice xmlns:v="urn:schemas-microsoft-com:vml" Requires="v">
                    <p:oleObj spid="_x0000_s3084" name="" r:id="rId28" imgW="152400" imgH="165100" progId="Equation.3">
                      <p:embed/>
                    </p:oleObj>
                  </mc:Choice>
                  <mc:Fallback>
                    <p:oleObj name="" r:id="rId28" imgW="152400" imgH="165100" progId="Equation.3">
                      <p:embed/>
                      <p:pic>
                        <p:nvPicPr>
                          <p:cNvPr id="0" name="图片 3083"/>
                          <p:cNvPicPr/>
                          <p:nvPr/>
                        </p:nvPicPr>
                        <p:blipFill>
                          <a:blip r:embed="rId29"/>
                          <a:stretch>
                            <a:fillRect/>
                          </a:stretch>
                        </p:blipFill>
                        <p:spPr>
                          <a:xfrm>
                            <a:off x="288" y="2573"/>
                            <a:ext cx="185" cy="147"/>
                          </a:xfrm>
                          <a:prstGeom prst="rect">
                            <a:avLst/>
                          </a:prstGeom>
                          <a:noFill/>
                          <a:ln w="38100">
                            <a:noFill/>
                            <a:miter/>
                          </a:ln>
                        </p:spPr>
                      </p:pic>
                    </p:oleObj>
                  </mc:Fallback>
                </mc:AlternateContent>
              </a:graphicData>
            </a:graphic>
          </p:graphicFrame>
          <p:graphicFrame>
            <p:nvGraphicFramePr>
              <p:cNvPr id="51244" name="Object 33"/>
              <p:cNvGraphicFramePr>
                <a:graphicFrameLocks noChangeAspect="1"/>
              </p:cNvGraphicFramePr>
              <p:nvPr/>
            </p:nvGraphicFramePr>
            <p:xfrm>
              <a:off x="489" y="2579"/>
              <a:ext cx="184" cy="136"/>
            </p:xfrm>
            <a:graphic>
              <a:graphicData uri="http://schemas.openxmlformats.org/presentationml/2006/ole">
                <mc:AlternateContent xmlns:mc="http://schemas.openxmlformats.org/markup-compatibility/2006">
                  <mc:Choice xmlns:v="urn:schemas-microsoft-com:vml" Requires="v">
                    <p:oleObj spid="_x0000_s3086" name="" r:id="rId30" imgW="152400" imgH="152400" progId="Equation.3">
                      <p:embed/>
                    </p:oleObj>
                  </mc:Choice>
                  <mc:Fallback>
                    <p:oleObj name="" r:id="rId30" imgW="152400" imgH="152400" progId="Equation.3">
                      <p:embed/>
                      <p:pic>
                        <p:nvPicPr>
                          <p:cNvPr id="0" name="图片 3085"/>
                          <p:cNvPicPr/>
                          <p:nvPr/>
                        </p:nvPicPr>
                        <p:blipFill>
                          <a:blip r:embed="rId31"/>
                          <a:stretch>
                            <a:fillRect/>
                          </a:stretch>
                        </p:blipFill>
                        <p:spPr>
                          <a:xfrm>
                            <a:off x="489" y="2579"/>
                            <a:ext cx="184" cy="136"/>
                          </a:xfrm>
                          <a:prstGeom prst="rect">
                            <a:avLst/>
                          </a:prstGeom>
                          <a:noFill/>
                          <a:ln w="38100">
                            <a:noFill/>
                            <a:miter/>
                          </a:ln>
                        </p:spPr>
                      </p:pic>
                    </p:oleObj>
                  </mc:Fallback>
                </mc:AlternateContent>
              </a:graphicData>
            </a:graphic>
          </p:graphicFrame>
        </p:grpSp>
        <p:graphicFrame>
          <p:nvGraphicFramePr>
            <p:cNvPr id="51208" name="Object 34"/>
            <p:cNvGraphicFramePr>
              <a:graphicFrameLocks noChangeAspect="1"/>
            </p:cNvGraphicFramePr>
            <p:nvPr/>
          </p:nvGraphicFramePr>
          <p:xfrm>
            <a:off x="2012" y="2588"/>
            <a:ext cx="1364" cy="292"/>
          </p:xfrm>
          <a:graphic>
            <a:graphicData uri="http://schemas.openxmlformats.org/presentationml/2006/ole">
              <mc:AlternateContent xmlns:mc="http://schemas.openxmlformats.org/markup-compatibility/2006">
                <mc:Choice xmlns:v="urn:schemas-microsoft-com:vml" Requires="v">
                  <p:oleObj spid="_x0000_s3085" name="" r:id="rId32" imgW="1409065" imgH="254000" progId="Equation.3">
                    <p:embed/>
                  </p:oleObj>
                </mc:Choice>
                <mc:Fallback>
                  <p:oleObj name="" r:id="rId32" imgW="1409065" imgH="254000" progId="Equation.3">
                    <p:embed/>
                    <p:pic>
                      <p:nvPicPr>
                        <p:cNvPr id="0" name="图片 3084"/>
                        <p:cNvPicPr/>
                        <p:nvPr/>
                      </p:nvPicPr>
                      <p:blipFill>
                        <a:blip r:embed="rId33"/>
                        <a:stretch>
                          <a:fillRect/>
                        </a:stretch>
                      </p:blipFill>
                      <p:spPr>
                        <a:xfrm>
                          <a:off x="2012" y="2588"/>
                          <a:ext cx="1364" cy="292"/>
                        </a:xfrm>
                        <a:prstGeom prst="rect">
                          <a:avLst/>
                        </a:prstGeom>
                        <a:noFill/>
                        <a:ln w="38100">
                          <a:noFill/>
                          <a:miter/>
                        </a:ln>
                      </p:spPr>
                    </p:pic>
                  </p:oleObj>
                </mc:Fallback>
              </mc:AlternateContent>
            </a:graphicData>
          </a:graphic>
        </p:graphicFrame>
        <p:graphicFrame>
          <p:nvGraphicFramePr>
            <p:cNvPr id="51209" name="Object 35"/>
            <p:cNvGraphicFramePr>
              <a:graphicFrameLocks noChangeAspect="1"/>
            </p:cNvGraphicFramePr>
            <p:nvPr/>
          </p:nvGraphicFramePr>
          <p:xfrm>
            <a:off x="2028" y="2872"/>
            <a:ext cx="612" cy="248"/>
          </p:xfrm>
          <a:graphic>
            <a:graphicData uri="http://schemas.openxmlformats.org/presentationml/2006/ole">
              <mc:AlternateContent xmlns:mc="http://schemas.openxmlformats.org/markup-compatibility/2006">
                <mc:Choice xmlns:v="urn:schemas-microsoft-com:vml" Requires="v">
                  <p:oleObj spid="_x0000_s3081" name="" r:id="rId34" imgW="647700" imgH="228600" progId="Equation.3">
                    <p:embed/>
                  </p:oleObj>
                </mc:Choice>
                <mc:Fallback>
                  <p:oleObj name="" r:id="rId34" imgW="647700" imgH="228600" progId="Equation.3">
                    <p:embed/>
                    <p:pic>
                      <p:nvPicPr>
                        <p:cNvPr id="0" name="图片 3080"/>
                        <p:cNvPicPr/>
                        <p:nvPr/>
                      </p:nvPicPr>
                      <p:blipFill>
                        <a:blip r:embed="rId35"/>
                        <a:stretch>
                          <a:fillRect/>
                        </a:stretch>
                      </p:blipFill>
                      <p:spPr>
                        <a:xfrm>
                          <a:off x="2028" y="2872"/>
                          <a:ext cx="612" cy="248"/>
                        </a:xfrm>
                        <a:prstGeom prst="rect">
                          <a:avLst/>
                        </a:prstGeom>
                        <a:noFill/>
                        <a:ln w="38100">
                          <a:noFill/>
                          <a:miter/>
                        </a:ln>
                      </p:spPr>
                    </p:pic>
                  </p:oleObj>
                </mc:Fallback>
              </mc:AlternateContent>
            </a:graphicData>
          </a:graphic>
        </p:graphicFrame>
        <p:grpSp>
          <p:nvGrpSpPr>
            <p:cNvPr id="51210" name="Group 55"/>
            <p:cNvGrpSpPr/>
            <p:nvPr/>
          </p:nvGrpSpPr>
          <p:grpSpPr>
            <a:xfrm>
              <a:off x="4272" y="2809"/>
              <a:ext cx="1152" cy="839"/>
              <a:chOff x="4272" y="2809"/>
              <a:chExt cx="1152" cy="839"/>
            </a:xfrm>
          </p:grpSpPr>
          <p:sp>
            <p:nvSpPr>
              <p:cNvPr id="51211" name="Text Box 37"/>
              <p:cNvSpPr txBox="1"/>
              <p:nvPr>
                <p:custDataLst>
                  <p:tags r:id="rId36"/>
                </p:custDataLst>
              </p:nvPr>
            </p:nvSpPr>
            <p:spPr>
              <a:xfrm>
                <a:off x="4702" y="2809"/>
                <a:ext cx="296" cy="386"/>
              </a:xfrm>
              <a:prstGeom prst="rect">
                <a:avLst/>
              </a:prstGeom>
              <a:solidFill>
                <a:srgbClr val="FFFFFF"/>
              </a:solidFill>
              <a:ln w="9525" cap="flat" cmpd="sng">
                <a:solidFill>
                  <a:srgbClr val="000000"/>
                </a:solidFill>
                <a:prstDash val="solid"/>
                <a:miter/>
                <a:headEnd type="none" w="med" len="med"/>
                <a:tailEnd type="none" w="med" len="med"/>
              </a:ln>
            </p:spPr>
            <p:txBody>
              <a:bodyPr lIns="18000" rIns="18000"/>
              <a:p>
                <a:pPr algn="just" eaLnBrk="1" hangingPunct="1"/>
                <a:r>
                  <a:rPr lang="en-US" altLang="zh-CN" sz="1800" dirty="0">
                    <a:solidFill>
                      <a:schemeClr val="dk1"/>
                    </a:solidFill>
                    <a:latin typeface="微软雅黑" panose="020B0503020204020204" charset="-122"/>
                    <a:ea typeface="微软雅黑" panose="020B0503020204020204" charset="-122"/>
                  </a:rPr>
                  <a:t>&amp;</a:t>
                </a:r>
                <a:endParaRPr lang="en-US" altLang="zh-CN" sz="1800" b="1" dirty="0">
                  <a:solidFill>
                    <a:schemeClr val="dk1"/>
                  </a:solidFill>
                  <a:latin typeface="微软雅黑" panose="020B0503020204020204" charset="-122"/>
                  <a:ea typeface="微软雅黑" panose="020B0503020204020204" charset="-122"/>
                </a:endParaRPr>
              </a:p>
            </p:txBody>
          </p:sp>
          <p:sp>
            <p:nvSpPr>
              <p:cNvPr id="51212" name="Text Box 38"/>
              <p:cNvSpPr txBox="1"/>
              <p:nvPr>
                <p:custDataLst>
                  <p:tags r:id="rId37"/>
                </p:custDataLst>
              </p:nvPr>
            </p:nvSpPr>
            <p:spPr>
              <a:xfrm>
                <a:off x="4702" y="3262"/>
                <a:ext cx="296" cy="386"/>
              </a:xfrm>
              <a:prstGeom prst="rect">
                <a:avLst/>
              </a:prstGeom>
              <a:solidFill>
                <a:srgbClr val="FFFFFF"/>
              </a:solidFill>
              <a:ln w="9525" cap="flat" cmpd="sng">
                <a:solidFill>
                  <a:srgbClr val="000000"/>
                </a:solidFill>
                <a:prstDash val="solid"/>
                <a:miter/>
                <a:headEnd type="none" w="med" len="med"/>
                <a:tailEnd type="none" w="med" len="med"/>
              </a:ln>
            </p:spPr>
            <p:txBody>
              <a:bodyPr lIns="18000" rIns="18000"/>
              <a:p>
                <a:pPr algn="just" eaLnBrk="1" hangingPunct="1"/>
                <a:r>
                  <a:rPr lang="en-US" altLang="zh-CN" sz="1800" dirty="0">
                    <a:solidFill>
                      <a:schemeClr val="dk1"/>
                    </a:solidFill>
                    <a:latin typeface="微软雅黑" panose="020B0503020204020204" charset="-122"/>
                    <a:ea typeface="微软雅黑" panose="020B0503020204020204" charset="-122"/>
                  </a:rPr>
                  <a:t> =1</a:t>
                </a:r>
                <a:endParaRPr lang="en-US" altLang="zh-CN" sz="1800" b="1" dirty="0">
                  <a:solidFill>
                    <a:schemeClr val="dk1"/>
                  </a:solidFill>
                  <a:latin typeface="微软雅黑" panose="020B0503020204020204" charset="-122"/>
                  <a:ea typeface="微软雅黑" panose="020B0503020204020204" charset="-122"/>
                </a:endParaRPr>
              </a:p>
            </p:txBody>
          </p:sp>
          <p:sp>
            <p:nvSpPr>
              <p:cNvPr id="51213" name="Line 39"/>
              <p:cNvSpPr/>
              <p:nvPr/>
            </p:nvSpPr>
            <p:spPr>
              <a:xfrm flipH="1">
                <a:off x="4455" y="3134"/>
                <a:ext cx="247" cy="0"/>
              </a:xfrm>
              <a:prstGeom prst="line">
                <a:avLst/>
              </a:prstGeom>
              <a:ln w="9525" cap="flat" cmpd="sng">
                <a:solidFill>
                  <a:srgbClr val="000000"/>
                </a:solidFill>
                <a:prstDash val="solid"/>
                <a:headEnd type="none" w="med" len="med"/>
                <a:tailEnd type="none" w="med" len="med"/>
              </a:ln>
            </p:spPr>
          </p:sp>
          <p:sp>
            <p:nvSpPr>
              <p:cNvPr id="51214" name="Line 40"/>
              <p:cNvSpPr/>
              <p:nvPr/>
            </p:nvSpPr>
            <p:spPr>
              <a:xfrm flipH="1">
                <a:off x="4455" y="2877"/>
                <a:ext cx="247" cy="0"/>
              </a:xfrm>
              <a:prstGeom prst="line">
                <a:avLst/>
              </a:prstGeom>
              <a:ln w="9525" cap="flat" cmpd="sng">
                <a:solidFill>
                  <a:srgbClr val="000000"/>
                </a:solidFill>
                <a:prstDash val="solid"/>
                <a:headEnd type="none" w="med" len="med"/>
                <a:tailEnd type="none" w="med" len="med"/>
              </a:ln>
            </p:spPr>
          </p:sp>
          <p:sp>
            <p:nvSpPr>
              <p:cNvPr id="51215" name="Line 41"/>
              <p:cNvSpPr/>
              <p:nvPr/>
            </p:nvSpPr>
            <p:spPr>
              <a:xfrm flipH="1">
                <a:off x="4603" y="3391"/>
                <a:ext cx="99" cy="0"/>
              </a:xfrm>
              <a:prstGeom prst="line">
                <a:avLst/>
              </a:prstGeom>
              <a:ln w="9525" cap="flat" cmpd="sng">
                <a:solidFill>
                  <a:srgbClr val="000000"/>
                </a:solidFill>
                <a:prstDash val="solid"/>
                <a:headEnd type="none" w="med" len="med"/>
                <a:tailEnd type="none" w="med" len="med"/>
              </a:ln>
            </p:spPr>
          </p:sp>
          <p:sp>
            <p:nvSpPr>
              <p:cNvPr id="51216" name="Line 42"/>
              <p:cNvSpPr/>
              <p:nvPr/>
            </p:nvSpPr>
            <p:spPr>
              <a:xfrm flipH="1">
                <a:off x="4554" y="3519"/>
                <a:ext cx="148" cy="0"/>
              </a:xfrm>
              <a:prstGeom prst="line">
                <a:avLst/>
              </a:prstGeom>
              <a:ln w="9525" cap="flat" cmpd="sng">
                <a:solidFill>
                  <a:srgbClr val="000000"/>
                </a:solidFill>
                <a:prstDash val="solid"/>
                <a:headEnd type="none" w="med" len="med"/>
                <a:tailEnd type="none" w="med" len="med"/>
              </a:ln>
            </p:spPr>
          </p:sp>
          <p:sp>
            <p:nvSpPr>
              <p:cNvPr id="51217" name="Line 43"/>
              <p:cNvSpPr/>
              <p:nvPr/>
            </p:nvSpPr>
            <p:spPr>
              <a:xfrm flipV="1">
                <a:off x="4603" y="2877"/>
                <a:ext cx="0" cy="514"/>
              </a:xfrm>
              <a:prstGeom prst="line">
                <a:avLst/>
              </a:prstGeom>
              <a:ln w="9525" cap="flat" cmpd="sng">
                <a:solidFill>
                  <a:srgbClr val="000000"/>
                </a:solidFill>
                <a:prstDash val="solid"/>
                <a:headEnd type="none" w="med" len="med"/>
                <a:tailEnd type="none" w="med" len="med"/>
              </a:ln>
            </p:spPr>
          </p:sp>
          <p:sp>
            <p:nvSpPr>
              <p:cNvPr id="51218" name="Line 44"/>
              <p:cNvSpPr/>
              <p:nvPr/>
            </p:nvSpPr>
            <p:spPr>
              <a:xfrm flipV="1">
                <a:off x="4554" y="3134"/>
                <a:ext cx="0" cy="385"/>
              </a:xfrm>
              <a:prstGeom prst="line">
                <a:avLst/>
              </a:prstGeom>
              <a:ln w="9525" cap="flat" cmpd="sng">
                <a:solidFill>
                  <a:srgbClr val="000000"/>
                </a:solidFill>
                <a:prstDash val="solid"/>
                <a:headEnd type="none" w="med" len="med"/>
                <a:tailEnd type="none" w="med" len="med"/>
              </a:ln>
            </p:spPr>
          </p:sp>
          <p:sp>
            <p:nvSpPr>
              <p:cNvPr id="51219" name="Line 45"/>
              <p:cNvSpPr/>
              <p:nvPr/>
            </p:nvSpPr>
            <p:spPr>
              <a:xfrm>
                <a:off x="4998" y="3452"/>
                <a:ext cx="186" cy="4"/>
              </a:xfrm>
              <a:prstGeom prst="line">
                <a:avLst/>
              </a:prstGeom>
              <a:ln w="9525" cap="flat" cmpd="sng">
                <a:solidFill>
                  <a:srgbClr val="000000"/>
                </a:solidFill>
                <a:prstDash val="solid"/>
                <a:headEnd type="none" w="med" len="med"/>
                <a:tailEnd type="none" w="med" len="med"/>
              </a:ln>
            </p:spPr>
          </p:sp>
          <p:sp>
            <p:nvSpPr>
              <p:cNvPr id="51220" name="Line 46"/>
              <p:cNvSpPr/>
              <p:nvPr/>
            </p:nvSpPr>
            <p:spPr>
              <a:xfrm>
                <a:off x="5003" y="2991"/>
                <a:ext cx="149" cy="0"/>
              </a:xfrm>
              <a:prstGeom prst="line">
                <a:avLst/>
              </a:prstGeom>
              <a:ln w="9525" cap="flat" cmpd="sng">
                <a:solidFill>
                  <a:srgbClr val="000000"/>
                </a:solidFill>
                <a:prstDash val="solid"/>
                <a:headEnd type="none" w="med" len="med"/>
                <a:tailEnd type="none" w="med" len="med"/>
              </a:ln>
            </p:spPr>
          </p:sp>
          <p:graphicFrame>
            <p:nvGraphicFramePr>
              <p:cNvPr id="51221" name="Object 47"/>
              <p:cNvGraphicFramePr>
                <a:graphicFrameLocks noChangeAspect="1"/>
              </p:cNvGraphicFramePr>
              <p:nvPr/>
            </p:nvGraphicFramePr>
            <p:xfrm>
              <a:off x="4272" y="3122"/>
              <a:ext cx="219" cy="238"/>
            </p:xfrm>
            <a:graphic>
              <a:graphicData uri="http://schemas.openxmlformats.org/presentationml/2006/ole">
                <mc:AlternateContent xmlns:mc="http://schemas.openxmlformats.org/markup-compatibility/2006">
                  <mc:Choice xmlns:v="urn:schemas-microsoft-com:vml" Requires="v">
                    <p:oleObj spid="_x0000_s3089" name="" r:id="rId38" imgW="165100" imgH="228600" progId="Equation.3">
                      <p:embed/>
                    </p:oleObj>
                  </mc:Choice>
                  <mc:Fallback>
                    <p:oleObj name="" r:id="rId38" imgW="165100" imgH="228600" progId="Equation.3">
                      <p:embed/>
                      <p:pic>
                        <p:nvPicPr>
                          <p:cNvPr id="0" name="图片 3088"/>
                          <p:cNvPicPr/>
                          <p:nvPr/>
                        </p:nvPicPr>
                        <p:blipFill>
                          <a:blip r:embed="rId39"/>
                          <a:stretch>
                            <a:fillRect/>
                          </a:stretch>
                        </p:blipFill>
                        <p:spPr>
                          <a:xfrm>
                            <a:off x="4272" y="3122"/>
                            <a:ext cx="219" cy="238"/>
                          </a:xfrm>
                          <a:prstGeom prst="rect">
                            <a:avLst/>
                          </a:prstGeom>
                          <a:noFill/>
                          <a:ln w="38100">
                            <a:noFill/>
                            <a:miter/>
                          </a:ln>
                        </p:spPr>
                      </p:pic>
                    </p:oleObj>
                  </mc:Fallback>
                </mc:AlternateContent>
              </a:graphicData>
            </a:graphic>
          </p:graphicFrame>
          <p:graphicFrame>
            <p:nvGraphicFramePr>
              <p:cNvPr id="51222" name="Object 48"/>
              <p:cNvGraphicFramePr>
                <a:graphicFrameLocks noChangeAspect="1"/>
              </p:cNvGraphicFramePr>
              <p:nvPr/>
            </p:nvGraphicFramePr>
            <p:xfrm>
              <a:off x="4280" y="2819"/>
              <a:ext cx="195" cy="177"/>
            </p:xfrm>
            <a:graphic>
              <a:graphicData uri="http://schemas.openxmlformats.org/presentationml/2006/ole">
                <mc:AlternateContent xmlns:mc="http://schemas.openxmlformats.org/markup-compatibility/2006">
                  <mc:Choice xmlns:v="urn:schemas-microsoft-com:vml" Requires="v">
                    <p:oleObj spid="_x0000_s3090" name="" r:id="rId40" imgW="152400" imgH="165100" progId="Equation.3">
                      <p:embed/>
                    </p:oleObj>
                  </mc:Choice>
                  <mc:Fallback>
                    <p:oleObj name="" r:id="rId40" imgW="152400" imgH="165100" progId="Equation.3">
                      <p:embed/>
                      <p:pic>
                        <p:nvPicPr>
                          <p:cNvPr id="0" name="图片 3089"/>
                          <p:cNvPicPr/>
                          <p:nvPr/>
                        </p:nvPicPr>
                        <p:blipFill>
                          <a:blip r:embed="rId41"/>
                          <a:stretch>
                            <a:fillRect/>
                          </a:stretch>
                        </p:blipFill>
                        <p:spPr>
                          <a:xfrm>
                            <a:off x="4280" y="2819"/>
                            <a:ext cx="195" cy="177"/>
                          </a:xfrm>
                          <a:prstGeom prst="rect">
                            <a:avLst/>
                          </a:prstGeom>
                          <a:noFill/>
                          <a:ln w="38100">
                            <a:noFill/>
                            <a:miter/>
                          </a:ln>
                        </p:spPr>
                      </p:pic>
                    </p:oleObj>
                  </mc:Fallback>
                </mc:AlternateContent>
              </a:graphicData>
            </a:graphic>
          </p:graphicFrame>
          <p:graphicFrame>
            <p:nvGraphicFramePr>
              <p:cNvPr id="51223" name="Object 49"/>
              <p:cNvGraphicFramePr>
                <a:graphicFrameLocks noChangeAspect="1"/>
              </p:cNvGraphicFramePr>
              <p:nvPr/>
            </p:nvGraphicFramePr>
            <p:xfrm>
              <a:off x="5180" y="2949"/>
              <a:ext cx="244" cy="246"/>
            </p:xfrm>
            <a:graphic>
              <a:graphicData uri="http://schemas.openxmlformats.org/presentationml/2006/ole">
                <mc:AlternateContent xmlns:mc="http://schemas.openxmlformats.org/markup-compatibility/2006">
                  <mc:Choice xmlns:v="urn:schemas-microsoft-com:vml" Requires="v">
                    <p:oleObj spid="_x0000_s3087" name="" r:id="rId42" imgW="190500" imgH="228600" progId="Equation.3">
                      <p:embed/>
                    </p:oleObj>
                  </mc:Choice>
                  <mc:Fallback>
                    <p:oleObj name="" r:id="rId42" imgW="190500" imgH="228600" progId="Equation.3">
                      <p:embed/>
                      <p:pic>
                        <p:nvPicPr>
                          <p:cNvPr id="0" name="图片 3086"/>
                          <p:cNvPicPr/>
                          <p:nvPr/>
                        </p:nvPicPr>
                        <p:blipFill>
                          <a:blip r:embed="rId43"/>
                          <a:stretch>
                            <a:fillRect/>
                          </a:stretch>
                        </p:blipFill>
                        <p:spPr>
                          <a:xfrm>
                            <a:off x="5180" y="2949"/>
                            <a:ext cx="244" cy="246"/>
                          </a:xfrm>
                          <a:prstGeom prst="rect">
                            <a:avLst/>
                          </a:prstGeom>
                          <a:noFill/>
                          <a:ln w="38100">
                            <a:noFill/>
                            <a:miter/>
                          </a:ln>
                        </p:spPr>
                      </p:pic>
                    </p:oleObj>
                  </mc:Fallback>
                </mc:AlternateContent>
              </a:graphicData>
            </a:graphic>
          </p:graphicFrame>
          <p:graphicFrame>
            <p:nvGraphicFramePr>
              <p:cNvPr id="51224" name="Object 50"/>
              <p:cNvGraphicFramePr>
                <a:graphicFrameLocks noChangeAspect="1"/>
              </p:cNvGraphicFramePr>
              <p:nvPr/>
            </p:nvGraphicFramePr>
            <p:xfrm>
              <a:off x="5163" y="3195"/>
              <a:ext cx="250" cy="270"/>
            </p:xfrm>
            <a:graphic>
              <a:graphicData uri="http://schemas.openxmlformats.org/presentationml/2006/ole">
                <mc:AlternateContent xmlns:mc="http://schemas.openxmlformats.org/markup-compatibility/2006">
                  <mc:Choice xmlns:v="urn:schemas-microsoft-com:vml" Requires="v">
                    <p:oleObj spid="_x0000_s3088" name="" r:id="rId44" imgW="177800" imgH="228600" progId="Equation.3">
                      <p:embed/>
                    </p:oleObj>
                  </mc:Choice>
                  <mc:Fallback>
                    <p:oleObj name="" r:id="rId44" imgW="177800" imgH="228600" progId="Equation.3">
                      <p:embed/>
                      <p:pic>
                        <p:nvPicPr>
                          <p:cNvPr id="0" name="图片 3087"/>
                          <p:cNvPicPr/>
                          <p:nvPr/>
                        </p:nvPicPr>
                        <p:blipFill>
                          <a:blip r:embed="rId45"/>
                          <a:stretch>
                            <a:fillRect/>
                          </a:stretch>
                        </p:blipFill>
                        <p:spPr>
                          <a:xfrm>
                            <a:off x="5163" y="3195"/>
                            <a:ext cx="250" cy="270"/>
                          </a:xfrm>
                          <a:prstGeom prst="rect">
                            <a:avLst/>
                          </a:prstGeom>
                          <a:noFill/>
                          <a:ln w="38100">
                            <a:noFill/>
                            <a:miter/>
                          </a:ln>
                        </p:spPr>
                      </p:pic>
                    </p:oleObj>
                  </mc:Fallback>
                </mc:AlternateContent>
              </a:graphicData>
            </a:graphic>
          </p:graphicFrame>
          <p:sp>
            <p:nvSpPr>
              <p:cNvPr id="51225" name="Oval 53"/>
              <p:cNvSpPr/>
              <p:nvPr>
                <p:custDataLst>
                  <p:tags r:id="rId46"/>
                </p:custDataLst>
              </p:nvPr>
            </p:nvSpPr>
            <p:spPr>
              <a:xfrm>
                <a:off x="4587" y="2859"/>
                <a:ext cx="48" cy="48"/>
              </a:xfrm>
              <a:prstGeom prst="ellipse">
                <a:avLst/>
              </a:prstGeom>
              <a:solidFill>
                <a:schemeClr val="dk1"/>
              </a:solidFill>
              <a:ln w="9525" cap="flat" cmpd="sng">
                <a:solidFill>
                  <a:schemeClr val="dk1"/>
                </a:solidFill>
                <a:prstDash val="solid"/>
                <a:miter/>
                <a:headEnd type="none" w="med" len="med"/>
                <a:tailEnd type="none" w="med" len="med"/>
              </a:ln>
            </p:spPr>
            <p:txBody>
              <a:bodyPr wrap="none" anchor="ctr" anchorCtr="0"/>
              <a:p>
                <a:pPr eaLnBrk="1" hangingPunct="1"/>
                <a:endParaRPr lang="zh-CN" altLang="en-US" dirty="0">
                  <a:solidFill>
                    <a:schemeClr val="dk1"/>
                  </a:solidFill>
                  <a:latin typeface="微软雅黑" panose="020B0503020204020204" charset="-122"/>
                  <a:ea typeface="微软雅黑" panose="020B0503020204020204" charset="-122"/>
                </a:endParaRPr>
              </a:p>
            </p:txBody>
          </p:sp>
          <p:sp>
            <p:nvSpPr>
              <p:cNvPr id="51226" name="Oval 54"/>
              <p:cNvSpPr/>
              <p:nvPr>
                <p:custDataLst>
                  <p:tags r:id="rId47"/>
                </p:custDataLst>
              </p:nvPr>
            </p:nvSpPr>
            <p:spPr>
              <a:xfrm>
                <a:off x="4526" y="3120"/>
                <a:ext cx="48" cy="48"/>
              </a:xfrm>
              <a:prstGeom prst="ellipse">
                <a:avLst/>
              </a:prstGeom>
              <a:solidFill>
                <a:schemeClr val="dk1"/>
              </a:solidFill>
              <a:ln w="9525" cap="flat" cmpd="sng">
                <a:solidFill>
                  <a:schemeClr val="dk1"/>
                </a:solidFill>
                <a:prstDash val="solid"/>
                <a:miter/>
                <a:headEnd type="none" w="med" len="med"/>
                <a:tailEnd type="none" w="med" len="med"/>
              </a:ln>
            </p:spPr>
            <p:txBody>
              <a:bodyPr wrap="none" anchor="ctr" anchorCtr="0"/>
              <a:p>
                <a:pPr eaLnBrk="1" hangingPunct="1"/>
                <a:endParaRPr lang="zh-CN" altLang="en-US" dirty="0">
                  <a:solidFill>
                    <a:schemeClr val="dk1"/>
                  </a:solidFill>
                  <a:latin typeface="微软雅黑" panose="020B0503020204020204" charset="-122"/>
                  <a:ea typeface="微软雅黑" panose="020B0503020204020204" charset="-122"/>
                </a:endParaRPr>
              </a:p>
            </p:txBody>
          </p:sp>
        </p:grpSp>
      </p:grpSp>
    </p:spTree>
    <p:custDataLst>
      <p:tags r:id="rId48"/>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52226" name="页脚占位符 2"/>
          <p:cNvSpPr txBox="1">
            <a:spLocks noGrp="1"/>
          </p:cNvSpPr>
          <p:nvPr>
            <p:ph type="ftr" sz="quarter" idx="11"/>
            <p:custDataLst>
              <p:tags r:id="rId4"/>
            </p:custDataLst>
          </p:nvPr>
        </p:nvSpPr>
        <p:spPr/>
        <p:txBody>
          <a:bodyPr vert="horz" lIns="91440" tIns="45720" rIns="91440" bIns="45720" rtlCol="0" anchor="b" anchorCtr="0">
            <a:normAutofit/>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Tx/>
              <a:buSzTx/>
              <a:buFontTx/>
            </a:pPr>
            <a:r>
              <a:rPr lang="en-US" altLang="zh-CN" sz="1400" dirty="0">
                <a:solidFill>
                  <a:schemeClr val="dk1"/>
                </a:solidFill>
                <a:latin typeface="微软雅黑" panose="020B0503020204020204" charset="-122"/>
                <a:ea typeface="微软雅黑" panose="020B0503020204020204" charset="-122"/>
                <a:cs typeface="微软雅黑" panose="020B0503020204020204" charset="-122"/>
                <a:sym typeface="+mn-ea"/>
              </a:rPr>
              <a:t>盛建伦 jlsheng@qtech.edu.cn</a:t>
            </a:r>
            <a:endParaRPr lang="en-US" altLang="zh-CN" sz="1400"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52227" name="灯片编号占位符 3"/>
          <p:cNvSpPr txBox="1">
            <a:spLocks noGrp="1"/>
          </p:cNvSpPr>
          <p:nvPr>
            <p:ph type="sldNum" sz="quarter" idx="12"/>
            <p:custDataLst>
              <p:tags r:id="rId5"/>
            </p:custDataLst>
          </p:nvPr>
        </p:nvSpPr>
        <p:spPr/>
        <p:txBody>
          <a:bodyPr vert="horz" lIns="91440" tIns="45720" rIns="91440" bIns="45720" rtlCol="0" anchor="b" anchorCtr="0">
            <a:normAutofit/>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buClrTx/>
              <a:buSzTx/>
              <a:buFontTx/>
            </a:pPr>
            <a:fld id="{9A0DB2DC-4C9A-4742-B13C-FB6460FD3503}" type="slidenum">
              <a:rPr lang="en-US" altLang="zh-CN" sz="1400" dirty="0">
                <a:solidFill>
                  <a:schemeClr val="dk1">
                    <a:lumMod val="85000"/>
                    <a:lumOff val="15000"/>
                  </a:schemeClr>
                </a:solidFill>
                <a:latin typeface="微软雅黑" panose="020B0503020204020204" charset="-122"/>
                <a:ea typeface="微软雅黑" panose="020B0503020204020204" charset="-122"/>
                <a:sym typeface="+mn-ea"/>
              </a:rPr>
            </a:fld>
            <a:endParaRPr lang="en-US" altLang="zh-CN" sz="1400" dirty="0">
              <a:solidFill>
                <a:schemeClr val="dk1">
                  <a:lumMod val="85000"/>
                  <a:lumOff val="15000"/>
                </a:schemeClr>
              </a:solidFill>
              <a:latin typeface="微软雅黑" panose="020B0503020204020204" charset="-122"/>
              <a:ea typeface="微软雅黑" panose="020B0503020204020204" charset="-122"/>
              <a:sym typeface="+mn-ea"/>
            </a:endParaRPr>
          </a:p>
        </p:txBody>
      </p:sp>
      <p:sp>
        <p:nvSpPr>
          <p:cNvPr id="52228" name="Text Box 2"/>
          <p:cNvSpPr txBox="1"/>
          <p:nvPr>
            <p:custDataLst>
              <p:tags r:id="rId6"/>
            </p:custDataLst>
          </p:nvPr>
        </p:nvSpPr>
        <p:spPr>
          <a:xfrm>
            <a:off x="4419600" y="228600"/>
            <a:ext cx="2438400" cy="521970"/>
          </a:xfrm>
          <a:prstGeom prst="rect">
            <a:avLst/>
          </a:prstGeom>
          <a:noFill/>
          <a:ln w="9525">
            <a:noFill/>
          </a:ln>
        </p:spPr>
        <p:txBody>
          <a:bodyPr>
            <a:spAutoFit/>
          </a:bodyPr>
          <a:p>
            <a:pPr eaLnBrk="1" hangingPunct="1">
              <a:spcBef>
                <a:spcPct val="50000"/>
              </a:spcBef>
            </a:pPr>
            <a:r>
              <a:rPr lang="zh-CN" altLang="en-US" sz="2800" b="1" dirty="0">
                <a:solidFill>
                  <a:schemeClr val="dk1"/>
                </a:solidFill>
                <a:latin typeface="微软雅黑" panose="020B0503020204020204" charset="-122"/>
                <a:ea typeface="微软雅黑" panose="020B0503020204020204" charset="-122"/>
              </a:rPr>
              <a:t>实验报告</a:t>
            </a:r>
            <a:endParaRPr lang="zh-CN" altLang="en-US" sz="2800" b="1" dirty="0">
              <a:solidFill>
                <a:schemeClr val="dk1"/>
              </a:solidFill>
              <a:latin typeface="微软雅黑" panose="020B0503020204020204" charset="-122"/>
              <a:ea typeface="微软雅黑" panose="020B0503020204020204" charset="-122"/>
            </a:endParaRPr>
          </a:p>
        </p:txBody>
      </p:sp>
      <p:sp>
        <p:nvSpPr>
          <p:cNvPr id="52229" name="Text Box 3"/>
          <p:cNvSpPr txBox="1"/>
          <p:nvPr>
            <p:custDataLst>
              <p:tags r:id="rId7"/>
            </p:custDataLst>
          </p:nvPr>
        </p:nvSpPr>
        <p:spPr>
          <a:xfrm>
            <a:off x="1828800" y="1066800"/>
            <a:ext cx="8686800" cy="2861310"/>
          </a:xfrm>
          <a:prstGeom prst="rect">
            <a:avLst/>
          </a:prstGeom>
          <a:noFill/>
          <a:ln w="9525" cap="flat" cmpd="sng">
            <a:solidFill>
              <a:schemeClr val="dk1"/>
            </a:solidFill>
            <a:prstDash val="solid"/>
            <a:miter/>
            <a:headEnd type="none" w="med" len="med"/>
            <a:tailEnd type="none" w="med" len="med"/>
          </a:ln>
        </p:spPr>
        <p:txBody>
          <a:bodyPr>
            <a:spAutoFit/>
          </a:bodyPr>
          <a:p>
            <a:pPr eaLnBrk="1" hangingPunct="1">
              <a:spcBef>
                <a:spcPct val="50000"/>
              </a:spcBef>
            </a:pP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二、实验步骤及注意事项</a:t>
            </a:r>
            <a:endParaRPr lang="zh-CN" altLang="en-US"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r>
              <a:rPr lang="en-US" altLang="zh-CN"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用</a:t>
            </a:r>
            <a:r>
              <a:rPr lang="en-US" altLang="zh-CN" b="1" dirty="0">
                <a:solidFill>
                  <a:schemeClr val="dk1"/>
                </a:solidFill>
                <a:latin typeface="微软雅黑" panose="020B0503020204020204" charset="-122"/>
                <a:ea typeface="微软雅黑" panose="020B0503020204020204" charset="-122"/>
                <a:cs typeface="微软雅黑" panose="020B0503020204020204" charset="-122"/>
                <a:sym typeface="+mn-ea"/>
              </a:rPr>
              <a:t>Verilog HDL</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结构描述的方法设计一个半加器</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r>
              <a:rPr lang="en-US" altLang="zh-CN"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．建立一个工程</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half_adder</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 </a:t>
            </a:r>
            <a:endParaRPr lang="en-US" altLang="zh-CN"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r>
              <a:rPr lang="en-US" altLang="zh-CN" dirty="0">
                <a:solidFill>
                  <a:schemeClr val="dk1"/>
                </a:solidFill>
                <a:latin typeface="微软雅黑" panose="020B0503020204020204" charset="-122"/>
                <a:ea typeface="微软雅黑" panose="020B0503020204020204" charset="-122"/>
                <a:cs typeface="微软雅黑" panose="020B0503020204020204" charset="-122"/>
              </a:rPr>
              <a:t>3</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．建立一个</a:t>
            </a:r>
            <a:r>
              <a:rPr lang="en-US" altLang="zh-CN" b="1" dirty="0">
                <a:solidFill>
                  <a:schemeClr val="dk1"/>
                </a:solidFill>
                <a:latin typeface="微软雅黑" panose="020B0503020204020204" charset="-122"/>
                <a:ea typeface="微软雅黑" panose="020B0503020204020204" charset="-122"/>
                <a:cs typeface="微软雅黑" panose="020B0503020204020204" charset="-122"/>
                <a:sym typeface="+mn-ea"/>
              </a:rPr>
              <a:t>Verilog HDL</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文件，输入源程序并检查错误</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r>
              <a:rPr lang="en-US" altLang="zh-CN" dirty="0">
                <a:solidFill>
                  <a:schemeClr val="dk1"/>
                </a:solidFill>
                <a:latin typeface="微软雅黑" panose="020B0503020204020204" charset="-122"/>
                <a:ea typeface="微软雅黑" panose="020B0503020204020204" charset="-122"/>
                <a:cs typeface="微软雅黑" panose="020B0503020204020204" charset="-122"/>
              </a:rPr>
              <a:t>4</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．编译并修改语法错误</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r>
              <a:rPr lang="en-US" altLang="zh-CN" dirty="0">
                <a:solidFill>
                  <a:schemeClr val="dk1"/>
                </a:solidFill>
                <a:latin typeface="微软雅黑" panose="020B0503020204020204" charset="-122"/>
                <a:ea typeface="微软雅黑" panose="020B0503020204020204" charset="-122"/>
                <a:cs typeface="微软雅黑" panose="020B0503020204020204" charset="-122"/>
              </a:rPr>
              <a:t>5</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．根据</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真值表</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建立一个波形文件</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r>
              <a:rPr lang="en-US" altLang="zh-CN" dirty="0">
                <a:solidFill>
                  <a:schemeClr val="dk1"/>
                </a:solidFill>
                <a:latin typeface="微软雅黑" panose="020B0503020204020204" charset="-122"/>
                <a:ea typeface="微软雅黑" panose="020B0503020204020204" charset="-122"/>
                <a:cs typeface="微软雅黑" panose="020B0503020204020204" charset="-122"/>
              </a:rPr>
              <a:t>6</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．对该</a:t>
            </a:r>
            <a:r>
              <a:rPr lang="en-US" altLang="zh-CN" b="1" dirty="0">
                <a:solidFill>
                  <a:schemeClr val="dk1"/>
                </a:solidFill>
                <a:latin typeface="微软雅黑" panose="020B0503020204020204" charset="-122"/>
                <a:ea typeface="微软雅黑" panose="020B0503020204020204" charset="-122"/>
                <a:cs typeface="微软雅黑" panose="020B0503020204020204" charset="-122"/>
                <a:sym typeface="+mn-ea"/>
              </a:rPr>
              <a:t>Verilog HDL</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程序进行</a:t>
            </a:r>
            <a:r>
              <a:rPr lang="zh-CN" altLang="zh-CN" b="1" dirty="0">
                <a:solidFill>
                  <a:schemeClr val="dk1"/>
                </a:solidFill>
                <a:latin typeface="微软雅黑" panose="020B0503020204020204" charset="-122"/>
                <a:ea typeface="微软雅黑" panose="020B0503020204020204" charset="-122"/>
                <a:cs typeface="微软雅黑" panose="020B0503020204020204" charset="-122"/>
              </a:rPr>
              <a:t>功能</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仿真</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和</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时序仿真</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r>
              <a:rPr lang="zh-CN" altLang="en-US" dirty="0">
                <a:solidFill>
                  <a:schemeClr val="dk1"/>
                </a:solidFill>
                <a:latin typeface="微软雅黑" panose="020B0503020204020204" charset="-122"/>
                <a:ea typeface="微软雅黑" panose="020B0503020204020204" charset="-122"/>
                <a:cs typeface="微软雅黑" panose="020B0503020204020204" charset="-122"/>
              </a:rPr>
              <a:t>     修改逻辑错误，记录仿真波形</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8"/>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53250" name="Text Box 2"/>
          <p:cNvSpPr txBox="1"/>
          <p:nvPr>
            <p:custDataLst>
              <p:tags r:id="rId4"/>
            </p:custDataLst>
          </p:nvPr>
        </p:nvSpPr>
        <p:spPr>
          <a:xfrm>
            <a:off x="4419600" y="228600"/>
            <a:ext cx="2438400" cy="521970"/>
          </a:xfrm>
          <a:prstGeom prst="rect">
            <a:avLst/>
          </a:prstGeom>
          <a:noFill/>
          <a:ln w="9525">
            <a:noFill/>
          </a:ln>
        </p:spPr>
        <p:txBody>
          <a:bodyPr>
            <a:spAutoFit/>
          </a:bodyPr>
          <a:p>
            <a:pPr eaLnBrk="1" hangingPunct="1">
              <a:spcBef>
                <a:spcPct val="50000"/>
              </a:spcBef>
            </a:pPr>
            <a:r>
              <a:rPr lang="zh-CN" altLang="en-US" sz="2800" b="1" dirty="0">
                <a:solidFill>
                  <a:schemeClr val="dk1"/>
                </a:solidFill>
                <a:latin typeface="微软雅黑" panose="020B0503020204020204" charset="-122"/>
                <a:ea typeface="微软雅黑" panose="020B0503020204020204" charset="-122"/>
              </a:rPr>
              <a:t>实验报告</a:t>
            </a:r>
            <a:endParaRPr lang="zh-CN" altLang="en-US" sz="2800" b="1" dirty="0">
              <a:solidFill>
                <a:schemeClr val="dk1"/>
              </a:solidFill>
              <a:latin typeface="微软雅黑" panose="020B0503020204020204" charset="-122"/>
              <a:ea typeface="微软雅黑" panose="020B0503020204020204" charset="-122"/>
            </a:endParaRPr>
          </a:p>
        </p:txBody>
      </p:sp>
      <p:sp>
        <p:nvSpPr>
          <p:cNvPr id="53251" name="Text Box 3"/>
          <p:cNvSpPr txBox="1"/>
          <p:nvPr>
            <p:custDataLst>
              <p:tags r:id="rId5"/>
            </p:custDataLst>
          </p:nvPr>
        </p:nvSpPr>
        <p:spPr>
          <a:xfrm>
            <a:off x="1676400" y="762000"/>
            <a:ext cx="8839200" cy="4599940"/>
          </a:xfrm>
          <a:prstGeom prst="rect">
            <a:avLst/>
          </a:prstGeom>
          <a:noFill/>
          <a:ln w="9525" cap="flat" cmpd="sng">
            <a:solidFill>
              <a:schemeClr val="dk1"/>
            </a:solidFill>
            <a:prstDash val="solid"/>
            <a:miter/>
            <a:headEnd type="none" w="med" len="med"/>
            <a:tailEnd type="none" w="med" len="med"/>
          </a:ln>
        </p:spPr>
        <p:txBody>
          <a:bodyPr>
            <a:spAutoFit/>
          </a:bodyPr>
          <a:p>
            <a:pPr eaLnBrk="1" hangingPunct="1">
              <a:spcBef>
                <a:spcPct val="50000"/>
              </a:spcBef>
            </a:pPr>
            <a:r>
              <a:rPr lang="zh-CN" altLang="en-US" sz="2000" b="1" dirty="0">
                <a:solidFill>
                  <a:schemeClr val="dk1"/>
                </a:solidFill>
                <a:latin typeface="微软雅黑" panose="020B0503020204020204" charset="-122"/>
                <a:ea typeface="微软雅黑" panose="020B0503020204020204" charset="-122"/>
              </a:rPr>
              <a:t>四、数据记录及处理</a:t>
            </a:r>
            <a:endParaRPr lang="zh-CN" altLang="en-US" sz="2000" b="1" dirty="0">
              <a:solidFill>
                <a:schemeClr val="dk1"/>
              </a:solidFill>
              <a:latin typeface="微软雅黑" panose="020B0503020204020204" charset="-122"/>
              <a:ea typeface="微软雅黑" panose="020B0503020204020204" charset="-122"/>
            </a:endParaRPr>
          </a:p>
          <a:p>
            <a:pPr eaLnBrk="1" hangingPunct="1">
              <a:spcBef>
                <a:spcPct val="50000"/>
              </a:spcBef>
            </a:pPr>
            <a:endParaRPr lang="zh-CN" altLang="en-US" sz="2000" b="1" dirty="0">
              <a:solidFill>
                <a:schemeClr val="dk1"/>
              </a:solidFill>
              <a:latin typeface="微软雅黑" panose="020B0503020204020204" charset="-122"/>
              <a:ea typeface="微软雅黑" panose="020B0503020204020204" charset="-122"/>
            </a:endParaRPr>
          </a:p>
          <a:p>
            <a:pPr eaLnBrk="1" hangingPunct="1">
              <a:spcBef>
                <a:spcPct val="50000"/>
              </a:spcBef>
            </a:pPr>
            <a:endParaRPr lang="zh-CN" altLang="en-US" b="1" dirty="0">
              <a:solidFill>
                <a:schemeClr val="dk1"/>
              </a:solidFill>
              <a:latin typeface="微软雅黑" panose="020B0503020204020204" charset="-122"/>
              <a:ea typeface="微软雅黑" panose="020B0503020204020204" charset="-122"/>
            </a:endParaRPr>
          </a:p>
          <a:p>
            <a:pPr eaLnBrk="1" hangingPunct="1">
              <a:spcBef>
                <a:spcPct val="50000"/>
              </a:spcBef>
            </a:pPr>
            <a:endParaRPr lang="zh-CN" altLang="en-US" b="1" dirty="0">
              <a:solidFill>
                <a:schemeClr val="dk1"/>
              </a:solidFill>
              <a:latin typeface="微软雅黑" panose="020B0503020204020204" charset="-122"/>
              <a:ea typeface="微软雅黑" panose="020B0503020204020204" charset="-122"/>
            </a:endParaRPr>
          </a:p>
          <a:p>
            <a:pPr eaLnBrk="1" hangingPunct="1">
              <a:spcBef>
                <a:spcPct val="50000"/>
              </a:spcBef>
            </a:pPr>
            <a:endParaRPr lang="zh-CN" altLang="en-US" b="1" dirty="0">
              <a:solidFill>
                <a:schemeClr val="dk1"/>
              </a:solidFill>
              <a:latin typeface="微软雅黑" panose="020B0503020204020204" charset="-122"/>
              <a:ea typeface="微软雅黑" panose="020B0503020204020204" charset="-122"/>
            </a:endParaRPr>
          </a:p>
          <a:p>
            <a:pPr eaLnBrk="1" hangingPunct="1">
              <a:spcBef>
                <a:spcPct val="50000"/>
              </a:spcBef>
            </a:pPr>
            <a:endParaRPr lang="zh-CN" altLang="en-US" b="1" dirty="0">
              <a:solidFill>
                <a:schemeClr val="dk1"/>
              </a:solidFill>
              <a:latin typeface="微软雅黑" panose="020B0503020204020204" charset="-122"/>
              <a:ea typeface="微软雅黑" panose="020B0503020204020204" charset="-122"/>
            </a:endParaRPr>
          </a:p>
          <a:p>
            <a:pPr eaLnBrk="1" hangingPunct="1">
              <a:spcBef>
                <a:spcPct val="50000"/>
              </a:spcBef>
            </a:pPr>
            <a:endParaRPr lang="zh-CN" altLang="en-US" b="1" dirty="0">
              <a:solidFill>
                <a:schemeClr val="dk1"/>
              </a:solidFill>
              <a:latin typeface="微软雅黑" panose="020B0503020204020204" charset="-122"/>
              <a:ea typeface="微软雅黑" panose="020B0503020204020204" charset="-122"/>
            </a:endParaRPr>
          </a:p>
          <a:p>
            <a:pPr eaLnBrk="1" hangingPunct="1">
              <a:spcBef>
                <a:spcPct val="50000"/>
              </a:spcBef>
            </a:pPr>
            <a:endParaRPr lang="zh-CN" altLang="en-US" b="1" dirty="0">
              <a:solidFill>
                <a:schemeClr val="dk1"/>
              </a:solidFill>
              <a:latin typeface="微软雅黑" panose="020B0503020204020204" charset="-122"/>
              <a:ea typeface="微软雅黑" panose="020B0503020204020204" charset="-122"/>
            </a:endParaRPr>
          </a:p>
          <a:p>
            <a:pPr eaLnBrk="1" hangingPunct="1">
              <a:spcBef>
                <a:spcPct val="50000"/>
              </a:spcBef>
            </a:pPr>
            <a:endParaRPr lang="zh-CN" altLang="en-US" b="1" dirty="0">
              <a:solidFill>
                <a:schemeClr val="dk1"/>
              </a:solidFill>
              <a:latin typeface="微软雅黑" panose="020B0503020204020204" charset="-122"/>
              <a:ea typeface="微软雅黑" panose="020B0503020204020204" charset="-122"/>
            </a:endParaRPr>
          </a:p>
          <a:p>
            <a:pPr eaLnBrk="1" hangingPunct="1">
              <a:spcBef>
                <a:spcPct val="50000"/>
              </a:spcBef>
            </a:pPr>
            <a:endParaRPr lang="zh-CN" altLang="en-US" b="1" dirty="0">
              <a:solidFill>
                <a:schemeClr val="dk1"/>
              </a:solidFill>
              <a:latin typeface="微软雅黑" panose="020B0503020204020204" charset="-122"/>
              <a:ea typeface="微软雅黑" panose="020B0503020204020204" charset="-122"/>
            </a:endParaRPr>
          </a:p>
          <a:p>
            <a:pPr eaLnBrk="1" hangingPunct="1">
              <a:spcBef>
                <a:spcPct val="50000"/>
              </a:spcBef>
            </a:pPr>
            <a:endParaRPr lang="zh-CN" altLang="en-US" b="1" dirty="0">
              <a:solidFill>
                <a:schemeClr val="dk1"/>
              </a:solidFill>
              <a:latin typeface="微软雅黑" panose="020B0503020204020204" charset="-122"/>
              <a:ea typeface="微软雅黑" panose="020B0503020204020204" charset="-122"/>
            </a:endParaRPr>
          </a:p>
        </p:txBody>
      </p:sp>
      <p:sp>
        <p:nvSpPr>
          <p:cNvPr id="53252" name="Text Box 4"/>
          <p:cNvSpPr txBox="1"/>
          <p:nvPr>
            <p:custDataLst>
              <p:tags r:id="rId6"/>
            </p:custDataLst>
          </p:nvPr>
        </p:nvSpPr>
        <p:spPr>
          <a:xfrm>
            <a:off x="1828800" y="1262063"/>
            <a:ext cx="3505200" cy="300355"/>
          </a:xfrm>
          <a:prstGeom prst="rect">
            <a:avLst/>
          </a:prstGeom>
          <a:noFill/>
          <a:ln w="9525">
            <a:noFill/>
          </a:ln>
        </p:spPr>
        <p:txBody>
          <a:bodyPr>
            <a:spAutoFit/>
          </a:bodyPr>
          <a:p>
            <a:pPr eaLnBrk="1" hangingPunct="1">
              <a:lnSpc>
                <a:spcPct val="85000"/>
              </a:lnSpc>
            </a:pPr>
            <a:r>
              <a:rPr lang="zh-CN" altLang="en-US" sz="1600" b="1" dirty="0">
                <a:solidFill>
                  <a:schemeClr val="hlink"/>
                </a:solidFill>
                <a:latin typeface="微软雅黑" panose="020B0503020204020204" charset="-122"/>
                <a:ea typeface="微软雅黑" panose="020B0503020204020204" charset="-122"/>
              </a:rPr>
              <a:t>此处应有带注释的源码</a:t>
            </a:r>
            <a:endParaRPr lang="zh-CN" altLang="en-US" sz="1600" b="1" dirty="0">
              <a:solidFill>
                <a:schemeClr val="hlink"/>
              </a:solidFill>
              <a:latin typeface="微软雅黑" panose="020B0503020204020204" charset="-122"/>
              <a:ea typeface="微软雅黑" panose="020B0503020204020204" charset="-122"/>
            </a:endParaRPr>
          </a:p>
        </p:txBody>
      </p:sp>
      <p:sp>
        <p:nvSpPr>
          <p:cNvPr id="53253" name="Text Box 5"/>
          <p:cNvSpPr txBox="1"/>
          <p:nvPr>
            <p:custDataLst>
              <p:tags r:id="rId7"/>
            </p:custDataLst>
          </p:nvPr>
        </p:nvSpPr>
        <p:spPr>
          <a:xfrm>
            <a:off x="5638800" y="1295400"/>
            <a:ext cx="2214880" cy="300355"/>
          </a:xfrm>
          <a:prstGeom prst="rect">
            <a:avLst/>
          </a:prstGeom>
          <a:noFill/>
          <a:ln w="9525">
            <a:noFill/>
          </a:ln>
        </p:spPr>
        <p:txBody>
          <a:bodyPr wrap="none">
            <a:spAutoFit/>
          </a:bodyPr>
          <a:p>
            <a:pPr algn="l" eaLnBrk="1" hangingPunct="1">
              <a:lnSpc>
                <a:spcPct val="85000"/>
              </a:lnSpc>
            </a:pPr>
            <a:r>
              <a:rPr lang="zh-CN" altLang="en-US" sz="1600" b="1" dirty="0">
                <a:solidFill>
                  <a:schemeClr val="hlink"/>
                </a:solidFill>
                <a:latin typeface="微软雅黑" panose="020B0503020204020204" charset="-122"/>
                <a:ea typeface="微软雅黑" panose="020B0503020204020204" charset="-122"/>
                <a:sym typeface="+mn-ea"/>
              </a:rPr>
              <a:t>此处应有带注释的源码</a:t>
            </a:r>
            <a:endParaRPr lang="zh-CN" altLang="en-US" sz="1600" b="1" dirty="0">
              <a:solidFill>
                <a:schemeClr val="hlink"/>
              </a:solidFill>
              <a:latin typeface="微软雅黑" panose="020B0503020204020204" charset="-122"/>
              <a:ea typeface="微软雅黑" panose="020B0503020204020204" charset="-122"/>
              <a:sym typeface="+mn-ea"/>
            </a:endParaRPr>
          </a:p>
        </p:txBody>
      </p:sp>
      <p:sp>
        <p:nvSpPr>
          <p:cNvPr id="53254" name="Line 6"/>
          <p:cNvSpPr/>
          <p:nvPr/>
        </p:nvSpPr>
        <p:spPr>
          <a:xfrm>
            <a:off x="5562600" y="1524000"/>
            <a:ext cx="0" cy="4800600"/>
          </a:xfrm>
          <a:prstGeom prst="line">
            <a:avLst/>
          </a:prstGeom>
          <a:ln w="9525" cap="flat" cmpd="sng">
            <a:solidFill>
              <a:srgbClr val="FF33CC"/>
            </a:solidFill>
            <a:prstDash val="dashDot"/>
            <a:miter/>
            <a:headEnd type="none" w="med" len="med"/>
            <a:tailEnd type="none" w="med" len="med"/>
          </a:ln>
        </p:spPr>
      </p:sp>
    </p:spTree>
    <p:custDataLst>
      <p:tags r:id="rId8"/>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54274" name="Text Box 2"/>
          <p:cNvSpPr txBox="1"/>
          <p:nvPr>
            <p:custDataLst>
              <p:tags r:id="rId4"/>
            </p:custDataLst>
          </p:nvPr>
        </p:nvSpPr>
        <p:spPr>
          <a:xfrm>
            <a:off x="4419600" y="228600"/>
            <a:ext cx="2438400" cy="521970"/>
          </a:xfrm>
          <a:prstGeom prst="rect">
            <a:avLst/>
          </a:prstGeom>
          <a:noFill/>
          <a:ln w="9525">
            <a:noFill/>
          </a:ln>
        </p:spPr>
        <p:txBody>
          <a:bodyPr>
            <a:spAutoFit/>
          </a:bodyPr>
          <a:p>
            <a:pPr eaLnBrk="1" hangingPunct="1">
              <a:spcBef>
                <a:spcPct val="50000"/>
              </a:spcBef>
            </a:pPr>
            <a:r>
              <a:rPr lang="zh-CN" altLang="en-US" sz="2800" b="1" dirty="0">
                <a:solidFill>
                  <a:schemeClr val="dk1"/>
                </a:solidFill>
                <a:latin typeface="微软雅黑" panose="020B0503020204020204" charset="-122"/>
                <a:ea typeface="微软雅黑" panose="020B0503020204020204" charset="-122"/>
              </a:rPr>
              <a:t>实验报告</a:t>
            </a:r>
            <a:endParaRPr lang="zh-CN" altLang="en-US" sz="2800" b="1" dirty="0">
              <a:solidFill>
                <a:schemeClr val="dk1"/>
              </a:solidFill>
              <a:latin typeface="微软雅黑" panose="020B0503020204020204" charset="-122"/>
              <a:ea typeface="微软雅黑" panose="020B0503020204020204" charset="-122"/>
            </a:endParaRPr>
          </a:p>
        </p:txBody>
      </p:sp>
      <p:sp>
        <p:nvSpPr>
          <p:cNvPr id="54275" name="Text Box 3"/>
          <p:cNvSpPr txBox="1"/>
          <p:nvPr>
            <p:custDataLst>
              <p:tags r:id="rId5"/>
            </p:custDataLst>
          </p:nvPr>
        </p:nvSpPr>
        <p:spPr>
          <a:xfrm>
            <a:off x="1676400" y="914400"/>
            <a:ext cx="8839200" cy="4646295"/>
          </a:xfrm>
          <a:prstGeom prst="rect">
            <a:avLst/>
          </a:prstGeom>
          <a:noFill/>
          <a:ln w="9525" cap="flat" cmpd="sng">
            <a:solidFill>
              <a:schemeClr val="dk1"/>
            </a:solidFill>
            <a:prstDash val="solid"/>
            <a:miter/>
            <a:headEnd type="none" w="med" len="med"/>
            <a:tailEnd type="none" w="med" len="med"/>
          </a:ln>
        </p:spPr>
        <p:txBody>
          <a:bodyPr>
            <a:spAutoFit/>
          </a:bodyPr>
          <a:p>
            <a:pPr eaLnBrk="1" hangingPunct="1"/>
            <a:r>
              <a:rPr lang="en-US" altLang="zh-CN"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．实验过程中出现的问题和改正方法</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r>
              <a:rPr lang="en-US" altLang="zh-CN"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．仿真波形</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功能仿真波形</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时序仿真波形</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r>
              <a:rPr lang="en-US" altLang="zh-CN" dirty="0">
                <a:solidFill>
                  <a:schemeClr val="dk1"/>
                </a:solidFill>
                <a:latin typeface="微软雅黑" panose="020B0503020204020204" charset="-122"/>
                <a:ea typeface="微软雅黑" panose="020B0503020204020204" charset="-122"/>
                <a:cs typeface="微软雅黑" panose="020B0503020204020204" charset="-122"/>
              </a:rPr>
              <a:t>3</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．讨论实验结果</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时序仿真的波形和功能仿真波形的不同点有：</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  ……</a:t>
            </a:r>
            <a:endParaRPr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endParaRPr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p:txBody>
      </p:sp>
      <p:graphicFrame>
        <p:nvGraphicFramePr>
          <p:cNvPr id="54276" name="Object 6"/>
          <p:cNvGraphicFramePr>
            <a:graphicFrameLocks noChangeAspect="1"/>
          </p:cNvGraphicFramePr>
          <p:nvPr/>
        </p:nvGraphicFramePr>
        <p:xfrm>
          <a:off x="3733800" y="2576513"/>
          <a:ext cx="6172200" cy="1255712"/>
        </p:xfrm>
        <a:graphic>
          <a:graphicData uri="http://schemas.openxmlformats.org/presentationml/2006/ole">
            <mc:AlternateContent xmlns:mc="http://schemas.openxmlformats.org/markup-compatibility/2006">
              <mc:Choice xmlns:v="urn:schemas-microsoft-com:vml" Requires="v">
                <p:oleObj spid="_x0000_s3092" name="" r:id="rId6" imgW="4244340" imgH="960120" progId="MSPhotoEd.3">
                  <p:embed/>
                </p:oleObj>
              </mc:Choice>
              <mc:Fallback>
                <p:oleObj name="" r:id="rId6" imgW="4244340" imgH="960120" progId="MSPhotoEd.3">
                  <p:embed/>
                  <p:pic>
                    <p:nvPicPr>
                      <p:cNvPr id="0" name="图片 3091"/>
                      <p:cNvPicPr/>
                      <p:nvPr/>
                    </p:nvPicPr>
                    <p:blipFill>
                      <a:blip r:embed="rId7"/>
                      <a:stretch>
                        <a:fillRect/>
                      </a:stretch>
                    </p:blipFill>
                    <p:spPr>
                      <a:xfrm>
                        <a:off x="3733800" y="2576513"/>
                        <a:ext cx="6172200" cy="1255712"/>
                      </a:xfrm>
                      <a:prstGeom prst="rect">
                        <a:avLst/>
                      </a:prstGeom>
                      <a:noFill/>
                      <a:ln w="38100">
                        <a:noFill/>
                        <a:miter/>
                      </a:ln>
                    </p:spPr>
                  </p:pic>
                </p:oleObj>
              </mc:Fallback>
            </mc:AlternateContent>
          </a:graphicData>
        </a:graphic>
      </p:graphicFrame>
      <p:graphicFrame>
        <p:nvGraphicFramePr>
          <p:cNvPr id="54277" name="Object 8"/>
          <p:cNvGraphicFramePr>
            <a:graphicFrameLocks noChangeAspect="1"/>
          </p:cNvGraphicFramePr>
          <p:nvPr/>
        </p:nvGraphicFramePr>
        <p:xfrm>
          <a:off x="3733800" y="4146550"/>
          <a:ext cx="6248400" cy="1328738"/>
        </p:xfrm>
        <a:graphic>
          <a:graphicData uri="http://schemas.openxmlformats.org/presentationml/2006/ole">
            <mc:AlternateContent xmlns:mc="http://schemas.openxmlformats.org/markup-compatibility/2006">
              <mc:Choice xmlns:v="urn:schemas-microsoft-com:vml" Requires="v">
                <p:oleObj spid="_x0000_s3091" name="" r:id="rId8" imgW="4511040" imgH="960120" progId="MSPhotoEd.3">
                  <p:embed/>
                </p:oleObj>
              </mc:Choice>
              <mc:Fallback>
                <p:oleObj name="" r:id="rId8" imgW="4511040" imgH="960120" progId="MSPhotoEd.3">
                  <p:embed/>
                  <p:pic>
                    <p:nvPicPr>
                      <p:cNvPr id="0" name="图片 3090"/>
                      <p:cNvPicPr/>
                      <p:nvPr/>
                    </p:nvPicPr>
                    <p:blipFill>
                      <a:blip r:embed="rId9"/>
                      <a:stretch>
                        <a:fillRect/>
                      </a:stretch>
                    </p:blipFill>
                    <p:spPr>
                      <a:xfrm>
                        <a:off x="3733800" y="4146550"/>
                        <a:ext cx="6248400" cy="1328738"/>
                      </a:xfrm>
                      <a:prstGeom prst="rect">
                        <a:avLst/>
                      </a:prstGeom>
                      <a:noFill/>
                      <a:ln w="38100">
                        <a:noFill/>
                        <a:miter/>
                      </a:ln>
                    </p:spPr>
                  </p:pic>
                </p:oleObj>
              </mc:Fallback>
            </mc:AlternateContent>
          </a:graphicData>
        </a:graphic>
      </p:graphicFrame>
    </p:spTree>
    <p:custDataLst>
      <p:tags r:id="rId10"/>
    </p:custData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ph type="title" idx="4294967295"/>
            <p:custDataLst>
              <p:tags r:id="rId4"/>
            </p:custDataLst>
          </p:nvPr>
        </p:nvSpPr>
        <p:spPr>
          <a:xfrm>
            <a:off x="608400" y="608400"/>
            <a:ext cx="10969200" cy="705600"/>
          </a:xfr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pPr lvl="0" algn="l">
              <a:buClrTx/>
              <a:buSzTx/>
              <a:buFontTx/>
            </a:pP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实验课题</a:t>
            </a: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2  </a:t>
            </a: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简单ALU设计</a:t>
            </a:r>
            <a:endPar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endParaRPr>
          </a:p>
        </p:txBody>
      </p:sp>
      <p:sp>
        <p:nvSpPr>
          <p:cNvPr id="3" name="内容占位符 2"/>
          <p:cNvSpPr>
            <a:spLocks noGrp="1"/>
          </p:cNvSpPr>
          <p:nvPr>
            <p:ph idx="4294967295"/>
            <p:custDataLst>
              <p:tags r:id="rId5"/>
            </p:custDataLst>
          </p:nvPr>
        </p:nvSpPr>
        <p:spPr>
          <a:xfrm>
            <a:off x="608400" y="1490400"/>
            <a:ext cx="10969200" cy="4759200"/>
          </a:xfrm>
        </p:spPr>
        <p:txBody>
          <a:bodyPr vert="horz" lIns="90000" tIns="46800" rIns="90000" bIns="46800" rtlCol="0">
            <a:normAutofit fontScale="90000" lnSpcReduction="2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输入：两个4位二进制数，代表两个操作数A，B；一个3位控制信号operation，代表ALU要进行的运算。本实验中，ALU可以实现8种运算：</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输出：4位结果，1位进位</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operation | F</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000 | A + B</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001 | A - B</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010 | B + 1</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011 | B - 1</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100 | NOT A</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101 | A XOR B</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110 | A AND B</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111 | A OR B</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ph type="title" idx="4294967295"/>
            <p:custDataLst>
              <p:tags r:id="rId4"/>
            </p:custDataLst>
          </p:nvPr>
        </p:nvSpPr>
        <p:spPr>
          <a:xfrm>
            <a:off x="608400" y="608400"/>
            <a:ext cx="10969200" cy="705600"/>
          </a:xfr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pPr lvl="0" algn="l">
              <a:buClrTx/>
              <a:buSzTx/>
              <a:buFontTx/>
            </a:pP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实验课题</a:t>
            </a: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2  </a:t>
            </a: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简单ALU设计</a:t>
            </a:r>
            <a:endPar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endParaRPr>
          </a:p>
        </p:txBody>
      </p:sp>
      <p:sp>
        <p:nvSpPr>
          <p:cNvPr id="3" name="内容占位符 2"/>
          <p:cNvSpPr>
            <a:spLocks noGrp="1"/>
          </p:cNvSpPr>
          <p:nvPr>
            <p:ph idx="4294967295"/>
            <p:custDataLst>
              <p:tags r:id="rId5"/>
            </p:custDataLst>
          </p:nvPr>
        </p:nvSpPr>
        <p:spPr>
          <a:xfrm>
            <a:off x="608400" y="1490400"/>
            <a:ext cx="10969200" cy="4759200"/>
          </a:xfr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思考：</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1.ALU在现代计算机中的作用</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2.列举ALU的其他功能（本实验中未涉及的）</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ph type="title" idx="4294967295"/>
            <p:custDataLst>
              <p:tags r:id="rId4"/>
            </p:custDataLst>
          </p:nvPr>
        </p:nvSpPr>
        <p:spPr>
          <a:xfrm>
            <a:off x="608400" y="608400"/>
            <a:ext cx="10969200" cy="705600"/>
          </a:xfr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pPr lvl="0" algn="l">
              <a:buClrTx/>
              <a:buSzTx/>
              <a:buFontTx/>
            </a:pP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实验课题</a:t>
            </a: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3   </a:t>
            </a: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状态机设计</a:t>
            </a:r>
            <a:endPar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endParaRPr>
          </a:p>
        </p:txBody>
      </p:sp>
      <p:sp>
        <p:nvSpPr>
          <p:cNvPr id="3" name="内容占位符 2"/>
          <p:cNvSpPr>
            <a:spLocks noGrp="1"/>
          </p:cNvSpPr>
          <p:nvPr>
            <p:ph idx="4294967295"/>
            <p:custDataLst>
              <p:tags r:id="rId5"/>
            </p:custDataLst>
          </p:nvPr>
        </p:nvSpPr>
        <p:spPr>
          <a:xfrm>
            <a:off x="608400" y="1490400"/>
            <a:ext cx="10969200" cy="4759200"/>
          </a:xfr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a:buClrTx/>
              <a:buSzTx/>
            </a:pPr>
            <a:r>
              <a:rPr lang="en-US" altLang="zh-CN" sz="20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 1. </a:t>
            </a:r>
            <a:r>
              <a:rPr lang="en-US" altLang="zh-CN" sz="20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设计一个自动售饮料机的控制逻辑电路。</a:t>
            </a:r>
            <a:endParaRPr lang="en-US" altLang="zh-CN" sz="20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1" algn="just" defTabSz="914400">
              <a:buClrTx/>
              <a:buSzTx/>
              <a:tabLst>
                <a:tab pos="1609725" algn="l"/>
                <a:tab pos="1609725" algn="l"/>
                <a:tab pos="1609725" algn="l"/>
                <a:tab pos="1609725" algn="l"/>
              </a:tabLst>
            </a:pP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该机器有一个投币口，每次只能投入</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1</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枚</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1</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元或</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5</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角的硬币。</a:t>
            </a:r>
            <a:endPar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1" algn="just" defTabSz="914400">
              <a:buClrTx/>
              <a:buSzTx/>
              <a:tabLst>
                <a:tab pos="1609725" algn="l"/>
                <a:tab pos="1609725" algn="l"/>
                <a:tab pos="1609725" algn="l"/>
                <a:tab pos="1609725" algn="l"/>
              </a:tabLst>
            </a:pP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当投入了</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1</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元</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5</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角的硬币，机器自动给出</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1</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杯饮料。当投入了</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2</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元的硬币，机器在自动给出</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1</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杯饮料时，还找回</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1</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枚</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5</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角的硬币。</a:t>
            </a:r>
            <a:endPar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1" algn="just" defTabSz="914400">
              <a:buClrTx/>
              <a:buSzTx/>
              <a:tabLst>
                <a:tab pos="1609725" algn="l"/>
                <a:tab pos="1609725" algn="l"/>
                <a:tab pos="1609725" algn="l"/>
                <a:tab pos="1609725" algn="l"/>
              </a:tabLst>
            </a:pP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确定输入</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输出变量、电路的状态并化简，做出状态转换图、状态转换表。</a:t>
            </a:r>
            <a:endParaRPr lang="zh-CN" altLang="en-US" sz="18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just">
              <a:buClrTx/>
              <a:buSzTx/>
            </a:pPr>
            <a:r>
              <a:rPr lang="en-US" altLang="zh-CN" sz="20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2. </a:t>
            </a:r>
            <a:r>
              <a:rPr lang="en-US" altLang="zh-CN" sz="20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在完成以上逻辑设计后，用</a:t>
            </a:r>
            <a:r>
              <a:rPr lang="en-US" altLang="zh-CN" sz="20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Verilog HDL</a:t>
            </a:r>
            <a:r>
              <a:rPr lang="en-US" altLang="zh-CN" sz="20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编程并仿真（时序）。</a:t>
            </a:r>
            <a:endParaRPr lang="en-US" altLang="zh-CN" sz="20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just">
              <a:buClrTx/>
              <a:buSzTx/>
            </a:pPr>
            <a:endParaRPr lang="en-US" altLang="zh-CN" sz="20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just">
              <a:buClrTx/>
              <a:buSzTx/>
            </a:pPr>
            <a:endParaRPr lang="en-US" altLang="zh-CN" sz="20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just">
              <a:buClrTx/>
              <a:buSzTx/>
            </a:pPr>
            <a:endParaRPr lang="en-US" altLang="zh-CN" sz="2000" dirty="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ph type="title" idx="4294967295"/>
            <p:custDataLst>
              <p:tags r:id="rId4"/>
            </p:custDataLst>
          </p:nvPr>
        </p:nvSpPr>
        <p:spPr>
          <a:xfrm>
            <a:off x="608400" y="608400"/>
            <a:ext cx="10969200" cy="705600"/>
          </a:xfr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pPr lvl="0" algn="l">
              <a:buClrTx/>
              <a:buSzTx/>
              <a:buFontTx/>
            </a:pP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实验课题</a:t>
            </a: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4   </a:t>
            </a: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计数器设计</a:t>
            </a:r>
            <a:endPar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endParaRPr>
          </a:p>
        </p:txBody>
      </p:sp>
      <p:sp>
        <p:nvSpPr>
          <p:cNvPr id="3" name="内容占位符 2"/>
          <p:cNvSpPr>
            <a:spLocks noGrp="1"/>
          </p:cNvSpPr>
          <p:nvPr>
            <p:ph idx="4294967295"/>
            <p:custDataLst>
              <p:tags r:id="rId5"/>
            </p:custDataLst>
          </p:nvPr>
        </p:nvSpPr>
        <p:spPr>
          <a:xfrm>
            <a:off x="608400" y="1490400"/>
            <a:ext cx="10969200" cy="4759200"/>
          </a:xfr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buClrTx/>
              <a:buSzTx/>
            </a:pPr>
            <a:r>
              <a:rPr lang="zh-CN" altLang="en-US" sz="24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输入：</a:t>
            </a:r>
            <a:endParaRPr lang="zh-CN" altLang="en-US" sz="24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1" algn="l" defTabSz="914400">
              <a:buClrTx/>
              <a:buSzTx/>
              <a:tabLst>
                <a:tab pos="1609725" algn="l"/>
                <a:tab pos="1609725" algn="l"/>
                <a:tab pos="1609725" algn="l"/>
                <a:tab pos="1609725" algn="l"/>
              </a:tabLst>
            </a:pPr>
            <a:r>
              <a:rPr lang="zh-CN" altLang="en-US" sz="20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Clock：如果计数器enable信号为1，那么在时钟上升沿，count加1</a:t>
            </a:r>
            <a:endParaRPr lang="zh-CN" altLang="en-US" sz="20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1" algn="l" defTabSz="914400">
              <a:buClrTx/>
              <a:buSzTx/>
              <a:tabLst>
                <a:tab pos="1609725" algn="l"/>
                <a:tab pos="1609725" algn="l"/>
                <a:tab pos="1609725" algn="l"/>
                <a:tab pos="1609725" algn="l"/>
              </a:tabLst>
            </a:pPr>
            <a:r>
              <a:rPr lang="zh-CN" altLang="en-US" sz="20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Enable：如果enable为1，那么在时钟上升沿，count加1；如果enable为0，count保持不变</a:t>
            </a:r>
            <a:endParaRPr lang="zh-CN" altLang="en-US" sz="20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1" algn="l" defTabSz="914400">
              <a:buClrTx/>
              <a:buSzTx/>
              <a:tabLst>
                <a:tab pos="1609725" algn="l"/>
                <a:tab pos="1609725" algn="l"/>
                <a:tab pos="1609725" algn="l"/>
                <a:tab pos="1609725" algn="l"/>
              </a:tabLst>
            </a:pPr>
            <a:r>
              <a:rPr lang="zh-CN" altLang="en-US" sz="20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Reset：重置信号，如果reset为0，count重置为0</a:t>
            </a:r>
            <a:endParaRPr lang="zh-CN" altLang="en-US" sz="20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sz="24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输出：</a:t>
            </a:r>
            <a:endParaRPr lang="zh-CN" altLang="en-US" sz="24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1" algn="l" defTabSz="914400">
              <a:buClrTx/>
              <a:buSzTx/>
              <a:tabLst>
                <a:tab pos="1609725" algn="l"/>
                <a:tab pos="1609725" algn="l"/>
                <a:tab pos="1609725" algn="l"/>
                <a:tab pos="1609725" algn="l"/>
              </a:tabLst>
            </a:pPr>
            <a:r>
              <a:rPr lang="zh-CN" altLang="en-US" sz="20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Count[3:0]：4位计数信号，范围：4‘b0000 – 4’b1111</a:t>
            </a:r>
            <a:endParaRPr lang="zh-CN" altLang="en-US" sz="20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ph type="title" idx="4294967295"/>
            <p:custDataLst>
              <p:tags r:id="rId4"/>
            </p:custDataLst>
          </p:nvPr>
        </p:nvSpPr>
        <p:spPr>
          <a:xfrm>
            <a:off x="608400" y="608400"/>
            <a:ext cx="10969200" cy="705600"/>
          </a:xfr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pPr lvl="0" algn="l">
              <a:buClrTx/>
              <a:buSzTx/>
              <a:buFontTx/>
            </a:pP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实验课题</a:t>
            </a: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4   </a:t>
            </a:r>
            <a:r>
              <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rPr>
              <a:t>计数器设计</a:t>
            </a:r>
            <a:endParaRPr lang="zh-CN" altLang="en-US" dirty="0">
              <a:solidFill>
                <a:schemeClr val="dk1">
                  <a:lumMod val="85000"/>
                  <a:lumOff val="15000"/>
                </a:schemeClr>
              </a:solidFill>
              <a:latin typeface="汉仪旗黑-85S" panose="00020600040101010101" pitchFamily="18" charset="-122"/>
              <a:ea typeface="汉仪旗黑-85S" panose="00020600040101010101" pitchFamily="18" charset="-122"/>
              <a:cs typeface="汉仪旗黑-85S" panose="00020600040101010101" pitchFamily="18" charset="-122"/>
              <a:sym typeface="+mn-ea"/>
            </a:endParaRPr>
          </a:p>
        </p:txBody>
      </p:sp>
      <p:sp>
        <p:nvSpPr>
          <p:cNvPr id="3" name="内容占位符 2"/>
          <p:cNvSpPr>
            <a:spLocks noGrp="1"/>
          </p:cNvSpPr>
          <p:nvPr>
            <p:ph idx="4294967295"/>
            <p:custDataLst>
              <p:tags r:id="rId5"/>
            </p:custDataLst>
          </p:nvPr>
        </p:nvSpPr>
        <p:spPr>
          <a:xfrm>
            <a:off x="608400" y="1490400"/>
            <a:ext cx="10969200" cy="4759200"/>
          </a:xfr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buClrTx/>
              <a:buSzTx/>
            </a:pPr>
            <a:r>
              <a:rPr lang="zh-CN" altLang="en-US" sz="24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拓展：</a:t>
            </a:r>
            <a:endParaRPr lang="zh-CN" altLang="en-US" sz="240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1" algn="l" defTabSz="914400">
              <a:buClrTx/>
              <a:buSzTx/>
              <a:tabLst>
                <a:tab pos="1609725" algn="l"/>
                <a:tab pos="1609725" algn="l"/>
                <a:tab pos="1609725" algn="l"/>
                <a:tab pos="1609725" algn="l"/>
              </a:tabLst>
            </a:pPr>
            <a:r>
              <a:rPr lang="zh-CN" altLang="en-US" sz="213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1.增加一位选择信号，决定计数器的计数方式 – 加1还是减1</a:t>
            </a:r>
            <a:endParaRPr lang="zh-CN" altLang="en-US" sz="213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1" algn="l" defTabSz="914400">
              <a:buClrTx/>
              <a:buSzTx/>
              <a:tabLst>
                <a:tab pos="1609725" algn="l"/>
                <a:tab pos="1609725" algn="l"/>
                <a:tab pos="1609725" algn="l"/>
                <a:tab pos="1609725" algn="l"/>
              </a:tabLst>
            </a:pPr>
            <a:r>
              <a:rPr lang="zh-CN" altLang="en-US" sz="213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2.重置以后的初始数字可由用户设定</a:t>
            </a:r>
            <a:endParaRPr lang="zh-CN" altLang="en-US" sz="2130">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custDataLst>
              <p:tags r:id="rId1"/>
            </p:custDataLst>
          </p:nvPr>
        </p:nvSpPr>
        <p:spPr>
          <a:xfrm>
            <a:off x="5848733" y="2181976"/>
            <a:ext cx="655949" cy="1107996"/>
          </a:xfrm>
          <a:prstGeom prst="rect">
            <a:avLst/>
          </a:prstGeom>
          <a:noFill/>
        </p:spPr>
        <p:txBody>
          <a:bodyPr wrap="square" rtlCol="0">
            <a:normAutofit fontScale="90000"/>
          </a:bodyPr>
          <a:p>
            <a:r>
              <a:rPr lang="en-US" altLang="zh-CN" sz="6600" dirty="0">
                <a:solidFill>
                  <a:schemeClr val="dk1">
                    <a:lumMod val="85000"/>
                    <a:lumOff val="15000"/>
                  </a:schemeClr>
                </a:solidFill>
                <a:latin typeface="Arial" panose="020B0604020202020204" pitchFamily="34" charset="0"/>
                <a:ea typeface="微软雅黑" panose="020B0503020204020204" charset="-122"/>
                <a:cs typeface="Arial" panose="020B0604020202020204" pitchFamily="34" charset="0"/>
              </a:rPr>
              <a:t>3</a:t>
            </a:r>
            <a:endParaRPr lang="en-US" altLang="zh-CN" sz="6600" dirty="0">
              <a:solidFill>
                <a:schemeClr val="dk1">
                  <a:lumMod val="85000"/>
                  <a:lumOff val="15000"/>
                </a:schemeClr>
              </a:solidFill>
              <a:latin typeface="Arial" panose="020B0604020202020204" pitchFamily="34" charset="0"/>
              <a:ea typeface="微软雅黑" panose="020B0503020204020204" charset="-122"/>
              <a:cs typeface="Arial" panose="020B0604020202020204" pitchFamily="34" charset="0"/>
            </a:endParaRPr>
          </a:p>
        </p:txBody>
      </p:sp>
      <p:sp>
        <p:nvSpPr>
          <p:cNvPr id="2" name="标题 1"/>
          <p:cNvSpPr>
            <a:spLocks noGrp="1"/>
          </p:cNvSpPr>
          <p:nvPr>
            <p:ph type="title"/>
            <p:custDataLst>
              <p:tags r:id="rId2"/>
            </p:custDataLst>
          </p:nvPr>
        </p:nvSpPr>
        <p:spPr/>
        <p:txBody>
          <a:bodyPr/>
          <a:p>
            <a:pPr marL="0" indent="0" algn="ctr">
              <a:lnSpc>
                <a:spcPct val="100000"/>
              </a:lnSpc>
              <a:spcBef>
                <a:spcPts val="0"/>
              </a:spcBef>
              <a:spcAft>
                <a:spcPts val="0"/>
              </a:spcAft>
              <a:buSzPct val="100000"/>
              <a:buNone/>
            </a:pPr>
            <a:r>
              <a:rPr lang="zh-CN" altLang="en-US" sz="4000">
                <a:solidFill>
                  <a:schemeClr val="accent1"/>
                </a:solidFill>
              </a:rPr>
              <a:t>实验报告</a:t>
            </a:r>
            <a:endParaRPr lang="zh-CN" altLang="en-US" sz="4000">
              <a:solidFill>
                <a:schemeClr val="accent1"/>
              </a:solidFill>
            </a:endParaRPr>
          </a:p>
        </p:txBody>
      </p:sp>
      <p:sp>
        <p:nvSpPr>
          <p:cNvPr id="5" name="文本框 4"/>
          <p:cNvSpPr txBox="1"/>
          <p:nvPr>
            <p:custDataLst>
              <p:tags r:id="rId3"/>
            </p:custDataLst>
          </p:nvPr>
        </p:nvSpPr>
        <p:spPr>
          <a:xfrm>
            <a:off x="5577367" y="1958149"/>
            <a:ext cx="1427629" cy="306705"/>
          </a:xfrm>
          <a:prstGeom prst="rect">
            <a:avLst/>
          </a:prstGeom>
          <a:noFill/>
        </p:spPr>
        <p:txBody>
          <a:bodyPr wrap="square" rtlCol="0">
            <a:normAutofit/>
          </a:bodyPr>
          <a:p>
            <a:pPr algn="ctr"/>
            <a:r>
              <a:rPr lang="en-US" altLang="zh-CN" sz="1400" kern="2600" spc="2000">
                <a:solidFill>
                  <a:schemeClr val="dk1"/>
                </a:solidFill>
                <a:uFillTx/>
                <a:latin typeface="Arial" panose="020B0604020202020204" pitchFamily="34" charset="0"/>
                <a:ea typeface="微软雅黑" panose="020B0503020204020204" charset="-122"/>
                <a:cs typeface="Arial" panose="020B0604020202020204" pitchFamily="34" charset="0"/>
              </a:rPr>
              <a:t>ONE</a:t>
            </a:r>
            <a:endParaRPr lang="en-US" altLang="zh-CN" sz="1400" kern="2600" spc="2000">
              <a:solidFill>
                <a:schemeClr val="dk1"/>
              </a:solidFill>
              <a:uFillTx/>
              <a:latin typeface="Arial" panose="020B0604020202020204" pitchFamily="34" charset="0"/>
              <a:ea typeface="微软雅黑" panose="020B0503020204020204" charset="-122"/>
              <a:cs typeface="Arial" panose="020B0604020202020204" pitchFamily="34" charset="0"/>
            </a:endParaRPr>
          </a:p>
        </p:txBody>
      </p:sp>
    </p:spTree>
    <p:custDataLst>
      <p:tags r:id="rId4"/>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2"/>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0" name="等腰三角形 9"/>
            <p:cNvSpPr/>
            <p:nvPr>
              <p:custDataLst>
                <p:tags r:id="rId3"/>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2" name="标题 1"/>
          <p:cNvSpPr>
            <a:spLocks noGrp="1"/>
          </p:cNvSpPr>
          <p:nvPr>
            <p:ph type="title" idx="4294967295"/>
            <p:custDataLst>
              <p:tags r:id="rId4"/>
            </p:custDataLst>
          </p:nvPr>
        </p:nvSpPr>
        <p:spPr>
          <a:xfrm>
            <a:off x="608400" y="608400"/>
            <a:ext cx="10969200" cy="705600"/>
          </a:xfr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pPr lvl="0" algn="l">
              <a:buClrTx/>
              <a:buSzTx/>
              <a:buFontTx/>
            </a:pPr>
            <a:r>
              <a:rPr lang="zh-CN" altLang="en-US">
                <a:solidFill>
                  <a:schemeClr val="dk1">
                    <a:lumMod val="85000"/>
                    <a:lumOff val="15000"/>
                  </a:schemeClr>
                </a:solidFill>
                <a:latin typeface="汉仪旗黑-85S" panose="00020600040101010101" pitchFamily="18" charset="-122"/>
                <a:ea typeface="汉仪旗黑-85S" panose="00020600040101010101" pitchFamily="18" charset="-122"/>
                <a:sym typeface="+mn-ea"/>
              </a:rPr>
              <a:t>实验报告</a:t>
            </a:r>
            <a:endParaRPr lang="zh-CN" altLang="en-US">
              <a:solidFill>
                <a:schemeClr val="dk1">
                  <a:lumMod val="85000"/>
                  <a:lumOff val="15000"/>
                </a:schemeClr>
              </a:solidFill>
              <a:latin typeface="汉仪旗黑-85S" panose="00020600040101010101" pitchFamily="18" charset="-122"/>
              <a:ea typeface="汉仪旗黑-85S" panose="00020600040101010101" pitchFamily="18" charset="-122"/>
              <a:sym typeface="+mn-ea"/>
            </a:endParaRPr>
          </a:p>
        </p:txBody>
      </p:sp>
      <p:sp>
        <p:nvSpPr>
          <p:cNvPr id="3" name="内容占位符 2"/>
          <p:cNvSpPr>
            <a:spLocks noGrp="1"/>
          </p:cNvSpPr>
          <p:nvPr>
            <p:ph idx="4294967295"/>
            <p:custDataLst>
              <p:tags r:id="rId5"/>
            </p:custDataLst>
          </p:nvPr>
        </p:nvSpPr>
        <p:spPr>
          <a:xfrm>
            <a:off x="608400" y="1490400"/>
            <a:ext cx="10969200" cy="4759200"/>
          </a:xfr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逻辑设计框图、真值表或状态转换图（表） [逻辑函数]、 [逻辑图]</a:t>
            </a: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需手写</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源程序必须有清晰的注释</a:t>
            </a: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无需手写</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仿真波形</a:t>
            </a: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可截图</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lvl="0" algn="l">
              <a:buClrTx/>
              <a:buSzTx/>
            </a:pP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报告模板从课程群共享文件</a:t>
            </a:r>
            <a:r>
              <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rPr>
              <a:t>获取</a:t>
            </a:r>
            <a:endParaRPr lang="zh-CN" altLang="en-US">
              <a:solidFill>
                <a:schemeClr val="dk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9.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0.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6*i*6"/>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6*i*7"/>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6*i*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51.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153.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4.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156.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7.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8.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60.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61.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62.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6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Lst>
</file>

<file path=ppt/tags/tag16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7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Lst>
</file>

<file path=ppt/tags/tag17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8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8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8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8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6*i*1"/>
  <p:tag name="KSO_WM_UNIT_LAYERLEVEL" val="1"/>
  <p:tag name="KSO_WM_TAG_VERSION" val="1.0"/>
  <p:tag name="KSO_WM_BEAUTIFY_FLAG" val="#wm#"/>
</p:tagLst>
</file>

<file path=ppt/tags/tag18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Lst>
</file>

<file path=ppt/tags/tag18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Lst>
</file>

<file path=ppt/tags/tag18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Lst>
</file>

<file path=ppt/tags/tag18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9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9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9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9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7*i*1"/>
  <p:tag name="KSO_WM_UNIT_LAYERLEVEL" val="1"/>
  <p:tag name="KSO_WM_TAG_VERSION" val="1.0"/>
  <p:tag name="KSO_WM_BEAUTIFY_FLAG" val="#wm#"/>
</p:tagLst>
</file>

<file path=ppt/tags/tag19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Lst>
</file>

<file path=ppt/tags/tag19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Lst>
</file>

<file path=ppt/tags/tag19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Lst>
</file>

<file path=ppt/tags/tag19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5.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1"/>
  <p:tag name="KSO_WM_UNIT_TYPE" val="i"/>
  <p:tag name="KSO_WM_UNIT_INDEX" val="2"/>
</p:tagLst>
</file>

<file path=ppt/tags/tag207.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3"/>
  <p:tag name="KSO_WM_UNIT_ID" val="_18*i*3"/>
  <p:tag name="KSO_WM_UNIT_LAYERLEVEL" val="1"/>
  <p:tag name="KSO_WM_TAG_VERSION" val="1.0"/>
  <p:tag name="KSO_WM_BEAUTIFY_FLAG" val="#wm#"/>
</p:tagLst>
</file>

<file path=ppt/tags/tag208.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4"/>
  <p:tag name="KSO_WM_UNIT_ID" val="_18*i*4"/>
  <p:tag name="KSO_WM_UNIT_LAYERLEVEL" val="1"/>
  <p:tag name="KSO_WM_TAG_VERSION" val="1.0"/>
  <p:tag name="KSO_WM_BEAUTIFY_FLAG" val="#wm#"/>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ACKGROUND_TYPE" val="belt"/>
  <p:tag name="KSO_WM_SLIDE_BK_DARK_LIGHT" val="1"/>
  <p:tag name="KSO_WM_UNIT_TYPE" val="i"/>
  <p:tag name="KSO_WM_UNIT_INDEX" val="1"/>
</p:tagLst>
</file>

<file path=ppt/tags/tag210.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6"/>
  <p:tag name="KSO_WM_UNIT_ID" val="_18*i*6"/>
  <p:tag name="KSO_WM_UNIT_LAYERLEVEL" val="1"/>
  <p:tag name="KSO_WM_TAG_VERSION" val="1.0"/>
  <p:tag name="KSO_WM_BEAUTIFY_FLAG" val="#wm#"/>
</p:tagLst>
</file>

<file path=ppt/tags/tag211.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5"/>
  <p:tag name="KSO_WM_UNIT_ID" val="_18*i*5"/>
  <p:tag name="KSO_WM_UNIT_LAYERLEVEL" val="1"/>
  <p:tag name="KSO_WM_TAG_VERSION" val="1.0"/>
  <p:tag name="KSO_WM_BEAUTIFY_FLAG" val="#wm#"/>
</p:tagLst>
</file>

<file path=ppt/tags/tag212.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4.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5.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6.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2.xml><?xml version="1.0" encoding="utf-8"?>
<p:tagLst xmlns:p="http://schemas.openxmlformats.org/presentationml/2006/main">
  <p:tag name="KSO_WM_TEMPLATE_SUBCATEGORY" val="0"/>
  <p:tag name="KSO_WM_TEMPLATE_COLOR_TYPE" val="1"/>
  <p:tag name="KSO_WM_TEMPLATE_MASTER_THUMB_INDEX" val="12"/>
  <p:tag name="KSO_WM_UNIT_SHOW_EDIT_AREA_INDICATION" val="0"/>
  <p:tag name="KSO_WM_TEMPLATE_THUMBS_INDEX" val="1、2、3、11、14"/>
  <p:tag name="KSO_WM_TAG_VERSION" val="1.0"/>
  <p:tag name="KSO_WM_BEAUTIFY_FLAG" val="#wm#"/>
  <p:tag name="KSO_WM_TEMPLATE_CATEGORY" val="custom"/>
  <p:tag name="KSO_WM_TEMPLATE_INDEX" val="20202545"/>
  <p:tag name="KSO_WM_TEMPLATE_MASTER_TYPE" val="1"/>
</p:tagLst>
</file>

<file path=ppt/tags/tag223.xml><?xml version="1.0" encoding="utf-8"?>
<p:tagLst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224.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22"/>
  <p:tag name="KSO_WM_UNIT_HIGHLIGHT" val="0"/>
  <p:tag name="KSO_WM_UNIT_COMPATIBLE" val="0"/>
  <p:tag name="KSO_WM_UNIT_DIAGRAM_ISNUMVISUAL" val="0"/>
  <p:tag name="KSO_WM_UNIT_DIAGRAM_ISREFERUNIT" val="0"/>
  <p:tag name="KSO_WM_UNIT_TYPE" val="b"/>
  <p:tag name="KSO_WM_UNIT_INDEX" val="1"/>
  <p:tag name="KSO_WM_UNIT_ID" val="custom20202545_1*b*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225.xml><?xml version="1.0" encoding="utf-8"?>
<p:tagLst xmlns:p="http://schemas.openxmlformats.org/presentationml/2006/main">
  <p:tag name="KSO_WM_UNIT_ISCONTENTSTITLE" val="0"/>
  <p:tag name="KSO_WM_UNIT_ISNUMDGMTITLE" val="0"/>
  <p:tag name="KSO_WM_UNIT_PRESET_TEXT" val="汇报人姓名"/>
  <p:tag name="KSO_WM_UNIT_NOCLEAR" val="0"/>
  <p:tag name="KSO_WM_UNIT_VALUE" val="10"/>
  <p:tag name="KSO_WM_UNIT_HIGHLIGHT" val="0"/>
  <p:tag name="KSO_WM_UNIT_COMPATIBLE" val="0"/>
  <p:tag name="KSO_WM_UNIT_DIAGRAM_ISNUMVISUAL" val="0"/>
  <p:tag name="KSO_WM_UNIT_DIAGRAM_ISREFERUNIT" val="0"/>
  <p:tag name="KSO_WM_UNIT_TYPE" val="b"/>
  <p:tag name="KSO_WM_UNIT_INDEX" val="2"/>
  <p:tag name="KSO_WM_UNIT_ID" val="custom20202545_1*b*2"/>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226.xml><?xml version="1.0" encoding="utf-8"?>
<p:tagLst xmlns:p="http://schemas.openxmlformats.org/presentationml/2006/main">
  <p:tag name="KSO_WM_SLIDE_ID" val="custom2020254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545"/>
  <p:tag name="KSO_WM_SLIDE_LAYOUT" val="a_b"/>
  <p:tag name="KSO_WM_SLIDE_LAYOUT_CNT" val="1_3"/>
  <p:tag name="KSO_WM_UNIT_SHOW_EDIT_AREA_INDICATION" val="1"/>
  <p:tag name="KSO_WM_TEMPLATE_THUMBS_INDEX" val="1、2、6、7、9、11、14、15"/>
  <p:tag name="KSO_WM_TEMPLATE_MASTER_THUMB_INDEX" val="12"/>
</p:tagLst>
</file>

<file path=ppt/tags/tag227.xml><?xml version="1.0" encoding="utf-8"?>
<p:tagLst xmlns:p="http://schemas.openxmlformats.org/presentationml/2006/main">
  <p:tag name="KSO_WM_UNIT_PRESET_TEXT" val="1"/>
  <p:tag name="KSO_WM_UNIT_NOCLEAR" val="0"/>
  <p:tag name="KSO_WM_UNIT_VALUE" val="0"/>
  <p:tag name="KSO_WM_UNIT_HIGHLIGHT" val="0"/>
  <p:tag name="KSO_WM_UNIT_COMPATIBLE" val="0"/>
  <p:tag name="KSO_WM_UNIT_DIAGRAM_ISNUMVISUAL" val="0"/>
  <p:tag name="KSO_WM_UNIT_DIAGRAM_ISREFERUNIT" val="0"/>
  <p:tag name="KSO_WM_UNIT_TYPE" val="e"/>
  <p:tag name="KSO_WM_UNIT_INDEX" val="1"/>
  <p:tag name="KSO_WM_UNIT_ID" val="custom20202545_7*e*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228.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7*a*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7*i*1"/>
  <p:tag name="KSO_WM_TEMPLATE_CATEGORY" val="custom"/>
  <p:tag name="KSO_WM_TEMPLATE_INDEX" val="20202545"/>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230.xml><?xml version="1.0" encoding="utf-8"?>
<p:tagLst xmlns:p="http://schemas.openxmlformats.org/presentationml/2006/main">
  <p:tag name="KSO_WM_BEAUTIFY_FLAG" val="#wm#"/>
  <p:tag name="KSO_WM_TEMPLATE_CATEGORY" val="custom"/>
  <p:tag name="KSO_WM_TEMPLATE_INDEX" val="20202545"/>
  <p:tag name="KSO_WM_SLIDE_ID" val="custom2020254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23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3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4.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235.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236.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3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3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1.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242.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4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4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6.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247.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248.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2.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5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6.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5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0.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6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4.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6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8.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6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7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2.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7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7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6.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277.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278.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7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2.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6.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287.xml><?xml version="1.0" encoding="utf-8"?>
<p:tagLst xmlns:p="http://schemas.openxmlformats.org/presentationml/2006/main">
  <p:tag name="KSO_WM_UNIT_PRESET_TEXT" val="2"/>
  <p:tag name="KSO_WM_UNIT_NOCLEAR" val="0"/>
  <p:tag name="KSO_WM_UNIT_VALUE" val="0"/>
  <p:tag name="KSO_WM_UNIT_HIGHLIGHT" val="0"/>
  <p:tag name="KSO_WM_UNIT_COMPATIBLE" val="0"/>
  <p:tag name="KSO_WM_UNIT_DIAGRAM_ISNUMVISUAL" val="0"/>
  <p:tag name="KSO_WM_UNIT_DIAGRAM_ISREFERUNIT" val="0"/>
  <p:tag name="KSO_WM_UNIT_TYPE" val="e"/>
  <p:tag name="KSO_WM_UNIT_INDEX" val="1"/>
  <p:tag name="KSO_WM_UNIT_ID" val="custom20202545_7*e*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288.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7*a*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7*i*1"/>
  <p:tag name="KSO_WM_TEMPLATE_CATEGORY" val="custom"/>
  <p:tag name="KSO_WM_TEMPLATE_INDEX" val="20202545"/>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290.xml><?xml version="1.0" encoding="utf-8"?>
<p:tagLst xmlns:p="http://schemas.openxmlformats.org/presentationml/2006/main">
  <p:tag name="KSO_WM_BEAUTIFY_FLAG" val="#wm#"/>
  <p:tag name="KSO_WM_TEMPLATE_CATEGORY" val="custom"/>
  <p:tag name="KSO_WM_TEMPLATE_INDEX" val="20202545"/>
  <p:tag name="KSO_WM_SLIDE_ID" val="custom2020254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29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9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5.xml><?xml version="1.0" encoding="utf-8"?>
<p:tagLst xmlns:p="http://schemas.openxmlformats.org/presentationml/2006/main">
  <p:tag name="KSO_WM_SLIDE_BK_DARK_LIGHT" val="2"/>
  <p:tag name="KSO_WM_SLIDE_BACKGROUND_TYPE" val="general"/>
</p:tagLst>
</file>

<file path=ppt/tags/tag30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0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1.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32.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33.xml><?xml version="1.0" encoding="utf-8"?>
<p:tagLst xmlns:p="http://schemas.openxmlformats.org/presentationml/2006/main">
  <p:tag name="KSO_WM_SLIDE_BK_DARK_LIGHT" val="2"/>
  <p:tag name="KSO_WM_SLIDE_BACKGROUND_TYPE" val="general"/>
</p:tagLst>
</file>

<file path=ppt/tags/tag33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3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3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1.xml><?xml version="1.0" encoding="utf-8"?>
<p:tagLst xmlns:p="http://schemas.openxmlformats.org/presentationml/2006/main">
  <p:tag name="KSO_WM_SLIDE_BK_DARK_LIGHT" val="2"/>
  <p:tag name="KSO_WM_SLIDE_BACKGROUND_TYPE" val="general"/>
</p:tagLst>
</file>

<file path=ppt/tags/tag34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4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47.xml><?xml version="1.0" encoding="utf-8"?>
<p:tagLst xmlns:p="http://schemas.openxmlformats.org/presentationml/2006/main">
  <p:tag name="KSO_WM_UNIT_TEXT_FILL_FORE_SCHEMECOLOR_INDEX_BRIGHTNESS" val="0"/>
  <p:tag name="KSO_WM_UNIT_TEXT_FILL_FORE_SCHEMECOLOR_INDEX" val="11"/>
  <p:tag name="KSO_WM_UNIT_TEXT_FILL_TYPE" val="1"/>
</p:tagLst>
</file>

<file path=ppt/tags/tag348.xml><?xml version="1.0" encoding="utf-8"?>
<p:tagLst xmlns:p="http://schemas.openxmlformats.org/presentationml/2006/main">
  <p:tag name="KSO_WM_UNIT_TEXT_FILL_FORE_SCHEMECOLOR_INDEX_BRIGHTNESS" val="0"/>
  <p:tag name="KSO_WM_UNIT_TEXT_FILL_FORE_SCHEMECOLOR_INDEX" val="11"/>
  <p:tag name="KSO_WM_UNIT_TEXT_FILL_TYPE" val="1"/>
</p:tagLst>
</file>

<file path=ppt/tags/tag349.xml><?xml version="1.0" encoding="utf-8"?>
<p:tagLst xmlns:p="http://schemas.openxmlformats.org/presentationml/2006/main">
  <p:tag name="KSO_WM_SLIDE_BK_DARK_LIGHT" val="2"/>
  <p:tag name="KSO_WM_SLIDE_BACKGROUND_TYPE" val="general"/>
</p:tagLst>
</file>

<file path=ppt/tags/tag3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5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5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55.xml><?xml version="1.0" encoding="utf-8"?>
<p:tagLst xmlns:p="http://schemas.openxmlformats.org/presentationml/2006/main">
  <p:tag name="KSO_WM_SLIDE_BK_DARK_LIGHT" val="2"/>
  <p:tag name="KSO_WM_SLIDE_BACKGROUND_TYPE" val="general"/>
</p:tagLst>
</file>

<file path=ppt/tags/tag35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5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5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59.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360.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361.xml><?xml version="1.0" encoding="utf-8"?>
<p:tagLst xmlns:p="http://schemas.openxmlformats.org/presentationml/2006/main">
  <p:tag name="KSO_WM_SLIDE_BK_DARK_LIGHT" val="2"/>
  <p:tag name="KSO_WM_SLIDE_BACKGROUND_TYPE" val="general"/>
</p:tagLst>
</file>

<file path=ppt/tags/tag36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6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6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65.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366.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367.xml><?xml version="1.0" encoding="utf-8"?>
<p:tagLst xmlns:p="http://schemas.openxmlformats.org/presentationml/2006/main">
  <p:tag name="KSO_WM_SLIDE_BK_DARK_LIGHT" val="2"/>
  <p:tag name="KSO_WM_SLIDE_BACKGROUND_TYPE" val="general"/>
</p:tagLst>
</file>

<file path=ppt/tags/tag36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6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7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71.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372.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373.xml><?xml version="1.0" encoding="utf-8"?>
<p:tagLst xmlns:p="http://schemas.openxmlformats.org/presentationml/2006/main">
  <p:tag name="KSO_WM_SLIDE_BK_DARK_LIGHT" val="2"/>
  <p:tag name="KSO_WM_SLIDE_BACKGROUND_TYPE" val="general"/>
</p:tagLst>
</file>

<file path=ppt/tags/tag37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7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7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77.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378.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379.xml><?xml version="1.0" encoding="utf-8"?>
<p:tagLst xmlns:p="http://schemas.openxmlformats.org/presentationml/2006/main">
  <p:tag name="KSO_WM_SLIDE_BK_DARK_LIGHT" val="2"/>
  <p:tag name="KSO_WM_SLIDE_BACKGROUND_TYPE" val="general"/>
</p:tagLst>
</file>

<file path=ppt/tags/tag38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8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83.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384.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385.xml><?xml version="1.0" encoding="utf-8"?>
<p:tagLst xmlns:p="http://schemas.openxmlformats.org/presentationml/2006/main">
  <p:tag name="KSO_WM_SLIDE_BK_DARK_LIGHT" val="2"/>
  <p:tag name="KSO_WM_SLIDE_BACKGROUND_TYPE" val="general"/>
</p:tagLst>
</file>

<file path=ppt/tags/tag386.xml><?xml version="1.0" encoding="utf-8"?>
<p:tagLst xmlns:p="http://schemas.openxmlformats.org/presentationml/2006/main">
  <p:tag name="KSO_WM_UNIT_PRESET_TEXT" val="3"/>
  <p:tag name="KSO_WM_UNIT_NOCLEAR" val="0"/>
  <p:tag name="KSO_WM_UNIT_VALUE" val="0"/>
  <p:tag name="KSO_WM_UNIT_HIGHLIGHT" val="0"/>
  <p:tag name="KSO_WM_UNIT_COMPATIBLE" val="0"/>
  <p:tag name="KSO_WM_UNIT_DIAGRAM_ISNUMVISUAL" val="0"/>
  <p:tag name="KSO_WM_UNIT_DIAGRAM_ISREFERUNIT" val="0"/>
  <p:tag name="KSO_WM_UNIT_TYPE" val="e"/>
  <p:tag name="KSO_WM_UNIT_INDEX" val="1"/>
  <p:tag name="KSO_WM_UNIT_ID" val="custom20202545_7*e*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387.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7*a*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7*i*1"/>
  <p:tag name="KSO_WM_TEMPLATE_CATEGORY" val="custom"/>
  <p:tag name="KSO_WM_TEMPLATE_INDEX" val="20202545"/>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389.xml><?xml version="1.0" encoding="utf-8"?>
<p:tagLst xmlns:p="http://schemas.openxmlformats.org/presentationml/2006/main">
  <p:tag name="KSO_WM_BEAUTIFY_FLAG" val="#wm#"/>
  <p:tag name="KSO_WM_TEMPLATE_CATEGORY" val="custom"/>
  <p:tag name="KSO_WM_TEMPLATE_INDEX" val="20202545"/>
  <p:tag name="KSO_WM_SLIDE_ID" val="custom20202545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SLIDE_LAYOUT" val="a_b_e"/>
  <p:tag name="KSO_WM_SLIDE_LAYOUT_CNT" val="1_1_1"/>
</p:tagLst>
</file>

<file path=ppt/tags/tag39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9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9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93.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394.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395.xml><?xml version="1.0" encoding="utf-8"?>
<p:tagLst xmlns:p="http://schemas.openxmlformats.org/presentationml/2006/main">
  <p:tag name="KSO_WM_BEAUTIFY_FLAG" val="#wm#"/>
  <p:tag name="KSO_WM_TEMPLATE_CATEGORY" val="custom"/>
  <p:tag name="KSO_WM_TEMPLATE_INDEX" val="20205081"/>
  <p:tag name="KSO_WM_SLIDE_BK_DARK_LIGHT" val="2"/>
  <p:tag name="KSO_WM_SLIDE_BACKGROUND_TYPE" val="general"/>
</p:tagLst>
</file>

<file path=ppt/tags/tag396.xml><?xml version="1.0" encoding="utf-8"?>
<p:tagLst xmlns:p="http://schemas.openxmlformats.org/presentationml/2006/main">
  <p:tag name="COMMONDATA" val="eyJoZGlkIjoiYjliNGMwMWE0ZTQ2YzFhZWJjMDUyMzY4YzVkN2M5MGMifQ=="/>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333333"/>
      </a:dk2>
      <a:lt2>
        <a:srgbClr val="FFFFFF"/>
      </a:lt2>
      <a:accent1>
        <a:srgbClr val="5C8FC7"/>
      </a:accent1>
      <a:accent2>
        <a:srgbClr val="6E82BA"/>
      </a:accent2>
      <a:accent3>
        <a:srgbClr val="8376B0"/>
      </a:accent3>
      <a:accent4>
        <a:srgbClr val="9868A3"/>
      </a:accent4>
      <a:accent5>
        <a:srgbClr val="AE5B97"/>
      </a:accent5>
      <a:accent6>
        <a:srgbClr val="C44B8A"/>
      </a:accent6>
      <a:hlink>
        <a:srgbClr val="658BD5"/>
      </a:hlink>
      <a:folHlink>
        <a:srgbClr val="9F69A3"/>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2452</Words>
  <Application>WPS 演示</Application>
  <PresentationFormat>宽屏</PresentationFormat>
  <Paragraphs>239</Paragraphs>
  <Slides>27</Slides>
  <Notes>4</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12</vt:i4>
      </vt:variant>
      <vt:variant>
        <vt:lpstr>幻灯片标题</vt:lpstr>
      </vt:variant>
      <vt:variant>
        <vt:i4>27</vt:i4>
      </vt:variant>
    </vt:vector>
  </HeadingPairs>
  <TitlesOfParts>
    <vt:vector size="55" baseType="lpstr">
      <vt:lpstr>Arial</vt:lpstr>
      <vt:lpstr>宋体</vt:lpstr>
      <vt:lpstr>Wingdings</vt:lpstr>
      <vt:lpstr>Wingdings</vt:lpstr>
      <vt:lpstr>Times New Roman</vt:lpstr>
      <vt:lpstr>微软雅黑</vt:lpstr>
      <vt:lpstr>Arial Unicode MS</vt:lpstr>
      <vt:lpstr>Calibri</vt:lpstr>
      <vt:lpstr>Tahoma</vt:lpstr>
      <vt:lpstr>楷体_GB2312,Bold</vt:lpstr>
      <vt:lpstr>汉仪旗黑-85S</vt:lpstr>
      <vt:lpstr>黑体</vt:lpstr>
      <vt:lpstr>Viner Hand ITC</vt:lpstr>
      <vt:lpstr>Mongolian Baiti</vt:lpstr>
      <vt:lpstr>Office 主题​​</vt:lpstr>
      <vt:lpstr>1_Office 主题​​</vt:lpstr>
      <vt:lpstr>Equation.3</vt:lpstr>
      <vt:lpstr>Equation.3</vt:lpstr>
      <vt:lpstr>MSPhotoEd.3</vt:lpstr>
      <vt:lpstr>MSPhotoEd.3</vt:lpstr>
      <vt:lpstr>Equation.3</vt:lpstr>
      <vt:lpstr>Equation.3</vt:lpstr>
      <vt:lpstr>Equation.3</vt:lpstr>
      <vt:lpstr>Equation.3</vt:lpstr>
      <vt:lpstr>Equation.3</vt:lpstr>
      <vt:lpstr>Equation.3</vt:lpstr>
      <vt:lpstr>Equation.3</vt:lpstr>
      <vt:lpstr>Equation.3</vt:lpstr>
      <vt:lpstr>数 字 逻 辑 实 验 指 导 书</vt:lpstr>
      <vt:lpstr>实验环境与软件操作</vt:lpstr>
      <vt:lpstr>关于工程文件的保存</vt:lpstr>
      <vt:lpstr>QuartusII 应用向导</vt:lpstr>
      <vt:lpstr>Quartus II 13.1 的使用</vt:lpstr>
      <vt:lpstr>PowerPoint 演示文稿</vt:lpstr>
      <vt:lpstr>PowerPoint 演示文稿</vt:lpstr>
      <vt:lpstr>PowerPoint 演示文稿</vt:lpstr>
      <vt:lpstr>PowerPoint 演示文稿</vt:lpstr>
      <vt:lpstr>PowerPoint 演示文稿</vt:lpstr>
      <vt:lpstr>PowerPoint 演示文稿</vt:lpstr>
      <vt:lpstr>Verilog基础</vt:lpstr>
      <vt:lpstr>PowerPoint 演示文稿</vt:lpstr>
      <vt:lpstr>PowerPoint 演示文稿</vt:lpstr>
      <vt:lpstr>实验课题</vt:lpstr>
      <vt:lpstr>PowerPoint 演示文稿</vt:lpstr>
      <vt:lpstr>PowerPoint 演示文稿</vt:lpstr>
      <vt:lpstr>PowerPoint 演示文稿</vt:lpstr>
      <vt:lpstr>PowerPoint 演示文稿</vt:lpstr>
      <vt:lpstr>PowerPoint 演示文稿</vt:lpstr>
      <vt:lpstr>实验课题2  简单ALU设计</vt:lpstr>
      <vt:lpstr>实验课题2  简单ALU设计</vt:lpstr>
      <vt:lpstr>实验课题3   状态机设计</vt:lpstr>
      <vt:lpstr>实验课题4   计数器设计</vt:lpstr>
      <vt:lpstr>实验课题4   计数器设计</vt:lpstr>
      <vt:lpstr>实验报告</vt:lpstr>
      <vt:lpstr>实验报告</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落小鸢</cp:lastModifiedBy>
  <cp:revision>176</cp:revision>
  <dcterms:created xsi:type="dcterms:W3CDTF">2019-06-19T02:08:00Z</dcterms:created>
  <dcterms:modified xsi:type="dcterms:W3CDTF">2023-04-23T13:24:35Z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DAC92ACBBBFB4F608143FCE94BCC24FE_11</vt:lpwstr>
  </property>
</Properties>
</file>