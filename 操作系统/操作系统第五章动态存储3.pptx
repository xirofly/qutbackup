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84" r:id="rId3"/>
  </p:sldMasterIdLst>
  <p:notesMasterIdLst>
    <p:notesMasterId r:id="rId30"/>
  </p:notesMasterIdLst>
  <p:handoutMasterIdLst>
    <p:handoutMasterId r:id="rId31"/>
  </p:handoutMasterIdLst>
  <p:sldIdLst>
    <p:sldId id="289" r:id="rId4"/>
    <p:sldId id="302" r:id="rId5"/>
    <p:sldId id="394" r:id="rId6"/>
    <p:sldId id="328" r:id="rId7"/>
    <p:sldId id="371" r:id="rId8"/>
    <p:sldId id="372" r:id="rId9"/>
    <p:sldId id="355" r:id="rId10"/>
    <p:sldId id="383" r:id="rId11"/>
    <p:sldId id="363" r:id="rId12"/>
    <p:sldId id="396" r:id="rId13"/>
    <p:sldId id="365" r:id="rId14"/>
    <p:sldId id="386" r:id="rId15"/>
    <p:sldId id="387" r:id="rId16"/>
    <p:sldId id="366" r:id="rId17"/>
    <p:sldId id="388" r:id="rId18"/>
    <p:sldId id="389" r:id="rId19"/>
    <p:sldId id="390" r:id="rId20"/>
    <p:sldId id="395" r:id="rId21"/>
    <p:sldId id="391" r:id="rId22"/>
    <p:sldId id="392" r:id="rId23"/>
    <p:sldId id="378" r:id="rId24"/>
    <p:sldId id="397" r:id="rId25"/>
    <p:sldId id="379" r:id="rId26"/>
    <p:sldId id="393" r:id="rId27"/>
    <p:sldId id="398" r:id="rId28"/>
    <p:sldId id="290"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07" autoAdjust="0"/>
    <p:restoredTop sz="94757" autoAdjust="0"/>
  </p:normalViewPr>
  <p:slideViewPr>
    <p:cSldViewPr snapToGrid="0">
      <p:cViewPr varScale="1">
        <p:scale>
          <a:sx n="69" d="100"/>
          <a:sy n="69" d="100"/>
        </p:scale>
        <p:origin x="750"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9CCB84B-6A00-4441-A8E6-9FCA71C6ADFF}" type="datetimeFigureOut">
              <a:rPr lang="zh-CN" altLang="en-US" smtClean="0"/>
              <a:t>2023-11-09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428514-98A0-40EF-8E2B-A346CE837D6C}" type="slidenum">
              <a:rPr lang="zh-CN" altLang="en-US" smtClean="0"/>
              <a:t>‹#›</a:t>
            </a:fld>
            <a:endParaRPr lang="zh-CN" altLang="en-US"/>
          </a:p>
        </p:txBody>
      </p:sp>
    </p:spTree>
    <p:extLst>
      <p:ext uri="{BB962C8B-B14F-4D97-AF65-F5344CB8AC3E}">
        <p14:creationId xmlns:p14="http://schemas.microsoft.com/office/powerpoint/2010/main" val="4876775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93AD-7C06-486F-9754-D5B73F7C37DE}" type="datetimeFigureOut">
              <a:rPr lang="zh-CN" altLang="en-US" smtClean="0"/>
              <a:pPr/>
              <a:t>2023-11-09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DE87-FC43-4F0C-9C51-E666AB0AC5F3}" type="slidenum">
              <a:rPr lang="zh-CN" altLang="en-US" smtClean="0"/>
              <a:pPr/>
              <a:t>‹#›</a:t>
            </a:fld>
            <a:endParaRPr lang="zh-CN" altLang="en-US"/>
          </a:p>
        </p:txBody>
      </p:sp>
    </p:spTree>
    <p:extLst>
      <p:ext uri="{BB962C8B-B14F-4D97-AF65-F5344CB8AC3E}">
        <p14:creationId xmlns:p14="http://schemas.microsoft.com/office/powerpoint/2010/main" val="164044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500765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10</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dirty="0"/>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11</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dirty="0"/>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12</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dirty="0"/>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dirty="0"/>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dirty="0"/>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dirty="0"/>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20</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21</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22</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879191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692317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模板来自于 </a:t>
            </a:r>
            <a:r>
              <a:rPr lang="en-US" altLang="zh-CN"/>
              <a:t>http://www.ypppt.com</a:t>
            </a: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26</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56372478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pic>
        <p:nvPicPr>
          <p:cNvPr id="8" name="图片 7"/>
          <p:cNvPicPr>
            <a:picLocks noChangeAspect="1"/>
          </p:cNvPicPr>
          <p:nvPr userDrawn="1"/>
        </p:nvPicPr>
        <p:blipFill rotWithShape="1">
          <a:blip r:embed="rId4" cstate="print"/>
          <a:srcRect r="42146" b="48018"/>
          <a:stretch/>
        </p:blipFill>
        <p:spPr>
          <a:xfrm>
            <a:off x="7346062" y="2511276"/>
            <a:ext cx="4845938" cy="4346724"/>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1479587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473060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txBox="1">
            <a:spLocks/>
          </p:cNvSpPr>
          <p:nvPr userDrawn="1"/>
        </p:nvSpPr>
        <p:spPr>
          <a:xfrm>
            <a:off x="848833" y="202028"/>
            <a:ext cx="3967716" cy="45719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3D7351"/>
                </a:solidFill>
                <a:effectLst/>
                <a:uLnTx/>
                <a:uFillTx/>
                <a:latin typeface="微软雅黑" panose="020B0503020204020204" pitchFamily="34" charset="-122"/>
                <a:ea typeface="微软雅黑" panose="020B0503020204020204" pitchFamily="34" charset="-122"/>
                <a:cs typeface="+mn-cs"/>
              </a:rPr>
              <a:t>单击此处编辑母版标题样式</a:t>
            </a:r>
          </a:p>
        </p:txBody>
      </p:sp>
    </p:spTree>
    <p:extLst>
      <p:ext uri="{BB962C8B-B14F-4D97-AF65-F5344CB8AC3E}">
        <p14:creationId xmlns:p14="http://schemas.microsoft.com/office/powerpoint/2010/main" val="4000202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085715"/>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1909627"/>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5715"/>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1909627"/>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10"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886203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6020646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0932479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253051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3315586" y="545879"/>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0953898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25126064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3362328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3.gif"/><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16" cstate="print"/>
          <a:srcRect r="42146" b="48018"/>
          <a:stretch/>
        </p:blipFill>
        <p:spPr>
          <a:xfrm>
            <a:off x="7346062" y="2511276"/>
            <a:ext cx="4845938" cy="4346724"/>
          </a:xfrm>
          <a:prstGeom prst="rect">
            <a:avLst/>
          </a:prstGeom>
        </p:spPr>
      </p:pic>
      <p:pic>
        <p:nvPicPr>
          <p:cNvPr id="8" name="图片 7"/>
          <p:cNvPicPr>
            <a:picLocks noChangeAspect="1"/>
          </p:cNvPicPr>
          <p:nvPr userDrawn="1"/>
        </p:nvPicPr>
        <p:blipFill rotWithShape="1">
          <a:blip r:embed="rId17" cstate="print">
            <a:extLst>
              <a:ext uri="{BEBA8EAE-BF5A-486C-A8C5-ECC9F3942E4B}">
                <a14:imgProps xmlns:a14="http://schemas.microsoft.com/office/drawing/2010/main">
                  <a14:imgLayer r:embed="rId18">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49" r:id="rId1"/>
    <p:sldLayoutId id="2147483696"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98" r:id="rId13"/>
    <p:sldLayoutId id="214748370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2023-11-09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sp>
        <p:nvSpPr>
          <p:cNvPr id="2" name="标题占位符 1"/>
          <p:cNvSpPr>
            <a:spLocks noGrp="1"/>
          </p:cNvSpPr>
          <p:nvPr>
            <p:ph type="title"/>
          </p:nvPr>
        </p:nvSpPr>
        <p:spPr>
          <a:xfrm>
            <a:off x="848833" y="202028"/>
            <a:ext cx="3967716" cy="457196"/>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988828"/>
            <a:ext cx="10515600" cy="5188135"/>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矩形 8"/>
          <p:cNvSpPr/>
          <p:nvPr userDrawn="1"/>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10" name="组合 9"/>
          <p:cNvGrpSpPr/>
          <p:nvPr userDrawn="1"/>
        </p:nvGrpSpPr>
        <p:grpSpPr>
          <a:xfrm>
            <a:off x="245745" y="213360"/>
            <a:ext cx="563880" cy="563880"/>
            <a:chOff x="276225" y="213360"/>
            <a:chExt cx="563880" cy="563880"/>
          </a:xfrm>
          <a:solidFill>
            <a:srgbClr val="3D7351"/>
          </a:solidFill>
        </p:grpSpPr>
        <p:sp>
          <p:nvSpPr>
            <p:cNvPr id="11" name="矩形 10"/>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12" name="椭圆 11"/>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14" name="文本框 31"/>
          <p:cNvSpPr txBox="1"/>
          <p:nvPr userDrawn="1"/>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99" r:id="rId11"/>
  </p:sldLayoutIdLst>
  <p:txStyles>
    <p:title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Tx/>
        <a:buBlip>
          <a:blip r:embed="rId13"/>
        </a:buBli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20.x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7.xml"/><Relationship Id="rId1" Type="http://schemas.openxmlformats.org/officeDocument/2006/relationships/slideLayout" Target="../slideLayouts/slideLayout20.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openxmlformats.org/officeDocument/2006/relationships/image" Target="../media/image10.emf"/></Relationships>
</file>

<file path=ppt/slides/_rels/slide2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72862" y="2048669"/>
            <a:ext cx="7246275" cy="2760663"/>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p:cNvSpPr txBox="1"/>
          <p:nvPr/>
        </p:nvSpPr>
        <p:spPr>
          <a:xfrm>
            <a:off x="4595747" y="2251341"/>
            <a:ext cx="3109978" cy="938719"/>
          </a:xfrm>
          <a:prstGeom prst="rect">
            <a:avLst/>
          </a:prstGeom>
          <a:noFill/>
        </p:spPr>
        <p:txBody>
          <a:bodyPr wrap="square" rtlCol="0">
            <a:spAutoFit/>
          </a:bodyPr>
          <a:lstStyle/>
          <a:p>
            <a:r>
              <a:rPr lang="zh-CN" altLang="en-US" sz="5500" dirty="0">
                <a:solidFill>
                  <a:srgbClr val="3D7351"/>
                </a:solidFill>
                <a:latin typeface="方正清刻本悦宋简体" panose="02000000000000000000" pitchFamily="2" charset="-122"/>
                <a:ea typeface="方正清刻本悦宋简体" panose="02000000000000000000" pitchFamily="2" charset="-122"/>
              </a:rPr>
              <a:t>操作系统</a:t>
            </a:r>
          </a:p>
        </p:txBody>
      </p:sp>
      <p:sp>
        <p:nvSpPr>
          <p:cNvPr id="8" name="文本框 7"/>
          <p:cNvSpPr txBox="1"/>
          <p:nvPr/>
        </p:nvSpPr>
        <p:spPr>
          <a:xfrm>
            <a:off x="3939822" y="3912068"/>
            <a:ext cx="4417602" cy="276999"/>
          </a:xfrm>
          <a:prstGeom prst="rect">
            <a:avLst/>
          </a:prstGeom>
          <a:noFill/>
        </p:spPr>
        <p:txBody>
          <a:bodyPr wrap="square" rtlCol="0">
            <a:spAutoFit/>
          </a:bodyPr>
          <a:lstStyle/>
          <a:p>
            <a:pPr algn="dist"/>
            <a:r>
              <a:rPr lang="en-US" altLang="zh-CN" sz="1200" dirty="0">
                <a:solidFill>
                  <a:srgbClr val="3D7351"/>
                </a:solidFill>
                <a:latin typeface="微软雅黑" panose="020B0503020204020204" pitchFamily="34" charset="-122"/>
                <a:ea typeface="微软雅黑" panose="020B0503020204020204" pitchFamily="34" charset="-122"/>
              </a:rPr>
              <a:t>OPERATING SYSTEM</a:t>
            </a:r>
            <a:endParaRPr lang="zh-CN" altLang="en-US" sz="1200" dirty="0">
              <a:solidFill>
                <a:srgbClr val="3D7351"/>
              </a:solidFill>
              <a:latin typeface="微软雅黑" panose="020B0503020204020204" pitchFamily="34" charset="-122"/>
              <a:ea typeface="微软雅黑" panose="020B0503020204020204" pitchFamily="34" charset="-122"/>
            </a:endParaRPr>
          </a:p>
        </p:txBody>
      </p:sp>
      <p:sp>
        <p:nvSpPr>
          <p:cNvPr id="9" name="文本框 32"/>
          <p:cNvSpPr txBox="1">
            <a:spLocks noChangeArrowheads="1"/>
          </p:cNvSpPr>
          <p:nvPr/>
        </p:nvSpPr>
        <p:spPr bwMode="auto">
          <a:xfrm>
            <a:off x="5512250" y="4270955"/>
            <a:ext cx="1383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200" dirty="0">
                <a:solidFill>
                  <a:srgbClr val="3D735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主讲人：房斐斐</a:t>
            </a:r>
          </a:p>
        </p:txBody>
      </p:sp>
      <p:cxnSp>
        <p:nvCxnSpPr>
          <p:cNvPr id="11" name="直接连接符 10"/>
          <p:cNvCxnSpPr/>
          <p:nvPr/>
        </p:nvCxnSpPr>
        <p:spPr>
          <a:xfrm>
            <a:off x="4143375"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896100"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sp>
        <p:nvSpPr>
          <p:cNvPr id="14" name="文本框 6"/>
          <p:cNvSpPr txBox="1"/>
          <p:nvPr/>
        </p:nvSpPr>
        <p:spPr>
          <a:xfrm>
            <a:off x="4382256" y="3187225"/>
            <a:ext cx="4279587" cy="584775"/>
          </a:xfrm>
          <a:prstGeom prst="rect">
            <a:avLst/>
          </a:prstGeom>
          <a:noFill/>
        </p:spPr>
        <p:txBody>
          <a:bodyPr wrap="square" rtlCol="0">
            <a:spAutoFit/>
          </a:bodyPr>
          <a:lstStyle/>
          <a:p>
            <a:r>
              <a:rPr lang="zh-CN" altLang="en-US" sz="3200" dirty="0">
                <a:solidFill>
                  <a:srgbClr val="3D7351"/>
                </a:solidFill>
                <a:latin typeface="方正清刻本悦宋简体" panose="02000000000000000000" pitchFamily="2" charset="-122"/>
                <a:ea typeface="方正清刻本悦宋简体" panose="02000000000000000000" pitchFamily="2" charset="-122"/>
              </a:rPr>
              <a:t>第五章 存储管理</a:t>
            </a:r>
          </a:p>
        </p:txBody>
      </p:sp>
    </p:spTree>
    <p:extLst>
      <p:ext uri="{BB962C8B-B14F-4D97-AF65-F5344CB8AC3E}">
        <p14:creationId xmlns:p14="http://schemas.microsoft.com/office/powerpoint/2010/main" val="264625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0" name="组合 29"/>
          <p:cNvGrpSpPr/>
          <p:nvPr/>
        </p:nvGrpSpPr>
        <p:grpSpPr>
          <a:xfrm>
            <a:off x="2729551" y="1483991"/>
            <a:ext cx="6989586" cy="1104503"/>
            <a:chOff x="3621789" y="2876749"/>
            <a:chExt cx="547141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淘汰算法与抖动现象</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62178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5.4</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16" name="文本框 21"/>
          <p:cNvSpPr txBox="1">
            <a:spLocks noChangeArrowheads="1"/>
          </p:cNvSpPr>
          <p:nvPr/>
        </p:nvSpPr>
        <p:spPr bwMode="auto">
          <a:xfrm>
            <a:off x="2439935" y="3087211"/>
            <a:ext cx="7279201"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t>         </a:t>
            </a:r>
            <a:r>
              <a:rPr lang="zh-CN" altLang="en-US" sz="2800" b="1" dirty="0">
                <a:solidFill>
                  <a:schemeClr val="accent2"/>
                </a:solidFill>
              </a:rPr>
              <a:t>对换：</a:t>
            </a:r>
            <a:r>
              <a:rPr lang="zh-CN" altLang="en-US" sz="2400" dirty="0"/>
              <a:t>也称交换。最早用于麻省理工学院的单用户分时系统</a:t>
            </a:r>
            <a:r>
              <a:rPr lang="en-US" altLang="zh-CN" sz="2400" dirty="0"/>
              <a:t>CTSS</a:t>
            </a:r>
            <a:r>
              <a:rPr lang="zh-CN" altLang="en-US" sz="2400" dirty="0"/>
              <a:t>中。系统把所有用户作业存放在磁盘上，每次只能调入一个作业进入内存，当该作业一个时间片用完时，将它调至外存的后备队列上等待，再从后备队列上将另一个作业调入内存。</a:t>
            </a:r>
            <a:endParaRPr lang="en-US" altLang="zh-CN" sz="2400" dirty="0"/>
          </a:p>
        </p:txBody>
      </p:sp>
    </p:spTree>
    <p:extLst>
      <p:ext uri="{BB962C8B-B14F-4D97-AF65-F5344CB8AC3E}">
        <p14:creationId xmlns:p14="http://schemas.microsoft.com/office/powerpoint/2010/main" val="200562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）对换的引入</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2" name="文本框 19"/>
          <p:cNvSpPr txBox="1">
            <a:spLocks noChangeArrowheads="1"/>
          </p:cNvSpPr>
          <p:nvPr/>
        </p:nvSpPr>
        <p:spPr bwMode="auto">
          <a:xfrm>
            <a:off x="1068087" y="2377090"/>
            <a:ext cx="8178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一方面：内存中有阻塞进程无法运行</a:t>
            </a:r>
          </a:p>
        </p:txBody>
      </p:sp>
      <p:sp>
        <p:nvSpPr>
          <p:cNvPr id="23" name="文本框 52"/>
          <p:cNvSpPr txBox="1">
            <a:spLocks noChangeArrowheads="1"/>
          </p:cNvSpPr>
          <p:nvPr/>
        </p:nvSpPr>
        <p:spPr bwMode="auto">
          <a:xfrm>
            <a:off x="1068088" y="187814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问题</a:t>
            </a:r>
          </a:p>
        </p:txBody>
      </p:sp>
      <p:sp>
        <p:nvSpPr>
          <p:cNvPr id="24" name="文本框 19"/>
          <p:cNvSpPr txBox="1">
            <a:spLocks noChangeArrowheads="1"/>
          </p:cNvSpPr>
          <p:nvPr/>
        </p:nvSpPr>
        <p:spPr bwMode="auto">
          <a:xfrm>
            <a:off x="1067832" y="2877098"/>
            <a:ext cx="9067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另一方面：有作业驻留在外存，因内存空间不足而无法进入内存。</a:t>
            </a:r>
          </a:p>
        </p:txBody>
      </p:sp>
      <p:sp>
        <p:nvSpPr>
          <p:cNvPr id="32" name="文本框 52"/>
          <p:cNvSpPr txBox="1">
            <a:spLocks noChangeArrowheads="1"/>
          </p:cNvSpPr>
          <p:nvPr/>
        </p:nvSpPr>
        <p:spPr bwMode="auto">
          <a:xfrm>
            <a:off x="1055492" y="3459170"/>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解决</a:t>
            </a:r>
          </a:p>
        </p:txBody>
      </p:sp>
      <p:sp>
        <p:nvSpPr>
          <p:cNvPr id="46"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多道程序环境下的对换</a:t>
            </a:r>
          </a:p>
        </p:txBody>
      </p:sp>
      <p:sp>
        <p:nvSpPr>
          <p:cNvPr id="47" name="文本框 21"/>
          <p:cNvSpPr txBox="1">
            <a:spLocks noChangeArrowheads="1"/>
          </p:cNvSpPr>
          <p:nvPr/>
        </p:nvSpPr>
        <p:spPr bwMode="auto">
          <a:xfrm>
            <a:off x="1055492" y="4060535"/>
            <a:ext cx="919385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b="1" dirty="0">
                <a:solidFill>
                  <a:schemeClr val="accent2"/>
                </a:solidFill>
              </a:rPr>
              <a:t>对换：</a:t>
            </a:r>
            <a:r>
              <a:rPr lang="zh-CN" altLang="en-US" sz="2400" dirty="0"/>
              <a:t>是指把内存中暂不能运行的进程，或暂时不用的程序和数据换出到外存上，以腾出足够的内存空间，把已具备运行条件的进程，或进程所需要的程序和数据换入内存。</a:t>
            </a:r>
            <a:endParaRPr lang="en-US" altLang="zh-CN" sz="2400" dirty="0"/>
          </a:p>
        </p:txBody>
      </p:sp>
      <p:sp>
        <p:nvSpPr>
          <p:cNvPr id="48" name="文本框 19"/>
          <p:cNvSpPr txBox="1">
            <a:spLocks noChangeArrowheads="1"/>
          </p:cNvSpPr>
          <p:nvPr/>
        </p:nvSpPr>
        <p:spPr bwMode="auto">
          <a:xfrm>
            <a:off x="1064848" y="5363583"/>
            <a:ext cx="9067296"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800" b="1" dirty="0">
                <a:solidFill>
                  <a:schemeClr val="accent2"/>
                </a:solidFill>
              </a:rPr>
              <a:t>对换：</a:t>
            </a:r>
            <a:r>
              <a:rPr lang="zh-CN" altLang="en-US" sz="2400" dirty="0"/>
              <a:t>是改变内存利用率的有效措施，可以直接提高处理机的利用率和系统的吞吐量。</a:t>
            </a:r>
          </a:p>
        </p:txBody>
      </p:sp>
    </p:spTree>
    <p:extLst>
      <p:ext uri="{BB962C8B-B14F-4D97-AF65-F5344CB8AC3E}">
        <p14:creationId xmlns:p14="http://schemas.microsoft.com/office/powerpoint/2010/main" val="3891315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strips(down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strips(downLeft)">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50" presetClass="entr" presetSubtype="0" decel="100000" fill="hold" grpId="0" nodeType="clickEffect">
                                  <p:stCondLst>
                                    <p:cond delay="0"/>
                                  </p:stCondLst>
                                  <p:iterate type="lt">
                                    <p:tmPct val="5000"/>
                                  </p:iterate>
                                  <p:childTnLst>
                                    <p:set>
                                      <p:cBhvr>
                                        <p:cTn id="23" dur="1" fill="hold">
                                          <p:stCondLst>
                                            <p:cond delay="0"/>
                                          </p:stCondLst>
                                        </p:cTn>
                                        <p:tgtEl>
                                          <p:spTgt spid="32"/>
                                        </p:tgtEl>
                                        <p:attrNameLst>
                                          <p:attrName>style.visibility</p:attrName>
                                        </p:attrNameLst>
                                      </p:cBhvr>
                                      <p:to>
                                        <p:strVal val="visible"/>
                                      </p:to>
                                    </p:set>
                                    <p:anim calcmode="lin" valueType="num">
                                      <p:cBhvr>
                                        <p:cTn id="24" dur="500" fill="hold"/>
                                        <p:tgtEl>
                                          <p:spTgt spid="32"/>
                                        </p:tgtEl>
                                        <p:attrNameLst>
                                          <p:attrName>ppt_w</p:attrName>
                                        </p:attrNameLst>
                                      </p:cBhvr>
                                      <p:tavLst>
                                        <p:tav tm="0">
                                          <p:val>
                                            <p:strVal val="#ppt_w+.3"/>
                                          </p:val>
                                        </p:tav>
                                        <p:tav tm="100000">
                                          <p:val>
                                            <p:strVal val="#ppt_w"/>
                                          </p:val>
                                        </p:tav>
                                      </p:tavLst>
                                    </p:anim>
                                    <p:anim calcmode="lin" valueType="num">
                                      <p:cBhvr>
                                        <p:cTn id="25" dur="500" fill="hold"/>
                                        <p:tgtEl>
                                          <p:spTgt spid="32"/>
                                        </p:tgtEl>
                                        <p:attrNameLst>
                                          <p:attrName>ppt_h</p:attrName>
                                        </p:attrNameLst>
                                      </p:cBhvr>
                                      <p:tavLst>
                                        <p:tav tm="0">
                                          <p:val>
                                            <p:strVal val="#ppt_h"/>
                                          </p:val>
                                        </p:tav>
                                        <p:tav tm="100000">
                                          <p:val>
                                            <p:strVal val="#ppt_h"/>
                                          </p:val>
                                        </p:tav>
                                      </p:tavLst>
                                    </p:anim>
                                    <p:animEffect transition="in" filter="fade">
                                      <p:cBhvr>
                                        <p:cTn id="26" dur="500"/>
                                        <p:tgtEl>
                                          <p:spTgt spid="32"/>
                                        </p:tgtEl>
                                      </p:cBhvr>
                                    </p:animEffect>
                                  </p:childTnLst>
                                </p:cTn>
                              </p:par>
                              <p:par>
                                <p:cTn id="27" presetID="42"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fade">
                                      <p:cBhvr>
                                        <p:cTn id="29" dur="1000"/>
                                        <p:tgtEl>
                                          <p:spTgt spid="47"/>
                                        </p:tgtEl>
                                      </p:cBhvr>
                                    </p:animEffect>
                                    <p:anim calcmode="lin" valueType="num">
                                      <p:cBhvr>
                                        <p:cTn id="30" dur="1000" fill="hold"/>
                                        <p:tgtEl>
                                          <p:spTgt spid="47"/>
                                        </p:tgtEl>
                                        <p:attrNameLst>
                                          <p:attrName>ppt_x</p:attrName>
                                        </p:attrNameLst>
                                      </p:cBhvr>
                                      <p:tavLst>
                                        <p:tav tm="0">
                                          <p:val>
                                            <p:strVal val="#ppt_x"/>
                                          </p:val>
                                        </p:tav>
                                        <p:tav tm="100000">
                                          <p:val>
                                            <p:strVal val="#ppt_x"/>
                                          </p:val>
                                        </p:tav>
                                      </p:tavLst>
                                    </p:anim>
                                    <p:anim calcmode="lin" valueType="num">
                                      <p:cBhvr>
                                        <p:cTn id="31"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8" presetClass="entr" presetSubtype="12" fill="hold" grpId="0"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strips(downLeft)">
                                      <p:cBhvr>
                                        <p:cTn id="3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32" grpId="0"/>
      <p:bldP spid="47" grpId="0"/>
      <p:bldP spid="4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77172"/>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）对换的类型</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多道程序环境下的对换</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3" name="箭头3"/>
          <p:cNvSpPr/>
          <p:nvPr/>
        </p:nvSpPr>
        <p:spPr bwMode="gray">
          <a:xfrm flipV="1">
            <a:off x="1666294" y="4031834"/>
            <a:ext cx="1609352" cy="1453237"/>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24" name="箭头1"/>
          <p:cNvSpPr/>
          <p:nvPr/>
        </p:nvSpPr>
        <p:spPr bwMode="gray">
          <a:xfrm>
            <a:off x="1655944" y="2809435"/>
            <a:ext cx="1609352" cy="165444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25" name="文本1"/>
          <p:cNvSpPr>
            <a:spLocks noChangeArrowheads="1"/>
          </p:cNvSpPr>
          <p:nvPr/>
        </p:nvSpPr>
        <p:spPr bwMode="gray">
          <a:xfrm>
            <a:off x="5058697" y="2083453"/>
            <a:ext cx="5515897" cy="2016304"/>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kumimoji="0" lang="zh-CN" altLang="zh-CN" sz="1600" i="0" u="none" strike="noStrike" kern="1200" cap="none" spc="0" normalizeH="0" baseline="0" noProof="0" dirty="0">
              <a:ln>
                <a:noFill/>
              </a:ln>
              <a:solidFill>
                <a:srgbClr val="4D4D4D"/>
              </a:solidFill>
              <a:effectLst/>
              <a:uLnTx/>
              <a:uFillTx/>
              <a:cs typeface="+mn-ea"/>
              <a:sym typeface="+mn-lt"/>
            </a:endParaRPr>
          </a:p>
        </p:txBody>
      </p:sp>
      <p:sp>
        <p:nvSpPr>
          <p:cNvPr id="26" name="标题1"/>
          <p:cNvSpPr>
            <a:spLocks noChangeArrowheads="1"/>
          </p:cNvSpPr>
          <p:nvPr/>
        </p:nvSpPr>
        <p:spPr bwMode="gray">
          <a:xfrm>
            <a:off x="3211616" y="2477750"/>
            <a:ext cx="1847082" cy="1155600"/>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整体对换</a:t>
            </a:r>
            <a:endParaRPr lang="en-US" altLang="zh-CN" sz="2400" b="1" dirty="0">
              <a:solidFill>
                <a:sysClr val="window" lastClr="FFFFFF">
                  <a:lumMod val="95000"/>
                </a:sysClr>
              </a:solidFill>
              <a:cs typeface="+mn-ea"/>
              <a:sym typeface="+mn-lt"/>
            </a:endParaRPr>
          </a:p>
          <a:p>
            <a:pPr lvl="0" algn="ctr" fontAlgn="base">
              <a:lnSpc>
                <a:spcPct val="120000"/>
              </a:lnSpc>
              <a:spcBef>
                <a:spcPct val="0"/>
              </a:spcBef>
              <a:spcAft>
                <a:spcPct val="0"/>
              </a:spcAft>
              <a:defRPr/>
            </a:pPr>
            <a:r>
              <a:rPr kumimoji="0" lang="zh-CN" altLang="en-US" sz="2400" b="1" i="0" u="none" strike="noStrike" kern="1200" cap="none" spc="0" normalizeH="0" baseline="0" noProof="0" dirty="0">
                <a:ln>
                  <a:noFill/>
                </a:ln>
                <a:solidFill>
                  <a:sysClr val="window" lastClr="FFFFFF">
                    <a:lumMod val="95000"/>
                  </a:sysClr>
                </a:solidFill>
                <a:effectLst/>
                <a:uLnTx/>
                <a:uFillTx/>
                <a:cs typeface="+mn-ea"/>
                <a:sym typeface="+mn-lt"/>
              </a:rPr>
              <a:t>进程对换</a:t>
            </a:r>
            <a:endParaRPr kumimoji="0" lang="zh-CN" altLang="zh-CN" sz="2400" b="1" i="0" u="none" strike="noStrike" kern="1200" cap="none" spc="0" normalizeH="0" baseline="0" noProof="0" dirty="0">
              <a:ln>
                <a:noFill/>
              </a:ln>
              <a:solidFill>
                <a:sysClr val="window" lastClr="FFFFFF">
                  <a:lumMod val="95000"/>
                </a:sysClr>
              </a:solidFill>
              <a:effectLst/>
              <a:uLnTx/>
              <a:uFillTx/>
              <a:cs typeface="+mn-ea"/>
              <a:sym typeface="+mn-lt"/>
            </a:endParaRPr>
          </a:p>
        </p:txBody>
      </p:sp>
      <p:sp>
        <p:nvSpPr>
          <p:cNvPr id="32" name="文本3"/>
          <p:cNvSpPr>
            <a:spLocks noChangeArrowheads="1"/>
          </p:cNvSpPr>
          <p:nvPr/>
        </p:nvSpPr>
        <p:spPr bwMode="ltGray">
          <a:xfrm>
            <a:off x="5058696" y="4449135"/>
            <a:ext cx="5515897" cy="1800201"/>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lang="zh-CN" altLang="zh-CN" sz="1600" dirty="0">
              <a:solidFill>
                <a:srgbClr val="4D4D4D"/>
              </a:solidFill>
              <a:cs typeface="+mn-ea"/>
              <a:sym typeface="+mn-lt"/>
            </a:endParaRPr>
          </a:p>
        </p:txBody>
      </p:sp>
      <p:sp>
        <p:nvSpPr>
          <p:cNvPr id="33" name="标题3"/>
          <p:cNvSpPr>
            <a:spLocks noChangeArrowheads="1"/>
          </p:cNvSpPr>
          <p:nvPr/>
        </p:nvSpPr>
        <p:spPr bwMode="gray">
          <a:xfrm>
            <a:off x="3275646" y="4757207"/>
            <a:ext cx="1789401" cy="1154559"/>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200" b="1" dirty="0">
                <a:solidFill>
                  <a:sysClr val="window" lastClr="FFFFFF">
                    <a:lumMod val="95000"/>
                  </a:sysClr>
                </a:solidFill>
                <a:cs typeface="+mn-ea"/>
                <a:sym typeface="+mn-lt"/>
              </a:rPr>
              <a:t>部分对换</a:t>
            </a:r>
            <a:endParaRPr lang="en-US" altLang="zh-CN" sz="2200" b="1" dirty="0">
              <a:solidFill>
                <a:sysClr val="window" lastClr="FFFFFF">
                  <a:lumMod val="95000"/>
                </a:sysClr>
              </a:solidFill>
              <a:cs typeface="+mn-ea"/>
              <a:sym typeface="+mn-lt"/>
            </a:endParaRPr>
          </a:p>
          <a:p>
            <a:pPr lvl="0" algn="ctr" fontAlgn="base">
              <a:lnSpc>
                <a:spcPct val="120000"/>
              </a:lnSpc>
              <a:spcBef>
                <a:spcPct val="0"/>
              </a:spcBef>
              <a:spcAft>
                <a:spcPct val="0"/>
              </a:spcAft>
              <a:defRPr/>
            </a:pPr>
            <a:r>
              <a:rPr lang="zh-CN" altLang="en-US" sz="2200" b="1" dirty="0">
                <a:solidFill>
                  <a:sysClr val="window" lastClr="FFFFFF">
                    <a:lumMod val="95000"/>
                  </a:sysClr>
                </a:solidFill>
                <a:cs typeface="+mn-ea"/>
                <a:sym typeface="+mn-lt"/>
              </a:rPr>
              <a:t>页面或分段对换</a:t>
            </a:r>
            <a:endParaRPr lang="zh-CN" altLang="zh-CN" sz="2200" b="1" dirty="0">
              <a:solidFill>
                <a:sysClr val="window" lastClr="FFFFFF">
                  <a:lumMod val="95000"/>
                </a:sysClr>
              </a:solidFill>
              <a:cs typeface="+mn-ea"/>
              <a:sym typeface="+mn-lt"/>
            </a:endParaRPr>
          </a:p>
        </p:txBody>
      </p:sp>
      <p:sp>
        <p:nvSpPr>
          <p:cNvPr id="34" name="Oval 19"/>
          <p:cNvSpPr>
            <a:spLocks noChangeArrowheads="1"/>
          </p:cNvSpPr>
          <p:nvPr/>
        </p:nvSpPr>
        <p:spPr bwMode="auto">
          <a:xfrm>
            <a:off x="980094" y="3469415"/>
            <a:ext cx="1672953" cy="1440000"/>
          </a:xfrm>
          <a:prstGeom prst="roundRect">
            <a:avLst/>
          </a:prstGeom>
          <a:ln/>
        </p:spPr>
        <p:style>
          <a:lnRef idx="3">
            <a:schemeClr val="lt1"/>
          </a:lnRef>
          <a:fillRef idx="1">
            <a:schemeClr val="accent6"/>
          </a:fillRef>
          <a:effectRef idx="1">
            <a:schemeClr val="accent6"/>
          </a:effectRef>
          <a:fontRef idx="minor">
            <a:schemeClr val="lt1"/>
          </a:fontRef>
        </p:style>
        <p:txBody>
          <a:bodyPr lIns="126000" rIns="126000" bIns="180000" anchor="ctr"/>
          <a:lstStyle/>
          <a:p>
            <a:pPr algn="ctr">
              <a:lnSpc>
                <a:spcPct val="120000"/>
              </a:lnSpc>
            </a:pPr>
            <a:r>
              <a:rPr lang="zh-CN" altLang="en-US" sz="2400" b="1" kern="0" dirty="0">
                <a:solidFill>
                  <a:srgbClr val="F9F9F9"/>
                </a:solidFill>
                <a:cs typeface="+mn-ea"/>
                <a:sym typeface="+mn-lt"/>
              </a:rPr>
              <a:t>对换类型</a:t>
            </a:r>
            <a:endParaRPr lang="en-US" altLang="zh-CN" sz="2400" b="1" kern="0" dirty="0">
              <a:solidFill>
                <a:srgbClr val="F9F9F9"/>
              </a:solidFill>
              <a:cs typeface="+mn-ea"/>
              <a:sym typeface="+mn-lt"/>
            </a:endParaRPr>
          </a:p>
        </p:txBody>
      </p:sp>
      <p:sp>
        <p:nvSpPr>
          <p:cNvPr id="35" name="文本框 19"/>
          <p:cNvSpPr txBox="1">
            <a:spLocks noChangeArrowheads="1"/>
          </p:cNvSpPr>
          <p:nvPr/>
        </p:nvSpPr>
        <p:spPr bwMode="auto">
          <a:xfrm>
            <a:off x="5310241" y="2306468"/>
            <a:ext cx="515867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以整个进程为单位进行对换，广泛用于分时系统中，用于解决内存紧张问题，提高内存利用率。</a:t>
            </a:r>
            <a:endParaRPr lang="zh-CN" altLang="zh-CN" sz="2400" dirty="0"/>
          </a:p>
          <a:p>
            <a:pPr marL="0" lvl="2" indent="0"/>
            <a:endParaRPr lang="en-US" altLang="zh-CN" sz="2400" b="1" dirty="0"/>
          </a:p>
        </p:txBody>
      </p:sp>
      <p:sp>
        <p:nvSpPr>
          <p:cNvPr id="36" name="文本框 19"/>
          <p:cNvSpPr txBox="1">
            <a:spLocks noChangeArrowheads="1"/>
          </p:cNvSpPr>
          <p:nvPr/>
        </p:nvSpPr>
        <p:spPr bwMode="auto">
          <a:xfrm>
            <a:off x="5313347" y="4603204"/>
            <a:ext cx="515867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以“页”或“段”为单位进行对换。是实现请求分页和请求分段式存储管理的基础，目的是为了支持虚拟存储系统。</a:t>
            </a:r>
          </a:p>
        </p:txBody>
      </p:sp>
    </p:spTree>
    <p:extLst>
      <p:ext uri="{BB962C8B-B14F-4D97-AF65-F5344CB8AC3E}">
        <p14:creationId xmlns:p14="http://schemas.microsoft.com/office/powerpoint/2010/main" val="37303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heel(1)">
                                      <p:cBhvr>
                                        <p:cTn id="7" dur="500"/>
                                        <p:tgtEl>
                                          <p:spTgt spid="3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500"/>
                                        <p:tgtEl>
                                          <p:spTgt spid="26"/>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left)">
                                      <p:cBhvr>
                                        <p:cTn id="26" dur="500"/>
                                        <p:tgtEl>
                                          <p:spTgt spid="33"/>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left)">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strips(downLeft)">
                                      <p:cBhvr>
                                        <p:cTn id="35" dur="5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strips(downLeft)">
                                      <p:cBhvr>
                                        <p:cTn id="4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32" grpId="0" animBg="1"/>
      <p:bldP spid="33" grpId="0" animBg="1"/>
      <p:bldP spid="34" grpId="0" animBg="1"/>
      <p:bldP spid="35"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46804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）对换空间划分</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6164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对换空间的管理</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5" name="箭头3"/>
          <p:cNvSpPr/>
          <p:nvPr/>
        </p:nvSpPr>
        <p:spPr bwMode="gray">
          <a:xfrm flipV="1">
            <a:off x="1666294" y="4031834"/>
            <a:ext cx="1609352" cy="1453237"/>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16" name="箭头1"/>
          <p:cNvSpPr/>
          <p:nvPr/>
        </p:nvSpPr>
        <p:spPr bwMode="gray">
          <a:xfrm>
            <a:off x="1655944" y="2809435"/>
            <a:ext cx="1609352" cy="165444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17" name="文本1"/>
          <p:cNvSpPr>
            <a:spLocks noChangeArrowheads="1"/>
          </p:cNvSpPr>
          <p:nvPr/>
        </p:nvSpPr>
        <p:spPr bwMode="gray">
          <a:xfrm>
            <a:off x="5058697" y="2083453"/>
            <a:ext cx="5515897" cy="2016304"/>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kumimoji="0" lang="zh-CN" altLang="zh-CN" sz="1600" i="0" u="none" strike="noStrike" kern="1200" cap="none" spc="0" normalizeH="0" baseline="0" noProof="0" dirty="0">
              <a:ln>
                <a:noFill/>
              </a:ln>
              <a:solidFill>
                <a:srgbClr val="4D4D4D"/>
              </a:solidFill>
              <a:effectLst/>
              <a:uLnTx/>
              <a:uFillTx/>
              <a:cs typeface="+mn-ea"/>
              <a:sym typeface="+mn-lt"/>
            </a:endParaRPr>
          </a:p>
        </p:txBody>
      </p:sp>
      <p:sp>
        <p:nvSpPr>
          <p:cNvPr id="18" name="标题1"/>
          <p:cNvSpPr>
            <a:spLocks noChangeArrowheads="1"/>
          </p:cNvSpPr>
          <p:nvPr/>
        </p:nvSpPr>
        <p:spPr bwMode="gray">
          <a:xfrm>
            <a:off x="3211616" y="2477750"/>
            <a:ext cx="1847082" cy="1155600"/>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文件区</a:t>
            </a:r>
            <a:endParaRPr lang="en-US" altLang="zh-CN" sz="2400" b="1" dirty="0">
              <a:solidFill>
                <a:sysClr val="window" lastClr="FFFFFF">
                  <a:lumMod val="95000"/>
                </a:sysClr>
              </a:solidFill>
              <a:cs typeface="+mn-ea"/>
              <a:sym typeface="+mn-lt"/>
            </a:endParaRPr>
          </a:p>
        </p:txBody>
      </p:sp>
      <p:sp>
        <p:nvSpPr>
          <p:cNvPr id="19" name="文本3"/>
          <p:cNvSpPr>
            <a:spLocks noChangeArrowheads="1"/>
          </p:cNvSpPr>
          <p:nvPr/>
        </p:nvSpPr>
        <p:spPr bwMode="ltGray">
          <a:xfrm>
            <a:off x="5058696" y="4449135"/>
            <a:ext cx="5515897" cy="1800201"/>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lang="zh-CN" altLang="zh-CN" sz="1600" dirty="0">
              <a:solidFill>
                <a:srgbClr val="4D4D4D"/>
              </a:solidFill>
              <a:cs typeface="+mn-ea"/>
              <a:sym typeface="+mn-lt"/>
            </a:endParaRPr>
          </a:p>
        </p:txBody>
      </p:sp>
      <p:sp>
        <p:nvSpPr>
          <p:cNvPr id="23" name="标题3"/>
          <p:cNvSpPr>
            <a:spLocks noChangeArrowheads="1"/>
          </p:cNvSpPr>
          <p:nvPr/>
        </p:nvSpPr>
        <p:spPr bwMode="gray">
          <a:xfrm>
            <a:off x="3275646" y="4757207"/>
            <a:ext cx="1789401" cy="1154559"/>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对换区</a:t>
            </a:r>
            <a:endParaRPr lang="en-US" altLang="zh-CN" sz="2400" b="1" dirty="0">
              <a:solidFill>
                <a:sysClr val="window" lastClr="FFFFFF">
                  <a:lumMod val="95000"/>
                </a:sysClr>
              </a:solidFill>
              <a:cs typeface="+mn-ea"/>
              <a:sym typeface="+mn-lt"/>
            </a:endParaRPr>
          </a:p>
        </p:txBody>
      </p:sp>
      <p:sp>
        <p:nvSpPr>
          <p:cNvPr id="24" name="Oval 19"/>
          <p:cNvSpPr>
            <a:spLocks noChangeArrowheads="1"/>
          </p:cNvSpPr>
          <p:nvPr/>
        </p:nvSpPr>
        <p:spPr bwMode="auto">
          <a:xfrm>
            <a:off x="1139335" y="3469415"/>
            <a:ext cx="1440000" cy="1440000"/>
          </a:xfrm>
          <a:prstGeom prst="roundRect">
            <a:avLst/>
          </a:prstGeom>
          <a:ln/>
        </p:spPr>
        <p:style>
          <a:lnRef idx="3">
            <a:schemeClr val="lt1"/>
          </a:lnRef>
          <a:fillRef idx="1">
            <a:schemeClr val="accent6"/>
          </a:fillRef>
          <a:effectRef idx="1">
            <a:schemeClr val="accent6"/>
          </a:effectRef>
          <a:fontRef idx="minor">
            <a:schemeClr val="lt1"/>
          </a:fontRef>
        </p:style>
        <p:txBody>
          <a:bodyPr lIns="126000" rIns="126000" bIns="180000" anchor="ctr"/>
          <a:lstStyle/>
          <a:p>
            <a:pPr algn="ctr">
              <a:lnSpc>
                <a:spcPct val="120000"/>
              </a:lnSpc>
            </a:pPr>
            <a:r>
              <a:rPr lang="zh-CN" altLang="en-US" sz="2400" b="1" kern="0" dirty="0">
                <a:solidFill>
                  <a:srgbClr val="F9F9F9"/>
                </a:solidFill>
                <a:cs typeface="+mn-ea"/>
                <a:sym typeface="+mn-lt"/>
              </a:rPr>
              <a:t>外存</a:t>
            </a:r>
            <a:endParaRPr lang="en-US" altLang="zh-CN" sz="2400" b="1" kern="0" dirty="0">
              <a:solidFill>
                <a:srgbClr val="F9F9F9"/>
              </a:solidFill>
              <a:cs typeface="+mn-ea"/>
              <a:sym typeface="+mn-lt"/>
            </a:endParaRPr>
          </a:p>
          <a:p>
            <a:pPr algn="ctr">
              <a:lnSpc>
                <a:spcPct val="120000"/>
              </a:lnSpc>
            </a:pPr>
            <a:r>
              <a:rPr lang="zh-CN" altLang="en-US" sz="2400" b="1" kern="0" dirty="0">
                <a:solidFill>
                  <a:srgbClr val="F9F9F9"/>
                </a:solidFill>
                <a:cs typeface="+mn-ea"/>
                <a:sym typeface="+mn-lt"/>
              </a:rPr>
              <a:t>空间</a:t>
            </a:r>
            <a:endParaRPr lang="en-US" altLang="zh-CN" sz="2400" b="1" kern="0" dirty="0">
              <a:solidFill>
                <a:srgbClr val="F9F9F9"/>
              </a:solidFill>
              <a:cs typeface="+mn-ea"/>
              <a:sym typeface="+mn-lt"/>
            </a:endParaRPr>
          </a:p>
        </p:txBody>
      </p:sp>
      <p:sp>
        <p:nvSpPr>
          <p:cNvPr id="25" name="文本框 19"/>
          <p:cNvSpPr txBox="1">
            <a:spLocks noChangeArrowheads="1"/>
          </p:cNvSpPr>
          <p:nvPr/>
        </p:nvSpPr>
        <p:spPr bwMode="auto">
          <a:xfrm>
            <a:off x="5310241" y="2306468"/>
            <a:ext cx="515867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b="1" dirty="0"/>
              <a:t>存放文件</a:t>
            </a:r>
            <a:endParaRPr lang="en-US" altLang="zh-CN" sz="2400" b="1" dirty="0"/>
          </a:p>
          <a:p>
            <a:pPr marL="0" lvl="2" indent="0">
              <a:buBlip>
                <a:blip r:embed="rId3"/>
              </a:buBlip>
            </a:pPr>
            <a:r>
              <a:rPr lang="zh-CN" altLang="en-US" sz="2400" b="1" dirty="0"/>
              <a:t>管理目标：</a:t>
            </a:r>
            <a:r>
              <a:rPr lang="zh-CN" altLang="en-US" sz="2400" dirty="0"/>
              <a:t>提高文件存储空间的利用率 </a:t>
            </a:r>
            <a:r>
              <a:rPr lang="zh-CN" altLang="en-US" sz="2400" dirty="0">
                <a:cs typeface="Times New Roman" pitchFamily="18" charset="0"/>
              </a:rPr>
              <a:t>→</a:t>
            </a:r>
            <a:r>
              <a:rPr lang="zh-CN" altLang="en-US" sz="2400" dirty="0"/>
              <a:t>采用离散分配方式</a:t>
            </a:r>
            <a:endParaRPr lang="zh-CN" altLang="zh-CN" sz="2400" dirty="0"/>
          </a:p>
          <a:p>
            <a:pPr marL="0" lvl="2" indent="0"/>
            <a:endParaRPr lang="en-US" altLang="zh-CN" sz="2400" b="1" dirty="0"/>
          </a:p>
        </p:txBody>
      </p:sp>
      <p:sp>
        <p:nvSpPr>
          <p:cNvPr id="26" name="文本框 19"/>
          <p:cNvSpPr txBox="1">
            <a:spLocks noChangeArrowheads="1"/>
          </p:cNvSpPr>
          <p:nvPr/>
        </p:nvSpPr>
        <p:spPr bwMode="auto">
          <a:xfrm>
            <a:off x="5298833" y="4603204"/>
            <a:ext cx="515867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b="1" dirty="0"/>
              <a:t>存放从内存中换出的进程</a:t>
            </a:r>
          </a:p>
          <a:p>
            <a:pPr marL="0" lvl="2" indent="0">
              <a:buBlip>
                <a:blip r:embed="rId3"/>
              </a:buBlip>
            </a:pPr>
            <a:r>
              <a:rPr lang="zh-CN" altLang="en-US" sz="2400" b="1" dirty="0"/>
              <a:t>管理目标：</a:t>
            </a:r>
            <a:r>
              <a:rPr lang="zh-CN" altLang="en-US" sz="2400" dirty="0"/>
              <a:t>提高进程换入、换出的速度 </a:t>
            </a:r>
            <a:r>
              <a:rPr lang="zh-CN" altLang="en-US" sz="2400" dirty="0">
                <a:cs typeface="Times New Roman" pitchFamily="18" charset="0"/>
              </a:rPr>
              <a:t>→</a:t>
            </a:r>
            <a:r>
              <a:rPr lang="zh-CN" altLang="en-US" sz="2400" dirty="0"/>
              <a:t>管理策略采用连续分配方式，较少考虑外存中的碎片问题。</a:t>
            </a:r>
          </a:p>
        </p:txBody>
      </p:sp>
    </p:spTree>
    <p:extLst>
      <p:ext uri="{BB962C8B-B14F-4D97-AF65-F5344CB8AC3E}">
        <p14:creationId xmlns:p14="http://schemas.microsoft.com/office/powerpoint/2010/main" val="43499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heel(1)">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ipe(left)">
                                      <p:cBhvr>
                                        <p:cTn id="26" dur="500"/>
                                        <p:tgtEl>
                                          <p:spTgt spid="23"/>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strips(downLeft)">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strips(downLeft)">
                                      <p:cBhvr>
                                        <p:cTn id="4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3" grpId="0" animBg="1"/>
      <p:bldP spid="24" grpId="0" animBg="1"/>
      <p:bldP spid="25"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74527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）对换区空闲盘块管理中的数据结构</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6164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对换空间的管理</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5" name="箭头3"/>
          <p:cNvSpPr/>
          <p:nvPr/>
        </p:nvSpPr>
        <p:spPr bwMode="gray">
          <a:xfrm flipV="1">
            <a:off x="1666294" y="4031834"/>
            <a:ext cx="1609352" cy="1453237"/>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16" name="箭头1"/>
          <p:cNvSpPr/>
          <p:nvPr/>
        </p:nvSpPr>
        <p:spPr bwMode="gray">
          <a:xfrm>
            <a:off x="1655944" y="2809435"/>
            <a:ext cx="1609352" cy="165444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17" name="文本1"/>
          <p:cNvSpPr>
            <a:spLocks noChangeArrowheads="1"/>
          </p:cNvSpPr>
          <p:nvPr/>
        </p:nvSpPr>
        <p:spPr bwMode="gray">
          <a:xfrm>
            <a:off x="5058697" y="2083453"/>
            <a:ext cx="5515897" cy="2016304"/>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kumimoji="0" lang="zh-CN" altLang="zh-CN" sz="1600" i="0" u="none" strike="noStrike" kern="1200" cap="none" spc="0" normalizeH="0" baseline="0" noProof="0" dirty="0">
              <a:ln>
                <a:noFill/>
              </a:ln>
              <a:solidFill>
                <a:srgbClr val="4D4D4D"/>
              </a:solidFill>
              <a:effectLst/>
              <a:uLnTx/>
              <a:uFillTx/>
              <a:cs typeface="+mn-ea"/>
              <a:sym typeface="+mn-lt"/>
            </a:endParaRPr>
          </a:p>
        </p:txBody>
      </p:sp>
      <p:sp>
        <p:nvSpPr>
          <p:cNvPr id="18" name="标题1"/>
          <p:cNvSpPr>
            <a:spLocks noChangeArrowheads="1"/>
          </p:cNvSpPr>
          <p:nvPr/>
        </p:nvSpPr>
        <p:spPr bwMode="gray">
          <a:xfrm>
            <a:off x="3211616" y="2477750"/>
            <a:ext cx="1847082" cy="1155600"/>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空闲分区表</a:t>
            </a:r>
            <a:endParaRPr lang="en-US" altLang="zh-CN" sz="2400" b="1" dirty="0">
              <a:solidFill>
                <a:sysClr val="window" lastClr="FFFFFF">
                  <a:lumMod val="95000"/>
                </a:sysClr>
              </a:solidFill>
              <a:cs typeface="+mn-ea"/>
              <a:sym typeface="+mn-lt"/>
            </a:endParaRPr>
          </a:p>
        </p:txBody>
      </p:sp>
      <p:sp>
        <p:nvSpPr>
          <p:cNvPr id="19" name="文本3"/>
          <p:cNvSpPr>
            <a:spLocks noChangeArrowheads="1"/>
          </p:cNvSpPr>
          <p:nvPr/>
        </p:nvSpPr>
        <p:spPr bwMode="ltGray">
          <a:xfrm>
            <a:off x="5058696" y="4449135"/>
            <a:ext cx="5515897" cy="1800201"/>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lang="zh-CN" altLang="zh-CN" sz="1600" dirty="0">
              <a:solidFill>
                <a:srgbClr val="4D4D4D"/>
              </a:solidFill>
              <a:cs typeface="+mn-ea"/>
              <a:sym typeface="+mn-lt"/>
            </a:endParaRPr>
          </a:p>
        </p:txBody>
      </p:sp>
      <p:sp>
        <p:nvSpPr>
          <p:cNvPr id="23" name="标题3"/>
          <p:cNvSpPr>
            <a:spLocks noChangeArrowheads="1"/>
          </p:cNvSpPr>
          <p:nvPr/>
        </p:nvSpPr>
        <p:spPr bwMode="gray">
          <a:xfrm>
            <a:off x="3275646" y="4757207"/>
            <a:ext cx="1789401" cy="1154559"/>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空闲分区链</a:t>
            </a:r>
            <a:endParaRPr lang="en-US" altLang="zh-CN" sz="2400" b="1" dirty="0">
              <a:solidFill>
                <a:sysClr val="window" lastClr="FFFFFF">
                  <a:lumMod val="95000"/>
                </a:sysClr>
              </a:solidFill>
              <a:cs typeface="+mn-ea"/>
              <a:sym typeface="+mn-lt"/>
            </a:endParaRPr>
          </a:p>
        </p:txBody>
      </p:sp>
      <p:sp>
        <p:nvSpPr>
          <p:cNvPr id="24" name="Oval 19"/>
          <p:cNvSpPr>
            <a:spLocks noChangeArrowheads="1"/>
          </p:cNvSpPr>
          <p:nvPr/>
        </p:nvSpPr>
        <p:spPr bwMode="auto">
          <a:xfrm>
            <a:off x="1139335" y="3469415"/>
            <a:ext cx="1440000" cy="1440000"/>
          </a:xfrm>
          <a:prstGeom prst="roundRect">
            <a:avLst/>
          </a:prstGeom>
          <a:ln/>
        </p:spPr>
        <p:style>
          <a:lnRef idx="3">
            <a:schemeClr val="lt1"/>
          </a:lnRef>
          <a:fillRef idx="1">
            <a:schemeClr val="accent6"/>
          </a:fillRef>
          <a:effectRef idx="1">
            <a:schemeClr val="accent6"/>
          </a:effectRef>
          <a:fontRef idx="minor">
            <a:schemeClr val="lt1"/>
          </a:fontRef>
        </p:style>
        <p:txBody>
          <a:bodyPr lIns="126000" rIns="126000" bIns="180000" anchor="ctr"/>
          <a:lstStyle/>
          <a:p>
            <a:pPr algn="ctr">
              <a:lnSpc>
                <a:spcPct val="120000"/>
              </a:lnSpc>
            </a:pPr>
            <a:r>
              <a:rPr lang="zh-CN" altLang="en-US" sz="2400" b="1" kern="0" dirty="0">
                <a:solidFill>
                  <a:srgbClr val="F9F9F9"/>
                </a:solidFill>
                <a:cs typeface="+mn-ea"/>
                <a:sym typeface="+mn-lt"/>
              </a:rPr>
              <a:t>数据</a:t>
            </a:r>
            <a:endParaRPr lang="en-US" altLang="zh-CN" sz="2400" b="1" kern="0" dirty="0">
              <a:solidFill>
                <a:srgbClr val="F9F9F9"/>
              </a:solidFill>
              <a:cs typeface="+mn-ea"/>
              <a:sym typeface="+mn-lt"/>
            </a:endParaRPr>
          </a:p>
          <a:p>
            <a:pPr algn="ctr">
              <a:lnSpc>
                <a:spcPct val="120000"/>
              </a:lnSpc>
            </a:pPr>
            <a:r>
              <a:rPr lang="zh-CN" altLang="en-US" sz="2400" b="1" kern="0" dirty="0">
                <a:solidFill>
                  <a:srgbClr val="F9F9F9"/>
                </a:solidFill>
                <a:cs typeface="+mn-ea"/>
                <a:sym typeface="+mn-lt"/>
              </a:rPr>
              <a:t>结构</a:t>
            </a:r>
            <a:endParaRPr lang="en-US" altLang="zh-CN" sz="2400" b="1" kern="0" dirty="0">
              <a:solidFill>
                <a:srgbClr val="F9F9F9"/>
              </a:solidFill>
              <a:cs typeface="+mn-ea"/>
              <a:sym typeface="+mn-lt"/>
            </a:endParaRPr>
          </a:p>
        </p:txBody>
      </p:sp>
      <p:sp>
        <p:nvSpPr>
          <p:cNvPr id="25" name="文本框 19"/>
          <p:cNvSpPr txBox="1">
            <a:spLocks noChangeArrowheads="1"/>
          </p:cNvSpPr>
          <p:nvPr/>
        </p:nvSpPr>
        <p:spPr bwMode="auto">
          <a:xfrm>
            <a:off x="5310241" y="2306468"/>
            <a:ext cx="515867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应包含两个表项：对换区的首址及其大小，它们的单位是</a:t>
            </a:r>
            <a:r>
              <a:rPr lang="zh-CN" altLang="en-US" sz="2400" b="1" dirty="0"/>
              <a:t>盘块号和盘块数</a:t>
            </a:r>
            <a:r>
              <a:rPr lang="zh-CN" altLang="en-US" sz="2400" dirty="0"/>
              <a:t>。</a:t>
            </a:r>
            <a:endParaRPr lang="en-US" altLang="zh-CN" sz="2400" dirty="0"/>
          </a:p>
        </p:txBody>
      </p:sp>
      <p:sp>
        <p:nvSpPr>
          <p:cNvPr id="26" name="文本框 19"/>
          <p:cNvSpPr txBox="1">
            <a:spLocks noChangeArrowheads="1"/>
          </p:cNvSpPr>
          <p:nvPr/>
        </p:nvSpPr>
        <p:spPr bwMode="auto">
          <a:xfrm>
            <a:off x="5400431" y="4733830"/>
            <a:ext cx="51586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与动态分区分配方式采用的数据结构相似</a:t>
            </a:r>
          </a:p>
        </p:txBody>
      </p:sp>
    </p:spTree>
    <p:extLst>
      <p:ext uri="{BB962C8B-B14F-4D97-AF65-F5344CB8AC3E}">
        <p14:creationId xmlns:p14="http://schemas.microsoft.com/office/powerpoint/2010/main" val="397772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heel(1)">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ipe(left)">
                                      <p:cBhvr>
                                        <p:cTn id="26" dur="500"/>
                                        <p:tgtEl>
                                          <p:spTgt spid="23"/>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strips(downLeft)">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strips(downLeft)">
                                      <p:cBhvr>
                                        <p:cTn id="4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3" grpId="0" animBg="1"/>
      <p:bldP spid="24" grpId="0" animBg="1"/>
      <p:bldP spid="25"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）对换空间的分配</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7" y="1895059"/>
            <a:ext cx="95341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b="1" dirty="0"/>
              <a:t>分配算法：</a:t>
            </a:r>
            <a:r>
              <a:rPr lang="zh-CN" altLang="en-US" sz="2400" dirty="0"/>
              <a:t>对换区的分配与回收，与动态分区分配雷同，其分配算法可以是首次适应、循环首次适应或最佳适应分配算法。</a:t>
            </a:r>
          </a:p>
        </p:txBody>
      </p:sp>
      <p:sp>
        <p:nvSpPr>
          <p:cNvPr id="48" name="矩形 47"/>
          <p:cNvSpPr/>
          <p:nvPr/>
        </p:nvSpPr>
        <p:spPr>
          <a:xfrm>
            <a:off x="1126144" y="3993152"/>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2034194" y="3993152"/>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文本框 55"/>
          <p:cNvSpPr txBox="1">
            <a:spLocks noChangeArrowheads="1"/>
          </p:cNvSpPr>
          <p:nvPr/>
        </p:nvSpPr>
        <p:spPr bwMode="auto">
          <a:xfrm>
            <a:off x="980094" y="3459752"/>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4</a:t>
            </a:r>
            <a:r>
              <a:rPr lang="zh-CN" altLang="en-US" sz="2400" b="1" dirty="0">
                <a:solidFill>
                  <a:srgbClr val="4C7E51"/>
                </a:solidFill>
                <a:latin typeface="微软雅黑" panose="020B0503020204020204" pitchFamily="34" charset="-122"/>
                <a:ea typeface="微软雅黑" panose="020B0503020204020204" pitchFamily="34" charset="-122"/>
              </a:rPr>
              <a:t>）对换空间的回收</a:t>
            </a:r>
          </a:p>
        </p:txBody>
      </p:sp>
      <p:sp>
        <p:nvSpPr>
          <p:cNvPr id="52" name="文本框 19"/>
          <p:cNvSpPr txBox="1">
            <a:spLocks noChangeArrowheads="1"/>
          </p:cNvSpPr>
          <p:nvPr/>
        </p:nvSpPr>
        <p:spPr bwMode="auto">
          <a:xfrm>
            <a:off x="1090267" y="4225553"/>
            <a:ext cx="95341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en-US" altLang="zh-CN" sz="2400" dirty="0"/>
              <a:t>4</a:t>
            </a:r>
            <a:r>
              <a:rPr lang="zh-CN" altLang="en-US" sz="2400" dirty="0"/>
              <a:t>种情况。</a:t>
            </a:r>
            <a:endParaRPr lang="en-US" altLang="zh-CN" sz="2400" dirty="0"/>
          </a:p>
        </p:txBody>
      </p:sp>
      <p:sp>
        <p:nvSpPr>
          <p:cNvPr id="16" name="文本框 25"/>
          <p:cNvSpPr txBox="1">
            <a:spLocks noChangeArrowheads="1"/>
          </p:cNvSpPr>
          <p:nvPr/>
        </p:nvSpPr>
        <p:spPr bwMode="auto">
          <a:xfrm>
            <a:off x="902970" y="212725"/>
            <a:ext cx="26164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对换空间的管理</a:t>
            </a:r>
          </a:p>
        </p:txBody>
      </p:sp>
    </p:spTree>
    <p:extLst>
      <p:ext uri="{BB962C8B-B14F-4D97-AF65-F5344CB8AC3E}">
        <p14:creationId xmlns:p14="http://schemas.microsoft.com/office/powerpoint/2010/main" val="283453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strips(downLeft)">
                                      <p:cBhvr>
                                        <p:cTn id="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0" name="组合 29"/>
          <p:cNvGrpSpPr/>
          <p:nvPr/>
        </p:nvGrpSpPr>
        <p:grpSpPr>
          <a:xfrm>
            <a:off x="2729551" y="1483991"/>
            <a:ext cx="6989586" cy="1104503"/>
            <a:chOff x="3621789" y="2876749"/>
            <a:chExt cx="547141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请求分页存储管理方式</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621789" y="2876749"/>
              <a:ext cx="1342430" cy="707886"/>
            </a:xfrm>
            <a:prstGeom prst="rect">
              <a:avLst/>
            </a:prstGeom>
            <a:noFill/>
          </p:spPr>
          <p:txBody>
            <a:bodyPr wrap="square" rtlCol="0">
              <a:spAutoFit/>
            </a:bodyPr>
            <a:lstStyle/>
            <a:p>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16" name="文本框 21"/>
          <p:cNvSpPr txBox="1">
            <a:spLocks noChangeArrowheads="1"/>
          </p:cNvSpPr>
          <p:nvPr/>
        </p:nvSpPr>
        <p:spPr bwMode="auto">
          <a:xfrm>
            <a:off x="2422035" y="3266577"/>
            <a:ext cx="1829403"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spcBef>
                <a:spcPts val="676"/>
              </a:spcBef>
              <a:defRPr/>
            </a:pPr>
            <a:r>
              <a:rPr lang="zh-CN" altLang="en-US" sz="2400" dirty="0"/>
              <a:t>         建立在基本分页存储管理之上，是目前比较常用的一种虚拟存储管理技术。</a:t>
            </a:r>
          </a:p>
        </p:txBody>
      </p:sp>
      <p:pic>
        <p:nvPicPr>
          <p:cNvPr id="29" name="Picture 2052"/>
          <p:cNvPicPr>
            <a:picLocks noChangeAspect="1" noChangeArrowheads="1"/>
          </p:cNvPicPr>
          <p:nvPr/>
        </p:nvPicPr>
        <p:blipFill>
          <a:blip r:embed="rId2">
            <a:extLst>
              <a:ext uri="{28A0092B-C50C-407E-A947-70E740481C1C}">
                <a14:useLocalDpi xmlns:a14="http://schemas.microsoft.com/office/drawing/2010/main" val="0"/>
              </a:ext>
            </a:extLst>
          </a:blip>
          <a:srcRect l="3477" t="1006" r="3477" b="1443"/>
          <a:stretch>
            <a:fillRect/>
          </a:stretch>
        </p:blipFill>
        <p:spPr bwMode="auto">
          <a:xfrm>
            <a:off x="4159541" y="3002154"/>
            <a:ext cx="6119813" cy="3725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ckThin">
                <a:solidFill>
                  <a:srgbClr val="000000"/>
                </a:solidFill>
                <a:miter lim="800000"/>
                <a:headEnd/>
                <a:tailEnd/>
              </a14:hiddenLine>
            </a:ext>
          </a:extLst>
        </p:spPr>
      </p:pic>
    </p:spTree>
    <p:extLst>
      <p:ext uri="{BB962C8B-B14F-4D97-AF65-F5344CB8AC3E}">
        <p14:creationId xmlns:p14="http://schemas.microsoft.com/office/powerpoint/2010/main" val="133331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dissolve">
                                      <p:cBhvr>
                                        <p:cTn id="1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4C7E51"/>
                </a:solidFill>
                <a:latin typeface="微软雅黑" panose="020B0503020204020204" pitchFamily="34" charset="-122"/>
                <a:ea typeface="微软雅黑" panose="020B0503020204020204" pitchFamily="34" charset="-122"/>
              </a:rPr>
              <a:t>功能</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3D7351"/>
                </a:solidFill>
                <a:latin typeface="微软雅黑" panose="020B0503020204020204" pitchFamily="34" charset="-122"/>
                <a:ea typeface="微软雅黑" panose="020B0503020204020204" pitchFamily="34" charset="-122"/>
              </a:rPr>
              <a:t>页面置换算法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7" y="1880545"/>
            <a:ext cx="104195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需要</a:t>
            </a:r>
            <a:r>
              <a:rPr lang="zh-CN" altLang="en-US" sz="2400" b="1" u="sng" dirty="0">
                <a:solidFill>
                  <a:schemeClr val="accent2"/>
                </a:solidFill>
              </a:rPr>
              <a:t>调入页面时</a:t>
            </a:r>
            <a:r>
              <a:rPr lang="zh-CN" altLang="en-US" sz="2400" dirty="0"/>
              <a:t>，选择内存中哪个物理页面被置换，称为</a:t>
            </a:r>
            <a:r>
              <a:rPr lang="en-US" altLang="zh-CN" sz="2400" dirty="0"/>
              <a:t>replacement policy</a:t>
            </a:r>
            <a:r>
              <a:rPr lang="zh-CN" altLang="en-US" sz="2400" dirty="0"/>
              <a:t>。</a:t>
            </a:r>
            <a:endParaRPr lang="en-US" altLang="zh-CN" sz="2400" dirty="0"/>
          </a:p>
        </p:txBody>
      </p:sp>
      <p:sp>
        <p:nvSpPr>
          <p:cNvPr id="52" name="文本框 19"/>
          <p:cNvSpPr txBox="1">
            <a:spLocks noChangeArrowheads="1"/>
          </p:cNvSpPr>
          <p:nvPr/>
        </p:nvSpPr>
        <p:spPr bwMode="auto">
          <a:xfrm>
            <a:off x="1090267" y="4616505"/>
            <a:ext cx="936001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最佳置换算法</a:t>
            </a:r>
            <a:r>
              <a:rPr lang="en-US" altLang="zh-CN" sz="2400" dirty="0"/>
              <a:t>(Optimal, OPT)</a:t>
            </a:r>
          </a:p>
          <a:p>
            <a:pPr marL="0" lvl="2" indent="0">
              <a:buBlip>
                <a:blip r:embed="rId3"/>
              </a:buBlip>
            </a:pPr>
            <a:r>
              <a:rPr lang="zh-CN" altLang="en-US" sz="2400" dirty="0"/>
              <a:t>先进先出算法</a:t>
            </a:r>
            <a:r>
              <a:rPr lang="en-US" altLang="zh-CN" sz="2400" dirty="0"/>
              <a:t>(First In First Out, FIFO)</a:t>
            </a:r>
          </a:p>
          <a:p>
            <a:pPr marL="0" lvl="2" indent="0">
              <a:buBlip>
                <a:blip r:embed="rId3"/>
              </a:buBlip>
            </a:pPr>
            <a:r>
              <a:rPr lang="zh-CN" altLang="en-US" sz="2400" dirty="0"/>
              <a:t>近期最久未用过算法（</a:t>
            </a:r>
            <a:r>
              <a:rPr lang="en-US" altLang="zh-CN" sz="2400" dirty="0"/>
              <a:t>Least Recently Used, LRU</a:t>
            </a:r>
            <a:r>
              <a:rPr lang="zh-CN" altLang="en-US" sz="2400" dirty="0"/>
              <a:t>）</a:t>
            </a:r>
            <a:endParaRPr lang="en-US" altLang="zh-CN" sz="2400" dirty="0"/>
          </a:p>
          <a:p>
            <a:pPr marL="0" lvl="2" indent="0">
              <a:buBlip>
                <a:blip r:embed="rId3"/>
              </a:buBlip>
            </a:pPr>
            <a:r>
              <a:rPr lang="en-US" altLang="zh-CN" sz="2400" dirty="0"/>
              <a:t>CLOCK</a:t>
            </a:r>
            <a:r>
              <a:rPr lang="zh-CN" altLang="en-US" sz="2400" dirty="0"/>
              <a:t>置换算法（</a:t>
            </a:r>
            <a:r>
              <a:rPr lang="en-US" altLang="zh-CN" sz="2400" dirty="0"/>
              <a:t>Not Recently Used, NRU</a:t>
            </a:r>
            <a:r>
              <a:rPr lang="zh-CN" altLang="en-US" sz="2400" dirty="0"/>
              <a:t>）</a:t>
            </a:r>
          </a:p>
        </p:txBody>
      </p:sp>
      <p:sp>
        <p:nvSpPr>
          <p:cNvPr id="18" name="矩形 17"/>
          <p:cNvSpPr/>
          <p:nvPr/>
        </p:nvSpPr>
        <p:spPr>
          <a:xfrm>
            <a:off x="1126144" y="2866779"/>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9" name="矩形 18"/>
          <p:cNvSpPr/>
          <p:nvPr/>
        </p:nvSpPr>
        <p:spPr>
          <a:xfrm>
            <a:off x="2034194" y="2866779"/>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0" name="文本框 55"/>
          <p:cNvSpPr txBox="1">
            <a:spLocks noChangeArrowheads="1"/>
          </p:cNvSpPr>
          <p:nvPr/>
        </p:nvSpPr>
        <p:spPr bwMode="auto">
          <a:xfrm>
            <a:off x="980094" y="2333379"/>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4C7E51"/>
                </a:solidFill>
                <a:latin typeface="微软雅黑" panose="020B0503020204020204" pitchFamily="34" charset="-122"/>
                <a:ea typeface="微软雅黑" panose="020B0503020204020204" pitchFamily="34" charset="-122"/>
              </a:rPr>
              <a:t>目标</a:t>
            </a:r>
          </a:p>
        </p:txBody>
      </p:sp>
      <p:sp>
        <p:nvSpPr>
          <p:cNvPr id="22" name="文本框 19"/>
          <p:cNvSpPr txBox="1">
            <a:spLocks noChangeArrowheads="1"/>
          </p:cNvSpPr>
          <p:nvPr/>
        </p:nvSpPr>
        <p:spPr bwMode="auto">
          <a:xfrm>
            <a:off x="1090267" y="3084666"/>
            <a:ext cx="104195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把</a:t>
            </a:r>
            <a:r>
              <a:rPr lang="zh-CN" altLang="en-US" sz="2400" b="1" u="sng" dirty="0">
                <a:solidFill>
                  <a:schemeClr val="accent2"/>
                </a:solidFill>
              </a:rPr>
              <a:t>未来不再使用</a:t>
            </a:r>
            <a:r>
              <a:rPr lang="zh-CN" altLang="en-US" sz="2400" dirty="0"/>
              <a:t>的或</a:t>
            </a:r>
            <a:r>
              <a:rPr lang="zh-CN" altLang="en-US" sz="2400" b="1" u="sng" dirty="0">
                <a:solidFill>
                  <a:schemeClr val="accent2"/>
                </a:solidFill>
              </a:rPr>
              <a:t>短期内较少使用</a:t>
            </a:r>
            <a:r>
              <a:rPr lang="zh-CN" altLang="en-US" sz="2400" dirty="0"/>
              <a:t>的页面调出，通常只能在</a:t>
            </a:r>
            <a:r>
              <a:rPr lang="zh-CN" altLang="en-US" sz="2400" b="1" u="sng" dirty="0">
                <a:solidFill>
                  <a:schemeClr val="accent2"/>
                </a:solidFill>
              </a:rPr>
              <a:t>局部性原理</a:t>
            </a:r>
            <a:r>
              <a:rPr lang="zh-CN" altLang="en-US" sz="2400" dirty="0"/>
              <a:t>指导下依据过去的统计数据进行</a:t>
            </a:r>
            <a:r>
              <a:rPr lang="zh-CN" altLang="en-US" sz="2400" b="1" u="sng" dirty="0">
                <a:solidFill>
                  <a:schemeClr val="accent2"/>
                </a:solidFill>
              </a:rPr>
              <a:t>预测</a:t>
            </a:r>
            <a:r>
              <a:rPr lang="zh-CN" altLang="en-US" sz="2400" dirty="0"/>
              <a:t>；</a:t>
            </a:r>
          </a:p>
        </p:txBody>
      </p:sp>
      <p:sp>
        <p:nvSpPr>
          <p:cNvPr id="23" name="矩形 22"/>
          <p:cNvSpPr/>
          <p:nvPr/>
        </p:nvSpPr>
        <p:spPr>
          <a:xfrm>
            <a:off x="1126144" y="4471215"/>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4" name="矩形 23"/>
          <p:cNvSpPr/>
          <p:nvPr/>
        </p:nvSpPr>
        <p:spPr>
          <a:xfrm>
            <a:off x="2034194" y="4471215"/>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文本框 55"/>
          <p:cNvSpPr txBox="1">
            <a:spLocks noChangeArrowheads="1"/>
          </p:cNvSpPr>
          <p:nvPr/>
        </p:nvSpPr>
        <p:spPr bwMode="auto">
          <a:xfrm>
            <a:off x="980094" y="3937815"/>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4C7E51"/>
                </a:solidFill>
                <a:latin typeface="微软雅黑" panose="020B0503020204020204" pitchFamily="34" charset="-122"/>
                <a:ea typeface="微软雅黑" panose="020B0503020204020204" pitchFamily="34" charset="-122"/>
              </a:rPr>
              <a:t>常用的页面置换算法</a:t>
            </a:r>
          </a:p>
        </p:txBody>
      </p:sp>
    </p:spTree>
    <p:extLst>
      <p:ext uri="{BB962C8B-B14F-4D97-AF65-F5344CB8AC3E}">
        <p14:creationId xmlns:p14="http://schemas.microsoft.com/office/powerpoint/2010/main" val="416729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strips(down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strips(downLeft)">
                                      <p:cBhvr>
                                        <p:cTn id="1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）缺页率</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3D7351"/>
                </a:solidFill>
                <a:latin typeface="微软雅黑" panose="020B0503020204020204" pitchFamily="34" charset="-122"/>
                <a:ea typeface="微软雅黑" panose="020B0503020204020204" pitchFamily="34" charset="-122"/>
              </a:rPr>
              <a:t>页面置换算法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8" y="2359507"/>
            <a:ext cx="936001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假定作业</a:t>
            </a:r>
            <a:r>
              <a:rPr lang="en-US" altLang="zh-CN" sz="2400" dirty="0"/>
              <a:t>p</a:t>
            </a:r>
            <a:r>
              <a:rPr lang="zh-CN" altLang="en-US" sz="2400" dirty="0"/>
              <a:t>共计</a:t>
            </a:r>
            <a:r>
              <a:rPr lang="en-US" altLang="zh-CN" sz="2400" dirty="0"/>
              <a:t>n</a:t>
            </a:r>
            <a:r>
              <a:rPr lang="zh-CN" altLang="en-US" sz="2400" dirty="0"/>
              <a:t>页，系统分配给它的主存块为</a:t>
            </a:r>
            <a:r>
              <a:rPr lang="en-US" altLang="zh-CN" sz="2400" dirty="0"/>
              <a:t>m (m &lt;= n)</a:t>
            </a:r>
            <a:r>
              <a:rPr lang="zh-CN" altLang="en-US" sz="2400" dirty="0"/>
              <a:t>。如果作业</a:t>
            </a:r>
            <a:r>
              <a:rPr lang="en-US" altLang="zh-CN" sz="2400" dirty="0"/>
              <a:t>p</a:t>
            </a:r>
            <a:r>
              <a:rPr lang="zh-CN" altLang="en-US" sz="2400" dirty="0"/>
              <a:t>在运行中成功访问页面的次数为</a:t>
            </a:r>
            <a:r>
              <a:rPr lang="en-US" altLang="zh-CN" sz="2400" dirty="0"/>
              <a:t>S</a:t>
            </a:r>
            <a:r>
              <a:rPr lang="zh-CN" altLang="en-US" sz="2400" dirty="0"/>
              <a:t>（所访问的页面在主存中），不成功的访问次数为</a:t>
            </a:r>
            <a:r>
              <a:rPr lang="en-US" altLang="zh-CN" sz="2400" dirty="0"/>
              <a:t>F</a:t>
            </a:r>
            <a:r>
              <a:rPr lang="zh-CN" altLang="en-US" sz="2400" dirty="0"/>
              <a:t>，则总的访问次数为： </a:t>
            </a:r>
            <a:r>
              <a:rPr lang="en-US" altLang="zh-CN" sz="2400" dirty="0"/>
              <a:t>A = S + F</a:t>
            </a:r>
          </a:p>
          <a:p>
            <a:pPr marL="0" lvl="2" indent="0">
              <a:buBlip>
                <a:blip r:embed="rId3"/>
              </a:buBlip>
            </a:pPr>
            <a:r>
              <a:rPr lang="en-US" altLang="zh-CN" sz="2400" dirty="0"/>
              <a:t>f = F / A</a:t>
            </a:r>
          </a:p>
        </p:txBody>
      </p:sp>
      <p:sp>
        <p:nvSpPr>
          <p:cNvPr id="52" name="文本框 19"/>
          <p:cNvSpPr txBox="1">
            <a:spLocks noChangeArrowheads="1"/>
          </p:cNvSpPr>
          <p:nvPr/>
        </p:nvSpPr>
        <p:spPr bwMode="auto">
          <a:xfrm>
            <a:off x="1026274" y="4514889"/>
            <a:ext cx="405372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页面大小</a:t>
            </a:r>
            <a:endParaRPr lang="en-US" altLang="zh-CN" sz="2400" dirty="0"/>
          </a:p>
          <a:p>
            <a:pPr marL="0" lvl="2" indent="0">
              <a:buBlip>
                <a:blip r:embed="rId3"/>
              </a:buBlip>
            </a:pPr>
            <a:r>
              <a:rPr lang="zh-CN" altLang="en-US" sz="2400" dirty="0"/>
              <a:t>进程所分配物理块的数目</a:t>
            </a:r>
            <a:endParaRPr lang="en-US" altLang="zh-CN" sz="2400" dirty="0"/>
          </a:p>
          <a:p>
            <a:pPr marL="0" lvl="2" indent="0">
              <a:buBlip>
                <a:blip r:embed="rId3"/>
              </a:buBlip>
            </a:pPr>
            <a:r>
              <a:rPr lang="zh-CN" altLang="en-US" sz="2400" dirty="0"/>
              <a:t>页面替换算法</a:t>
            </a:r>
            <a:endParaRPr lang="en-US" altLang="zh-CN" sz="2400" dirty="0"/>
          </a:p>
          <a:p>
            <a:pPr marL="0" lvl="2" indent="0">
              <a:buBlip>
                <a:blip r:embed="rId3"/>
              </a:buBlip>
            </a:pPr>
            <a:r>
              <a:rPr lang="zh-CN" altLang="en-US" sz="2400" dirty="0"/>
              <a:t>程序固有特性</a:t>
            </a:r>
            <a:endParaRPr lang="en-US" altLang="zh-CN" sz="2400" dirty="0"/>
          </a:p>
        </p:txBody>
      </p:sp>
      <p:sp>
        <p:nvSpPr>
          <p:cNvPr id="53" name="文本框 52"/>
          <p:cNvSpPr txBox="1">
            <a:spLocks noChangeArrowheads="1"/>
          </p:cNvSpPr>
          <p:nvPr/>
        </p:nvSpPr>
        <p:spPr bwMode="auto">
          <a:xfrm>
            <a:off x="1101855" y="1898280"/>
            <a:ext cx="31037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595959"/>
                </a:solidFill>
                <a:latin typeface="微软雅黑" panose="020B0503020204020204" pitchFamily="34" charset="-122"/>
                <a:ea typeface="微软雅黑" panose="020B0503020204020204" pitchFamily="34" charset="-122"/>
              </a:rPr>
              <a:t>衡量指标</a:t>
            </a:r>
            <a:r>
              <a:rPr lang="en-US" altLang="zh-CN" sz="2400" b="1" dirty="0">
                <a:solidFill>
                  <a:srgbClr val="595959"/>
                </a:solidFill>
                <a:latin typeface="微软雅黑" panose="020B0503020204020204" pitchFamily="34" charset="-122"/>
                <a:ea typeface="微软雅黑" panose="020B0503020204020204" pitchFamily="34" charset="-122"/>
              </a:rPr>
              <a:t>—</a:t>
            </a:r>
            <a:r>
              <a:rPr lang="zh-CN" altLang="en-US" sz="2400" b="1" dirty="0">
                <a:solidFill>
                  <a:srgbClr val="595959"/>
                </a:solidFill>
                <a:latin typeface="微软雅黑" panose="020B0503020204020204" pitchFamily="34" charset="-122"/>
                <a:ea typeface="微软雅黑" panose="020B0503020204020204" pitchFamily="34" charset="-122"/>
              </a:rPr>
              <a:t>缺页率</a:t>
            </a:r>
            <a:r>
              <a:rPr lang="en-US" altLang="zh-CN" sz="2400" b="1" dirty="0">
                <a:solidFill>
                  <a:srgbClr val="595959"/>
                </a:solidFill>
                <a:latin typeface="微软雅黑" panose="020B0503020204020204" pitchFamily="34" charset="-122"/>
                <a:ea typeface="微软雅黑" panose="020B0503020204020204" pitchFamily="34" charset="-122"/>
              </a:rPr>
              <a:t>f</a:t>
            </a:r>
            <a:r>
              <a:rPr lang="zh-CN" altLang="en-US" sz="2400" b="1" dirty="0">
                <a:solidFill>
                  <a:srgbClr val="595959"/>
                </a:solidFill>
                <a:latin typeface="微软雅黑" panose="020B0503020204020204" pitchFamily="34" charset="-122"/>
                <a:ea typeface="微软雅黑" panose="020B0503020204020204" pitchFamily="34" charset="-122"/>
              </a:rPr>
              <a:t>：</a:t>
            </a:r>
          </a:p>
        </p:txBody>
      </p:sp>
      <p:sp>
        <p:nvSpPr>
          <p:cNvPr id="54" name="文本框 52"/>
          <p:cNvSpPr txBox="1">
            <a:spLocks noChangeArrowheads="1"/>
          </p:cNvSpPr>
          <p:nvPr/>
        </p:nvSpPr>
        <p:spPr bwMode="auto">
          <a:xfrm>
            <a:off x="1024546" y="4001737"/>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595959"/>
                </a:solidFill>
                <a:latin typeface="微软雅黑" panose="020B0503020204020204" pitchFamily="34" charset="-122"/>
                <a:ea typeface="微软雅黑" panose="020B0503020204020204" pitchFamily="34" charset="-122"/>
              </a:rPr>
              <a:t>影响缺页中断率的因素：</a:t>
            </a:r>
          </a:p>
        </p:txBody>
      </p:sp>
    </p:spTree>
    <p:extLst>
      <p:ext uri="{BB962C8B-B14F-4D97-AF65-F5344CB8AC3E}">
        <p14:creationId xmlns:p14="http://schemas.microsoft.com/office/powerpoint/2010/main" val="208546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strVal val="#ppt_w+.3"/>
                                          </p:val>
                                        </p:tav>
                                        <p:tav tm="100000">
                                          <p:val>
                                            <p:strVal val="#ppt_w"/>
                                          </p:val>
                                        </p:tav>
                                      </p:tavLst>
                                    </p:anim>
                                    <p:anim calcmode="lin" valueType="num">
                                      <p:cBhvr>
                                        <p:cTn id="8" dur="500" fill="hold"/>
                                        <p:tgtEl>
                                          <p:spTgt spid="53"/>
                                        </p:tgtEl>
                                        <p:attrNameLst>
                                          <p:attrName>ppt_h</p:attrName>
                                        </p:attrNameLst>
                                      </p:cBhvr>
                                      <p:tavLst>
                                        <p:tav tm="0">
                                          <p:val>
                                            <p:strVal val="#ppt_h"/>
                                          </p:val>
                                        </p:tav>
                                        <p:tav tm="100000">
                                          <p:val>
                                            <p:strVal val="#ppt_h"/>
                                          </p:val>
                                        </p:tav>
                                      </p:tavLst>
                                    </p:anim>
                                    <p:animEffect transition="in" filter="fade">
                                      <p:cBhvr>
                                        <p:cTn id="9" dur="500"/>
                                        <p:tgtEl>
                                          <p:spTgt spid="5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strips(downLeft)">
                                      <p:cBhvr>
                                        <p:cTn id="14" dur="500"/>
                                        <p:tgtEl>
                                          <p:spTgt spid="47"/>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54"/>
                                        </p:tgtEl>
                                        <p:attrNameLst>
                                          <p:attrName>style.visibility</p:attrName>
                                        </p:attrNameLst>
                                      </p:cBhvr>
                                      <p:to>
                                        <p:strVal val="visible"/>
                                      </p:to>
                                    </p:set>
                                    <p:anim calcmode="lin" valueType="num">
                                      <p:cBhvr>
                                        <p:cTn id="19" dur="500" fill="hold"/>
                                        <p:tgtEl>
                                          <p:spTgt spid="54"/>
                                        </p:tgtEl>
                                        <p:attrNameLst>
                                          <p:attrName>ppt_w</p:attrName>
                                        </p:attrNameLst>
                                      </p:cBhvr>
                                      <p:tavLst>
                                        <p:tav tm="0">
                                          <p:val>
                                            <p:strVal val="#ppt_w+.3"/>
                                          </p:val>
                                        </p:tav>
                                        <p:tav tm="100000">
                                          <p:val>
                                            <p:strVal val="#ppt_w"/>
                                          </p:val>
                                        </p:tav>
                                      </p:tavLst>
                                    </p:anim>
                                    <p:anim calcmode="lin" valueType="num">
                                      <p:cBhvr>
                                        <p:cTn id="20" dur="500" fill="hold"/>
                                        <p:tgtEl>
                                          <p:spTgt spid="54"/>
                                        </p:tgtEl>
                                        <p:attrNameLst>
                                          <p:attrName>ppt_h</p:attrName>
                                        </p:attrNameLst>
                                      </p:cBhvr>
                                      <p:tavLst>
                                        <p:tav tm="0">
                                          <p:val>
                                            <p:strVal val="#ppt_h"/>
                                          </p:val>
                                        </p:tav>
                                        <p:tav tm="100000">
                                          <p:val>
                                            <p:strVal val="#ppt_h"/>
                                          </p:val>
                                        </p:tav>
                                      </p:tavLst>
                                    </p:anim>
                                    <p:animEffect transition="in" filter="fade">
                                      <p:cBhvr>
                                        <p:cTn id="21" dur="500"/>
                                        <p:tgtEl>
                                          <p:spTgt spid="54"/>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strips(downLeft)">
                                      <p:cBhvr>
                                        <p:cTn id="2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p:bldP spid="53" grpId="0"/>
      <p:bldP spid="5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80094" y="1129258"/>
            <a:ext cx="5159449" cy="665162"/>
            <a:chOff x="980094" y="1129258"/>
            <a:chExt cx="5159449" cy="665162"/>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）方法</a:t>
              </a:r>
            </a:p>
          </p:txBody>
        </p:sp>
      </p:gr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最佳置换算法（</a:t>
            </a:r>
            <a:r>
              <a:rPr lang="en-US" altLang="zh-CN" sz="2400" b="1" dirty="0">
                <a:solidFill>
                  <a:srgbClr val="3D7351"/>
                </a:solidFill>
                <a:latin typeface="微软雅黑" panose="020B0503020204020204" pitchFamily="34" charset="-122"/>
                <a:ea typeface="微软雅黑" panose="020B0503020204020204" pitchFamily="34" charset="-122"/>
              </a:rPr>
              <a:t>OPT</a:t>
            </a:r>
            <a:r>
              <a:rPr lang="zh-CN" altLang="en-US" sz="2400" b="1" dirty="0">
                <a:solidFill>
                  <a:srgbClr val="3D7351"/>
                </a:solidFill>
                <a:latin typeface="微软雅黑" panose="020B0503020204020204" pitchFamily="34" charset="-122"/>
                <a:ea typeface="微软雅黑" panose="020B0503020204020204" pitchFamily="34" charset="-122"/>
              </a:rPr>
              <a:t>）</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8" y="1866031"/>
            <a:ext cx="93600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选择以后永远（相比之下，最长时间）不会被使用的页淘汰出去。</a:t>
            </a:r>
          </a:p>
        </p:txBody>
      </p:sp>
      <p:grpSp>
        <p:nvGrpSpPr>
          <p:cNvPr id="14" name="组合 13"/>
          <p:cNvGrpSpPr/>
          <p:nvPr/>
        </p:nvGrpSpPr>
        <p:grpSpPr>
          <a:xfrm>
            <a:off x="994608" y="2392398"/>
            <a:ext cx="5159449" cy="665162"/>
            <a:chOff x="980094" y="1129258"/>
            <a:chExt cx="5159449" cy="665162"/>
          </a:xfrm>
        </p:grpSpPr>
        <p:sp>
          <p:nvSpPr>
            <p:cNvPr id="15" name="矩形 14"/>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矩形 15"/>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）特点</a:t>
              </a:r>
            </a:p>
          </p:txBody>
        </p:sp>
      </p:grpSp>
      <p:sp>
        <p:nvSpPr>
          <p:cNvPr id="18" name="文本框 19"/>
          <p:cNvSpPr txBox="1">
            <a:spLocks noChangeArrowheads="1"/>
          </p:cNvSpPr>
          <p:nvPr/>
        </p:nvSpPr>
        <p:spPr bwMode="auto">
          <a:xfrm>
            <a:off x="1104782" y="3129171"/>
            <a:ext cx="936001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命中率高，但难于实现（必须运行一遍，才能知道未来的时刻</a:t>
            </a:r>
            <a:r>
              <a:rPr lang="en-US" altLang="zh-CN" sz="2400" dirty="0" err="1"/>
              <a:t>t</a:t>
            </a:r>
            <a:r>
              <a:rPr lang="en-US" altLang="zh-CN" sz="2400" baseline="-25000" dirty="0" err="1"/>
              <a:t>i</a:t>
            </a:r>
            <a:r>
              <a:rPr lang="zh-CN" altLang="en-US" sz="2400" dirty="0"/>
              <a:t>），是</a:t>
            </a:r>
            <a:r>
              <a:rPr lang="zh-CN" altLang="en-US" sz="2400" u="sng" dirty="0">
                <a:solidFill>
                  <a:schemeClr val="accent2"/>
                </a:solidFill>
              </a:rPr>
              <a:t>理想算法</a:t>
            </a:r>
            <a:r>
              <a:rPr lang="zh-CN" altLang="en-US" sz="2400" dirty="0"/>
              <a:t>，用于评价其它替换算法。</a:t>
            </a:r>
            <a:endParaRPr lang="en-US" altLang="zh-CN" sz="2000" dirty="0"/>
          </a:p>
        </p:txBody>
      </p:sp>
      <p:grpSp>
        <p:nvGrpSpPr>
          <p:cNvPr id="4" name="组合 3"/>
          <p:cNvGrpSpPr/>
          <p:nvPr/>
        </p:nvGrpSpPr>
        <p:grpSpPr>
          <a:xfrm>
            <a:off x="1104782" y="4125913"/>
            <a:ext cx="8931275" cy="2516187"/>
            <a:chOff x="1104782" y="4125913"/>
            <a:chExt cx="8931275" cy="2516187"/>
          </a:xfrm>
        </p:grpSpPr>
        <p:grpSp>
          <p:nvGrpSpPr>
            <p:cNvPr id="1255" name="Group 6"/>
            <p:cNvGrpSpPr>
              <a:grpSpLocks/>
            </p:cNvGrpSpPr>
            <p:nvPr/>
          </p:nvGrpSpPr>
          <p:grpSpPr bwMode="auto">
            <a:xfrm>
              <a:off x="1104782" y="4125913"/>
              <a:ext cx="8931275" cy="717550"/>
              <a:chOff x="63" y="1296"/>
              <a:chExt cx="5626" cy="452"/>
            </a:xfrm>
          </p:grpSpPr>
          <p:sp>
            <p:nvSpPr>
              <p:cNvPr id="1256" name="Rectangle 7"/>
              <p:cNvSpPr>
                <a:spLocks noChangeArrowheads="1"/>
              </p:cNvSpPr>
              <p:nvPr/>
            </p:nvSpPr>
            <p:spPr bwMode="auto">
              <a:xfrm>
                <a:off x="150" y="1332"/>
                <a:ext cx="33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100">
                    <a:solidFill>
                      <a:srgbClr val="000000"/>
                    </a:solidFill>
                    <a:latin typeface="宋体" pitchFamily="2" charset="-122"/>
                  </a:rPr>
                  <a:t>页面</a:t>
                </a:r>
                <a:endParaRPr lang="zh-CN" altLang="en-US" u="sng"/>
              </a:p>
            </p:txBody>
          </p:sp>
          <p:sp>
            <p:nvSpPr>
              <p:cNvPr id="1257" name="Rectangle 8"/>
              <p:cNvSpPr>
                <a:spLocks noChangeArrowheads="1"/>
              </p:cNvSpPr>
              <p:nvPr/>
            </p:nvSpPr>
            <p:spPr bwMode="auto">
              <a:xfrm>
                <a:off x="455"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58" name="Rectangle 9"/>
              <p:cNvSpPr>
                <a:spLocks noChangeArrowheads="1"/>
              </p:cNvSpPr>
              <p:nvPr/>
            </p:nvSpPr>
            <p:spPr bwMode="auto">
              <a:xfrm>
                <a:off x="150" y="1546"/>
                <a:ext cx="33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100">
                    <a:solidFill>
                      <a:srgbClr val="000000"/>
                    </a:solidFill>
                    <a:latin typeface="宋体" pitchFamily="2" charset="-122"/>
                  </a:rPr>
                  <a:t>引用</a:t>
                </a:r>
                <a:endParaRPr lang="zh-CN" altLang="en-US" u="sng"/>
              </a:p>
            </p:txBody>
          </p:sp>
          <p:sp>
            <p:nvSpPr>
              <p:cNvPr id="1259" name="Rectangle 10"/>
              <p:cNvSpPr>
                <a:spLocks noChangeArrowheads="1"/>
              </p:cNvSpPr>
              <p:nvPr/>
            </p:nvSpPr>
            <p:spPr bwMode="auto">
              <a:xfrm>
                <a:off x="455" y="154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60" name="Rectangle 11"/>
              <p:cNvSpPr>
                <a:spLocks noChangeArrowheads="1"/>
              </p:cNvSpPr>
              <p:nvPr/>
            </p:nvSpPr>
            <p:spPr bwMode="auto">
              <a:xfrm>
                <a:off x="629"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7</a:t>
                </a:r>
                <a:endParaRPr lang="en-US" altLang="zh-CN" u="sng"/>
              </a:p>
            </p:txBody>
          </p:sp>
          <p:sp>
            <p:nvSpPr>
              <p:cNvPr id="1261" name="Rectangle 12"/>
              <p:cNvSpPr>
                <a:spLocks noChangeArrowheads="1"/>
              </p:cNvSpPr>
              <p:nvPr/>
            </p:nvSpPr>
            <p:spPr bwMode="auto">
              <a:xfrm>
                <a:off x="705"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62" name="Rectangle 13"/>
              <p:cNvSpPr>
                <a:spLocks noChangeArrowheads="1"/>
              </p:cNvSpPr>
              <p:nvPr/>
            </p:nvSpPr>
            <p:spPr bwMode="auto">
              <a:xfrm>
                <a:off x="890"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263" name="Rectangle 14"/>
              <p:cNvSpPr>
                <a:spLocks noChangeArrowheads="1"/>
              </p:cNvSpPr>
              <p:nvPr/>
            </p:nvSpPr>
            <p:spPr bwMode="auto">
              <a:xfrm>
                <a:off x="966"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64" name="Rectangle 15"/>
              <p:cNvSpPr>
                <a:spLocks noChangeArrowheads="1"/>
              </p:cNvSpPr>
              <p:nvPr/>
            </p:nvSpPr>
            <p:spPr bwMode="auto">
              <a:xfrm>
                <a:off x="1151"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1</a:t>
                </a:r>
                <a:endParaRPr lang="en-US" altLang="zh-CN" u="sng"/>
              </a:p>
            </p:txBody>
          </p:sp>
          <p:sp>
            <p:nvSpPr>
              <p:cNvPr id="1265" name="Rectangle 16"/>
              <p:cNvSpPr>
                <a:spLocks noChangeArrowheads="1"/>
              </p:cNvSpPr>
              <p:nvPr/>
            </p:nvSpPr>
            <p:spPr bwMode="auto">
              <a:xfrm>
                <a:off x="1227"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66" name="Rectangle 17"/>
              <p:cNvSpPr>
                <a:spLocks noChangeArrowheads="1"/>
              </p:cNvSpPr>
              <p:nvPr/>
            </p:nvSpPr>
            <p:spPr bwMode="auto">
              <a:xfrm>
                <a:off x="1401"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2</a:t>
                </a:r>
                <a:endParaRPr lang="en-US" altLang="zh-CN" u="sng"/>
              </a:p>
            </p:txBody>
          </p:sp>
          <p:sp>
            <p:nvSpPr>
              <p:cNvPr id="1267" name="Rectangle 18"/>
              <p:cNvSpPr>
                <a:spLocks noChangeArrowheads="1"/>
              </p:cNvSpPr>
              <p:nvPr/>
            </p:nvSpPr>
            <p:spPr bwMode="auto">
              <a:xfrm>
                <a:off x="1477"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68" name="Rectangle 19"/>
              <p:cNvSpPr>
                <a:spLocks noChangeArrowheads="1"/>
              </p:cNvSpPr>
              <p:nvPr/>
            </p:nvSpPr>
            <p:spPr bwMode="auto">
              <a:xfrm>
                <a:off x="1662"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269" name="Rectangle 20"/>
              <p:cNvSpPr>
                <a:spLocks noChangeArrowheads="1"/>
              </p:cNvSpPr>
              <p:nvPr/>
            </p:nvSpPr>
            <p:spPr bwMode="auto">
              <a:xfrm>
                <a:off x="1739"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70" name="Rectangle 21"/>
              <p:cNvSpPr>
                <a:spLocks noChangeArrowheads="1"/>
              </p:cNvSpPr>
              <p:nvPr/>
            </p:nvSpPr>
            <p:spPr bwMode="auto">
              <a:xfrm>
                <a:off x="1913"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3</a:t>
                </a:r>
                <a:endParaRPr lang="en-US" altLang="zh-CN" u="sng"/>
              </a:p>
            </p:txBody>
          </p:sp>
          <p:sp>
            <p:nvSpPr>
              <p:cNvPr id="1271" name="Rectangle 22"/>
              <p:cNvSpPr>
                <a:spLocks noChangeArrowheads="1"/>
              </p:cNvSpPr>
              <p:nvPr/>
            </p:nvSpPr>
            <p:spPr bwMode="auto">
              <a:xfrm>
                <a:off x="1989"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72" name="Rectangle 23"/>
              <p:cNvSpPr>
                <a:spLocks noChangeArrowheads="1"/>
              </p:cNvSpPr>
              <p:nvPr/>
            </p:nvSpPr>
            <p:spPr bwMode="auto">
              <a:xfrm>
                <a:off x="2174"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273" name="Rectangle 24"/>
              <p:cNvSpPr>
                <a:spLocks noChangeArrowheads="1"/>
              </p:cNvSpPr>
              <p:nvPr/>
            </p:nvSpPr>
            <p:spPr bwMode="auto">
              <a:xfrm>
                <a:off x="2250"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74" name="Rectangle 25"/>
              <p:cNvSpPr>
                <a:spLocks noChangeArrowheads="1"/>
              </p:cNvSpPr>
              <p:nvPr/>
            </p:nvSpPr>
            <p:spPr bwMode="auto">
              <a:xfrm>
                <a:off x="2435"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4</a:t>
                </a:r>
                <a:endParaRPr lang="en-US" altLang="zh-CN" u="sng"/>
              </a:p>
            </p:txBody>
          </p:sp>
          <p:sp>
            <p:nvSpPr>
              <p:cNvPr id="1275" name="Rectangle 26"/>
              <p:cNvSpPr>
                <a:spLocks noChangeArrowheads="1"/>
              </p:cNvSpPr>
              <p:nvPr/>
            </p:nvSpPr>
            <p:spPr bwMode="auto">
              <a:xfrm>
                <a:off x="2511"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76" name="Rectangle 27"/>
              <p:cNvSpPr>
                <a:spLocks noChangeArrowheads="1"/>
              </p:cNvSpPr>
              <p:nvPr/>
            </p:nvSpPr>
            <p:spPr bwMode="auto">
              <a:xfrm>
                <a:off x="2685"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2</a:t>
                </a:r>
                <a:endParaRPr lang="en-US" altLang="zh-CN" u="sng"/>
              </a:p>
            </p:txBody>
          </p:sp>
          <p:sp>
            <p:nvSpPr>
              <p:cNvPr id="1277" name="Rectangle 28"/>
              <p:cNvSpPr>
                <a:spLocks noChangeArrowheads="1"/>
              </p:cNvSpPr>
              <p:nvPr/>
            </p:nvSpPr>
            <p:spPr bwMode="auto">
              <a:xfrm>
                <a:off x="2762"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78" name="Rectangle 29"/>
              <p:cNvSpPr>
                <a:spLocks noChangeArrowheads="1"/>
              </p:cNvSpPr>
              <p:nvPr/>
            </p:nvSpPr>
            <p:spPr bwMode="auto">
              <a:xfrm>
                <a:off x="2947"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3</a:t>
                </a:r>
                <a:endParaRPr lang="en-US" altLang="zh-CN" u="sng"/>
              </a:p>
            </p:txBody>
          </p:sp>
          <p:sp>
            <p:nvSpPr>
              <p:cNvPr id="1279" name="Rectangle 30"/>
              <p:cNvSpPr>
                <a:spLocks noChangeArrowheads="1"/>
              </p:cNvSpPr>
              <p:nvPr/>
            </p:nvSpPr>
            <p:spPr bwMode="auto">
              <a:xfrm>
                <a:off x="3023"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80" name="Rectangle 31"/>
              <p:cNvSpPr>
                <a:spLocks noChangeArrowheads="1"/>
              </p:cNvSpPr>
              <p:nvPr/>
            </p:nvSpPr>
            <p:spPr bwMode="auto">
              <a:xfrm>
                <a:off x="3197"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281" name="Rectangle 32"/>
              <p:cNvSpPr>
                <a:spLocks noChangeArrowheads="1"/>
              </p:cNvSpPr>
              <p:nvPr/>
            </p:nvSpPr>
            <p:spPr bwMode="auto">
              <a:xfrm>
                <a:off x="3273"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82" name="Rectangle 33"/>
              <p:cNvSpPr>
                <a:spLocks noChangeArrowheads="1"/>
              </p:cNvSpPr>
              <p:nvPr/>
            </p:nvSpPr>
            <p:spPr bwMode="auto">
              <a:xfrm>
                <a:off x="3458"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3</a:t>
                </a:r>
                <a:endParaRPr lang="en-US" altLang="zh-CN" u="sng"/>
              </a:p>
            </p:txBody>
          </p:sp>
          <p:sp>
            <p:nvSpPr>
              <p:cNvPr id="1283" name="Rectangle 34"/>
              <p:cNvSpPr>
                <a:spLocks noChangeArrowheads="1"/>
              </p:cNvSpPr>
              <p:nvPr/>
            </p:nvSpPr>
            <p:spPr bwMode="auto">
              <a:xfrm>
                <a:off x="3534"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84" name="Rectangle 35"/>
              <p:cNvSpPr>
                <a:spLocks noChangeArrowheads="1"/>
              </p:cNvSpPr>
              <p:nvPr/>
            </p:nvSpPr>
            <p:spPr bwMode="auto">
              <a:xfrm>
                <a:off x="3708"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2</a:t>
                </a:r>
                <a:endParaRPr lang="en-US" altLang="zh-CN" u="sng"/>
              </a:p>
            </p:txBody>
          </p:sp>
          <p:sp>
            <p:nvSpPr>
              <p:cNvPr id="1285" name="Rectangle 36"/>
              <p:cNvSpPr>
                <a:spLocks noChangeArrowheads="1"/>
              </p:cNvSpPr>
              <p:nvPr/>
            </p:nvSpPr>
            <p:spPr bwMode="auto">
              <a:xfrm>
                <a:off x="3784"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86" name="Rectangle 37"/>
              <p:cNvSpPr>
                <a:spLocks noChangeArrowheads="1"/>
              </p:cNvSpPr>
              <p:nvPr/>
            </p:nvSpPr>
            <p:spPr bwMode="auto">
              <a:xfrm>
                <a:off x="3969"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1</a:t>
                </a:r>
                <a:endParaRPr lang="en-US" altLang="zh-CN" u="sng"/>
              </a:p>
            </p:txBody>
          </p:sp>
          <p:sp>
            <p:nvSpPr>
              <p:cNvPr id="1287" name="Rectangle 38"/>
              <p:cNvSpPr>
                <a:spLocks noChangeArrowheads="1"/>
              </p:cNvSpPr>
              <p:nvPr/>
            </p:nvSpPr>
            <p:spPr bwMode="auto">
              <a:xfrm>
                <a:off x="4046"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88" name="Rectangle 39"/>
              <p:cNvSpPr>
                <a:spLocks noChangeArrowheads="1"/>
              </p:cNvSpPr>
              <p:nvPr/>
            </p:nvSpPr>
            <p:spPr bwMode="auto">
              <a:xfrm>
                <a:off x="4231"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2</a:t>
                </a:r>
                <a:endParaRPr lang="en-US" altLang="zh-CN" u="sng"/>
              </a:p>
            </p:txBody>
          </p:sp>
          <p:sp>
            <p:nvSpPr>
              <p:cNvPr id="1289" name="Rectangle 40"/>
              <p:cNvSpPr>
                <a:spLocks noChangeArrowheads="1"/>
              </p:cNvSpPr>
              <p:nvPr/>
            </p:nvSpPr>
            <p:spPr bwMode="auto">
              <a:xfrm>
                <a:off x="4307"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90" name="Rectangle 41"/>
              <p:cNvSpPr>
                <a:spLocks noChangeArrowheads="1"/>
              </p:cNvSpPr>
              <p:nvPr/>
            </p:nvSpPr>
            <p:spPr bwMode="auto">
              <a:xfrm>
                <a:off x="4481"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291" name="Rectangle 42"/>
              <p:cNvSpPr>
                <a:spLocks noChangeArrowheads="1"/>
              </p:cNvSpPr>
              <p:nvPr/>
            </p:nvSpPr>
            <p:spPr bwMode="auto">
              <a:xfrm>
                <a:off x="4557"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92" name="Rectangle 43"/>
              <p:cNvSpPr>
                <a:spLocks noChangeArrowheads="1"/>
              </p:cNvSpPr>
              <p:nvPr/>
            </p:nvSpPr>
            <p:spPr bwMode="auto">
              <a:xfrm>
                <a:off x="4742"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1</a:t>
                </a:r>
                <a:endParaRPr lang="en-US" altLang="zh-CN" u="sng"/>
              </a:p>
            </p:txBody>
          </p:sp>
          <p:sp>
            <p:nvSpPr>
              <p:cNvPr id="1293" name="Rectangle 44"/>
              <p:cNvSpPr>
                <a:spLocks noChangeArrowheads="1"/>
              </p:cNvSpPr>
              <p:nvPr/>
            </p:nvSpPr>
            <p:spPr bwMode="auto">
              <a:xfrm>
                <a:off x="4818"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94" name="Rectangle 45"/>
              <p:cNvSpPr>
                <a:spLocks noChangeArrowheads="1"/>
              </p:cNvSpPr>
              <p:nvPr/>
            </p:nvSpPr>
            <p:spPr bwMode="auto">
              <a:xfrm>
                <a:off x="4992"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7</a:t>
                </a:r>
                <a:endParaRPr lang="en-US" altLang="zh-CN" u="sng"/>
              </a:p>
            </p:txBody>
          </p:sp>
          <p:sp>
            <p:nvSpPr>
              <p:cNvPr id="1295" name="Rectangle 46"/>
              <p:cNvSpPr>
                <a:spLocks noChangeArrowheads="1"/>
              </p:cNvSpPr>
              <p:nvPr/>
            </p:nvSpPr>
            <p:spPr bwMode="auto">
              <a:xfrm>
                <a:off x="5069"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96" name="Rectangle 47"/>
              <p:cNvSpPr>
                <a:spLocks noChangeArrowheads="1"/>
              </p:cNvSpPr>
              <p:nvPr/>
            </p:nvSpPr>
            <p:spPr bwMode="auto">
              <a:xfrm>
                <a:off x="5254"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297" name="Rectangle 48"/>
              <p:cNvSpPr>
                <a:spLocks noChangeArrowheads="1"/>
              </p:cNvSpPr>
              <p:nvPr/>
            </p:nvSpPr>
            <p:spPr bwMode="auto">
              <a:xfrm>
                <a:off x="5330"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298" name="Rectangle 49"/>
              <p:cNvSpPr>
                <a:spLocks noChangeArrowheads="1"/>
              </p:cNvSpPr>
              <p:nvPr/>
            </p:nvSpPr>
            <p:spPr bwMode="auto">
              <a:xfrm>
                <a:off x="5515"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1</a:t>
                </a:r>
                <a:endParaRPr lang="en-US" altLang="zh-CN" u="sng"/>
              </a:p>
            </p:txBody>
          </p:sp>
          <p:sp>
            <p:nvSpPr>
              <p:cNvPr id="1299" name="Rectangle 50"/>
              <p:cNvSpPr>
                <a:spLocks noChangeArrowheads="1"/>
              </p:cNvSpPr>
              <p:nvPr/>
            </p:nvSpPr>
            <p:spPr bwMode="auto">
              <a:xfrm>
                <a:off x="5591" y="13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300" name="Rectangle 51"/>
              <p:cNvSpPr>
                <a:spLocks noChangeArrowheads="1"/>
              </p:cNvSpPr>
              <p:nvPr/>
            </p:nvSpPr>
            <p:spPr bwMode="auto">
              <a:xfrm>
                <a:off x="63"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01" name="Line 52"/>
              <p:cNvSpPr>
                <a:spLocks noChangeShapeType="1"/>
              </p:cNvSpPr>
              <p:nvPr/>
            </p:nvSpPr>
            <p:spPr bwMode="auto">
              <a:xfrm>
                <a:off x="63"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2" name="Line 53"/>
              <p:cNvSpPr>
                <a:spLocks noChangeShapeType="1"/>
              </p:cNvSpPr>
              <p:nvPr/>
            </p:nvSpPr>
            <p:spPr bwMode="auto">
              <a:xfrm>
                <a:off x="63"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3" name="Rectangle 54"/>
              <p:cNvSpPr>
                <a:spLocks noChangeArrowheads="1"/>
              </p:cNvSpPr>
              <p:nvPr/>
            </p:nvSpPr>
            <p:spPr bwMode="auto">
              <a:xfrm>
                <a:off x="63"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04" name="Line 55"/>
              <p:cNvSpPr>
                <a:spLocks noChangeShapeType="1"/>
              </p:cNvSpPr>
              <p:nvPr/>
            </p:nvSpPr>
            <p:spPr bwMode="auto">
              <a:xfrm>
                <a:off x="63"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5" name="Line 56"/>
              <p:cNvSpPr>
                <a:spLocks noChangeShapeType="1"/>
              </p:cNvSpPr>
              <p:nvPr/>
            </p:nvSpPr>
            <p:spPr bwMode="auto">
              <a:xfrm>
                <a:off x="63"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6" name="Rectangle 57"/>
              <p:cNvSpPr>
                <a:spLocks noChangeArrowheads="1"/>
              </p:cNvSpPr>
              <p:nvPr/>
            </p:nvSpPr>
            <p:spPr bwMode="auto">
              <a:xfrm>
                <a:off x="74" y="1296"/>
                <a:ext cx="468"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07" name="Line 58"/>
              <p:cNvSpPr>
                <a:spLocks noChangeShapeType="1"/>
              </p:cNvSpPr>
              <p:nvPr/>
            </p:nvSpPr>
            <p:spPr bwMode="auto">
              <a:xfrm>
                <a:off x="74" y="1296"/>
                <a:ext cx="4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8" name="Rectangle 59"/>
              <p:cNvSpPr>
                <a:spLocks noChangeArrowheads="1"/>
              </p:cNvSpPr>
              <p:nvPr/>
            </p:nvSpPr>
            <p:spPr bwMode="auto">
              <a:xfrm>
                <a:off x="542" y="1296"/>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09" name="Line 60"/>
              <p:cNvSpPr>
                <a:spLocks noChangeShapeType="1"/>
              </p:cNvSpPr>
              <p:nvPr/>
            </p:nvSpPr>
            <p:spPr bwMode="auto">
              <a:xfrm>
                <a:off x="542" y="129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 name="Line 61"/>
              <p:cNvSpPr>
                <a:spLocks noChangeShapeType="1"/>
              </p:cNvSpPr>
              <p:nvPr/>
            </p:nvSpPr>
            <p:spPr bwMode="auto">
              <a:xfrm>
                <a:off x="542"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 name="Rectangle 62"/>
              <p:cNvSpPr>
                <a:spLocks noChangeArrowheads="1"/>
              </p:cNvSpPr>
              <p:nvPr/>
            </p:nvSpPr>
            <p:spPr bwMode="auto">
              <a:xfrm>
                <a:off x="552" y="1296"/>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12" name="Line 63"/>
              <p:cNvSpPr>
                <a:spLocks noChangeShapeType="1"/>
              </p:cNvSpPr>
              <p:nvPr/>
            </p:nvSpPr>
            <p:spPr bwMode="auto">
              <a:xfrm>
                <a:off x="552" y="1296"/>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 name="Rectangle 64"/>
              <p:cNvSpPr>
                <a:spLocks noChangeArrowheads="1"/>
              </p:cNvSpPr>
              <p:nvPr/>
            </p:nvSpPr>
            <p:spPr bwMode="auto">
              <a:xfrm>
                <a:off x="803"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14" name="Line 65"/>
              <p:cNvSpPr>
                <a:spLocks noChangeShapeType="1"/>
              </p:cNvSpPr>
              <p:nvPr/>
            </p:nvSpPr>
            <p:spPr bwMode="auto">
              <a:xfrm>
                <a:off x="803"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5" name="Line 66"/>
              <p:cNvSpPr>
                <a:spLocks noChangeShapeType="1"/>
              </p:cNvSpPr>
              <p:nvPr/>
            </p:nvSpPr>
            <p:spPr bwMode="auto">
              <a:xfrm>
                <a:off x="803"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6" name="Rectangle 67"/>
              <p:cNvSpPr>
                <a:spLocks noChangeArrowheads="1"/>
              </p:cNvSpPr>
              <p:nvPr/>
            </p:nvSpPr>
            <p:spPr bwMode="auto">
              <a:xfrm>
                <a:off x="814" y="1296"/>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17" name="Line 68"/>
              <p:cNvSpPr>
                <a:spLocks noChangeShapeType="1"/>
              </p:cNvSpPr>
              <p:nvPr/>
            </p:nvSpPr>
            <p:spPr bwMode="auto">
              <a:xfrm>
                <a:off x="814" y="1296"/>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8" name="Rectangle 69"/>
              <p:cNvSpPr>
                <a:spLocks noChangeArrowheads="1"/>
              </p:cNvSpPr>
              <p:nvPr/>
            </p:nvSpPr>
            <p:spPr bwMode="auto">
              <a:xfrm>
                <a:off x="1053"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19" name="Line 70"/>
              <p:cNvSpPr>
                <a:spLocks noChangeShapeType="1"/>
              </p:cNvSpPr>
              <p:nvPr/>
            </p:nvSpPr>
            <p:spPr bwMode="auto">
              <a:xfrm>
                <a:off x="1053"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0" name="Line 71"/>
              <p:cNvSpPr>
                <a:spLocks noChangeShapeType="1"/>
              </p:cNvSpPr>
              <p:nvPr/>
            </p:nvSpPr>
            <p:spPr bwMode="auto">
              <a:xfrm>
                <a:off x="1053"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 name="Rectangle 72"/>
              <p:cNvSpPr>
                <a:spLocks noChangeArrowheads="1"/>
              </p:cNvSpPr>
              <p:nvPr/>
            </p:nvSpPr>
            <p:spPr bwMode="auto">
              <a:xfrm>
                <a:off x="1064" y="1296"/>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22" name="Line 73"/>
              <p:cNvSpPr>
                <a:spLocks noChangeShapeType="1"/>
              </p:cNvSpPr>
              <p:nvPr/>
            </p:nvSpPr>
            <p:spPr bwMode="auto">
              <a:xfrm>
                <a:off x="1064" y="1296"/>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3" name="Rectangle 74"/>
              <p:cNvSpPr>
                <a:spLocks noChangeArrowheads="1"/>
              </p:cNvSpPr>
              <p:nvPr/>
            </p:nvSpPr>
            <p:spPr bwMode="auto">
              <a:xfrm>
                <a:off x="1314"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24" name="Line 75"/>
              <p:cNvSpPr>
                <a:spLocks noChangeShapeType="1"/>
              </p:cNvSpPr>
              <p:nvPr/>
            </p:nvSpPr>
            <p:spPr bwMode="auto">
              <a:xfrm>
                <a:off x="1314"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5" name="Line 76"/>
              <p:cNvSpPr>
                <a:spLocks noChangeShapeType="1"/>
              </p:cNvSpPr>
              <p:nvPr/>
            </p:nvSpPr>
            <p:spPr bwMode="auto">
              <a:xfrm>
                <a:off x="1314"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6" name="Rectangle 77"/>
              <p:cNvSpPr>
                <a:spLocks noChangeArrowheads="1"/>
              </p:cNvSpPr>
              <p:nvPr/>
            </p:nvSpPr>
            <p:spPr bwMode="auto">
              <a:xfrm>
                <a:off x="1325" y="1296"/>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27" name="Line 78"/>
              <p:cNvSpPr>
                <a:spLocks noChangeShapeType="1"/>
              </p:cNvSpPr>
              <p:nvPr/>
            </p:nvSpPr>
            <p:spPr bwMode="auto">
              <a:xfrm>
                <a:off x="1325" y="1296"/>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8" name="Rectangle 79"/>
              <p:cNvSpPr>
                <a:spLocks noChangeArrowheads="1"/>
              </p:cNvSpPr>
              <p:nvPr/>
            </p:nvSpPr>
            <p:spPr bwMode="auto">
              <a:xfrm>
                <a:off x="1575"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29" name="Line 80"/>
              <p:cNvSpPr>
                <a:spLocks noChangeShapeType="1"/>
              </p:cNvSpPr>
              <p:nvPr/>
            </p:nvSpPr>
            <p:spPr bwMode="auto">
              <a:xfrm>
                <a:off x="1575"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0" name="Line 81"/>
              <p:cNvSpPr>
                <a:spLocks noChangeShapeType="1"/>
              </p:cNvSpPr>
              <p:nvPr/>
            </p:nvSpPr>
            <p:spPr bwMode="auto">
              <a:xfrm>
                <a:off x="1575"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 name="Rectangle 82"/>
              <p:cNvSpPr>
                <a:spLocks noChangeArrowheads="1"/>
              </p:cNvSpPr>
              <p:nvPr/>
            </p:nvSpPr>
            <p:spPr bwMode="auto">
              <a:xfrm>
                <a:off x="1586" y="1296"/>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32" name="Line 83"/>
              <p:cNvSpPr>
                <a:spLocks noChangeShapeType="1"/>
              </p:cNvSpPr>
              <p:nvPr/>
            </p:nvSpPr>
            <p:spPr bwMode="auto">
              <a:xfrm>
                <a:off x="1586" y="1296"/>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 name="Rectangle 84"/>
              <p:cNvSpPr>
                <a:spLocks noChangeArrowheads="1"/>
              </p:cNvSpPr>
              <p:nvPr/>
            </p:nvSpPr>
            <p:spPr bwMode="auto">
              <a:xfrm>
                <a:off x="1826"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34" name="Line 85"/>
              <p:cNvSpPr>
                <a:spLocks noChangeShapeType="1"/>
              </p:cNvSpPr>
              <p:nvPr/>
            </p:nvSpPr>
            <p:spPr bwMode="auto">
              <a:xfrm>
                <a:off x="1826"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 name="Line 86"/>
              <p:cNvSpPr>
                <a:spLocks noChangeShapeType="1"/>
              </p:cNvSpPr>
              <p:nvPr/>
            </p:nvSpPr>
            <p:spPr bwMode="auto">
              <a:xfrm>
                <a:off x="1826"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 name="Rectangle 87"/>
              <p:cNvSpPr>
                <a:spLocks noChangeArrowheads="1"/>
              </p:cNvSpPr>
              <p:nvPr/>
            </p:nvSpPr>
            <p:spPr bwMode="auto">
              <a:xfrm>
                <a:off x="1837" y="1296"/>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37" name="Line 88"/>
              <p:cNvSpPr>
                <a:spLocks noChangeShapeType="1"/>
              </p:cNvSpPr>
              <p:nvPr/>
            </p:nvSpPr>
            <p:spPr bwMode="auto">
              <a:xfrm>
                <a:off x="1837" y="1296"/>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8" name="Rectangle 89"/>
              <p:cNvSpPr>
                <a:spLocks noChangeArrowheads="1"/>
              </p:cNvSpPr>
              <p:nvPr/>
            </p:nvSpPr>
            <p:spPr bwMode="auto">
              <a:xfrm>
                <a:off x="2087"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39" name="Line 90"/>
              <p:cNvSpPr>
                <a:spLocks noChangeShapeType="1"/>
              </p:cNvSpPr>
              <p:nvPr/>
            </p:nvSpPr>
            <p:spPr bwMode="auto">
              <a:xfrm>
                <a:off x="2087"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0" name="Line 91"/>
              <p:cNvSpPr>
                <a:spLocks noChangeShapeType="1"/>
              </p:cNvSpPr>
              <p:nvPr/>
            </p:nvSpPr>
            <p:spPr bwMode="auto">
              <a:xfrm>
                <a:off x="2087"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 name="Rectangle 92"/>
              <p:cNvSpPr>
                <a:spLocks noChangeArrowheads="1"/>
              </p:cNvSpPr>
              <p:nvPr/>
            </p:nvSpPr>
            <p:spPr bwMode="auto">
              <a:xfrm>
                <a:off x="2098" y="1296"/>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42" name="Line 93"/>
              <p:cNvSpPr>
                <a:spLocks noChangeShapeType="1"/>
              </p:cNvSpPr>
              <p:nvPr/>
            </p:nvSpPr>
            <p:spPr bwMode="auto">
              <a:xfrm>
                <a:off x="2098" y="1296"/>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3" name="Rectangle 94"/>
              <p:cNvSpPr>
                <a:spLocks noChangeArrowheads="1"/>
              </p:cNvSpPr>
              <p:nvPr/>
            </p:nvSpPr>
            <p:spPr bwMode="auto">
              <a:xfrm>
                <a:off x="2337"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44" name="Line 95"/>
              <p:cNvSpPr>
                <a:spLocks noChangeShapeType="1"/>
              </p:cNvSpPr>
              <p:nvPr/>
            </p:nvSpPr>
            <p:spPr bwMode="auto">
              <a:xfrm>
                <a:off x="2337"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5" name="Line 96"/>
              <p:cNvSpPr>
                <a:spLocks noChangeShapeType="1"/>
              </p:cNvSpPr>
              <p:nvPr/>
            </p:nvSpPr>
            <p:spPr bwMode="auto">
              <a:xfrm>
                <a:off x="2337"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6" name="Rectangle 97"/>
              <p:cNvSpPr>
                <a:spLocks noChangeArrowheads="1"/>
              </p:cNvSpPr>
              <p:nvPr/>
            </p:nvSpPr>
            <p:spPr bwMode="auto">
              <a:xfrm>
                <a:off x="2348" y="1296"/>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47" name="Line 98"/>
              <p:cNvSpPr>
                <a:spLocks noChangeShapeType="1"/>
              </p:cNvSpPr>
              <p:nvPr/>
            </p:nvSpPr>
            <p:spPr bwMode="auto">
              <a:xfrm>
                <a:off x="2348" y="1296"/>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8" name="Rectangle 99"/>
              <p:cNvSpPr>
                <a:spLocks noChangeArrowheads="1"/>
              </p:cNvSpPr>
              <p:nvPr/>
            </p:nvSpPr>
            <p:spPr bwMode="auto">
              <a:xfrm>
                <a:off x="2598"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49" name="Line 100"/>
              <p:cNvSpPr>
                <a:spLocks noChangeShapeType="1"/>
              </p:cNvSpPr>
              <p:nvPr/>
            </p:nvSpPr>
            <p:spPr bwMode="auto">
              <a:xfrm>
                <a:off x="2598"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0" name="Line 101"/>
              <p:cNvSpPr>
                <a:spLocks noChangeShapeType="1"/>
              </p:cNvSpPr>
              <p:nvPr/>
            </p:nvSpPr>
            <p:spPr bwMode="auto">
              <a:xfrm>
                <a:off x="2598"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 name="Rectangle 102"/>
              <p:cNvSpPr>
                <a:spLocks noChangeArrowheads="1"/>
              </p:cNvSpPr>
              <p:nvPr/>
            </p:nvSpPr>
            <p:spPr bwMode="auto">
              <a:xfrm>
                <a:off x="2609" y="1296"/>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52" name="Line 103"/>
              <p:cNvSpPr>
                <a:spLocks noChangeShapeType="1"/>
              </p:cNvSpPr>
              <p:nvPr/>
            </p:nvSpPr>
            <p:spPr bwMode="auto">
              <a:xfrm>
                <a:off x="2609" y="1296"/>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3" name="Rectangle 104"/>
              <p:cNvSpPr>
                <a:spLocks noChangeArrowheads="1"/>
              </p:cNvSpPr>
              <p:nvPr/>
            </p:nvSpPr>
            <p:spPr bwMode="auto">
              <a:xfrm>
                <a:off x="2860" y="1296"/>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54" name="Line 105"/>
              <p:cNvSpPr>
                <a:spLocks noChangeShapeType="1"/>
              </p:cNvSpPr>
              <p:nvPr/>
            </p:nvSpPr>
            <p:spPr bwMode="auto">
              <a:xfrm>
                <a:off x="2860" y="129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5" name="Line 106"/>
              <p:cNvSpPr>
                <a:spLocks noChangeShapeType="1"/>
              </p:cNvSpPr>
              <p:nvPr/>
            </p:nvSpPr>
            <p:spPr bwMode="auto">
              <a:xfrm>
                <a:off x="2860"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6" name="Rectangle 107"/>
              <p:cNvSpPr>
                <a:spLocks noChangeArrowheads="1"/>
              </p:cNvSpPr>
              <p:nvPr/>
            </p:nvSpPr>
            <p:spPr bwMode="auto">
              <a:xfrm>
                <a:off x="2870" y="1296"/>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57" name="Line 108"/>
              <p:cNvSpPr>
                <a:spLocks noChangeShapeType="1"/>
              </p:cNvSpPr>
              <p:nvPr/>
            </p:nvSpPr>
            <p:spPr bwMode="auto">
              <a:xfrm>
                <a:off x="2870" y="1296"/>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8" name="Rectangle 109"/>
              <p:cNvSpPr>
                <a:spLocks noChangeArrowheads="1"/>
              </p:cNvSpPr>
              <p:nvPr/>
            </p:nvSpPr>
            <p:spPr bwMode="auto">
              <a:xfrm>
                <a:off x="3110"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59" name="Line 110"/>
              <p:cNvSpPr>
                <a:spLocks noChangeShapeType="1"/>
              </p:cNvSpPr>
              <p:nvPr/>
            </p:nvSpPr>
            <p:spPr bwMode="auto">
              <a:xfrm>
                <a:off x="3110"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0" name="Line 111"/>
              <p:cNvSpPr>
                <a:spLocks noChangeShapeType="1"/>
              </p:cNvSpPr>
              <p:nvPr/>
            </p:nvSpPr>
            <p:spPr bwMode="auto">
              <a:xfrm>
                <a:off x="3110"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1" name="Rectangle 112"/>
              <p:cNvSpPr>
                <a:spLocks noChangeArrowheads="1"/>
              </p:cNvSpPr>
              <p:nvPr/>
            </p:nvSpPr>
            <p:spPr bwMode="auto">
              <a:xfrm>
                <a:off x="3121" y="1296"/>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62" name="Line 113"/>
              <p:cNvSpPr>
                <a:spLocks noChangeShapeType="1"/>
              </p:cNvSpPr>
              <p:nvPr/>
            </p:nvSpPr>
            <p:spPr bwMode="auto">
              <a:xfrm>
                <a:off x="3121" y="1296"/>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 name="Rectangle 114"/>
              <p:cNvSpPr>
                <a:spLocks noChangeArrowheads="1"/>
              </p:cNvSpPr>
              <p:nvPr/>
            </p:nvSpPr>
            <p:spPr bwMode="auto">
              <a:xfrm>
                <a:off x="3371"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64" name="Line 115"/>
              <p:cNvSpPr>
                <a:spLocks noChangeShapeType="1"/>
              </p:cNvSpPr>
              <p:nvPr/>
            </p:nvSpPr>
            <p:spPr bwMode="auto">
              <a:xfrm>
                <a:off x="3371"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5" name="Line 116"/>
              <p:cNvSpPr>
                <a:spLocks noChangeShapeType="1"/>
              </p:cNvSpPr>
              <p:nvPr/>
            </p:nvSpPr>
            <p:spPr bwMode="auto">
              <a:xfrm>
                <a:off x="3371"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6" name="Rectangle 117"/>
              <p:cNvSpPr>
                <a:spLocks noChangeArrowheads="1"/>
              </p:cNvSpPr>
              <p:nvPr/>
            </p:nvSpPr>
            <p:spPr bwMode="auto">
              <a:xfrm>
                <a:off x="3382" y="1296"/>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67" name="Line 118"/>
              <p:cNvSpPr>
                <a:spLocks noChangeShapeType="1"/>
              </p:cNvSpPr>
              <p:nvPr/>
            </p:nvSpPr>
            <p:spPr bwMode="auto">
              <a:xfrm>
                <a:off x="3382" y="1296"/>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8" name="Rectangle 119"/>
              <p:cNvSpPr>
                <a:spLocks noChangeArrowheads="1"/>
              </p:cNvSpPr>
              <p:nvPr/>
            </p:nvSpPr>
            <p:spPr bwMode="auto">
              <a:xfrm>
                <a:off x="3621"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69" name="Line 120"/>
              <p:cNvSpPr>
                <a:spLocks noChangeShapeType="1"/>
              </p:cNvSpPr>
              <p:nvPr/>
            </p:nvSpPr>
            <p:spPr bwMode="auto">
              <a:xfrm>
                <a:off x="3621"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0" name="Line 121"/>
              <p:cNvSpPr>
                <a:spLocks noChangeShapeType="1"/>
              </p:cNvSpPr>
              <p:nvPr/>
            </p:nvSpPr>
            <p:spPr bwMode="auto">
              <a:xfrm>
                <a:off x="3621"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1" name="Rectangle 122"/>
              <p:cNvSpPr>
                <a:spLocks noChangeArrowheads="1"/>
              </p:cNvSpPr>
              <p:nvPr/>
            </p:nvSpPr>
            <p:spPr bwMode="auto">
              <a:xfrm>
                <a:off x="3632" y="1296"/>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72" name="Line 123"/>
              <p:cNvSpPr>
                <a:spLocks noChangeShapeType="1"/>
              </p:cNvSpPr>
              <p:nvPr/>
            </p:nvSpPr>
            <p:spPr bwMode="auto">
              <a:xfrm>
                <a:off x="3632" y="1296"/>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 name="Rectangle 124"/>
              <p:cNvSpPr>
                <a:spLocks noChangeArrowheads="1"/>
              </p:cNvSpPr>
              <p:nvPr/>
            </p:nvSpPr>
            <p:spPr bwMode="auto">
              <a:xfrm>
                <a:off x="3882"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74" name="Line 125"/>
              <p:cNvSpPr>
                <a:spLocks noChangeShapeType="1"/>
              </p:cNvSpPr>
              <p:nvPr/>
            </p:nvSpPr>
            <p:spPr bwMode="auto">
              <a:xfrm>
                <a:off x="3882"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 name="Line 126"/>
              <p:cNvSpPr>
                <a:spLocks noChangeShapeType="1"/>
              </p:cNvSpPr>
              <p:nvPr/>
            </p:nvSpPr>
            <p:spPr bwMode="auto">
              <a:xfrm>
                <a:off x="3882"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6" name="Rectangle 127"/>
              <p:cNvSpPr>
                <a:spLocks noChangeArrowheads="1"/>
              </p:cNvSpPr>
              <p:nvPr/>
            </p:nvSpPr>
            <p:spPr bwMode="auto">
              <a:xfrm>
                <a:off x="3893" y="1296"/>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77" name="Line 128"/>
              <p:cNvSpPr>
                <a:spLocks noChangeShapeType="1"/>
              </p:cNvSpPr>
              <p:nvPr/>
            </p:nvSpPr>
            <p:spPr bwMode="auto">
              <a:xfrm>
                <a:off x="3893" y="1296"/>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8" name="Rectangle 129"/>
              <p:cNvSpPr>
                <a:spLocks noChangeArrowheads="1"/>
              </p:cNvSpPr>
              <p:nvPr/>
            </p:nvSpPr>
            <p:spPr bwMode="auto">
              <a:xfrm>
                <a:off x="4133"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79" name="Line 130"/>
              <p:cNvSpPr>
                <a:spLocks noChangeShapeType="1"/>
              </p:cNvSpPr>
              <p:nvPr/>
            </p:nvSpPr>
            <p:spPr bwMode="auto">
              <a:xfrm>
                <a:off x="4133"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0" name="Line 131"/>
              <p:cNvSpPr>
                <a:spLocks noChangeShapeType="1"/>
              </p:cNvSpPr>
              <p:nvPr/>
            </p:nvSpPr>
            <p:spPr bwMode="auto">
              <a:xfrm>
                <a:off x="4133"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1" name="Rectangle 132"/>
              <p:cNvSpPr>
                <a:spLocks noChangeArrowheads="1"/>
              </p:cNvSpPr>
              <p:nvPr/>
            </p:nvSpPr>
            <p:spPr bwMode="auto">
              <a:xfrm>
                <a:off x="4144" y="1296"/>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82" name="Line 133"/>
              <p:cNvSpPr>
                <a:spLocks noChangeShapeType="1"/>
              </p:cNvSpPr>
              <p:nvPr/>
            </p:nvSpPr>
            <p:spPr bwMode="auto">
              <a:xfrm>
                <a:off x="4144" y="1296"/>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3" name="Rectangle 134"/>
              <p:cNvSpPr>
                <a:spLocks noChangeArrowheads="1"/>
              </p:cNvSpPr>
              <p:nvPr/>
            </p:nvSpPr>
            <p:spPr bwMode="auto">
              <a:xfrm>
                <a:off x="4394"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84" name="Line 135"/>
              <p:cNvSpPr>
                <a:spLocks noChangeShapeType="1"/>
              </p:cNvSpPr>
              <p:nvPr/>
            </p:nvSpPr>
            <p:spPr bwMode="auto">
              <a:xfrm>
                <a:off x="4394"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5" name="Line 136"/>
              <p:cNvSpPr>
                <a:spLocks noChangeShapeType="1"/>
              </p:cNvSpPr>
              <p:nvPr/>
            </p:nvSpPr>
            <p:spPr bwMode="auto">
              <a:xfrm>
                <a:off x="4394"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6" name="Rectangle 137"/>
              <p:cNvSpPr>
                <a:spLocks noChangeArrowheads="1"/>
              </p:cNvSpPr>
              <p:nvPr/>
            </p:nvSpPr>
            <p:spPr bwMode="auto">
              <a:xfrm>
                <a:off x="4405" y="1296"/>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87" name="Line 138"/>
              <p:cNvSpPr>
                <a:spLocks noChangeShapeType="1"/>
              </p:cNvSpPr>
              <p:nvPr/>
            </p:nvSpPr>
            <p:spPr bwMode="auto">
              <a:xfrm>
                <a:off x="4405" y="1296"/>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8" name="Rectangle 139"/>
              <p:cNvSpPr>
                <a:spLocks noChangeArrowheads="1"/>
              </p:cNvSpPr>
              <p:nvPr/>
            </p:nvSpPr>
            <p:spPr bwMode="auto">
              <a:xfrm>
                <a:off x="4655"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89" name="Line 140"/>
              <p:cNvSpPr>
                <a:spLocks noChangeShapeType="1"/>
              </p:cNvSpPr>
              <p:nvPr/>
            </p:nvSpPr>
            <p:spPr bwMode="auto">
              <a:xfrm>
                <a:off x="4655"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0" name="Line 141"/>
              <p:cNvSpPr>
                <a:spLocks noChangeShapeType="1"/>
              </p:cNvSpPr>
              <p:nvPr/>
            </p:nvSpPr>
            <p:spPr bwMode="auto">
              <a:xfrm>
                <a:off x="4655"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1" name="Rectangle 142"/>
              <p:cNvSpPr>
                <a:spLocks noChangeArrowheads="1"/>
              </p:cNvSpPr>
              <p:nvPr/>
            </p:nvSpPr>
            <p:spPr bwMode="auto">
              <a:xfrm>
                <a:off x="4666" y="1296"/>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92" name="Line 143"/>
              <p:cNvSpPr>
                <a:spLocks noChangeShapeType="1"/>
              </p:cNvSpPr>
              <p:nvPr/>
            </p:nvSpPr>
            <p:spPr bwMode="auto">
              <a:xfrm>
                <a:off x="4666" y="1296"/>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 name="Rectangle 144"/>
              <p:cNvSpPr>
                <a:spLocks noChangeArrowheads="1"/>
              </p:cNvSpPr>
              <p:nvPr/>
            </p:nvSpPr>
            <p:spPr bwMode="auto">
              <a:xfrm>
                <a:off x="4905"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94" name="Line 145"/>
              <p:cNvSpPr>
                <a:spLocks noChangeShapeType="1"/>
              </p:cNvSpPr>
              <p:nvPr/>
            </p:nvSpPr>
            <p:spPr bwMode="auto">
              <a:xfrm>
                <a:off x="4905"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 name="Line 146"/>
              <p:cNvSpPr>
                <a:spLocks noChangeShapeType="1"/>
              </p:cNvSpPr>
              <p:nvPr/>
            </p:nvSpPr>
            <p:spPr bwMode="auto">
              <a:xfrm>
                <a:off x="4905"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6" name="Rectangle 147"/>
              <p:cNvSpPr>
                <a:spLocks noChangeArrowheads="1"/>
              </p:cNvSpPr>
              <p:nvPr/>
            </p:nvSpPr>
            <p:spPr bwMode="auto">
              <a:xfrm>
                <a:off x="4916" y="1296"/>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97" name="Line 148"/>
              <p:cNvSpPr>
                <a:spLocks noChangeShapeType="1"/>
              </p:cNvSpPr>
              <p:nvPr/>
            </p:nvSpPr>
            <p:spPr bwMode="auto">
              <a:xfrm>
                <a:off x="4916" y="1296"/>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8" name="Rectangle 149"/>
              <p:cNvSpPr>
                <a:spLocks noChangeArrowheads="1"/>
              </p:cNvSpPr>
              <p:nvPr/>
            </p:nvSpPr>
            <p:spPr bwMode="auto">
              <a:xfrm>
                <a:off x="5167" y="1296"/>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99" name="Line 150"/>
              <p:cNvSpPr>
                <a:spLocks noChangeShapeType="1"/>
              </p:cNvSpPr>
              <p:nvPr/>
            </p:nvSpPr>
            <p:spPr bwMode="auto">
              <a:xfrm>
                <a:off x="5167" y="129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0" name="Line 151"/>
              <p:cNvSpPr>
                <a:spLocks noChangeShapeType="1"/>
              </p:cNvSpPr>
              <p:nvPr/>
            </p:nvSpPr>
            <p:spPr bwMode="auto">
              <a:xfrm>
                <a:off x="5167"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1" name="Rectangle 152"/>
              <p:cNvSpPr>
                <a:spLocks noChangeArrowheads="1"/>
              </p:cNvSpPr>
              <p:nvPr/>
            </p:nvSpPr>
            <p:spPr bwMode="auto">
              <a:xfrm>
                <a:off x="5177" y="1296"/>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02" name="Line 153"/>
              <p:cNvSpPr>
                <a:spLocks noChangeShapeType="1"/>
              </p:cNvSpPr>
              <p:nvPr/>
            </p:nvSpPr>
            <p:spPr bwMode="auto">
              <a:xfrm>
                <a:off x="5177" y="1296"/>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 name="Rectangle 154"/>
              <p:cNvSpPr>
                <a:spLocks noChangeArrowheads="1"/>
              </p:cNvSpPr>
              <p:nvPr/>
            </p:nvSpPr>
            <p:spPr bwMode="auto">
              <a:xfrm>
                <a:off x="5417"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04" name="Line 155"/>
              <p:cNvSpPr>
                <a:spLocks noChangeShapeType="1"/>
              </p:cNvSpPr>
              <p:nvPr/>
            </p:nvSpPr>
            <p:spPr bwMode="auto">
              <a:xfrm>
                <a:off x="5417"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5" name="Line 156"/>
              <p:cNvSpPr>
                <a:spLocks noChangeShapeType="1"/>
              </p:cNvSpPr>
              <p:nvPr/>
            </p:nvSpPr>
            <p:spPr bwMode="auto">
              <a:xfrm>
                <a:off x="5417"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6" name="Rectangle 157"/>
              <p:cNvSpPr>
                <a:spLocks noChangeArrowheads="1"/>
              </p:cNvSpPr>
              <p:nvPr/>
            </p:nvSpPr>
            <p:spPr bwMode="auto">
              <a:xfrm>
                <a:off x="5428" y="1296"/>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07" name="Line 158"/>
              <p:cNvSpPr>
                <a:spLocks noChangeShapeType="1"/>
              </p:cNvSpPr>
              <p:nvPr/>
            </p:nvSpPr>
            <p:spPr bwMode="auto">
              <a:xfrm>
                <a:off x="5428" y="1296"/>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8" name="Rectangle 159"/>
              <p:cNvSpPr>
                <a:spLocks noChangeArrowheads="1"/>
              </p:cNvSpPr>
              <p:nvPr/>
            </p:nvSpPr>
            <p:spPr bwMode="auto">
              <a:xfrm>
                <a:off x="5678"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09" name="Line 160"/>
              <p:cNvSpPr>
                <a:spLocks noChangeShapeType="1"/>
              </p:cNvSpPr>
              <p:nvPr/>
            </p:nvSpPr>
            <p:spPr bwMode="auto">
              <a:xfrm>
                <a:off x="5678"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0" name="Line 161"/>
              <p:cNvSpPr>
                <a:spLocks noChangeShapeType="1"/>
              </p:cNvSpPr>
              <p:nvPr/>
            </p:nvSpPr>
            <p:spPr bwMode="auto">
              <a:xfrm>
                <a:off x="5678"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1" name="Rectangle 162"/>
              <p:cNvSpPr>
                <a:spLocks noChangeArrowheads="1"/>
              </p:cNvSpPr>
              <p:nvPr/>
            </p:nvSpPr>
            <p:spPr bwMode="auto">
              <a:xfrm>
                <a:off x="5678" y="129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12" name="Line 163"/>
              <p:cNvSpPr>
                <a:spLocks noChangeShapeType="1"/>
              </p:cNvSpPr>
              <p:nvPr/>
            </p:nvSpPr>
            <p:spPr bwMode="auto">
              <a:xfrm>
                <a:off x="5678" y="1296"/>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 name="Line 164"/>
              <p:cNvSpPr>
                <a:spLocks noChangeShapeType="1"/>
              </p:cNvSpPr>
              <p:nvPr/>
            </p:nvSpPr>
            <p:spPr bwMode="auto">
              <a:xfrm>
                <a:off x="5678" y="129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 name="Rectangle 165"/>
              <p:cNvSpPr>
                <a:spLocks noChangeArrowheads="1"/>
              </p:cNvSpPr>
              <p:nvPr/>
            </p:nvSpPr>
            <p:spPr bwMode="auto">
              <a:xfrm>
                <a:off x="63"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15" name="Line 166"/>
              <p:cNvSpPr>
                <a:spLocks noChangeShapeType="1"/>
              </p:cNvSpPr>
              <p:nvPr/>
            </p:nvSpPr>
            <p:spPr bwMode="auto">
              <a:xfrm>
                <a:off x="63"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6" name="Rectangle 167"/>
              <p:cNvSpPr>
                <a:spLocks noChangeArrowheads="1"/>
              </p:cNvSpPr>
              <p:nvPr/>
            </p:nvSpPr>
            <p:spPr bwMode="auto">
              <a:xfrm>
                <a:off x="542" y="1308"/>
                <a:ext cx="10"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17" name="Line 168"/>
              <p:cNvSpPr>
                <a:spLocks noChangeShapeType="1"/>
              </p:cNvSpPr>
              <p:nvPr/>
            </p:nvSpPr>
            <p:spPr bwMode="auto">
              <a:xfrm>
                <a:off x="542"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8" name="Rectangle 169"/>
              <p:cNvSpPr>
                <a:spLocks noChangeArrowheads="1"/>
              </p:cNvSpPr>
              <p:nvPr/>
            </p:nvSpPr>
            <p:spPr bwMode="auto">
              <a:xfrm>
                <a:off x="803"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19" name="Line 170"/>
              <p:cNvSpPr>
                <a:spLocks noChangeShapeType="1"/>
              </p:cNvSpPr>
              <p:nvPr/>
            </p:nvSpPr>
            <p:spPr bwMode="auto">
              <a:xfrm>
                <a:off x="803"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0" name="Rectangle 171"/>
              <p:cNvSpPr>
                <a:spLocks noChangeArrowheads="1"/>
              </p:cNvSpPr>
              <p:nvPr/>
            </p:nvSpPr>
            <p:spPr bwMode="auto">
              <a:xfrm>
                <a:off x="1053"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21" name="Line 172"/>
              <p:cNvSpPr>
                <a:spLocks noChangeShapeType="1"/>
              </p:cNvSpPr>
              <p:nvPr/>
            </p:nvSpPr>
            <p:spPr bwMode="auto">
              <a:xfrm>
                <a:off x="1053"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2" name="Rectangle 173"/>
              <p:cNvSpPr>
                <a:spLocks noChangeArrowheads="1"/>
              </p:cNvSpPr>
              <p:nvPr/>
            </p:nvSpPr>
            <p:spPr bwMode="auto">
              <a:xfrm>
                <a:off x="1314"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23" name="Line 174"/>
              <p:cNvSpPr>
                <a:spLocks noChangeShapeType="1"/>
              </p:cNvSpPr>
              <p:nvPr/>
            </p:nvSpPr>
            <p:spPr bwMode="auto">
              <a:xfrm>
                <a:off x="1314"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4" name="Rectangle 175"/>
              <p:cNvSpPr>
                <a:spLocks noChangeArrowheads="1"/>
              </p:cNvSpPr>
              <p:nvPr/>
            </p:nvSpPr>
            <p:spPr bwMode="auto">
              <a:xfrm>
                <a:off x="1575"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25" name="Line 176"/>
              <p:cNvSpPr>
                <a:spLocks noChangeShapeType="1"/>
              </p:cNvSpPr>
              <p:nvPr/>
            </p:nvSpPr>
            <p:spPr bwMode="auto">
              <a:xfrm>
                <a:off x="1575"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6" name="Rectangle 177"/>
              <p:cNvSpPr>
                <a:spLocks noChangeArrowheads="1"/>
              </p:cNvSpPr>
              <p:nvPr/>
            </p:nvSpPr>
            <p:spPr bwMode="auto">
              <a:xfrm>
                <a:off x="1826"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27" name="Line 178"/>
              <p:cNvSpPr>
                <a:spLocks noChangeShapeType="1"/>
              </p:cNvSpPr>
              <p:nvPr/>
            </p:nvSpPr>
            <p:spPr bwMode="auto">
              <a:xfrm>
                <a:off x="1826"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8" name="Rectangle 179"/>
              <p:cNvSpPr>
                <a:spLocks noChangeArrowheads="1"/>
              </p:cNvSpPr>
              <p:nvPr/>
            </p:nvSpPr>
            <p:spPr bwMode="auto">
              <a:xfrm>
                <a:off x="2087"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29" name="Line 180"/>
              <p:cNvSpPr>
                <a:spLocks noChangeShapeType="1"/>
              </p:cNvSpPr>
              <p:nvPr/>
            </p:nvSpPr>
            <p:spPr bwMode="auto">
              <a:xfrm>
                <a:off x="2087"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0" name="Rectangle 181"/>
              <p:cNvSpPr>
                <a:spLocks noChangeArrowheads="1"/>
              </p:cNvSpPr>
              <p:nvPr/>
            </p:nvSpPr>
            <p:spPr bwMode="auto">
              <a:xfrm>
                <a:off x="2337"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1" name="Line 182"/>
              <p:cNvSpPr>
                <a:spLocks noChangeShapeType="1"/>
              </p:cNvSpPr>
              <p:nvPr/>
            </p:nvSpPr>
            <p:spPr bwMode="auto">
              <a:xfrm>
                <a:off x="2337"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2" name="Rectangle 183"/>
              <p:cNvSpPr>
                <a:spLocks noChangeArrowheads="1"/>
              </p:cNvSpPr>
              <p:nvPr/>
            </p:nvSpPr>
            <p:spPr bwMode="auto">
              <a:xfrm>
                <a:off x="2598"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3" name="Line 184"/>
              <p:cNvSpPr>
                <a:spLocks noChangeShapeType="1"/>
              </p:cNvSpPr>
              <p:nvPr/>
            </p:nvSpPr>
            <p:spPr bwMode="auto">
              <a:xfrm>
                <a:off x="2598"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 name="Rectangle 185"/>
              <p:cNvSpPr>
                <a:spLocks noChangeArrowheads="1"/>
              </p:cNvSpPr>
              <p:nvPr/>
            </p:nvSpPr>
            <p:spPr bwMode="auto">
              <a:xfrm>
                <a:off x="2860" y="1308"/>
                <a:ext cx="10"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5" name="Line 186"/>
              <p:cNvSpPr>
                <a:spLocks noChangeShapeType="1"/>
              </p:cNvSpPr>
              <p:nvPr/>
            </p:nvSpPr>
            <p:spPr bwMode="auto">
              <a:xfrm>
                <a:off x="2860"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 name="Rectangle 187"/>
              <p:cNvSpPr>
                <a:spLocks noChangeArrowheads="1"/>
              </p:cNvSpPr>
              <p:nvPr/>
            </p:nvSpPr>
            <p:spPr bwMode="auto">
              <a:xfrm>
                <a:off x="3110"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7" name="Line 188"/>
              <p:cNvSpPr>
                <a:spLocks noChangeShapeType="1"/>
              </p:cNvSpPr>
              <p:nvPr/>
            </p:nvSpPr>
            <p:spPr bwMode="auto">
              <a:xfrm>
                <a:off x="3110"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 name="Rectangle 189"/>
              <p:cNvSpPr>
                <a:spLocks noChangeArrowheads="1"/>
              </p:cNvSpPr>
              <p:nvPr/>
            </p:nvSpPr>
            <p:spPr bwMode="auto">
              <a:xfrm>
                <a:off x="3371"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9" name="Line 190"/>
              <p:cNvSpPr>
                <a:spLocks noChangeShapeType="1"/>
              </p:cNvSpPr>
              <p:nvPr/>
            </p:nvSpPr>
            <p:spPr bwMode="auto">
              <a:xfrm>
                <a:off x="3371"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 name="Rectangle 191"/>
              <p:cNvSpPr>
                <a:spLocks noChangeArrowheads="1"/>
              </p:cNvSpPr>
              <p:nvPr/>
            </p:nvSpPr>
            <p:spPr bwMode="auto">
              <a:xfrm>
                <a:off x="3621"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1" name="Line 192"/>
              <p:cNvSpPr>
                <a:spLocks noChangeShapeType="1"/>
              </p:cNvSpPr>
              <p:nvPr/>
            </p:nvSpPr>
            <p:spPr bwMode="auto">
              <a:xfrm>
                <a:off x="3621"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2" name="Rectangle 193"/>
              <p:cNvSpPr>
                <a:spLocks noChangeArrowheads="1"/>
              </p:cNvSpPr>
              <p:nvPr/>
            </p:nvSpPr>
            <p:spPr bwMode="auto">
              <a:xfrm>
                <a:off x="3882"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3" name="Line 194"/>
              <p:cNvSpPr>
                <a:spLocks noChangeShapeType="1"/>
              </p:cNvSpPr>
              <p:nvPr/>
            </p:nvSpPr>
            <p:spPr bwMode="auto">
              <a:xfrm>
                <a:off x="3882"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 name="Rectangle 195"/>
              <p:cNvSpPr>
                <a:spLocks noChangeArrowheads="1"/>
              </p:cNvSpPr>
              <p:nvPr/>
            </p:nvSpPr>
            <p:spPr bwMode="auto">
              <a:xfrm>
                <a:off x="4133"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5" name="Line 196"/>
              <p:cNvSpPr>
                <a:spLocks noChangeShapeType="1"/>
              </p:cNvSpPr>
              <p:nvPr/>
            </p:nvSpPr>
            <p:spPr bwMode="auto">
              <a:xfrm>
                <a:off x="4133"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 name="Rectangle 197"/>
              <p:cNvSpPr>
                <a:spLocks noChangeArrowheads="1"/>
              </p:cNvSpPr>
              <p:nvPr/>
            </p:nvSpPr>
            <p:spPr bwMode="auto">
              <a:xfrm>
                <a:off x="4394"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7" name="Line 198"/>
              <p:cNvSpPr>
                <a:spLocks noChangeShapeType="1"/>
              </p:cNvSpPr>
              <p:nvPr/>
            </p:nvSpPr>
            <p:spPr bwMode="auto">
              <a:xfrm>
                <a:off x="4394"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8" name="Rectangle 199"/>
              <p:cNvSpPr>
                <a:spLocks noChangeArrowheads="1"/>
              </p:cNvSpPr>
              <p:nvPr/>
            </p:nvSpPr>
            <p:spPr bwMode="auto">
              <a:xfrm>
                <a:off x="4655"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9" name="Line 200"/>
              <p:cNvSpPr>
                <a:spLocks noChangeShapeType="1"/>
              </p:cNvSpPr>
              <p:nvPr/>
            </p:nvSpPr>
            <p:spPr bwMode="auto">
              <a:xfrm>
                <a:off x="4655"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0" name="Rectangle 201"/>
              <p:cNvSpPr>
                <a:spLocks noChangeArrowheads="1"/>
              </p:cNvSpPr>
              <p:nvPr/>
            </p:nvSpPr>
            <p:spPr bwMode="auto">
              <a:xfrm>
                <a:off x="4905"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51" name="Line 202"/>
              <p:cNvSpPr>
                <a:spLocks noChangeShapeType="1"/>
              </p:cNvSpPr>
              <p:nvPr/>
            </p:nvSpPr>
            <p:spPr bwMode="auto">
              <a:xfrm>
                <a:off x="4905"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2" name="Rectangle 203"/>
              <p:cNvSpPr>
                <a:spLocks noChangeArrowheads="1"/>
              </p:cNvSpPr>
              <p:nvPr/>
            </p:nvSpPr>
            <p:spPr bwMode="auto">
              <a:xfrm>
                <a:off x="5167" y="1308"/>
                <a:ext cx="10"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53" name="Line 204"/>
              <p:cNvSpPr>
                <a:spLocks noChangeShapeType="1"/>
              </p:cNvSpPr>
              <p:nvPr/>
            </p:nvSpPr>
            <p:spPr bwMode="auto">
              <a:xfrm>
                <a:off x="5167"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4" name="Rectangle 205"/>
              <p:cNvSpPr>
                <a:spLocks noChangeArrowheads="1"/>
              </p:cNvSpPr>
              <p:nvPr/>
            </p:nvSpPr>
            <p:spPr bwMode="auto">
              <a:xfrm>
                <a:off x="5417"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55" name="Line 206"/>
              <p:cNvSpPr>
                <a:spLocks noChangeShapeType="1"/>
              </p:cNvSpPr>
              <p:nvPr/>
            </p:nvSpPr>
            <p:spPr bwMode="auto">
              <a:xfrm>
                <a:off x="5417"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56" name="Group 207"/>
            <p:cNvGrpSpPr>
              <a:grpSpLocks/>
            </p:cNvGrpSpPr>
            <p:nvPr/>
          </p:nvGrpSpPr>
          <p:grpSpPr bwMode="auto">
            <a:xfrm>
              <a:off x="1104782" y="4144963"/>
              <a:ext cx="8931275" cy="1417637"/>
              <a:chOff x="63" y="1308"/>
              <a:chExt cx="5626" cy="893"/>
            </a:xfrm>
          </p:grpSpPr>
          <p:sp>
            <p:nvSpPr>
              <p:cNvPr id="1457" name="Rectangle 208"/>
              <p:cNvSpPr>
                <a:spLocks noChangeArrowheads="1"/>
              </p:cNvSpPr>
              <p:nvPr/>
            </p:nvSpPr>
            <p:spPr bwMode="auto">
              <a:xfrm>
                <a:off x="5678" y="1308"/>
                <a:ext cx="11" cy="4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58" name="Line 209"/>
              <p:cNvSpPr>
                <a:spLocks noChangeShapeType="1"/>
              </p:cNvSpPr>
              <p:nvPr/>
            </p:nvSpPr>
            <p:spPr bwMode="auto">
              <a:xfrm>
                <a:off x="5678" y="1308"/>
                <a:ext cx="1"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9" name="Rectangle 210"/>
              <p:cNvSpPr>
                <a:spLocks noChangeArrowheads="1"/>
              </p:cNvSpPr>
              <p:nvPr/>
            </p:nvSpPr>
            <p:spPr bwMode="auto">
              <a:xfrm>
                <a:off x="629"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7</a:t>
                </a:r>
                <a:endParaRPr lang="en-US" altLang="zh-CN" u="sng"/>
              </a:p>
            </p:txBody>
          </p:sp>
          <p:sp>
            <p:nvSpPr>
              <p:cNvPr id="1460" name="Rectangle 211"/>
              <p:cNvSpPr>
                <a:spLocks noChangeArrowheads="1"/>
              </p:cNvSpPr>
              <p:nvPr/>
            </p:nvSpPr>
            <p:spPr bwMode="auto">
              <a:xfrm>
                <a:off x="705"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61" name="Rectangle 212"/>
              <p:cNvSpPr>
                <a:spLocks noChangeArrowheads="1"/>
              </p:cNvSpPr>
              <p:nvPr/>
            </p:nvSpPr>
            <p:spPr bwMode="auto">
              <a:xfrm>
                <a:off x="890"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7</a:t>
                </a:r>
                <a:endParaRPr lang="en-US" altLang="zh-CN" u="sng"/>
              </a:p>
            </p:txBody>
          </p:sp>
          <p:sp>
            <p:nvSpPr>
              <p:cNvPr id="1462" name="Rectangle 213"/>
              <p:cNvSpPr>
                <a:spLocks noChangeArrowheads="1"/>
              </p:cNvSpPr>
              <p:nvPr/>
            </p:nvSpPr>
            <p:spPr bwMode="auto">
              <a:xfrm>
                <a:off x="966"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63" name="Rectangle 214"/>
              <p:cNvSpPr>
                <a:spLocks noChangeArrowheads="1"/>
              </p:cNvSpPr>
              <p:nvPr/>
            </p:nvSpPr>
            <p:spPr bwMode="auto">
              <a:xfrm>
                <a:off x="1151"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chemeClr val="tx2"/>
                    </a:solidFill>
                    <a:latin typeface="宋体" pitchFamily="2" charset="-122"/>
                  </a:rPr>
                  <a:t>7</a:t>
                </a:r>
              </a:p>
            </p:txBody>
          </p:sp>
          <p:sp>
            <p:nvSpPr>
              <p:cNvPr id="1464" name="Rectangle 215"/>
              <p:cNvSpPr>
                <a:spLocks noChangeArrowheads="1"/>
              </p:cNvSpPr>
              <p:nvPr/>
            </p:nvSpPr>
            <p:spPr bwMode="auto">
              <a:xfrm>
                <a:off x="1227"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65" name="Rectangle 216"/>
              <p:cNvSpPr>
                <a:spLocks noChangeArrowheads="1"/>
              </p:cNvSpPr>
              <p:nvPr/>
            </p:nvSpPr>
            <p:spPr bwMode="auto">
              <a:xfrm>
                <a:off x="1401"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CC3300"/>
                    </a:solidFill>
                    <a:latin typeface="宋体" pitchFamily="2" charset="-122"/>
                  </a:rPr>
                  <a:t>2</a:t>
                </a:r>
              </a:p>
            </p:txBody>
          </p:sp>
          <p:sp>
            <p:nvSpPr>
              <p:cNvPr id="1466" name="Rectangle 217"/>
              <p:cNvSpPr>
                <a:spLocks noChangeArrowheads="1"/>
              </p:cNvSpPr>
              <p:nvPr/>
            </p:nvSpPr>
            <p:spPr bwMode="auto">
              <a:xfrm>
                <a:off x="1477"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67" name="Rectangle 218"/>
              <p:cNvSpPr>
                <a:spLocks noChangeArrowheads="1"/>
              </p:cNvSpPr>
              <p:nvPr/>
            </p:nvSpPr>
            <p:spPr bwMode="auto">
              <a:xfrm>
                <a:off x="1662"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68" name="Rectangle 219"/>
              <p:cNvSpPr>
                <a:spLocks noChangeArrowheads="1"/>
              </p:cNvSpPr>
              <p:nvPr/>
            </p:nvSpPr>
            <p:spPr bwMode="auto">
              <a:xfrm>
                <a:off x="1913"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2</a:t>
                </a:r>
                <a:endParaRPr lang="en-US" altLang="zh-CN" u="sng"/>
              </a:p>
            </p:txBody>
          </p:sp>
          <p:sp>
            <p:nvSpPr>
              <p:cNvPr id="1469" name="Rectangle 220"/>
              <p:cNvSpPr>
                <a:spLocks noChangeArrowheads="1"/>
              </p:cNvSpPr>
              <p:nvPr/>
            </p:nvSpPr>
            <p:spPr bwMode="auto">
              <a:xfrm>
                <a:off x="1989"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70" name="Rectangle 221"/>
              <p:cNvSpPr>
                <a:spLocks noChangeArrowheads="1"/>
              </p:cNvSpPr>
              <p:nvPr/>
            </p:nvSpPr>
            <p:spPr bwMode="auto">
              <a:xfrm>
                <a:off x="2174"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71" name="Rectangle 222"/>
              <p:cNvSpPr>
                <a:spLocks noChangeArrowheads="1"/>
              </p:cNvSpPr>
              <p:nvPr/>
            </p:nvSpPr>
            <p:spPr bwMode="auto">
              <a:xfrm>
                <a:off x="2435"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2</a:t>
                </a:r>
                <a:endParaRPr lang="en-US" altLang="zh-CN" u="sng"/>
              </a:p>
            </p:txBody>
          </p:sp>
          <p:sp>
            <p:nvSpPr>
              <p:cNvPr id="1472" name="Rectangle 223"/>
              <p:cNvSpPr>
                <a:spLocks noChangeArrowheads="1"/>
              </p:cNvSpPr>
              <p:nvPr/>
            </p:nvSpPr>
            <p:spPr bwMode="auto">
              <a:xfrm>
                <a:off x="2511"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73" name="Rectangle 224"/>
              <p:cNvSpPr>
                <a:spLocks noChangeArrowheads="1"/>
              </p:cNvSpPr>
              <p:nvPr/>
            </p:nvSpPr>
            <p:spPr bwMode="auto">
              <a:xfrm>
                <a:off x="2685"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74" name="Rectangle 225"/>
              <p:cNvSpPr>
                <a:spLocks noChangeArrowheads="1"/>
              </p:cNvSpPr>
              <p:nvPr/>
            </p:nvSpPr>
            <p:spPr bwMode="auto">
              <a:xfrm>
                <a:off x="2947"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75" name="Rectangle 226"/>
              <p:cNvSpPr>
                <a:spLocks noChangeArrowheads="1"/>
              </p:cNvSpPr>
              <p:nvPr/>
            </p:nvSpPr>
            <p:spPr bwMode="auto">
              <a:xfrm>
                <a:off x="3197"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2</a:t>
                </a:r>
                <a:endParaRPr lang="en-US" altLang="zh-CN" u="sng"/>
              </a:p>
            </p:txBody>
          </p:sp>
          <p:sp>
            <p:nvSpPr>
              <p:cNvPr id="1476" name="Rectangle 227"/>
              <p:cNvSpPr>
                <a:spLocks noChangeArrowheads="1"/>
              </p:cNvSpPr>
              <p:nvPr/>
            </p:nvSpPr>
            <p:spPr bwMode="auto">
              <a:xfrm>
                <a:off x="3273"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77" name="Rectangle 228"/>
              <p:cNvSpPr>
                <a:spLocks noChangeArrowheads="1"/>
              </p:cNvSpPr>
              <p:nvPr/>
            </p:nvSpPr>
            <p:spPr bwMode="auto">
              <a:xfrm>
                <a:off x="3458"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78" name="Rectangle 229"/>
              <p:cNvSpPr>
                <a:spLocks noChangeArrowheads="1"/>
              </p:cNvSpPr>
              <p:nvPr/>
            </p:nvSpPr>
            <p:spPr bwMode="auto">
              <a:xfrm>
                <a:off x="3708"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79" name="Rectangle 230"/>
              <p:cNvSpPr>
                <a:spLocks noChangeArrowheads="1"/>
              </p:cNvSpPr>
              <p:nvPr/>
            </p:nvSpPr>
            <p:spPr bwMode="auto">
              <a:xfrm>
                <a:off x="3969"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2</a:t>
                </a:r>
                <a:endParaRPr lang="en-US" altLang="zh-CN" u="sng"/>
              </a:p>
            </p:txBody>
          </p:sp>
          <p:sp>
            <p:nvSpPr>
              <p:cNvPr id="1480" name="Rectangle 231"/>
              <p:cNvSpPr>
                <a:spLocks noChangeArrowheads="1"/>
              </p:cNvSpPr>
              <p:nvPr/>
            </p:nvSpPr>
            <p:spPr bwMode="auto">
              <a:xfrm>
                <a:off x="4046"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81" name="Rectangle 232"/>
              <p:cNvSpPr>
                <a:spLocks noChangeArrowheads="1"/>
              </p:cNvSpPr>
              <p:nvPr/>
            </p:nvSpPr>
            <p:spPr bwMode="auto">
              <a:xfrm>
                <a:off x="4231"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82" name="Rectangle 233"/>
              <p:cNvSpPr>
                <a:spLocks noChangeArrowheads="1"/>
              </p:cNvSpPr>
              <p:nvPr/>
            </p:nvSpPr>
            <p:spPr bwMode="auto">
              <a:xfrm>
                <a:off x="4481"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83" name="Rectangle 234"/>
              <p:cNvSpPr>
                <a:spLocks noChangeArrowheads="1"/>
              </p:cNvSpPr>
              <p:nvPr/>
            </p:nvSpPr>
            <p:spPr bwMode="auto">
              <a:xfrm>
                <a:off x="4742"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84" name="Rectangle 235"/>
              <p:cNvSpPr>
                <a:spLocks noChangeArrowheads="1"/>
              </p:cNvSpPr>
              <p:nvPr/>
            </p:nvSpPr>
            <p:spPr bwMode="auto">
              <a:xfrm>
                <a:off x="4992"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CC3300"/>
                    </a:solidFill>
                    <a:latin typeface="宋体" pitchFamily="2" charset="-122"/>
                  </a:rPr>
                  <a:t>7</a:t>
                </a:r>
              </a:p>
            </p:txBody>
          </p:sp>
          <p:sp>
            <p:nvSpPr>
              <p:cNvPr id="1485" name="Rectangle 236"/>
              <p:cNvSpPr>
                <a:spLocks noChangeArrowheads="1"/>
              </p:cNvSpPr>
              <p:nvPr/>
            </p:nvSpPr>
            <p:spPr bwMode="auto">
              <a:xfrm>
                <a:off x="5069"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86" name="Rectangle 237"/>
              <p:cNvSpPr>
                <a:spLocks noChangeArrowheads="1"/>
              </p:cNvSpPr>
              <p:nvPr/>
            </p:nvSpPr>
            <p:spPr bwMode="auto">
              <a:xfrm>
                <a:off x="5254"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87" name="Rectangle 238"/>
              <p:cNvSpPr>
                <a:spLocks noChangeArrowheads="1"/>
              </p:cNvSpPr>
              <p:nvPr/>
            </p:nvSpPr>
            <p:spPr bwMode="auto">
              <a:xfrm>
                <a:off x="5515"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488" name="Rectangle 239"/>
              <p:cNvSpPr>
                <a:spLocks noChangeArrowheads="1"/>
              </p:cNvSpPr>
              <p:nvPr/>
            </p:nvSpPr>
            <p:spPr bwMode="auto">
              <a:xfrm>
                <a:off x="63"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89" name="Line 240"/>
              <p:cNvSpPr>
                <a:spLocks noChangeShapeType="1"/>
              </p:cNvSpPr>
              <p:nvPr/>
            </p:nvSpPr>
            <p:spPr bwMode="auto">
              <a:xfrm>
                <a:off x="63"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0" name="Line 241"/>
              <p:cNvSpPr>
                <a:spLocks noChangeShapeType="1"/>
              </p:cNvSpPr>
              <p:nvPr/>
            </p:nvSpPr>
            <p:spPr bwMode="auto">
              <a:xfrm>
                <a:off x="63"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1" name="Rectangle 242"/>
              <p:cNvSpPr>
                <a:spLocks noChangeArrowheads="1"/>
              </p:cNvSpPr>
              <p:nvPr/>
            </p:nvSpPr>
            <p:spPr bwMode="auto">
              <a:xfrm>
                <a:off x="74" y="1737"/>
                <a:ext cx="468"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92" name="Line 243"/>
              <p:cNvSpPr>
                <a:spLocks noChangeShapeType="1"/>
              </p:cNvSpPr>
              <p:nvPr/>
            </p:nvSpPr>
            <p:spPr bwMode="auto">
              <a:xfrm>
                <a:off x="74" y="1737"/>
                <a:ext cx="4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3" name="Rectangle 244"/>
              <p:cNvSpPr>
                <a:spLocks noChangeArrowheads="1"/>
              </p:cNvSpPr>
              <p:nvPr/>
            </p:nvSpPr>
            <p:spPr bwMode="auto">
              <a:xfrm>
                <a:off x="542" y="1737"/>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94" name="Line 245"/>
              <p:cNvSpPr>
                <a:spLocks noChangeShapeType="1"/>
              </p:cNvSpPr>
              <p:nvPr/>
            </p:nvSpPr>
            <p:spPr bwMode="auto">
              <a:xfrm>
                <a:off x="542" y="1737"/>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5" name="Line 246"/>
              <p:cNvSpPr>
                <a:spLocks noChangeShapeType="1"/>
              </p:cNvSpPr>
              <p:nvPr/>
            </p:nvSpPr>
            <p:spPr bwMode="auto">
              <a:xfrm>
                <a:off x="542"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6" name="Rectangle 247"/>
              <p:cNvSpPr>
                <a:spLocks noChangeArrowheads="1"/>
              </p:cNvSpPr>
              <p:nvPr/>
            </p:nvSpPr>
            <p:spPr bwMode="auto">
              <a:xfrm>
                <a:off x="552" y="1737"/>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97" name="Line 248"/>
              <p:cNvSpPr>
                <a:spLocks noChangeShapeType="1"/>
              </p:cNvSpPr>
              <p:nvPr/>
            </p:nvSpPr>
            <p:spPr bwMode="auto">
              <a:xfrm>
                <a:off x="552" y="1737"/>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8" name="Rectangle 249"/>
              <p:cNvSpPr>
                <a:spLocks noChangeArrowheads="1"/>
              </p:cNvSpPr>
              <p:nvPr/>
            </p:nvSpPr>
            <p:spPr bwMode="auto">
              <a:xfrm>
                <a:off x="803"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99" name="Line 250"/>
              <p:cNvSpPr>
                <a:spLocks noChangeShapeType="1"/>
              </p:cNvSpPr>
              <p:nvPr/>
            </p:nvSpPr>
            <p:spPr bwMode="auto">
              <a:xfrm>
                <a:off x="803"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0" name="Line 251"/>
              <p:cNvSpPr>
                <a:spLocks noChangeShapeType="1"/>
              </p:cNvSpPr>
              <p:nvPr/>
            </p:nvSpPr>
            <p:spPr bwMode="auto">
              <a:xfrm>
                <a:off x="803"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1" name="Rectangle 252"/>
              <p:cNvSpPr>
                <a:spLocks noChangeArrowheads="1"/>
              </p:cNvSpPr>
              <p:nvPr/>
            </p:nvSpPr>
            <p:spPr bwMode="auto">
              <a:xfrm>
                <a:off x="814" y="1737"/>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02" name="Line 253"/>
              <p:cNvSpPr>
                <a:spLocks noChangeShapeType="1"/>
              </p:cNvSpPr>
              <p:nvPr/>
            </p:nvSpPr>
            <p:spPr bwMode="auto">
              <a:xfrm>
                <a:off x="814" y="1737"/>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3" name="Rectangle 254"/>
              <p:cNvSpPr>
                <a:spLocks noChangeArrowheads="1"/>
              </p:cNvSpPr>
              <p:nvPr/>
            </p:nvSpPr>
            <p:spPr bwMode="auto">
              <a:xfrm>
                <a:off x="1053"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04" name="Line 255"/>
              <p:cNvSpPr>
                <a:spLocks noChangeShapeType="1"/>
              </p:cNvSpPr>
              <p:nvPr/>
            </p:nvSpPr>
            <p:spPr bwMode="auto">
              <a:xfrm>
                <a:off x="1053"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 name="Line 256"/>
              <p:cNvSpPr>
                <a:spLocks noChangeShapeType="1"/>
              </p:cNvSpPr>
              <p:nvPr/>
            </p:nvSpPr>
            <p:spPr bwMode="auto">
              <a:xfrm>
                <a:off x="1053"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6" name="Rectangle 257"/>
              <p:cNvSpPr>
                <a:spLocks noChangeArrowheads="1"/>
              </p:cNvSpPr>
              <p:nvPr/>
            </p:nvSpPr>
            <p:spPr bwMode="auto">
              <a:xfrm>
                <a:off x="1064" y="173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07" name="Line 258"/>
              <p:cNvSpPr>
                <a:spLocks noChangeShapeType="1"/>
              </p:cNvSpPr>
              <p:nvPr/>
            </p:nvSpPr>
            <p:spPr bwMode="auto">
              <a:xfrm>
                <a:off x="1064" y="173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8" name="Rectangle 259"/>
              <p:cNvSpPr>
                <a:spLocks noChangeArrowheads="1"/>
              </p:cNvSpPr>
              <p:nvPr/>
            </p:nvSpPr>
            <p:spPr bwMode="auto">
              <a:xfrm>
                <a:off x="1314"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09" name="Line 260"/>
              <p:cNvSpPr>
                <a:spLocks noChangeShapeType="1"/>
              </p:cNvSpPr>
              <p:nvPr/>
            </p:nvSpPr>
            <p:spPr bwMode="auto">
              <a:xfrm>
                <a:off x="1314"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0" name="Line 261"/>
              <p:cNvSpPr>
                <a:spLocks noChangeShapeType="1"/>
              </p:cNvSpPr>
              <p:nvPr/>
            </p:nvSpPr>
            <p:spPr bwMode="auto">
              <a:xfrm>
                <a:off x="1314"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1" name="Rectangle 262"/>
              <p:cNvSpPr>
                <a:spLocks noChangeArrowheads="1"/>
              </p:cNvSpPr>
              <p:nvPr/>
            </p:nvSpPr>
            <p:spPr bwMode="auto">
              <a:xfrm>
                <a:off x="1325" y="173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12" name="Line 263"/>
              <p:cNvSpPr>
                <a:spLocks noChangeShapeType="1"/>
              </p:cNvSpPr>
              <p:nvPr/>
            </p:nvSpPr>
            <p:spPr bwMode="auto">
              <a:xfrm>
                <a:off x="1325" y="173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3" name="Rectangle 264"/>
              <p:cNvSpPr>
                <a:spLocks noChangeArrowheads="1"/>
              </p:cNvSpPr>
              <p:nvPr/>
            </p:nvSpPr>
            <p:spPr bwMode="auto">
              <a:xfrm>
                <a:off x="1575"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14" name="Line 265"/>
              <p:cNvSpPr>
                <a:spLocks noChangeShapeType="1"/>
              </p:cNvSpPr>
              <p:nvPr/>
            </p:nvSpPr>
            <p:spPr bwMode="auto">
              <a:xfrm>
                <a:off x="1575"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5" name="Line 266"/>
              <p:cNvSpPr>
                <a:spLocks noChangeShapeType="1"/>
              </p:cNvSpPr>
              <p:nvPr/>
            </p:nvSpPr>
            <p:spPr bwMode="auto">
              <a:xfrm>
                <a:off x="1575"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6" name="Rectangle 267"/>
              <p:cNvSpPr>
                <a:spLocks noChangeArrowheads="1"/>
              </p:cNvSpPr>
              <p:nvPr/>
            </p:nvSpPr>
            <p:spPr bwMode="auto">
              <a:xfrm>
                <a:off x="1586" y="1737"/>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17" name="Line 268"/>
              <p:cNvSpPr>
                <a:spLocks noChangeShapeType="1"/>
              </p:cNvSpPr>
              <p:nvPr/>
            </p:nvSpPr>
            <p:spPr bwMode="auto">
              <a:xfrm>
                <a:off x="1586" y="1737"/>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8" name="Rectangle 269"/>
              <p:cNvSpPr>
                <a:spLocks noChangeArrowheads="1"/>
              </p:cNvSpPr>
              <p:nvPr/>
            </p:nvSpPr>
            <p:spPr bwMode="auto">
              <a:xfrm>
                <a:off x="1826"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19" name="Line 270"/>
              <p:cNvSpPr>
                <a:spLocks noChangeShapeType="1"/>
              </p:cNvSpPr>
              <p:nvPr/>
            </p:nvSpPr>
            <p:spPr bwMode="auto">
              <a:xfrm>
                <a:off x="1826"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0" name="Line 271"/>
              <p:cNvSpPr>
                <a:spLocks noChangeShapeType="1"/>
              </p:cNvSpPr>
              <p:nvPr/>
            </p:nvSpPr>
            <p:spPr bwMode="auto">
              <a:xfrm>
                <a:off x="1826"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1" name="Rectangle 272"/>
              <p:cNvSpPr>
                <a:spLocks noChangeArrowheads="1"/>
              </p:cNvSpPr>
              <p:nvPr/>
            </p:nvSpPr>
            <p:spPr bwMode="auto">
              <a:xfrm>
                <a:off x="1837" y="173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22" name="Line 273"/>
              <p:cNvSpPr>
                <a:spLocks noChangeShapeType="1"/>
              </p:cNvSpPr>
              <p:nvPr/>
            </p:nvSpPr>
            <p:spPr bwMode="auto">
              <a:xfrm>
                <a:off x="1837" y="173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3" name="Rectangle 274"/>
              <p:cNvSpPr>
                <a:spLocks noChangeArrowheads="1"/>
              </p:cNvSpPr>
              <p:nvPr/>
            </p:nvSpPr>
            <p:spPr bwMode="auto">
              <a:xfrm>
                <a:off x="2087"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24" name="Line 275"/>
              <p:cNvSpPr>
                <a:spLocks noChangeShapeType="1"/>
              </p:cNvSpPr>
              <p:nvPr/>
            </p:nvSpPr>
            <p:spPr bwMode="auto">
              <a:xfrm>
                <a:off x="2087"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5" name="Line 276"/>
              <p:cNvSpPr>
                <a:spLocks noChangeShapeType="1"/>
              </p:cNvSpPr>
              <p:nvPr/>
            </p:nvSpPr>
            <p:spPr bwMode="auto">
              <a:xfrm>
                <a:off x="2087"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6" name="Rectangle 277"/>
              <p:cNvSpPr>
                <a:spLocks noChangeArrowheads="1"/>
              </p:cNvSpPr>
              <p:nvPr/>
            </p:nvSpPr>
            <p:spPr bwMode="auto">
              <a:xfrm>
                <a:off x="2098" y="1737"/>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27" name="Line 278"/>
              <p:cNvSpPr>
                <a:spLocks noChangeShapeType="1"/>
              </p:cNvSpPr>
              <p:nvPr/>
            </p:nvSpPr>
            <p:spPr bwMode="auto">
              <a:xfrm>
                <a:off x="2098" y="1737"/>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8" name="Rectangle 279"/>
              <p:cNvSpPr>
                <a:spLocks noChangeArrowheads="1"/>
              </p:cNvSpPr>
              <p:nvPr/>
            </p:nvSpPr>
            <p:spPr bwMode="auto">
              <a:xfrm>
                <a:off x="2337"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29" name="Line 280"/>
              <p:cNvSpPr>
                <a:spLocks noChangeShapeType="1"/>
              </p:cNvSpPr>
              <p:nvPr/>
            </p:nvSpPr>
            <p:spPr bwMode="auto">
              <a:xfrm>
                <a:off x="2337"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0" name="Line 281"/>
              <p:cNvSpPr>
                <a:spLocks noChangeShapeType="1"/>
              </p:cNvSpPr>
              <p:nvPr/>
            </p:nvSpPr>
            <p:spPr bwMode="auto">
              <a:xfrm>
                <a:off x="2337"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1" name="Rectangle 282"/>
              <p:cNvSpPr>
                <a:spLocks noChangeArrowheads="1"/>
              </p:cNvSpPr>
              <p:nvPr/>
            </p:nvSpPr>
            <p:spPr bwMode="auto">
              <a:xfrm>
                <a:off x="2348" y="173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32" name="Line 283"/>
              <p:cNvSpPr>
                <a:spLocks noChangeShapeType="1"/>
              </p:cNvSpPr>
              <p:nvPr/>
            </p:nvSpPr>
            <p:spPr bwMode="auto">
              <a:xfrm>
                <a:off x="2348" y="173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3" name="Rectangle 284"/>
              <p:cNvSpPr>
                <a:spLocks noChangeArrowheads="1"/>
              </p:cNvSpPr>
              <p:nvPr/>
            </p:nvSpPr>
            <p:spPr bwMode="auto">
              <a:xfrm>
                <a:off x="2598"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34" name="Line 285"/>
              <p:cNvSpPr>
                <a:spLocks noChangeShapeType="1"/>
              </p:cNvSpPr>
              <p:nvPr/>
            </p:nvSpPr>
            <p:spPr bwMode="auto">
              <a:xfrm>
                <a:off x="2598"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5" name="Line 286"/>
              <p:cNvSpPr>
                <a:spLocks noChangeShapeType="1"/>
              </p:cNvSpPr>
              <p:nvPr/>
            </p:nvSpPr>
            <p:spPr bwMode="auto">
              <a:xfrm>
                <a:off x="2598"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 name="Rectangle 287"/>
              <p:cNvSpPr>
                <a:spLocks noChangeArrowheads="1"/>
              </p:cNvSpPr>
              <p:nvPr/>
            </p:nvSpPr>
            <p:spPr bwMode="auto">
              <a:xfrm>
                <a:off x="2609" y="1737"/>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37" name="Line 288"/>
              <p:cNvSpPr>
                <a:spLocks noChangeShapeType="1"/>
              </p:cNvSpPr>
              <p:nvPr/>
            </p:nvSpPr>
            <p:spPr bwMode="auto">
              <a:xfrm>
                <a:off x="2609" y="1737"/>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 name="Rectangle 289"/>
              <p:cNvSpPr>
                <a:spLocks noChangeArrowheads="1"/>
              </p:cNvSpPr>
              <p:nvPr/>
            </p:nvSpPr>
            <p:spPr bwMode="auto">
              <a:xfrm>
                <a:off x="2860" y="1737"/>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39" name="Line 290"/>
              <p:cNvSpPr>
                <a:spLocks noChangeShapeType="1"/>
              </p:cNvSpPr>
              <p:nvPr/>
            </p:nvSpPr>
            <p:spPr bwMode="auto">
              <a:xfrm>
                <a:off x="2860" y="1737"/>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 name="Line 291"/>
              <p:cNvSpPr>
                <a:spLocks noChangeShapeType="1"/>
              </p:cNvSpPr>
              <p:nvPr/>
            </p:nvSpPr>
            <p:spPr bwMode="auto">
              <a:xfrm>
                <a:off x="2860"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 name="Rectangle 292"/>
              <p:cNvSpPr>
                <a:spLocks noChangeArrowheads="1"/>
              </p:cNvSpPr>
              <p:nvPr/>
            </p:nvSpPr>
            <p:spPr bwMode="auto">
              <a:xfrm>
                <a:off x="2870" y="1737"/>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42" name="Line 293"/>
              <p:cNvSpPr>
                <a:spLocks noChangeShapeType="1"/>
              </p:cNvSpPr>
              <p:nvPr/>
            </p:nvSpPr>
            <p:spPr bwMode="auto">
              <a:xfrm>
                <a:off x="2870" y="1737"/>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3" name="Rectangle 294"/>
              <p:cNvSpPr>
                <a:spLocks noChangeArrowheads="1"/>
              </p:cNvSpPr>
              <p:nvPr/>
            </p:nvSpPr>
            <p:spPr bwMode="auto">
              <a:xfrm>
                <a:off x="3110"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44" name="Line 295"/>
              <p:cNvSpPr>
                <a:spLocks noChangeShapeType="1"/>
              </p:cNvSpPr>
              <p:nvPr/>
            </p:nvSpPr>
            <p:spPr bwMode="auto">
              <a:xfrm>
                <a:off x="3110"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5" name="Line 296"/>
              <p:cNvSpPr>
                <a:spLocks noChangeShapeType="1"/>
              </p:cNvSpPr>
              <p:nvPr/>
            </p:nvSpPr>
            <p:spPr bwMode="auto">
              <a:xfrm>
                <a:off x="3110"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 name="Rectangle 297"/>
              <p:cNvSpPr>
                <a:spLocks noChangeArrowheads="1"/>
              </p:cNvSpPr>
              <p:nvPr/>
            </p:nvSpPr>
            <p:spPr bwMode="auto">
              <a:xfrm>
                <a:off x="3121" y="173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47" name="Line 298"/>
              <p:cNvSpPr>
                <a:spLocks noChangeShapeType="1"/>
              </p:cNvSpPr>
              <p:nvPr/>
            </p:nvSpPr>
            <p:spPr bwMode="auto">
              <a:xfrm>
                <a:off x="3121" y="173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8" name="Rectangle 299"/>
              <p:cNvSpPr>
                <a:spLocks noChangeArrowheads="1"/>
              </p:cNvSpPr>
              <p:nvPr/>
            </p:nvSpPr>
            <p:spPr bwMode="auto">
              <a:xfrm>
                <a:off x="3371"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49" name="Line 300"/>
              <p:cNvSpPr>
                <a:spLocks noChangeShapeType="1"/>
              </p:cNvSpPr>
              <p:nvPr/>
            </p:nvSpPr>
            <p:spPr bwMode="auto">
              <a:xfrm>
                <a:off x="3371"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0" name="Line 301"/>
              <p:cNvSpPr>
                <a:spLocks noChangeShapeType="1"/>
              </p:cNvSpPr>
              <p:nvPr/>
            </p:nvSpPr>
            <p:spPr bwMode="auto">
              <a:xfrm>
                <a:off x="3371"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1" name="Rectangle 302"/>
              <p:cNvSpPr>
                <a:spLocks noChangeArrowheads="1"/>
              </p:cNvSpPr>
              <p:nvPr/>
            </p:nvSpPr>
            <p:spPr bwMode="auto">
              <a:xfrm>
                <a:off x="3382" y="1737"/>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52" name="Line 303"/>
              <p:cNvSpPr>
                <a:spLocks noChangeShapeType="1"/>
              </p:cNvSpPr>
              <p:nvPr/>
            </p:nvSpPr>
            <p:spPr bwMode="auto">
              <a:xfrm>
                <a:off x="3382" y="1737"/>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3" name="Rectangle 304"/>
              <p:cNvSpPr>
                <a:spLocks noChangeArrowheads="1"/>
              </p:cNvSpPr>
              <p:nvPr/>
            </p:nvSpPr>
            <p:spPr bwMode="auto">
              <a:xfrm>
                <a:off x="3621"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54" name="Line 305"/>
              <p:cNvSpPr>
                <a:spLocks noChangeShapeType="1"/>
              </p:cNvSpPr>
              <p:nvPr/>
            </p:nvSpPr>
            <p:spPr bwMode="auto">
              <a:xfrm>
                <a:off x="3621"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5" name="Line 306"/>
              <p:cNvSpPr>
                <a:spLocks noChangeShapeType="1"/>
              </p:cNvSpPr>
              <p:nvPr/>
            </p:nvSpPr>
            <p:spPr bwMode="auto">
              <a:xfrm>
                <a:off x="3621"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 name="Rectangle 307"/>
              <p:cNvSpPr>
                <a:spLocks noChangeArrowheads="1"/>
              </p:cNvSpPr>
              <p:nvPr/>
            </p:nvSpPr>
            <p:spPr bwMode="auto">
              <a:xfrm>
                <a:off x="3632" y="173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57" name="Line 308"/>
              <p:cNvSpPr>
                <a:spLocks noChangeShapeType="1"/>
              </p:cNvSpPr>
              <p:nvPr/>
            </p:nvSpPr>
            <p:spPr bwMode="auto">
              <a:xfrm>
                <a:off x="3632" y="173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8" name="Rectangle 309"/>
              <p:cNvSpPr>
                <a:spLocks noChangeArrowheads="1"/>
              </p:cNvSpPr>
              <p:nvPr/>
            </p:nvSpPr>
            <p:spPr bwMode="auto">
              <a:xfrm>
                <a:off x="3882"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59" name="Line 310"/>
              <p:cNvSpPr>
                <a:spLocks noChangeShapeType="1"/>
              </p:cNvSpPr>
              <p:nvPr/>
            </p:nvSpPr>
            <p:spPr bwMode="auto">
              <a:xfrm>
                <a:off x="3882"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0" name="Line 311"/>
              <p:cNvSpPr>
                <a:spLocks noChangeShapeType="1"/>
              </p:cNvSpPr>
              <p:nvPr/>
            </p:nvSpPr>
            <p:spPr bwMode="auto">
              <a:xfrm>
                <a:off x="3882"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1" name="Rectangle 312"/>
              <p:cNvSpPr>
                <a:spLocks noChangeArrowheads="1"/>
              </p:cNvSpPr>
              <p:nvPr/>
            </p:nvSpPr>
            <p:spPr bwMode="auto">
              <a:xfrm>
                <a:off x="3893" y="1737"/>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62" name="Line 313"/>
              <p:cNvSpPr>
                <a:spLocks noChangeShapeType="1"/>
              </p:cNvSpPr>
              <p:nvPr/>
            </p:nvSpPr>
            <p:spPr bwMode="auto">
              <a:xfrm>
                <a:off x="3893" y="1737"/>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3" name="Rectangle 314"/>
              <p:cNvSpPr>
                <a:spLocks noChangeArrowheads="1"/>
              </p:cNvSpPr>
              <p:nvPr/>
            </p:nvSpPr>
            <p:spPr bwMode="auto">
              <a:xfrm>
                <a:off x="4133"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64" name="Line 315"/>
              <p:cNvSpPr>
                <a:spLocks noChangeShapeType="1"/>
              </p:cNvSpPr>
              <p:nvPr/>
            </p:nvSpPr>
            <p:spPr bwMode="auto">
              <a:xfrm>
                <a:off x="4133"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5" name="Line 316"/>
              <p:cNvSpPr>
                <a:spLocks noChangeShapeType="1"/>
              </p:cNvSpPr>
              <p:nvPr/>
            </p:nvSpPr>
            <p:spPr bwMode="auto">
              <a:xfrm>
                <a:off x="4133"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 name="Rectangle 317"/>
              <p:cNvSpPr>
                <a:spLocks noChangeArrowheads="1"/>
              </p:cNvSpPr>
              <p:nvPr/>
            </p:nvSpPr>
            <p:spPr bwMode="auto">
              <a:xfrm>
                <a:off x="4144" y="173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67" name="Line 318"/>
              <p:cNvSpPr>
                <a:spLocks noChangeShapeType="1"/>
              </p:cNvSpPr>
              <p:nvPr/>
            </p:nvSpPr>
            <p:spPr bwMode="auto">
              <a:xfrm>
                <a:off x="4144" y="173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8" name="Rectangle 319"/>
              <p:cNvSpPr>
                <a:spLocks noChangeArrowheads="1"/>
              </p:cNvSpPr>
              <p:nvPr/>
            </p:nvSpPr>
            <p:spPr bwMode="auto">
              <a:xfrm>
                <a:off x="4394"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69" name="Line 320"/>
              <p:cNvSpPr>
                <a:spLocks noChangeShapeType="1"/>
              </p:cNvSpPr>
              <p:nvPr/>
            </p:nvSpPr>
            <p:spPr bwMode="auto">
              <a:xfrm>
                <a:off x="4394"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0" name="Line 321"/>
              <p:cNvSpPr>
                <a:spLocks noChangeShapeType="1"/>
              </p:cNvSpPr>
              <p:nvPr/>
            </p:nvSpPr>
            <p:spPr bwMode="auto">
              <a:xfrm>
                <a:off x="4394"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1" name="Rectangle 322"/>
              <p:cNvSpPr>
                <a:spLocks noChangeArrowheads="1"/>
              </p:cNvSpPr>
              <p:nvPr/>
            </p:nvSpPr>
            <p:spPr bwMode="auto">
              <a:xfrm>
                <a:off x="4405" y="173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72" name="Line 323"/>
              <p:cNvSpPr>
                <a:spLocks noChangeShapeType="1"/>
              </p:cNvSpPr>
              <p:nvPr/>
            </p:nvSpPr>
            <p:spPr bwMode="auto">
              <a:xfrm>
                <a:off x="4405" y="173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3" name="Rectangle 324"/>
              <p:cNvSpPr>
                <a:spLocks noChangeArrowheads="1"/>
              </p:cNvSpPr>
              <p:nvPr/>
            </p:nvSpPr>
            <p:spPr bwMode="auto">
              <a:xfrm>
                <a:off x="4655"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74" name="Line 325"/>
              <p:cNvSpPr>
                <a:spLocks noChangeShapeType="1"/>
              </p:cNvSpPr>
              <p:nvPr/>
            </p:nvSpPr>
            <p:spPr bwMode="auto">
              <a:xfrm>
                <a:off x="4655"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5" name="Line 326"/>
              <p:cNvSpPr>
                <a:spLocks noChangeShapeType="1"/>
              </p:cNvSpPr>
              <p:nvPr/>
            </p:nvSpPr>
            <p:spPr bwMode="auto">
              <a:xfrm>
                <a:off x="4655"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6" name="Rectangle 327"/>
              <p:cNvSpPr>
                <a:spLocks noChangeArrowheads="1"/>
              </p:cNvSpPr>
              <p:nvPr/>
            </p:nvSpPr>
            <p:spPr bwMode="auto">
              <a:xfrm>
                <a:off x="4666" y="1737"/>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77" name="Line 328"/>
              <p:cNvSpPr>
                <a:spLocks noChangeShapeType="1"/>
              </p:cNvSpPr>
              <p:nvPr/>
            </p:nvSpPr>
            <p:spPr bwMode="auto">
              <a:xfrm>
                <a:off x="4666" y="1737"/>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8" name="Rectangle 329"/>
              <p:cNvSpPr>
                <a:spLocks noChangeArrowheads="1"/>
              </p:cNvSpPr>
              <p:nvPr/>
            </p:nvSpPr>
            <p:spPr bwMode="auto">
              <a:xfrm>
                <a:off x="4905"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79" name="Line 330"/>
              <p:cNvSpPr>
                <a:spLocks noChangeShapeType="1"/>
              </p:cNvSpPr>
              <p:nvPr/>
            </p:nvSpPr>
            <p:spPr bwMode="auto">
              <a:xfrm>
                <a:off x="4905"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0" name="Line 331"/>
              <p:cNvSpPr>
                <a:spLocks noChangeShapeType="1"/>
              </p:cNvSpPr>
              <p:nvPr/>
            </p:nvSpPr>
            <p:spPr bwMode="auto">
              <a:xfrm>
                <a:off x="4905"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1" name="Rectangle 332"/>
              <p:cNvSpPr>
                <a:spLocks noChangeArrowheads="1"/>
              </p:cNvSpPr>
              <p:nvPr/>
            </p:nvSpPr>
            <p:spPr bwMode="auto">
              <a:xfrm>
                <a:off x="4916" y="1737"/>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82" name="Line 333"/>
              <p:cNvSpPr>
                <a:spLocks noChangeShapeType="1"/>
              </p:cNvSpPr>
              <p:nvPr/>
            </p:nvSpPr>
            <p:spPr bwMode="auto">
              <a:xfrm>
                <a:off x="4916" y="1737"/>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3" name="Rectangle 334"/>
              <p:cNvSpPr>
                <a:spLocks noChangeArrowheads="1"/>
              </p:cNvSpPr>
              <p:nvPr/>
            </p:nvSpPr>
            <p:spPr bwMode="auto">
              <a:xfrm>
                <a:off x="5167" y="1737"/>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84" name="Line 335"/>
              <p:cNvSpPr>
                <a:spLocks noChangeShapeType="1"/>
              </p:cNvSpPr>
              <p:nvPr/>
            </p:nvSpPr>
            <p:spPr bwMode="auto">
              <a:xfrm>
                <a:off x="5167" y="1737"/>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5" name="Line 336"/>
              <p:cNvSpPr>
                <a:spLocks noChangeShapeType="1"/>
              </p:cNvSpPr>
              <p:nvPr/>
            </p:nvSpPr>
            <p:spPr bwMode="auto">
              <a:xfrm>
                <a:off x="5167"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6" name="Rectangle 337"/>
              <p:cNvSpPr>
                <a:spLocks noChangeArrowheads="1"/>
              </p:cNvSpPr>
              <p:nvPr/>
            </p:nvSpPr>
            <p:spPr bwMode="auto">
              <a:xfrm>
                <a:off x="5177" y="1737"/>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87" name="Line 338"/>
              <p:cNvSpPr>
                <a:spLocks noChangeShapeType="1"/>
              </p:cNvSpPr>
              <p:nvPr/>
            </p:nvSpPr>
            <p:spPr bwMode="auto">
              <a:xfrm>
                <a:off x="5177" y="1737"/>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8" name="Rectangle 339"/>
              <p:cNvSpPr>
                <a:spLocks noChangeArrowheads="1"/>
              </p:cNvSpPr>
              <p:nvPr/>
            </p:nvSpPr>
            <p:spPr bwMode="auto">
              <a:xfrm>
                <a:off x="5417"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89" name="Line 340"/>
              <p:cNvSpPr>
                <a:spLocks noChangeShapeType="1"/>
              </p:cNvSpPr>
              <p:nvPr/>
            </p:nvSpPr>
            <p:spPr bwMode="auto">
              <a:xfrm>
                <a:off x="5417"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0" name="Line 341"/>
              <p:cNvSpPr>
                <a:spLocks noChangeShapeType="1"/>
              </p:cNvSpPr>
              <p:nvPr/>
            </p:nvSpPr>
            <p:spPr bwMode="auto">
              <a:xfrm>
                <a:off x="5417"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1" name="Rectangle 342"/>
              <p:cNvSpPr>
                <a:spLocks noChangeArrowheads="1"/>
              </p:cNvSpPr>
              <p:nvPr/>
            </p:nvSpPr>
            <p:spPr bwMode="auto">
              <a:xfrm>
                <a:off x="5428" y="173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92" name="Line 343"/>
              <p:cNvSpPr>
                <a:spLocks noChangeShapeType="1"/>
              </p:cNvSpPr>
              <p:nvPr/>
            </p:nvSpPr>
            <p:spPr bwMode="auto">
              <a:xfrm>
                <a:off x="5428" y="173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3" name="Rectangle 344"/>
              <p:cNvSpPr>
                <a:spLocks noChangeArrowheads="1"/>
              </p:cNvSpPr>
              <p:nvPr/>
            </p:nvSpPr>
            <p:spPr bwMode="auto">
              <a:xfrm>
                <a:off x="5678" y="173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94" name="Line 345"/>
              <p:cNvSpPr>
                <a:spLocks noChangeShapeType="1"/>
              </p:cNvSpPr>
              <p:nvPr/>
            </p:nvSpPr>
            <p:spPr bwMode="auto">
              <a:xfrm>
                <a:off x="5678" y="173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5" name="Line 346"/>
              <p:cNvSpPr>
                <a:spLocks noChangeShapeType="1"/>
              </p:cNvSpPr>
              <p:nvPr/>
            </p:nvSpPr>
            <p:spPr bwMode="auto">
              <a:xfrm>
                <a:off x="5678" y="173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6" name="Rectangle 347"/>
              <p:cNvSpPr>
                <a:spLocks noChangeArrowheads="1"/>
              </p:cNvSpPr>
              <p:nvPr/>
            </p:nvSpPr>
            <p:spPr bwMode="auto">
              <a:xfrm>
                <a:off x="63"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97" name="Line 348"/>
              <p:cNvSpPr>
                <a:spLocks noChangeShapeType="1"/>
              </p:cNvSpPr>
              <p:nvPr/>
            </p:nvSpPr>
            <p:spPr bwMode="auto">
              <a:xfrm>
                <a:off x="63"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8" name="Rectangle 349"/>
              <p:cNvSpPr>
                <a:spLocks noChangeArrowheads="1"/>
              </p:cNvSpPr>
              <p:nvPr/>
            </p:nvSpPr>
            <p:spPr bwMode="auto">
              <a:xfrm>
                <a:off x="542" y="1749"/>
                <a:ext cx="10"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99" name="Line 350"/>
              <p:cNvSpPr>
                <a:spLocks noChangeShapeType="1"/>
              </p:cNvSpPr>
              <p:nvPr/>
            </p:nvSpPr>
            <p:spPr bwMode="auto">
              <a:xfrm>
                <a:off x="542"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0" name="Rectangle 351"/>
              <p:cNvSpPr>
                <a:spLocks noChangeArrowheads="1"/>
              </p:cNvSpPr>
              <p:nvPr/>
            </p:nvSpPr>
            <p:spPr bwMode="auto">
              <a:xfrm>
                <a:off x="803"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01" name="Line 352"/>
              <p:cNvSpPr>
                <a:spLocks noChangeShapeType="1"/>
              </p:cNvSpPr>
              <p:nvPr/>
            </p:nvSpPr>
            <p:spPr bwMode="auto">
              <a:xfrm>
                <a:off x="803"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2" name="Rectangle 353"/>
              <p:cNvSpPr>
                <a:spLocks noChangeArrowheads="1"/>
              </p:cNvSpPr>
              <p:nvPr/>
            </p:nvSpPr>
            <p:spPr bwMode="auto">
              <a:xfrm>
                <a:off x="1053"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03" name="Line 354"/>
              <p:cNvSpPr>
                <a:spLocks noChangeShapeType="1"/>
              </p:cNvSpPr>
              <p:nvPr/>
            </p:nvSpPr>
            <p:spPr bwMode="auto">
              <a:xfrm>
                <a:off x="1053"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4" name="Rectangle 355"/>
              <p:cNvSpPr>
                <a:spLocks noChangeArrowheads="1"/>
              </p:cNvSpPr>
              <p:nvPr/>
            </p:nvSpPr>
            <p:spPr bwMode="auto">
              <a:xfrm>
                <a:off x="1314"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05" name="Line 356"/>
              <p:cNvSpPr>
                <a:spLocks noChangeShapeType="1"/>
              </p:cNvSpPr>
              <p:nvPr/>
            </p:nvSpPr>
            <p:spPr bwMode="auto">
              <a:xfrm>
                <a:off x="1314"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6" name="Rectangle 357"/>
              <p:cNvSpPr>
                <a:spLocks noChangeArrowheads="1"/>
              </p:cNvSpPr>
              <p:nvPr/>
            </p:nvSpPr>
            <p:spPr bwMode="auto">
              <a:xfrm>
                <a:off x="1575"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07" name="Line 358"/>
              <p:cNvSpPr>
                <a:spLocks noChangeShapeType="1"/>
              </p:cNvSpPr>
              <p:nvPr/>
            </p:nvSpPr>
            <p:spPr bwMode="auto">
              <a:xfrm>
                <a:off x="1575"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8" name="Rectangle 359"/>
              <p:cNvSpPr>
                <a:spLocks noChangeArrowheads="1"/>
              </p:cNvSpPr>
              <p:nvPr/>
            </p:nvSpPr>
            <p:spPr bwMode="auto">
              <a:xfrm>
                <a:off x="1826"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09" name="Line 360"/>
              <p:cNvSpPr>
                <a:spLocks noChangeShapeType="1"/>
              </p:cNvSpPr>
              <p:nvPr/>
            </p:nvSpPr>
            <p:spPr bwMode="auto">
              <a:xfrm>
                <a:off x="1826"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0" name="Rectangle 361"/>
              <p:cNvSpPr>
                <a:spLocks noChangeArrowheads="1"/>
              </p:cNvSpPr>
              <p:nvPr/>
            </p:nvSpPr>
            <p:spPr bwMode="auto">
              <a:xfrm>
                <a:off x="2087"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1" name="Line 362"/>
              <p:cNvSpPr>
                <a:spLocks noChangeShapeType="1"/>
              </p:cNvSpPr>
              <p:nvPr/>
            </p:nvSpPr>
            <p:spPr bwMode="auto">
              <a:xfrm>
                <a:off x="2087"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2" name="Rectangle 363"/>
              <p:cNvSpPr>
                <a:spLocks noChangeArrowheads="1"/>
              </p:cNvSpPr>
              <p:nvPr/>
            </p:nvSpPr>
            <p:spPr bwMode="auto">
              <a:xfrm>
                <a:off x="2337"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3" name="Line 364"/>
              <p:cNvSpPr>
                <a:spLocks noChangeShapeType="1"/>
              </p:cNvSpPr>
              <p:nvPr/>
            </p:nvSpPr>
            <p:spPr bwMode="auto">
              <a:xfrm>
                <a:off x="2337"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4" name="Rectangle 365"/>
              <p:cNvSpPr>
                <a:spLocks noChangeArrowheads="1"/>
              </p:cNvSpPr>
              <p:nvPr/>
            </p:nvSpPr>
            <p:spPr bwMode="auto">
              <a:xfrm>
                <a:off x="2598"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5" name="Line 366"/>
              <p:cNvSpPr>
                <a:spLocks noChangeShapeType="1"/>
              </p:cNvSpPr>
              <p:nvPr/>
            </p:nvSpPr>
            <p:spPr bwMode="auto">
              <a:xfrm>
                <a:off x="2598"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6" name="Rectangle 367"/>
              <p:cNvSpPr>
                <a:spLocks noChangeArrowheads="1"/>
              </p:cNvSpPr>
              <p:nvPr/>
            </p:nvSpPr>
            <p:spPr bwMode="auto">
              <a:xfrm>
                <a:off x="2860" y="1749"/>
                <a:ext cx="10"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7" name="Line 368"/>
              <p:cNvSpPr>
                <a:spLocks noChangeShapeType="1"/>
              </p:cNvSpPr>
              <p:nvPr/>
            </p:nvSpPr>
            <p:spPr bwMode="auto">
              <a:xfrm>
                <a:off x="2860"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8" name="Rectangle 369"/>
              <p:cNvSpPr>
                <a:spLocks noChangeArrowheads="1"/>
              </p:cNvSpPr>
              <p:nvPr/>
            </p:nvSpPr>
            <p:spPr bwMode="auto">
              <a:xfrm>
                <a:off x="3110"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9" name="Line 370"/>
              <p:cNvSpPr>
                <a:spLocks noChangeShapeType="1"/>
              </p:cNvSpPr>
              <p:nvPr/>
            </p:nvSpPr>
            <p:spPr bwMode="auto">
              <a:xfrm>
                <a:off x="3110"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0" name="Rectangle 371"/>
              <p:cNvSpPr>
                <a:spLocks noChangeArrowheads="1"/>
              </p:cNvSpPr>
              <p:nvPr/>
            </p:nvSpPr>
            <p:spPr bwMode="auto">
              <a:xfrm>
                <a:off x="3371"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1" name="Line 372"/>
              <p:cNvSpPr>
                <a:spLocks noChangeShapeType="1"/>
              </p:cNvSpPr>
              <p:nvPr/>
            </p:nvSpPr>
            <p:spPr bwMode="auto">
              <a:xfrm>
                <a:off x="3371"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2" name="Rectangle 373"/>
              <p:cNvSpPr>
                <a:spLocks noChangeArrowheads="1"/>
              </p:cNvSpPr>
              <p:nvPr/>
            </p:nvSpPr>
            <p:spPr bwMode="auto">
              <a:xfrm>
                <a:off x="3621"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3" name="Line 374"/>
              <p:cNvSpPr>
                <a:spLocks noChangeShapeType="1"/>
              </p:cNvSpPr>
              <p:nvPr/>
            </p:nvSpPr>
            <p:spPr bwMode="auto">
              <a:xfrm>
                <a:off x="3621"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4" name="Rectangle 375"/>
              <p:cNvSpPr>
                <a:spLocks noChangeArrowheads="1"/>
              </p:cNvSpPr>
              <p:nvPr/>
            </p:nvSpPr>
            <p:spPr bwMode="auto">
              <a:xfrm>
                <a:off x="3882"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5" name="Line 376"/>
              <p:cNvSpPr>
                <a:spLocks noChangeShapeType="1"/>
              </p:cNvSpPr>
              <p:nvPr/>
            </p:nvSpPr>
            <p:spPr bwMode="auto">
              <a:xfrm>
                <a:off x="3882"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6" name="Rectangle 377"/>
              <p:cNvSpPr>
                <a:spLocks noChangeArrowheads="1"/>
              </p:cNvSpPr>
              <p:nvPr/>
            </p:nvSpPr>
            <p:spPr bwMode="auto">
              <a:xfrm>
                <a:off x="4133"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7" name="Line 378"/>
              <p:cNvSpPr>
                <a:spLocks noChangeShapeType="1"/>
              </p:cNvSpPr>
              <p:nvPr/>
            </p:nvSpPr>
            <p:spPr bwMode="auto">
              <a:xfrm>
                <a:off x="4133"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 name="Rectangle 379"/>
              <p:cNvSpPr>
                <a:spLocks noChangeArrowheads="1"/>
              </p:cNvSpPr>
              <p:nvPr/>
            </p:nvSpPr>
            <p:spPr bwMode="auto">
              <a:xfrm>
                <a:off x="4394"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9" name="Line 380"/>
              <p:cNvSpPr>
                <a:spLocks noChangeShapeType="1"/>
              </p:cNvSpPr>
              <p:nvPr/>
            </p:nvSpPr>
            <p:spPr bwMode="auto">
              <a:xfrm>
                <a:off x="4394"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0" name="Rectangle 381"/>
              <p:cNvSpPr>
                <a:spLocks noChangeArrowheads="1"/>
              </p:cNvSpPr>
              <p:nvPr/>
            </p:nvSpPr>
            <p:spPr bwMode="auto">
              <a:xfrm>
                <a:off x="4655"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1" name="Line 382"/>
              <p:cNvSpPr>
                <a:spLocks noChangeShapeType="1"/>
              </p:cNvSpPr>
              <p:nvPr/>
            </p:nvSpPr>
            <p:spPr bwMode="auto">
              <a:xfrm>
                <a:off x="4655"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2" name="Rectangle 383"/>
              <p:cNvSpPr>
                <a:spLocks noChangeArrowheads="1"/>
              </p:cNvSpPr>
              <p:nvPr/>
            </p:nvSpPr>
            <p:spPr bwMode="auto">
              <a:xfrm>
                <a:off x="4905"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3" name="Line 384"/>
              <p:cNvSpPr>
                <a:spLocks noChangeShapeType="1"/>
              </p:cNvSpPr>
              <p:nvPr/>
            </p:nvSpPr>
            <p:spPr bwMode="auto">
              <a:xfrm>
                <a:off x="4905"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4" name="Rectangle 385"/>
              <p:cNvSpPr>
                <a:spLocks noChangeArrowheads="1"/>
              </p:cNvSpPr>
              <p:nvPr/>
            </p:nvSpPr>
            <p:spPr bwMode="auto">
              <a:xfrm>
                <a:off x="5167" y="1749"/>
                <a:ext cx="10"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5" name="Line 386"/>
              <p:cNvSpPr>
                <a:spLocks noChangeShapeType="1"/>
              </p:cNvSpPr>
              <p:nvPr/>
            </p:nvSpPr>
            <p:spPr bwMode="auto">
              <a:xfrm>
                <a:off x="5167"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6" name="Rectangle 387"/>
              <p:cNvSpPr>
                <a:spLocks noChangeArrowheads="1"/>
              </p:cNvSpPr>
              <p:nvPr/>
            </p:nvSpPr>
            <p:spPr bwMode="auto">
              <a:xfrm>
                <a:off x="5417"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7" name="Line 388"/>
              <p:cNvSpPr>
                <a:spLocks noChangeShapeType="1"/>
              </p:cNvSpPr>
              <p:nvPr/>
            </p:nvSpPr>
            <p:spPr bwMode="auto">
              <a:xfrm>
                <a:off x="5417"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 name="Rectangle 389"/>
              <p:cNvSpPr>
                <a:spLocks noChangeArrowheads="1"/>
              </p:cNvSpPr>
              <p:nvPr/>
            </p:nvSpPr>
            <p:spPr bwMode="auto">
              <a:xfrm>
                <a:off x="5678" y="1749"/>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9" name="Line 390"/>
              <p:cNvSpPr>
                <a:spLocks noChangeShapeType="1"/>
              </p:cNvSpPr>
              <p:nvPr/>
            </p:nvSpPr>
            <p:spPr bwMode="auto">
              <a:xfrm>
                <a:off x="5678" y="1749"/>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 name="Rectangle 391"/>
              <p:cNvSpPr>
                <a:spLocks noChangeArrowheads="1"/>
              </p:cNvSpPr>
              <p:nvPr/>
            </p:nvSpPr>
            <p:spPr bwMode="auto">
              <a:xfrm>
                <a:off x="629"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41" name="Rectangle 392"/>
              <p:cNvSpPr>
                <a:spLocks noChangeArrowheads="1"/>
              </p:cNvSpPr>
              <p:nvPr/>
            </p:nvSpPr>
            <p:spPr bwMode="auto">
              <a:xfrm>
                <a:off x="890"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642" name="Rectangle 393"/>
              <p:cNvSpPr>
                <a:spLocks noChangeArrowheads="1"/>
              </p:cNvSpPr>
              <p:nvPr/>
            </p:nvSpPr>
            <p:spPr bwMode="auto">
              <a:xfrm>
                <a:off x="966"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43" name="Rectangle 394"/>
              <p:cNvSpPr>
                <a:spLocks noChangeArrowheads="1"/>
              </p:cNvSpPr>
              <p:nvPr/>
            </p:nvSpPr>
            <p:spPr bwMode="auto">
              <a:xfrm>
                <a:off x="1151"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644" name="Rectangle 395"/>
              <p:cNvSpPr>
                <a:spLocks noChangeArrowheads="1"/>
              </p:cNvSpPr>
              <p:nvPr/>
            </p:nvSpPr>
            <p:spPr bwMode="auto">
              <a:xfrm>
                <a:off x="1227"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45" name="Rectangle 396"/>
              <p:cNvSpPr>
                <a:spLocks noChangeArrowheads="1"/>
              </p:cNvSpPr>
              <p:nvPr/>
            </p:nvSpPr>
            <p:spPr bwMode="auto">
              <a:xfrm>
                <a:off x="1401"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646" name="Rectangle 397"/>
              <p:cNvSpPr>
                <a:spLocks noChangeArrowheads="1"/>
              </p:cNvSpPr>
              <p:nvPr/>
            </p:nvSpPr>
            <p:spPr bwMode="auto">
              <a:xfrm>
                <a:off x="1477"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47" name="Rectangle 398"/>
              <p:cNvSpPr>
                <a:spLocks noChangeArrowheads="1"/>
              </p:cNvSpPr>
              <p:nvPr/>
            </p:nvSpPr>
            <p:spPr bwMode="auto">
              <a:xfrm>
                <a:off x="1662"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48" name="Rectangle 399"/>
              <p:cNvSpPr>
                <a:spLocks noChangeArrowheads="1"/>
              </p:cNvSpPr>
              <p:nvPr/>
            </p:nvSpPr>
            <p:spPr bwMode="auto">
              <a:xfrm>
                <a:off x="1913"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649" name="Rectangle 400"/>
              <p:cNvSpPr>
                <a:spLocks noChangeArrowheads="1"/>
              </p:cNvSpPr>
              <p:nvPr/>
            </p:nvSpPr>
            <p:spPr bwMode="auto">
              <a:xfrm>
                <a:off x="1989"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50" name="Rectangle 401"/>
              <p:cNvSpPr>
                <a:spLocks noChangeArrowheads="1"/>
              </p:cNvSpPr>
              <p:nvPr/>
            </p:nvSpPr>
            <p:spPr bwMode="auto">
              <a:xfrm>
                <a:off x="2174"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51" name="Rectangle 402"/>
              <p:cNvSpPr>
                <a:spLocks noChangeArrowheads="1"/>
              </p:cNvSpPr>
              <p:nvPr/>
            </p:nvSpPr>
            <p:spPr bwMode="auto">
              <a:xfrm>
                <a:off x="2435"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CC3300"/>
                    </a:solidFill>
                    <a:latin typeface="宋体" pitchFamily="2" charset="-122"/>
                  </a:rPr>
                  <a:t>4</a:t>
                </a:r>
              </a:p>
            </p:txBody>
          </p:sp>
          <p:sp>
            <p:nvSpPr>
              <p:cNvPr id="1652" name="Rectangle 403"/>
              <p:cNvSpPr>
                <a:spLocks noChangeArrowheads="1"/>
              </p:cNvSpPr>
              <p:nvPr/>
            </p:nvSpPr>
            <p:spPr bwMode="auto">
              <a:xfrm>
                <a:off x="2511"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53" name="Rectangle 404"/>
              <p:cNvSpPr>
                <a:spLocks noChangeArrowheads="1"/>
              </p:cNvSpPr>
              <p:nvPr/>
            </p:nvSpPr>
            <p:spPr bwMode="auto">
              <a:xfrm>
                <a:off x="2685"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54" name="Rectangle 405"/>
              <p:cNvSpPr>
                <a:spLocks noChangeArrowheads="1"/>
              </p:cNvSpPr>
              <p:nvPr/>
            </p:nvSpPr>
            <p:spPr bwMode="auto">
              <a:xfrm>
                <a:off x="2947"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55" name="Rectangle 406"/>
              <p:cNvSpPr>
                <a:spLocks noChangeArrowheads="1"/>
              </p:cNvSpPr>
              <p:nvPr/>
            </p:nvSpPr>
            <p:spPr bwMode="auto">
              <a:xfrm>
                <a:off x="3197"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CC3300"/>
                    </a:solidFill>
                    <a:latin typeface="宋体" pitchFamily="2" charset="-122"/>
                  </a:rPr>
                  <a:t>0</a:t>
                </a:r>
              </a:p>
            </p:txBody>
          </p:sp>
          <p:sp>
            <p:nvSpPr>
              <p:cNvPr id="1656" name="Rectangle 407"/>
              <p:cNvSpPr>
                <a:spLocks noChangeArrowheads="1"/>
              </p:cNvSpPr>
              <p:nvPr/>
            </p:nvSpPr>
            <p:spPr bwMode="auto">
              <a:xfrm>
                <a:off x="3273"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CC3300"/>
                    </a:solidFill>
                    <a:latin typeface="宋体" pitchFamily="2" charset="-122"/>
                  </a:rPr>
                  <a:t> </a:t>
                </a:r>
              </a:p>
            </p:txBody>
          </p:sp>
        </p:grpSp>
        <p:grpSp>
          <p:nvGrpSpPr>
            <p:cNvPr id="1657" name="Group 408"/>
            <p:cNvGrpSpPr>
              <a:grpSpLocks/>
            </p:cNvGrpSpPr>
            <p:nvPr/>
          </p:nvGrpSpPr>
          <p:grpSpPr bwMode="auto">
            <a:xfrm>
              <a:off x="1104782" y="4883150"/>
              <a:ext cx="8931275" cy="1039813"/>
              <a:chOff x="63" y="1773"/>
              <a:chExt cx="5626" cy="655"/>
            </a:xfrm>
          </p:grpSpPr>
          <p:sp>
            <p:nvSpPr>
              <p:cNvPr id="1658" name="Rectangle 409"/>
              <p:cNvSpPr>
                <a:spLocks noChangeArrowheads="1"/>
              </p:cNvSpPr>
              <p:nvPr/>
            </p:nvSpPr>
            <p:spPr bwMode="auto">
              <a:xfrm>
                <a:off x="3458"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59" name="Rectangle 410"/>
              <p:cNvSpPr>
                <a:spLocks noChangeArrowheads="1"/>
              </p:cNvSpPr>
              <p:nvPr/>
            </p:nvSpPr>
            <p:spPr bwMode="auto">
              <a:xfrm>
                <a:off x="3708"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60" name="Rectangle 411"/>
              <p:cNvSpPr>
                <a:spLocks noChangeArrowheads="1"/>
              </p:cNvSpPr>
              <p:nvPr/>
            </p:nvSpPr>
            <p:spPr bwMode="auto">
              <a:xfrm>
                <a:off x="3969"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661" name="Rectangle 412"/>
              <p:cNvSpPr>
                <a:spLocks noChangeArrowheads="1"/>
              </p:cNvSpPr>
              <p:nvPr/>
            </p:nvSpPr>
            <p:spPr bwMode="auto">
              <a:xfrm>
                <a:off x="4046"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62" name="Rectangle 413"/>
              <p:cNvSpPr>
                <a:spLocks noChangeArrowheads="1"/>
              </p:cNvSpPr>
              <p:nvPr/>
            </p:nvSpPr>
            <p:spPr bwMode="auto">
              <a:xfrm>
                <a:off x="4231"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63" name="Rectangle 414"/>
              <p:cNvSpPr>
                <a:spLocks noChangeArrowheads="1"/>
              </p:cNvSpPr>
              <p:nvPr/>
            </p:nvSpPr>
            <p:spPr bwMode="auto">
              <a:xfrm>
                <a:off x="4481"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64" name="Rectangle 415"/>
              <p:cNvSpPr>
                <a:spLocks noChangeArrowheads="1"/>
              </p:cNvSpPr>
              <p:nvPr/>
            </p:nvSpPr>
            <p:spPr bwMode="auto">
              <a:xfrm>
                <a:off x="4742"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65" name="Rectangle 416"/>
              <p:cNvSpPr>
                <a:spLocks noChangeArrowheads="1"/>
              </p:cNvSpPr>
              <p:nvPr/>
            </p:nvSpPr>
            <p:spPr bwMode="auto">
              <a:xfrm>
                <a:off x="4992"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0</a:t>
                </a:r>
                <a:endParaRPr lang="en-US" altLang="zh-CN" u="sng"/>
              </a:p>
            </p:txBody>
          </p:sp>
          <p:sp>
            <p:nvSpPr>
              <p:cNvPr id="1666" name="Rectangle 417"/>
              <p:cNvSpPr>
                <a:spLocks noChangeArrowheads="1"/>
              </p:cNvSpPr>
              <p:nvPr/>
            </p:nvSpPr>
            <p:spPr bwMode="auto">
              <a:xfrm>
                <a:off x="5069"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67" name="Rectangle 418"/>
              <p:cNvSpPr>
                <a:spLocks noChangeArrowheads="1"/>
              </p:cNvSpPr>
              <p:nvPr/>
            </p:nvSpPr>
            <p:spPr bwMode="auto">
              <a:xfrm>
                <a:off x="5254"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68" name="Rectangle 419"/>
              <p:cNvSpPr>
                <a:spLocks noChangeArrowheads="1"/>
              </p:cNvSpPr>
              <p:nvPr/>
            </p:nvSpPr>
            <p:spPr bwMode="auto">
              <a:xfrm>
                <a:off x="5515" y="19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669" name="Rectangle 420"/>
              <p:cNvSpPr>
                <a:spLocks noChangeArrowheads="1"/>
              </p:cNvSpPr>
              <p:nvPr/>
            </p:nvSpPr>
            <p:spPr bwMode="auto">
              <a:xfrm>
                <a:off x="63"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70" name="Line 421"/>
              <p:cNvSpPr>
                <a:spLocks noChangeShapeType="1"/>
              </p:cNvSpPr>
              <p:nvPr/>
            </p:nvSpPr>
            <p:spPr bwMode="auto">
              <a:xfrm>
                <a:off x="63"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1" name="Line 422"/>
              <p:cNvSpPr>
                <a:spLocks noChangeShapeType="1"/>
              </p:cNvSpPr>
              <p:nvPr/>
            </p:nvSpPr>
            <p:spPr bwMode="auto">
              <a:xfrm>
                <a:off x="63"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2" name="Rectangle 423"/>
              <p:cNvSpPr>
                <a:spLocks noChangeArrowheads="1"/>
              </p:cNvSpPr>
              <p:nvPr/>
            </p:nvSpPr>
            <p:spPr bwMode="auto">
              <a:xfrm>
                <a:off x="542" y="1964"/>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73" name="Line 424"/>
              <p:cNvSpPr>
                <a:spLocks noChangeShapeType="1"/>
              </p:cNvSpPr>
              <p:nvPr/>
            </p:nvSpPr>
            <p:spPr bwMode="auto">
              <a:xfrm>
                <a:off x="542" y="1964"/>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4" name="Line 425"/>
              <p:cNvSpPr>
                <a:spLocks noChangeShapeType="1"/>
              </p:cNvSpPr>
              <p:nvPr/>
            </p:nvSpPr>
            <p:spPr bwMode="auto">
              <a:xfrm>
                <a:off x="542"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5" name="Rectangle 426"/>
              <p:cNvSpPr>
                <a:spLocks noChangeArrowheads="1"/>
              </p:cNvSpPr>
              <p:nvPr/>
            </p:nvSpPr>
            <p:spPr bwMode="auto">
              <a:xfrm>
                <a:off x="552" y="1964"/>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76" name="Line 427"/>
              <p:cNvSpPr>
                <a:spLocks noChangeShapeType="1"/>
              </p:cNvSpPr>
              <p:nvPr/>
            </p:nvSpPr>
            <p:spPr bwMode="auto">
              <a:xfrm>
                <a:off x="552" y="1964"/>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7" name="Rectangle 428"/>
              <p:cNvSpPr>
                <a:spLocks noChangeArrowheads="1"/>
              </p:cNvSpPr>
              <p:nvPr/>
            </p:nvSpPr>
            <p:spPr bwMode="auto">
              <a:xfrm>
                <a:off x="803"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78" name="Line 429"/>
              <p:cNvSpPr>
                <a:spLocks noChangeShapeType="1"/>
              </p:cNvSpPr>
              <p:nvPr/>
            </p:nvSpPr>
            <p:spPr bwMode="auto">
              <a:xfrm>
                <a:off x="803"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 name="Line 430"/>
              <p:cNvSpPr>
                <a:spLocks noChangeShapeType="1"/>
              </p:cNvSpPr>
              <p:nvPr/>
            </p:nvSpPr>
            <p:spPr bwMode="auto">
              <a:xfrm>
                <a:off x="803"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0" name="Rectangle 431"/>
              <p:cNvSpPr>
                <a:spLocks noChangeArrowheads="1"/>
              </p:cNvSpPr>
              <p:nvPr/>
            </p:nvSpPr>
            <p:spPr bwMode="auto">
              <a:xfrm>
                <a:off x="814" y="1964"/>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81" name="Line 432"/>
              <p:cNvSpPr>
                <a:spLocks noChangeShapeType="1"/>
              </p:cNvSpPr>
              <p:nvPr/>
            </p:nvSpPr>
            <p:spPr bwMode="auto">
              <a:xfrm>
                <a:off x="814" y="1964"/>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2" name="Rectangle 433"/>
              <p:cNvSpPr>
                <a:spLocks noChangeArrowheads="1"/>
              </p:cNvSpPr>
              <p:nvPr/>
            </p:nvSpPr>
            <p:spPr bwMode="auto">
              <a:xfrm>
                <a:off x="1053"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83" name="Line 434"/>
              <p:cNvSpPr>
                <a:spLocks noChangeShapeType="1"/>
              </p:cNvSpPr>
              <p:nvPr/>
            </p:nvSpPr>
            <p:spPr bwMode="auto">
              <a:xfrm>
                <a:off x="1053"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4" name="Line 435"/>
              <p:cNvSpPr>
                <a:spLocks noChangeShapeType="1"/>
              </p:cNvSpPr>
              <p:nvPr/>
            </p:nvSpPr>
            <p:spPr bwMode="auto">
              <a:xfrm>
                <a:off x="1053"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5" name="Rectangle 436"/>
              <p:cNvSpPr>
                <a:spLocks noChangeArrowheads="1"/>
              </p:cNvSpPr>
              <p:nvPr/>
            </p:nvSpPr>
            <p:spPr bwMode="auto">
              <a:xfrm>
                <a:off x="1064" y="1964"/>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86" name="Line 437"/>
              <p:cNvSpPr>
                <a:spLocks noChangeShapeType="1"/>
              </p:cNvSpPr>
              <p:nvPr/>
            </p:nvSpPr>
            <p:spPr bwMode="auto">
              <a:xfrm>
                <a:off x="1064" y="1964"/>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7" name="Rectangle 438"/>
              <p:cNvSpPr>
                <a:spLocks noChangeArrowheads="1"/>
              </p:cNvSpPr>
              <p:nvPr/>
            </p:nvSpPr>
            <p:spPr bwMode="auto">
              <a:xfrm>
                <a:off x="1314"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88" name="Line 439"/>
              <p:cNvSpPr>
                <a:spLocks noChangeShapeType="1"/>
              </p:cNvSpPr>
              <p:nvPr/>
            </p:nvSpPr>
            <p:spPr bwMode="auto">
              <a:xfrm>
                <a:off x="1314"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 name="Line 440"/>
              <p:cNvSpPr>
                <a:spLocks noChangeShapeType="1"/>
              </p:cNvSpPr>
              <p:nvPr/>
            </p:nvSpPr>
            <p:spPr bwMode="auto">
              <a:xfrm>
                <a:off x="1314"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0" name="Rectangle 441"/>
              <p:cNvSpPr>
                <a:spLocks noChangeArrowheads="1"/>
              </p:cNvSpPr>
              <p:nvPr/>
            </p:nvSpPr>
            <p:spPr bwMode="auto">
              <a:xfrm>
                <a:off x="1325" y="1964"/>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91" name="Line 442"/>
              <p:cNvSpPr>
                <a:spLocks noChangeShapeType="1"/>
              </p:cNvSpPr>
              <p:nvPr/>
            </p:nvSpPr>
            <p:spPr bwMode="auto">
              <a:xfrm>
                <a:off x="1325" y="1964"/>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2" name="Rectangle 443"/>
              <p:cNvSpPr>
                <a:spLocks noChangeArrowheads="1"/>
              </p:cNvSpPr>
              <p:nvPr/>
            </p:nvSpPr>
            <p:spPr bwMode="auto">
              <a:xfrm>
                <a:off x="1575"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93" name="Line 444"/>
              <p:cNvSpPr>
                <a:spLocks noChangeShapeType="1"/>
              </p:cNvSpPr>
              <p:nvPr/>
            </p:nvSpPr>
            <p:spPr bwMode="auto">
              <a:xfrm>
                <a:off x="1575"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4" name="Line 445"/>
              <p:cNvSpPr>
                <a:spLocks noChangeShapeType="1"/>
              </p:cNvSpPr>
              <p:nvPr/>
            </p:nvSpPr>
            <p:spPr bwMode="auto">
              <a:xfrm>
                <a:off x="1575"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5" name="Rectangle 446"/>
              <p:cNvSpPr>
                <a:spLocks noChangeArrowheads="1"/>
              </p:cNvSpPr>
              <p:nvPr/>
            </p:nvSpPr>
            <p:spPr bwMode="auto">
              <a:xfrm>
                <a:off x="1586" y="1964"/>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96" name="Line 447"/>
              <p:cNvSpPr>
                <a:spLocks noChangeShapeType="1"/>
              </p:cNvSpPr>
              <p:nvPr/>
            </p:nvSpPr>
            <p:spPr bwMode="auto">
              <a:xfrm>
                <a:off x="1586" y="1964"/>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7" name="Rectangle 448"/>
              <p:cNvSpPr>
                <a:spLocks noChangeArrowheads="1"/>
              </p:cNvSpPr>
              <p:nvPr/>
            </p:nvSpPr>
            <p:spPr bwMode="auto">
              <a:xfrm>
                <a:off x="1826"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98" name="Line 449"/>
              <p:cNvSpPr>
                <a:spLocks noChangeShapeType="1"/>
              </p:cNvSpPr>
              <p:nvPr/>
            </p:nvSpPr>
            <p:spPr bwMode="auto">
              <a:xfrm>
                <a:off x="1826"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9" name="Line 450"/>
              <p:cNvSpPr>
                <a:spLocks noChangeShapeType="1"/>
              </p:cNvSpPr>
              <p:nvPr/>
            </p:nvSpPr>
            <p:spPr bwMode="auto">
              <a:xfrm>
                <a:off x="1826"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 name="Rectangle 451"/>
              <p:cNvSpPr>
                <a:spLocks noChangeArrowheads="1"/>
              </p:cNvSpPr>
              <p:nvPr/>
            </p:nvSpPr>
            <p:spPr bwMode="auto">
              <a:xfrm>
                <a:off x="1837" y="1964"/>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01" name="Line 452"/>
              <p:cNvSpPr>
                <a:spLocks noChangeShapeType="1"/>
              </p:cNvSpPr>
              <p:nvPr/>
            </p:nvSpPr>
            <p:spPr bwMode="auto">
              <a:xfrm>
                <a:off x="1837" y="1964"/>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2" name="Rectangle 453"/>
              <p:cNvSpPr>
                <a:spLocks noChangeArrowheads="1"/>
              </p:cNvSpPr>
              <p:nvPr/>
            </p:nvSpPr>
            <p:spPr bwMode="auto">
              <a:xfrm>
                <a:off x="2087"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03" name="Line 454"/>
              <p:cNvSpPr>
                <a:spLocks noChangeShapeType="1"/>
              </p:cNvSpPr>
              <p:nvPr/>
            </p:nvSpPr>
            <p:spPr bwMode="auto">
              <a:xfrm>
                <a:off x="2087"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4" name="Line 455"/>
              <p:cNvSpPr>
                <a:spLocks noChangeShapeType="1"/>
              </p:cNvSpPr>
              <p:nvPr/>
            </p:nvSpPr>
            <p:spPr bwMode="auto">
              <a:xfrm>
                <a:off x="2087"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5" name="Rectangle 456"/>
              <p:cNvSpPr>
                <a:spLocks noChangeArrowheads="1"/>
              </p:cNvSpPr>
              <p:nvPr/>
            </p:nvSpPr>
            <p:spPr bwMode="auto">
              <a:xfrm>
                <a:off x="2098" y="1964"/>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06" name="Line 457"/>
              <p:cNvSpPr>
                <a:spLocks noChangeShapeType="1"/>
              </p:cNvSpPr>
              <p:nvPr/>
            </p:nvSpPr>
            <p:spPr bwMode="auto">
              <a:xfrm>
                <a:off x="2098" y="1964"/>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7" name="Rectangle 458"/>
              <p:cNvSpPr>
                <a:spLocks noChangeArrowheads="1"/>
              </p:cNvSpPr>
              <p:nvPr/>
            </p:nvSpPr>
            <p:spPr bwMode="auto">
              <a:xfrm>
                <a:off x="2337"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08" name="Line 459"/>
              <p:cNvSpPr>
                <a:spLocks noChangeShapeType="1"/>
              </p:cNvSpPr>
              <p:nvPr/>
            </p:nvSpPr>
            <p:spPr bwMode="auto">
              <a:xfrm>
                <a:off x="2337"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9" name="Line 460"/>
              <p:cNvSpPr>
                <a:spLocks noChangeShapeType="1"/>
              </p:cNvSpPr>
              <p:nvPr/>
            </p:nvSpPr>
            <p:spPr bwMode="auto">
              <a:xfrm>
                <a:off x="2337"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0" name="Rectangle 461"/>
              <p:cNvSpPr>
                <a:spLocks noChangeArrowheads="1"/>
              </p:cNvSpPr>
              <p:nvPr/>
            </p:nvSpPr>
            <p:spPr bwMode="auto">
              <a:xfrm>
                <a:off x="2348" y="1964"/>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11" name="Line 462"/>
              <p:cNvSpPr>
                <a:spLocks noChangeShapeType="1"/>
              </p:cNvSpPr>
              <p:nvPr/>
            </p:nvSpPr>
            <p:spPr bwMode="auto">
              <a:xfrm>
                <a:off x="2348" y="1964"/>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2" name="Rectangle 463"/>
              <p:cNvSpPr>
                <a:spLocks noChangeArrowheads="1"/>
              </p:cNvSpPr>
              <p:nvPr/>
            </p:nvSpPr>
            <p:spPr bwMode="auto">
              <a:xfrm>
                <a:off x="2598"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13" name="Line 464"/>
              <p:cNvSpPr>
                <a:spLocks noChangeShapeType="1"/>
              </p:cNvSpPr>
              <p:nvPr/>
            </p:nvSpPr>
            <p:spPr bwMode="auto">
              <a:xfrm>
                <a:off x="2598"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4" name="Line 465"/>
              <p:cNvSpPr>
                <a:spLocks noChangeShapeType="1"/>
              </p:cNvSpPr>
              <p:nvPr/>
            </p:nvSpPr>
            <p:spPr bwMode="auto">
              <a:xfrm>
                <a:off x="2598"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5" name="Rectangle 466"/>
              <p:cNvSpPr>
                <a:spLocks noChangeArrowheads="1"/>
              </p:cNvSpPr>
              <p:nvPr/>
            </p:nvSpPr>
            <p:spPr bwMode="auto">
              <a:xfrm>
                <a:off x="2609" y="1964"/>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16" name="Line 467"/>
              <p:cNvSpPr>
                <a:spLocks noChangeShapeType="1"/>
              </p:cNvSpPr>
              <p:nvPr/>
            </p:nvSpPr>
            <p:spPr bwMode="auto">
              <a:xfrm>
                <a:off x="2609" y="1964"/>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7" name="Rectangle 468"/>
              <p:cNvSpPr>
                <a:spLocks noChangeArrowheads="1"/>
              </p:cNvSpPr>
              <p:nvPr/>
            </p:nvSpPr>
            <p:spPr bwMode="auto">
              <a:xfrm>
                <a:off x="2860" y="1964"/>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18" name="Line 469"/>
              <p:cNvSpPr>
                <a:spLocks noChangeShapeType="1"/>
              </p:cNvSpPr>
              <p:nvPr/>
            </p:nvSpPr>
            <p:spPr bwMode="auto">
              <a:xfrm>
                <a:off x="2860" y="1964"/>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9" name="Line 470"/>
              <p:cNvSpPr>
                <a:spLocks noChangeShapeType="1"/>
              </p:cNvSpPr>
              <p:nvPr/>
            </p:nvSpPr>
            <p:spPr bwMode="auto">
              <a:xfrm>
                <a:off x="2860"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0" name="Rectangle 471"/>
              <p:cNvSpPr>
                <a:spLocks noChangeArrowheads="1"/>
              </p:cNvSpPr>
              <p:nvPr/>
            </p:nvSpPr>
            <p:spPr bwMode="auto">
              <a:xfrm>
                <a:off x="2870" y="1964"/>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21" name="Line 472"/>
              <p:cNvSpPr>
                <a:spLocks noChangeShapeType="1"/>
              </p:cNvSpPr>
              <p:nvPr/>
            </p:nvSpPr>
            <p:spPr bwMode="auto">
              <a:xfrm>
                <a:off x="2870" y="1964"/>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2" name="Rectangle 473"/>
              <p:cNvSpPr>
                <a:spLocks noChangeArrowheads="1"/>
              </p:cNvSpPr>
              <p:nvPr/>
            </p:nvSpPr>
            <p:spPr bwMode="auto">
              <a:xfrm>
                <a:off x="3110"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23" name="Line 474"/>
              <p:cNvSpPr>
                <a:spLocks noChangeShapeType="1"/>
              </p:cNvSpPr>
              <p:nvPr/>
            </p:nvSpPr>
            <p:spPr bwMode="auto">
              <a:xfrm>
                <a:off x="3110"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4" name="Line 475"/>
              <p:cNvSpPr>
                <a:spLocks noChangeShapeType="1"/>
              </p:cNvSpPr>
              <p:nvPr/>
            </p:nvSpPr>
            <p:spPr bwMode="auto">
              <a:xfrm>
                <a:off x="3110"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5" name="Rectangle 476"/>
              <p:cNvSpPr>
                <a:spLocks noChangeArrowheads="1"/>
              </p:cNvSpPr>
              <p:nvPr/>
            </p:nvSpPr>
            <p:spPr bwMode="auto">
              <a:xfrm>
                <a:off x="3121" y="1964"/>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26" name="Line 477"/>
              <p:cNvSpPr>
                <a:spLocks noChangeShapeType="1"/>
              </p:cNvSpPr>
              <p:nvPr/>
            </p:nvSpPr>
            <p:spPr bwMode="auto">
              <a:xfrm>
                <a:off x="3121" y="1964"/>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7" name="Rectangle 478"/>
              <p:cNvSpPr>
                <a:spLocks noChangeArrowheads="1"/>
              </p:cNvSpPr>
              <p:nvPr/>
            </p:nvSpPr>
            <p:spPr bwMode="auto">
              <a:xfrm>
                <a:off x="3371"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28" name="Line 479"/>
              <p:cNvSpPr>
                <a:spLocks noChangeShapeType="1"/>
              </p:cNvSpPr>
              <p:nvPr/>
            </p:nvSpPr>
            <p:spPr bwMode="auto">
              <a:xfrm>
                <a:off x="3371"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9" name="Line 480"/>
              <p:cNvSpPr>
                <a:spLocks noChangeShapeType="1"/>
              </p:cNvSpPr>
              <p:nvPr/>
            </p:nvSpPr>
            <p:spPr bwMode="auto">
              <a:xfrm>
                <a:off x="3371"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0" name="Rectangle 481"/>
              <p:cNvSpPr>
                <a:spLocks noChangeArrowheads="1"/>
              </p:cNvSpPr>
              <p:nvPr/>
            </p:nvSpPr>
            <p:spPr bwMode="auto">
              <a:xfrm>
                <a:off x="3382" y="1964"/>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31" name="Line 482"/>
              <p:cNvSpPr>
                <a:spLocks noChangeShapeType="1"/>
              </p:cNvSpPr>
              <p:nvPr/>
            </p:nvSpPr>
            <p:spPr bwMode="auto">
              <a:xfrm>
                <a:off x="3382" y="1964"/>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2" name="Rectangle 483"/>
              <p:cNvSpPr>
                <a:spLocks noChangeArrowheads="1"/>
              </p:cNvSpPr>
              <p:nvPr/>
            </p:nvSpPr>
            <p:spPr bwMode="auto">
              <a:xfrm>
                <a:off x="3621"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33" name="Line 484"/>
              <p:cNvSpPr>
                <a:spLocks noChangeShapeType="1"/>
              </p:cNvSpPr>
              <p:nvPr/>
            </p:nvSpPr>
            <p:spPr bwMode="auto">
              <a:xfrm>
                <a:off x="3621"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4" name="Line 485"/>
              <p:cNvSpPr>
                <a:spLocks noChangeShapeType="1"/>
              </p:cNvSpPr>
              <p:nvPr/>
            </p:nvSpPr>
            <p:spPr bwMode="auto">
              <a:xfrm>
                <a:off x="3621"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5" name="Rectangle 486"/>
              <p:cNvSpPr>
                <a:spLocks noChangeArrowheads="1"/>
              </p:cNvSpPr>
              <p:nvPr/>
            </p:nvSpPr>
            <p:spPr bwMode="auto">
              <a:xfrm>
                <a:off x="3632" y="1964"/>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36" name="Line 487"/>
              <p:cNvSpPr>
                <a:spLocks noChangeShapeType="1"/>
              </p:cNvSpPr>
              <p:nvPr/>
            </p:nvSpPr>
            <p:spPr bwMode="auto">
              <a:xfrm>
                <a:off x="3632" y="1964"/>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7" name="Rectangle 488"/>
              <p:cNvSpPr>
                <a:spLocks noChangeArrowheads="1"/>
              </p:cNvSpPr>
              <p:nvPr/>
            </p:nvSpPr>
            <p:spPr bwMode="auto">
              <a:xfrm>
                <a:off x="3882"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38" name="Line 489"/>
              <p:cNvSpPr>
                <a:spLocks noChangeShapeType="1"/>
              </p:cNvSpPr>
              <p:nvPr/>
            </p:nvSpPr>
            <p:spPr bwMode="auto">
              <a:xfrm>
                <a:off x="3882"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9" name="Line 490"/>
              <p:cNvSpPr>
                <a:spLocks noChangeShapeType="1"/>
              </p:cNvSpPr>
              <p:nvPr/>
            </p:nvSpPr>
            <p:spPr bwMode="auto">
              <a:xfrm>
                <a:off x="3882"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0" name="Rectangle 491"/>
              <p:cNvSpPr>
                <a:spLocks noChangeArrowheads="1"/>
              </p:cNvSpPr>
              <p:nvPr/>
            </p:nvSpPr>
            <p:spPr bwMode="auto">
              <a:xfrm>
                <a:off x="3893" y="1964"/>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41" name="Line 492"/>
              <p:cNvSpPr>
                <a:spLocks noChangeShapeType="1"/>
              </p:cNvSpPr>
              <p:nvPr/>
            </p:nvSpPr>
            <p:spPr bwMode="auto">
              <a:xfrm>
                <a:off x="3893" y="1964"/>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 name="Rectangle 493"/>
              <p:cNvSpPr>
                <a:spLocks noChangeArrowheads="1"/>
              </p:cNvSpPr>
              <p:nvPr/>
            </p:nvSpPr>
            <p:spPr bwMode="auto">
              <a:xfrm>
                <a:off x="4133"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43" name="Line 494"/>
              <p:cNvSpPr>
                <a:spLocks noChangeShapeType="1"/>
              </p:cNvSpPr>
              <p:nvPr/>
            </p:nvSpPr>
            <p:spPr bwMode="auto">
              <a:xfrm>
                <a:off x="4133"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 name="Line 495"/>
              <p:cNvSpPr>
                <a:spLocks noChangeShapeType="1"/>
              </p:cNvSpPr>
              <p:nvPr/>
            </p:nvSpPr>
            <p:spPr bwMode="auto">
              <a:xfrm>
                <a:off x="4133"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5" name="Rectangle 496"/>
              <p:cNvSpPr>
                <a:spLocks noChangeArrowheads="1"/>
              </p:cNvSpPr>
              <p:nvPr/>
            </p:nvSpPr>
            <p:spPr bwMode="auto">
              <a:xfrm>
                <a:off x="4144" y="1964"/>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46" name="Line 497"/>
              <p:cNvSpPr>
                <a:spLocks noChangeShapeType="1"/>
              </p:cNvSpPr>
              <p:nvPr/>
            </p:nvSpPr>
            <p:spPr bwMode="auto">
              <a:xfrm>
                <a:off x="4144" y="1964"/>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7" name="Rectangle 498"/>
              <p:cNvSpPr>
                <a:spLocks noChangeArrowheads="1"/>
              </p:cNvSpPr>
              <p:nvPr/>
            </p:nvSpPr>
            <p:spPr bwMode="auto">
              <a:xfrm>
                <a:off x="4394"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48" name="Line 499"/>
              <p:cNvSpPr>
                <a:spLocks noChangeShapeType="1"/>
              </p:cNvSpPr>
              <p:nvPr/>
            </p:nvSpPr>
            <p:spPr bwMode="auto">
              <a:xfrm>
                <a:off x="4394"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9" name="Line 500"/>
              <p:cNvSpPr>
                <a:spLocks noChangeShapeType="1"/>
              </p:cNvSpPr>
              <p:nvPr/>
            </p:nvSpPr>
            <p:spPr bwMode="auto">
              <a:xfrm>
                <a:off x="4394"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0" name="Rectangle 501"/>
              <p:cNvSpPr>
                <a:spLocks noChangeArrowheads="1"/>
              </p:cNvSpPr>
              <p:nvPr/>
            </p:nvSpPr>
            <p:spPr bwMode="auto">
              <a:xfrm>
                <a:off x="4405" y="1964"/>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51" name="Line 502"/>
              <p:cNvSpPr>
                <a:spLocks noChangeShapeType="1"/>
              </p:cNvSpPr>
              <p:nvPr/>
            </p:nvSpPr>
            <p:spPr bwMode="auto">
              <a:xfrm>
                <a:off x="4405" y="1964"/>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2" name="Rectangle 503"/>
              <p:cNvSpPr>
                <a:spLocks noChangeArrowheads="1"/>
              </p:cNvSpPr>
              <p:nvPr/>
            </p:nvSpPr>
            <p:spPr bwMode="auto">
              <a:xfrm>
                <a:off x="4655"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53" name="Line 504"/>
              <p:cNvSpPr>
                <a:spLocks noChangeShapeType="1"/>
              </p:cNvSpPr>
              <p:nvPr/>
            </p:nvSpPr>
            <p:spPr bwMode="auto">
              <a:xfrm>
                <a:off x="4655"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4" name="Line 505"/>
              <p:cNvSpPr>
                <a:spLocks noChangeShapeType="1"/>
              </p:cNvSpPr>
              <p:nvPr/>
            </p:nvSpPr>
            <p:spPr bwMode="auto">
              <a:xfrm>
                <a:off x="4655"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5" name="Rectangle 506"/>
              <p:cNvSpPr>
                <a:spLocks noChangeArrowheads="1"/>
              </p:cNvSpPr>
              <p:nvPr/>
            </p:nvSpPr>
            <p:spPr bwMode="auto">
              <a:xfrm>
                <a:off x="4666" y="1964"/>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56" name="Line 507"/>
              <p:cNvSpPr>
                <a:spLocks noChangeShapeType="1"/>
              </p:cNvSpPr>
              <p:nvPr/>
            </p:nvSpPr>
            <p:spPr bwMode="auto">
              <a:xfrm>
                <a:off x="4666" y="1964"/>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7" name="Rectangle 508"/>
              <p:cNvSpPr>
                <a:spLocks noChangeArrowheads="1"/>
              </p:cNvSpPr>
              <p:nvPr/>
            </p:nvSpPr>
            <p:spPr bwMode="auto">
              <a:xfrm>
                <a:off x="4905"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58" name="Line 509"/>
              <p:cNvSpPr>
                <a:spLocks noChangeShapeType="1"/>
              </p:cNvSpPr>
              <p:nvPr/>
            </p:nvSpPr>
            <p:spPr bwMode="auto">
              <a:xfrm>
                <a:off x="4905"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9" name="Line 510"/>
              <p:cNvSpPr>
                <a:spLocks noChangeShapeType="1"/>
              </p:cNvSpPr>
              <p:nvPr/>
            </p:nvSpPr>
            <p:spPr bwMode="auto">
              <a:xfrm>
                <a:off x="4905"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0" name="Rectangle 511"/>
              <p:cNvSpPr>
                <a:spLocks noChangeArrowheads="1"/>
              </p:cNvSpPr>
              <p:nvPr/>
            </p:nvSpPr>
            <p:spPr bwMode="auto">
              <a:xfrm>
                <a:off x="4916" y="1964"/>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61" name="Line 512"/>
              <p:cNvSpPr>
                <a:spLocks noChangeShapeType="1"/>
              </p:cNvSpPr>
              <p:nvPr/>
            </p:nvSpPr>
            <p:spPr bwMode="auto">
              <a:xfrm>
                <a:off x="4916" y="1964"/>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2" name="Rectangle 513"/>
              <p:cNvSpPr>
                <a:spLocks noChangeArrowheads="1"/>
              </p:cNvSpPr>
              <p:nvPr/>
            </p:nvSpPr>
            <p:spPr bwMode="auto">
              <a:xfrm>
                <a:off x="5167" y="1964"/>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63" name="Line 514"/>
              <p:cNvSpPr>
                <a:spLocks noChangeShapeType="1"/>
              </p:cNvSpPr>
              <p:nvPr/>
            </p:nvSpPr>
            <p:spPr bwMode="auto">
              <a:xfrm>
                <a:off x="5167" y="1964"/>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4" name="Line 515"/>
              <p:cNvSpPr>
                <a:spLocks noChangeShapeType="1"/>
              </p:cNvSpPr>
              <p:nvPr/>
            </p:nvSpPr>
            <p:spPr bwMode="auto">
              <a:xfrm>
                <a:off x="5167"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5" name="Rectangle 516"/>
              <p:cNvSpPr>
                <a:spLocks noChangeArrowheads="1"/>
              </p:cNvSpPr>
              <p:nvPr/>
            </p:nvSpPr>
            <p:spPr bwMode="auto">
              <a:xfrm>
                <a:off x="5177" y="1964"/>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66" name="Line 517"/>
              <p:cNvSpPr>
                <a:spLocks noChangeShapeType="1"/>
              </p:cNvSpPr>
              <p:nvPr/>
            </p:nvSpPr>
            <p:spPr bwMode="auto">
              <a:xfrm>
                <a:off x="5177" y="1964"/>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7" name="Rectangle 518"/>
              <p:cNvSpPr>
                <a:spLocks noChangeArrowheads="1"/>
              </p:cNvSpPr>
              <p:nvPr/>
            </p:nvSpPr>
            <p:spPr bwMode="auto">
              <a:xfrm>
                <a:off x="5417"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68" name="Line 519"/>
              <p:cNvSpPr>
                <a:spLocks noChangeShapeType="1"/>
              </p:cNvSpPr>
              <p:nvPr/>
            </p:nvSpPr>
            <p:spPr bwMode="auto">
              <a:xfrm>
                <a:off x="5417"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9" name="Line 520"/>
              <p:cNvSpPr>
                <a:spLocks noChangeShapeType="1"/>
              </p:cNvSpPr>
              <p:nvPr/>
            </p:nvSpPr>
            <p:spPr bwMode="auto">
              <a:xfrm>
                <a:off x="5417"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0" name="Rectangle 521"/>
              <p:cNvSpPr>
                <a:spLocks noChangeArrowheads="1"/>
              </p:cNvSpPr>
              <p:nvPr/>
            </p:nvSpPr>
            <p:spPr bwMode="auto">
              <a:xfrm>
                <a:off x="5428" y="1964"/>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71" name="Line 522"/>
              <p:cNvSpPr>
                <a:spLocks noChangeShapeType="1"/>
              </p:cNvSpPr>
              <p:nvPr/>
            </p:nvSpPr>
            <p:spPr bwMode="auto">
              <a:xfrm>
                <a:off x="5428" y="1964"/>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2" name="Rectangle 523"/>
              <p:cNvSpPr>
                <a:spLocks noChangeArrowheads="1"/>
              </p:cNvSpPr>
              <p:nvPr/>
            </p:nvSpPr>
            <p:spPr bwMode="auto">
              <a:xfrm>
                <a:off x="5678" y="1964"/>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73" name="Line 524"/>
              <p:cNvSpPr>
                <a:spLocks noChangeShapeType="1"/>
              </p:cNvSpPr>
              <p:nvPr/>
            </p:nvSpPr>
            <p:spPr bwMode="auto">
              <a:xfrm>
                <a:off x="5678" y="19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4" name="Line 525"/>
              <p:cNvSpPr>
                <a:spLocks noChangeShapeType="1"/>
              </p:cNvSpPr>
              <p:nvPr/>
            </p:nvSpPr>
            <p:spPr bwMode="auto">
              <a:xfrm>
                <a:off x="5678" y="1964"/>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5" name="Rectangle 526"/>
              <p:cNvSpPr>
                <a:spLocks noChangeArrowheads="1"/>
              </p:cNvSpPr>
              <p:nvPr/>
            </p:nvSpPr>
            <p:spPr bwMode="auto">
              <a:xfrm>
                <a:off x="63"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76" name="Line 527"/>
              <p:cNvSpPr>
                <a:spLocks noChangeShapeType="1"/>
              </p:cNvSpPr>
              <p:nvPr/>
            </p:nvSpPr>
            <p:spPr bwMode="auto">
              <a:xfrm>
                <a:off x="63"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7" name="Rectangle 528"/>
              <p:cNvSpPr>
                <a:spLocks noChangeArrowheads="1"/>
              </p:cNvSpPr>
              <p:nvPr/>
            </p:nvSpPr>
            <p:spPr bwMode="auto">
              <a:xfrm>
                <a:off x="542" y="1976"/>
                <a:ext cx="10"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78" name="Line 529"/>
              <p:cNvSpPr>
                <a:spLocks noChangeShapeType="1"/>
              </p:cNvSpPr>
              <p:nvPr/>
            </p:nvSpPr>
            <p:spPr bwMode="auto">
              <a:xfrm>
                <a:off x="542"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9" name="Rectangle 530"/>
              <p:cNvSpPr>
                <a:spLocks noChangeArrowheads="1"/>
              </p:cNvSpPr>
              <p:nvPr/>
            </p:nvSpPr>
            <p:spPr bwMode="auto">
              <a:xfrm>
                <a:off x="803"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80" name="Line 531"/>
              <p:cNvSpPr>
                <a:spLocks noChangeShapeType="1"/>
              </p:cNvSpPr>
              <p:nvPr/>
            </p:nvSpPr>
            <p:spPr bwMode="auto">
              <a:xfrm>
                <a:off x="803"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1" name="Rectangle 532"/>
              <p:cNvSpPr>
                <a:spLocks noChangeArrowheads="1"/>
              </p:cNvSpPr>
              <p:nvPr/>
            </p:nvSpPr>
            <p:spPr bwMode="auto">
              <a:xfrm>
                <a:off x="1053"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82" name="Line 533"/>
              <p:cNvSpPr>
                <a:spLocks noChangeShapeType="1"/>
              </p:cNvSpPr>
              <p:nvPr/>
            </p:nvSpPr>
            <p:spPr bwMode="auto">
              <a:xfrm>
                <a:off x="1053"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3" name="Rectangle 534"/>
              <p:cNvSpPr>
                <a:spLocks noChangeArrowheads="1"/>
              </p:cNvSpPr>
              <p:nvPr/>
            </p:nvSpPr>
            <p:spPr bwMode="auto">
              <a:xfrm>
                <a:off x="1314"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84" name="Line 535"/>
              <p:cNvSpPr>
                <a:spLocks noChangeShapeType="1"/>
              </p:cNvSpPr>
              <p:nvPr/>
            </p:nvSpPr>
            <p:spPr bwMode="auto">
              <a:xfrm>
                <a:off x="1314"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5" name="Rectangle 536"/>
              <p:cNvSpPr>
                <a:spLocks noChangeArrowheads="1"/>
              </p:cNvSpPr>
              <p:nvPr/>
            </p:nvSpPr>
            <p:spPr bwMode="auto">
              <a:xfrm>
                <a:off x="1575"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86" name="Line 537"/>
              <p:cNvSpPr>
                <a:spLocks noChangeShapeType="1"/>
              </p:cNvSpPr>
              <p:nvPr/>
            </p:nvSpPr>
            <p:spPr bwMode="auto">
              <a:xfrm>
                <a:off x="1575"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7" name="Rectangle 538"/>
              <p:cNvSpPr>
                <a:spLocks noChangeArrowheads="1"/>
              </p:cNvSpPr>
              <p:nvPr/>
            </p:nvSpPr>
            <p:spPr bwMode="auto">
              <a:xfrm>
                <a:off x="1826"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88" name="Line 539"/>
              <p:cNvSpPr>
                <a:spLocks noChangeShapeType="1"/>
              </p:cNvSpPr>
              <p:nvPr/>
            </p:nvSpPr>
            <p:spPr bwMode="auto">
              <a:xfrm>
                <a:off x="1826"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9" name="Rectangle 540"/>
              <p:cNvSpPr>
                <a:spLocks noChangeArrowheads="1"/>
              </p:cNvSpPr>
              <p:nvPr/>
            </p:nvSpPr>
            <p:spPr bwMode="auto">
              <a:xfrm>
                <a:off x="2087"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90" name="Line 541"/>
              <p:cNvSpPr>
                <a:spLocks noChangeShapeType="1"/>
              </p:cNvSpPr>
              <p:nvPr/>
            </p:nvSpPr>
            <p:spPr bwMode="auto">
              <a:xfrm>
                <a:off x="2087"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1" name="Rectangle 542"/>
              <p:cNvSpPr>
                <a:spLocks noChangeArrowheads="1"/>
              </p:cNvSpPr>
              <p:nvPr/>
            </p:nvSpPr>
            <p:spPr bwMode="auto">
              <a:xfrm>
                <a:off x="2337"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92" name="Line 543"/>
              <p:cNvSpPr>
                <a:spLocks noChangeShapeType="1"/>
              </p:cNvSpPr>
              <p:nvPr/>
            </p:nvSpPr>
            <p:spPr bwMode="auto">
              <a:xfrm>
                <a:off x="2337"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3" name="Rectangle 544"/>
              <p:cNvSpPr>
                <a:spLocks noChangeArrowheads="1"/>
              </p:cNvSpPr>
              <p:nvPr/>
            </p:nvSpPr>
            <p:spPr bwMode="auto">
              <a:xfrm>
                <a:off x="2598"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94" name="Line 545"/>
              <p:cNvSpPr>
                <a:spLocks noChangeShapeType="1"/>
              </p:cNvSpPr>
              <p:nvPr/>
            </p:nvSpPr>
            <p:spPr bwMode="auto">
              <a:xfrm>
                <a:off x="2598"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5" name="Rectangle 546"/>
              <p:cNvSpPr>
                <a:spLocks noChangeArrowheads="1"/>
              </p:cNvSpPr>
              <p:nvPr/>
            </p:nvSpPr>
            <p:spPr bwMode="auto">
              <a:xfrm>
                <a:off x="2860" y="1976"/>
                <a:ext cx="10"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96" name="Line 547"/>
              <p:cNvSpPr>
                <a:spLocks noChangeShapeType="1"/>
              </p:cNvSpPr>
              <p:nvPr/>
            </p:nvSpPr>
            <p:spPr bwMode="auto">
              <a:xfrm>
                <a:off x="2860"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7" name="Rectangle 548"/>
              <p:cNvSpPr>
                <a:spLocks noChangeArrowheads="1"/>
              </p:cNvSpPr>
              <p:nvPr/>
            </p:nvSpPr>
            <p:spPr bwMode="auto">
              <a:xfrm>
                <a:off x="3110"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98" name="Line 549"/>
              <p:cNvSpPr>
                <a:spLocks noChangeShapeType="1"/>
              </p:cNvSpPr>
              <p:nvPr/>
            </p:nvSpPr>
            <p:spPr bwMode="auto">
              <a:xfrm>
                <a:off x="3110"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9" name="Rectangle 550"/>
              <p:cNvSpPr>
                <a:spLocks noChangeArrowheads="1"/>
              </p:cNvSpPr>
              <p:nvPr/>
            </p:nvSpPr>
            <p:spPr bwMode="auto">
              <a:xfrm>
                <a:off x="3371"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00" name="Line 551"/>
              <p:cNvSpPr>
                <a:spLocks noChangeShapeType="1"/>
              </p:cNvSpPr>
              <p:nvPr/>
            </p:nvSpPr>
            <p:spPr bwMode="auto">
              <a:xfrm>
                <a:off x="3371"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1" name="Rectangle 552"/>
              <p:cNvSpPr>
                <a:spLocks noChangeArrowheads="1"/>
              </p:cNvSpPr>
              <p:nvPr/>
            </p:nvSpPr>
            <p:spPr bwMode="auto">
              <a:xfrm>
                <a:off x="3621"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02" name="Line 553"/>
              <p:cNvSpPr>
                <a:spLocks noChangeShapeType="1"/>
              </p:cNvSpPr>
              <p:nvPr/>
            </p:nvSpPr>
            <p:spPr bwMode="auto">
              <a:xfrm>
                <a:off x="3621"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 name="Rectangle 554"/>
              <p:cNvSpPr>
                <a:spLocks noChangeArrowheads="1"/>
              </p:cNvSpPr>
              <p:nvPr/>
            </p:nvSpPr>
            <p:spPr bwMode="auto">
              <a:xfrm>
                <a:off x="3882"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04" name="Line 555"/>
              <p:cNvSpPr>
                <a:spLocks noChangeShapeType="1"/>
              </p:cNvSpPr>
              <p:nvPr/>
            </p:nvSpPr>
            <p:spPr bwMode="auto">
              <a:xfrm>
                <a:off x="3882"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5" name="Rectangle 556"/>
              <p:cNvSpPr>
                <a:spLocks noChangeArrowheads="1"/>
              </p:cNvSpPr>
              <p:nvPr/>
            </p:nvSpPr>
            <p:spPr bwMode="auto">
              <a:xfrm>
                <a:off x="4133"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06" name="Line 557"/>
              <p:cNvSpPr>
                <a:spLocks noChangeShapeType="1"/>
              </p:cNvSpPr>
              <p:nvPr/>
            </p:nvSpPr>
            <p:spPr bwMode="auto">
              <a:xfrm>
                <a:off x="4133"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7" name="Rectangle 558"/>
              <p:cNvSpPr>
                <a:spLocks noChangeArrowheads="1"/>
              </p:cNvSpPr>
              <p:nvPr/>
            </p:nvSpPr>
            <p:spPr bwMode="auto">
              <a:xfrm>
                <a:off x="4394"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08" name="Line 559"/>
              <p:cNvSpPr>
                <a:spLocks noChangeShapeType="1"/>
              </p:cNvSpPr>
              <p:nvPr/>
            </p:nvSpPr>
            <p:spPr bwMode="auto">
              <a:xfrm>
                <a:off x="4394"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9" name="Rectangle 560"/>
              <p:cNvSpPr>
                <a:spLocks noChangeArrowheads="1"/>
              </p:cNvSpPr>
              <p:nvPr/>
            </p:nvSpPr>
            <p:spPr bwMode="auto">
              <a:xfrm>
                <a:off x="4655"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0" name="Line 561"/>
              <p:cNvSpPr>
                <a:spLocks noChangeShapeType="1"/>
              </p:cNvSpPr>
              <p:nvPr/>
            </p:nvSpPr>
            <p:spPr bwMode="auto">
              <a:xfrm>
                <a:off x="4655"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1" name="Rectangle 562"/>
              <p:cNvSpPr>
                <a:spLocks noChangeArrowheads="1"/>
              </p:cNvSpPr>
              <p:nvPr/>
            </p:nvSpPr>
            <p:spPr bwMode="auto">
              <a:xfrm>
                <a:off x="4905"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2" name="Line 563"/>
              <p:cNvSpPr>
                <a:spLocks noChangeShapeType="1"/>
              </p:cNvSpPr>
              <p:nvPr/>
            </p:nvSpPr>
            <p:spPr bwMode="auto">
              <a:xfrm>
                <a:off x="4905"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3" name="Rectangle 564"/>
              <p:cNvSpPr>
                <a:spLocks noChangeArrowheads="1"/>
              </p:cNvSpPr>
              <p:nvPr/>
            </p:nvSpPr>
            <p:spPr bwMode="auto">
              <a:xfrm>
                <a:off x="5167" y="1976"/>
                <a:ext cx="10"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4" name="Line 565"/>
              <p:cNvSpPr>
                <a:spLocks noChangeShapeType="1"/>
              </p:cNvSpPr>
              <p:nvPr/>
            </p:nvSpPr>
            <p:spPr bwMode="auto">
              <a:xfrm>
                <a:off x="5167"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5" name="Rectangle 566"/>
              <p:cNvSpPr>
                <a:spLocks noChangeArrowheads="1"/>
              </p:cNvSpPr>
              <p:nvPr/>
            </p:nvSpPr>
            <p:spPr bwMode="auto">
              <a:xfrm>
                <a:off x="5417"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6" name="Line 567"/>
              <p:cNvSpPr>
                <a:spLocks noChangeShapeType="1"/>
              </p:cNvSpPr>
              <p:nvPr/>
            </p:nvSpPr>
            <p:spPr bwMode="auto">
              <a:xfrm>
                <a:off x="5417"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7" name="Rectangle 568"/>
              <p:cNvSpPr>
                <a:spLocks noChangeArrowheads="1"/>
              </p:cNvSpPr>
              <p:nvPr/>
            </p:nvSpPr>
            <p:spPr bwMode="auto">
              <a:xfrm>
                <a:off x="5678" y="1976"/>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8" name="Line 569"/>
              <p:cNvSpPr>
                <a:spLocks noChangeShapeType="1"/>
              </p:cNvSpPr>
              <p:nvPr/>
            </p:nvSpPr>
            <p:spPr bwMode="auto">
              <a:xfrm>
                <a:off x="5678" y="1976"/>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9" name="Rectangle 570"/>
              <p:cNvSpPr>
                <a:spLocks noChangeArrowheads="1"/>
              </p:cNvSpPr>
              <p:nvPr/>
            </p:nvSpPr>
            <p:spPr bwMode="auto">
              <a:xfrm>
                <a:off x="150" y="1773"/>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100">
                    <a:solidFill>
                      <a:srgbClr val="000000"/>
                    </a:solidFill>
                    <a:latin typeface="宋体" pitchFamily="2" charset="-122"/>
                  </a:rPr>
                  <a:t>物</a:t>
                </a:r>
                <a:endParaRPr lang="zh-CN" altLang="en-US" u="sng"/>
              </a:p>
            </p:txBody>
          </p:sp>
          <p:sp>
            <p:nvSpPr>
              <p:cNvPr id="1820" name="Rectangle 571"/>
              <p:cNvSpPr>
                <a:spLocks noChangeArrowheads="1"/>
              </p:cNvSpPr>
              <p:nvPr/>
            </p:nvSpPr>
            <p:spPr bwMode="auto">
              <a:xfrm>
                <a:off x="302" y="17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21" name="Rectangle 572"/>
              <p:cNvSpPr>
                <a:spLocks noChangeArrowheads="1"/>
              </p:cNvSpPr>
              <p:nvPr/>
            </p:nvSpPr>
            <p:spPr bwMode="auto">
              <a:xfrm>
                <a:off x="150" y="1987"/>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100">
                    <a:solidFill>
                      <a:srgbClr val="000000"/>
                    </a:solidFill>
                    <a:latin typeface="宋体" pitchFamily="2" charset="-122"/>
                  </a:rPr>
                  <a:t>理</a:t>
                </a:r>
                <a:endParaRPr lang="zh-CN" altLang="en-US" u="sng"/>
              </a:p>
            </p:txBody>
          </p:sp>
          <p:sp>
            <p:nvSpPr>
              <p:cNvPr id="1822" name="Rectangle 573"/>
              <p:cNvSpPr>
                <a:spLocks noChangeArrowheads="1"/>
              </p:cNvSpPr>
              <p:nvPr/>
            </p:nvSpPr>
            <p:spPr bwMode="auto">
              <a:xfrm>
                <a:off x="302" y="1987"/>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23" name="Rectangle 574"/>
              <p:cNvSpPr>
                <a:spLocks noChangeArrowheads="1"/>
              </p:cNvSpPr>
              <p:nvPr/>
            </p:nvSpPr>
            <p:spPr bwMode="auto">
              <a:xfrm>
                <a:off x="150" y="2202"/>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100">
                    <a:solidFill>
                      <a:srgbClr val="000000"/>
                    </a:solidFill>
                    <a:latin typeface="宋体" pitchFamily="2" charset="-122"/>
                  </a:rPr>
                  <a:t>块</a:t>
                </a:r>
                <a:endParaRPr lang="zh-CN" altLang="en-US" u="sng"/>
              </a:p>
            </p:txBody>
          </p:sp>
          <p:sp>
            <p:nvSpPr>
              <p:cNvPr id="1824" name="Rectangle 575"/>
              <p:cNvSpPr>
                <a:spLocks noChangeArrowheads="1"/>
              </p:cNvSpPr>
              <p:nvPr/>
            </p:nvSpPr>
            <p:spPr bwMode="auto">
              <a:xfrm>
                <a:off x="302" y="220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25" name="Rectangle 576"/>
              <p:cNvSpPr>
                <a:spLocks noChangeArrowheads="1"/>
              </p:cNvSpPr>
              <p:nvPr/>
            </p:nvSpPr>
            <p:spPr bwMode="auto">
              <a:xfrm>
                <a:off x="629"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26" name="Rectangle 577"/>
              <p:cNvSpPr>
                <a:spLocks noChangeArrowheads="1"/>
              </p:cNvSpPr>
              <p:nvPr/>
            </p:nvSpPr>
            <p:spPr bwMode="auto">
              <a:xfrm>
                <a:off x="890"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27" name="Rectangle 578"/>
              <p:cNvSpPr>
                <a:spLocks noChangeArrowheads="1"/>
              </p:cNvSpPr>
              <p:nvPr/>
            </p:nvSpPr>
            <p:spPr bwMode="auto">
              <a:xfrm>
                <a:off x="1151"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1</a:t>
                </a:r>
                <a:endParaRPr lang="en-US" altLang="zh-CN" u="sng"/>
              </a:p>
            </p:txBody>
          </p:sp>
          <p:sp>
            <p:nvSpPr>
              <p:cNvPr id="1828" name="Rectangle 579"/>
              <p:cNvSpPr>
                <a:spLocks noChangeArrowheads="1"/>
              </p:cNvSpPr>
              <p:nvPr/>
            </p:nvSpPr>
            <p:spPr bwMode="auto">
              <a:xfrm>
                <a:off x="1227"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29" name="Rectangle 580"/>
              <p:cNvSpPr>
                <a:spLocks noChangeArrowheads="1"/>
              </p:cNvSpPr>
              <p:nvPr/>
            </p:nvSpPr>
            <p:spPr bwMode="auto">
              <a:xfrm>
                <a:off x="1401"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1</a:t>
                </a:r>
                <a:endParaRPr lang="en-US" altLang="zh-CN" u="sng"/>
              </a:p>
            </p:txBody>
          </p:sp>
          <p:sp>
            <p:nvSpPr>
              <p:cNvPr id="1830" name="Rectangle 581"/>
              <p:cNvSpPr>
                <a:spLocks noChangeArrowheads="1"/>
              </p:cNvSpPr>
              <p:nvPr/>
            </p:nvSpPr>
            <p:spPr bwMode="auto">
              <a:xfrm>
                <a:off x="1477"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31" name="Rectangle 582"/>
              <p:cNvSpPr>
                <a:spLocks noChangeArrowheads="1"/>
              </p:cNvSpPr>
              <p:nvPr/>
            </p:nvSpPr>
            <p:spPr bwMode="auto">
              <a:xfrm>
                <a:off x="1662"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32" name="Rectangle 583"/>
              <p:cNvSpPr>
                <a:spLocks noChangeArrowheads="1"/>
              </p:cNvSpPr>
              <p:nvPr/>
            </p:nvSpPr>
            <p:spPr bwMode="auto">
              <a:xfrm>
                <a:off x="1913"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CC3300"/>
                    </a:solidFill>
                    <a:latin typeface="宋体" pitchFamily="2" charset="-122"/>
                  </a:rPr>
                  <a:t>3</a:t>
                </a:r>
              </a:p>
            </p:txBody>
          </p:sp>
          <p:sp>
            <p:nvSpPr>
              <p:cNvPr id="1833" name="Rectangle 584"/>
              <p:cNvSpPr>
                <a:spLocks noChangeArrowheads="1"/>
              </p:cNvSpPr>
              <p:nvPr/>
            </p:nvSpPr>
            <p:spPr bwMode="auto">
              <a:xfrm>
                <a:off x="1989"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34" name="Rectangle 585"/>
              <p:cNvSpPr>
                <a:spLocks noChangeArrowheads="1"/>
              </p:cNvSpPr>
              <p:nvPr/>
            </p:nvSpPr>
            <p:spPr bwMode="auto">
              <a:xfrm>
                <a:off x="2174"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35" name="Rectangle 586"/>
              <p:cNvSpPr>
                <a:spLocks noChangeArrowheads="1"/>
              </p:cNvSpPr>
              <p:nvPr/>
            </p:nvSpPr>
            <p:spPr bwMode="auto">
              <a:xfrm>
                <a:off x="2435"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3</a:t>
                </a:r>
                <a:endParaRPr lang="en-US" altLang="zh-CN" u="sng"/>
              </a:p>
            </p:txBody>
          </p:sp>
          <p:sp>
            <p:nvSpPr>
              <p:cNvPr id="1836" name="Rectangle 587"/>
              <p:cNvSpPr>
                <a:spLocks noChangeArrowheads="1"/>
              </p:cNvSpPr>
              <p:nvPr/>
            </p:nvSpPr>
            <p:spPr bwMode="auto">
              <a:xfrm>
                <a:off x="2511"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37" name="Rectangle 588"/>
              <p:cNvSpPr>
                <a:spLocks noChangeArrowheads="1"/>
              </p:cNvSpPr>
              <p:nvPr/>
            </p:nvSpPr>
            <p:spPr bwMode="auto">
              <a:xfrm>
                <a:off x="2685"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38" name="Rectangle 589"/>
              <p:cNvSpPr>
                <a:spLocks noChangeArrowheads="1"/>
              </p:cNvSpPr>
              <p:nvPr/>
            </p:nvSpPr>
            <p:spPr bwMode="auto">
              <a:xfrm>
                <a:off x="2947"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39" name="Rectangle 590"/>
              <p:cNvSpPr>
                <a:spLocks noChangeArrowheads="1"/>
              </p:cNvSpPr>
              <p:nvPr/>
            </p:nvSpPr>
            <p:spPr bwMode="auto">
              <a:xfrm>
                <a:off x="3197"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3</a:t>
                </a:r>
                <a:endParaRPr lang="en-US" altLang="zh-CN" u="sng"/>
              </a:p>
            </p:txBody>
          </p:sp>
          <p:sp>
            <p:nvSpPr>
              <p:cNvPr id="1840" name="Rectangle 591"/>
              <p:cNvSpPr>
                <a:spLocks noChangeArrowheads="1"/>
              </p:cNvSpPr>
              <p:nvPr/>
            </p:nvSpPr>
            <p:spPr bwMode="auto">
              <a:xfrm>
                <a:off x="3273"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41" name="Rectangle 592"/>
              <p:cNvSpPr>
                <a:spLocks noChangeArrowheads="1"/>
              </p:cNvSpPr>
              <p:nvPr/>
            </p:nvSpPr>
            <p:spPr bwMode="auto">
              <a:xfrm>
                <a:off x="3458"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42" name="Rectangle 593"/>
              <p:cNvSpPr>
                <a:spLocks noChangeArrowheads="1"/>
              </p:cNvSpPr>
              <p:nvPr/>
            </p:nvSpPr>
            <p:spPr bwMode="auto">
              <a:xfrm>
                <a:off x="3708"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43" name="Rectangle 594"/>
              <p:cNvSpPr>
                <a:spLocks noChangeArrowheads="1"/>
              </p:cNvSpPr>
              <p:nvPr/>
            </p:nvSpPr>
            <p:spPr bwMode="auto">
              <a:xfrm>
                <a:off x="3969"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CC3300"/>
                    </a:solidFill>
                    <a:latin typeface="宋体" pitchFamily="2" charset="-122"/>
                  </a:rPr>
                  <a:t>1</a:t>
                </a:r>
              </a:p>
            </p:txBody>
          </p:sp>
          <p:sp>
            <p:nvSpPr>
              <p:cNvPr id="1844" name="Rectangle 595"/>
              <p:cNvSpPr>
                <a:spLocks noChangeArrowheads="1"/>
              </p:cNvSpPr>
              <p:nvPr/>
            </p:nvSpPr>
            <p:spPr bwMode="auto">
              <a:xfrm>
                <a:off x="4046"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45" name="Rectangle 596"/>
              <p:cNvSpPr>
                <a:spLocks noChangeArrowheads="1"/>
              </p:cNvSpPr>
              <p:nvPr/>
            </p:nvSpPr>
            <p:spPr bwMode="auto">
              <a:xfrm>
                <a:off x="4231"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46" name="Rectangle 597"/>
              <p:cNvSpPr>
                <a:spLocks noChangeArrowheads="1"/>
              </p:cNvSpPr>
              <p:nvPr/>
            </p:nvSpPr>
            <p:spPr bwMode="auto">
              <a:xfrm>
                <a:off x="4481"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47" name="Rectangle 598"/>
              <p:cNvSpPr>
                <a:spLocks noChangeArrowheads="1"/>
              </p:cNvSpPr>
              <p:nvPr/>
            </p:nvSpPr>
            <p:spPr bwMode="auto">
              <a:xfrm>
                <a:off x="4742"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48" name="Rectangle 599"/>
              <p:cNvSpPr>
                <a:spLocks noChangeArrowheads="1"/>
              </p:cNvSpPr>
              <p:nvPr/>
            </p:nvSpPr>
            <p:spPr bwMode="auto">
              <a:xfrm>
                <a:off x="4992"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1</a:t>
                </a:r>
                <a:endParaRPr lang="en-US" altLang="zh-CN" u="sng"/>
              </a:p>
            </p:txBody>
          </p:sp>
          <p:sp>
            <p:nvSpPr>
              <p:cNvPr id="1849" name="Rectangle 600"/>
              <p:cNvSpPr>
                <a:spLocks noChangeArrowheads="1"/>
              </p:cNvSpPr>
              <p:nvPr/>
            </p:nvSpPr>
            <p:spPr bwMode="auto">
              <a:xfrm>
                <a:off x="5069"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50" name="Rectangle 601"/>
              <p:cNvSpPr>
                <a:spLocks noChangeArrowheads="1"/>
              </p:cNvSpPr>
              <p:nvPr/>
            </p:nvSpPr>
            <p:spPr bwMode="auto">
              <a:xfrm>
                <a:off x="5254"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51" name="Rectangle 602"/>
              <p:cNvSpPr>
                <a:spLocks noChangeArrowheads="1"/>
              </p:cNvSpPr>
              <p:nvPr/>
            </p:nvSpPr>
            <p:spPr bwMode="auto">
              <a:xfrm>
                <a:off x="5515" y="222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1852" name="Rectangle 603"/>
              <p:cNvSpPr>
                <a:spLocks noChangeArrowheads="1"/>
              </p:cNvSpPr>
              <p:nvPr/>
            </p:nvSpPr>
            <p:spPr bwMode="auto">
              <a:xfrm>
                <a:off x="63"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53" name="Line 604"/>
              <p:cNvSpPr>
                <a:spLocks noChangeShapeType="1"/>
              </p:cNvSpPr>
              <p:nvPr/>
            </p:nvSpPr>
            <p:spPr bwMode="auto">
              <a:xfrm>
                <a:off x="63"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4" name="Line 605"/>
              <p:cNvSpPr>
                <a:spLocks noChangeShapeType="1"/>
              </p:cNvSpPr>
              <p:nvPr/>
            </p:nvSpPr>
            <p:spPr bwMode="auto">
              <a:xfrm>
                <a:off x="63"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5" name="Rectangle 606"/>
              <p:cNvSpPr>
                <a:spLocks noChangeArrowheads="1"/>
              </p:cNvSpPr>
              <p:nvPr/>
            </p:nvSpPr>
            <p:spPr bwMode="auto">
              <a:xfrm>
                <a:off x="542" y="2190"/>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56" name="Line 607"/>
              <p:cNvSpPr>
                <a:spLocks noChangeShapeType="1"/>
              </p:cNvSpPr>
              <p:nvPr/>
            </p:nvSpPr>
            <p:spPr bwMode="auto">
              <a:xfrm>
                <a:off x="542" y="2190"/>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7" name="Line 608"/>
              <p:cNvSpPr>
                <a:spLocks noChangeShapeType="1"/>
              </p:cNvSpPr>
              <p:nvPr/>
            </p:nvSpPr>
            <p:spPr bwMode="auto">
              <a:xfrm>
                <a:off x="542"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58" name="Group 609"/>
            <p:cNvGrpSpPr>
              <a:grpSpLocks/>
            </p:cNvGrpSpPr>
            <p:nvPr/>
          </p:nvGrpSpPr>
          <p:grpSpPr bwMode="auto">
            <a:xfrm>
              <a:off x="1104782" y="5545138"/>
              <a:ext cx="8931275" cy="736600"/>
              <a:chOff x="63" y="2190"/>
              <a:chExt cx="5626" cy="464"/>
            </a:xfrm>
          </p:grpSpPr>
          <p:sp>
            <p:nvSpPr>
              <p:cNvPr id="1859" name="Rectangle 610"/>
              <p:cNvSpPr>
                <a:spLocks noChangeArrowheads="1"/>
              </p:cNvSpPr>
              <p:nvPr/>
            </p:nvSpPr>
            <p:spPr bwMode="auto">
              <a:xfrm>
                <a:off x="552" y="2190"/>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60" name="Line 611"/>
              <p:cNvSpPr>
                <a:spLocks noChangeShapeType="1"/>
              </p:cNvSpPr>
              <p:nvPr/>
            </p:nvSpPr>
            <p:spPr bwMode="auto">
              <a:xfrm>
                <a:off x="552" y="2190"/>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1" name="Rectangle 612"/>
              <p:cNvSpPr>
                <a:spLocks noChangeArrowheads="1"/>
              </p:cNvSpPr>
              <p:nvPr/>
            </p:nvSpPr>
            <p:spPr bwMode="auto">
              <a:xfrm>
                <a:off x="803"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62" name="Line 613"/>
              <p:cNvSpPr>
                <a:spLocks noChangeShapeType="1"/>
              </p:cNvSpPr>
              <p:nvPr/>
            </p:nvSpPr>
            <p:spPr bwMode="auto">
              <a:xfrm>
                <a:off x="803"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3" name="Line 614"/>
              <p:cNvSpPr>
                <a:spLocks noChangeShapeType="1"/>
              </p:cNvSpPr>
              <p:nvPr/>
            </p:nvSpPr>
            <p:spPr bwMode="auto">
              <a:xfrm>
                <a:off x="803"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4" name="Rectangle 615"/>
              <p:cNvSpPr>
                <a:spLocks noChangeArrowheads="1"/>
              </p:cNvSpPr>
              <p:nvPr/>
            </p:nvSpPr>
            <p:spPr bwMode="auto">
              <a:xfrm>
                <a:off x="814" y="2190"/>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65" name="Line 616"/>
              <p:cNvSpPr>
                <a:spLocks noChangeShapeType="1"/>
              </p:cNvSpPr>
              <p:nvPr/>
            </p:nvSpPr>
            <p:spPr bwMode="auto">
              <a:xfrm>
                <a:off x="814" y="2190"/>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6" name="Rectangle 617"/>
              <p:cNvSpPr>
                <a:spLocks noChangeArrowheads="1"/>
              </p:cNvSpPr>
              <p:nvPr/>
            </p:nvSpPr>
            <p:spPr bwMode="auto">
              <a:xfrm>
                <a:off x="1053"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67" name="Line 618"/>
              <p:cNvSpPr>
                <a:spLocks noChangeShapeType="1"/>
              </p:cNvSpPr>
              <p:nvPr/>
            </p:nvSpPr>
            <p:spPr bwMode="auto">
              <a:xfrm>
                <a:off x="1053"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8" name="Line 619"/>
              <p:cNvSpPr>
                <a:spLocks noChangeShapeType="1"/>
              </p:cNvSpPr>
              <p:nvPr/>
            </p:nvSpPr>
            <p:spPr bwMode="auto">
              <a:xfrm>
                <a:off x="1053"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9" name="Rectangle 620"/>
              <p:cNvSpPr>
                <a:spLocks noChangeArrowheads="1"/>
              </p:cNvSpPr>
              <p:nvPr/>
            </p:nvSpPr>
            <p:spPr bwMode="auto">
              <a:xfrm>
                <a:off x="1064" y="2190"/>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70" name="Line 621"/>
              <p:cNvSpPr>
                <a:spLocks noChangeShapeType="1"/>
              </p:cNvSpPr>
              <p:nvPr/>
            </p:nvSpPr>
            <p:spPr bwMode="auto">
              <a:xfrm>
                <a:off x="1064" y="2190"/>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1" name="Rectangle 622"/>
              <p:cNvSpPr>
                <a:spLocks noChangeArrowheads="1"/>
              </p:cNvSpPr>
              <p:nvPr/>
            </p:nvSpPr>
            <p:spPr bwMode="auto">
              <a:xfrm>
                <a:off x="1314"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72" name="Line 623"/>
              <p:cNvSpPr>
                <a:spLocks noChangeShapeType="1"/>
              </p:cNvSpPr>
              <p:nvPr/>
            </p:nvSpPr>
            <p:spPr bwMode="auto">
              <a:xfrm>
                <a:off x="1314"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3" name="Line 624"/>
              <p:cNvSpPr>
                <a:spLocks noChangeShapeType="1"/>
              </p:cNvSpPr>
              <p:nvPr/>
            </p:nvSpPr>
            <p:spPr bwMode="auto">
              <a:xfrm>
                <a:off x="1314"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4" name="Rectangle 625"/>
              <p:cNvSpPr>
                <a:spLocks noChangeArrowheads="1"/>
              </p:cNvSpPr>
              <p:nvPr/>
            </p:nvSpPr>
            <p:spPr bwMode="auto">
              <a:xfrm>
                <a:off x="1325" y="2190"/>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75" name="Line 626"/>
              <p:cNvSpPr>
                <a:spLocks noChangeShapeType="1"/>
              </p:cNvSpPr>
              <p:nvPr/>
            </p:nvSpPr>
            <p:spPr bwMode="auto">
              <a:xfrm>
                <a:off x="1325" y="2190"/>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6" name="Rectangle 627"/>
              <p:cNvSpPr>
                <a:spLocks noChangeArrowheads="1"/>
              </p:cNvSpPr>
              <p:nvPr/>
            </p:nvSpPr>
            <p:spPr bwMode="auto">
              <a:xfrm>
                <a:off x="1575"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77" name="Line 628"/>
              <p:cNvSpPr>
                <a:spLocks noChangeShapeType="1"/>
              </p:cNvSpPr>
              <p:nvPr/>
            </p:nvSpPr>
            <p:spPr bwMode="auto">
              <a:xfrm>
                <a:off x="1575"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8" name="Line 629"/>
              <p:cNvSpPr>
                <a:spLocks noChangeShapeType="1"/>
              </p:cNvSpPr>
              <p:nvPr/>
            </p:nvSpPr>
            <p:spPr bwMode="auto">
              <a:xfrm>
                <a:off x="1575"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9" name="Rectangle 630"/>
              <p:cNvSpPr>
                <a:spLocks noChangeArrowheads="1"/>
              </p:cNvSpPr>
              <p:nvPr/>
            </p:nvSpPr>
            <p:spPr bwMode="auto">
              <a:xfrm>
                <a:off x="1586" y="2190"/>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80" name="Line 631"/>
              <p:cNvSpPr>
                <a:spLocks noChangeShapeType="1"/>
              </p:cNvSpPr>
              <p:nvPr/>
            </p:nvSpPr>
            <p:spPr bwMode="auto">
              <a:xfrm>
                <a:off x="1586" y="2190"/>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1" name="Rectangle 632"/>
              <p:cNvSpPr>
                <a:spLocks noChangeArrowheads="1"/>
              </p:cNvSpPr>
              <p:nvPr/>
            </p:nvSpPr>
            <p:spPr bwMode="auto">
              <a:xfrm>
                <a:off x="1826"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82" name="Line 633"/>
              <p:cNvSpPr>
                <a:spLocks noChangeShapeType="1"/>
              </p:cNvSpPr>
              <p:nvPr/>
            </p:nvSpPr>
            <p:spPr bwMode="auto">
              <a:xfrm>
                <a:off x="1826"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3" name="Line 634"/>
              <p:cNvSpPr>
                <a:spLocks noChangeShapeType="1"/>
              </p:cNvSpPr>
              <p:nvPr/>
            </p:nvSpPr>
            <p:spPr bwMode="auto">
              <a:xfrm>
                <a:off x="1826"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4" name="Rectangle 635"/>
              <p:cNvSpPr>
                <a:spLocks noChangeArrowheads="1"/>
              </p:cNvSpPr>
              <p:nvPr/>
            </p:nvSpPr>
            <p:spPr bwMode="auto">
              <a:xfrm>
                <a:off x="1837" y="2190"/>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85" name="Line 636"/>
              <p:cNvSpPr>
                <a:spLocks noChangeShapeType="1"/>
              </p:cNvSpPr>
              <p:nvPr/>
            </p:nvSpPr>
            <p:spPr bwMode="auto">
              <a:xfrm>
                <a:off x="1837" y="2190"/>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6" name="Rectangle 637"/>
              <p:cNvSpPr>
                <a:spLocks noChangeArrowheads="1"/>
              </p:cNvSpPr>
              <p:nvPr/>
            </p:nvSpPr>
            <p:spPr bwMode="auto">
              <a:xfrm>
                <a:off x="2087"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87" name="Line 638"/>
              <p:cNvSpPr>
                <a:spLocks noChangeShapeType="1"/>
              </p:cNvSpPr>
              <p:nvPr/>
            </p:nvSpPr>
            <p:spPr bwMode="auto">
              <a:xfrm>
                <a:off x="2087"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8" name="Line 639"/>
              <p:cNvSpPr>
                <a:spLocks noChangeShapeType="1"/>
              </p:cNvSpPr>
              <p:nvPr/>
            </p:nvSpPr>
            <p:spPr bwMode="auto">
              <a:xfrm>
                <a:off x="2087"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9" name="Rectangle 640"/>
              <p:cNvSpPr>
                <a:spLocks noChangeArrowheads="1"/>
              </p:cNvSpPr>
              <p:nvPr/>
            </p:nvSpPr>
            <p:spPr bwMode="auto">
              <a:xfrm>
                <a:off x="2098" y="2190"/>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90" name="Line 641"/>
              <p:cNvSpPr>
                <a:spLocks noChangeShapeType="1"/>
              </p:cNvSpPr>
              <p:nvPr/>
            </p:nvSpPr>
            <p:spPr bwMode="auto">
              <a:xfrm>
                <a:off x="2098" y="2190"/>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1" name="Rectangle 642"/>
              <p:cNvSpPr>
                <a:spLocks noChangeArrowheads="1"/>
              </p:cNvSpPr>
              <p:nvPr/>
            </p:nvSpPr>
            <p:spPr bwMode="auto">
              <a:xfrm>
                <a:off x="2337"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92" name="Line 643"/>
              <p:cNvSpPr>
                <a:spLocks noChangeShapeType="1"/>
              </p:cNvSpPr>
              <p:nvPr/>
            </p:nvSpPr>
            <p:spPr bwMode="auto">
              <a:xfrm>
                <a:off x="2337"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3" name="Line 644"/>
              <p:cNvSpPr>
                <a:spLocks noChangeShapeType="1"/>
              </p:cNvSpPr>
              <p:nvPr/>
            </p:nvSpPr>
            <p:spPr bwMode="auto">
              <a:xfrm>
                <a:off x="2337"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4" name="Rectangle 645"/>
              <p:cNvSpPr>
                <a:spLocks noChangeArrowheads="1"/>
              </p:cNvSpPr>
              <p:nvPr/>
            </p:nvSpPr>
            <p:spPr bwMode="auto">
              <a:xfrm>
                <a:off x="2348" y="2190"/>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95" name="Line 646"/>
              <p:cNvSpPr>
                <a:spLocks noChangeShapeType="1"/>
              </p:cNvSpPr>
              <p:nvPr/>
            </p:nvSpPr>
            <p:spPr bwMode="auto">
              <a:xfrm>
                <a:off x="2348" y="2190"/>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6" name="Rectangle 647"/>
              <p:cNvSpPr>
                <a:spLocks noChangeArrowheads="1"/>
              </p:cNvSpPr>
              <p:nvPr/>
            </p:nvSpPr>
            <p:spPr bwMode="auto">
              <a:xfrm>
                <a:off x="2598"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97" name="Line 648"/>
              <p:cNvSpPr>
                <a:spLocks noChangeShapeType="1"/>
              </p:cNvSpPr>
              <p:nvPr/>
            </p:nvSpPr>
            <p:spPr bwMode="auto">
              <a:xfrm>
                <a:off x="2598"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8" name="Line 649"/>
              <p:cNvSpPr>
                <a:spLocks noChangeShapeType="1"/>
              </p:cNvSpPr>
              <p:nvPr/>
            </p:nvSpPr>
            <p:spPr bwMode="auto">
              <a:xfrm>
                <a:off x="2598"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9" name="Rectangle 650"/>
              <p:cNvSpPr>
                <a:spLocks noChangeArrowheads="1"/>
              </p:cNvSpPr>
              <p:nvPr/>
            </p:nvSpPr>
            <p:spPr bwMode="auto">
              <a:xfrm>
                <a:off x="2609" y="2190"/>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00" name="Line 651"/>
              <p:cNvSpPr>
                <a:spLocks noChangeShapeType="1"/>
              </p:cNvSpPr>
              <p:nvPr/>
            </p:nvSpPr>
            <p:spPr bwMode="auto">
              <a:xfrm>
                <a:off x="2609" y="2190"/>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1" name="Rectangle 652"/>
              <p:cNvSpPr>
                <a:spLocks noChangeArrowheads="1"/>
              </p:cNvSpPr>
              <p:nvPr/>
            </p:nvSpPr>
            <p:spPr bwMode="auto">
              <a:xfrm>
                <a:off x="2860" y="2190"/>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02" name="Line 653"/>
              <p:cNvSpPr>
                <a:spLocks noChangeShapeType="1"/>
              </p:cNvSpPr>
              <p:nvPr/>
            </p:nvSpPr>
            <p:spPr bwMode="auto">
              <a:xfrm>
                <a:off x="2860" y="2190"/>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3" name="Line 654"/>
              <p:cNvSpPr>
                <a:spLocks noChangeShapeType="1"/>
              </p:cNvSpPr>
              <p:nvPr/>
            </p:nvSpPr>
            <p:spPr bwMode="auto">
              <a:xfrm>
                <a:off x="2860"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4" name="Rectangle 655"/>
              <p:cNvSpPr>
                <a:spLocks noChangeArrowheads="1"/>
              </p:cNvSpPr>
              <p:nvPr/>
            </p:nvSpPr>
            <p:spPr bwMode="auto">
              <a:xfrm>
                <a:off x="2870" y="2190"/>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05" name="Line 656"/>
              <p:cNvSpPr>
                <a:spLocks noChangeShapeType="1"/>
              </p:cNvSpPr>
              <p:nvPr/>
            </p:nvSpPr>
            <p:spPr bwMode="auto">
              <a:xfrm>
                <a:off x="2870" y="2190"/>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6" name="Rectangle 657"/>
              <p:cNvSpPr>
                <a:spLocks noChangeArrowheads="1"/>
              </p:cNvSpPr>
              <p:nvPr/>
            </p:nvSpPr>
            <p:spPr bwMode="auto">
              <a:xfrm>
                <a:off x="3110"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07" name="Line 658"/>
              <p:cNvSpPr>
                <a:spLocks noChangeShapeType="1"/>
              </p:cNvSpPr>
              <p:nvPr/>
            </p:nvSpPr>
            <p:spPr bwMode="auto">
              <a:xfrm>
                <a:off x="3110"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8" name="Line 659"/>
              <p:cNvSpPr>
                <a:spLocks noChangeShapeType="1"/>
              </p:cNvSpPr>
              <p:nvPr/>
            </p:nvSpPr>
            <p:spPr bwMode="auto">
              <a:xfrm>
                <a:off x="3110"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9" name="Rectangle 660"/>
              <p:cNvSpPr>
                <a:spLocks noChangeArrowheads="1"/>
              </p:cNvSpPr>
              <p:nvPr/>
            </p:nvSpPr>
            <p:spPr bwMode="auto">
              <a:xfrm>
                <a:off x="3121" y="2190"/>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10" name="Line 661"/>
              <p:cNvSpPr>
                <a:spLocks noChangeShapeType="1"/>
              </p:cNvSpPr>
              <p:nvPr/>
            </p:nvSpPr>
            <p:spPr bwMode="auto">
              <a:xfrm>
                <a:off x="3121" y="2190"/>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1" name="Rectangle 662"/>
              <p:cNvSpPr>
                <a:spLocks noChangeArrowheads="1"/>
              </p:cNvSpPr>
              <p:nvPr/>
            </p:nvSpPr>
            <p:spPr bwMode="auto">
              <a:xfrm>
                <a:off x="3371"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12" name="Line 663"/>
              <p:cNvSpPr>
                <a:spLocks noChangeShapeType="1"/>
              </p:cNvSpPr>
              <p:nvPr/>
            </p:nvSpPr>
            <p:spPr bwMode="auto">
              <a:xfrm>
                <a:off x="3371"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3" name="Line 664"/>
              <p:cNvSpPr>
                <a:spLocks noChangeShapeType="1"/>
              </p:cNvSpPr>
              <p:nvPr/>
            </p:nvSpPr>
            <p:spPr bwMode="auto">
              <a:xfrm>
                <a:off x="3371"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4" name="Rectangle 665"/>
              <p:cNvSpPr>
                <a:spLocks noChangeArrowheads="1"/>
              </p:cNvSpPr>
              <p:nvPr/>
            </p:nvSpPr>
            <p:spPr bwMode="auto">
              <a:xfrm>
                <a:off x="3382" y="2190"/>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15" name="Line 666"/>
              <p:cNvSpPr>
                <a:spLocks noChangeShapeType="1"/>
              </p:cNvSpPr>
              <p:nvPr/>
            </p:nvSpPr>
            <p:spPr bwMode="auto">
              <a:xfrm>
                <a:off x="3382" y="2190"/>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6" name="Rectangle 667"/>
              <p:cNvSpPr>
                <a:spLocks noChangeArrowheads="1"/>
              </p:cNvSpPr>
              <p:nvPr/>
            </p:nvSpPr>
            <p:spPr bwMode="auto">
              <a:xfrm>
                <a:off x="3621"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17" name="Line 668"/>
              <p:cNvSpPr>
                <a:spLocks noChangeShapeType="1"/>
              </p:cNvSpPr>
              <p:nvPr/>
            </p:nvSpPr>
            <p:spPr bwMode="auto">
              <a:xfrm>
                <a:off x="3621"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8" name="Line 669"/>
              <p:cNvSpPr>
                <a:spLocks noChangeShapeType="1"/>
              </p:cNvSpPr>
              <p:nvPr/>
            </p:nvSpPr>
            <p:spPr bwMode="auto">
              <a:xfrm>
                <a:off x="3621"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9" name="Rectangle 670"/>
              <p:cNvSpPr>
                <a:spLocks noChangeArrowheads="1"/>
              </p:cNvSpPr>
              <p:nvPr/>
            </p:nvSpPr>
            <p:spPr bwMode="auto">
              <a:xfrm>
                <a:off x="3632" y="2190"/>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20" name="Line 671"/>
              <p:cNvSpPr>
                <a:spLocks noChangeShapeType="1"/>
              </p:cNvSpPr>
              <p:nvPr/>
            </p:nvSpPr>
            <p:spPr bwMode="auto">
              <a:xfrm>
                <a:off x="3632" y="2190"/>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1" name="Rectangle 672"/>
              <p:cNvSpPr>
                <a:spLocks noChangeArrowheads="1"/>
              </p:cNvSpPr>
              <p:nvPr/>
            </p:nvSpPr>
            <p:spPr bwMode="auto">
              <a:xfrm>
                <a:off x="3882"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22" name="Line 673"/>
              <p:cNvSpPr>
                <a:spLocks noChangeShapeType="1"/>
              </p:cNvSpPr>
              <p:nvPr/>
            </p:nvSpPr>
            <p:spPr bwMode="auto">
              <a:xfrm>
                <a:off x="3882"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3" name="Line 674"/>
              <p:cNvSpPr>
                <a:spLocks noChangeShapeType="1"/>
              </p:cNvSpPr>
              <p:nvPr/>
            </p:nvSpPr>
            <p:spPr bwMode="auto">
              <a:xfrm>
                <a:off x="3882"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4" name="Rectangle 675"/>
              <p:cNvSpPr>
                <a:spLocks noChangeArrowheads="1"/>
              </p:cNvSpPr>
              <p:nvPr/>
            </p:nvSpPr>
            <p:spPr bwMode="auto">
              <a:xfrm>
                <a:off x="3893" y="2190"/>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25" name="Line 676"/>
              <p:cNvSpPr>
                <a:spLocks noChangeShapeType="1"/>
              </p:cNvSpPr>
              <p:nvPr/>
            </p:nvSpPr>
            <p:spPr bwMode="auto">
              <a:xfrm>
                <a:off x="3893" y="2190"/>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6" name="Rectangle 677"/>
              <p:cNvSpPr>
                <a:spLocks noChangeArrowheads="1"/>
              </p:cNvSpPr>
              <p:nvPr/>
            </p:nvSpPr>
            <p:spPr bwMode="auto">
              <a:xfrm>
                <a:off x="4133"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27" name="Line 678"/>
              <p:cNvSpPr>
                <a:spLocks noChangeShapeType="1"/>
              </p:cNvSpPr>
              <p:nvPr/>
            </p:nvSpPr>
            <p:spPr bwMode="auto">
              <a:xfrm>
                <a:off x="4133"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8" name="Line 679"/>
              <p:cNvSpPr>
                <a:spLocks noChangeShapeType="1"/>
              </p:cNvSpPr>
              <p:nvPr/>
            </p:nvSpPr>
            <p:spPr bwMode="auto">
              <a:xfrm>
                <a:off x="4133"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9" name="Rectangle 680"/>
              <p:cNvSpPr>
                <a:spLocks noChangeArrowheads="1"/>
              </p:cNvSpPr>
              <p:nvPr/>
            </p:nvSpPr>
            <p:spPr bwMode="auto">
              <a:xfrm>
                <a:off x="4144" y="2190"/>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30" name="Line 681"/>
              <p:cNvSpPr>
                <a:spLocks noChangeShapeType="1"/>
              </p:cNvSpPr>
              <p:nvPr/>
            </p:nvSpPr>
            <p:spPr bwMode="auto">
              <a:xfrm>
                <a:off x="4144" y="2190"/>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1" name="Rectangle 682"/>
              <p:cNvSpPr>
                <a:spLocks noChangeArrowheads="1"/>
              </p:cNvSpPr>
              <p:nvPr/>
            </p:nvSpPr>
            <p:spPr bwMode="auto">
              <a:xfrm>
                <a:off x="4394"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32" name="Line 683"/>
              <p:cNvSpPr>
                <a:spLocks noChangeShapeType="1"/>
              </p:cNvSpPr>
              <p:nvPr/>
            </p:nvSpPr>
            <p:spPr bwMode="auto">
              <a:xfrm>
                <a:off x="4394"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3" name="Line 684"/>
              <p:cNvSpPr>
                <a:spLocks noChangeShapeType="1"/>
              </p:cNvSpPr>
              <p:nvPr/>
            </p:nvSpPr>
            <p:spPr bwMode="auto">
              <a:xfrm>
                <a:off x="4394"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4" name="Rectangle 685"/>
              <p:cNvSpPr>
                <a:spLocks noChangeArrowheads="1"/>
              </p:cNvSpPr>
              <p:nvPr/>
            </p:nvSpPr>
            <p:spPr bwMode="auto">
              <a:xfrm>
                <a:off x="4405" y="2190"/>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35" name="Line 686"/>
              <p:cNvSpPr>
                <a:spLocks noChangeShapeType="1"/>
              </p:cNvSpPr>
              <p:nvPr/>
            </p:nvSpPr>
            <p:spPr bwMode="auto">
              <a:xfrm>
                <a:off x="4405" y="2190"/>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6" name="Rectangle 687"/>
              <p:cNvSpPr>
                <a:spLocks noChangeArrowheads="1"/>
              </p:cNvSpPr>
              <p:nvPr/>
            </p:nvSpPr>
            <p:spPr bwMode="auto">
              <a:xfrm>
                <a:off x="4655"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37" name="Line 688"/>
              <p:cNvSpPr>
                <a:spLocks noChangeShapeType="1"/>
              </p:cNvSpPr>
              <p:nvPr/>
            </p:nvSpPr>
            <p:spPr bwMode="auto">
              <a:xfrm>
                <a:off x="4655"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8" name="Line 689"/>
              <p:cNvSpPr>
                <a:spLocks noChangeShapeType="1"/>
              </p:cNvSpPr>
              <p:nvPr/>
            </p:nvSpPr>
            <p:spPr bwMode="auto">
              <a:xfrm>
                <a:off x="4655"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9" name="Rectangle 690"/>
              <p:cNvSpPr>
                <a:spLocks noChangeArrowheads="1"/>
              </p:cNvSpPr>
              <p:nvPr/>
            </p:nvSpPr>
            <p:spPr bwMode="auto">
              <a:xfrm>
                <a:off x="4666" y="2190"/>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40" name="Line 691"/>
              <p:cNvSpPr>
                <a:spLocks noChangeShapeType="1"/>
              </p:cNvSpPr>
              <p:nvPr/>
            </p:nvSpPr>
            <p:spPr bwMode="auto">
              <a:xfrm>
                <a:off x="4666" y="2190"/>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1" name="Rectangle 692"/>
              <p:cNvSpPr>
                <a:spLocks noChangeArrowheads="1"/>
              </p:cNvSpPr>
              <p:nvPr/>
            </p:nvSpPr>
            <p:spPr bwMode="auto">
              <a:xfrm>
                <a:off x="4905"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42" name="Line 693"/>
              <p:cNvSpPr>
                <a:spLocks noChangeShapeType="1"/>
              </p:cNvSpPr>
              <p:nvPr/>
            </p:nvSpPr>
            <p:spPr bwMode="auto">
              <a:xfrm>
                <a:off x="4905"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3" name="Line 694"/>
              <p:cNvSpPr>
                <a:spLocks noChangeShapeType="1"/>
              </p:cNvSpPr>
              <p:nvPr/>
            </p:nvSpPr>
            <p:spPr bwMode="auto">
              <a:xfrm>
                <a:off x="4905"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4" name="Rectangle 695"/>
              <p:cNvSpPr>
                <a:spLocks noChangeArrowheads="1"/>
              </p:cNvSpPr>
              <p:nvPr/>
            </p:nvSpPr>
            <p:spPr bwMode="auto">
              <a:xfrm>
                <a:off x="4916" y="2190"/>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45" name="Line 696"/>
              <p:cNvSpPr>
                <a:spLocks noChangeShapeType="1"/>
              </p:cNvSpPr>
              <p:nvPr/>
            </p:nvSpPr>
            <p:spPr bwMode="auto">
              <a:xfrm>
                <a:off x="4916" y="2190"/>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 name="Rectangle 697"/>
              <p:cNvSpPr>
                <a:spLocks noChangeArrowheads="1"/>
              </p:cNvSpPr>
              <p:nvPr/>
            </p:nvSpPr>
            <p:spPr bwMode="auto">
              <a:xfrm>
                <a:off x="5167" y="2190"/>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47" name="Line 698"/>
              <p:cNvSpPr>
                <a:spLocks noChangeShapeType="1"/>
              </p:cNvSpPr>
              <p:nvPr/>
            </p:nvSpPr>
            <p:spPr bwMode="auto">
              <a:xfrm>
                <a:off x="5167" y="2190"/>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 name="Line 699"/>
              <p:cNvSpPr>
                <a:spLocks noChangeShapeType="1"/>
              </p:cNvSpPr>
              <p:nvPr/>
            </p:nvSpPr>
            <p:spPr bwMode="auto">
              <a:xfrm>
                <a:off x="5167"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9" name="Rectangle 700"/>
              <p:cNvSpPr>
                <a:spLocks noChangeArrowheads="1"/>
              </p:cNvSpPr>
              <p:nvPr/>
            </p:nvSpPr>
            <p:spPr bwMode="auto">
              <a:xfrm>
                <a:off x="5177" y="2190"/>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50" name="Line 701"/>
              <p:cNvSpPr>
                <a:spLocks noChangeShapeType="1"/>
              </p:cNvSpPr>
              <p:nvPr/>
            </p:nvSpPr>
            <p:spPr bwMode="auto">
              <a:xfrm>
                <a:off x="5177" y="2190"/>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 name="Rectangle 702"/>
              <p:cNvSpPr>
                <a:spLocks noChangeArrowheads="1"/>
              </p:cNvSpPr>
              <p:nvPr/>
            </p:nvSpPr>
            <p:spPr bwMode="auto">
              <a:xfrm>
                <a:off x="5417"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52" name="Line 703"/>
              <p:cNvSpPr>
                <a:spLocks noChangeShapeType="1"/>
              </p:cNvSpPr>
              <p:nvPr/>
            </p:nvSpPr>
            <p:spPr bwMode="auto">
              <a:xfrm>
                <a:off x="5417"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 name="Line 704"/>
              <p:cNvSpPr>
                <a:spLocks noChangeShapeType="1"/>
              </p:cNvSpPr>
              <p:nvPr/>
            </p:nvSpPr>
            <p:spPr bwMode="auto">
              <a:xfrm>
                <a:off x="5417"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4" name="Rectangle 705"/>
              <p:cNvSpPr>
                <a:spLocks noChangeArrowheads="1"/>
              </p:cNvSpPr>
              <p:nvPr/>
            </p:nvSpPr>
            <p:spPr bwMode="auto">
              <a:xfrm>
                <a:off x="5428" y="2190"/>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55" name="Line 706"/>
              <p:cNvSpPr>
                <a:spLocks noChangeShapeType="1"/>
              </p:cNvSpPr>
              <p:nvPr/>
            </p:nvSpPr>
            <p:spPr bwMode="auto">
              <a:xfrm>
                <a:off x="5428" y="2190"/>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6" name="Rectangle 707"/>
              <p:cNvSpPr>
                <a:spLocks noChangeArrowheads="1"/>
              </p:cNvSpPr>
              <p:nvPr/>
            </p:nvSpPr>
            <p:spPr bwMode="auto">
              <a:xfrm>
                <a:off x="5678" y="2190"/>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57" name="Line 708"/>
              <p:cNvSpPr>
                <a:spLocks noChangeShapeType="1"/>
              </p:cNvSpPr>
              <p:nvPr/>
            </p:nvSpPr>
            <p:spPr bwMode="auto">
              <a:xfrm>
                <a:off x="5678" y="2190"/>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8" name="Line 709"/>
              <p:cNvSpPr>
                <a:spLocks noChangeShapeType="1"/>
              </p:cNvSpPr>
              <p:nvPr/>
            </p:nvSpPr>
            <p:spPr bwMode="auto">
              <a:xfrm>
                <a:off x="5678" y="2190"/>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9" name="Rectangle 710"/>
              <p:cNvSpPr>
                <a:spLocks noChangeArrowheads="1"/>
              </p:cNvSpPr>
              <p:nvPr/>
            </p:nvSpPr>
            <p:spPr bwMode="auto">
              <a:xfrm>
                <a:off x="63"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60" name="Line 711"/>
              <p:cNvSpPr>
                <a:spLocks noChangeShapeType="1"/>
              </p:cNvSpPr>
              <p:nvPr/>
            </p:nvSpPr>
            <p:spPr bwMode="auto">
              <a:xfrm>
                <a:off x="63"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61" name="Rectangle 712"/>
              <p:cNvSpPr>
                <a:spLocks noChangeArrowheads="1"/>
              </p:cNvSpPr>
              <p:nvPr/>
            </p:nvSpPr>
            <p:spPr bwMode="auto">
              <a:xfrm>
                <a:off x="542" y="2202"/>
                <a:ext cx="10"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62" name="Line 713"/>
              <p:cNvSpPr>
                <a:spLocks noChangeShapeType="1"/>
              </p:cNvSpPr>
              <p:nvPr/>
            </p:nvSpPr>
            <p:spPr bwMode="auto">
              <a:xfrm>
                <a:off x="542"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63" name="Rectangle 714"/>
              <p:cNvSpPr>
                <a:spLocks noChangeArrowheads="1"/>
              </p:cNvSpPr>
              <p:nvPr/>
            </p:nvSpPr>
            <p:spPr bwMode="auto">
              <a:xfrm>
                <a:off x="803"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64" name="Line 715"/>
              <p:cNvSpPr>
                <a:spLocks noChangeShapeType="1"/>
              </p:cNvSpPr>
              <p:nvPr/>
            </p:nvSpPr>
            <p:spPr bwMode="auto">
              <a:xfrm>
                <a:off x="803"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65" name="Rectangle 716"/>
              <p:cNvSpPr>
                <a:spLocks noChangeArrowheads="1"/>
              </p:cNvSpPr>
              <p:nvPr/>
            </p:nvSpPr>
            <p:spPr bwMode="auto">
              <a:xfrm>
                <a:off x="1053"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66" name="Line 717"/>
              <p:cNvSpPr>
                <a:spLocks noChangeShapeType="1"/>
              </p:cNvSpPr>
              <p:nvPr/>
            </p:nvSpPr>
            <p:spPr bwMode="auto">
              <a:xfrm>
                <a:off x="1053"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67" name="Rectangle 718"/>
              <p:cNvSpPr>
                <a:spLocks noChangeArrowheads="1"/>
              </p:cNvSpPr>
              <p:nvPr/>
            </p:nvSpPr>
            <p:spPr bwMode="auto">
              <a:xfrm>
                <a:off x="1314"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68" name="Line 719"/>
              <p:cNvSpPr>
                <a:spLocks noChangeShapeType="1"/>
              </p:cNvSpPr>
              <p:nvPr/>
            </p:nvSpPr>
            <p:spPr bwMode="auto">
              <a:xfrm>
                <a:off x="1314"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69" name="Rectangle 720"/>
              <p:cNvSpPr>
                <a:spLocks noChangeArrowheads="1"/>
              </p:cNvSpPr>
              <p:nvPr/>
            </p:nvSpPr>
            <p:spPr bwMode="auto">
              <a:xfrm>
                <a:off x="1575"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70" name="Line 721"/>
              <p:cNvSpPr>
                <a:spLocks noChangeShapeType="1"/>
              </p:cNvSpPr>
              <p:nvPr/>
            </p:nvSpPr>
            <p:spPr bwMode="auto">
              <a:xfrm>
                <a:off x="1575"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71" name="Rectangle 722"/>
              <p:cNvSpPr>
                <a:spLocks noChangeArrowheads="1"/>
              </p:cNvSpPr>
              <p:nvPr/>
            </p:nvSpPr>
            <p:spPr bwMode="auto">
              <a:xfrm>
                <a:off x="1826"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72" name="Line 723"/>
              <p:cNvSpPr>
                <a:spLocks noChangeShapeType="1"/>
              </p:cNvSpPr>
              <p:nvPr/>
            </p:nvSpPr>
            <p:spPr bwMode="auto">
              <a:xfrm>
                <a:off x="1826"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73" name="Rectangle 724"/>
              <p:cNvSpPr>
                <a:spLocks noChangeArrowheads="1"/>
              </p:cNvSpPr>
              <p:nvPr/>
            </p:nvSpPr>
            <p:spPr bwMode="auto">
              <a:xfrm>
                <a:off x="2087"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74" name="Line 725"/>
              <p:cNvSpPr>
                <a:spLocks noChangeShapeType="1"/>
              </p:cNvSpPr>
              <p:nvPr/>
            </p:nvSpPr>
            <p:spPr bwMode="auto">
              <a:xfrm>
                <a:off x="2087"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75" name="Rectangle 726"/>
              <p:cNvSpPr>
                <a:spLocks noChangeArrowheads="1"/>
              </p:cNvSpPr>
              <p:nvPr/>
            </p:nvSpPr>
            <p:spPr bwMode="auto">
              <a:xfrm>
                <a:off x="2337"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76" name="Line 727"/>
              <p:cNvSpPr>
                <a:spLocks noChangeShapeType="1"/>
              </p:cNvSpPr>
              <p:nvPr/>
            </p:nvSpPr>
            <p:spPr bwMode="auto">
              <a:xfrm>
                <a:off x="2337"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77" name="Rectangle 728"/>
              <p:cNvSpPr>
                <a:spLocks noChangeArrowheads="1"/>
              </p:cNvSpPr>
              <p:nvPr/>
            </p:nvSpPr>
            <p:spPr bwMode="auto">
              <a:xfrm>
                <a:off x="2598"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78" name="Line 729"/>
              <p:cNvSpPr>
                <a:spLocks noChangeShapeType="1"/>
              </p:cNvSpPr>
              <p:nvPr/>
            </p:nvSpPr>
            <p:spPr bwMode="auto">
              <a:xfrm>
                <a:off x="2598"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79" name="Rectangle 730"/>
              <p:cNvSpPr>
                <a:spLocks noChangeArrowheads="1"/>
              </p:cNvSpPr>
              <p:nvPr/>
            </p:nvSpPr>
            <p:spPr bwMode="auto">
              <a:xfrm>
                <a:off x="2860" y="2202"/>
                <a:ext cx="10"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80" name="Line 731"/>
              <p:cNvSpPr>
                <a:spLocks noChangeShapeType="1"/>
              </p:cNvSpPr>
              <p:nvPr/>
            </p:nvSpPr>
            <p:spPr bwMode="auto">
              <a:xfrm>
                <a:off x="2860"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81" name="Rectangle 732"/>
              <p:cNvSpPr>
                <a:spLocks noChangeArrowheads="1"/>
              </p:cNvSpPr>
              <p:nvPr/>
            </p:nvSpPr>
            <p:spPr bwMode="auto">
              <a:xfrm>
                <a:off x="3110"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82" name="Line 733"/>
              <p:cNvSpPr>
                <a:spLocks noChangeShapeType="1"/>
              </p:cNvSpPr>
              <p:nvPr/>
            </p:nvSpPr>
            <p:spPr bwMode="auto">
              <a:xfrm>
                <a:off x="3110"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83" name="Rectangle 734"/>
              <p:cNvSpPr>
                <a:spLocks noChangeArrowheads="1"/>
              </p:cNvSpPr>
              <p:nvPr/>
            </p:nvSpPr>
            <p:spPr bwMode="auto">
              <a:xfrm>
                <a:off x="3371"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84" name="Line 735"/>
              <p:cNvSpPr>
                <a:spLocks noChangeShapeType="1"/>
              </p:cNvSpPr>
              <p:nvPr/>
            </p:nvSpPr>
            <p:spPr bwMode="auto">
              <a:xfrm>
                <a:off x="3371"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85" name="Rectangle 736"/>
              <p:cNvSpPr>
                <a:spLocks noChangeArrowheads="1"/>
              </p:cNvSpPr>
              <p:nvPr/>
            </p:nvSpPr>
            <p:spPr bwMode="auto">
              <a:xfrm>
                <a:off x="3621"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86" name="Line 737"/>
              <p:cNvSpPr>
                <a:spLocks noChangeShapeType="1"/>
              </p:cNvSpPr>
              <p:nvPr/>
            </p:nvSpPr>
            <p:spPr bwMode="auto">
              <a:xfrm>
                <a:off x="3621"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87" name="Rectangle 738"/>
              <p:cNvSpPr>
                <a:spLocks noChangeArrowheads="1"/>
              </p:cNvSpPr>
              <p:nvPr/>
            </p:nvSpPr>
            <p:spPr bwMode="auto">
              <a:xfrm>
                <a:off x="3882"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88" name="Line 739"/>
              <p:cNvSpPr>
                <a:spLocks noChangeShapeType="1"/>
              </p:cNvSpPr>
              <p:nvPr/>
            </p:nvSpPr>
            <p:spPr bwMode="auto">
              <a:xfrm>
                <a:off x="3882"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89" name="Rectangle 740"/>
              <p:cNvSpPr>
                <a:spLocks noChangeArrowheads="1"/>
              </p:cNvSpPr>
              <p:nvPr/>
            </p:nvSpPr>
            <p:spPr bwMode="auto">
              <a:xfrm>
                <a:off x="4133"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90" name="Line 741"/>
              <p:cNvSpPr>
                <a:spLocks noChangeShapeType="1"/>
              </p:cNvSpPr>
              <p:nvPr/>
            </p:nvSpPr>
            <p:spPr bwMode="auto">
              <a:xfrm>
                <a:off x="4133"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1" name="Rectangle 742"/>
              <p:cNvSpPr>
                <a:spLocks noChangeArrowheads="1"/>
              </p:cNvSpPr>
              <p:nvPr/>
            </p:nvSpPr>
            <p:spPr bwMode="auto">
              <a:xfrm>
                <a:off x="4394"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92" name="Line 743"/>
              <p:cNvSpPr>
                <a:spLocks noChangeShapeType="1"/>
              </p:cNvSpPr>
              <p:nvPr/>
            </p:nvSpPr>
            <p:spPr bwMode="auto">
              <a:xfrm>
                <a:off x="4394"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3" name="Rectangle 744"/>
              <p:cNvSpPr>
                <a:spLocks noChangeArrowheads="1"/>
              </p:cNvSpPr>
              <p:nvPr/>
            </p:nvSpPr>
            <p:spPr bwMode="auto">
              <a:xfrm>
                <a:off x="4655"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94" name="Line 745"/>
              <p:cNvSpPr>
                <a:spLocks noChangeShapeType="1"/>
              </p:cNvSpPr>
              <p:nvPr/>
            </p:nvSpPr>
            <p:spPr bwMode="auto">
              <a:xfrm>
                <a:off x="4655"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5" name="Rectangle 746"/>
              <p:cNvSpPr>
                <a:spLocks noChangeArrowheads="1"/>
              </p:cNvSpPr>
              <p:nvPr/>
            </p:nvSpPr>
            <p:spPr bwMode="auto">
              <a:xfrm>
                <a:off x="4905"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96" name="Line 747"/>
              <p:cNvSpPr>
                <a:spLocks noChangeShapeType="1"/>
              </p:cNvSpPr>
              <p:nvPr/>
            </p:nvSpPr>
            <p:spPr bwMode="auto">
              <a:xfrm>
                <a:off x="4905"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7" name="Rectangle 748"/>
              <p:cNvSpPr>
                <a:spLocks noChangeArrowheads="1"/>
              </p:cNvSpPr>
              <p:nvPr/>
            </p:nvSpPr>
            <p:spPr bwMode="auto">
              <a:xfrm>
                <a:off x="5167" y="2202"/>
                <a:ext cx="10"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98" name="Line 749"/>
              <p:cNvSpPr>
                <a:spLocks noChangeShapeType="1"/>
              </p:cNvSpPr>
              <p:nvPr/>
            </p:nvSpPr>
            <p:spPr bwMode="auto">
              <a:xfrm>
                <a:off x="5167"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9" name="Rectangle 750"/>
              <p:cNvSpPr>
                <a:spLocks noChangeArrowheads="1"/>
              </p:cNvSpPr>
              <p:nvPr/>
            </p:nvSpPr>
            <p:spPr bwMode="auto">
              <a:xfrm>
                <a:off x="5417"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00" name="Line 751"/>
              <p:cNvSpPr>
                <a:spLocks noChangeShapeType="1"/>
              </p:cNvSpPr>
              <p:nvPr/>
            </p:nvSpPr>
            <p:spPr bwMode="auto">
              <a:xfrm>
                <a:off x="5417"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1" name="Rectangle 752"/>
              <p:cNvSpPr>
                <a:spLocks noChangeArrowheads="1"/>
              </p:cNvSpPr>
              <p:nvPr/>
            </p:nvSpPr>
            <p:spPr bwMode="auto">
              <a:xfrm>
                <a:off x="5678" y="2202"/>
                <a:ext cx="11" cy="2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02" name="Line 753"/>
              <p:cNvSpPr>
                <a:spLocks noChangeShapeType="1"/>
              </p:cNvSpPr>
              <p:nvPr/>
            </p:nvSpPr>
            <p:spPr bwMode="auto">
              <a:xfrm>
                <a:off x="5678" y="2202"/>
                <a:ext cx="1" cy="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3" name="Rectangle 754"/>
              <p:cNvSpPr>
                <a:spLocks noChangeArrowheads="1"/>
              </p:cNvSpPr>
              <p:nvPr/>
            </p:nvSpPr>
            <p:spPr bwMode="auto">
              <a:xfrm>
                <a:off x="150" y="2452"/>
                <a:ext cx="33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100">
                    <a:solidFill>
                      <a:srgbClr val="000000"/>
                    </a:solidFill>
                    <a:latin typeface="宋体" pitchFamily="2" charset="-122"/>
                  </a:rPr>
                  <a:t>缺页</a:t>
                </a:r>
                <a:endParaRPr lang="zh-CN" altLang="en-US" u="sng"/>
              </a:p>
            </p:txBody>
          </p:sp>
          <p:sp>
            <p:nvSpPr>
              <p:cNvPr id="2004" name="Rectangle 755"/>
              <p:cNvSpPr>
                <a:spLocks noChangeArrowheads="1"/>
              </p:cNvSpPr>
              <p:nvPr/>
            </p:nvSpPr>
            <p:spPr bwMode="auto">
              <a:xfrm>
                <a:off x="455"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05" name="Rectangle 756"/>
              <p:cNvSpPr>
                <a:spLocks noChangeArrowheads="1"/>
              </p:cNvSpPr>
              <p:nvPr/>
            </p:nvSpPr>
            <p:spPr bwMode="auto">
              <a:xfrm>
                <a:off x="629"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x</a:t>
                </a:r>
                <a:endParaRPr lang="en-US" altLang="zh-CN" u="sng"/>
              </a:p>
            </p:txBody>
          </p:sp>
          <p:sp>
            <p:nvSpPr>
              <p:cNvPr id="2006" name="Rectangle 757"/>
              <p:cNvSpPr>
                <a:spLocks noChangeArrowheads="1"/>
              </p:cNvSpPr>
              <p:nvPr/>
            </p:nvSpPr>
            <p:spPr bwMode="auto">
              <a:xfrm>
                <a:off x="705"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07" name="Rectangle 758"/>
              <p:cNvSpPr>
                <a:spLocks noChangeArrowheads="1"/>
              </p:cNvSpPr>
              <p:nvPr/>
            </p:nvSpPr>
            <p:spPr bwMode="auto">
              <a:xfrm>
                <a:off x="890"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x</a:t>
                </a:r>
                <a:endParaRPr lang="en-US" altLang="zh-CN" u="sng"/>
              </a:p>
            </p:txBody>
          </p:sp>
          <p:sp>
            <p:nvSpPr>
              <p:cNvPr id="2008" name="Rectangle 759"/>
              <p:cNvSpPr>
                <a:spLocks noChangeArrowheads="1"/>
              </p:cNvSpPr>
              <p:nvPr/>
            </p:nvSpPr>
            <p:spPr bwMode="auto">
              <a:xfrm>
                <a:off x="966"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09" name="Rectangle 760"/>
              <p:cNvSpPr>
                <a:spLocks noChangeArrowheads="1"/>
              </p:cNvSpPr>
              <p:nvPr/>
            </p:nvSpPr>
            <p:spPr bwMode="auto">
              <a:xfrm>
                <a:off x="1151"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x</a:t>
                </a:r>
                <a:endParaRPr lang="en-US" altLang="zh-CN" u="sng"/>
              </a:p>
            </p:txBody>
          </p:sp>
          <p:sp>
            <p:nvSpPr>
              <p:cNvPr id="2010" name="Rectangle 761"/>
              <p:cNvSpPr>
                <a:spLocks noChangeArrowheads="1"/>
              </p:cNvSpPr>
              <p:nvPr/>
            </p:nvSpPr>
            <p:spPr bwMode="auto">
              <a:xfrm>
                <a:off x="1227"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11" name="Rectangle 762"/>
              <p:cNvSpPr>
                <a:spLocks noChangeArrowheads="1"/>
              </p:cNvSpPr>
              <p:nvPr/>
            </p:nvSpPr>
            <p:spPr bwMode="auto">
              <a:xfrm>
                <a:off x="1401"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x</a:t>
                </a:r>
                <a:endParaRPr lang="en-US" altLang="zh-CN" u="sng"/>
              </a:p>
            </p:txBody>
          </p:sp>
          <p:sp>
            <p:nvSpPr>
              <p:cNvPr id="2012" name="Rectangle 763"/>
              <p:cNvSpPr>
                <a:spLocks noChangeArrowheads="1"/>
              </p:cNvSpPr>
              <p:nvPr/>
            </p:nvSpPr>
            <p:spPr bwMode="auto">
              <a:xfrm>
                <a:off x="1477"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13" name="Rectangle 764"/>
              <p:cNvSpPr>
                <a:spLocks noChangeArrowheads="1"/>
              </p:cNvSpPr>
              <p:nvPr/>
            </p:nvSpPr>
            <p:spPr bwMode="auto">
              <a:xfrm>
                <a:off x="1662"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14" name="Rectangle 765"/>
              <p:cNvSpPr>
                <a:spLocks noChangeArrowheads="1"/>
              </p:cNvSpPr>
              <p:nvPr/>
            </p:nvSpPr>
            <p:spPr bwMode="auto">
              <a:xfrm>
                <a:off x="1913"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x</a:t>
                </a:r>
                <a:endParaRPr lang="en-US" altLang="zh-CN" u="sng"/>
              </a:p>
            </p:txBody>
          </p:sp>
          <p:sp>
            <p:nvSpPr>
              <p:cNvPr id="2015" name="Rectangle 766"/>
              <p:cNvSpPr>
                <a:spLocks noChangeArrowheads="1"/>
              </p:cNvSpPr>
              <p:nvPr/>
            </p:nvSpPr>
            <p:spPr bwMode="auto">
              <a:xfrm>
                <a:off x="1989"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16" name="Rectangle 767"/>
              <p:cNvSpPr>
                <a:spLocks noChangeArrowheads="1"/>
              </p:cNvSpPr>
              <p:nvPr/>
            </p:nvSpPr>
            <p:spPr bwMode="auto">
              <a:xfrm>
                <a:off x="2174"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17" name="Rectangle 768"/>
              <p:cNvSpPr>
                <a:spLocks noChangeArrowheads="1"/>
              </p:cNvSpPr>
              <p:nvPr/>
            </p:nvSpPr>
            <p:spPr bwMode="auto">
              <a:xfrm>
                <a:off x="2435"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x</a:t>
                </a:r>
                <a:endParaRPr lang="en-US" altLang="zh-CN" u="sng"/>
              </a:p>
            </p:txBody>
          </p:sp>
          <p:sp>
            <p:nvSpPr>
              <p:cNvPr id="2018" name="Rectangle 769"/>
              <p:cNvSpPr>
                <a:spLocks noChangeArrowheads="1"/>
              </p:cNvSpPr>
              <p:nvPr/>
            </p:nvSpPr>
            <p:spPr bwMode="auto">
              <a:xfrm>
                <a:off x="2511"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19" name="Rectangle 770"/>
              <p:cNvSpPr>
                <a:spLocks noChangeArrowheads="1"/>
              </p:cNvSpPr>
              <p:nvPr/>
            </p:nvSpPr>
            <p:spPr bwMode="auto">
              <a:xfrm>
                <a:off x="2685"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20" name="Rectangle 771"/>
              <p:cNvSpPr>
                <a:spLocks noChangeArrowheads="1"/>
              </p:cNvSpPr>
              <p:nvPr/>
            </p:nvSpPr>
            <p:spPr bwMode="auto">
              <a:xfrm>
                <a:off x="2947"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21" name="Rectangle 772"/>
              <p:cNvSpPr>
                <a:spLocks noChangeArrowheads="1"/>
              </p:cNvSpPr>
              <p:nvPr/>
            </p:nvSpPr>
            <p:spPr bwMode="auto">
              <a:xfrm>
                <a:off x="3197"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x</a:t>
                </a:r>
                <a:endParaRPr lang="en-US" altLang="zh-CN" u="sng"/>
              </a:p>
            </p:txBody>
          </p:sp>
          <p:sp>
            <p:nvSpPr>
              <p:cNvPr id="2022" name="Rectangle 773"/>
              <p:cNvSpPr>
                <a:spLocks noChangeArrowheads="1"/>
              </p:cNvSpPr>
              <p:nvPr/>
            </p:nvSpPr>
            <p:spPr bwMode="auto">
              <a:xfrm>
                <a:off x="3273"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23" name="Rectangle 774"/>
              <p:cNvSpPr>
                <a:spLocks noChangeArrowheads="1"/>
              </p:cNvSpPr>
              <p:nvPr/>
            </p:nvSpPr>
            <p:spPr bwMode="auto">
              <a:xfrm>
                <a:off x="3458"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24" name="Rectangle 775"/>
              <p:cNvSpPr>
                <a:spLocks noChangeArrowheads="1"/>
              </p:cNvSpPr>
              <p:nvPr/>
            </p:nvSpPr>
            <p:spPr bwMode="auto">
              <a:xfrm>
                <a:off x="3708"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25" name="Rectangle 776"/>
              <p:cNvSpPr>
                <a:spLocks noChangeArrowheads="1"/>
              </p:cNvSpPr>
              <p:nvPr/>
            </p:nvSpPr>
            <p:spPr bwMode="auto">
              <a:xfrm>
                <a:off x="3969"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x</a:t>
                </a:r>
                <a:endParaRPr lang="en-US" altLang="zh-CN" u="sng"/>
              </a:p>
            </p:txBody>
          </p:sp>
          <p:sp>
            <p:nvSpPr>
              <p:cNvPr id="2026" name="Rectangle 777"/>
              <p:cNvSpPr>
                <a:spLocks noChangeArrowheads="1"/>
              </p:cNvSpPr>
              <p:nvPr/>
            </p:nvSpPr>
            <p:spPr bwMode="auto">
              <a:xfrm>
                <a:off x="4046"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27" name="Rectangle 778"/>
              <p:cNvSpPr>
                <a:spLocks noChangeArrowheads="1"/>
              </p:cNvSpPr>
              <p:nvPr/>
            </p:nvSpPr>
            <p:spPr bwMode="auto">
              <a:xfrm>
                <a:off x="4231"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28" name="Rectangle 779"/>
              <p:cNvSpPr>
                <a:spLocks noChangeArrowheads="1"/>
              </p:cNvSpPr>
              <p:nvPr/>
            </p:nvSpPr>
            <p:spPr bwMode="auto">
              <a:xfrm>
                <a:off x="4481"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29" name="Rectangle 780"/>
              <p:cNvSpPr>
                <a:spLocks noChangeArrowheads="1"/>
              </p:cNvSpPr>
              <p:nvPr/>
            </p:nvSpPr>
            <p:spPr bwMode="auto">
              <a:xfrm>
                <a:off x="4742"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30" name="Rectangle 781"/>
              <p:cNvSpPr>
                <a:spLocks noChangeArrowheads="1"/>
              </p:cNvSpPr>
              <p:nvPr/>
            </p:nvSpPr>
            <p:spPr bwMode="auto">
              <a:xfrm>
                <a:off x="4992"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x</a:t>
                </a:r>
                <a:endParaRPr lang="en-US" altLang="zh-CN" u="sng"/>
              </a:p>
            </p:txBody>
          </p:sp>
          <p:sp>
            <p:nvSpPr>
              <p:cNvPr id="2031" name="Rectangle 782"/>
              <p:cNvSpPr>
                <a:spLocks noChangeArrowheads="1"/>
              </p:cNvSpPr>
              <p:nvPr/>
            </p:nvSpPr>
            <p:spPr bwMode="auto">
              <a:xfrm>
                <a:off x="5069"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32" name="Rectangle 783"/>
              <p:cNvSpPr>
                <a:spLocks noChangeArrowheads="1"/>
              </p:cNvSpPr>
              <p:nvPr/>
            </p:nvSpPr>
            <p:spPr bwMode="auto">
              <a:xfrm>
                <a:off x="5254"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33" name="Rectangle 784"/>
              <p:cNvSpPr>
                <a:spLocks noChangeArrowheads="1"/>
              </p:cNvSpPr>
              <p:nvPr/>
            </p:nvSpPr>
            <p:spPr bwMode="auto">
              <a:xfrm>
                <a:off x="5515" y="245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034" name="Rectangle 785"/>
              <p:cNvSpPr>
                <a:spLocks noChangeArrowheads="1"/>
              </p:cNvSpPr>
              <p:nvPr/>
            </p:nvSpPr>
            <p:spPr bwMode="auto">
              <a:xfrm>
                <a:off x="63"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35" name="Line 786"/>
              <p:cNvSpPr>
                <a:spLocks noChangeShapeType="1"/>
              </p:cNvSpPr>
              <p:nvPr/>
            </p:nvSpPr>
            <p:spPr bwMode="auto">
              <a:xfrm>
                <a:off x="63"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6" name="Line 787"/>
              <p:cNvSpPr>
                <a:spLocks noChangeShapeType="1"/>
              </p:cNvSpPr>
              <p:nvPr/>
            </p:nvSpPr>
            <p:spPr bwMode="auto">
              <a:xfrm>
                <a:off x="63"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7" name="Rectangle 788"/>
              <p:cNvSpPr>
                <a:spLocks noChangeArrowheads="1"/>
              </p:cNvSpPr>
              <p:nvPr/>
            </p:nvSpPr>
            <p:spPr bwMode="auto">
              <a:xfrm>
                <a:off x="74" y="2417"/>
                <a:ext cx="468"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38" name="Line 789"/>
              <p:cNvSpPr>
                <a:spLocks noChangeShapeType="1"/>
              </p:cNvSpPr>
              <p:nvPr/>
            </p:nvSpPr>
            <p:spPr bwMode="auto">
              <a:xfrm>
                <a:off x="74" y="2417"/>
                <a:ext cx="4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9" name="Rectangle 790"/>
              <p:cNvSpPr>
                <a:spLocks noChangeArrowheads="1"/>
              </p:cNvSpPr>
              <p:nvPr/>
            </p:nvSpPr>
            <p:spPr bwMode="auto">
              <a:xfrm>
                <a:off x="542" y="2417"/>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40" name="Line 791"/>
              <p:cNvSpPr>
                <a:spLocks noChangeShapeType="1"/>
              </p:cNvSpPr>
              <p:nvPr/>
            </p:nvSpPr>
            <p:spPr bwMode="auto">
              <a:xfrm>
                <a:off x="542" y="2417"/>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1" name="Line 792"/>
              <p:cNvSpPr>
                <a:spLocks noChangeShapeType="1"/>
              </p:cNvSpPr>
              <p:nvPr/>
            </p:nvSpPr>
            <p:spPr bwMode="auto">
              <a:xfrm>
                <a:off x="542"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2" name="Rectangle 793"/>
              <p:cNvSpPr>
                <a:spLocks noChangeArrowheads="1"/>
              </p:cNvSpPr>
              <p:nvPr/>
            </p:nvSpPr>
            <p:spPr bwMode="auto">
              <a:xfrm>
                <a:off x="552" y="2417"/>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43" name="Line 794"/>
              <p:cNvSpPr>
                <a:spLocks noChangeShapeType="1"/>
              </p:cNvSpPr>
              <p:nvPr/>
            </p:nvSpPr>
            <p:spPr bwMode="auto">
              <a:xfrm>
                <a:off x="552" y="2417"/>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4" name="Rectangle 795"/>
              <p:cNvSpPr>
                <a:spLocks noChangeArrowheads="1"/>
              </p:cNvSpPr>
              <p:nvPr/>
            </p:nvSpPr>
            <p:spPr bwMode="auto">
              <a:xfrm>
                <a:off x="803"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45" name="Line 796"/>
              <p:cNvSpPr>
                <a:spLocks noChangeShapeType="1"/>
              </p:cNvSpPr>
              <p:nvPr/>
            </p:nvSpPr>
            <p:spPr bwMode="auto">
              <a:xfrm>
                <a:off x="803"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6" name="Line 797"/>
              <p:cNvSpPr>
                <a:spLocks noChangeShapeType="1"/>
              </p:cNvSpPr>
              <p:nvPr/>
            </p:nvSpPr>
            <p:spPr bwMode="auto">
              <a:xfrm>
                <a:off x="803"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7" name="Rectangle 798"/>
              <p:cNvSpPr>
                <a:spLocks noChangeArrowheads="1"/>
              </p:cNvSpPr>
              <p:nvPr/>
            </p:nvSpPr>
            <p:spPr bwMode="auto">
              <a:xfrm>
                <a:off x="814" y="2417"/>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48" name="Line 799"/>
              <p:cNvSpPr>
                <a:spLocks noChangeShapeType="1"/>
              </p:cNvSpPr>
              <p:nvPr/>
            </p:nvSpPr>
            <p:spPr bwMode="auto">
              <a:xfrm>
                <a:off x="814" y="2417"/>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 name="Rectangle 800"/>
              <p:cNvSpPr>
                <a:spLocks noChangeArrowheads="1"/>
              </p:cNvSpPr>
              <p:nvPr/>
            </p:nvSpPr>
            <p:spPr bwMode="auto">
              <a:xfrm>
                <a:off x="1053"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50" name="Line 801"/>
              <p:cNvSpPr>
                <a:spLocks noChangeShapeType="1"/>
              </p:cNvSpPr>
              <p:nvPr/>
            </p:nvSpPr>
            <p:spPr bwMode="auto">
              <a:xfrm>
                <a:off x="1053"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 name="Line 802"/>
              <p:cNvSpPr>
                <a:spLocks noChangeShapeType="1"/>
              </p:cNvSpPr>
              <p:nvPr/>
            </p:nvSpPr>
            <p:spPr bwMode="auto">
              <a:xfrm>
                <a:off x="1053"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 name="Rectangle 803"/>
              <p:cNvSpPr>
                <a:spLocks noChangeArrowheads="1"/>
              </p:cNvSpPr>
              <p:nvPr/>
            </p:nvSpPr>
            <p:spPr bwMode="auto">
              <a:xfrm>
                <a:off x="1064" y="241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53" name="Line 804"/>
              <p:cNvSpPr>
                <a:spLocks noChangeShapeType="1"/>
              </p:cNvSpPr>
              <p:nvPr/>
            </p:nvSpPr>
            <p:spPr bwMode="auto">
              <a:xfrm>
                <a:off x="1064" y="241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 name="Rectangle 805"/>
              <p:cNvSpPr>
                <a:spLocks noChangeArrowheads="1"/>
              </p:cNvSpPr>
              <p:nvPr/>
            </p:nvSpPr>
            <p:spPr bwMode="auto">
              <a:xfrm>
                <a:off x="1314"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55" name="Line 806"/>
              <p:cNvSpPr>
                <a:spLocks noChangeShapeType="1"/>
              </p:cNvSpPr>
              <p:nvPr/>
            </p:nvSpPr>
            <p:spPr bwMode="auto">
              <a:xfrm>
                <a:off x="1314"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6" name="Line 807"/>
              <p:cNvSpPr>
                <a:spLocks noChangeShapeType="1"/>
              </p:cNvSpPr>
              <p:nvPr/>
            </p:nvSpPr>
            <p:spPr bwMode="auto">
              <a:xfrm>
                <a:off x="1314"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7" name="Rectangle 808"/>
              <p:cNvSpPr>
                <a:spLocks noChangeArrowheads="1"/>
              </p:cNvSpPr>
              <p:nvPr/>
            </p:nvSpPr>
            <p:spPr bwMode="auto">
              <a:xfrm>
                <a:off x="1325" y="241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58" name="Line 809"/>
              <p:cNvSpPr>
                <a:spLocks noChangeShapeType="1"/>
              </p:cNvSpPr>
              <p:nvPr/>
            </p:nvSpPr>
            <p:spPr bwMode="auto">
              <a:xfrm>
                <a:off x="1325" y="241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59" name="Group 810"/>
            <p:cNvGrpSpPr>
              <a:grpSpLocks/>
            </p:cNvGrpSpPr>
            <p:nvPr/>
          </p:nvGrpSpPr>
          <p:grpSpPr bwMode="auto">
            <a:xfrm>
              <a:off x="1104782" y="5905500"/>
              <a:ext cx="8931275" cy="736600"/>
              <a:chOff x="63" y="2417"/>
              <a:chExt cx="5626" cy="464"/>
            </a:xfrm>
          </p:grpSpPr>
          <p:sp>
            <p:nvSpPr>
              <p:cNvPr id="2060" name="Rectangle 811"/>
              <p:cNvSpPr>
                <a:spLocks noChangeArrowheads="1"/>
              </p:cNvSpPr>
              <p:nvPr/>
            </p:nvSpPr>
            <p:spPr bwMode="auto">
              <a:xfrm>
                <a:off x="1575"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61" name="Line 812"/>
              <p:cNvSpPr>
                <a:spLocks noChangeShapeType="1"/>
              </p:cNvSpPr>
              <p:nvPr/>
            </p:nvSpPr>
            <p:spPr bwMode="auto">
              <a:xfrm>
                <a:off x="1575"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2" name="Line 813"/>
              <p:cNvSpPr>
                <a:spLocks noChangeShapeType="1"/>
              </p:cNvSpPr>
              <p:nvPr/>
            </p:nvSpPr>
            <p:spPr bwMode="auto">
              <a:xfrm>
                <a:off x="1575"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3" name="Rectangle 814"/>
              <p:cNvSpPr>
                <a:spLocks noChangeArrowheads="1"/>
              </p:cNvSpPr>
              <p:nvPr/>
            </p:nvSpPr>
            <p:spPr bwMode="auto">
              <a:xfrm>
                <a:off x="1586" y="2417"/>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64" name="Line 815"/>
              <p:cNvSpPr>
                <a:spLocks noChangeShapeType="1"/>
              </p:cNvSpPr>
              <p:nvPr/>
            </p:nvSpPr>
            <p:spPr bwMode="auto">
              <a:xfrm>
                <a:off x="1586" y="2417"/>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5" name="Rectangle 816"/>
              <p:cNvSpPr>
                <a:spLocks noChangeArrowheads="1"/>
              </p:cNvSpPr>
              <p:nvPr/>
            </p:nvSpPr>
            <p:spPr bwMode="auto">
              <a:xfrm>
                <a:off x="1826"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66" name="Line 817"/>
              <p:cNvSpPr>
                <a:spLocks noChangeShapeType="1"/>
              </p:cNvSpPr>
              <p:nvPr/>
            </p:nvSpPr>
            <p:spPr bwMode="auto">
              <a:xfrm>
                <a:off x="1826"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7" name="Line 818"/>
              <p:cNvSpPr>
                <a:spLocks noChangeShapeType="1"/>
              </p:cNvSpPr>
              <p:nvPr/>
            </p:nvSpPr>
            <p:spPr bwMode="auto">
              <a:xfrm>
                <a:off x="1826"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8" name="Rectangle 819"/>
              <p:cNvSpPr>
                <a:spLocks noChangeArrowheads="1"/>
              </p:cNvSpPr>
              <p:nvPr/>
            </p:nvSpPr>
            <p:spPr bwMode="auto">
              <a:xfrm>
                <a:off x="1837" y="241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69" name="Line 820"/>
              <p:cNvSpPr>
                <a:spLocks noChangeShapeType="1"/>
              </p:cNvSpPr>
              <p:nvPr/>
            </p:nvSpPr>
            <p:spPr bwMode="auto">
              <a:xfrm>
                <a:off x="1837" y="241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0" name="Rectangle 821"/>
              <p:cNvSpPr>
                <a:spLocks noChangeArrowheads="1"/>
              </p:cNvSpPr>
              <p:nvPr/>
            </p:nvSpPr>
            <p:spPr bwMode="auto">
              <a:xfrm>
                <a:off x="2087"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71" name="Line 822"/>
              <p:cNvSpPr>
                <a:spLocks noChangeShapeType="1"/>
              </p:cNvSpPr>
              <p:nvPr/>
            </p:nvSpPr>
            <p:spPr bwMode="auto">
              <a:xfrm>
                <a:off x="2087"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2" name="Line 823"/>
              <p:cNvSpPr>
                <a:spLocks noChangeShapeType="1"/>
              </p:cNvSpPr>
              <p:nvPr/>
            </p:nvSpPr>
            <p:spPr bwMode="auto">
              <a:xfrm>
                <a:off x="2087"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3" name="Rectangle 824"/>
              <p:cNvSpPr>
                <a:spLocks noChangeArrowheads="1"/>
              </p:cNvSpPr>
              <p:nvPr/>
            </p:nvSpPr>
            <p:spPr bwMode="auto">
              <a:xfrm>
                <a:off x="2098" y="2417"/>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74" name="Line 825"/>
              <p:cNvSpPr>
                <a:spLocks noChangeShapeType="1"/>
              </p:cNvSpPr>
              <p:nvPr/>
            </p:nvSpPr>
            <p:spPr bwMode="auto">
              <a:xfrm>
                <a:off x="2098" y="2417"/>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5" name="Rectangle 826"/>
              <p:cNvSpPr>
                <a:spLocks noChangeArrowheads="1"/>
              </p:cNvSpPr>
              <p:nvPr/>
            </p:nvSpPr>
            <p:spPr bwMode="auto">
              <a:xfrm>
                <a:off x="2337"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76" name="Line 827"/>
              <p:cNvSpPr>
                <a:spLocks noChangeShapeType="1"/>
              </p:cNvSpPr>
              <p:nvPr/>
            </p:nvSpPr>
            <p:spPr bwMode="auto">
              <a:xfrm>
                <a:off x="2337"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7" name="Line 828"/>
              <p:cNvSpPr>
                <a:spLocks noChangeShapeType="1"/>
              </p:cNvSpPr>
              <p:nvPr/>
            </p:nvSpPr>
            <p:spPr bwMode="auto">
              <a:xfrm>
                <a:off x="2337"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 name="Rectangle 829"/>
              <p:cNvSpPr>
                <a:spLocks noChangeArrowheads="1"/>
              </p:cNvSpPr>
              <p:nvPr/>
            </p:nvSpPr>
            <p:spPr bwMode="auto">
              <a:xfrm>
                <a:off x="2348" y="241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79" name="Line 830"/>
              <p:cNvSpPr>
                <a:spLocks noChangeShapeType="1"/>
              </p:cNvSpPr>
              <p:nvPr/>
            </p:nvSpPr>
            <p:spPr bwMode="auto">
              <a:xfrm>
                <a:off x="2348" y="241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0" name="Rectangle 831"/>
              <p:cNvSpPr>
                <a:spLocks noChangeArrowheads="1"/>
              </p:cNvSpPr>
              <p:nvPr/>
            </p:nvSpPr>
            <p:spPr bwMode="auto">
              <a:xfrm>
                <a:off x="2598"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81" name="Line 832"/>
              <p:cNvSpPr>
                <a:spLocks noChangeShapeType="1"/>
              </p:cNvSpPr>
              <p:nvPr/>
            </p:nvSpPr>
            <p:spPr bwMode="auto">
              <a:xfrm>
                <a:off x="2598"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2" name="Line 833"/>
              <p:cNvSpPr>
                <a:spLocks noChangeShapeType="1"/>
              </p:cNvSpPr>
              <p:nvPr/>
            </p:nvSpPr>
            <p:spPr bwMode="auto">
              <a:xfrm>
                <a:off x="2598"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3" name="Rectangle 834"/>
              <p:cNvSpPr>
                <a:spLocks noChangeArrowheads="1"/>
              </p:cNvSpPr>
              <p:nvPr/>
            </p:nvSpPr>
            <p:spPr bwMode="auto">
              <a:xfrm>
                <a:off x="2609" y="2417"/>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84" name="Line 835"/>
              <p:cNvSpPr>
                <a:spLocks noChangeShapeType="1"/>
              </p:cNvSpPr>
              <p:nvPr/>
            </p:nvSpPr>
            <p:spPr bwMode="auto">
              <a:xfrm>
                <a:off x="2609" y="2417"/>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5" name="Rectangle 836"/>
              <p:cNvSpPr>
                <a:spLocks noChangeArrowheads="1"/>
              </p:cNvSpPr>
              <p:nvPr/>
            </p:nvSpPr>
            <p:spPr bwMode="auto">
              <a:xfrm>
                <a:off x="2860" y="2417"/>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86" name="Line 837"/>
              <p:cNvSpPr>
                <a:spLocks noChangeShapeType="1"/>
              </p:cNvSpPr>
              <p:nvPr/>
            </p:nvSpPr>
            <p:spPr bwMode="auto">
              <a:xfrm>
                <a:off x="2860" y="2417"/>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7" name="Line 838"/>
              <p:cNvSpPr>
                <a:spLocks noChangeShapeType="1"/>
              </p:cNvSpPr>
              <p:nvPr/>
            </p:nvSpPr>
            <p:spPr bwMode="auto">
              <a:xfrm>
                <a:off x="2860"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8" name="Rectangle 839"/>
              <p:cNvSpPr>
                <a:spLocks noChangeArrowheads="1"/>
              </p:cNvSpPr>
              <p:nvPr/>
            </p:nvSpPr>
            <p:spPr bwMode="auto">
              <a:xfrm>
                <a:off x="2870" y="2417"/>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89" name="Line 840"/>
              <p:cNvSpPr>
                <a:spLocks noChangeShapeType="1"/>
              </p:cNvSpPr>
              <p:nvPr/>
            </p:nvSpPr>
            <p:spPr bwMode="auto">
              <a:xfrm>
                <a:off x="2870" y="2417"/>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0" name="Rectangle 841"/>
              <p:cNvSpPr>
                <a:spLocks noChangeArrowheads="1"/>
              </p:cNvSpPr>
              <p:nvPr/>
            </p:nvSpPr>
            <p:spPr bwMode="auto">
              <a:xfrm>
                <a:off x="3110"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91" name="Line 842"/>
              <p:cNvSpPr>
                <a:spLocks noChangeShapeType="1"/>
              </p:cNvSpPr>
              <p:nvPr/>
            </p:nvSpPr>
            <p:spPr bwMode="auto">
              <a:xfrm>
                <a:off x="3110"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2" name="Line 843"/>
              <p:cNvSpPr>
                <a:spLocks noChangeShapeType="1"/>
              </p:cNvSpPr>
              <p:nvPr/>
            </p:nvSpPr>
            <p:spPr bwMode="auto">
              <a:xfrm>
                <a:off x="3110"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3" name="Rectangle 844"/>
              <p:cNvSpPr>
                <a:spLocks noChangeArrowheads="1"/>
              </p:cNvSpPr>
              <p:nvPr/>
            </p:nvSpPr>
            <p:spPr bwMode="auto">
              <a:xfrm>
                <a:off x="3121" y="241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94" name="Line 845"/>
              <p:cNvSpPr>
                <a:spLocks noChangeShapeType="1"/>
              </p:cNvSpPr>
              <p:nvPr/>
            </p:nvSpPr>
            <p:spPr bwMode="auto">
              <a:xfrm>
                <a:off x="3121" y="241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5" name="Rectangle 846"/>
              <p:cNvSpPr>
                <a:spLocks noChangeArrowheads="1"/>
              </p:cNvSpPr>
              <p:nvPr/>
            </p:nvSpPr>
            <p:spPr bwMode="auto">
              <a:xfrm>
                <a:off x="3371"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96" name="Line 847"/>
              <p:cNvSpPr>
                <a:spLocks noChangeShapeType="1"/>
              </p:cNvSpPr>
              <p:nvPr/>
            </p:nvSpPr>
            <p:spPr bwMode="auto">
              <a:xfrm>
                <a:off x="3371"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7" name="Line 848"/>
              <p:cNvSpPr>
                <a:spLocks noChangeShapeType="1"/>
              </p:cNvSpPr>
              <p:nvPr/>
            </p:nvSpPr>
            <p:spPr bwMode="auto">
              <a:xfrm>
                <a:off x="3371"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8" name="Rectangle 849"/>
              <p:cNvSpPr>
                <a:spLocks noChangeArrowheads="1"/>
              </p:cNvSpPr>
              <p:nvPr/>
            </p:nvSpPr>
            <p:spPr bwMode="auto">
              <a:xfrm>
                <a:off x="3382" y="2417"/>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99" name="Line 850"/>
              <p:cNvSpPr>
                <a:spLocks noChangeShapeType="1"/>
              </p:cNvSpPr>
              <p:nvPr/>
            </p:nvSpPr>
            <p:spPr bwMode="auto">
              <a:xfrm>
                <a:off x="3382" y="2417"/>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0" name="Rectangle 851"/>
              <p:cNvSpPr>
                <a:spLocks noChangeArrowheads="1"/>
              </p:cNvSpPr>
              <p:nvPr/>
            </p:nvSpPr>
            <p:spPr bwMode="auto">
              <a:xfrm>
                <a:off x="3621"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01" name="Line 852"/>
              <p:cNvSpPr>
                <a:spLocks noChangeShapeType="1"/>
              </p:cNvSpPr>
              <p:nvPr/>
            </p:nvSpPr>
            <p:spPr bwMode="auto">
              <a:xfrm>
                <a:off x="3621"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2" name="Line 853"/>
              <p:cNvSpPr>
                <a:spLocks noChangeShapeType="1"/>
              </p:cNvSpPr>
              <p:nvPr/>
            </p:nvSpPr>
            <p:spPr bwMode="auto">
              <a:xfrm>
                <a:off x="3621"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3" name="Rectangle 854"/>
              <p:cNvSpPr>
                <a:spLocks noChangeArrowheads="1"/>
              </p:cNvSpPr>
              <p:nvPr/>
            </p:nvSpPr>
            <p:spPr bwMode="auto">
              <a:xfrm>
                <a:off x="3632" y="241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04" name="Line 855"/>
              <p:cNvSpPr>
                <a:spLocks noChangeShapeType="1"/>
              </p:cNvSpPr>
              <p:nvPr/>
            </p:nvSpPr>
            <p:spPr bwMode="auto">
              <a:xfrm>
                <a:off x="3632" y="241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5" name="Rectangle 856"/>
              <p:cNvSpPr>
                <a:spLocks noChangeArrowheads="1"/>
              </p:cNvSpPr>
              <p:nvPr/>
            </p:nvSpPr>
            <p:spPr bwMode="auto">
              <a:xfrm>
                <a:off x="3882"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06" name="Line 857"/>
              <p:cNvSpPr>
                <a:spLocks noChangeShapeType="1"/>
              </p:cNvSpPr>
              <p:nvPr/>
            </p:nvSpPr>
            <p:spPr bwMode="auto">
              <a:xfrm>
                <a:off x="3882"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7" name="Line 858"/>
              <p:cNvSpPr>
                <a:spLocks noChangeShapeType="1"/>
              </p:cNvSpPr>
              <p:nvPr/>
            </p:nvSpPr>
            <p:spPr bwMode="auto">
              <a:xfrm>
                <a:off x="3882"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8" name="Rectangle 859"/>
              <p:cNvSpPr>
                <a:spLocks noChangeArrowheads="1"/>
              </p:cNvSpPr>
              <p:nvPr/>
            </p:nvSpPr>
            <p:spPr bwMode="auto">
              <a:xfrm>
                <a:off x="3893" y="2417"/>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09" name="Line 860"/>
              <p:cNvSpPr>
                <a:spLocks noChangeShapeType="1"/>
              </p:cNvSpPr>
              <p:nvPr/>
            </p:nvSpPr>
            <p:spPr bwMode="auto">
              <a:xfrm>
                <a:off x="3893" y="2417"/>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0" name="Rectangle 861"/>
              <p:cNvSpPr>
                <a:spLocks noChangeArrowheads="1"/>
              </p:cNvSpPr>
              <p:nvPr/>
            </p:nvSpPr>
            <p:spPr bwMode="auto">
              <a:xfrm>
                <a:off x="4133"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11" name="Line 862"/>
              <p:cNvSpPr>
                <a:spLocks noChangeShapeType="1"/>
              </p:cNvSpPr>
              <p:nvPr/>
            </p:nvSpPr>
            <p:spPr bwMode="auto">
              <a:xfrm>
                <a:off x="4133"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2" name="Line 863"/>
              <p:cNvSpPr>
                <a:spLocks noChangeShapeType="1"/>
              </p:cNvSpPr>
              <p:nvPr/>
            </p:nvSpPr>
            <p:spPr bwMode="auto">
              <a:xfrm>
                <a:off x="4133"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3" name="Rectangle 864"/>
              <p:cNvSpPr>
                <a:spLocks noChangeArrowheads="1"/>
              </p:cNvSpPr>
              <p:nvPr/>
            </p:nvSpPr>
            <p:spPr bwMode="auto">
              <a:xfrm>
                <a:off x="4144" y="241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14" name="Line 865"/>
              <p:cNvSpPr>
                <a:spLocks noChangeShapeType="1"/>
              </p:cNvSpPr>
              <p:nvPr/>
            </p:nvSpPr>
            <p:spPr bwMode="auto">
              <a:xfrm>
                <a:off x="4144" y="241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5" name="Rectangle 866"/>
              <p:cNvSpPr>
                <a:spLocks noChangeArrowheads="1"/>
              </p:cNvSpPr>
              <p:nvPr/>
            </p:nvSpPr>
            <p:spPr bwMode="auto">
              <a:xfrm>
                <a:off x="4394"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16" name="Line 867"/>
              <p:cNvSpPr>
                <a:spLocks noChangeShapeType="1"/>
              </p:cNvSpPr>
              <p:nvPr/>
            </p:nvSpPr>
            <p:spPr bwMode="auto">
              <a:xfrm>
                <a:off x="4394"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7" name="Line 868"/>
              <p:cNvSpPr>
                <a:spLocks noChangeShapeType="1"/>
              </p:cNvSpPr>
              <p:nvPr/>
            </p:nvSpPr>
            <p:spPr bwMode="auto">
              <a:xfrm>
                <a:off x="4394"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8" name="Rectangle 869"/>
              <p:cNvSpPr>
                <a:spLocks noChangeArrowheads="1"/>
              </p:cNvSpPr>
              <p:nvPr/>
            </p:nvSpPr>
            <p:spPr bwMode="auto">
              <a:xfrm>
                <a:off x="4405" y="241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19" name="Line 870"/>
              <p:cNvSpPr>
                <a:spLocks noChangeShapeType="1"/>
              </p:cNvSpPr>
              <p:nvPr/>
            </p:nvSpPr>
            <p:spPr bwMode="auto">
              <a:xfrm>
                <a:off x="4405" y="241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0" name="Rectangle 871"/>
              <p:cNvSpPr>
                <a:spLocks noChangeArrowheads="1"/>
              </p:cNvSpPr>
              <p:nvPr/>
            </p:nvSpPr>
            <p:spPr bwMode="auto">
              <a:xfrm>
                <a:off x="4655"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21" name="Line 872"/>
              <p:cNvSpPr>
                <a:spLocks noChangeShapeType="1"/>
              </p:cNvSpPr>
              <p:nvPr/>
            </p:nvSpPr>
            <p:spPr bwMode="auto">
              <a:xfrm>
                <a:off x="4655"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2" name="Line 873"/>
              <p:cNvSpPr>
                <a:spLocks noChangeShapeType="1"/>
              </p:cNvSpPr>
              <p:nvPr/>
            </p:nvSpPr>
            <p:spPr bwMode="auto">
              <a:xfrm>
                <a:off x="4655"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3" name="Rectangle 874"/>
              <p:cNvSpPr>
                <a:spLocks noChangeArrowheads="1"/>
              </p:cNvSpPr>
              <p:nvPr/>
            </p:nvSpPr>
            <p:spPr bwMode="auto">
              <a:xfrm>
                <a:off x="4666" y="2417"/>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24" name="Line 875"/>
              <p:cNvSpPr>
                <a:spLocks noChangeShapeType="1"/>
              </p:cNvSpPr>
              <p:nvPr/>
            </p:nvSpPr>
            <p:spPr bwMode="auto">
              <a:xfrm>
                <a:off x="4666" y="2417"/>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5" name="Rectangle 876"/>
              <p:cNvSpPr>
                <a:spLocks noChangeArrowheads="1"/>
              </p:cNvSpPr>
              <p:nvPr/>
            </p:nvSpPr>
            <p:spPr bwMode="auto">
              <a:xfrm>
                <a:off x="4905"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26" name="Line 877"/>
              <p:cNvSpPr>
                <a:spLocks noChangeShapeType="1"/>
              </p:cNvSpPr>
              <p:nvPr/>
            </p:nvSpPr>
            <p:spPr bwMode="auto">
              <a:xfrm>
                <a:off x="4905"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7" name="Line 878"/>
              <p:cNvSpPr>
                <a:spLocks noChangeShapeType="1"/>
              </p:cNvSpPr>
              <p:nvPr/>
            </p:nvSpPr>
            <p:spPr bwMode="auto">
              <a:xfrm>
                <a:off x="4905"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8" name="Rectangle 879"/>
              <p:cNvSpPr>
                <a:spLocks noChangeArrowheads="1"/>
              </p:cNvSpPr>
              <p:nvPr/>
            </p:nvSpPr>
            <p:spPr bwMode="auto">
              <a:xfrm>
                <a:off x="4916" y="2417"/>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29" name="Line 880"/>
              <p:cNvSpPr>
                <a:spLocks noChangeShapeType="1"/>
              </p:cNvSpPr>
              <p:nvPr/>
            </p:nvSpPr>
            <p:spPr bwMode="auto">
              <a:xfrm>
                <a:off x="4916" y="2417"/>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0" name="Rectangle 881"/>
              <p:cNvSpPr>
                <a:spLocks noChangeArrowheads="1"/>
              </p:cNvSpPr>
              <p:nvPr/>
            </p:nvSpPr>
            <p:spPr bwMode="auto">
              <a:xfrm>
                <a:off x="5167" y="2417"/>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31" name="Line 882"/>
              <p:cNvSpPr>
                <a:spLocks noChangeShapeType="1"/>
              </p:cNvSpPr>
              <p:nvPr/>
            </p:nvSpPr>
            <p:spPr bwMode="auto">
              <a:xfrm>
                <a:off x="5167" y="2417"/>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2" name="Line 883"/>
              <p:cNvSpPr>
                <a:spLocks noChangeShapeType="1"/>
              </p:cNvSpPr>
              <p:nvPr/>
            </p:nvSpPr>
            <p:spPr bwMode="auto">
              <a:xfrm>
                <a:off x="5167"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3" name="Rectangle 884"/>
              <p:cNvSpPr>
                <a:spLocks noChangeArrowheads="1"/>
              </p:cNvSpPr>
              <p:nvPr/>
            </p:nvSpPr>
            <p:spPr bwMode="auto">
              <a:xfrm>
                <a:off x="5177" y="2417"/>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34" name="Line 885"/>
              <p:cNvSpPr>
                <a:spLocks noChangeShapeType="1"/>
              </p:cNvSpPr>
              <p:nvPr/>
            </p:nvSpPr>
            <p:spPr bwMode="auto">
              <a:xfrm>
                <a:off x="5177" y="2417"/>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5" name="Rectangle 886"/>
              <p:cNvSpPr>
                <a:spLocks noChangeArrowheads="1"/>
              </p:cNvSpPr>
              <p:nvPr/>
            </p:nvSpPr>
            <p:spPr bwMode="auto">
              <a:xfrm>
                <a:off x="5417"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36" name="Line 887"/>
              <p:cNvSpPr>
                <a:spLocks noChangeShapeType="1"/>
              </p:cNvSpPr>
              <p:nvPr/>
            </p:nvSpPr>
            <p:spPr bwMode="auto">
              <a:xfrm>
                <a:off x="5417"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7" name="Line 888"/>
              <p:cNvSpPr>
                <a:spLocks noChangeShapeType="1"/>
              </p:cNvSpPr>
              <p:nvPr/>
            </p:nvSpPr>
            <p:spPr bwMode="auto">
              <a:xfrm>
                <a:off x="5417"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8" name="Rectangle 889"/>
              <p:cNvSpPr>
                <a:spLocks noChangeArrowheads="1"/>
              </p:cNvSpPr>
              <p:nvPr/>
            </p:nvSpPr>
            <p:spPr bwMode="auto">
              <a:xfrm>
                <a:off x="5428" y="2417"/>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39" name="Line 890"/>
              <p:cNvSpPr>
                <a:spLocks noChangeShapeType="1"/>
              </p:cNvSpPr>
              <p:nvPr/>
            </p:nvSpPr>
            <p:spPr bwMode="auto">
              <a:xfrm>
                <a:off x="5428" y="2417"/>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 name="Rectangle 891"/>
              <p:cNvSpPr>
                <a:spLocks noChangeArrowheads="1"/>
              </p:cNvSpPr>
              <p:nvPr/>
            </p:nvSpPr>
            <p:spPr bwMode="auto">
              <a:xfrm>
                <a:off x="5678" y="2417"/>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41" name="Line 892"/>
              <p:cNvSpPr>
                <a:spLocks noChangeShapeType="1"/>
              </p:cNvSpPr>
              <p:nvPr/>
            </p:nvSpPr>
            <p:spPr bwMode="auto">
              <a:xfrm>
                <a:off x="5678" y="241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2" name="Line 893"/>
              <p:cNvSpPr>
                <a:spLocks noChangeShapeType="1"/>
              </p:cNvSpPr>
              <p:nvPr/>
            </p:nvSpPr>
            <p:spPr bwMode="auto">
              <a:xfrm>
                <a:off x="5678" y="24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3" name="Rectangle 894"/>
              <p:cNvSpPr>
                <a:spLocks noChangeArrowheads="1"/>
              </p:cNvSpPr>
              <p:nvPr/>
            </p:nvSpPr>
            <p:spPr bwMode="auto">
              <a:xfrm>
                <a:off x="63"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44" name="Line 895"/>
              <p:cNvSpPr>
                <a:spLocks noChangeShapeType="1"/>
              </p:cNvSpPr>
              <p:nvPr/>
            </p:nvSpPr>
            <p:spPr bwMode="auto">
              <a:xfrm>
                <a:off x="63"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5" name="Rectangle 896"/>
              <p:cNvSpPr>
                <a:spLocks noChangeArrowheads="1"/>
              </p:cNvSpPr>
              <p:nvPr/>
            </p:nvSpPr>
            <p:spPr bwMode="auto">
              <a:xfrm>
                <a:off x="542" y="2429"/>
                <a:ext cx="10"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46" name="Line 897"/>
              <p:cNvSpPr>
                <a:spLocks noChangeShapeType="1"/>
              </p:cNvSpPr>
              <p:nvPr/>
            </p:nvSpPr>
            <p:spPr bwMode="auto">
              <a:xfrm>
                <a:off x="542"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7" name="Rectangle 898"/>
              <p:cNvSpPr>
                <a:spLocks noChangeArrowheads="1"/>
              </p:cNvSpPr>
              <p:nvPr/>
            </p:nvSpPr>
            <p:spPr bwMode="auto">
              <a:xfrm>
                <a:off x="803"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48" name="Line 899"/>
              <p:cNvSpPr>
                <a:spLocks noChangeShapeType="1"/>
              </p:cNvSpPr>
              <p:nvPr/>
            </p:nvSpPr>
            <p:spPr bwMode="auto">
              <a:xfrm>
                <a:off x="803"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9" name="Rectangle 900"/>
              <p:cNvSpPr>
                <a:spLocks noChangeArrowheads="1"/>
              </p:cNvSpPr>
              <p:nvPr/>
            </p:nvSpPr>
            <p:spPr bwMode="auto">
              <a:xfrm>
                <a:off x="1053"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50" name="Line 901"/>
              <p:cNvSpPr>
                <a:spLocks noChangeShapeType="1"/>
              </p:cNvSpPr>
              <p:nvPr/>
            </p:nvSpPr>
            <p:spPr bwMode="auto">
              <a:xfrm>
                <a:off x="1053"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 name="Rectangle 902"/>
              <p:cNvSpPr>
                <a:spLocks noChangeArrowheads="1"/>
              </p:cNvSpPr>
              <p:nvPr/>
            </p:nvSpPr>
            <p:spPr bwMode="auto">
              <a:xfrm>
                <a:off x="1314"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52" name="Line 903"/>
              <p:cNvSpPr>
                <a:spLocks noChangeShapeType="1"/>
              </p:cNvSpPr>
              <p:nvPr/>
            </p:nvSpPr>
            <p:spPr bwMode="auto">
              <a:xfrm>
                <a:off x="1314"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 name="Rectangle 904"/>
              <p:cNvSpPr>
                <a:spLocks noChangeArrowheads="1"/>
              </p:cNvSpPr>
              <p:nvPr/>
            </p:nvSpPr>
            <p:spPr bwMode="auto">
              <a:xfrm>
                <a:off x="1575"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54" name="Line 905"/>
              <p:cNvSpPr>
                <a:spLocks noChangeShapeType="1"/>
              </p:cNvSpPr>
              <p:nvPr/>
            </p:nvSpPr>
            <p:spPr bwMode="auto">
              <a:xfrm>
                <a:off x="1575"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5" name="Rectangle 906"/>
              <p:cNvSpPr>
                <a:spLocks noChangeArrowheads="1"/>
              </p:cNvSpPr>
              <p:nvPr/>
            </p:nvSpPr>
            <p:spPr bwMode="auto">
              <a:xfrm>
                <a:off x="1826"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56" name="Line 907"/>
              <p:cNvSpPr>
                <a:spLocks noChangeShapeType="1"/>
              </p:cNvSpPr>
              <p:nvPr/>
            </p:nvSpPr>
            <p:spPr bwMode="auto">
              <a:xfrm>
                <a:off x="1826"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7" name="Rectangle 908"/>
              <p:cNvSpPr>
                <a:spLocks noChangeArrowheads="1"/>
              </p:cNvSpPr>
              <p:nvPr/>
            </p:nvSpPr>
            <p:spPr bwMode="auto">
              <a:xfrm>
                <a:off x="2087"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58" name="Line 909"/>
              <p:cNvSpPr>
                <a:spLocks noChangeShapeType="1"/>
              </p:cNvSpPr>
              <p:nvPr/>
            </p:nvSpPr>
            <p:spPr bwMode="auto">
              <a:xfrm>
                <a:off x="2087"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9" name="Rectangle 910"/>
              <p:cNvSpPr>
                <a:spLocks noChangeArrowheads="1"/>
              </p:cNvSpPr>
              <p:nvPr/>
            </p:nvSpPr>
            <p:spPr bwMode="auto">
              <a:xfrm>
                <a:off x="2337"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60" name="Line 911"/>
              <p:cNvSpPr>
                <a:spLocks noChangeShapeType="1"/>
              </p:cNvSpPr>
              <p:nvPr/>
            </p:nvSpPr>
            <p:spPr bwMode="auto">
              <a:xfrm>
                <a:off x="2337"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1" name="Rectangle 912"/>
              <p:cNvSpPr>
                <a:spLocks noChangeArrowheads="1"/>
              </p:cNvSpPr>
              <p:nvPr/>
            </p:nvSpPr>
            <p:spPr bwMode="auto">
              <a:xfrm>
                <a:off x="2598"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62" name="Line 913"/>
              <p:cNvSpPr>
                <a:spLocks noChangeShapeType="1"/>
              </p:cNvSpPr>
              <p:nvPr/>
            </p:nvSpPr>
            <p:spPr bwMode="auto">
              <a:xfrm>
                <a:off x="2598"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3" name="Rectangle 914"/>
              <p:cNvSpPr>
                <a:spLocks noChangeArrowheads="1"/>
              </p:cNvSpPr>
              <p:nvPr/>
            </p:nvSpPr>
            <p:spPr bwMode="auto">
              <a:xfrm>
                <a:off x="2860" y="2429"/>
                <a:ext cx="10"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64" name="Line 915"/>
              <p:cNvSpPr>
                <a:spLocks noChangeShapeType="1"/>
              </p:cNvSpPr>
              <p:nvPr/>
            </p:nvSpPr>
            <p:spPr bwMode="auto">
              <a:xfrm>
                <a:off x="2860"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5" name="Rectangle 916"/>
              <p:cNvSpPr>
                <a:spLocks noChangeArrowheads="1"/>
              </p:cNvSpPr>
              <p:nvPr/>
            </p:nvSpPr>
            <p:spPr bwMode="auto">
              <a:xfrm>
                <a:off x="3110"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66" name="Line 917"/>
              <p:cNvSpPr>
                <a:spLocks noChangeShapeType="1"/>
              </p:cNvSpPr>
              <p:nvPr/>
            </p:nvSpPr>
            <p:spPr bwMode="auto">
              <a:xfrm>
                <a:off x="3110"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7" name="Rectangle 918"/>
              <p:cNvSpPr>
                <a:spLocks noChangeArrowheads="1"/>
              </p:cNvSpPr>
              <p:nvPr/>
            </p:nvSpPr>
            <p:spPr bwMode="auto">
              <a:xfrm>
                <a:off x="3371"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68" name="Line 919"/>
              <p:cNvSpPr>
                <a:spLocks noChangeShapeType="1"/>
              </p:cNvSpPr>
              <p:nvPr/>
            </p:nvSpPr>
            <p:spPr bwMode="auto">
              <a:xfrm>
                <a:off x="3371"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9" name="Rectangle 920"/>
              <p:cNvSpPr>
                <a:spLocks noChangeArrowheads="1"/>
              </p:cNvSpPr>
              <p:nvPr/>
            </p:nvSpPr>
            <p:spPr bwMode="auto">
              <a:xfrm>
                <a:off x="3621"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70" name="Line 921"/>
              <p:cNvSpPr>
                <a:spLocks noChangeShapeType="1"/>
              </p:cNvSpPr>
              <p:nvPr/>
            </p:nvSpPr>
            <p:spPr bwMode="auto">
              <a:xfrm>
                <a:off x="3621"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1" name="Rectangle 922"/>
              <p:cNvSpPr>
                <a:spLocks noChangeArrowheads="1"/>
              </p:cNvSpPr>
              <p:nvPr/>
            </p:nvSpPr>
            <p:spPr bwMode="auto">
              <a:xfrm>
                <a:off x="3882"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72" name="Line 923"/>
              <p:cNvSpPr>
                <a:spLocks noChangeShapeType="1"/>
              </p:cNvSpPr>
              <p:nvPr/>
            </p:nvSpPr>
            <p:spPr bwMode="auto">
              <a:xfrm>
                <a:off x="3882"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3" name="Rectangle 924"/>
              <p:cNvSpPr>
                <a:spLocks noChangeArrowheads="1"/>
              </p:cNvSpPr>
              <p:nvPr/>
            </p:nvSpPr>
            <p:spPr bwMode="auto">
              <a:xfrm>
                <a:off x="4133"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74" name="Line 925"/>
              <p:cNvSpPr>
                <a:spLocks noChangeShapeType="1"/>
              </p:cNvSpPr>
              <p:nvPr/>
            </p:nvSpPr>
            <p:spPr bwMode="auto">
              <a:xfrm>
                <a:off x="4133"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5" name="Rectangle 926"/>
              <p:cNvSpPr>
                <a:spLocks noChangeArrowheads="1"/>
              </p:cNvSpPr>
              <p:nvPr/>
            </p:nvSpPr>
            <p:spPr bwMode="auto">
              <a:xfrm>
                <a:off x="4394"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76" name="Line 927"/>
              <p:cNvSpPr>
                <a:spLocks noChangeShapeType="1"/>
              </p:cNvSpPr>
              <p:nvPr/>
            </p:nvSpPr>
            <p:spPr bwMode="auto">
              <a:xfrm>
                <a:off x="4394"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7" name="Rectangle 928"/>
              <p:cNvSpPr>
                <a:spLocks noChangeArrowheads="1"/>
              </p:cNvSpPr>
              <p:nvPr/>
            </p:nvSpPr>
            <p:spPr bwMode="auto">
              <a:xfrm>
                <a:off x="4655"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78" name="Line 929"/>
              <p:cNvSpPr>
                <a:spLocks noChangeShapeType="1"/>
              </p:cNvSpPr>
              <p:nvPr/>
            </p:nvSpPr>
            <p:spPr bwMode="auto">
              <a:xfrm>
                <a:off x="4655"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9" name="Rectangle 930"/>
              <p:cNvSpPr>
                <a:spLocks noChangeArrowheads="1"/>
              </p:cNvSpPr>
              <p:nvPr/>
            </p:nvSpPr>
            <p:spPr bwMode="auto">
              <a:xfrm>
                <a:off x="4905"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80" name="Line 931"/>
              <p:cNvSpPr>
                <a:spLocks noChangeShapeType="1"/>
              </p:cNvSpPr>
              <p:nvPr/>
            </p:nvSpPr>
            <p:spPr bwMode="auto">
              <a:xfrm>
                <a:off x="4905"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 name="Rectangle 932"/>
              <p:cNvSpPr>
                <a:spLocks noChangeArrowheads="1"/>
              </p:cNvSpPr>
              <p:nvPr/>
            </p:nvSpPr>
            <p:spPr bwMode="auto">
              <a:xfrm>
                <a:off x="5167" y="2429"/>
                <a:ext cx="10"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82" name="Line 933"/>
              <p:cNvSpPr>
                <a:spLocks noChangeShapeType="1"/>
              </p:cNvSpPr>
              <p:nvPr/>
            </p:nvSpPr>
            <p:spPr bwMode="auto">
              <a:xfrm>
                <a:off x="5167"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3" name="Rectangle 934"/>
              <p:cNvSpPr>
                <a:spLocks noChangeArrowheads="1"/>
              </p:cNvSpPr>
              <p:nvPr/>
            </p:nvSpPr>
            <p:spPr bwMode="auto">
              <a:xfrm>
                <a:off x="5417"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84" name="Line 935"/>
              <p:cNvSpPr>
                <a:spLocks noChangeShapeType="1"/>
              </p:cNvSpPr>
              <p:nvPr/>
            </p:nvSpPr>
            <p:spPr bwMode="auto">
              <a:xfrm>
                <a:off x="5417"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5" name="Rectangle 936"/>
              <p:cNvSpPr>
                <a:spLocks noChangeArrowheads="1"/>
              </p:cNvSpPr>
              <p:nvPr/>
            </p:nvSpPr>
            <p:spPr bwMode="auto">
              <a:xfrm>
                <a:off x="5678" y="2429"/>
                <a:ext cx="11"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86" name="Line 937"/>
              <p:cNvSpPr>
                <a:spLocks noChangeShapeType="1"/>
              </p:cNvSpPr>
              <p:nvPr/>
            </p:nvSpPr>
            <p:spPr bwMode="auto">
              <a:xfrm>
                <a:off x="5678" y="2429"/>
                <a:ext cx="1" cy="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7" name="Rectangle 938"/>
              <p:cNvSpPr>
                <a:spLocks noChangeArrowheads="1"/>
              </p:cNvSpPr>
              <p:nvPr/>
            </p:nvSpPr>
            <p:spPr bwMode="auto">
              <a:xfrm>
                <a:off x="150" y="2679"/>
                <a:ext cx="33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100">
                    <a:solidFill>
                      <a:srgbClr val="000000"/>
                    </a:solidFill>
                    <a:latin typeface="宋体" pitchFamily="2" charset="-122"/>
                  </a:rPr>
                  <a:t>置换</a:t>
                </a:r>
                <a:endParaRPr lang="zh-CN" altLang="en-US" u="sng"/>
              </a:p>
            </p:txBody>
          </p:sp>
          <p:sp>
            <p:nvSpPr>
              <p:cNvPr id="2188" name="Rectangle 939"/>
              <p:cNvSpPr>
                <a:spLocks noChangeArrowheads="1"/>
              </p:cNvSpPr>
              <p:nvPr/>
            </p:nvSpPr>
            <p:spPr bwMode="auto">
              <a:xfrm>
                <a:off x="455"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189" name="Rectangle 940"/>
              <p:cNvSpPr>
                <a:spLocks noChangeArrowheads="1"/>
              </p:cNvSpPr>
              <p:nvPr/>
            </p:nvSpPr>
            <p:spPr bwMode="auto">
              <a:xfrm>
                <a:off x="629"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190" name="Rectangle 941"/>
              <p:cNvSpPr>
                <a:spLocks noChangeArrowheads="1"/>
              </p:cNvSpPr>
              <p:nvPr/>
            </p:nvSpPr>
            <p:spPr bwMode="auto">
              <a:xfrm>
                <a:off x="890"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191" name="Rectangle 942"/>
              <p:cNvSpPr>
                <a:spLocks noChangeArrowheads="1"/>
              </p:cNvSpPr>
              <p:nvPr/>
            </p:nvSpPr>
            <p:spPr bwMode="auto">
              <a:xfrm>
                <a:off x="1151"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192" name="Rectangle 943"/>
              <p:cNvSpPr>
                <a:spLocks noChangeArrowheads="1"/>
              </p:cNvSpPr>
              <p:nvPr/>
            </p:nvSpPr>
            <p:spPr bwMode="auto">
              <a:xfrm>
                <a:off x="1401" y="267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a:t>
                </a:r>
                <a:endParaRPr lang="en-US" altLang="zh-CN" u="sng"/>
              </a:p>
            </p:txBody>
          </p:sp>
          <p:sp>
            <p:nvSpPr>
              <p:cNvPr id="2193" name="Rectangle 944"/>
              <p:cNvSpPr>
                <a:spLocks noChangeArrowheads="1"/>
              </p:cNvSpPr>
              <p:nvPr/>
            </p:nvSpPr>
            <p:spPr bwMode="auto">
              <a:xfrm>
                <a:off x="1554"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194" name="Rectangle 945"/>
              <p:cNvSpPr>
                <a:spLocks noChangeArrowheads="1"/>
              </p:cNvSpPr>
              <p:nvPr/>
            </p:nvSpPr>
            <p:spPr bwMode="auto">
              <a:xfrm>
                <a:off x="1662"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195" name="Rectangle 946"/>
              <p:cNvSpPr>
                <a:spLocks noChangeArrowheads="1"/>
              </p:cNvSpPr>
              <p:nvPr/>
            </p:nvSpPr>
            <p:spPr bwMode="auto">
              <a:xfrm>
                <a:off x="1913" y="267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a:t>
                </a:r>
                <a:endParaRPr lang="en-US" altLang="zh-CN" u="sng"/>
              </a:p>
            </p:txBody>
          </p:sp>
          <p:sp>
            <p:nvSpPr>
              <p:cNvPr id="2196" name="Rectangle 947"/>
              <p:cNvSpPr>
                <a:spLocks noChangeArrowheads="1"/>
              </p:cNvSpPr>
              <p:nvPr/>
            </p:nvSpPr>
            <p:spPr bwMode="auto">
              <a:xfrm>
                <a:off x="2065"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197" name="Rectangle 948"/>
              <p:cNvSpPr>
                <a:spLocks noChangeArrowheads="1"/>
              </p:cNvSpPr>
              <p:nvPr/>
            </p:nvSpPr>
            <p:spPr bwMode="auto">
              <a:xfrm>
                <a:off x="2174"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198" name="Rectangle 949"/>
              <p:cNvSpPr>
                <a:spLocks noChangeArrowheads="1"/>
              </p:cNvSpPr>
              <p:nvPr/>
            </p:nvSpPr>
            <p:spPr bwMode="auto">
              <a:xfrm>
                <a:off x="2435" y="267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a:t>
                </a:r>
                <a:endParaRPr lang="en-US" altLang="zh-CN" u="sng"/>
              </a:p>
            </p:txBody>
          </p:sp>
          <p:sp>
            <p:nvSpPr>
              <p:cNvPr id="2199" name="Rectangle 950"/>
              <p:cNvSpPr>
                <a:spLocks noChangeArrowheads="1"/>
              </p:cNvSpPr>
              <p:nvPr/>
            </p:nvSpPr>
            <p:spPr bwMode="auto">
              <a:xfrm>
                <a:off x="2587"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00" name="Rectangle 951"/>
              <p:cNvSpPr>
                <a:spLocks noChangeArrowheads="1"/>
              </p:cNvSpPr>
              <p:nvPr/>
            </p:nvSpPr>
            <p:spPr bwMode="auto">
              <a:xfrm>
                <a:off x="2685"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01" name="Rectangle 952"/>
              <p:cNvSpPr>
                <a:spLocks noChangeArrowheads="1"/>
              </p:cNvSpPr>
              <p:nvPr/>
            </p:nvSpPr>
            <p:spPr bwMode="auto">
              <a:xfrm>
                <a:off x="2947"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02" name="Rectangle 953"/>
              <p:cNvSpPr>
                <a:spLocks noChangeArrowheads="1"/>
              </p:cNvSpPr>
              <p:nvPr/>
            </p:nvSpPr>
            <p:spPr bwMode="auto">
              <a:xfrm>
                <a:off x="3197" y="267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a:t>
                </a:r>
                <a:endParaRPr lang="en-US" altLang="zh-CN" u="sng"/>
              </a:p>
            </p:txBody>
          </p:sp>
          <p:sp>
            <p:nvSpPr>
              <p:cNvPr id="2203" name="Rectangle 954"/>
              <p:cNvSpPr>
                <a:spLocks noChangeArrowheads="1"/>
              </p:cNvSpPr>
              <p:nvPr/>
            </p:nvSpPr>
            <p:spPr bwMode="auto">
              <a:xfrm>
                <a:off x="3349"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04" name="Rectangle 955"/>
              <p:cNvSpPr>
                <a:spLocks noChangeArrowheads="1"/>
              </p:cNvSpPr>
              <p:nvPr/>
            </p:nvSpPr>
            <p:spPr bwMode="auto">
              <a:xfrm>
                <a:off x="3458"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05" name="Rectangle 956"/>
              <p:cNvSpPr>
                <a:spLocks noChangeArrowheads="1"/>
              </p:cNvSpPr>
              <p:nvPr/>
            </p:nvSpPr>
            <p:spPr bwMode="auto">
              <a:xfrm>
                <a:off x="3708"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06" name="Rectangle 957"/>
              <p:cNvSpPr>
                <a:spLocks noChangeArrowheads="1"/>
              </p:cNvSpPr>
              <p:nvPr/>
            </p:nvSpPr>
            <p:spPr bwMode="auto">
              <a:xfrm>
                <a:off x="3969" y="267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a:t>
                </a:r>
                <a:endParaRPr lang="en-US" altLang="zh-CN" u="sng"/>
              </a:p>
            </p:txBody>
          </p:sp>
          <p:sp>
            <p:nvSpPr>
              <p:cNvPr id="2207" name="Rectangle 958"/>
              <p:cNvSpPr>
                <a:spLocks noChangeArrowheads="1"/>
              </p:cNvSpPr>
              <p:nvPr/>
            </p:nvSpPr>
            <p:spPr bwMode="auto">
              <a:xfrm>
                <a:off x="4122"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08" name="Rectangle 959"/>
              <p:cNvSpPr>
                <a:spLocks noChangeArrowheads="1"/>
              </p:cNvSpPr>
              <p:nvPr/>
            </p:nvSpPr>
            <p:spPr bwMode="auto">
              <a:xfrm>
                <a:off x="4231"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09" name="Rectangle 960"/>
              <p:cNvSpPr>
                <a:spLocks noChangeArrowheads="1"/>
              </p:cNvSpPr>
              <p:nvPr/>
            </p:nvSpPr>
            <p:spPr bwMode="auto">
              <a:xfrm>
                <a:off x="4481"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10" name="Rectangle 961"/>
              <p:cNvSpPr>
                <a:spLocks noChangeArrowheads="1"/>
              </p:cNvSpPr>
              <p:nvPr/>
            </p:nvSpPr>
            <p:spPr bwMode="auto">
              <a:xfrm>
                <a:off x="4742"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11" name="Rectangle 962"/>
              <p:cNvSpPr>
                <a:spLocks noChangeArrowheads="1"/>
              </p:cNvSpPr>
              <p:nvPr/>
            </p:nvSpPr>
            <p:spPr bwMode="auto">
              <a:xfrm>
                <a:off x="4992" y="267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a:t>
                </a:r>
                <a:endParaRPr lang="en-US" altLang="zh-CN" u="sng"/>
              </a:p>
            </p:txBody>
          </p:sp>
          <p:sp>
            <p:nvSpPr>
              <p:cNvPr id="2212" name="Rectangle 963"/>
              <p:cNvSpPr>
                <a:spLocks noChangeArrowheads="1"/>
              </p:cNvSpPr>
              <p:nvPr/>
            </p:nvSpPr>
            <p:spPr bwMode="auto">
              <a:xfrm>
                <a:off x="5145"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13" name="Rectangle 964"/>
              <p:cNvSpPr>
                <a:spLocks noChangeArrowheads="1"/>
              </p:cNvSpPr>
              <p:nvPr/>
            </p:nvSpPr>
            <p:spPr bwMode="auto">
              <a:xfrm>
                <a:off x="5254"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14" name="Rectangle 965"/>
              <p:cNvSpPr>
                <a:spLocks noChangeArrowheads="1"/>
              </p:cNvSpPr>
              <p:nvPr/>
            </p:nvSpPr>
            <p:spPr bwMode="auto">
              <a:xfrm>
                <a:off x="5515" y="267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100">
                    <a:solidFill>
                      <a:srgbClr val="000000"/>
                    </a:solidFill>
                    <a:latin typeface="宋体" pitchFamily="2" charset="-122"/>
                  </a:rPr>
                  <a:t> </a:t>
                </a:r>
                <a:endParaRPr lang="en-US" altLang="zh-CN" u="sng"/>
              </a:p>
            </p:txBody>
          </p:sp>
          <p:sp>
            <p:nvSpPr>
              <p:cNvPr id="2215" name="Rectangle 966"/>
              <p:cNvSpPr>
                <a:spLocks noChangeArrowheads="1"/>
              </p:cNvSpPr>
              <p:nvPr/>
            </p:nvSpPr>
            <p:spPr bwMode="auto">
              <a:xfrm>
                <a:off x="63"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16" name="Line 967"/>
              <p:cNvSpPr>
                <a:spLocks noChangeShapeType="1"/>
              </p:cNvSpPr>
              <p:nvPr/>
            </p:nvSpPr>
            <p:spPr bwMode="auto">
              <a:xfrm>
                <a:off x="63"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7" name="Line 968"/>
              <p:cNvSpPr>
                <a:spLocks noChangeShapeType="1"/>
              </p:cNvSpPr>
              <p:nvPr/>
            </p:nvSpPr>
            <p:spPr bwMode="auto">
              <a:xfrm>
                <a:off x="63"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8" name="Rectangle 969"/>
              <p:cNvSpPr>
                <a:spLocks noChangeArrowheads="1"/>
              </p:cNvSpPr>
              <p:nvPr/>
            </p:nvSpPr>
            <p:spPr bwMode="auto">
              <a:xfrm>
                <a:off x="74" y="2643"/>
                <a:ext cx="468"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19" name="Line 970"/>
              <p:cNvSpPr>
                <a:spLocks noChangeShapeType="1"/>
              </p:cNvSpPr>
              <p:nvPr/>
            </p:nvSpPr>
            <p:spPr bwMode="auto">
              <a:xfrm>
                <a:off x="74" y="2643"/>
                <a:ext cx="4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0" name="Rectangle 971"/>
              <p:cNvSpPr>
                <a:spLocks noChangeArrowheads="1"/>
              </p:cNvSpPr>
              <p:nvPr/>
            </p:nvSpPr>
            <p:spPr bwMode="auto">
              <a:xfrm>
                <a:off x="542" y="2643"/>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21" name="Line 972"/>
              <p:cNvSpPr>
                <a:spLocks noChangeShapeType="1"/>
              </p:cNvSpPr>
              <p:nvPr/>
            </p:nvSpPr>
            <p:spPr bwMode="auto">
              <a:xfrm>
                <a:off x="542" y="2643"/>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 name="Line 973"/>
              <p:cNvSpPr>
                <a:spLocks noChangeShapeType="1"/>
              </p:cNvSpPr>
              <p:nvPr/>
            </p:nvSpPr>
            <p:spPr bwMode="auto">
              <a:xfrm>
                <a:off x="542"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 name="Rectangle 974"/>
              <p:cNvSpPr>
                <a:spLocks noChangeArrowheads="1"/>
              </p:cNvSpPr>
              <p:nvPr/>
            </p:nvSpPr>
            <p:spPr bwMode="auto">
              <a:xfrm>
                <a:off x="552" y="2643"/>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24" name="Line 975"/>
              <p:cNvSpPr>
                <a:spLocks noChangeShapeType="1"/>
              </p:cNvSpPr>
              <p:nvPr/>
            </p:nvSpPr>
            <p:spPr bwMode="auto">
              <a:xfrm>
                <a:off x="552" y="2643"/>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5" name="Rectangle 976"/>
              <p:cNvSpPr>
                <a:spLocks noChangeArrowheads="1"/>
              </p:cNvSpPr>
              <p:nvPr/>
            </p:nvSpPr>
            <p:spPr bwMode="auto">
              <a:xfrm>
                <a:off x="803"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26" name="Line 977"/>
              <p:cNvSpPr>
                <a:spLocks noChangeShapeType="1"/>
              </p:cNvSpPr>
              <p:nvPr/>
            </p:nvSpPr>
            <p:spPr bwMode="auto">
              <a:xfrm>
                <a:off x="803"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7" name="Line 978"/>
              <p:cNvSpPr>
                <a:spLocks noChangeShapeType="1"/>
              </p:cNvSpPr>
              <p:nvPr/>
            </p:nvSpPr>
            <p:spPr bwMode="auto">
              <a:xfrm>
                <a:off x="803"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8" name="Rectangle 979"/>
              <p:cNvSpPr>
                <a:spLocks noChangeArrowheads="1"/>
              </p:cNvSpPr>
              <p:nvPr/>
            </p:nvSpPr>
            <p:spPr bwMode="auto">
              <a:xfrm>
                <a:off x="814" y="2643"/>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29" name="Line 980"/>
              <p:cNvSpPr>
                <a:spLocks noChangeShapeType="1"/>
              </p:cNvSpPr>
              <p:nvPr/>
            </p:nvSpPr>
            <p:spPr bwMode="auto">
              <a:xfrm>
                <a:off x="814" y="2643"/>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0" name="Rectangle 981"/>
              <p:cNvSpPr>
                <a:spLocks noChangeArrowheads="1"/>
              </p:cNvSpPr>
              <p:nvPr/>
            </p:nvSpPr>
            <p:spPr bwMode="auto">
              <a:xfrm>
                <a:off x="1053"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31" name="Line 982"/>
              <p:cNvSpPr>
                <a:spLocks noChangeShapeType="1"/>
              </p:cNvSpPr>
              <p:nvPr/>
            </p:nvSpPr>
            <p:spPr bwMode="auto">
              <a:xfrm>
                <a:off x="1053"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2" name="Line 983"/>
              <p:cNvSpPr>
                <a:spLocks noChangeShapeType="1"/>
              </p:cNvSpPr>
              <p:nvPr/>
            </p:nvSpPr>
            <p:spPr bwMode="auto">
              <a:xfrm>
                <a:off x="1053"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3" name="Rectangle 984"/>
              <p:cNvSpPr>
                <a:spLocks noChangeArrowheads="1"/>
              </p:cNvSpPr>
              <p:nvPr/>
            </p:nvSpPr>
            <p:spPr bwMode="auto">
              <a:xfrm>
                <a:off x="1064" y="2643"/>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34" name="Line 985"/>
              <p:cNvSpPr>
                <a:spLocks noChangeShapeType="1"/>
              </p:cNvSpPr>
              <p:nvPr/>
            </p:nvSpPr>
            <p:spPr bwMode="auto">
              <a:xfrm>
                <a:off x="1064" y="2643"/>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5" name="Rectangle 986"/>
              <p:cNvSpPr>
                <a:spLocks noChangeArrowheads="1"/>
              </p:cNvSpPr>
              <p:nvPr/>
            </p:nvSpPr>
            <p:spPr bwMode="auto">
              <a:xfrm>
                <a:off x="1314"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36" name="Line 987"/>
              <p:cNvSpPr>
                <a:spLocks noChangeShapeType="1"/>
              </p:cNvSpPr>
              <p:nvPr/>
            </p:nvSpPr>
            <p:spPr bwMode="auto">
              <a:xfrm>
                <a:off x="1314"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7" name="Line 988"/>
              <p:cNvSpPr>
                <a:spLocks noChangeShapeType="1"/>
              </p:cNvSpPr>
              <p:nvPr/>
            </p:nvSpPr>
            <p:spPr bwMode="auto">
              <a:xfrm>
                <a:off x="1314"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8" name="Rectangle 989"/>
              <p:cNvSpPr>
                <a:spLocks noChangeArrowheads="1"/>
              </p:cNvSpPr>
              <p:nvPr/>
            </p:nvSpPr>
            <p:spPr bwMode="auto">
              <a:xfrm>
                <a:off x="1325" y="2643"/>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39" name="Line 990"/>
              <p:cNvSpPr>
                <a:spLocks noChangeShapeType="1"/>
              </p:cNvSpPr>
              <p:nvPr/>
            </p:nvSpPr>
            <p:spPr bwMode="auto">
              <a:xfrm>
                <a:off x="1325" y="2643"/>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0" name="Rectangle 991"/>
              <p:cNvSpPr>
                <a:spLocks noChangeArrowheads="1"/>
              </p:cNvSpPr>
              <p:nvPr/>
            </p:nvSpPr>
            <p:spPr bwMode="auto">
              <a:xfrm>
                <a:off x="1575"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41" name="Line 992"/>
              <p:cNvSpPr>
                <a:spLocks noChangeShapeType="1"/>
              </p:cNvSpPr>
              <p:nvPr/>
            </p:nvSpPr>
            <p:spPr bwMode="auto">
              <a:xfrm>
                <a:off x="1575"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 name="Line 993"/>
              <p:cNvSpPr>
                <a:spLocks noChangeShapeType="1"/>
              </p:cNvSpPr>
              <p:nvPr/>
            </p:nvSpPr>
            <p:spPr bwMode="auto">
              <a:xfrm>
                <a:off x="1575"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 name="Rectangle 994"/>
              <p:cNvSpPr>
                <a:spLocks noChangeArrowheads="1"/>
              </p:cNvSpPr>
              <p:nvPr/>
            </p:nvSpPr>
            <p:spPr bwMode="auto">
              <a:xfrm>
                <a:off x="1586" y="2643"/>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44" name="Line 995"/>
              <p:cNvSpPr>
                <a:spLocks noChangeShapeType="1"/>
              </p:cNvSpPr>
              <p:nvPr/>
            </p:nvSpPr>
            <p:spPr bwMode="auto">
              <a:xfrm>
                <a:off x="1586" y="2643"/>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 name="Rectangle 996"/>
              <p:cNvSpPr>
                <a:spLocks noChangeArrowheads="1"/>
              </p:cNvSpPr>
              <p:nvPr/>
            </p:nvSpPr>
            <p:spPr bwMode="auto">
              <a:xfrm>
                <a:off x="1826"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46" name="Line 997"/>
              <p:cNvSpPr>
                <a:spLocks noChangeShapeType="1"/>
              </p:cNvSpPr>
              <p:nvPr/>
            </p:nvSpPr>
            <p:spPr bwMode="auto">
              <a:xfrm>
                <a:off x="1826"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7" name="Line 998"/>
              <p:cNvSpPr>
                <a:spLocks noChangeShapeType="1"/>
              </p:cNvSpPr>
              <p:nvPr/>
            </p:nvSpPr>
            <p:spPr bwMode="auto">
              <a:xfrm>
                <a:off x="1826"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8" name="Rectangle 999"/>
              <p:cNvSpPr>
                <a:spLocks noChangeArrowheads="1"/>
              </p:cNvSpPr>
              <p:nvPr/>
            </p:nvSpPr>
            <p:spPr bwMode="auto">
              <a:xfrm>
                <a:off x="1837" y="2643"/>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49" name="Line 1000"/>
              <p:cNvSpPr>
                <a:spLocks noChangeShapeType="1"/>
              </p:cNvSpPr>
              <p:nvPr/>
            </p:nvSpPr>
            <p:spPr bwMode="auto">
              <a:xfrm>
                <a:off x="1837" y="2643"/>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0" name="Rectangle 1001"/>
              <p:cNvSpPr>
                <a:spLocks noChangeArrowheads="1"/>
              </p:cNvSpPr>
              <p:nvPr/>
            </p:nvSpPr>
            <p:spPr bwMode="auto">
              <a:xfrm>
                <a:off x="2087"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51" name="Line 1002"/>
              <p:cNvSpPr>
                <a:spLocks noChangeShapeType="1"/>
              </p:cNvSpPr>
              <p:nvPr/>
            </p:nvSpPr>
            <p:spPr bwMode="auto">
              <a:xfrm>
                <a:off x="2087"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2" name="Line 1003"/>
              <p:cNvSpPr>
                <a:spLocks noChangeShapeType="1"/>
              </p:cNvSpPr>
              <p:nvPr/>
            </p:nvSpPr>
            <p:spPr bwMode="auto">
              <a:xfrm>
                <a:off x="2087"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3" name="Rectangle 1004"/>
              <p:cNvSpPr>
                <a:spLocks noChangeArrowheads="1"/>
              </p:cNvSpPr>
              <p:nvPr/>
            </p:nvSpPr>
            <p:spPr bwMode="auto">
              <a:xfrm>
                <a:off x="2098" y="2643"/>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54" name="Line 1005"/>
              <p:cNvSpPr>
                <a:spLocks noChangeShapeType="1"/>
              </p:cNvSpPr>
              <p:nvPr/>
            </p:nvSpPr>
            <p:spPr bwMode="auto">
              <a:xfrm>
                <a:off x="2098" y="2643"/>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 name="Rectangle 1006"/>
              <p:cNvSpPr>
                <a:spLocks noChangeArrowheads="1"/>
              </p:cNvSpPr>
              <p:nvPr/>
            </p:nvSpPr>
            <p:spPr bwMode="auto">
              <a:xfrm>
                <a:off x="2337"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56" name="Line 1007"/>
              <p:cNvSpPr>
                <a:spLocks noChangeShapeType="1"/>
              </p:cNvSpPr>
              <p:nvPr/>
            </p:nvSpPr>
            <p:spPr bwMode="auto">
              <a:xfrm>
                <a:off x="2337"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 name="Line 1008"/>
              <p:cNvSpPr>
                <a:spLocks noChangeShapeType="1"/>
              </p:cNvSpPr>
              <p:nvPr/>
            </p:nvSpPr>
            <p:spPr bwMode="auto">
              <a:xfrm>
                <a:off x="2337"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 name="Rectangle 1009"/>
              <p:cNvSpPr>
                <a:spLocks noChangeArrowheads="1"/>
              </p:cNvSpPr>
              <p:nvPr/>
            </p:nvSpPr>
            <p:spPr bwMode="auto">
              <a:xfrm>
                <a:off x="2348" y="2643"/>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59" name="Line 1010"/>
              <p:cNvSpPr>
                <a:spLocks noChangeShapeType="1"/>
              </p:cNvSpPr>
              <p:nvPr/>
            </p:nvSpPr>
            <p:spPr bwMode="auto">
              <a:xfrm>
                <a:off x="2348" y="2643"/>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60" name="Group 1011"/>
            <p:cNvGrpSpPr>
              <a:grpSpLocks/>
            </p:cNvGrpSpPr>
            <p:nvPr/>
          </p:nvGrpSpPr>
          <p:grpSpPr bwMode="auto">
            <a:xfrm>
              <a:off x="1104782" y="6264275"/>
              <a:ext cx="8931275" cy="360363"/>
              <a:chOff x="63" y="2643"/>
              <a:chExt cx="5626" cy="227"/>
            </a:xfrm>
          </p:grpSpPr>
          <p:sp>
            <p:nvSpPr>
              <p:cNvPr id="2261" name="Rectangle 1012"/>
              <p:cNvSpPr>
                <a:spLocks noChangeArrowheads="1"/>
              </p:cNvSpPr>
              <p:nvPr/>
            </p:nvSpPr>
            <p:spPr bwMode="auto">
              <a:xfrm>
                <a:off x="2598"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62" name="Line 1013"/>
              <p:cNvSpPr>
                <a:spLocks noChangeShapeType="1"/>
              </p:cNvSpPr>
              <p:nvPr/>
            </p:nvSpPr>
            <p:spPr bwMode="auto">
              <a:xfrm>
                <a:off x="2598"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3" name="Line 1014"/>
              <p:cNvSpPr>
                <a:spLocks noChangeShapeType="1"/>
              </p:cNvSpPr>
              <p:nvPr/>
            </p:nvSpPr>
            <p:spPr bwMode="auto">
              <a:xfrm>
                <a:off x="2598"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4" name="Rectangle 1015"/>
              <p:cNvSpPr>
                <a:spLocks noChangeArrowheads="1"/>
              </p:cNvSpPr>
              <p:nvPr/>
            </p:nvSpPr>
            <p:spPr bwMode="auto">
              <a:xfrm>
                <a:off x="2609" y="2643"/>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65" name="Line 1016"/>
              <p:cNvSpPr>
                <a:spLocks noChangeShapeType="1"/>
              </p:cNvSpPr>
              <p:nvPr/>
            </p:nvSpPr>
            <p:spPr bwMode="auto">
              <a:xfrm>
                <a:off x="2609" y="2643"/>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6" name="Rectangle 1017"/>
              <p:cNvSpPr>
                <a:spLocks noChangeArrowheads="1"/>
              </p:cNvSpPr>
              <p:nvPr/>
            </p:nvSpPr>
            <p:spPr bwMode="auto">
              <a:xfrm>
                <a:off x="2860" y="2643"/>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67" name="Line 1018"/>
              <p:cNvSpPr>
                <a:spLocks noChangeShapeType="1"/>
              </p:cNvSpPr>
              <p:nvPr/>
            </p:nvSpPr>
            <p:spPr bwMode="auto">
              <a:xfrm>
                <a:off x="2860" y="2643"/>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8" name="Line 1019"/>
              <p:cNvSpPr>
                <a:spLocks noChangeShapeType="1"/>
              </p:cNvSpPr>
              <p:nvPr/>
            </p:nvSpPr>
            <p:spPr bwMode="auto">
              <a:xfrm>
                <a:off x="2860"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9" name="Rectangle 1020"/>
              <p:cNvSpPr>
                <a:spLocks noChangeArrowheads="1"/>
              </p:cNvSpPr>
              <p:nvPr/>
            </p:nvSpPr>
            <p:spPr bwMode="auto">
              <a:xfrm>
                <a:off x="2870" y="2643"/>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70" name="Line 1021"/>
              <p:cNvSpPr>
                <a:spLocks noChangeShapeType="1"/>
              </p:cNvSpPr>
              <p:nvPr/>
            </p:nvSpPr>
            <p:spPr bwMode="auto">
              <a:xfrm>
                <a:off x="2870" y="2643"/>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71" name="Rectangle 1022"/>
              <p:cNvSpPr>
                <a:spLocks noChangeArrowheads="1"/>
              </p:cNvSpPr>
              <p:nvPr/>
            </p:nvSpPr>
            <p:spPr bwMode="auto">
              <a:xfrm>
                <a:off x="3110"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72" name="Line 1023"/>
              <p:cNvSpPr>
                <a:spLocks noChangeShapeType="1"/>
              </p:cNvSpPr>
              <p:nvPr/>
            </p:nvSpPr>
            <p:spPr bwMode="auto">
              <a:xfrm>
                <a:off x="3110"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73" name="Line 1024"/>
              <p:cNvSpPr>
                <a:spLocks noChangeShapeType="1"/>
              </p:cNvSpPr>
              <p:nvPr/>
            </p:nvSpPr>
            <p:spPr bwMode="auto">
              <a:xfrm>
                <a:off x="3110"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74" name="Rectangle 1025"/>
              <p:cNvSpPr>
                <a:spLocks noChangeArrowheads="1"/>
              </p:cNvSpPr>
              <p:nvPr/>
            </p:nvSpPr>
            <p:spPr bwMode="auto">
              <a:xfrm>
                <a:off x="3121" y="2643"/>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75" name="Line 1026"/>
              <p:cNvSpPr>
                <a:spLocks noChangeShapeType="1"/>
              </p:cNvSpPr>
              <p:nvPr/>
            </p:nvSpPr>
            <p:spPr bwMode="auto">
              <a:xfrm>
                <a:off x="3121" y="2643"/>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76" name="Rectangle 1027"/>
              <p:cNvSpPr>
                <a:spLocks noChangeArrowheads="1"/>
              </p:cNvSpPr>
              <p:nvPr/>
            </p:nvSpPr>
            <p:spPr bwMode="auto">
              <a:xfrm>
                <a:off x="3371"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77" name="Line 1028"/>
              <p:cNvSpPr>
                <a:spLocks noChangeShapeType="1"/>
              </p:cNvSpPr>
              <p:nvPr/>
            </p:nvSpPr>
            <p:spPr bwMode="auto">
              <a:xfrm>
                <a:off x="3371"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78" name="Line 1029"/>
              <p:cNvSpPr>
                <a:spLocks noChangeShapeType="1"/>
              </p:cNvSpPr>
              <p:nvPr/>
            </p:nvSpPr>
            <p:spPr bwMode="auto">
              <a:xfrm>
                <a:off x="3371"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79" name="Rectangle 1030"/>
              <p:cNvSpPr>
                <a:spLocks noChangeArrowheads="1"/>
              </p:cNvSpPr>
              <p:nvPr/>
            </p:nvSpPr>
            <p:spPr bwMode="auto">
              <a:xfrm>
                <a:off x="3382" y="2643"/>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80" name="Line 1031"/>
              <p:cNvSpPr>
                <a:spLocks noChangeShapeType="1"/>
              </p:cNvSpPr>
              <p:nvPr/>
            </p:nvSpPr>
            <p:spPr bwMode="auto">
              <a:xfrm>
                <a:off x="3382" y="2643"/>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1" name="Rectangle 1032"/>
              <p:cNvSpPr>
                <a:spLocks noChangeArrowheads="1"/>
              </p:cNvSpPr>
              <p:nvPr/>
            </p:nvSpPr>
            <p:spPr bwMode="auto">
              <a:xfrm>
                <a:off x="3621"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82" name="Line 1033"/>
              <p:cNvSpPr>
                <a:spLocks noChangeShapeType="1"/>
              </p:cNvSpPr>
              <p:nvPr/>
            </p:nvSpPr>
            <p:spPr bwMode="auto">
              <a:xfrm>
                <a:off x="3621"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3" name="Line 1034"/>
              <p:cNvSpPr>
                <a:spLocks noChangeShapeType="1"/>
              </p:cNvSpPr>
              <p:nvPr/>
            </p:nvSpPr>
            <p:spPr bwMode="auto">
              <a:xfrm>
                <a:off x="3621"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4" name="Rectangle 1035"/>
              <p:cNvSpPr>
                <a:spLocks noChangeArrowheads="1"/>
              </p:cNvSpPr>
              <p:nvPr/>
            </p:nvSpPr>
            <p:spPr bwMode="auto">
              <a:xfrm>
                <a:off x="3632" y="2643"/>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85" name="Line 1036"/>
              <p:cNvSpPr>
                <a:spLocks noChangeShapeType="1"/>
              </p:cNvSpPr>
              <p:nvPr/>
            </p:nvSpPr>
            <p:spPr bwMode="auto">
              <a:xfrm>
                <a:off x="3632" y="2643"/>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6" name="Rectangle 1037"/>
              <p:cNvSpPr>
                <a:spLocks noChangeArrowheads="1"/>
              </p:cNvSpPr>
              <p:nvPr/>
            </p:nvSpPr>
            <p:spPr bwMode="auto">
              <a:xfrm>
                <a:off x="3882"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87" name="Line 1038"/>
              <p:cNvSpPr>
                <a:spLocks noChangeShapeType="1"/>
              </p:cNvSpPr>
              <p:nvPr/>
            </p:nvSpPr>
            <p:spPr bwMode="auto">
              <a:xfrm>
                <a:off x="3882"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8" name="Line 1039"/>
              <p:cNvSpPr>
                <a:spLocks noChangeShapeType="1"/>
              </p:cNvSpPr>
              <p:nvPr/>
            </p:nvSpPr>
            <p:spPr bwMode="auto">
              <a:xfrm>
                <a:off x="3882"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9" name="Rectangle 1040"/>
              <p:cNvSpPr>
                <a:spLocks noChangeArrowheads="1"/>
              </p:cNvSpPr>
              <p:nvPr/>
            </p:nvSpPr>
            <p:spPr bwMode="auto">
              <a:xfrm>
                <a:off x="3893" y="2643"/>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90" name="Line 1041"/>
              <p:cNvSpPr>
                <a:spLocks noChangeShapeType="1"/>
              </p:cNvSpPr>
              <p:nvPr/>
            </p:nvSpPr>
            <p:spPr bwMode="auto">
              <a:xfrm>
                <a:off x="3893" y="2643"/>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91" name="Rectangle 1042"/>
              <p:cNvSpPr>
                <a:spLocks noChangeArrowheads="1"/>
              </p:cNvSpPr>
              <p:nvPr/>
            </p:nvSpPr>
            <p:spPr bwMode="auto">
              <a:xfrm>
                <a:off x="4133"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92" name="Line 1043"/>
              <p:cNvSpPr>
                <a:spLocks noChangeShapeType="1"/>
              </p:cNvSpPr>
              <p:nvPr/>
            </p:nvSpPr>
            <p:spPr bwMode="auto">
              <a:xfrm>
                <a:off x="4133"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93" name="Line 1044"/>
              <p:cNvSpPr>
                <a:spLocks noChangeShapeType="1"/>
              </p:cNvSpPr>
              <p:nvPr/>
            </p:nvSpPr>
            <p:spPr bwMode="auto">
              <a:xfrm>
                <a:off x="4133"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94" name="Rectangle 1045"/>
              <p:cNvSpPr>
                <a:spLocks noChangeArrowheads="1"/>
              </p:cNvSpPr>
              <p:nvPr/>
            </p:nvSpPr>
            <p:spPr bwMode="auto">
              <a:xfrm>
                <a:off x="4144" y="2643"/>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95" name="Line 1046"/>
              <p:cNvSpPr>
                <a:spLocks noChangeShapeType="1"/>
              </p:cNvSpPr>
              <p:nvPr/>
            </p:nvSpPr>
            <p:spPr bwMode="auto">
              <a:xfrm>
                <a:off x="4144" y="2643"/>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96" name="Rectangle 1047"/>
              <p:cNvSpPr>
                <a:spLocks noChangeArrowheads="1"/>
              </p:cNvSpPr>
              <p:nvPr/>
            </p:nvSpPr>
            <p:spPr bwMode="auto">
              <a:xfrm>
                <a:off x="4394"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297" name="Line 1048"/>
              <p:cNvSpPr>
                <a:spLocks noChangeShapeType="1"/>
              </p:cNvSpPr>
              <p:nvPr/>
            </p:nvSpPr>
            <p:spPr bwMode="auto">
              <a:xfrm>
                <a:off x="4394"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98" name="Line 1049"/>
              <p:cNvSpPr>
                <a:spLocks noChangeShapeType="1"/>
              </p:cNvSpPr>
              <p:nvPr/>
            </p:nvSpPr>
            <p:spPr bwMode="auto">
              <a:xfrm>
                <a:off x="4394"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99" name="Rectangle 1050"/>
              <p:cNvSpPr>
                <a:spLocks noChangeArrowheads="1"/>
              </p:cNvSpPr>
              <p:nvPr/>
            </p:nvSpPr>
            <p:spPr bwMode="auto">
              <a:xfrm>
                <a:off x="4405" y="2643"/>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00" name="Line 1051"/>
              <p:cNvSpPr>
                <a:spLocks noChangeShapeType="1"/>
              </p:cNvSpPr>
              <p:nvPr/>
            </p:nvSpPr>
            <p:spPr bwMode="auto">
              <a:xfrm>
                <a:off x="4405" y="2643"/>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1" name="Rectangle 1052"/>
              <p:cNvSpPr>
                <a:spLocks noChangeArrowheads="1"/>
              </p:cNvSpPr>
              <p:nvPr/>
            </p:nvSpPr>
            <p:spPr bwMode="auto">
              <a:xfrm>
                <a:off x="4655"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02" name="Line 1053"/>
              <p:cNvSpPr>
                <a:spLocks noChangeShapeType="1"/>
              </p:cNvSpPr>
              <p:nvPr/>
            </p:nvSpPr>
            <p:spPr bwMode="auto">
              <a:xfrm>
                <a:off x="4655"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3" name="Line 1054"/>
              <p:cNvSpPr>
                <a:spLocks noChangeShapeType="1"/>
              </p:cNvSpPr>
              <p:nvPr/>
            </p:nvSpPr>
            <p:spPr bwMode="auto">
              <a:xfrm>
                <a:off x="4655"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 name="Rectangle 1055"/>
              <p:cNvSpPr>
                <a:spLocks noChangeArrowheads="1"/>
              </p:cNvSpPr>
              <p:nvPr/>
            </p:nvSpPr>
            <p:spPr bwMode="auto">
              <a:xfrm>
                <a:off x="4666" y="2643"/>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05" name="Line 1056"/>
              <p:cNvSpPr>
                <a:spLocks noChangeShapeType="1"/>
              </p:cNvSpPr>
              <p:nvPr/>
            </p:nvSpPr>
            <p:spPr bwMode="auto">
              <a:xfrm>
                <a:off x="4666" y="2643"/>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6" name="Rectangle 1057"/>
              <p:cNvSpPr>
                <a:spLocks noChangeArrowheads="1"/>
              </p:cNvSpPr>
              <p:nvPr/>
            </p:nvSpPr>
            <p:spPr bwMode="auto">
              <a:xfrm>
                <a:off x="4905"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07" name="Line 1058"/>
              <p:cNvSpPr>
                <a:spLocks noChangeShapeType="1"/>
              </p:cNvSpPr>
              <p:nvPr/>
            </p:nvSpPr>
            <p:spPr bwMode="auto">
              <a:xfrm>
                <a:off x="4905"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8" name="Line 1059"/>
              <p:cNvSpPr>
                <a:spLocks noChangeShapeType="1"/>
              </p:cNvSpPr>
              <p:nvPr/>
            </p:nvSpPr>
            <p:spPr bwMode="auto">
              <a:xfrm>
                <a:off x="4905"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9" name="Rectangle 1060"/>
              <p:cNvSpPr>
                <a:spLocks noChangeArrowheads="1"/>
              </p:cNvSpPr>
              <p:nvPr/>
            </p:nvSpPr>
            <p:spPr bwMode="auto">
              <a:xfrm>
                <a:off x="4916" y="2643"/>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10" name="Line 1061"/>
              <p:cNvSpPr>
                <a:spLocks noChangeShapeType="1"/>
              </p:cNvSpPr>
              <p:nvPr/>
            </p:nvSpPr>
            <p:spPr bwMode="auto">
              <a:xfrm>
                <a:off x="4916" y="2643"/>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11" name="Rectangle 1062"/>
              <p:cNvSpPr>
                <a:spLocks noChangeArrowheads="1"/>
              </p:cNvSpPr>
              <p:nvPr/>
            </p:nvSpPr>
            <p:spPr bwMode="auto">
              <a:xfrm>
                <a:off x="5167" y="2643"/>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12" name="Line 1063"/>
              <p:cNvSpPr>
                <a:spLocks noChangeShapeType="1"/>
              </p:cNvSpPr>
              <p:nvPr/>
            </p:nvSpPr>
            <p:spPr bwMode="auto">
              <a:xfrm>
                <a:off x="5167" y="2643"/>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13" name="Line 1064"/>
              <p:cNvSpPr>
                <a:spLocks noChangeShapeType="1"/>
              </p:cNvSpPr>
              <p:nvPr/>
            </p:nvSpPr>
            <p:spPr bwMode="auto">
              <a:xfrm>
                <a:off x="5167"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14" name="Rectangle 1065"/>
              <p:cNvSpPr>
                <a:spLocks noChangeArrowheads="1"/>
              </p:cNvSpPr>
              <p:nvPr/>
            </p:nvSpPr>
            <p:spPr bwMode="auto">
              <a:xfrm>
                <a:off x="5177" y="2643"/>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15" name="Line 1066"/>
              <p:cNvSpPr>
                <a:spLocks noChangeShapeType="1"/>
              </p:cNvSpPr>
              <p:nvPr/>
            </p:nvSpPr>
            <p:spPr bwMode="auto">
              <a:xfrm>
                <a:off x="5177" y="2643"/>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16" name="Rectangle 1067"/>
              <p:cNvSpPr>
                <a:spLocks noChangeArrowheads="1"/>
              </p:cNvSpPr>
              <p:nvPr/>
            </p:nvSpPr>
            <p:spPr bwMode="auto">
              <a:xfrm>
                <a:off x="5417"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17" name="Line 1068"/>
              <p:cNvSpPr>
                <a:spLocks noChangeShapeType="1"/>
              </p:cNvSpPr>
              <p:nvPr/>
            </p:nvSpPr>
            <p:spPr bwMode="auto">
              <a:xfrm>
                <a:off x="5417"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18" name="Line 1069"/>
              <p:cNvSpPr>
                <a:spLocks noChangeShapeType="1"/>
              </p:cNvSpPr>
              <p:nvPr/>
            </p:nvSpPr>
            <p:spPr bwMode="auto">
              <a:xfrm>
                <a:off x="5417"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19" name="Rectangle 1070"/>
              <p:cNvSpPr>
                <a:spLocks noChangeArrowheads="1"/>
              </p:cNvSpPr>
              <p:nvPr/>
            </p:nvSpPr>
            <p:spPr bwMode="auto">
              <a:xfrm>
                <a:off x="5428" y="2643"/>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20" name="Line 1071"/>
              <p:cNvSpPr>
                <a:spLocks noChangeShapeType="1"/>
              </p:cNvSpPr>
              <p:nvPr/>
            </p:nvSpPr>
            <p:spPr bwMode="auto">
              <a:xfrm>
                <a:off x="5428" y="2643"/>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21" name="Rectangle 1072"/>
              <p:cNvSpPr>
                <a:spLocks noChangeArrowheads="1"/>
              </p:cNvSpPr>
              <p:nvPr/>
            </p:nvSpPr>
            <p:spPr bwMode="auto">
              <a:xfrm>
                <a:off x="5678" y="264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22" name="Line 1073"/>
              <p:cNvSpPr>
                <a:spLocks noChangeShapeType="1"/>
              </p:cNvSpPr>
              <p:nvPr/>
            </p:nvSpPr>
            <p:spPr bwMode="auto">
              <a:xfrm>
                <a:off x="5678" y="2643"/>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23" name="Line 1074"/>
              <p:cNvSpPr>
                <a:spLocks noChangeShapeType="1"/>
              </p:cNvSpPr>
              <p:nvPr/>
            </p:nvSpPr>
            <p:spPr bwMode="auto">
              <a:xfrm>
                <a:off x="5678" y="2643"/>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24" name="Rectangle 1075"/>
              <p:cNvSpPr>
                <a:spLocks noChangeArrowheads="1"/>
              </p:cNvSpPr>
              <p:nvPr/>
            </p:nvSpPr>
            <p:spPr bwMode="auto">
              <a:xfrm>
                <a:off x="63"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25" name="Line 1076"/>
              <p:cNvSpPr>
                <a:spLocks noChangeShapeType="1"/>
              </p:cNvSpPr>
              <p:nvPr/>
            </p:nvSpPr>
            <p:spPr bwMode="auto">
              <a:xfrm>
                <a:off x="63"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26" name="Rectangle 1077"/>
              <p:cNvSpPr>
                <a:spLocks noChangeArrowheads="1"/>
              </p:cNvSpPr>
              <p:nvPr/>
            </p:nvSpPr>
            <p:spPr bwMode="auto">
              <a:xfrm>
                <a:off x="63"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27" name="Line 1078"/>
              <p:cNvSpPr>
                <a:spLocks noChangeShapeType="1"/>
              </p:cNvSpPr>
              <p:nvPr/>
            </p:nvSpPr>
            <p:spPr bwMode="auto">
              <a:xfrm>
                <a:off x="63"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28" name="Line 1079"/>
              <p:cNvSpPr>
                <a:spLocks noChangeShapeType="1"/>
              </p:cNvSpPr>
              <p:nvPr/>
            </p:nvSpPr>
            <p:spPr bwMode="auto">
              <a:xfrm>
                <a:off x="63"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29" name="Rectangle 1080"/>
              <p:cNvSpPr>
                <a:spLocks noChangeArrowheads="1"/>
              </p:cNvSpPr>
              <p:nvPr/>
            </p:nvSpPr>
            <p:spPr bwMode="auto">
              <a:xfrm>
                <a:off x="63"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30" name="Line 1081"/>
              <p:cNvSpPr>
                <a:spLocks noChangeShapeType="1"/>
              </p:cNvSpPr>
              <p:nvPr/>
            </p:nvSpPr>
            <p:spPr bwMode="auto">
              <a:xfrm>
                <a:off x="63"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1" name="Line 1082"/>
              <p:cNvSpPr>
                <a:spLocks noChangeShapeType="1"/>
              </p:cNvSpPr>
              <p:nvPr/>
            </p:nvSpPr>
            <p:spPr bwMode="auto">
              <a:xfrm>
                <a:off x="63"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2" name="Rectangle 1083"/>
              <p:cNvSpPr>
                <a:spLocks noChangeArrowheads="1"/>
              </p:cNvSpPr>
              <p:nvPr/>
            </p:nvSpPr>
            <p:spPr bwMode="auto">
              <a:xfrm>
                <a:off x="74" y="2858"/>
                <a:ext cx="468"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33" name="Line 1084"/>
              <p:cNvSpPr>
                <a:spLocks noChangeShapeType="1"/>
              </p:cNvSpPr>
              <p:nvPr/>
            </p:nvSpPr>
            <p:spPr bwMode="auto">
              <a:xfrm>
                <a:off x="74" y="2858"/>
                <a:ext cx="4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4" name="Rectangle 1085"/>
              <p:cNvSpPr>
                <a:spLocks noChangeArrowheads="1"/>
              </p:cNvSpPr>
              <p:nvPr/>
            </p:nvSpPr>
            <p:spPr bwMode="auto">
              <a:xfrm>
                <a:off x="542" y="2655"/>
                <a:ext cx="10"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35" name="Line 1086"/>
              <p:cNvSpPr>
                <a:spLocks noChangeShapeType="1"/>
              </p:cNvSpPr>
              <p:nvPr/>
            </p:nvSpPr>
            <p:spPr bwMode="auto">
              <a:xfrm>
                <a:off x="542"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6" name="Rectangle 1087"/>
              <p:cNvSpPr>
                <a:spLocks noChangeArrowheads="1"/>
              </p:cNvSpPr>
              <p:nvPr/>
            </p:nvSpPr>
            <p:spPr bwMode="auto">
              <a:xfrm>
                <a:off x="542" y="2858"/>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37" name="Line 1088"/>
              <p:cNvSpPr>
                <a:spLocks noChangeShapeType="1"/>
              </p:cNvSpPr>
              <p:nvPr/>
            </p:nvSpPr>
            <p:spPr bwMode="auto">
              <a:xfrm>
                <a:off x="542" y="2858"/>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8" name="Line 1089"/>
              <p:cNvSpPr>
                <a:spLocks noChangeShapeType="1"/>
              </p:cNvSpPr>
              <p:nvPr/>
            </p:nvSpPr>
            <p:spPr bwMode="auto">
              <a:xfrm>
                <a:off x="542"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9" name="Rectangle 1090"/>
              <p:cNvSpPr>
                <a:spLocks noChangeArrowheads="1"/>
              </p:cNvSpPr>
              <p:nvPr/>
            </p:nvSpPr>
            <p:spPr bwMode="auto">
              <a:xfrm>
                <a:off x="552" y="2858"/>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40" name="Line 1091"/>
              <p:cNvSpPr>
                <a:spLocks noChangeShapeType="1"/>
              </p:cNvSpPr>
              <p:nvPr/>
            </p:nvSpPr>
            <p:spPr bwMode="auto">
              <a:xfrm>
                <a:off x="552" y="2858"/>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1" name="Rectangle 1092"/>
              <p:cNvSpPr>
                <a:spLocks noChangeArrowheads="1"/>
              </p:cNvSpPr>
              <p:nvPr/>
            </p:nvSpPr>
            <p:spPr bwMode="auto">
              <a:xfrm>
                <a:off x="803"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42" name="Line 1093"/>
              <p:cNvSpPr>
                <a:spLocks noChangeShapeType="1"/>
              </p:cNvSpPr>
              <p:nvPr/>
            </p:nvSpPr>
            <p:spPr bwMode="auto">
              <a:xfrm>
                <a:off x="803"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3" name="Rectangle 1094"/>
              <p:cNvSpPr>
                <a:spLocks noChangeArrowheads="1"/>
              </p:cNvSpPr>
              <p:nvPr/>
            </p:nvSpPr>
            <p:spPr bwMode="auto">
              <a:xfrm>
                <a:off x="803"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44" name="Line 1095"/>
              <p:cNvSpPr>
                <a:spLocks noChangeShapeType="1"/>
              </p:cNvSpPr>
              <p:nvPr/>
            </p:nvSpPr>
            <p:spPr bwMode="auto">
              <a:xfrm>
                <a:off x="803"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5" name="Line 1096"/>
              <p:cNvSpPr>
                <a:spLocks noChangeShapeType="1"/>
              </p:cNvSpPr>
              <p:nvPr/>
            </p:nvSpPr>
            <p:spPr bwMode="auto">
              <a:xfrm>
                <a:off x="803"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 name="Rectangle 1097"/>
              <p:cNvSpPr>
                <a:spLocks noChangeArrowheads="1"/>
              </p:cNvSpPr>
              <p:nvPr/>
            </p:nvSpPr>
            <p:spPr bwMode="auto">
              <a:xfrm>
                <a:off x="814" y="2858"/>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47" name="Line 1098"/>
              <p:cNvSpPr>
                <a:spLocks noChangeShapeType="1"/>
              </p:cNvSpPr>
              <p:nvPr/>
            </p:nvSpPr>
            <p:spPr bwMode="auto">
              <a:xfrm>
                <a:off x="814" y="2858"/>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8" name="Rectangle 1099"/>
              <p:cNvSpPr>
                <a:spLocks noChangeArrowheads="1"/>
              </p:cNvSpPr>
              <p:nvPr/>
            </p:nvSpPr>
            <p:spPr bwMode="auto">
              <a:xfrm>
                <a:off x="1053"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49" name="Line 1100"/>
              <p:cNvSpPr>
                <a:spLocks noChangeShapeType="1"/>
              </p:cNvSpPr>
              <p:nvPr/>
            </p:nvSpPr>
            <p:spPr bwMode="auto">
              <a:xfrm>
                <a:off x="1053"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0" name="Rectangle 1101"/>
              <p:cNvSpPr>
                <a:spLocks noChangeArrowheads="1"/>
              </p:cNvSpPr>
              <p:nvPr/>
            </p:nvSpPr>
            <p:spPr bwMode="auto">
              <a:xfrm>
                <a:off x="1053"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51" name="Line 1102"/>
              <p:cNvSpPr>
                <a:spLocks noChangeShapeType="1"/>
              </p:cNvSpPr>
              <p:nvPr/>
            </p:nvSpPr>
            <p:spPr bwMode="auto">
              <a:xfrm>
                <a:off x="1053"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2" name="Line 1103"/>
              <p:cNvSpPr>
                <a:spLocks noChangeShapeType="1"/>
              </p:cNvSpPr>
              <p:nvPr/>
            </p:nvSpPr>
            <p:spPr bwMode="auto">
              <a:xfrm>
                <a:off x="1053"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3" name="Rectangle 1104"/>
              <p:cNvSpPr>
                <a:spLocks noChangeArrowheads="1"/>
              </p:cNvSpPr>
              <p:nvPr/>
            </p:nvSpPr>
            <p:spPr bwMode="auto">
              <a:xfrm>
                <a:off x="1064" y="2858"/>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54" name="Line 1105"/>
              <p:cNvSpPr>
                <a:spLocks noChangeShapeType="1"/>
              </p:cNvSpPr>
              <p:nvPr/>
            </p:nvSpPr>
            <p:spPr bwMode="auto">
              <a:xfrm>
                <a:off x="1064" y="2858"/>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5" name="Rectangle 1106"/>
              <p:cNvSpPr>
                <a:spLocks noChangeArrowheads="1"/>
              </p:cNvSpPr>
              <p:nvPr/>
            </p:nvSpPr>
            <p:spPr bwMode="auto">
              <a:xfrm>
                <a:off x="1314"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56" name="Line 1107"/>
              <p:cNvSpPr>
                <a:spLocks noChangeShapeType="1"/>
              </p:cNvSpPr>
              <p:nvPr/>
            </p:nvSpPr>
            <p:spPr bwMode="auto">
              <a:xfrm>
                <a:off x="1314"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 name="Rectangle 1108"/>
              <p:cNvSpPr>
                <a:spLocks noChangeArrowheads="1"/>
              </p:cNvSpPr>
              <p:nvPr/>
            </p:nvSpPr>
            <p:spPr bwMode="auto">
              <a:xfrm>
                <a:off x="1314"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58" name="Line 1109"/>
              <p:cNvSpPr>
                <a:spLocks noChangeShapeType="1"/>
              </p:cNvSpPr>
              <p:nvPr/>
            </p:nvSpPr>
            <p:spPr bwMode="auto">
              <a:xfrm>
                <a:off x="1314"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 name="Line 1110"/>
              <p:cNvSpPr>
                <a:spLocks noChangeShapeType="1"/>
              </p:cNvSpPr>
              <p:nvPr/>
            </p:nvSpPr>
            <p:spPr bwMode="auto">
              <a:xfrm>
                <a:off x="1314"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 name="Rectangle 1111"/>
              <p:cNvSpPr>
                <a:spLocks noChangeArrowheads="1"/>
              </p:cNvSpPr>
              <p:nvPr/>
            </p:nvSpPr>
            <p:spPr bwMode="auto">
              <a:xfrm>
                <a:off x="1325" y="2858"/>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61" name="Line 1112"/>
              <p:cNvSpPr>
                <a:spLocks noChangeShapeType="1"/>
              </p:cNvSpPr>
              <p:nvPr/>
            </p:nvSpPr>
            <p:spPr bwMode="auto">
              <a:xfrm>
                <a:off x="1325" y="2858"/>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2" name="Rectangle 1113"/>
              <p:cNvSpPr>
                <a:spLocks noChangeArrowheads="1"/>
              </p:cNvSpPr>
              <p:nvPr/>
            </p:nvSpPr>
            <p:spPr bwMode="auto">
              <a:xfrm>
                <a:off x="1575"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63" name="Line 1114"/>
              <p:cNvSpPr>
                <a:spLocks noChangeShapeType="1"/>
              </p:cNvSpPr>
              <p:nvPr/>
            </p:nvSpPr>
            <p:spPr bwMode="auto">
              <a:xfrm>
                <a:off x="1575"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4" name="Rectangle 1115"/>
              <p:cNvSpPr>
                <a:spLocks noChangeArrowheads="1"/>
              </p:cNvSpPr>
              <p:nvPr/>
            </p:nvSpPr>
            <p:spPr bwMode="auto">
              <a:xfrm>
                <a:off x="1575"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65" name="Line 1116"/>
              <p:cNvSpPr>
                <a:spLocks noChangeShapeType="1"/>
              </p:cNvSpPr>
              <p:nvPr/>
            </p:nvSpPr>
            <p:spPr bwMode="auto">
              <a:xfrm>
                <a:off x="1575"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6" name="Line 1117"/>
              <p:cNvSpPr>
                <a:spLocks noChangeShapeType="1"/>
              </p:cNvSpPr>
              <p:nvPr/>
            </p:nvSpPr>
            <p:spPr bwMode="auto">
              <a:xfrm>
                <a:off x="1575"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7" name="Rectangle 1118"/>
              <p:cNvSpPr>
                <a:spLocks noChangeArrowheads="1"/>
              </p:cNvSpPr>
              <p:nvPr/>
            </p:nvSpPr>
            <p:spPr bwMode="auto">
              <a:xfrm>
                <a:off x="1586" y="2858"/>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68" name="Line 1119"/>
              <p:cNvSpPr>
                <a:spLocks noChangeShapeType="1"/>
              </p:cNvSpPr>
              <p:nvPr/>
            </p:nvSpPr>
            <p:spPr bwMode="auto">
              <a:xfrm>
                <a:off x="1586" y="2858"/>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9" name="Rectangle 1120"/>
              <p:cNvSpPr>
                <a:spLocks noChangeArrowheads="1"/>
              </p:cNvSpPr>
              <p:nvPr/>
            </p:nvSpPr>
            <p:spPr bwMode="auto">
              <a:xfrm>
                <a:off x="1826"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70" name="Line 1121"/>
              <p:cNvSpPr>
                <a:spLocks noChangeShapeType="1"/>
              </p:cNvSpPr>
              <p:nvPr/>
            </p:nvSpPr>
            <p:spPr bwMode="auto">
              <a:xfrm>
                <a:off x="1826"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71" name="Rectangle 1122"/>
              <p:cNvSpPr>
                <a:spLocks noChangeArrowheads="1"/>
              </p:cNvSpPr>
              <p:nvPr/>
            </p:nvSpPr>
            <p:spPr bwMode="auto">
              <a:xfrm>
                <a:off x="1826"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72" name="Line 1123"/>
              <p:cNvSpPr>
                <a:spLocks noChangeShapeType="1"/>
              </p:cNvSpPr>
              <p:nvPr/>
            </p:nvSpPr>
            <p:spPr bwMode="auto">
              <a:xfrm>
                <a:off x="1826"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73" name="Line 1124"/>
              <p:cNvSpPr>
                <a:spLocks noChangeShapeType="1"/>
              </p:cNvSpPr>
              <p:nvPr/>
            </p:nvSpPr>
            <p:spPr bwMode="auto">
              <a:xfrm>
                <a:off x="1826"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74" name="Rectangle 1125"/>
              <p:cNvSpPr>
                <a:spLocks noChangeArrowheads="1"/>
              </p:cNvSpPr>
              <p:nvPr/>
            </p:nvSpPr>
            <p:spPr bwMode="auto">
              <a:xfrm>
                <a:off x="1837" y="2858"/>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75" name="Line 1126"/>
              <p:cNvSpPr>
                <a:spLocks noChangeShapeType="1"/>
              </p:cNvSpPr>
              <p:nvPr/>
            </p:nvSpPr>
            <p:spPr bwMode="auto">
              <a:xfrm>
                <a:off x="1837" y="2858"/>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76" name="Rectangle 1127"/>
              <p:cNvSpPr>
                <a:spLocks noChangeArrowheads="1"/>
              </p:cNvSpPr>
              <p:nvPr/>
            </p:nvSpPr>
            <p:spPr bwMode="auto">
              <a:xfrm>
                <a:off x="2087"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77" name="Line 1128"/>
              <p:cNvSpPr>
                <a:spLocks noChangeShapeType="1"/>
              </p:cNvSpPr>
              <p:nvPr/>
            </p:nvSpPr>
            <p:spPr bwMode="auto">
              <a:xfrm>
                <a:off x="2087"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78" name="Rectangle 1129"/>
              <p:cNvSpPr>
                <a:spLocks noChangeArrowheads="1"/>
              </p:cNvSpPr>
              <p:nvPr/>
            </p:nvSpPr>
            <p:spPr bwMode="auto">
              <a:xfrm>
                <a:off x="2087"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79" name="Line 1130"/>
              <p:cNvSpPr>
                <a:spLocks noChangeShapeType="1"/>
              </p:cNvSpPr>
              <p:nvPr/>
            </p:nvSpPr>
            <p:spPr bwMode="auto">
              <a:xfrm>
                <a:off x="2087"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80" name="Line 1131"/>
              <p:cNvSpPr>
                <a:spLocks noChangeShapeType="1"/>
              </p:cNvSpPr>
              <p:nvPr/>
            </p:nvSpPr>
            <p:spPr bwMode="auto">
              <a:xfrm>
                <a:off x="2087"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81" name="Rectangle 1132"/>
              <p:cNvSpPr>
                <a:spLocks noChangeArrowheads="1"/>
              </p:cNvSpPr>
              <p:nvPr/>
            </p:nvSpPr>
            <p:spPr bwMode="auto">
              <a:xfrm>
                <a:off x="2098" y="2858"/>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82" name="Line 1133"/>
              <p:cNvSpPr>
                <a:spLocks noChangeShapeType="1"/>
              </p:cNvSpPr>
              <p:nvPr/>
            </p:nvSpPr>
            <p:spPr bwMode="auto">
              <a:xfrm>
                <a:off x="2098" y="2858"/>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83" name="Rectangle 1134"/>
              <p:cNvSpPr>
                <a:spLocks noChangeArrowheads="1"/>
              </p:cNvSpPr>
              <p:nvPr/>
            </p:nvSpPr>
            <p:spPr bwMode="auto">
              <a:xfrm>
                <a:off x="2337"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84" name="Line 1135"/>
              <p:cNvSpPr>
                <a:spLocks noChangeShapeType="1"/>
              </p:cNvSpPr>
              <p:nvPr/>
            </p:nvSpPr>
            <p:spPr bwMode="auto">
              <a:xfrm>
                <a:off x="2337"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85" name="Rectangle 1136"/>
              <p:cNvSpPr>
                <a:spLocks noChangeArrowheads="1"/>
              </p:cNvSpPr>
              <p:nvPr/>
            </p:nvSpPr>
            <p:spPr bwMode="auto">
              <a:xfrm>
                <a:off x="2337"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86" name="Line 1137"/>
              <p:cNvSpPr>
                <a:spLocks noChangeShapeType="1"/>
              </p:cNvSpPr>
              <p:nvPr/>
            </p:nvSpPr>
            <p:spPr bwMode="auto">
              <a:xfrm>
                <a:off x="2337"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87" name="Line 1138"/>
              <p:cNvSpPr>
                <a:spLocks noChangeShapeType="1"/>
              </p:cNvSpPr>
              <p:nvPr/>
            </p:nvSpPr>
            <p:spPr bwMode="auto">
              <a:xfrm>
                <a:off x="2337"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88" name="Rectangle 1139"/>
              <p:cNvSpPr>
                <a:spLocks noChangeArrowheads="1"/>
              </p:cNvSpPr>
              <p:nvPr/>
            </p:nvSpPr>
            <p:spPr bwMode="auto">
              <a:xfrm>
                <a:off x="2348" y="2858"/>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89" name="Line 1140"/>
              <p:cNvSpPr>
                <a:spLocks noChangeShapeType="1"/>
              </p:cNvSpPr>
              <p:nvPr/>
            </p:nvSpPr>
            <p:spPr bwMode="auto">
              <a:xfrm>
                <a:off x="2348" y="2858"/>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0" name="Rectangle 1141"/>
              <p:cNvSpPr>
                <a:spLocks noChangeArrowheads="1"/>
              </p:cNvSpPr>
              <p:nvPr/>
            </p:nvSpPr>
            <p:spPr bwMode="auto">
              <a:xfrm>
                <a:off x="2598"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91" name="Line 1142"/>
              <p:cNvSpPr>
                <a:spLocks noChangeShapeType="1"/>
              </p:cNvSpPr>
              <p:nvPr/>
            </p:nvSpPr>
            <p:spPr bwMode="auto">
              <a:xfrm>
                <a:off x="2598"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2" name="Rectangle 1143"/>
              <p:cNvSpPr>
                <a:spLocks noChangeArrowheads="1"/>
              </p:cNvSpPr>
              <p:nvPr/>
            </p:nvSpPr>
            <p:spPr bwMode="auto">
              <a:xfrm>
                <a:off x="2598"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93" name="Line 1144"/>
              <p:cNvSpPr>
                <a:spLocks noChangeShapeType="1"/>
              </p:cNvSpPr>
              <p:nvPr/>
            </p:nvSpPr>
            <p:spPr bwMode="auto">
              <a:xfrm>
                <a:off x="2598"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4" name="Line 1145"/>
              <p:cNvSpPr>
                <a:spLocks noChangeShapeType="1"/>
              </p:cNvSpPr>
              <p:nvPr/>
            </p:nvSpPr>
            <p:spPr bwMode="auto">
              <a:xfrm>
                <a:off x="2598"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5" name="Rectangle 1146"/>
              <p:cNvSpPr>
                <a:spLocks noChangeArrowheads="1"/>
              </p:cNvSpPr>
              <p:nvPr/>
            </p:nvSpPr>
            <p:spPr bwMode="auto">
              <a:xfrm>
                <a:off x="2609" y="2858"/>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96" name="Line 1147"/>
              <p:cNvSpPr>
                <a:spLocks noChangeShapeType="1"/>
              </p:cNvSpPr>
              <p:nvPr/>
            </p:nvSpPr>
            <p:spPr bwMode="auto">
              <a:xfrm>
                <a:off x="2609" y="2858"/>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7" name="Rectangle 1148"/>
              <p:cNvSpPr>
                <a:spLocks noChangeArrowheads="1"/>
              </p:cNvSpPr>
              <p:nvPr/>
            </p:nvSpPr>
            <p:spPr bwMode="auto">
              <a:xfrm>
                <a:off x="2860" y="2655"/>
                <a:ext cx="10"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398" name="Line 1149"/>
              <p:cNvSpPr>
                <a:spLocks noChangeShapeType="1"/>
              </p:cNvSpPr>
              <p:nvPr/>
            </p:nvSpPr>
            <p:spPr bwMode="auto">
              <a:xfrm>
                <a:off x="2860"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9" name="Rectangle 1150"/>
              <p:cNvSpPr>
                <a:spLocks noChangeArrowheads="1"/>
              </p:cNvSpPr>
              <p:nvPr/>
            </p:nvSpPr>
            <p:spPr bwMode="auto">
              <a:xfrm>
                <a:off x="2860" y="2858"/>
                <a:ext cx="1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00" name="Line 1151"/>
              <p:cNvSpPr>
                <a:spLocks noChangeShapeType="1"/>
              </p:cNvSpPr>
              <p:nvPr/>
            </p:nvSpPr>
            <p:spPr bwMode="auto">
              <a:xfrm>
                <a:off x="2860" y="2858"/>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1" name="Line 1152"/>
              <p:cNvSpPr>
                <a:spLocks noChangeShapeType="1"/>
              </p:cNvSpPr>
              <p:nvPr/>
            </p:nvSpPr>
            <p:spPr bwMode="auto">
              <a:xfrm>
                <a:off x="2860"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2" name="Rectangle 1153"/>
              <p:cNvSpPr>
                <a:spLocks noChangeArrowheads="1"/>
              </p:cNvSpPr>
              <p:nvPr/>
            </p:nvSpPr>
            <p:spPr bwMode="auto">
              <a:xfrm>
                <a:off x="2870" y="2858"/>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03" name="Line 1154"/>
              <p:cNvSpPr>
                <a:spLocks noChangeShapeType="1"/>
              </p:cNvSpPr>
              <p:nvPr/>
            </p:nvSpPr>
            <p:spPr bwMode="auto">
              <a:xfrm>
                <a:off x="2870" y="2858"/>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4" name="Rectangle 1155"/>
              <p:cNvSpPr>
                <a:spLocks noChangeArrowheads="1"/>
              </p:cNvSpPr>
              <p:nvPr/>
            </p:nvSpPr>
            <p:spPr bwMode="auto">
              <a:xfrm>
                <a:off x="3110"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05" name="Line 1156"/>
              <p:cNvSpPr>
                <a:spLocks noChangeShapeType="1"/>
              </p:cNvSpPr>
              <p:nvPr/>
            </p:nvSpPr>
            <p:spPr bwMode="auto">
              <a:xfrm>
                <a:off x="3110"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6" name="Rectangle 1157"/>
              <p:cNvSpPr>
                <a:spLocks noChangeArrowheads="1"/>
              </p:cNvSpPr>
              <p:nvPr/>
            </p:nvSpPr>
            <p:spPr bwMode="auto">
              <a:xfrm>
                <a:off x="3110"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07" name="Line 1158"/>
              <p:cNvSpPr>
                <a:spLocks noChangeShapeType="1"/>
              </p:cNvSpPr>
              <p:nvPr/>
            </p:nvSpPr>
            <p:spPr bwMode="auto">
              <a:xfrm>
                <a:off x="3110"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8" name="Line 1159"/>
              <p:cNvSpPr>
                <a:spLocks noChangeShapeType="1"/>
              </p:cNvSpPr>
              <p:nvPr/>
            </p:nvSpPr>
            <p:spPr bwMode="auto">
              <a:xfrm>
                <a:off x="3110"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9" name="Rectangle 1160"/>
              <p:cNvSpPr>
                <a:spLocks noChangeArrowheads="1"/>
              </p:cNvSpPr>
              <p:nvPr/>
            </p:nvSpPr>
            <p:spPr bwMode="auto">
              <a:xfrm>
                <a:off x="3121" y="2858"/>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10" name="Line 1161"/>
              <p:cNvSpPr>
                <a:spLocks noChangeShapeType="1"/>
              </p:cNvSpPr>
              <p:nvPr/>
            </p:nvSpPr>
            <p:spPr bwMode="auto">
              <a:xfrm>
                <a:off x="3121" y="2858"/>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1" name="Rectangle 1162"/>
              <p:cNvSpPr>
                <a:spLocks noChangeArrowheads="1"/>
              </p:cNvSpPr>
              <p:nvPr/>
            </p:nvSpPr>
            <p:spPr bwMode="auto">
              <a:xfrm>
                <a:off x="3371"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12" name="Line 1163"/>
              <p:cNvSpPr>
                <a:spLocks noChangeShapeType="1"/>
              </p:cNvSpPr>
              <p:nvPr/>
            </p:nvSpPr>
            <p:spPr bwMode="auto">
              <a:xfrm>
                <a:off x="3371"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3" name="Rectangle 1164"/>
              <p:cNvSpPr>
                <a:spLocks noChangeArrowheads="1"/>
              </p:cNvSpPr>
              <p:nvPr/>
            </p:nvSpPr>
            <p:spPr bwMode="auto">
              <a:xfrm>
                <a:off x="3371"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14" name="Line 1165"/>
              <p:cNvSpPr>
                <a:spLocks noChangeShapeType="1"/>
              </p:cNvSpPr>
              <p:nvPr/>
            </p:nvSpPr>
            <p:spPr bwMode="auto">
              <a:xfrm>
                <a:off x="3371"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5" name="Line 1166"/>
              <p:cNvSpPr>
                <a:spLocks noChangeShapeType="1"/>
              </p:cNvSpPr>
              <p:nvPr/>
            </p:nvSpPr>
            <p:spPr bwMode="auto">
              <a:xfrm>
                <a:off x="3371"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6" name="Rectangle 1167"/>
              <p:cNvSpPr>
                <a:spLocks noChangeArrowheads="1"/>
              </p:cNvSpPr>
              <p:nvPr/>
            </p:nvSpPr>
            <p:spPr bwMode="auto">
              <a:xfrm>
                <a:off x="3382" y="2858"/>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17" name="Line 1168"/>
              <p:cNvSpPr>
                <a:spLocks noChangeShapeType="1"/>
              </p:cNvSpPr>
              <p:nvPr/>
            </p:nvSpPr>
            <p:spPr bwMode="auto">
              <a:xfrm>
                <a:off x="3382" y="2858"/>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8" name="Rectangle 1169"/>
              <p:cNvSpPr>
                <a:spLocks noChangeArrowheads="1"/>
              </p:cNvSpPr>
              <p:nvPr/>
            </p:nvSpPr>
            <p:spPr bwMode="auto">
              <a:xfrm>
                <a:off x="3621"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19" name="Line 1170"/>
              <p:cNvSpPr>
                <a:spLocks noChangeShapeType="1"/>
              </p:cNvSpPr>
              <p:nvPr/>
            </p:nvSpPr>
            <p:spPr bwMode="auto">
              <a:xfrm>
                <a:off x="3621"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0" name="Rectangle 1171"/>
              <p:cNvSpPr>
                <a:spLocks noChangeArrowheads="1"/>
              </p:cNvSpPr>
              <p:nvPr/>
            </p:nvSpPr>
            <p:spPr bwMode="auto">
              <a:xfrm>
                <a:off x="3621"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21" name="Line 1172"/>
              <p:cNvSpPr>
                <a:spLocks noChangeShapeType="1"/>
              </p:cNvSpPr>
              <p:nvPr/>
            </p:nvSpPr>
            <p:spPr bwMode="auto">
              <a:xfrm>
                <a:off x="3621"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2" name="Line 1173"/>
              <p:cNvSpPr>
                <a:spLocks noChangeShapeType="1"/>
              </p:cNvSpPr>
              <p:nvPr/>
            </p:nvSpPr>
            <p:spPr bwMode="auto">
              <a:xfrm>
                <a:off x="3621"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3" name="Rectangle 1174"/>
              <p:cNvSpPr>
                <a:spLocks noChangeArrowheads="1"/>
              </p:cNvSpPr>
              <p:nvPr/>
            </p:nvSpPr>
            <p:spPr bwMode="auto">
              <a:xfrm>
                <a:off x="3632" y="2858"/>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24" name="Line 1175"/>
              <p:cNvSpPr>
                <a:spLocks noChangeShapeType="1"/>
              </p:cNvSpPr>
              <p:nvPr/>
            </p:nvSpPr>
            <p:spPr bwMode="auto">
              <a:xfrm>
                <a:off x="3632" y="2858"/>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5" name="Rectangle 1176"/>
              <p:cNvSpPr>
                <a:spLocks noChangeArrowheads="1"/>
              </p:cNvSpPr>
              <p:nvPr/>
            </p:nvSpPr>
            <p:spPr bwMode="auto">
              <a:xfrm>
                <a:off x="3882"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26" name="Line 1177"/>
              <p:cNvSpPr>
                <a:spLocks noChangeShapeType="1"/>
              </p:cNvSpPr>
              <p:nvPr/>
            </p:nvSpPr>
            <p:spPr bwMode="auto">
              <a:xfrm>
                <a:off x="3882"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7" name="Rectangle 1178"/>
              <p:cNvSpPr>
                <a:spLocks noChangeArrowheads="1"/>
              </p:cNvSpPr>
              <p:nvPr/>
            </p:nvSpPr>
            <p:spPr bwMode="auto">
              <a:xfrm>
                <a:off x="3882"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28" name="Line 1179"/>
              <p:cNvSpPr>
                <a:spLocks noChangeShapeType="1"/>
              </p:cNvSpPr>
              <p:nvPr/>
            </p:nvSpPr>
            <p:spPr bwMode="auto">
              <a:xfrm>
                <a:off x="3882"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9" name="Line 1180"/>
              <p:cNvSpPr>
                <a:spLocks noChangeShapeType="1"/>
              </p:cNvSpPr>
              <p:nvPr/>
            </p:nvSpPr>
            <p:spPr bwMode="auto">
              <a:xfrm>
                <a:off x="3882"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0" name="Rectangle 1181"/>
              <p:cNvSpPr>
                <a:spLocks noChangeArrowheads="1"/>
              </p:cNvSpPr>
              <p:nvPr/>
            </p:nvSpPr>
            <p:spPr bwMode="auto">
              <a:xfrm>
                <a:off x="3893" y="2858"/>
                <a:ext cx="24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31" name="Line 1182"/>
              <p:cNvSpPr>
                <a:spLocks noChangeShapeType="1"/>
              </p:cNvSpPr>
              <p:nvPr/>
            </p:nvSpPr>
            <p:spPr bwMode="auto">
              <a:xfrm>
                <a:off x="3893" y="2858"/>
                <a:ext cx="24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2" name="Rectangle 1183"/>
              <p:cNvSpPr>
                <a:spLocks noChangeArrowheads="1"/>
              </p:cNvSpPr>
              <p:nvPr/>
            </p:nvSpPr>
            <p:spPr bwMode="auto">
              <a:xfrm>
                <a:off x="4133"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33" name="Line 1184"/>
              <p:cNvSpPr>
                <a:spLocks noChangeShapeType="1"/>
              </p:cNvSpPr>
              <p:nvPr/>
            </p:nvSpPr>
            <p:spPr bwMode="auto">
              <a:xfrm>
                <a:off x="4133"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4" name="Rectangle 1185"/>
              <p:cNvSpPr>
                <a:spLocks noChangeArrowheads="1"/>
              </p:cNvSpPr>
              <p:nvPr/>
            </p:nvSpPr>
            <p:spPr bwMode="auto">
              <a:xfrm>
                <a:off x="4133"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35" name="Line 1186"/>
              <p:cNvSpPr>
                <a:spLocks noChangeShapeType="1"/>
              </p:cNvSpPr>
              <p:nvPr/>
            </p:nvSpPr>
            <p:spPr bwMode="auto">
              <a:xfrm>
                <a:off x="4133"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6" name="Line 1187"/>
              <p:cNvSpPr>
                <a:spLocks noChangeShapeType="1"/>
              </p:cNvSpPr>
              <p:nvPr/>
            </p:nvSpPr>
            <p:spPr bwMode="auto">
              <a:xfrm>
                <a:off x="4133"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7" name="Rectangle 1188"/>
              <p:cNvSpPr>
                <a:spLocks noChangeArrowheads="1"/>
              </p:cNvSpPr>
              <p:nvPr/>
            </p:nvSpPr>
            <p:spPr bwMode="auto">
              <a:xfrm>
                <a:off x="4144" y="2858"/>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38" name="Line 1189"/>
              <p:cNvSpPr>
                <a:spLocks noChangeShapeType="1"/>
              </p:cNvSpPr>
              <p:nvPr/>
            </p:nvSpPr>
            <p:spPr bwMode="auto">
              <a:xfrm>
                <a:off x="4144" y="2858"/>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9" name="Rectangle 1190"/>
              <p:cNvSpPr>
                <a:spLocks noChangeArrowheads="1"/>
              </p:cNvSpPr>
              <p:nvPr/>
            </p:nvSpPr>
            <p:spPr bwMode="auto">
              <a:xfrm>
                <a:off x="4394"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40" name="Line 1191"/>
              <p:cNvSpPr>
                <a:spLocks noChangeShapeType="1"/>
              </p:cNvSpPr>
              <p:nvPr/>
            </p:nvSpPr>
            <p:spPr bwMode="auto">
              <a:xfrm>
                <a:off x="4394"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41" name="Rectangle 1192"/>
              <p:cNvSpPr>
                <a:spLocks noChangeArrowheads="1"/>
              </p:cNvSpPr>
              <p:nvPr/>
            </p:nvSpPr>
            <p:spPr bwMode="auto">
              <a:xfrm>
                <a:off x="4394"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42" name="Line 1193"/>
              <p:cNvSpPr>
                <a:spLocks noChangeShapeType="1"/>
              </p:cNvSpPr>
              <p:nvPr/>
            </p:nvSpPr>
            <p:spPr bwMode="auto">
              <a:xfrm>
                <a:off x="4394"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43" name="Line 1194"/>
              <p:cNvSpPr>
                <a:spLocks noChangeShapeType="1"/>
              </p:cNvSpPr>
              <p:nvPr/>
            </p:nvSpPr>
            <p:spPr bwMode="auto">
              <a:xfrm>
                <a:off x="4394"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44" name="Rectangle 1195"/>
              <p:cNvSpPr>
                <a:spLocks noChangeArrowheads="1"/>
              </p:cNvSpPr>
              <p:nvPr/>
            </p:nvSpPr>
            <p:spPr bwMode="auto">
              <a:xfrm>
                <a:off x="4405" y="2858"/>
                <a:ext cx="25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45" name="Line 1196"/>
              <p:cNvSpPr>
                <a:spLocks noChangeShapeType="1"/>
              </p:cNvSpPr>
              <p:nvPr/>
            </p:nvSpPr>
            <p:spPr bwMode="auto">
              <a:xfrm>
                <a:off x="4405" y="2858"/>
                <a:ext cx="25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46" name="Rectangle 1197"/>
              <p:cNvSpPr>
                <a:spLocks noChangeArrowheads="1"/>
              </p:cNvSpPr>
              <p:nvPr/>
            </p:nvSpPr>
            <p:spPr bwMode="auto">
              <a:xfrm>
                <a:off x="4655"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47" name="Line 1198"/>
              <p:cNvSpPr>
                <a:spLocks noChangeShapeType="1"/>
              </p:cNvSpPr>
              <p:nvPr/>
            </p:nvSpPr>
            <p:spPr bwMode="auto">
              <a:xfrm>
                <a:off x="4655"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48" name="Rectangle 1199"/>
              <p:cNvSpPr>
                <a:spLocks noChangeArrowheads="1"/>
              </p:cNvSpPr>
              <p:nvPr/>
            </p:nvSpPr>
            <p:spPr bwMode="auto">
              <a:xfrm>
                <a:off x="4655"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49" name="Line 1200"/>
              <p:cNvSpPr>
                <a:spLocks noChangeShapeType="1"/>
              </p:cNvSpPr>
              <p:nvPr/>
            </p:nvSpPr>
            <p:spPr bwMode="auto">
              <a:xfrm>
                <a:off x="4655"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0" name="Line 1201"/>
              <p:cNvSpPr>
                <a:spLocks noChangeShapeType="1"/>
              </p:cNvSpPr>
              <p:nvPr/>
            </p:nvSpPr>
            <p:spPr bwMode="auto">
              <a:xfrm>
                <a:off x="4655"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1" name="Rectangle 1202"/>
              <p:cNvSpPr>
                <a:spLocks noChangeArrowheads="1"/>
              </p:cNvSpPr>
              <p:nvPr/>
            </p:nvSpPr>
            <p:spPr bwMode="auto">
              <a:xfrm>
                <a:off x="4666" y="2858"/>
                <a:ext cx="23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52" name="Line 1203"/>
              <p:cNvSpPr>
                <a:spLocks noChangeShapeType="1"/>
              </p:cNvSpPr>
              <p:nvPr/>
            </p:nvSpPr>
            <p:spPr bwMode="auto">
              <a:xfrm>
                <a:off x="4666" y="2858"/>
                <a:ext cx="23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3" name="Rectangle 1204"/>
              <p:cNvSpPr>
                <a:spLocks noChangeArrowheads="1"/>
              </p:cNvSpPr>
              <p:nvPr/>
            </p:nvSpPr>
            <p:spPr bwMode="auto">
              <a:xfrm>
                <a:off x="4905" y="2655"/>
                <a:ext cx="11"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54" name="Line 1205"/>
              <p:cNvSpPr>
                <a:spLocks noChangeShapeType="1"/>
              </p:cNvSpPr>
              <p:nvPr/>
            </p:nvSpPr>
            <p:spPr bwMode="auto">
              <a:xfrm>
                <a:off x="4905" y="2655"/>
                <a:ext cx="1" cy="2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5" name="Rectangle 1206"/>
              <p:cNvSpPr>
                <a:spLocks noChangeArrowheads="1"/>
              </p:cNvSpPr>
              <p:nvPr/>
            </p:nvSpPr>
            <p:spPr bwMode="auto">
              <a:xfrm>
                <a:off x="4905" y="2858"/>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56" name="Line 1207"/>
              <p:cNvSpPr>
                <a:spLocks noChangeShapeType="1"/>
              </p:cNvSpPr>
              <p:nvPr/>
            </p:nvSpPr>
            <p:spPr bwMode="auto">
              <a:xfrm>
                <a:off x="4905" y="285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7" name="Line 1208"/>
              <p:cNvSpPr>
                <a:spLocks noChangeShapeType="1"/>
              </p:cNvSpPr>
              <p:nvPr/>
            </p:nvSpPr>
            <p:spPr bwMode="auto">
              <a:xfrm>
                <a:off x="4905" y="2858"/>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 name="Rectangle 1209"/>
              <p:cNvSpPr>
                <a:spLocks noChangeArrowheads="1"/>
              </p:cNvSpPr>
              <p:nvPr/>
            </p:nvSpPr>
            <p:spPr bwMode="auto">
              <a:xfrm>
                <a:off x="4916" y="2858"/>
                <a:ext cx="25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59" name="Line 1210"/>
              <p:cNvSpPr>
                <a:spLocks noChangeShapeType="1"/>
              </p:cNvSpPr>
              <p:nvPr/>
            </p:nvSpPr>
            <p:spPr bwMode="auto">
              <a:xfrm>
                <a:off x="4916" y="2858"/>
                <a:ext cx="2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 name="Rectangle 1211"/>
              <p:cNvSpPr>
                <a:spLocks noChangeArrowheads="1"/>
              </p:cNvSpPr>
              <p:nvPr/>
            </p:nvSpPr>
            <p:spPr bwMode="auto">
              <a:xfrm>
                <a:off x="5167" y="2655"/>
                <a:ext cx="10" cy="2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grpSp>
        <p:sp>
          <p:nvSpPr>
            <p:cNvPr id="2461" name="Line 1212"/>
            <p:cNvSpPr>
              <a:spLocks noChangeShapeType="1"/>
            </p:cNvSpPr>
            <p:nvPr/>
          </p:nvSpPr>
          <p:spPr bwMode="auto">
            <a:xfrm>
              <a:off x="9207382" y="6283325"/>
              <a:ext cx="1588" cy="3222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 name="Rectangle 1213"/>
            <p:cNvSpPr>
              <a:spLocks noChangeArrowheads="1"/>
            </p:cNvSpPr>
            <p:nvPr/>
          </p:nvSpPr>
          <p:spPr bwMode="auto">
            <a:xfrm>
              <a:off x="9207382" y="6605588"/>
              <a:ext cx="158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63" name="Line 1214"/>
            <p:cNvSpPr>
              <a:spLocks noChangeShapeType="1"/>
            </p:cNvSpPr>
            <p:nvPr/>
          </p:nvSpPr>
          <p:spPr bwMode="auto">
            <a:xfrm>
              <a:off x="9207382" y="6605588"/>
              <a:ext cx="158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 name="Line 1215"/>
            <p:cNvSpPr>
              <a:spLocks noChangeShapeType="1"/>
            </p:cNvSpPr>
            <p:nvPr/>
          </p:nvSpPr>
          <p:spPr bwMode="auto">
            <a:xfrm>
              <a:off x="9207382" y="660558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 name="Rectangle 1216"/>
            <p:cNvSpPr>
              <a:spLocks noChangeArrowheads="1"/>
            </p:cNvSpPr>
            <p:nvPr/>
          </p:nvSpPr>
          <p:spPr bwMode="auto">
            <a:xfrm>
              <a:off x="9223257" y="6605588"/>
              <a:ext cx="38100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66" name="Line 1217"/>
            <p:cNvSpPr>
              <a:spLocks noChangeShapeType="1"/>
            </p:cNvSpPr>
            <p:nvPr/>
          </p:nvSpPr>
          <p:spPr bwMode="auto">
            <a:xfrm>
              <a:off x="9223257" y="6605588"/>
              <a:ext cx="3810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7" name="Rectangle 1218"/>
            <p:cNvSpPr>
              <a:spLocks noChangeArrowheads="1"/>
            </p:cNvSpPr>
            <p:nvPr/>
          </p:nvSpPr>
          <p:spPr bwMode="auto">
            <a:xfrm>
              <a:off x="9604257" y="6283325"/>
              <a:ext cx="17463" cy="3222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68" name="Line 1219"/>
            <p:cNvSpPr>
              <a:spLocks noChangeShapeType="1"/>
            </p:cNvSpPr>
            <p:nvPr/>
          </p:nvSpPr>
          <p:spPr bwMode="auto">
            <a:xfrm>
              <a:off x="9604257" y="6283325"/>
              <a:ext cx="1588" cy="3222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9" name="Rectangle 1220"/>
            <p:cNvSpPr>
              <a:spLocks noChangeArrowheads="1"/>
            </p:cNvSpPr>
            <p:nvPr/>
          </p:nvSpPr>
          <p:spPr bwMode="auto">
            <a:xfrm>
              <a:off x="9604257" y="6605588"/>
              <a:ext cx="174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70" name="Line 1221"/>
            <p:cNvSpPr>
              <a:spLocks noChangeShapeType="1"/>
            </p:cNvSpPr>
            <p:nvPr/>
          </p:nvSpPr>
          <p:spPr bwMode="auto">
            <a:xfrm>
              <a:off x="9604257" y="6605588"/>
              <a:ext cx="1746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1" name="Line 1222"/>
            <p:cNvSpPr>
              <a:spLocks noChangeShapeType="1"/>
            </p:cNvSpPr>
            <p:nvPr/>
          </p:nvSpPr>
          <p:spPr bwMode="auto">
            <a:xfrm>
              <a:off x="9604257" y="660558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2" name="Rectangle 1223"/>
            <p:cNvSpPr>
              <a:spLocks noChangeArrowheads="1"/>
            </p:cNvSpPr>
            <p:nvPr/>
          </p:nvSpPr>
          <p:spPr bwMode="auto">
            <a:xfrm>
              <a:off x="9621720" y="6605588"/>
              <a:ext cx="3968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73" name="Line 1224"/>
            <p:cNvSpPr>
              <a:spLocks noChangeShapeType="1"/>
            </p:cNvSpPr>
            <p:nvPr/>
          </p:nvSpPr>
          <p:spPr bwMode="auto">
            <a:xfrm>
              <a:off x="9621720" y="6605588"/>
              <a:ext cx="3968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4" name="Rectangle 1225"/>
            <p:cNvSpPr>
              <a:spLocks noChangeArrowheads="1"/>
            </p:cNvSpPr>
            <p:nvPr/>
          </p:nvSpPr>
          <p:spPr bwMode="auto">
            <a:xfrm>
              <a:off x="10018595" y="6283325"/>
              <a:ext cx="17462" cy="3222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75" name="Line 1226"/>
            <p:cNvSpPr>
              <a:spLocks noChangeShapeType="1"/>
            </p:cNvSpPr>
            <p:nvPr/>
          </p:nvSpPr>
          <p:spPr bwMode="auto">
            <a:xfrm>
              <a:off x="10018595" y="6283325"/>
              <a:ext cx="1587" cy="3222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6" name="Rectangle 1227"/>
            <p:cNvSpPr>
              <a:spLocks noChangeArrowheads="1"/>
            </p:cNvSpPr>
            <p:nvPr/>
          </p:nvSpPr>
          <p:spPr bwMode="auto">
            <a:xfrm>
              <a:off x="10018595" y="6605588"/>
              <a:ext cx="174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77" name="Line 1228"/>
            <p:cNvSpPr>
              <a:spLocks noChangeShapeType="1"/>
            </p:cNvSpPr>
            <p:nvPr/>
          </p:nvSpPr>
          <p:spPr bwMode="auto">
            <a:xfrm>
              <a:off x="10018595" y="6605588"/>
              <a:ext cx="174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 name="Line 1229"/>
            <p:cNvSpPr>
              <a:spLocks noChangeShapeType="1"/>
            </p:cNvSpPr>
            <p:nvPr/>
          </p:nvSpPr>
          <p:spPr bwMode="auto">
            <a:xfrm>
              <a:off x="10018595" y="660558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9" name="Rectangle 1230"/>
            <p:cNvSpPr>
              <a:spLocks noChangeArrowheads="1"/>
            </p:cNvSpPr>
            <p:nvPr/>
          </p:nvSpPr>
          <p:spPr bwMode="auto">
            <a:xfrm>
              <a:off x="10018595" y="6605588"/>
              <a:ext cx="174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480" name="Line 1231"/>
            <p:cNvSpPr>
              <a:spLocks noChangeShapeType="1"/>
            </p:cNvSpPr>
            <p:nvPr/>
          </p:nvSpPr>
          <p:spPr bwMode="auto">
            <a:xfrm>
              <a:off x="10018595" y="6605588"/>
              <a:ext cx="174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1" name="Line 1232"/>
            <p:cNvSpPr>
              <a:spLocks noChangeShapeType="1"/>
            </p:cNvSpPr>
            <p:nvPr/>
          </p:nvSpPr>
          <p:spPr bwMode="auto">
            <a:xfrm>
              <a:off x="10018595" y="660558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82" name="Rectangle 1235"/>
          <p:cNvSpPr>
            <a:spLocks noChangeArrowheads="1"/>
          </p:cNvSpPr>
          <p:nvPr/>
        </p:nvSpPr>
        <p:spPr bwMode="auto">
          <a:xfrm>
            <a:off x="10018595" y="4488071"/>
            <a:ext cx="2247446" cy="179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lnSpc>
                <a:spcPct val="120000"/>
              </a:lnSpc>
            </a:pPr>
            <a:r>
              <a:rPr lang="en-US" altLang="zh-CN" sz="2000" b="1" dirty="0">
                <a:solidFill>
                  <a:srgbClr val="000000"/>
                </a:solidFill>
                <a:latin typeface="宋体" pitchFamily="2" charset="-122"/>
              </a:rPr>
              <a:t>6</a:t>
            </a:r>
            <a:r>
              <a:rPr lang="zh-CN" altLang="en-US" sz="2000" b="1" dirty="0">
                <a:solidFill>
                  <a:srgbClr val="000000"/>
                </a:solidFill>
                <a:latin typeface="宋体" pitchFamily="2" charset="-122"/>
              </a:rPr>
              <a:t>次页面置换</a:t>
            </a:r>
            <a:endParaRPr lang="en-US" altLang="zh-CN" sz="2000" b="1" dirty="0">
              <a:solidFill>
                <a:srgbClr val="000000"/>
              </a:solidFill>
              <a:latin typeface="宋体" pitchFamily="2" charset="-122"/>
            </a:endParaRPr>
          </a:p>
          <a:p>
            <a:pPr eaLnBrk="1" hangingPunct="1">
              <a:lnSpc>
                <a:spcPct val="120000"/>
              </a:lnSpc>
            </a:pPr>
            <a:r>
              <a:rPr lang="en-US" altLang="zh-CN" sz="2000" b="1" dirty="0">
                <a:solidFill>
                  <a:schemeClr val="tx2"/>
                </a:solidFill>
                <a:latin typeface="宋体" pitchFamily="2" charset="-122"/>
              </a:rPr>
              <a:t>9</a:t>
            </a:r>
            <a:r>
              <a:rPr lang="zh-CN" altLang="en-US" sz="2000" b="1" dirty="0">
                <a:solidFill>
                  <a:schemeClr val="tx2"/>
                </a:solidFill>
                <a:latin typeface="宋体" pitchFamily="2" charset="-122"/>
              </a:rPr>
              <a:t>次缺页</a:t>
            </a:r>
            <a:r>
              <a:rPr lang="zh-CN" altLang="en-US" sz="2000" b="1" dirty="0">
                <a:solidFill>
                  <a:srgbClr val="000000"/>
                </a:solidFill>
                <a:latin typeface="宋体" pitchFamily="2" charset="-122"/>
              </a:rPr>
              <a:t>中断</a:t>
            </a:r>
            <a:endParaRPr lang="en-US" altLang="zh-CN" sz="2000" b="1" dirty="0">
              <a:solidFill>
                <a:srgbClr val="000000"/>
              </a:solidFill>
              <a:latin typeface="宋体" pitchFamily="2" charset="-122"/>
            </a:endParaRPr>
          </a:p>
          <a:p>
            <a:pPr eaLnBrk="1" hangingPunct="1">
              <a:lnSpc>
                <a:spcPct val="120000"/>
              </a:lnSpc>
            </a:pPr>
            <a:r>
              <a:rPr lang="zh-CN" altLang="en-US" sz="2000" b="1" dirty="0"/>
              <a:t>总访问次数</a:t>
            </a:r>
            <a:r>
              <a:rPr lang="en-US" altLang="zh-CN" sz="2000" b="1" dirty="0"/>
              <a:t>20</a:t>
            </a:r>
            <a:r>
              <a:rPr lang="zh-CN" altLang="en-US" sz="2000" b="1" dirty="0"/>
              <a:t>次</a:t>
            </a:r>
            <a:endParaRPr lang="en-US" altLang="zh-CN" sz="2000" b="1" dirty="0"/>
          </a:p>
          <a:p>
            <a:pPr eaLnBrk="1" hangingPunct="1">
              <a:lnSpc>
                <a:spcPct val="120000"/>
              </a:lnSpc>
            </a:pPr>
            <a:r>
              <a:rPr lang="zh-CN" altLang="en-US" sz="2000" b="1" dirty="0"/>
              <a:t>缺页率</a:t>
            </a:r>
            <a:r>
              <a:rPr lang="en-US" altLang="zh-CN" sz="2000" b="1" dirty="0"/>
              <a:t>9/20</a:t>
            </a:r>
            <a:r>
              <a:rPr lang="zh-CN" altLang="en-US" sz="2000" b="1" dirty="0"/>
              <a:t>＝</a:t>
            </a:r>
            <a:r>
              <a:rPr lang="en-US" altLang="zh-CN" sz="2000" b="1" dirty="0"/>
              <a:t>45</a:t>
            </a:r>
            <a:r>
              <a:rPr lang="zh-CN" altLang="en-US" sz="2000" b="1" dirty="0"/>
              <a:t>％</a:t>
            </a:r>
            <a:r>
              <a:rPr lang="zh-CN" altLang="en-US" sz="2000" dirty="0">
                <a:solidFill>
                  <a:schemeClr val="tx2"/>
                </a:solidFill>
              </a:rPr>
              <a:t> </a:t>
            </a:r>
            <a:endParaRPr lang="zh-CN" altLang="en-US" sz="2000" b="1" dirty="0">
              <a:solidFill>
                <a:srgbClr val="000000"/>
              </a:solidFill>
              <a:latin typeface="宋体" pitchFamily="2" charset="-122"/>
            </a:endParaRPr>
          </a:p>
        </p:txBody>
      </p:sp>
    </p:spTree>
    <p:extLst>
      <p:ext uri="{BB962C8B-B14F-4D97-AF65-F5344CB8AC3E}">
        <p14:creationId xmlns:p14="http://schemas.microsoft.com/office/powerpoint/2010/main" val="121973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strips(down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482"/>
                                        </p:tgtEl>
                                        <p:attrNameLst>
                                          <p:attrName>style.visibility</p:attrName>
                                        </p:attrNameLst>
                                      </p:cBhvr>
                                      <p:to>
                                        <p:strVal val="visible"/>
                                      </p:to>
                                    </p:set>
                                    <p:animEffect transition="in" filter="wipe(up)">
                                      <p:cBhvr>
                                        <p:cTn id="22" dur="500"/>
                                        <p:tgtEl>
                                          <p:spTgt spid="2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18" grpId="0"/>
      <p:bldP spid="248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80094" y="1042174"/>
            <a:ext cx="5159449" cy="665162"/>
            <a:chOff x="980094" y="1129258"/>
            <a:chExt cx="5159449" cy="665162"/>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）方法</a:t>
              </a:r>
            </a:p>
          </p:txBody>
        </p:sp>
      </p:gr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36215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先进先出算法（</a:t>
            </a:r>
            <a:r>
              <a:rPr lang="en-US" altLang="zh-CN" sz="2400" b="1" dirty="0">
                <a:solidFill>
                  <a:srgbClr val="3D7351"/>
                </a:solidFill>
                <a:latin typeface="微软雅黑" panose="020B0503020204020204" pitchFamily="34" charset="-122"/>
                <a:ea typeface="微软雅黑" panose="020B0503020204020204" pitchFamily="34" charset="-122"/>
              </a:rPr>
              <a:t>FIFO</a:t>
            </a:r>
            <a:r>
              <a:rPr lang="zh-CN" altLang="en-US" sz="2400" b="1" dirty="0">
                <a:solidFill>
                  <a:srgbClr val="3D7351"/>
                </a:solidFill>
                <a:latin typeface="微软雅黑" panose="020B0503020204020204" pitchFamily="34" charset="-122"/>
                <a:ea typeface="微软雅黑" panose="020B0503020204020204" pitchFamily="34" charset="-122"/>
              </a:rPr>
              <a:t>）</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8" y="1778947"/>
            <a:ext cx="936001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u="sng" dirty="0">
                <a:solidFill>
                  <a:schemeClr val="accent2"/>
                </a:solidFill>
              </a:rPr>
              <a:t>最早装入</a:t>
            </a:r>
            <a:r>
              <a:rPr lang="zh-CN" altLang="en-US" sz="2400" dirty="0"/>
              <a:t>主存的页作为被替换的页，即选择在内存中</a:t>
            </a:r>
            <a:r>
              <a:rPr lang="zh-CN" altLang="en-US" sz="2400" u="sng" dirty="0">
                <a:solidFill>
                  <a:schemeClr val="accent2"/>
                </a:solidFill>
              </a:rPr>
              <a:t>驻留时间最久</a:t>
            </a:r>
            <a:r>
              <a:rPr lang="zh-CN" altLang="en-US" sz="2400" dirty="0"/>
              <a:t>的页面予以淘汰。</a:t>
            </a:r>
          </a:p>
        </p:txBody>
      </p:sp>
      <p:grpSp>
        <p:nvGrpSpPr>
          <p:cNvPr id="14" name="组合 13"/>
          <p:cNvGrpSpPr/>
          <p:nvPr/>
        </p:nvGrpSpPr>
        <p:grpSpPr>
          <a:xfrm>
            <a:off x="994608" y="2610108"/>
            <a:ext cx="5159449" cy="665162"/>
            <a:chOff x="980094" y="1129258"/>
            <a:chExt cx="5159449" cy="665162"/>
          </a:xfrm>
        </p:grpSpPr>
        <p:sp>
          <p:nvSpPr>
            <p:cNvPr id="15" name="矩形 14"/>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矩形 15"/>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）特点</a:t>
              </a:r>
            </a:p>
          </p:txBody>
        </p:sp>
      </p:grpSp>
      <p:sp>
        <p:nvSpPr>
          <p:cNvPr id="18" name="文本框 19"/>
          <p:cNvSpPr txBox="1">
            <a:spLocks noChangeArrowheads="1"/>
          </p:cNvSpPr>
          <p:nvPr/>
        </p:nvSpPr>
        <p:spPr bwMode="auto">
          <a:xfrm>
            <a:off x="1104782" y="3317853"/>
            <a:ext cx="966481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利用历史信息，但不反映程序的局部性（最先进入的页可能是现在经常使用的页）</a:t>
            </a:r>
          </a:p>
        </p:txBody>
      </p:sp>
      <p:sp>
        <p:nvSpPr>
          <p:cNvPr id="3476" name="Rectangle 1013"/>
          <p:cNvSpPr>
            <a:spLocks noChangeArrowheads="1"/>
          </p:cNvSpPr>
          <p:nvPr/>
        </p:nvSpPr>
        <p:spPr bwMode="auto">
          <a:xfrm>
            <a:off x="6202363" y="706120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grpSp>
        <p:nvGrpSpPr>
          <p:cNvPr id="4" name="组合 3"/>
          <p:cNvGrpSpPr/>
          <p:nvPr/>
        </p:nvGrpSpPr>
        <p:grpSpPr>
          <a:xfrm>
            <a:off x="990600" y="4241800"/>
            <a:ext cx="8189913" cy="2349500"/>
            <a:chOff x="990600" y="4241800"/>
            <a:chExt cx="8189913" cy="2349500"/>
          </a:xfrm>
        </p:grpSpPr>
        <p:sp>
          <p:nvSpPr>
            <p:cNvPr id="1246" name="Rectangle 10"/>
            <p:cNvSpPr>
              <a:spLocks noChangeArrowheads="1"/>
            </p:cNvSpPr>
            <p:nvPr/>
          </p:nvSpPr>
          <p:spPr bwMode="auto">
            <a:xfrm>
              <a:off x="1066800" y="4302125"/>
              <a:ext cx="5842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300">
                  <a:solidFill>
                    <a:srgbClr val="000000"/>
                  </a:solidFill>
                  <a:latin typeface="宋体" pitchFamily="2" charset="-122"/>
                </a:rPr>
                <a:t>页面</a:t>
              </a:r>
              <a:endParaRPr lang="zh-CN" altLang="en-US" u="sng"/>
            </a:p>
          </p:txBody>
        </p:sp>
        <p:sp>
          <p:nvSpPr>
            <p:cNvPr id="1247" name="Rectangle 11"/>
            <p:cNvSpPr>
              <a:spLocks noChangeArrowheads="1"/>
            </p:cNvSpPr>
            <p:nvPr/>
          </p:nvSpPr>
          <p:spPr bwMode="auto">
            <a:xfrm>
              <a:off x="1066800" y="4692650"/>
              <a:ext cx="5842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300">
                  <a:solidFill>
                    <a:srgbClr val="000000"/>
                  </a:solidFill>
                  <a:latin typeface="宋体" pitchFamily="2" charset="-122"/>
                </a:rPr>
                <a:t>引用</a:t>
              </a:r>
              <a:endParaRPr lang="zh-CN" altLang="en-US" u="sng"/>
            </a:p>
          </p:txBody>
        </p:sp>
        <p:sp>
          <p:nvSpPr>
            <p:cNvPr id="1248" name="Rectangle 12"/>
            <p:cNvSpPr>
              <a:spLocks noChangeArrowheads="1"/>
            </p:cNvSpPr>
            <p:nvPr/>
          </p:nvSpPr>
          <p:spPr bwMode="auto">
            <a:xfrm>
              <a:off x="1625600" y="4692650"/>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1249" name="Rectangle 13"/>
            <p:cNvSpPr>
              <a:spLocks noChangeArrowheads="1"/>
            </p:cNvSpPr>
            <p:nvPr/>
          </p:nvSpPr>
          <p:spPr bwMode="auto">
            <a:xfrm>
              <a:off x="1828800"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7</a:t>
              </a:r>
              <a:endParaRPr lang="en-US" altLang="zh-CN" u="sng"/>
            </a:p>
          </p:txBody>
        </p:sp>
        <p:sp>
          <p:nvSpPr>
            <p:cNvPr id="1250" name="Rectangle 14"/>
            <p:cNvSpPr>
              <a:spLocks noChangeArrowheads="1"/>
            </p:cNvSpPr>
            <p:nvPr/>
          </p:nvSpPr>
          <p:spPr bwMode="auto">
            <a:xfrm>
              <a:off x="197326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1251" name="Rectangle 15"/>
            <p:cNvSpPr>
              <a:spLocks noChangeArrowheads="1"/>
            </p:cNvSpPr>
            <p:nvPr/>
          </p:nvSpPr>
          <p:spPr bwMode="auto">
            <a:xfrm>
              <a:off x="219551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1252" name="Rectangle 16"/>
            <p:cNvSpPr>
              <a:spLocks noChangeArrowheads="1"/>
            </p:cNvSpPr>
            <p:nvPr/>
          </p:nvSpPr>
          <p:spPr bwMode="auto">
            <a:xfrm>
              <a:off x="233997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1253" name="Rectangle 17"/>
            <p:cNvSpPr>
              <a:spLocks noChangeArrowheads="1"/>
            </p:cNvSpPr>
            <p:nvPr/>
          </p:nvSpPr>
          <p:spPr bwMode="auto">
            <a:xfrm>
              <a:off x="257016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1</a:t>
              </a:r>
              <a:endParaRPr lang="en-US" altLang="zh-CN" u="sng"/>
            </a:p>
          </p:txBody>
        </p:sp>
        <p:sp>
          <p:nvSpPr>
            <p:cNvPr id="1254" name="Rectangle 18"/>
            <p:cNvSpPr>
              <a:spLocks noChangeArrowheads="1"/>
            </p:cNvSpPr>
            <p:nvPr/>
          </p:nvSpPr>
          <p:spPr bwMode="auto">
            <a:xfrm>
              <a:off x="271462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483" name="Rectangle 19"/>
            <p:cNvSpPr>
              <a:spLocks noChangeArrowheads="1"/>
            </p:cNvSpPr>
            <p:nvPr/>
          </p:nvSpPr>
          <p:spPr bwMode="auto">
            <a:xfrm>
              <a:off x="293687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2484" name="Rectangle 20"/>
            <p:cNvSpPr>
              <a:spLocks noChangeArrowheads="1"/>
            </p:cNvSpPr>
            <p:nvPr/>
          </p:nvSpPr>
          <p:spPr bwMode="auto">
            <a:xfrm>
              <a:off x="3081338"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485" name="Rectangle 21"/>
            <p:cNvSpPr>
              <a:spLocks noChangeArrowheads="1"/>
            </p:cNvSpPr>
            <p:nvPr/>
          </p:nvSpPr>
          <p:spPr bwMode="auto">
            <a:xfrm>
              <a:off x="331311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486" name="Rectangle 22"/>
            <p:cNvSpPr>
              <a:spLocks noChangeArrowheads="1"/>
            </p:cNvSpPr>
            <p:nvPr/>
          </p:nvSpPr>
          <p:spPr bwMode="auto">
            <a:xfrm>
              <a:off x="345757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487" name="Rectangle 23"/>
            <p:cNvSpPr>
              <a:spLocks noChangeArrowheads="1"/>
            </p:cNvSpPr>
            <p:nvPr/>
          </p:nvSpPr>
          <p:spPr bwMode="auto">
            <a:xfrm>
              <a:off x="368776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3</a:t>
              </a:r>
              <a:endParaRPr lang="en-US" altLang="zh-CN" u="sng"/>
            </a:p>
          </p:txBody>
        </p:sp>
        <p:sp>
          <p:nvSpPr>
            <p:cNvPr id="2488" name="Rectangle 24"/>
            <p:cNvSpPr>
              <a:spLocks noChangeArrowheads="1"/>
            </p:cNvSpPr>
            <p:nvPr/>
          </p:nvSpPr>
          <p:spPr bwMode="auto">
            <a:xfrm>
              <a:off x="383222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489" name="Rectangle 25"/>
            <p:cNvSpPr>
              <a:spLocks noChangeArrowheads="1"/>
            </p:cNvSpPr>
            <p:nvPr/>
          </p:nvSpPr>
          <p:spPr bwMode="auto">
            <a:xfrm>
              <a:off x="405447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490" name="Rectangle 26"/>
            <p:cNvSpPr>
              <a:spLocks noChangeArrowheads="1"/>
            </p:cNvSpPr>
            <p:nvPr/>
          </p:nvSpPr>
          <p:spPr bwMode="auto">
            <a:xfrm>
              <a:off x="4198938"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491" name="Rectangle 27"/>
            <p:cNvSpPr>
              <a:spLocks noChangeArrowheads="1"/>
            </p:cNvSpPr>
            <p:nvPr/>
          </p:nvSpPr>
          <p:spPr bwMode="auto">
            <a:xfrm>
              <a:off x="443071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4</a:t>
              </a:r>
              <a:endParaRPr lang="en-US" altLang="zh-CN" u="sng"/>
            </a:p>
          </p:txBody>
        </p:sp>
        <p:sp>
          <p:nvSpPr>
            <p:cNvPr id="2492" name="Rectangle 28"/>
            <p:cNvSpPr>
              <a:spLocks noChangeArrowheads="1"/>
            </p:cNvSpPr>
            <p:nvPr/>
          </p:nvSpPr>
          <p:spPr bwMode="auto">
            <a:xfrm>
              <a:off x="457517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493" name="Rectangle 29"/>
            <p:cNvSpPr>
              <a:spLocks noChangeArrowheads="1"/>
            </p:cNvSpPr>
            <p:nvPr/>
          </p:nvSpPr>
          <p:spPr bwMode="auto">
            <a:xfrm>
              <a:off x="4795838"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2494" name="Rectangle 30"/>
            <p:cNvSpPr>
              <a:spLocks noChangeArrowheads="1"/>
            </p:cNvSpPr>
            <p:nvPr/>
          </p:nvSpPr>
          <p:spPr bwMode="auto">
            <a:xfrm>
              <a:off x="4940300"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495" name="Rectangle 31"/>
            <p:cNvSpPr>
              <a:spLocks noChangeArrowheads="1"/>
            </p:cNvSpPr>
            <p:nvPr/>
          </p:nvSpPr>
          <p:spPr bwMode="auto">
            <a:xfrm>
              <a:off x="517207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3</a:t>
              </a:r>
              <a:endParaRPr lang="en-US" altLang="zh-CN" u="sng"/>
            </a:p>
          </p:txBody>
        </p:sp>
        <p:sp>
          <p:nvSpPr>
            <p:cNvPr id="2496" name="Rectangle 32"/>
            <p:cNvSpPr>
              <a:spLocks noChangeArrowheads="1"/>
            </p:cNvSpPr>
            <p:nvPr/>
          </p:nvSpPr>
          <p:spPr bwMode="auto">
            <a:xfrm>
              <a:off x="5316538"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497" name="Rectangle 33"/>
            <p:cNvSpPr>
              <a:spLocks noChangeArrowheads="1"/>
            </p:cNvSpPr>
            <p:nvPr/>
          </p:nvSpPr>
          <p:spPr bwMode="auto">
            <a:xfrm>
              <a:off x="5538788"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498" name="Rectangle 34"/>
            <p:cNvSpPr>
              <a:spLocks noChangeArrowheads="1"/>
            </p:cNvSpPr>
            <p:nvPr/>
          </p:nvSpPr>
          <p:spPr bwMode="auto">
            <a:xfrm>
              <a:off x="5683250"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499" name="Rectangle 35"/>
            <p:cNvSpPr>
              <a:spLocks noChangeArrowheads="1"/>
            </p:cNvSpPr>
            <p:nvPr/>
          </p:nvSpPr>
          <p:spPr bwMode="auto">
            <a:xfrm>
              <a:off x="5913438"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3</a:t>
              </a:r>
              <a:endParaRPr lang="en-US" altLang="zh-CN" u="sng"/>
            </a:p>
          </p:txBody>
        </p:sp>
        <p:sp>
          <p:nvSpPr>
            <p:cNvPr id="2500" name="Rectangle 36"/>
            <p:cNvSpPr>
              <a:spLocks noChangeArrowheads="1"/>
            </p:cNvSpPr>
            <p:nvPr/>
          </p:nvSpPr>
          <p:spPr bwMode="auto">
            <a:xfrm>
              <a:off x="6057900"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501" name="Rectangle 37"/>
            <p:cNvSpPr>
              <a:spLocks noChangeArrowheads="1"/>
            </p:cNvSpPr>
            <p:nvPr/>
          </p:nvSpPr>
          <p:spPr bwMode="auto">
            <a:xfrm>
              <a:off x="6280150"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2502" name="Rectangle 38"/>
            <p:cNvSpPr>
              <a:spLocks noChangeArrowheads="1"/>
            </p:cNvSpPr>
            <p:nvPr/>
          </p:nvSpPr>
          <p:spPr bwMode="auto">
            <a:xfrm>
              <a:off x="642461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503" name="Rectangle 39"/>
            <p:cNvSpPr>
              <a:spLocks noChangeArrowheads="1"/>
            </p:cNvSpPr>
            <p:nvPr/>
          </p:nvSpPr>
          <p:spPr bwMode="auto">
            <a:xfrm>
              <a:off x="6656388"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1</a:t>
              </a:r>
              <a:endParaRPr lang="en-US" altLang="zh-CN" u="sng"/>
            </a:p>
          </p:txBody>
        </p:sp>
        <p:sp>
          <p:nvSpPr>
            <p:cNvPr id="2504" name="Rectangle 40"/>
            <p:cNvSpPr>
              <a:spLocks noChangeArrowheads="1"/>
            </p:cNvSpPr>
            <p:nvPr/>
          </p:nvSpPr>
          <p:spPr bwMode="auto">
            <a:xfrm>
              <a:off x="6800850"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505" name="Rectangle 41"/>
            <p:cNvSpPr>
              <a:spLocks noChangeArrowheads="1"/>
            </p:cNvSpPr>
            <p:nvPr/>
          </p:nvSpPr>
          <p:spPr bwMode="auto">
            <a:xfrm>
              <a:off x="702151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2506" name="Rectangle 42"/>
            <p:cNvSpPr>
              <a:spLocks noChangeArrowheads="1"/>
            </p:cNvSpPr>
            <p:nvPr/>
          </p:nvSpPr>
          <p:spPr bwMode="auto">
            <a:xfrm>
              <a:off x="716597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507" name="Rectangle 43"/>
            <p:cNvSpPr>
              <a:spLocks noChangeArrowheads="1"/>
            </p:cNvSpPr>
            <p:nvPr/>
          </p:nvSpPr>
          <p:spPr bwMode="auto">
            <a:xfrm>
              <a:off x="7397750"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508" name="Rectangle 44"/>
            <p:cNvSpPr>
              <a:spLocks noChangeArrowheads="1"/>
            </p:cNvSpPr>
            <p:nvPr/>
          </p:nvSpPr>
          <p:spPr bwMode="auto">
            <a:xfrm>
              <a:off x="754221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509" name="Rectangle 45"/>
            <p:cNvSpPr>
              <a:spLocks noChangeArrowheads="1"/>
            </p:cNvSpPr>
            <p:nvPr/>
          </p:nvSpPr>
          <p:spPr bwMode="auto">
            <a:xfrm>
              <a:off x="776446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1</a:t>
              </a:r>
              <a:endParaRPr lang="en-US" altLang="zh-CN" u="sng"/>
            </a:p>
          </p:txBody>
        </p:sp>
        <p:sp>
          <p:nvSpPr>
            <p:cNvPr id="2510" name="Rectangle 46"/>
            <p:cNvSpPr>
              <a:spLocks noChangeArrowheads="1"/>
            </p:cNvSpPr>
            <p:nvPr/>
          </p:nvSpPr>
          <p:spPr bwMode="auto">
            <a:xfrm>
              <a:off x="790892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511" name="Rectangle 47"/>
            <p:cNvSpPr>
              <a:spLocks noChangeArrowheads="1"/>
            </p:cNvSpPr>
            <p:nvPr/>
          </p:nvSpPr>
          <p:spPr bwMode="auto">
            <a:xfrm>
              <a:off x="813911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7</a:t>
              </a:r>
              <a:endParaRPr lang="en-US" altLang="zh-CN" u="sng"/>
            </a:p>
          </p:txBody>
        </p:sp>
        <p:sp>
          <p:nvSpPr>
            <p:cNvPr id="2512" name="Rectangle 48"/>
            <p:cNvSpPr>
              <a:spLocks noChangeArrowheads="1"/>
            </p:cNvSpPr>
            <p:nvPr/>
          </p:nvSpPr>
          <p:spPr bwMode="auto">
            <a:xfrm>
              <a:off x="828357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513" name="Rectangle 49"/>
            <p:cNvSpPr>
              <a:spLocks noChangeArrowheads="1"/>
            </p:cNvSpPr>
            <p:nvPr/>
          </p:nvSpPr>
          <p:spPr bwMode="auto">
            <a:xfrm>
              <a:off x="850582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514" name="Rectangle 50"/>
            <p:cNvSpPr>
              <a:spLocks noChangeArrowheads="1"/>
            </p:cNvSpPr>
            <p:nvPr/>
          </p:nvSpPr>
          <p:spPr bwMode="auto">
            <a:xfrm>
              <a:off x="8650288"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515" name="Rectangle 51"/>
            <p:cNvSpPr>
              <a:spLocks noChangeArrowheads="1"/>
            </p:cNvSpPr>
            <p:nvPr/>
          </p:nvSpPr>
          <p:spPr bwMode="auto">
            <a:xfrm>
              <a:off x="8882063"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1</a:t>
              </a:r>
              <a:endParaRPr lang="en-US" altLang="zh-CN" u="sng"/>
            </a:p>
          </p:txBody>
        </p:sp>
        <p:sp>
          <p:nvSpPr>
            <p:cNvPr id="2516" name="Rectangle 52"/>
            <p:cNvSpPr>
              <a:spLocks noChangeArrowheads="1"/>
            </p:cNvSpPr>
            <p:nvPr/>
          </p:nvSpPr>
          <p:spPr bwMode="auto">
            <a:xfrm>
              <a:off x="9026525" y="43021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517" name="Rectangle 53"/>
            <p:cNvSpPr>
              <a:spLocks noChangeArrowheads="1"/>
            </p:cNvSpPr>
            <p:nvPr/>
          </p:nvSpPr>
          <p:spPr bwMode="auto">
            <a:xfrm>
              <a:off x="990600"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18" name="Line 54"/>
            <p:cNvSpPr>
              <a:spLocks noChangeShapeType="1"/>
            </p:cNvSpPr>
            <p:nvPr/>
          </p:nvSpPr>
          <p:spPr bwMode="auto">
            <a:xfrm>
              <a:off x="990600"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19" name="Line 55"/>
            <p:cNvSpPr>
              <a:spLocks noChangeShapeType="1"/>
            </p:cNvSpPr>
            <p:nvPr/>
          </p:nvSpPr>
          <p:spPr bwMode="auto">
            <a:xfrm>
              <a:off x="990600" y="4241800"/>
              <a:ext cx="1588"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0" name="Rectangle 56"/>
            <p:cNvSpPr>
              <a:spLocks noChangeArrowheads="1"/>
            </p:cNvSpPr>
            <p:nvPr/>
          </p:nvSpPr>
          <p:spPr bwMode="auto">
            <a:xfrm>
              <a:off x="990600"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21" name="Line 57"/>
            <p:cNvSpPr>
              <a:spLocks noChangeShapeType="1"/>
            </p:cNvSpPr>
            <p:nvPr/>
          </p:nvSpPr>
          <p:spPr bwMode="auto">
            <a:xfrm>
              <a:off x="990600"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2" name="Line 58"/>
            <p:cNvSpPr>
              <a:spLocks noChangeShapeType="1"/>
            </p:cNvSpPr>
            <p:nvPr/>
          </p:nvSpPr>
          <p:spPr bwMode="auto">
            <a:xfrm>
              <a:off x="990600" y="4241800"/>
              <a:ext cx="1588"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3" name="Rectangle 59"/>
            <p:cNvSpPr>
              <a:spLocks noChangeArrowheads="1"/>
            </p:cNvSpPr>
            <p:nvPr/>
          </p:nvSpPr>
          <p:spPr bwMode="auto">
            <a:xfrm>
              <a:off x="1000125" y="4241800"/>
              <a:ext cx="750888"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24" name="Line 60"/>
            <p:cNvSpPr>
              <a:spLocks noChangeShapeType="1"/>
            </p:cNvSpPr>
            <p:nvPr/>
          </p:nvSpPr>
          <p:spPr bwMode="auto">
            <a:xfrm>
              <a:off x="1000125" y="4241800"/>
              <a:ext cx="7508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5" name="Rectangle 61"/>
            <p:cNvSpPr>
              <a:spLocks noChangeArrowheads="1"/>
            </p:cNvSpPr>
            <p:nvPr/>
          </p:nvSpPr>
          <p:spPr bwMode="auto">
            <a:xfrm>
              <a:off x="1751013"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26" name="Line 62"/>
            <p:cNvSpPr>
              <a:spLocks noChangeShapeType="1"/>
            </p:cNvSpPr>
            <p:nvPr/>
          </p:nvSpPr>
          <p:spPr bwMode="auto">
            <a:xfrm>
              <a:off x="1751013"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7" name="Line 63"/>
            <p:cNvSpPr>
              <a:spLocks noChangeShapeType="1"/>
            </p:cNvSpPr>
            <p:nvPr/>
          </p:nvSpPr>
          <p:spPr bwMode="auto">
            <a:xfrm>
              <a:off x="1751013"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8" name="Rectangle 64"/>
            <p:cNvSpPr>
              <a:spLocks noChangeArrowheads="1"/>
            </p:cNvSpPr>
            <p:nvPr/>
          </p:nvSpPr>
          <p:spPr bwMode="auto">
            <a:xfrm>
              <a:off x="1760538" y="4241800"/>
              <a:ext cx="357187"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29" name="Line 65"/>
            <p:cNvSpPr>
              <a:spLocks noChangeShapeType="1"/>
            </p:cNvSpPr>
            <p:nvPr/>
          </p:nvSpPr>
          <p:spPr bwMode="auto">
            <a:xfrm>
              <a:off x="1760538" y="4241800"/>
              <a:ext cx="3571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0" name="Rectangle 66"/>
            <p:cNvSpPr>
              <a:spLocks noChangeArrowheads="1"/>
            </p:cNvSpPr>
            <p:nvPr/>
          </p:nvSpPr>
          <p:spPr bwMode="auto">
            <a:xfrm>
              <a:off x="2117725"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31" name="Line 67"/>
            <p:cNvSpPr>
              <a:spLocks noChangeShapeType="1"/>
            </p:cNvSpPr>
            <p:nvPr/>
          </p:nvSpPr>
          <p:spPr bwMode="auto">
            <a:xfrm>
              <a:off x="2117725"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2" name="Line 68"/>
            <p:cNvSpPr>
              <a:spLocks noChangeShapeType="1"/>
            </p:cNvSpPr>
            <p:nvPr/>
          </p:nvSpPr>
          <p:spPr bwMode="auto">
            <a:xfrm>
              <a:off x="2117725" y="4241800"/>
              <a:ext cx="1588"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3" name="Rectangle 69"/>
            <p:cNvSpPr>
              <a:spLocks noChangeArrowheads="1"/>
            </p:cNvSpPr>
            <p:nvPr/>
          </p:nvSpPr>
          <p:spPr bwMode="auto">
            <a:xfrm>
              <a:off x="2127250" y="4241800"/>
              <a:ext cx="366713"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34" name="Line 70"/>
            <p:cNvSpPr>
              <a:spLocks noChangeShapeType="1"/>
            </p:cNvSpPr>
            <p:nvPr/>
          </p:nvSpPr>
          <p:spPr bwMode="auto">
            <a:xfrm>
              <a:off x="2127250" y="4241800"/>
              <a:ext cx="3667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5" name="Rectangle 71"/>
            <p:cNvSpPr>
              <a:spLocks noChangeArrowheads="1"/>
            </p:cNvSpPr>
            <p:nvPr/>
          </p:nvSpPr>
          <p:spPr bwMode="auto">
            <a:xfrm>
              <a:off x="2493963"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36" name="Line 72"/>
            <p:cNvSpPr>
              <a:spLocks noChangeShapeType="1"/>
            </p:cNvSpPr>
            <p:nvPr/>
          </p:nvSpPr>
          <p:spPr bwMode="auto">
            <a:xfrm>
              <a:off x="2493963"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7" name="Line 73"/>
            <p:cNvSpPr>
              <a:spLocks noChangeShapeType="1"/>
            </p:cNvSpPr>
            <p:nvPr/>
          </p:nvSpPr>
          <p:spPr bwMode="auto">
            <a:xfrm>
              <a:off x="2493963"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8" name="Rectangle 74"/>
            <p:cNvSpPr>
              <a:spLocks noChangeArrowheads="1"/>
            </p:cNvSpPr>
            <p:nvPr/>
          </p:nvSpPr>
          <p:spPr bwMode="auto">
            <a:xfrm>
              <a:off x="2503488" y="4241800"/>
              <a:ext cx="355600"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39" name="Line 75"/>
            <p:cNvSpPr>
              <a:spLocks noChangeShapeType="1"/>
            </p:cNvSpPr>
            <p:nvPr/>
          </p:nvSpPr>
          <p:spPr bwMode="auto">
            <a:xfrm>
              <a:off x="2503488" y="4241800"/>
              <a:ext cx="3556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0" name="Rectangle 76"/>
            <p:cNvSpPr>
              <a:spLocks noChangeArrowheads="1"/>
            </p:cNvSpPr>
            <p:nvPr/>
          </p:nvSpPr>
          <p:spPr bwMode="auto">
            <a:xfrm>
              <a:off x="2859088"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41" name="Line 77"/>
            <p:cNvSpPr>
              <a:spLocks noChangeShapeType="1"/>
            </p:cNvSpPr>
            <p:nvPr/>
          </p:nvSpPr>
          <p:spPr bwMode="auto">
            <a:xfrm>
              <a:off x="2859088"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2" name="Line 78"/>
            <p:cNvSpPr>
              <a:spLocks noChangeShapeType="1"/>
            </p:cNvSpPr>
            <p:nvPr/>
          </p:nvSpPr>
          <p:spPr bwMode="auto">
            <a:xfrm>
              <a:off x="2859088"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3" name="Rectangle 79"/>
            <p:cNvSpPr>
              <a:spLocks noChangeArrowheads="1"/>
            </p:cNvSpPr>
            <p:nvPr/>
          </p:nvSpPr>
          <p:spPr bwMode="auto">
            <a:xfrm>
              <a:off x="2868613" y="4241800"/>
              <a:ext cx="366712"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44" name="Line 80"/>
            <p:cNvSpPr>
              <a:spLocks noChangeShapeType="1"/>
            </p:cNvSpPr>
            <p:nvPr/>
          </p:nvSpPr>
          <p:spPr bwMode="auto">
            <a:xfrm>
              <a:off x="2868613" y="4241800"/>
              <a:ext cx="3667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5" name="Rectangle 81"/>
            <p:cNvSpPr>
              <a:spLocks noChangeArrowheads="1"/>
            </p:cNvSpPr>
            <p:nvPr/>
          </p:nvSpPr>
          <p:spPr bwMode="auto">
            <a:xfrm>
              <a:off x="3235325"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46" name="Line 82"/>
            <p:cNvSpPr>
              <a:spLocks noChangeShapeType="1"/>
            </p:cNvSpPr>
            <p:nvPr/>
          </p:nvSpPr>
          <p:spPr bwMode="auto">
            <a:xfrm>
              <a:off x="3235325"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7" name="Line 83"/>
            <p:cNvSpPr>
              <a:spLocks noChangeShapeType="1"/>
            </p:cNvSpPr>
            <p:nvPr/>
          </p:nvSpPr>
          <p:spPr bwMode="auto">
            <a:xfrm>
              <a:off x="3235325" y="4241800"/>
              <a:ext cx="1588"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8" name="Rectangle 84"/>
            <p:cNvSpPr>
              <a:spLocks noChangeArrowheads="1"/>
            </p:cNvSpPr>
            <p:nvPr/>
          </p:nvSpPr>
          <p:spPr bwMode="auto">
            <a:xfrm>
              <a:off x="3244850" y="4241800"/>
              <a:ext cx="357188"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49" name="Line 85"/>
            <p:cNvSpPr>
              <a:spLocks noChangeShapeType="1"/>
            </p:cNvSpPr>
            <p:nvPr/>
          </p:nvSpPr>
          <p:spPr bwMode="auto">
            <a:xfrm>
              <a:off x="3244850" y="4241800"/>
              <a:ext cx="3571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0" name="Rectangle 86"/>
            <p:cNvSpPr>
              <a:spLocks noChangeArrowheads="1"/>
            </p:cNvSpPr>
            <p:nvPr/>
          </p:nvSpPr>
          <p:spPr bwMode="auto">
            <a:xfrm>
              <a:off x="3602038"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51" name="Line 87"/>
            <p:cNvSpPr>
              <a:spLocks noChangeShapeType="1"/>
            </p:cNvSpPr>
            <p:nvPr/>
          </p:nvSpPr>
          <p:spPr bwMode="auto">
            <a:xfrm>
              <a:off x="3602038"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2" name="Line 88"/>
            <p:cNvSpPr>
              <a:spLocks noChangeShapeType="1"/>
            </p:cNvSpPr>
            <p:nvPr/>
          </p:nvSpPr>
          <p:spPr bwMode="auto">
            <a:xfrm>
              <a:off x="3602038"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3" name="Rectangle 89"/>
            <p:cNvSpPr>
              <a:spLocks noChangeArrowheads="1"/>
            </p:cNvSpPr>
            <p:nvPr/>
          </p:nvSpPr>
          <p:spPr bwMode="auto">
            <a:xfrm>
              <a:off x="3611563" y="4241800"/>
              <a:ext cx="3651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54" name="Line 90"/>
            <p:cNvSpPr>
              <a:spLocks noChangeShapeType="1"/>
            </p:cNvSpPr>
            <p:nvPr/>
          </p:nvSpPr>
          <p:spPr bwMode="auto">
            <a:xfrm>
              <a:off x="3611563" y="4241800"/>
              <a:ext cx="3651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5" name="Rectangle 91"/>
            <p:cNvSpPr>
              <a:spLocks noChangeArrowheads="1"/>
            </p:cNvSpPr>
            <p:nvPr/>
          </p:nvSpPr>
          <p:spPr bwMode="auto">
            <a:xfrm>
              <a:off x="3976688"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56" name="Line 92"/>
            <p:cNvSpPr>
              <a:spLocks noChangeShapeType="1"/>
            </p:cNvSpPr>
            <p:nvPr/>
          </p:nvSpPr>
          <p:spPr bwMode="auto">
            <a:xfrm>
              <a:off x="3976688"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7" name="Line 93"/>
            <p:cNvSpPr>
              <a:spLocks noChangeShapeType="1"/>
            </p:cNvSpPr>
            <p:nvPr/>
          </p:nvSpPr>
          <p:spPr bwMode="auto">
            <a:xfrm>
              <a:off x="3976688"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8" name="Rectangle 94"/>
            <p:cNvSpPr>
              <a:spLocks noChangeArrowheads="1"/>
            </p:cNvSpPr>
            <p:nvPr/>
          </p:nvSpPr>
          <p:spPr bwMode="auto">
            <a:xfrm>
              <a:off x="3986213" y="4241800"/>
              <a:ext cx="357187"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59" name="Line 95"/>
            <p:cNvSpPr>
              <a:spLocks noChangeShapeType="1"/>
            </p:cNvSpPr>
            <p:nvPr/>
          </p:nvSpPr>
          <p:spPr bwMode="auto">
            <a:xfrm>
              <a:off x="3986213" y="4241800"/>
              <a:ext cx="3571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 name="Rectangle 96"/>
            <p:cNvSpPr>
              <a:spLocks noChangeArrowheads="1"/>
            </p:cNvSpPr>
            <p:nvPr/>
          </p:nvSpPr>
          <p:spPr bwMode="auto">
            <a:xfrm>
              <a:off x="4343400"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61" name="Line 97"/>
            <p:cNvSpPr>
              <a:spLocks noChangeShapeType="1"/>
            </p:cNvSpPr>
            <p:nvPr/>
          </p:nvSpPr>
          <p:spPr bwMode="auto">
            <a:xfrm>
              <a:off x="4343400"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 name="Line 98"/>
            <p:cNvSpPr>
              <a:spLocks noChangeShapeType="1"/>
            </p:cNvSpPr>
            <p:nvPr/>
          </p:nvSpPr>
          <p:spPr bwMode="auto">
            <a:xfrm>
              <a:off x="4343400" y="4241800"/>
              <a:ext cx="1588"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 name="Rectangle 99"/>
            <p:cNvSpPr>
              <a:spLocks noChangeArrowheads="1"/>
            </p:cNvSpPr>
            <p:nvPr/>
          </p:nvSpPr>
          <p:spPr bwMode="auto">
            <a:xfrm>
              <a:off x="4352925" y="4241800"/>
              <a:ext cx="366713"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64" name="Line 100"/>
            <p:cNvSpPr>
              <a:spLocks noChangeShapeType="1"/>
            </p:cNvSpPr>
            <p:nvPr/>
          </p:nvSpPr>
          <p:spPr bwMode="auto">
            <a:xfrm>
              <a:off x="4352925" y="4241800"/>
              <a:ext cx="3667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5" name="Rectangle 101"/>
            <p:cNvSpPr>
              <a:spLocks noChangeArrowheads="1"/>
            </p:cNvSpPr>
            <p:nvPr/>
          </p:nvSpPr>
          <p:spPr bwMode="auto">
            <a:xfrm>
              <a:off x="4719638"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66" name="Line 102"/>
            <p:cNvSpPr>
              <a:spLocks noChangeShapeType="1"/>
            </p:cNvSpPr>
            <p:nvPr/>
          </p:nvSpPr>
          <p:spPr bwMode="auto">
            <a:xfrm>
              <a:off x="4719638"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7" name="Line 103"/>
            <p:cNvSpPr>
              <a:spLocks noChangeShapeType="1"/>
            </p:cNvSpPr>
            <p:nvPr/>
          </p:nvSpPr>
          <p:spPr bwMode="auto">
            <a:xfrm>
              <a:off x="4719638"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8" name="Rectangle 104"/>
            <p:cNvSpPr>
              <a:spLocks noChangeArrowheads="1"/>
            </p:cNvSpPr>
            <p:nvPr/>
          </p:nvSpPr>
          <p:spPr bwMode="auto">
            <a:xfrm>
              <a:off x="4729163" y="4241800"/>
              <a:ext cx="355600"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69" name="Line 105"/>
            <p:cNvSpPr>
              <a:spLocks noChangeShapeType="1"/>
            </p:cNvSpPr>
            <p:nvPr/>
          </p:nvSpPr>
          <p:spPr bwMode="auto">
            <a:xfrm>
              <a:off x="4729163" y="4241800"/>
              <a:ext cx="3556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0" name="Rectangle 106"/>
            <p:cNvSpPr>
              <a:spLocks noChangeArrowheads="1"/>
            </p:cNvSpPr>
            <p:nvPr/>
          </p:nvSpPr>
          <p:spPr bwMode="auto">
            <a:xfrm>
              <a:off x="5084763"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71" name="Line 107"/>
            <p:cNvSpPr>
              <a:spLocks noChangeShapeType="1"/>
            </p:cNvSpPr>
            <p:nvPr/>
          </p:nvSpPr>
          <p:spPr bwMode="auto">
            <a:xfrm>
              <a:off x="5084763"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2" name="Line 108"/>
            <p:cNvSpPr>
              <a:spLocks noChangeShapeType="1"/>
            </p:cNvSpPr>
            <p:nvPr/>
          </p:nvSpPr>
          <p:spPr bwMode="auto">
            <a:xfrm>
              <a:off x="5084763"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3" name="Rectangle 109"/>
            <p:cNvSpPr>
              <a:spLocks noChangeArrowheads="1"/>
            </p:cNvSpPr>
            <p:nvPr/>
          </p:nvSpPr>
          <p:spPr bwMode="auto">
            <a:xfrm>
              <a:off x="5094288" y="4241800"/>
              <a:ext cx="366712"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74" name="Line 110"/>
            <p:cNvSpPr>
              <a:spLocks noChangeShapeType="1"/>
            </p:cNvSpPr>
            <p:nvPr/>
          </p:nvSpPr>
          <p:spPr bwMode="auto">
            <a:xfrm>
              <a:off x="5094288" y="4241800"/>
              <a:ext cx="3667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5" name="Rectangle 111"/>
            <p:cNvSpPr>
              <a:spLocks noChangeArrowheads="1"/>
            </p:cNvSpPr>
            <p:nvPr/>
          </p:nvSpPr>
          <p:spPr bwMode="auto">
            <a:xfrm>
              <a:off x="5461000"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76" name="Line 112"/>
            <p:cNvSpPr>
              <a:spLocks noChangeShapeType="1"/>
            </p:cNvSpPr>
            <p:nvPr/>
          </p:nvSpPr>
          <p:spPr bwMode="auto">
            <a:xfrm>
              <a:off x="5461000"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7" name="Line 113"/>
            <p:cNvSpPr>
              <a:spLocks noChangeShapeType="1"/>
            </p:cNvSpPr>
            <p:nvPr/>
          </p:nvSpPr>
          <p:spPr bwMode="auto">
            <a:xfrm>
              <a:off x="5461000" y="4241800"/>
              <a:ext cx="1588"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8" name="Rectangle 114"/>
            <p:cNvSpPr>
              <a:spLocks noChangeArrowheads="1"/>
            </p:cNvSpPr>
            <p:nvPr/>
          </p:nvSpPr>
          <p:spPr bwMode="auto">
            <a:xfrm>
              <a:off x="5470525" y="4241800"/>
              <a:ext cx="357188"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79" name="Line 115"/>
            <p:cNvSpPr>
              <a:spLocks noChangeShapeType="1"/>
            </p:cNvSpPr>
            <p:nvPr/>
          </p:nvSpPr>
          <p:spPr bwMode="auto">
            <a:xfrm>
              <a:off x="5470525" y="4241800"/>
              <a:ext cx="3571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0" name="Rectangle 116"/>
            <p:cNvSpPr>
              <a:spLocks noChangeArrowheads="1"/>
            </p:cNvSpPr>
            <p:nvPr/>
          </p:nvSpPr>
          <p:spPr bwMode="auto">
            <a:xfrm>
              <a:off x="5827713"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81" name="Line 117"/>
            <p:cNvSpPr>
              <a:spLocks noChangeShapeType="1"/>
            </p:cNvSpPr>
            <p:nvPr/>
          </p:nvSpPr>
          <p:spPr bwMode="auto">
            <a:xfrm>
              <a:off x="5827713"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2" name="Line 118"/>
            <p:cNvSpPr>
              <a:spLocks noChangeShapeType="1"/>
            </p:cNvSpPr>
            <p:nvPr/>
          </p:nvSpPr>
          <p:spPr bwMode="auto">
            <a:xfrm>
              <a:off x="5827713"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3" name="Rectangle 119"/>
            <p:cNvSpPr>
              <a:spLocks noChangeArrowheads="1"/>
            </p:cNvSpPr>
            <p:nvPr/>
          </p:nvSpPr>
          <p:spPr bwMode="auto">
            <a:xfrm>
              <a:off x="5837238" y="4241800"/>
              <a:ext cx="3651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84" name="Line 120"/>
            <p:cNvSpPr>
              <a:spLocks noChangeShapeType="1"/>
            </p:cNvSpPr>
            <p:nvPr/>
          </p:nvSpPr>
          <p:spPr bwMode="auto">
            <a:xfrm>
              <a:off x="5837238" y="4241800"/>
              <a:ext cx="3651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5" name="Rectangle 121"/>
            <p:cNvSpPr>
              <a:spLocks noChangeArrowheads="1"/>
            </p:cNvSpPr>
            <p:nvPr/>
          </p:nvSpPr>
          <p:spPr bwMode="auto">
            <a:xfrm>
              <a:off x="6202363"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86" name="Line 122"/>
            <p:cNvSpPr>
              <a:spLocks noChangeShapeType="1"/>
            </p:cNvSpPr>
            <p:nvPr/>
          </p:nvSpPr>
          <p:spPr bwMode="auto">
            <a:xfrm>
              <a:off x="6202363"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7" name="Line 123"/>
            <p:cNvSpPr>
              <a:spLocks noChangeShapeType="1"/>
            </p:cNvSpPr>
            <p:nvPr/>
          </p:nvSpPr>
          <p:spPr bwMode="auto">
            <a:xfrm>
              <a:off x="6202363"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8" name="Rectangle 124"/>
            <p:cNvSpPr>
              <a:spLocks noChangeArrowheads="1"/>
            </p:cNvSpPr>
            <p:nvPr/>
          </p:nvSpPr>
          <p:spPr bwMode="auto">
            <a:xfrm>
              <a:off x="6211888" y="4241800"/>
              <a:ext cx="357187"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89" name="Line 125"/>
            <p:cNvSpPr>
              <a:spLocks noChangeShapeType="1"/>
            </p:cNvSpPr>
            <p:nvPr/>
          </p:nvSpPr>
          <p:spPr bwMode="auto">
            <a:xfrm>
              <a:off x="6211888" y="4241800"/>
              <a:ext cx="3571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0" name="Rectangle 126"/>
            <p:cNvSpPr>
              <a:spLocks noChangeArrowheads="1"/>
            </p:cNvSpPr>
            <p:nvPr/>
          </p:nvSpPr>
          <p:spPr bwMode="auto">
            <a:xfrm>
              <a:off x="6569075"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91" name="Line 127"/>
            <p:cNvSpPr>
              <a:spLocks noChangeShapeType="1"/>
            </p:cNvSpPr>
            <p:nvPr/>
          </p:nvSpPr>
          <p:spPr bwMode="auto">
            <a:xfrm>
              <a:off x="6569075"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2" name="Line 128"/>
            <p:cNvSpPr>
              <a:spLocks noChangeShapeType="1"/>
            </p:cNvSpPr>
            <p:nvPr/>
          </p:nvSpPr>
          <p:spPr bwMode="auto">
            <a:xfrm>
              <a:off x="6569075" y="4241800"/>
              <a:ext cx="1588"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3" name="Rectangle 129"/>
            <p:cNvSpPr>
              <a:spLocks noChangeArrowheads="1"/>
            </p:cNvSpPr>
            <p:nvPr/>
          </p:nvSpPr>
          <p:spPr bwMode="auto">
            <a:xfrm>
              <a:off x="6578600" y="4241800"/>
              <a:ext cx="366713"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94" name="Line 130"/>
            <p:cNvSpPr>
              <a:spLocks noChangeShapeType="1"/>
            </p:cNvSpPr>
            <p:nvPr/>
          </p:nvSpPr>
          <p:spPr bwMode="auto">
            <a:xfrm>
              <a:off x="6578600" y="4241800"/>
              <a:ext cx="3667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5" name="Rectangle 131"/>
            <p:cNvSpPr>
              <a:spLocks noChangeArrowheads="1"/>
            </p:cNvSpPr>
            <p:nvPr/>
          </p:nvSpPr>
          <p:spPr bwMode="auto">
            <a:xfrm>
              <a:off x="6945313"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96" name="Line 132"/>
            <p:cNvSpPr>
              <a:spLocks noChangeShapeType="1"/>
            </p:cNvSpPr>
            <p:nvPr/>
          </p:nvSpPr>
          <p:spPr bwMode="auto">
            <a:xfrm>
              <a:off x="6945313"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7" name="Line 133"/>
            <p:cNvSpPr>
              <a:spLocks noChangeShapeType="1"/>
            </p:cNvSpPr>
            <p:nvPr/>
          </p:nvSpPr>
          <p:spPr bwMode="auto">
            <a:xfrm>
              <a:off x="6945313"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8" name="Rectangle 134"/>
            <p:cNvSpPr>
              <a:spLocks noChangeArrowheads="1"/>
            </p:cNvSpPr>
            <p:nvPr/>
          </p:nvSpPr>
          <p:spPr bwMode="auto">
            <a:xfrm>
              <a:off x="6954838" y="4241800"/>
              <a:ext cx="355600"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599" name="Line 135"/>
            <p:cNvSpPr>
              <a:spLocks noChangeShapeType="1"/>
            </p:cNvSpPr>
            <p:nvPr/>
          </p:nvSpPr>
          <p:spPr bwMode="auto">
            <a:xfrm>
              <a:off x="6954838" y="4241800"/>
              <a:ext cx="3556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0" name="Rectangle 136"/>
            <p:cNvSpPr>
              <a:spLocks noChangeArrowheads="1"/>
            </p:cNvSpPr>
            <p:nvPr/>
          </p:nvSpPr>
          <p:spPr bwMode="auto">
            <a:xfrm>
              <a:off x="7310438"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01" name="Line 137"/>
            <p:cNvSpPr>
              <a:spLocks noChangeShapeType="1"/>
            </p:cNvSpPr>
            <p:nvPr/>
          </p:nvSpPr>
          <p:spPr bwMode="auto">
            <a:xfrm>
              <a:off x="7310438"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2" name="Line 138"/>
            <p:cNvSpPr>
              <a:spLocks noChangeShapeType="1"/>
            </p:cNvSpPr>
            <p:nvPr/>
          </p:nvSpPr>
          <p:spPr bwMode="auto">
            <a:xfrm>
              <a:off x="7310438"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3" name="Rectangle 139"/>
            <p:cNvSpPr>
              <a:spLocks noChangeArrowheads="1"/>
            </p:cNvSpPr>
            <p:nvPr/>
          </p:nvSpPr>
          <p:spPr bwMode="auto">
            <a:xfrm>
              <a:off x="7319963" y="4241800"/>
              <a:ext cx="366712"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04" name="Line 140"/>
            <p:cNvSpPr>
              <a:spLocks noChangeShapeType="1"/>
            </p:cNvSpPr>
            <p:nvPr/>
          </p:nvSpPr>
          <p:spPr bwMode="auto">
            <a:xfrm>
              <a:off x="7319963" y="4241800"/>
              <a:ext cx="3667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5" name="Rectangle 141"/>
            <p:cNvSpPr>
              <a:spLocks noChangeArrowheads="1"/>
            </p:cNvSpPr>
            <p:nvPr/>
          </p:nvSpPr>
          <p:spPr bwMode="auto">
            <a:xfrm>
              <a:off x="7686675"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06" name="Line 142"/>
            <p:cNvSpPr>
              <a:spLocks noChangeShapeType="1"/>
            </p:cNvSpPr>
            <p:nvPr/>
          </p:nvSpPr>
          <p:spPr bwMode="auto">
            <a:xfrm>
              <a:off x="7686675"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7" name="Line 143"/>
            <p:cNvSpPr>
              <a:spLocks noChangeShapeType="1"/>
            </p:cNvSpPr>
            <p:nvPr/>
          </p:nvSpPr>
          <p:spPr bwMode="auto">
            <a:xfrm>
              <a:off x="7686675" y="4241800"/>
              <a:ext cx="1588"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8" name="Rectangle 144"/>
            <p:cNvSpPr>
              <a:spLocks noChangeArrowheads="1"/>
            </p:cNvSpPr>
            <p:nvPr/>
          </p:nvSpPr>
          <p:spPr bwMode="auto">
            <a:xfrm>
              <a:off x="7696200" y="4241800"/>
              <a:ext cx="357188"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09" name="Line 145"/>
            <p:cNvSpPr>
              <a:spLocks noChangeShapeType="1"/>
            </p:cNvSpPr>
            <p:nvPr/>
          </p:nvSpPr>
          <p:spPr bwMode="auto">
            <a:xfrm>
              <a:off x="7696200" y="4241800"/>
              <a:ext cx="3571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0" name="Rectangle 146"/>
            <p:cNvSpPr>
              <a:spLocks noChangeArrowheads="1"/>
            </p:cNvSpPr>
            <p:nvPr/>
          </p:nvSpPr>
          <p:spPr bwMode="auto">
            <a:xfrm>
              <a:off x="8053388"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11" name="Line 147"/>
            <p:cNvSpPr>
              <a:spLocks noChangeShapeType="1"/>
            </p:cNvSpPr>
            <p:nvPr/>
          </p:nvSpPr>
          <p:spPr bwMode="auto">
            <a:xfrm>
              <a:off x="8053388"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2" name="Line 148"/>
            <p:cNvSpPr>
              <a:spLocks noChangeShapeType="1"/>
            </p:cNvSpPr>
            <p:nvPr/>
          </p:nvSpPr>
          <p:spPr bwMode="auto">
            <a:xfrm>
              <a:off x="8053388"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3" name="Rectangle 149"/>
            <p:cNvSpPr>
              <a:spLocks noChangeArrowheads="1"/>
            </p:cNvSpPr>
            <p:nvPr/>
          </p:nvSpPr>
          <p:spPr bwMode="auto">
            <a:xfrm>
              <a:off x="8062913" y="4241800"/>
              <a:ext cx="3651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14" name="Line 150"/>
            <p:cNvSpPr>
              <a:spLocks noChangeShapeType="1"/>
            </p:cNvSpPr>
            <p:nvPr/>
          </p:nvSpPr>
          <p:spPr bwMode="auto">
            <a:xfrm>
              <a:off x="8062913" y="4241800"/>
              <a:ext cx="3651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5" name="Rectangle 151"/>
            <p:cNvSpPr>
              <a:spLocks noChangeArrowheads="1"/>
            </p:cNvSpPr>
            <p:nvPr/>
          </p:nvSpPr>
          <p:spPr bwMode="auto">
            <a:xfrm>
              <a:off x="8428038" y="4241800"/>
              <a:ext cx="11112"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16" name="Line 152"/>
            <p:cNvSpPr>
              <a:spLocks noChangeShapeType="1"/>
            </p:cNvSpPr>
            <p:nvPr/>
          </p:nvSpPr>
          <p:spPr bwMode="auto">
            <a:xfrm>
              <a:off x="8428038" y="4241800"/>
              <a:ext cx="11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7" name="Line 153"/>
            <p:cNvSpPr>
              <a:spLocks noChangeShapeType="1"/>
            </p:cNvSpPr>
            <p:nvPr/>
          </p:nvSpPr>
          <p:spPr bwMode="auto">
            <a:xfrm>
              <a:off x="8428038"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8" name="Rectangle 154"/>
            <p:cNvSpPr>
              <a:spLocks noChangeArrowheads="1"/>
            </p:cNvSpPr>
            <p:nvPr/>
          </p:nvSpPr>
          <p:spPr bwMode="auto">
            <a:xfrm>
              <a:off x="8439150" y="4241800"/>
              <a:ext cx="355600"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19" name="Line 155"/>
            <p:cNvSpPr>
              <a:spLocks noChangeShapeType="1"/>
            </p:cNvSpPr>
            <p:nvPr/>
          </p:nvSpPr>
          <p:spPr bwMode="auto">
            <a:xfrm>
              <a:off x="8439150" y="4241800"/>
              <a:ext cx="3556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0" name="Rectangle 156"/>
            <p:cNvSpPr>
              <a:spLocks noChangeArrowheads="1"/>
            </p:cNvSpPr>
            <p:nvPr/>
          </p:nvSpPr>
          <p:spPr bwMode="auto">
            <a:xfrm>
              <a:off x="8794750"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21" name="Line 157"/>
            <p:cNvSpPr>
              <a:spLocks noChangeShapeType="1"/>
            </p:cNvSpPr>
            <p:nvPr/>
          </p:nvSpPr>
          <p:spPr bwMode="auto">
            <a:xfrm>
              <a:off x="8794750"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2" name="Line 158"/>
            <p:cNvSpPr>
              <a:spLocks noChangeShapeType="1"/>
            </p:cNvSpPr>
            <p:nvPr/>
          </p:nvSpPr>
          <p:spPr bwMode="auto">
            <a:xfrm>
              <a:off x="8794750" y="4241800"/>
              <a:ext cx="1588"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3" name="Rectangle 159"/>
            <p:cNvSpPr>
              <a:spLocks noChangeArrowheads="1"/>
            </p:cNvSpPr>
            <p:nvPr/>
          </p:nvSpPr>
          <p:spPr bwMode="auto">
            <a:xfrm>
              <a:off x="8804275" y="4241800"/>
              <a:ext cx="366713"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24" name="Line 160"/>
            <p:cNvSpPr>
              <a:spLocks noChangeShapeType="1"/>
            </p:cNvSpPr>
            <p:nvPr/>
          </p:nvSpPr>
          <p:spPr bwMode="auto">
            <a:xfrm>
              <a:off x="8804275" y="4241800"/>
              <a:ext cx="3667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5" name="Rectangle 161"/>
            <p:cNvSpPr>
              <a:spLocks noChangeArrowheads="1"/>
            </p:cNvSpPr>
            <p:nvPr/>
          </p:nvSpPr>
          <p:spPr bwMode="auto">
            <a:xfrm>
              <a:off x="9170988"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26" name="Line 162"/>
            <p:cNvSpPr>
              <a:spLocks noChangeShapeType="1"/>
            </p:cNvSpPr>
            <p:nvPr/>
          </p:nvSpPr>
          <p:spPr bwMode="auto">
            <a:xfrm>
              <a:off x="9170988"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7" name="Line 163"/>
            <p:cNvSpPr>
              <a:spLocks noChangeShapeType="1"/>
            </p:cNvSpPr>
            <p:nvPr/>
          </p:nvSpPr>
          <p:spPr bwMode="auto">
            <a:xfrm>
              <a:off x="9170988"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8" name="Rectangle 164"/>
            <p:cNvSpPr>
              <a:spLocks noChangeArrowheads="1"/>
            </p:cNvSpPr>
            <p:nvPr/>
          </p:nvSpPr>
          <p:spPr bwMode="auto">
            <a:xfrm>
              <a:off x="9170988" y="4241800"/>
              <a:ext cx="9525"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29" name="Line 165"/>
            <p:cNvSpPr>
              <a:spLocks noChangeShapeType="1"/>
            </p:cNvSpPr>
            <p:nvPr/>
          </p:nvSpPr>
          <p:spPr bwMode="auto">
            <a:xfrm>
              <a:off x="9170988" y="42418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0" name="Line 166"/>
            <p:cNvSpPr>
              <a:spLocks noChangeShapeType="1"/>
            </p:cNvSpPr>
            <p:nvPr/>
          </p:nvSpPr>
          <p:spPr bwMode="auto">
            <a:xfrm>
              <a:off x="9170988" y="4241800"/>
              <a:ext cx="1587" cy="111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1" name="Rectangle 167"/>
            <p:cNvSpPr>
              <a:spLocks noChangeArrowheads="1"/>
            </p:cNvSpPr>
            <p:nvPr/>
          </p:nvSpPr>
          <p:spPr bwMode="auto">
            <a:xfrm>
              <a:off x="990600"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32" name="Line 168"/>
            <p:cNvSpPr>
              <a:spLocks noChangeShapeType="1"/>
            </p:cNvSpPr>
            <p:nvPr/>
          </p:nvSpPr>
          <p:spPr bwMode="auto">
            <a:xfrm>
              <a:off x="990600" y="4252913"/>
              <a:ext cx="1588"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3" name="Rectangle 169"/>
            <p:cNvSpPr>
              <a:spLocks noChangeArrowheads="1"/>
            </p:cNvSpPr>
            <p:nvPr/>
          </p:nvSpPr>
          <p:spPr bwMode="auto">
            <a:xfrm>
              <a:off x="1751013"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34" name="Line 170"/>
            <p:cNvSpPr>
              <a:spLocks noChangeShapeType="1"/>
            </p:cNvSpPr>
            <p:nvPr/>
          </p:nvSpPr>
          <p:spPr bwMode="auto">
            <a:xfrm>
              <a:off x="1751013"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5" name="Rectangle 171"/>
            <p:cNvSpPr>
              <a:spLocks noChangeArrowheads="1"/>
            </p:cNvSpPr>
            <p:nvPr/>
          </p:nvSpPr>
          <p:spPr bwMode="auto">
            <a:xfrm>
              <a:off x="2117725"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36" name="Line 172"/>
            <p:cNvSpPr>
              <a:spLocks noChangeShapeType="1"/>
            </p:cNvSpPr>
            <p:nvPr/>
          </p:nvSpPr>
          <p:spPr bwMode="auto">
            <a:xfrm>
              <a:off x="2117725" y="4252913"/>
              <a:ext cx="1588"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7" name="Rectangle 173"/>
            <p:cNvSpPr>
              <a:spLocks noChangeArrowheads="1"/>
            </p:cNvSpPr>
            <p:nvPr/>
          </p:nvSpPr>
          <p:spPr bwMode="auto">
            <a:xfrm>
              <a:off x="2493963"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38" name="Line 174"/>
            <p:cNvSpPr>
              <a:spLocks noChangeShapeType="1"/>
            </p:cNvSpPr>
            <p:nvPr/>
          </p:nvSpPr>
          <p:spPr bwMode="auto">
            <a:xfrm>
              <a:off x="2493963"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9" name="Rectangle 175"/>
            <p:cNvSpPr>
              <a:spLocks noChangeArrowheads="1"/>
            </p:cNvSpPr>
            <p:nvPr/>
          </p:nvSpPr>
          <p:spPr bwMode="auto">
            <a:xfrm>
              <a:off x="2859088"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40" name="Line 176"/>
            <p:cNvSpPr>
              <a:spLocks noChangeShapeType="1"/>
            </p:cNvSpPr>
            <p:nvPr/>
          </p:nvSpPr>
          <p:spPr bwMode="auto">
            <a:xfrm>
              <a:off x="2859088"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1" name="Rectangle 177"/>
            <p:cNvSpPr>
              <a:spLocks noChangeArrowheads="1"/>
            </p:cNvSpPr>
            <p:nvPr/>
          </p:nvSpPr>
          <p:spPr bwMode="auto">
            <a:xfrm>
              <a:off x="3235325"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42" name="Line 178"/>
            <p:cNvSpPr>
              <a:spLocks noChangeShapeType="1"/>
            </p:cNvSpPr>
            <p:nvPr/>
          </p:nvSpPr>
          <p:spPr bwMode="auto">
            <a:xfrm>
              <a:off x="3235325" y="4252913"/>
              <a:ext cx="1588"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3" name="Rectangle 179"/>
            <p:cNvSpPr>
              <a:spLocks noChangeArrowheads="1"/>
            </p:cNvSpPr>
            <p:nvPr/>
          </p:nvSpPr>
          <p:spPr bwMode="auto">
            <a:xfrm>
              <a:off x="3602038"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44" name="Line 180"/>
            <p:cNvSpPr>
              <a:spLocks noChangeShapeType="1"/>
            </p:cNvSpPr>
            <p:nvPr/>
          </p:nvSpPr>
          <p:spPr bwMode="auto">
            <a:xfrm>
              <a:off x="3602038"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5" name="Rectangle 181"/>
            <p:cNvSpPr>
              <a:spLocks noChangeArrowheads="1"/>
            </p:cNvSpPr>
            <p:nvPr/>
          </p:nvSpPr>
          <p:spPr bwMode="auto">
            <a:xfrm>
              <a:off x="3976688"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46" name="Line 182"/>
            <p:cNvSpPr>
              <a:spLocks noChangeShapeType="1"/>
            </p:cNvSpPr>
            <p:nvPr/>
          </p:nvSpPr>
          <p:spPr bwMode="auto">
            <a:xfrm>
              <a:off x="3976688"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7" name="Rectangle 183"/>
            <p:cNvSpPr>
              <a:spLocks noChangeArrowheads="1"/>
            </p:cNvSpPr>
            <p:nvPr/>
          </p:nvSpPr>
          <p:spPr bwMode="auto">
            <a:xfrm>
              <a:off x="4343400"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48" name="Line 184"/>
            <p:cNvSpPr>
              <a:spLocks noChangeShapeType="1"/>
            </p:cNvSpPr>
            <p:nvPr/>
          </p:nvSpPr>
          <p:spPr bwMode="auto">
            <a:xfrm>
              <a:off x="4343400" y="4252913"/>
              <a:ext cx="1588"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9" name="Rectangle 185"/>
            <p:cNvSpPr>
              <a:spLocks noChangeArrowheads="1"/>
            </p:cNvSpPr>
            <p:nvPr/>
          </p:nvSpPr>
          <p:spPr bwMode="auto">
            <a:xfrm>
              <a:off x="4719638"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50" name="Line 186"/>
            <p:cNvSpPr>
              <a:spLocks noChangeShapeType="1"/>
            </p:cNvSpPr>
            <p:nvPr/>
          </p:nvSpPr>
          <p:spPr bwMode="auto">
            <a:xfrm>
              <a:off x="4719638"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51" name="Rectangle 187"/>
            <p:cNvSpPr>
              <a:spLocks noChangeArrowheads="1"/>
            </p:cNvSpPr>
            <p:nvPr/>
          </p:nvSpPr>
          <p:spPr bwMode="auto">
            <a:xfrm>
              <a:off x="5084763"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52" name="Line 188"/>
            <p:cNvSpPr>
              <a:spLocks noChangeShapeType="1"/>
            </p:cNvSpPr>
            <p:nvPr/>
          </p:nvSpPr>
          <p:spPr bwMode="auto">
            <a:xfrm>
              <a:off x="5084763"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53" name="Rectangle 189"/>
            <p:cNvSpPr>
              <a:spLocks noChangeArrowheads="1"/>
            </p:cNvSpPr>
            <p:nvPr/>
          </p:nvSpPr>
          <p:spPr bwMode="auto">
            <a:xfrm>
              <a:off x="5461000"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54" name="Line 190"/>
            <p:cNvSpPr>
              <a:spLocks noChangeShapeType="1"/>
            </p:cNvSpPr>
            <p:nvPr/>
          </p:nvSpPr>
          <p:spPr bwMode="auto">
            <a:xfrm>
              <a:off x="5461000" y="4252913"/>
              <a:ext cx="1588"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55" name="Rectangle 191"/>
            <p:cNvSpPr>
              <a:spLocks noChangeArrowheads="1"/>
            </p:cNvSpPr>
            <p:nvPr/>
          </p:nvSpPr>
          <p:spPr bwMode="auto">
            <a:xfrm>
              <a:off x="5827713"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56" name="Line 192"/>
            <p:cNvSpPr>
              <a:spLocks noChangeShapeType="1"/>
            </p:cNvSpPr>
            <p:nvPr/>
          </p:nvSpPr>
          <p:spPr bwMode="auto">
            <a:xfrm>
              <a:off x="5827713"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57" name="Rectangle 193"/>
            <p:cNvSpPr>
              <a:spLocks noChangeArrowheads="1"/>
            </p:cNvSpPr>
            <p:nvPr/>
          </p:nvSpPr>
          <p:spPr bwMode="auto">
            <a:xfrm>
              <a:off x="6202363"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58" name="Line 194"/>
            <p:cNvSpPr>
              <a:spLocks noChangeShapeType="1"/>
            </p:cNvSpPr>
            <p:nvPr/>
          </p:nvSpPr>
          <p:spPr bwMode="auto">
            <a:xfrm>
              <a:off x="6202363"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59" name="Rectangle 195"/>
            <p:cNvSpPr>
              <a:spLocks noChangeArrowheads="1"/>
            </p:cNvSpPr>
            <p:nvPr/>
          </p:nvSpPr>
          <p:spPr bwMode="auto">
            <a:xfrm>
              <a:off x="6569075"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60" name="Line 196"/>
            <p:cNvSpPr>
              <a:spLocks noChangeShapeType="1"/>
            </p:cNvSpPr>
            <p:nvPr/>
          </p:nvSpPr>
          <p:spPr bwMode="auto">
            <a:xfrm>
              <a:off x="6569075" y="4252913"/>
              <a:ext cx="1588"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1" name="Rectangle 197"/>
            <p:cNvSpPr>
              <a:spLocks noChangeArrowheads="1"/>
            </p:cNvSpPr>
            <p:nvPr/>
          </p:nvSpPr>
          <p:spPr bwMode="auto">
            <a:xfrm>
              <a:off x="6945313"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62" name="Line 198"/>
            <p:cNvSpPr>
              <a:spLocks noChangeShapeType="1"/>
            </p:cNvSpPr>
            <p:nvPr/>
          </p:nvSpPr>
          <p:spPr bwMode="auto">
            <a:xfrm>
              <a:off x="6945313"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 name="Rectangle 199"/>
            <p:cNvSpPr>
              <a:spLocks noChangeArrowheads="1"/>
            </p:cNvSpPr>
            <p:nvPr/>
          </p:nvSpPr>
          <p:spPr bwMode="auto">
            <a:xfrm>
              <a:off x="7310438"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64" name="Line 200"/>
            <p:cNvSpPr>
              <a:spLocks noChangeShapeType="1"/>
            </p:cNvSpPr>
            <p:nvPr/>
          </p:nvSpPr>
          <p:spPr bwMode="auto">
            <a:xfrm>
              <a:off x="7310438" y="4252913"/>
              <a:ext cx="1587"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 name="Rectangle 201"/>
            <p:cNvSpPr>
              <a:spLocks noChangeArrowheads="1"/>
            </p:cNvSpPr>
            <p:nvPr/>
          </p:nvSpPr>
          <p:spPr bwMode="auto">
            <a:xfrm>
              <a:off x="7686675"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66" name="Line 202"/>
            <p:cNvSpPr>
              <a:spLocks noChangeShapeType="1"/>
            </p:cNvSpPr>
            <p:nvPr/>
          </p:nvSpPr>
          <p:spPr bwMode="auto">
            <a:xfrm>
              <a:off x="7686675" y="4252913"/>
              <a:ext cx="1588" cy="758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7" name="Rectangle 203"/>
            <p:cNvSpPr>
              <a:spLocks noChangeArrowheads="1"/>
            </p:cNvSpPr>
            <p:nvPr/>
          </p:nvSpPr>
          <p:spPr bwMode="auto">
            <a:xfrm>
              <a:off x="8053388" y="4252913"/>
              <a:ext cx="9525" cy="758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grpSp>
          <p:nvGrpSpPr>
            <p:cNvPr id="2668" name="Group 204"/>
            <p:cNvGrpSpPr>
              <a:grpSpLocks/>
            </p:cNvGrpSpPr>
            <p:nvPr/>
          </p:nvGrpSpPr>
          <p:grpSpPr bwMode="auto">
            <a:xfrm>
              <a:off x="990600" y="4252913"/>
              <a:ext cx="8189913" cy="1558925"/>
              <a:chOff x="132" y="2479"/>
              <a:chExt cx="5159" cy="982"/>
            </a:xfrm>
          </p:grpSpPr>
          <p:sp>
            <p:nvSpPr>
              <p:cNvPr id="2669" name="Line 205"/>
              <p:cNvSpPr>
                <a:spLocks noChangeShapeType="1"/>
              </p:cNvSpPr>
              <p:nvPr/>
            </p:nvSpPr>
            <p:spPr bwMode="auto">
              <a:xfrm>
                <a:off x="4581" y="2479"/>
                <a:ext cx="1" cy="4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 name="Rectangle 206"/>
              <p:cNvSpPr>
                <a:spLocks noChangeArrowheads="1"/>
              </p:cNvSpPr>
              <p:nvPr/>
            </p:nvSpPr>
            <p:spPr bwMode="auto">
              <a:xfrm>
                <a:off x="4817" y="2479"/>
                <a:ext cx="7" cy="4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71" name="Line 207"/>
              <p:cNvSpPr>
                <a:spLocks noChangeShapeType="1"/>
              </p:cNvSpPr>
              <p:nvPr/>
            </p:nvSpPr>
            <p:spPr bwMode="auto">
              <a:xfrm>
                <a:off x="4817" y="2479"/>
                <a:ext cx="1" cy="4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2" name="Rectangle 208"/>
              <p:cNvSpPr>
                <a:spLocks noChangeArrowheads="1"/>
              </p:cNvSpPr>
              <p:nvPr/>
            </p:nvSpPr>
            <p:spPr bwMode="auto">
              <a:xfrm>
                <a:off x="5048" y="2479"/>
                <a:ext cx="6" cy="4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73" name="Line 209"/>
              <p:cNvSpPr>
                <a:spLocks noChangeShapeType="1"/>
              </p:cNvSpPr>
              <p:nvPr/>
            </p:nvSpPr>
            <p:spPr bwMode="auto">
              <a:xfrm>
                <a:off x="5048" y="2479"/>
                <a:ext cx="1" cy="4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4" name="Rectangle 210"/>
              <p:cNvSpPr>
                <a:spLocks noChangeArrowheads="1"/>
              </p:cNvSpPr>
              <p:nvPr/>
            </p:nvSpPr>
            <p:spPr bwMode="auto">
              <a:xfrm>
                <a:off x="5285" y="2479"/>
                <a:ext cx="6" cy="4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675" name="Line 211"/>
              <p:cNvSpPr>
                <a:spLocks noChangeShapeType="1"/>
              </p:cNvSpPr>
              <p:nvPr/>
            </p:nvSpPr>
            <p:spPr bwMode="auto">
              <a:xfrm>
                <a:off x="5285" y="2479"/>
                <a:ext cx="1" cy="4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6" name="Rectangle 212"/>
              <p:cNvSpPr>
                <a:spLocks noChangeArrowheads="1"/>
              </p:cNvSpPr>
              <p:nvPr/>
            </p:nvSpPr>
            <p:spPr bwMode="auto">
              <a:xfrm>
                <a:off x="660"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7</a:t>
                </a:r>
                <a:endParaRPr lang="en-US" altLang="zh-CN" u="sng"/>
              </a:p>
            </p:txBody>
          </p:sp>
          <p:sp>
            <p:nvSpPr>
              <p:cNvPr id="2677" name="Rectangle 213"/>
              <p:cNvSpPr>
                <a:spLocks noChangeArrowheads="1"/>
              </p:cNvSpPr>
              <p:nvPr/>
            </p:nvSpPr>
            <p:spPr bwMode="auto">
              <a:xfrm>
                <a:off x="751"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78" name="Rectangle 214"/>
              <p:cNvSpPr>
                <a:spLocks noChangeArrowheads="1"/>
              </p:cNvSpPr>
              <p:nvPr/>
            </p:nvSpPr>
            <p:spPr bwMode="auto">
              <a:xfrm>
                <a:off x="891"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7</a:t>
                </a:r>
                <a:endParaRPr lang="en-US" altLang="zh-CN" u="sng"/>
              </a:p>
            </p:txBody>
          </p:sp>
          <p:sp>
            <p:nvSpPr>
              <p:cNvPr id="2679" name="Rectangle 215"/>
              <p:cNvSpPr>
                <a:spLocks noChangeArrowheads="1"/>
              </p:cNvSpPr>
              <p:nvPr/>
            </p:nvSpPr>
            <p:spPr bwMode="auto">
              <a:xfrm>
                <a:off x="982"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80" name="Rectangle 216"/>
              <p:cNvSpPr>
                <a:spLocks noChangeArrowheads="1"/>
              </p:cNvSpPr>
              <p:nvPr/>
            </p:nvSpPr>
            <p:spPr bwMode="auto">
              <a:xfrm>
                <a:off x="1127"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7</a:t>
                </a:r>
                <a:endParaRPr lang="en-US" altLang="zh-CN" u="sng"/>
              </a:p>
            </p:txBody>
          </p:sp>
          <p:sp>
            <p:nvSpPr>
              <p:cNvPr id="2681" name="Rectangle 217"/>
              <p:cNvSpPr>
                <a:spLocks noChangeArrowheads="1"/>
              </p:cNvSpPr>
              <p:nvPr/>
            </p:nvSpPr>
            <p:spPr bwMode="auto">
              <a:xfrm>
                <a:off x="1218"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82" name="Rectangle 218"/>
              <p:cNvSpPr>
                <a:spLocks noChangeArrowheads="1"/>
              </p:cNvSpPr>
              <p:nvPr/>
            </p:nvSpPr>
            <p:spPr bwMode="auto">
              <a:xfrm>
                <a:off x="1358"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2</a:t>
                </a:r>
              </a:p>
            </p:txBody>
          </p:sp>
          <p:sp>
            <p:nvSpPr>
              <p:cNvPr id="2683" name="Rectangle 219"/>
              <p:cNvSpPr>
                <a:spLocks noChangeArrowheads="1"/>
              </p:cNvSpPr>
              <p:nvPr/>
            </p:nvSpPr>
            <p:spPr bwMode="auto">
              <a:xfrm>
                <a:off x="1449"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84" name="Rectangle 220"/>
              <p:cNvSpPr>
                <a:spLocks noChangeArrowheads="1"/>
              </p:cNvSpPr>
              <p:nvPr/>
            </p:nvSpPr>
            <p:spPr bwMode="auto">
              <a:xfrm>
                <a:off x="1595"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85" name="Rectangle 221"/>
              <p:cNvSpPr>
                <a:spLocks noChangeArrowheads="1"/>
              </p:cNvSpPr>
              <p:nvPr/>
            </p:nvSpPr>
            <p:spPr bwMode="auto">
              <a:xfrm>
                <a:off x="1831"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2686" name="Rectangle 222"/>
              <p:cNvSpPr>
                <a:spLocks noChangeArrowheads="1"/>
              </p:cNvSpPr>
              <p:nvPr/>
            </p:nvSpPr>
            <p:spPr bwMode="auto">
              <a:xfrm>
                <a:off x="1922"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87" name="Rectangle 223"/>
              <p:cNvSpPr>
                <a:spLocks noChangeArrowheads="1"/>
              </p:cNvSpPr>
              <p:nvPr/>
            </p:nvSpPr>
            <p:spPr bwMode="auto">
              <a:xfrm>
                <a:off x="2062"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2688" name="Rectangle 224"/>
              <p:cNvSpPr>
                <a:spLocks noChangeArrowheads="1"/>
              </p:cNvSpPr>
              <p:nvPr/>
            </p:nvSpPr>
            <p:spPr bwMode="auto">
              <a:xfrm>
                <a:off x="2153"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89" name="Rectangle 225"/>
              <p:cNvSpPr>
                <a:spLocks noChangeArrowheads="1"/>
              </p:cNvSpPr>
              <p:nvPr/>
            </p:nvSpPr>
            <p:spPr bwMode="auto">
              <a:xfrm>
                <a:off x="2299"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4</a:t>
                </a:r>
              </a:p>
            </p:txBody>
          </p:sp>
          <p:sp>
            <p:nvSpPr>
              <p:cNvPr id="2690" name="Rectangle 226"/>
              <p:cNvSpPr>
                <a:spLocks noChangeArrowheads="1"/>
              </p:cNvSpPr>
              <p:nvPr/>
            </p:nvSpPr>
            <p:spPr bwMode="auto">
              <a:xfrm>
                <a:off x="2390"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91" name="Rectangle 227"/>
              <p:cNvSpPr>
                <a:spLocks noChangeArrowheads="1"/>
              </p:cNvSpPr>
              <p:nvPr/>
            </p:nvSpPr>
            <p:spPr bwMode="auto">
              <a:xfrm>
                <a:off x="2529"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4</a:t>
                </a:r>
                <a:endParaRPr lang="en-US" altLang="zh-CN" u="sng"/>
              </a:p>
            </p:txBody>
          </p:sp>
          <p:sp>
            <p:nvSpPr>
              <p:cNvPr id="2692" name="Rectangle 228"/>
              <p:cNvSpPr>
                <a:spLocks noChangeArrowheads="1"/>
              </p:cNvSpPr>
              <p:nvPr/>
            </p:nvSpPr>
            <p:spPr bwMode="auto">
              <a:xfrm>
                <a:off x="2620"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93" name="Rectangle 229"/>
              <p:cNvSpPr>
                <a:spLocks noChangeArrowheads="1"/>
              </p:cNvSpPr>
              <p:nvPr/>
            </p:nvSpPr>
            <p:spPr bwMode="auto">
              <a:xfrm>
                <a:off x="2766"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4</a:t>
                </a:r>
                <a:endParaRPr lang="en-US" altLang="zh-CN" u="sng"/>
              </a:p>
            </p:txBody>
          </p:sp>
          <p:sp>
            <p:nvSpPr>
              <p:cNvPr id="2694" name="Rectangle 230"/>
              <p:cNvSpPr>
                <a:spLocks noChangeArrowheads="1"/>
              </p:cNvSpPr>
              <p:nvPr/>
            </p:nvSpPr>
            <p:spPr bwMode="auto">
              <a:xfrm>
                <a:off x="2857"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95" name="Rectangle 231"/>
              <p:cNvSpPr>
                <a:spLocks noChangeArrowheads="1"/>
              </p:cNvSpPr>
              <p:nvPr/>
            </p:nvSpPr>
            <p:spPr bwMode="auto">
              <a:xfrm>
                <a:off x="2997"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0</a:t>
                </a:r>
              </a:p>
            </p:txBody>
          </p:sp>
          <p:sp>
            <p:nvSpPr>
              <p:cNvPr id="2696" name="Rectangle 232"/>
              <p:cNvSpPr>
                <a:spLocks noChangeArrowheads="1"/>
              </p:cNvSpPr>
              <p:nvPr/>
            </p:nvSpPr>
            <p:spPr bwMode="auto">
              <a:xfrm>
                <a:off x="3088"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97" name="Rectangle 233"/>
              <p:cNvSpPr>
                <a:spLocks noChangeArrowheads="1"/>
              </p:cNvSpPr>
              <p:nvPr/>
            </p:nvSpPr>
            <p:spPr bwMode="auto">
              <a:xfrm>
                <a:off x="3233"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98" name="Rectangle 234"/>
              <p:cNvSpPr>
                <a:spLocks noChangeArrowheads="1"/>
              </p:cNvSpPr>
              <p:nvPr/>
            </p:nvSpPr>
            <p:spPr bwMode="auto">
              <a:xfrm>
                <a:off x="3464"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699" name="Rectangle 235"/>
              <p:cNvSpPr>
                <a:spLocks noChangeArrowheads="1"/>
              </p:cNvSpPr>
              <p:nvPr/>
            </p:nvSpPr>
            <p:spPr bwMode="auto">
              <a:xfrm>
                <a:off x="3701"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700" name="Rectangle 236"/>
              <p:cNvSpPr>
                <a:spLocks noChangeArrowheads="1"/>
              </p:cNvSpPr>
              <p:nvPr/>
            </p:nvSpPr>
            <p:spPr bwMode="auto">
              <a:xfrm>
                <a:off x="3792"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701" name="Rectangle 237"/>
              <p:cNvSpPr>
                <a:spLocks noChangeArrowheads="1"/>
              </p:cNvSpPr>
              <p:nvPr/>
            </p:nvSpPr>
            <p:spPr bwMode="auto">
              <a:xfrm>
                <a:off x="3931"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702" name="Rectangle 238"/>
              <p:cNvSpPr>
                <a:spLocks noChangeArrowheads="1"/>
              </p:cNvSpPr>
              <p:nvPr/>
            </p:nvSpPr>
            <p:spPr bwMode="auto">
              <a:xfrm>
                <a:off x="4022"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703" name="Rectangle 239"/>
              <p:cNvSpPr>
                <a:spLocks noChangeArrowheads="1"/>
              </p:cNvSpPr>
              <p:nvPr/>
            </p:nvSpPr>
            <p:spPr bwMode="auto">
              <a:xfrm>
                <a:off x="4168"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704" name="Rectangle 240"/>
              <p:cNvSpPr>
                <a:spLocks noChangeArrowheads="1"/>
              </p:cNvSpPr>
              <p:nvPr/>
            </p:nvSpPr>
            <p:spPr bwMode="auto">
              <a:xfrm>
                <a:off x="4399"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705" name="Rectangle 241"/>
              <p:cNvSpPr>
                <a:spLocks noChangeArrowheads="1"/>
              </p:cNvSpPr>
              <p:nvPr/>
            </p:nvSpPr>
            <p:spPr bwMode="auto">
              <a:xfrm>
                <a:off x="4635"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7</a:t>
                </a:r>
              </a:p>
            </p:txBody>
          </p:sp>
          <p:sp>
            <p:nvSpPr>
              <p:cNvPr id="2706" name="Rectangle 242"/>
              <p:cNvSpPr>
                <a:spLocks noChangeArrowheads="1"/>
              </p:cNvSpPr>
              <p:nvPr/>
            </p:nvSpPr>
            <p:spPr bwMode="auto">
              <a:xfrm>
                <a:off x="4726"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707" name="Rectangle 243"/>
              <p:cNvSpPr>
                <a:spLocks noChangeArrowheads="1"/>
              </p:cNvSpPr>
              <p:nvPr/>
            </p:nvSpPr>
            <p:spPr bwMode="auto">
              <a:xfrm>
                <a:off x="4866"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7</a:t>
                </a:r>
                <a:endParaRPr lang="en-US" altLang="zh-CN" u="sng"/>
              </a:p>
            </p:txBody>
          </p:sp>
          <p:sp>
            <p:nvSpPr>
              <p:cNvPr id="2708" name="Rectangle 244"/>
              <p:cNvSpPr>
                <a:spLocks noChangeArrowheads="1"/>
              </p:cNvSpPr>
              <p:nvPr/>
            </p:nvSpPr>
            <p:spPr bwMode="auto">
              <a:xfrm>
                <a:off x="4957"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709" name="Rectangle 245"/>
              <p:cNvSpPr>
                <a:spLocks noChangeArrowheads="1"/>
              </p:cNvSpPr>
              <p:nvPr/>
            </p:nvSpPr>
            <p:spPr bwMode="auto">
              <a:xfrm>
                <a:off x="5103"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7</a:t>
                </a:r>
                <a:endParaRPr lang="en-US" altLang="zh-CN" u="sng"/>
              </a:p>
            </p:txBody>
          </p:sp>
          <p:sp>
            <p:nvSpPr>
              <p:cNvPr id="2710" name="Rectangle 246"/>
              <p:cNvSpPr>
                <a:spLocks noChangeArrowheads="1"/>
              </p:cNvSpPr>
              <p:nvPr/>
            </p:nvSpPr>
            <p:spPr bwMode="auto">
              <a:xfrm>
                <a:off x="5194" y="299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711" name="Rectangle 247"/>
              <p:cNvSpPr>
                <a:spLocks noChangeArrowheads="1"/>
              </p:cNvSpPr>
              <p:nvPr/>
            </p:nvSpPr>
            <p:spPr bwMode="auto">
              <a:xfrm>
                <a:off x="132"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12" name="Line 248"/>
              <p:cNvSpPr>
                <a:spLocks noChangeShapeType="1"/>
              </p:cNvSpPr>
              <p:nvPr/>
            </p:nvSpPr>
            <p:spPr bwMode="auto">
              <a:xfrm>
                <a:off x="132"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3" name="Line 249"/>
              <p:cNvSpPr>
                <a:spLocks noChangeShapeType="1"/>
              </p:cNvSpPr>
              <p:nvPr/>
            </p:nvSpPr>
            <p:spPr bwMode="auto">
              <a:xfrm>
                <a:off x="132"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4" name="Rectangle 250"/>
              <p:cNvSpPr>
                <a:spLocks noChangeArrowheads="1"/>
              </p:cNvSpPr>
              <p:nvPr/>
            </p:nvSpPr>
            <p:spPr bwMode="auto">
              <a:xfrm>
                <a:off x="138" y="2957"/>
                <a:ext cx="473"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15" name="Line 251"/>
              <p:cNvSpPr>
                <a:spLocks noChangeShapeType="1"/>
              </p:cNvSpPr>
              <p:nvPr/>
            </p:nvSpPr>
            <p:spPr bwMode="auto">
              <a:xfrm>
                <a:off x="138" y="2957"/>
                <a:ext cx="47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6" name="Rectangle 252"/>
              <p:cNvSpPr>
                <a:spLocks noChangeArrowheads="1"/>
              </p:cNvSpPr>
              <p:nvPr/>
            </p:nvSpPr>
            <p:spPr bwMode="auto">
              <a:xfrm>
                <a:off x="611"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17" name="Line 253"/>
              <p:cNvSpPr>
                <a:spLocks noChangeShapeType="1"/>
              </p:cNvSpPr>
              <p:nvPr/>
            </p:nvSpPr>
            <p:spPr bwMode="auto">
              <a:xfrm>
                <a:off x="611"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8" name="Line 254"/>
              <p:cNvSpPr>
                <a:spLocks noChangeShapeType="1"/>
              </p:cNvSpPr>
              <p:nvPr/>
            </p:nvSpPr>
            <p:spPr bwMode="auto">
              <a:xfrm>
                <a:off x="611"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9" name="Rectangle 255"/>
              <p:cNvSpPr>
                <a:spLocks noChangeArrowheads="1"/>
              </p:cNvSpPr>
              <p:nvPr/>
            </p:nvSpPr>
            <p:spPr bwMode="auto">
              <a:xfrm>
                <a:off x="617" y="2957"/>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20" name="Line 256"/>
              <p:cNvSpPr>
                <a:spLocks noChangeShapeType="1"/>
              </p:cNvSpPr>
              <p:nvPr/>
            </p:nvSpPr>
            <p:spPr bwMode="auto">
              <a:xfrm>
                <a:off x="617" y="2957"/>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1" name="Rectangle 257"/>
              <p:cNvSpPr>
                <a:spLocks noChangeArrowheads="1"/>
              </p:cNvSpPr>
              <p:nvPr/>
            </p:nvSpPr>
            <p:spPr bwMode="auto">
              <a:xfrm>
                <a:off x="842"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22" name="Line 258"/>
              <p:cNvSpPr>
                <a:spLocks noChangeShapeType="1"/>
              </p:cNvSpPr>
              <p:nvPr/>
            </p:nvSpPr>
            <p:spPr bwMode="auto">
              <a:xfrm>
                <a:off x="842"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3" name="Line 259"/>
              <p:cNvSpPr>
                <a:spLocks noChangeShapeType="1"/>
              </p:cNvSpPr>
              <p:nvPr/>
            </p:nvSpPr>
            <p:spPr bwMode="auto">
              <a:xfrm>
                <a:off x="842"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4" name="Rectangle 260"/>
              <p:cNvSpPr>
                <a:spLocks noChangeArrowheads="1"/>
              </p:cNvSpPr>
              <p:nvPr/>
            </p:nvSpPr>
            <p:spPr bwMode="auto">
              <a:xfrm>
                <a:off x="848" y="2957"/>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25" name="Line 261"/>
              <p:cNvSpPr>
                <a:spLocks noChangeShapeType="1"/>
              </p:cNvSpPr>
              <p:nvPr/>
            </p:nvSpPr>
            <p:spPr bwMode="auto">
              <a:xfrm>
                <a:off x="848" y="2957"/>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6" name="Rectangle 262"/>
              <p:cNvSpPr>
                <a:spLocks noChangeArrowheads="1"/>
              </p:cNvSpPr>
              <p:nvPr/>
            </p:nvSpPr>
            <p:spPr bwMode="auto">
              <a:xfrm>
                <a:off x="1079"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27" name="Line 263"/>
              <p:cNvSpPr>
                <a:spLocks noChangeShapeType="1"/>
              </p:cNvSpPr>
              <p:nvPr/>
            </p:nvSpPr>
            <p:spPr bwMode="auto">
              <a:xfrm>
                <a:off x="1079"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8" name="Line 264"/>
              <p:cNvSpPr>
                <a:spLocks noChangeShapeType="1"/>
              </p:cNvSpPr>
              <p:nvPr/>
            </p:nvSpPr>
            <p:spPr bwMode="auto">
              <a:xfrm>
                <a:off x="1079"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9" name="Rectangle 265"/>
              <p:cNvSpPr>
                <a:spLocks noChangeArrowheads="1"/>
              </p:cNvSpPr>
              <p:nvPr/>
            </p:nvSpPr>
            <p:spPr bwMode="auto">
              <a:xfrm>
                <a:off x="1085" y="2957"/>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30" name="Line 266"/>
              <p:cNvSpPr>
                <a:spLocks noChangeShapeType="1"/>
              </p:cNvSpPr>
              <p:nvPr/>
            </p:nvSpPr>
            <p:spPr bwMode="auto">
              <a:xfrm>
                <a:off x="1085" y="2957"/>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1" name="Rectangle 267"/>
              <p:cNvSpPr>
                <a:spLocks noChangeArrowheads="1"/>
              </p:cNvSpPr>
              <p:nvPr/>
            </p:nvSpPr>
            <p:spPr bwMode="auto">
              <a:xfrm>
                <a:off x="1309"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32" name="Line 268"/>
              <p:cNvSpPr>
                <a:spLocks noChangeShapeType="1"/>
              </p:cNvSpPr>
              <p:nvPr/>
            </p:nvSpPr>
            <p:spPr bwMode="auto">
              <a:xfrm>
                <a:off x="1309"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3" name="Line 269"/>
              <p:cNvSpPr>
                <a:spLocks noChangeShapeType="1"/>
              </p:cNvSpPr>
              <p:nvPr/>
            </p:nvSpPr>
            <p:spPr bwMode="auto">
              <a:xfrm>
                <a:off x="1309"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 name="Rectangle 270"/>
              <p:cNvSpPr>
                <a:spLocks noChangeArrowheads="1"/>
              </p:cNvSpPr>
              <p:nvPr/>
            </p:nvSpPr>
            <p:spPr bwMode="auto">
              <a:xfrm>
                <a:off x="1315" y="2957"/>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35" name="Line 271"/>
              <p:cNvSpPr>
                <a:spLocks noChangeShapeType="1"/>
              </p:cNvSpPr>
              <p:nvPr/>
            </p:nvSpPr>
            <p:spPr bwMode="auto">
              <a:xfrm>
                <a:off x="1315" y="2957"/>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6" name="Rectangle 272"/>
              <p:cNvSpPr>
                <a:spLocks noChangeArrowheads="1"/>
              </p:cNvSpPr>
              <p:nvPr/>
            </p:nvSpPr>
            <p:spPr bwMode="auto">
              <a:xfrm>
                <a:off x="1546"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37" name="Line 273"/>
              <p:cNvSpPr>
                <a:spLocks noChangeShapeType="1"/>
              </p:cNvSpPr>
              <p:nvPr/>
            </p:nvSpPr>
            <p:spPr bwMode="auto">
              <a:xfrm>
                <a:off x="1546"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8" name="Line 274"/>
              <p:cNvSpPr>
                <a:spLocks noChangeShapeType="1"/>
              </p:cNvSpPr>
              <p:nvPr/>
            </p:nvSpPr>
            <p:spPr bwMode="auto">
              <a:xfrm>
                <a:off x="1546"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9" name="Rectangle 275"/>
              <p:cNvSpPr>
                <a:spLocks noChangeArrowheads="1"/>
              </p:cNvSpPr>
              <p:nvPr/>
            </p:nvSpPr>
            <p:spPr bwMode="auto">
              <a:xfrm>
                <a:off x="1552" y="2957"/>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40" name="Line 276"/>
              <p:cNvSpPr>
                <a:spLocks noChangeShapeType="1"/>
              </p:cNvSpPr>
              <p:nvPr/>
            </p:nvSpPr>
            <p:spPr bwMode="auto">
              <a:xfrm>
                <a:off x="1552" y="2957"/>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1" name="Rectangle 277"/>
              <p:cNvSpPr>
                <a:spLocks noChangeArrowheads="1"/>
              </p:cNvSpPr>
              <p:nvPr/>
            </p:nvSpPr>
            <p:spPr bwMode="auto">
              <a:xfrm>
                <a:off x="1777"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42" name="Line 278"/>
              <p:cNvSpPr>
                <a:spLocks noChangeShapeType="1"/>
              </p:cNvSpPr>
              <p:nvPr/>
            </p:nvSpPr>
            <p:spPr bwMode="auto">
              <a:xfrm>
                <a:off x="1777"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3" name="Line 279"/>
              <p:cNvSpPr>
                <a:spLocks noChangeShapeType="1"/>
              </p:cNvSpPr>
              <p:nvPr/>
            </p:nvSpPr>
            <p:spPr bwMode="auto">
              <a:xfrm>
                <a:off x="1777"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4" name="Rectangle 280"/>
              <p:cNvSpPr>
                <a:spLocks noChangeArrowheads="1"/>
              </p:cNvSpPr>
              <p:nvPr/>
            </p:nvSpPr>
            <p:spPr bwMode="auto">
              <a:xfrm>
                <a:off x="1783" y="2957"/>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45" name="Line 281"/>
              <p:cNvSpPr>
                <a:spLocks noChangeShapeType="1"/>
              </p:cNvSpPr>
              <p:nvPr/>
            </p:nvSpPr>
            <p:spPr bwMode="auto">
              <a:xfrm>
                <a:off x="1783" y="2957"/>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6" name="Rectangle 282"/>
              <p:cNvSpPr>
                <a:spLocks noChangeArrowheads="1"/>
              </p:cNvSpPr>
              <p:nvPr/>
            </p:nvSpPr>
            <p:spPr bwMode="auto">
              <a:xfrm>
                <a:off x="2013"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47" name="Line 283"/>
              <p:cNvSpPr>
                <a:spLocks noChangeShapeType="1"/>
              </p:cNvSpPr>
              <p:nvPr/>
            </p:nvSpPr>
            <p:spPr bwMode="auto">
              <a:xfrm>
                <a:off x="2013"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8" name="Line 284"/>
              <p:cNvSpPr>
                <a:spLocks noChangeShapeType="1"/>
              </p:cNvSpPr>
              <p:nvPr/>
            </p:nvSpPr>
            <p:spPr bwMode="auto">
              <a:xfrm>
                <a:off x="2013"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9" name="Rectangle 285"/>
              <p:cNvSpPr>
                <a:spLocks noChangeArrowheads="1"/>
              </p:cNvSpPr>
              <p:nvPr/>
            </p:nvSpPr>
            <p:spPr bwMode="auto">
              <a:xfrm>
                <a:off x="2019" y="2957"/>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50" name="Line 286"/>
              <p:cNvSpPr>
                <a:spLocks noChangeShapeType="1"/>
              </p:cNvSpPr>
              <p:nvPr/>
            </p:nvSpPr>
            <p:spPr bwMode="auto">
              <a:xfrm>
                <a:off x="2019" y="2957"/>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1" name="Rectangle 287"/>
              <p:cNvSpPr>
                <a:spLocks noChangeArrowheads="1"/>
              </p:cNvSpPr>
              <p:nvPr/>
            </p:nvSpPr>
            <p:spPr bwMode="auto">
              <a:xfrm>
                <a:off x="2244"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52" name="Line 288"/>
              <p:cNvSpPr>
                <a:spLocks noChangeShapeType="1"/>
              </p:cNvSpPr>
              <p:nvPr/>
            </p:nvSpPr>
            <p:spPr bwMode="auto">
              <a:xfrm>
                <a:off x="2244"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3" name="Line 289"/>
              <p:cNvSpPr>
                <a:spLocks noChangeShapeType="1"/>
              </p:cNvSpPr>
              <p:nvPr/>
            </p:nvSpPr>
            <p:spPr bwMode="auto">
              <a:xfrm>
                <a:off x="2244"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4" name="Rectangle 290"/>
              <p:cNvSpPr>
                <a:spLocks noChangeArrowheads="1"/>
              </p:cNvSpPr>
              <p:nvPr/>
            </p:nvSpPr>
            <p:spPr bwMode="auto">
              <a:xfrm>
                <a:off x="2250" y="2957"/>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55" name="Line 291"/>
              <p:cNvSpPr>
                <a:spLocks noChangeShapeType="1"/>
              </p:cNvSpPr>
              <p:nvPr/>
            </p:nvSpPr>
            <p:spPr bwMode="auto">
              <a:xfrm>
                <a:off x="2250" y="2957"/>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6" name="Rectangle 292"/>
              <p:cNvSpPr>
                <a:spLocks noChangeArrowheads="1"/>
              </p:cNvSpPr>
              <p:nvPr/>
            </p:nvSpPr>
            <p:spPr bwMode="auto">
              <a:xfrm>
                <a:off x="2481"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57" name="Line 293"/>
              <p:cNvSpPr>
                <a:spLocks noChangeShapeType="1"/>
              </p:cNvSpPr>
              <p:nvPr/>
            </p:nvSpPr>
            <p:spPr bwMode="auto">
              <a:xfrm>
                <a:off x="2481"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8" name="Line 294"/>
              <p:cNvSpPr>
                <a:spLocks noChangeShapeType="1"/>
              </p:cNvSpPr>
              <p:nvPr/>
            </p:nvSpPr>
            <p:spPr bwMode="auto">
              <a:xfrm>
                <a:off x="2481"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9" name="Rectangle 295"/>
              <p:cNvSpPr>
                <a:spLocks noChangeArrowheads="1"/>
              </p:cNvSpPr>
              <p:nvPr/>
            </p:nvSpPr>
            <p:spPr bwMode="auto">
              <a:xfrm>
                <a:off x="2487" y="2957"/>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60" name="Line 296"/>
              <p:cNvSpPr>
                <a:spLocks noChangeShapeType="1"/>
              </p:cNvSpPr>
              <p:nvPr/>
            </p:nvSpPr>
            <p:spPr bwMode="auto">
              <a:xfrm>
                <a:off x="2487" y="2957"/>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1" name="Rectangle 297"/>
              <p:cNvSpPr>
                <a:spLocks noChangeArrowheads="1"/>
              </p:cNvSpPr>
              <p:nvPr/>
            </p:nvSpPr>
            <p:spPr bwMode="auto">
              <a:xfrm>
                <a:off x="2711"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62" name="Line 298"/>
              <p:cNvSpPr>
                <a:spLocks noChangeShapeType="1"/>
              </p:cNvSpPr>
              <p:nvPr/>
            </p:nvSpPr>
            <p:spPr bwMode="auto">
              <a:xfrm>
                <a:off x="2711"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3" name="Line 299"/>
              <p:cNvSpPr>
                <a:spLocks noChangeShapeType="1"/>
              </p:cNvSpPr>
              <p:nvPr/>
            </p:nvSpPr>
            <p:spPr bwMode="auto">
              <a:xfrm>
                <a:off x="2711"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4" name="Rectangle 300"/>
              <p:cNvSpPr>
                <a:spLocks noChangeArrowheads="1"/>
              </p:cNvSpPr>
              <p:nvPr/>
            </p:nvSpPr>
            <p:spPr bwMode="auto">
              <a:xfrm>
                <a:off x="2717" y="2957"/>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65" name="Line 301"/>
              <p:cNvSpPr>
                <a:spLocks noChangeShapeType="1"/>
              </p:cNvSpPr>
              <p:nvPr/>
            </p:nvSpPr>
            <p:spPr bwMode="auto">
              <a:xfrm>
                <a:off x="2717" y="2957"/>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 name="Rectangle 302"/>
              <p:cNvSpPr>
                <a:spLocks noChangeArrowheads="1"/>
              </p:cNvSpPr>
              <p:nvPr/>
            </p:nvSpPr>
            <p:spPr bwMode="auto">
              <a:xfrm>
                <a:off x="2948"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67" name="Line 303"/>
              <p:cNvSpPr>
                <a:spLocks noChangeShapeType="1"/>
              </p:cNvSpPr>
              <p:nvPr/>
            </p:nvSpPr>
            <p:spPr bwMode="auto">
              <a:xfrm>
                <a:off x="2948"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 name="Line 304"/>
              <p:cNvSpPr>
                <a:spLocks noChangeShapeType="1"/>
              </p:cNvSpPr>
              <p:nvPr/>
            </p:nvSpPr>
            <p:spPr bwMode="auto">
              <a:xfrm>
                <a:off x="2948"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 name="Rectangle 305"/>
              <p:cNvSpPr>
                <a:spLocks noChangeArrowheads="1"/>
              </p:cNvSpPr>
              <p:nvPr/>
            </p:nvSpPr>
            <p:spPr bwMode="auto">
              <a:xfrm>
                <a:off x="2954" y="2957"/>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70" name="Line 306"/>
              <p:cNvSpPr>
                <a:spLocks noChangeShapeType="1"/>
              </p:cNvSpPr>
              <p:nvPr/>
            </p:nvSpPr>
            <p:spPr bwMode="auto">
              <a:xfrm>
                <a:off x="2954" y="2957"/>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1" name="Rectangle 307"/>
              <p:cNvSpPr>
                <a:spLocks noChangeArrowheads="1"/>
              </p:cNvSpPr>
              <p:nvPr/>
            </p:nvSpPr>
            <p:spPr bwMode="auto">
              <a:xfrm>
                <a:off x="3179"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72" name="Line 308"/>
              <p:cNvSpPr>
                <a:spLocks noChangeShapeType="1"/>
              </p:cNvSpPr>
              <p:nvPr/>
            </p:nvSpPr>
            <p:spPr bwMode="auto">
              <a:xfrm>
                <a:off x="3179"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3" name="Line 309"/>
              <p:cNvSpPr>
                <a:spLocks noChangeShapeType="1"/>
              </p:cNvSpPr>
              <p:nvPr/>
            </p:nvSpPr>
            <p:spPr bwMode="auto">
              <a:xfrm>
                <a:off x="3179"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4" name="Rectangle 310"/>
              <p:cNvSpPr>
                <a:spLocks noChangeArrowheads="1"/>
              </p:cNvSpPr>
              <p:nvPr/>
            </p:nvSpPr>
            <p:spPr bwMode="auto">
              <a:xfrm>
                <a:off x="3185" y="2957"/>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75" name="Line 311"/>
              <p:cNvSpPr>
                <a:spLocks noChangeShapeType="1"/>
              </p:cNvSpPr>
              <p:nvPr/>
            </p:nvSpPr>
            <p:spPr bwMode="auto">
              <a:xfrm>
                <a:off x="3185" y="2957"/>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6" name="Rectangle 312"/>
              <p:cNvSpPr>
                <a:spLocks noChangeArrowheads="1"/>
              </p:cNvSpPr>
              <p:nvPr/>
            </p:nvSpPr>
            <p:spPr bwMode="auto">
              <a:xfrm>
                <a:off x="3415"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77" name="Line 313"/>
              <p:cNvSpPr>
                <a:spLocks noChangeShapeType="1"/>
              </p:cNvSpPr>
              <p:nvPr/>
            </p:nvSpPr>
            <p:spPr bwMode="auto">
              <a:xfrm>
                <a:off x="3415"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8" name="Line 314"/>
              <p:cNvSpPr>
                <a:spLocks noChangeShapeType="1"/>
              </p:cNvSpPr>
              <p:nvPr/>
            </p:nvSpPr>
            <p:spPr bwMode="auto">
              <a:xfrm>
                <a:off x="3415"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9" name="Rectangle 315"/>
              <p:cNvSpPr>
                <a:spLocks noChangeArrowheads="1"/>
              </p:cNvSpPr>
              <p:nvPr/>
            </p:nvSpPr>
            <p:spPr bwMode="auto">
              <a:xfrm>
                <a:off x="3421" y="2957"/>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80" name="Line 316"/>
              <p:cNvSpPr>
                <a:spLocks noChangeShapeType="1"/>
              </p:cNvSpPr>
              <p:nvPr/>
            </p:nvSpPr>
            <p:spPr bwMode="auto">
              <a:xfrm>
                <a:off x="3421" y="2957"/>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1" name="Rectangle 317"/>
              <p:cNvSpPr>
                <a:spLocks noChangeArrowheads="1"/>
              </p:cNvSpPr>
              <p:nvPr/>
            </p:nvSpPr>
            <p:spPr bwMode="auto">
              <a:xfrm>
                <a:off x="3646"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82" name="Line 318"/>
              <p:cNvSpPr>
                <a:spLocks noChangeShapeType="1"/>
              </p:cNvSpPr>
              <p:nvPr/>
            </p:nvSpPr>
            <p:spPr bwMode="auto">
              <a:xfrm>
                <a:off x="3646"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3" name="Line 319"/>
              <p:cNvSpPr>
                <a:spLocks noChangeShapeType="1"/>
              </p:cNvSpPr>
              <p:nvPr/>
            </p:nvSpPr>
            <p:spPr bwMode="auto">
              <a:xfrm>
                <a:off x="3646"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4" name="Rectangle 320"/>
              <p:cNvSpPr>
                <a:spLocks noChangeArrowheads="1"/>
              </p:cNvSpPr>
              <p:nvPr/>
            </p:nvSpPr>
            <p:spPr bwMode="auto">
              <a:xfrm>
                <a:off x="3652" y="2957"/>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85" name="Line 321"/>
              <p:cNvSpPr>
                <a:spLocks noChangeShapeType="1"/>
              </p:cNvSpPr>
              <p:nvPr/>
            </p:nvSpPr>
            <p:spPr bwMode="auto">
              <a:xfrm>
                <a:off x="3652" y="2957"/>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6" name="Rectangle 322"/>
              <p:cNvSpPr>
                <a:spLocks noChangeArrowheads="1"/>
              </p:cNvSpPr>
              <p:nvPr/>
            </p:nvSpPr>
            <p:spPr bwMode="auto">
              <a:xfrm>
                <a:off x="3883"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87" name="Line 323"/>
              <p:cNvSpPr>
                <a:spLocks noChangeShapeType="1"/>
              </p:cNvSpPr>
              <p:nvPr/>
            </p:nvSpPr>
            <p:spPr bwMode="auto">
              <a:xfrm>
                <a:off x="3883"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8" name="Line 324"/>
              <p:cNvSpPr>
                <a:spLocks noChangeShapeType="1"/>
              </p:cNvSpPr>
              <p:nvPr/>
            </p:nvSpPr>
            <p:spPr bwMode="auto">
              <a:xfrm>
                <a:off x="3883"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9" name="Rectangle 325"/>
              <p:cNvSpPr>
                <a:spLocks noChangeArrowheads="1"/>
              </p:cNvSpPr>
              <p:nvPr/>
            </p:nvSpPr>
            <p:spPr bwMode="auto">
              <a:xfrm>
                <a:off x="3889" y="2957"/>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90" name="Line 326"/>
              <p:cNvSpPr>
                <a:spLocks noChangeShapeType="1"/>
              </p:cNvSpPr>
              <p:nvPr/>
            </p:nvSpPr>
            <p:spPr bwMode="auto">
              <a:xfrm>
                <a:off x="3889" y="2957"/>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1" name="Rectangle 327"/>
              <p:cNvSpPr>
                <a:spLocks noChangeArrowheads="1"/>
              </p:cNvSpPr>
              <p:nvPr/>
            </p:nvSpPr>
            <p:spPr bwMode="auto">
              <a:xfrm>
                <a:off x="4113"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92" name="Line 328"/>
              <p:cNvSpPr>
                <a:spLocks noChangeShapeType="1"/>
              </p:cNvSpPr>
              <p:nvPr/>
            </p:nvSpPr>
            <p:spPr bwMode="auto">
              <a:xfrm>
                <a:off x="4113"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3" name="Line 329"/>
              <p:cNvSpPr>
                <a:spLocks noChangeShapeType="1"/>
              </p:cNvSpPr>
              <p:nvPr/>
            </p:nvSpPr>
            <p:spPr bwMode="auto">
              <a:xfrm>
                <a:off x="4113"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4" name="Rectangle 330"/>
              <p:cNvSpPr>
                <a:spLocks noChangeArrowheads="1"/>
              </p:cNvSpPr>
              <p:nvPr/>
            </p:nvSpPr>
            <p:spPr bwMode="auto">
              <a:xfrm>
                <a:off x="4119" y="2957"/>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95" name="Line 331"/>
              <p:cNvSpPr>
                <a:spLocks noChangeShapeType="1"/>
              </p:cNvSpPr>
              <p:nvPr/>
            </p:nvSpPr>
            <p:spPr bwMode="auto">
              <a:xfrm>
                <a:off x="4119" y="2957"/>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6" name="Rectangle 332"/>
              <p:cNvSpPr>
                <a:spLocks noChangeArrowheads="1"/>
              </p:cNvSpPr>
              <p:nvPr/>
            </p:nvSpPr>
            <p:spPr bwMode="auto">
              <a:xfrm>
                <a:off x="4350"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797" name="Line 333"/>
              <p:cNvSpPr>
                <a:spLocks noChangeShapeType="1"/>
              </p:cNvSpPr>
              <p:nvPr/>
            </p:nvSpPr>
            <p:spPr bwMode="auto">
              <a:xfrm>
                <a:off x="4350"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8" name="Line 334"/>
              <p:cNvSpPr>
                <a:spLocks noChangeShapeType="1"/>
              </p:cNvSpPr>
              <p:nvPr/>
            </p:nvSpPr>
            <p:spPr bwMode="auto">
              <a:xfrm>
                <a:off x="4350"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9" name="Rectangle 335"/>
              <p:cNvSpPr>
                <a:spLocks noChangeArrowheads="1"/>
              </p:cNvSpPr>
              <p:nvPr/>
            </p:nvSpPr>
            <p:spPr bwMode="auto">
              <a:xfrm>
                <a:off x="4356" y="2957"/>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00" name="Line 336"/>
              <p:cNvSpPr>
                <a:spLocks noChangeShapeType="1"/>
              </p:cNvSpPr>
              <p:nvPr/>
            </p:nvSpPr>
            <p:spPr bwMode="auto">
              <a:xfrm>
                <a:off x="4356" y="2957"/>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1" name="Rectangle 337"/>
              <p:cNvSpPr>
                <a:spLocks noChangeArrowheads="1"/>
              </p:cNvSpPr>
              <p:nvPr/>
            </p:nvSpPr>
            <p:spPr bwMode="auto">
              <a:xfrm>
                <a:off x="4581"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02" name="Line 338"/>
              <p:cNvSpPr>
                <a:spLocks noChangeShapeType="1"/>
              </p:cNvSpPr>
              <p:nvPr/>
            </p:nvSpPr>
            <p:spPr bwMode="auto">
              <a:xfrm>
                <a:off x="4581"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3" name="Line 339"/>
              <p:cNvSpPr>
                <a:spLocks noChangeShapeType="1"/>
              </p:cNvSpPr>
              <p:nvPr/>
            </p:nvSpPr>
            <p:spPr bwMode="auto">
              <a:xfrm>
                <a:off x="4581"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4" name="Rectangle 340"/>
              <p:cNvSpPr>
                <a:spLocks noChangeArrowheads="1"/>
              </p:cNvSpPr>
              <p:nvPr/>
            </p:nvSpPr>
            <p:spPr bwMode="auto">
              <a:xfrm>
                <a:off x="4587" y="2957"/>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05" name="Line 341"/>
              <p:cNvSpPr>
                <a:spLocks noChangeShapeType="1"/>
              </p:cNvSpPr>
              <p:nvPr/>
            </p:nvSpPr>
            <p:spPr bwMode="auto">
              <a:xfrm>
                <a:off x="4587" y="2957"/>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6" name="Rectangle 342"/>
              <p:cNvSpPr>
                <a:spLocks noChangeArrowheads="1"/>
              </p:cNvSpPr>
              <p:nvPr/>
            </p:nvSpPr>
            <p:spPr bwMode="auto">
              <a:xfrm>
                <a:off x="4817" y="295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07" name="Line 343"/>
              <p:cNvSpPr>
                <a:spLocks noChangeShapeType="1"/>
              </p:cNvSpPr>
              <p:nvPr/>
            </p:nvSpPr>
            <p:spPr bwMode="auto">
              <a:xfrm>
                <a:off x="4817" y="295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8" name="Line 344"/>
              <p:cNvSpPr>
                <a:spLocks noChangeShapeType="1"/>
              </p:cNvSpPr>
              <p:nvPr/>
            </p:nvSpPr>
            <p:spPr bwMode="auto">
              <a:xfrm>
                <a:off x="4817"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9" name="Rectangle 345"/>
              <p:cNvSpPr>
                <a:spLocks noChangeArrowheads="1"/>
              </p:cNvSpPr>
              <p:nvPr/>
            </p:nvSpPr>
            <p:spPr bwMode="auto">
              <a:xfrm>
                <a:off x="4824" y="2957"/>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10" name="Line 346"/>
              <p:cNvSpPr>
                <a:spLocks noChangeShapeType="1"/>
              </p:cNvSpPr>
              <p:nvPr/>
            </p:nvSpPr>
            <p:spPr bwMode="auto">
              <a:xfrm>
                <a:off x="4824" y="2957"/>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1" name="Rectangle 347"/>
              <p:cNvSpPr>
                <a:spLocks noChangeArrowheads="1"/>
              </p:cNvSpPr>
              <p:nvPr/>
            </p:nvSpPr>
            <p:spPr bwMode="auto">
              <a:xfrm>
                <a:off x="5048"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12" name="Line 348"/>
              <p:cNvSpPr>
                <a:spLocks noChangeShapeType="1"/>
              </p:cNvSpPr>
              <p:nvPr/>
            </p:nvSpPr>
            <p:spPr bwMode="auto">
              <a:xfrm>
                <a:off x="5048"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3" name="Line 349"/>
              <p:cNvSpPr>
                <a:spLocks noChangeShapeType="1"/>
              </p:cNvSpPr>
              <p:nvPr/>
            </p:nvSpPr>
            <p:spPr bwMode="auto">
              <a:xfrm>
                <a:off x="5048"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4" name="Rectangle 350"/>
              <p:cNvSpPr>
                <a:spLocks noChangeArrowheads="1"/>
              </p:cNvSpPr>
              <p:nvPr/>
            </p:nvSpPr>
            <p:spPr bwMode="auto">
              <a:xfrm>
                <a:off x="5054" y="2957"/>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15" name="Line 351"/>
              <p:cNvSpPr>
                <a:spLocks noChangeShapeType="1"/>
              </p:cNvSpPr>
              <p:nvPr/>
            </p:nvSpPr>
            <p:spPr bwMode="auto">
              <a:xfrm>
                <a:off x="5054" y="2957"/>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6" name="Rectangle 352"/>
              <p:cNvSpPr>
                <a:spLocks noChangeArrowheads="1"/>
              </p:cNvSpPr>
              <p:nvPr/>
            </p:nvSpPr>
            <p:spPr bwMode="auto">
              <a:xfrm>
                <a:off x="5285" y="295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17" name="Line 353"/>
              <p:cNvSpPr>
                <a:spLocks noChangeShapeType="1"/>
              </p:cNvSpPr>
              <p:nvPr/>
            </p:nvSpPr>
            <p:spPr bwMode="auto">
              <a:xfrm>
                <a:off x="5285" y="295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8" name="Line 354"/>
              <p:cNvSpPr>
                <a:spLocks noChangeShapeType="1"/>
              </p:cNvSpPr>
              <p:nvPr/>
            </p:nvSpPr>
            <p:spPr bwMode="auto">
              <a:xfrm>
                <a:off x="5285" y="29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9" name="Rectangle 355"/>
              <p:cNvSpPr>
                <a:spLocks noChangeArrowheads="1"/>
              </p:cNvSpPr>
              <p:nvPr/>
            </p:nvSpPr>
            <p:spPr bwMode="auto">
              <a:xfrm>
                <a:off x="132"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20" name="Line 356"/>
              <p:cNvSpPr>
                <a:spLocks noChangeShapeType="1"/>
              </p:cNvSpPr>
              <p:nvPr/>
            </p:nvSpPr>
            <p:spPr bwMode="auto">
              <a:xfrm>
                <a:off x="132"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21" name="Rectangle 357"/>
              <p:cNvSpPr>
                <a:spLocks noChangeArrowheads="1"/>
              </p:cNvSpPr>
              <p:nvPr/>
            </p:nvSpPr>
            <p:spPr bwMode="auto">
              <a:xfrm>
                <a:off x="611"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22" name="Line 358"/>
              <p:cNvSpPr>
                <a:spLocks noChangeShapeType="1"/>
              </p:cNvSpPr>
              <p:nvPr/>
            </p:nvSpPr>
            <p:spPr bwMode="auto">
              <a:xfrm>
                <a:off x="611"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23" name="Rectangle 359"/>
              <p:cNvSpPr>
                <a:spLocks noChangeArrowheads="1"/>
              </p:cNvSpPr>
              <p:nvPr/>
            </p:nvSpPr>
            <p:spPr bwMode="auto">
              <a:xfrm>
                <a:off x="842"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24" name="Line 360"/>
              <p:cNvSpPr>
                <a:spLocks noChangeShapeType="1"/>
              </p:cNvSpPr>
              <p:nvPr/>
            </p:nvSpPr>
            <p:spPr bwMode="auto">
              <a:xfrm>
                <a:off x="842"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25" name="Rectangle 361"/>
              <p:cNvSpPr>
                <a:spLocks noChangeArrowheads="1"/>
              </p:cNvSpPr>
              <p:nvPr/>
            </p:nvSpPr>
            <p:spPr bwMode="auto">
              <a:xfrm>
                <a:off x="1079"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26" name="Line 362"/>
              <p:cNvSpPr>
                <a:spLocks noChangeShapeType="1"/>
              </p:cNvSpPr>
              <p:nvPr/>
            </p:nvSpPr>
            <p:spPr bwMode="auto">
              <a:xfrm>
                <a:off x="1079"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27" name="Rectangle 363"/>
              <p:cNvSpPr>
                <a:spLocks noChangeArrowheads="1"/>
              </p:cNvSpPr>
              <p:nvPr/>
            </p:nvSpPr>
            <p:spPr bwMode="auto">
              <a:xfrm>
                <a:off x="1309"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28" name="Line 364"/>
              <p:cNvSpPr>
                <a:spLocks noChangeShapeType="1"/>
              </p:cNvSpPr>
              <p:nvPr/>
            </p:nvSpPr>
            <p:spPr bwMode="auto">
              <a:xfrm>
                <a:off x="1309"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29" name="Rectangle 365"/>
              <p:cNvSpPr>
                <a:spLocks noChangeArrowheads="1"/>
              </p:cNvSpPr>
              <p:nvPr/>
            </p:nvSpPr>
            <p:spPr bwMode="auto">
              <a:xfrm>
                <a:off x="1546"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30" name="Line 366"/>
              <p:cNvSpPr>
                <a:spLocks noChangeShapeType="1"/>
              </p:cNvSpPr>
              <p:nvPr/>
            </p:nvSpPr>
            <p:spPr bwMode="auto">
              <a:xfrm>
                <a:off x="1546"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1" name="Rectangle 367"/>
              <p:cNvSpPr>
                <a:spLocks noChangeArrowheads="1"/>
              </p:cNvSpPr>
              <p:nvPr/>
            </p:nvSpPr>
            <p:spPr bwMode="auto">
              <a:xfrm>
                <a:off x="1777"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32" name="Line 368"/>
              <p:cNvSpPr>
                <a:spLocks noChangeShapeType="1"/>
              </p:cNvSpPr>
              <p:nvPr/>
            </p:nvSpPr>
            <p:spPr bwMode="auto">
              <a:xfrm>
                <a:off x="1777"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3" name="Rectangle 369"/>
              <p:cNvSpPr>
                <a:spLocks noChangeArrowheads="1"/>
              </p:cNvSpPr>
              <p:nvPr/>
            </p:nvSpPr>
            <p:spPr bwMode="auto">
              <a:xfrm>
                <a:off x="2013"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34" name="Line 370"/>
              <p:cNvSpPr>
                <a:spLocks noChangeShapeType="1"/>
              </p:cNvSpPr>
              <p:nvPr/>
            </p:nvSpPr>
            <p:spPr bwMode="auto">
              <a:xfrm>
                <a:off x="2013"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5" name="Rectangle 371"/>
              <p:cNvSpPr>
                <a:spLocks noChangeArrowheads="1"/>
              </p:cNvSpPr>
              <p:nvPr/>
            </p:nvSpPr>
            <p:spPr bwMode="auto">
              <a:xfrm>
                <a:off x="2244"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36" name="Line 372"/>
              <p:cNvSpPr>
                <a:spLocks noChangeShapeType="1"/>
              </p:cNvSpPr>
              <p:nvPr/>
            </p:nvSpPr>
            <p:spPr bwMode="auto">
              <a:xfrm>
                <a:off x="2244"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7" name="Rectangle 373"/>
              <p:cNvSpPr>
                <a:spLocks noChangeArrowheads="1"/>
              </p:cNvSpPr>
              <p:nvPr/>
            </p:nvSpPr>
            <p:spPr bwMode="auto">
              <a:xfrm>
                <a:off x="2481"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38" name="Line 374"/>
              <p:cNvSpPr>
                <a:spLocks noChangeShapeType="1"/>
              </p:cNvSpPr>
              <p:nvPr/>
            </p:nvSpPr>
            <p:spPr bwMode="auto">
              <a:xfrm>
                <a:off x="2481"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9" name="Rectangle 375"/>
              <p:cNvSpPr>
                <a:spLocks noChangeArrowheads="1"/>
              </p:cNvSpPr>
              <p:nvPr/>
            </p:nvSpPr>
            <p:spPr bwMode="auto">
              <a:xfrm>
                <a:off x="2711"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40" name="Line 376"/>
              <p:cNvSpPr>
                <a:spLocks noChangeShapeType="1"/>
              </p:cNvSpPr>
              <p:nvPr/>
            </p:nvSpPr>
            <p:spPr bwMode="auto">
              <a:xfrm>
                <a:off x="2711"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1" name="Rectangle 377"/>
              <p:cNvSpPr>
                <a:spLocks noChangeArrowheads="1"/>
              </p:cNvSpPr>
              <p:nvPr/>
            </p:nvSpPr>
            <p:spPr bwMode="auto">
              <a:xfrm>
                <a:off x="2948"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42" name="Line 378"/>
              <p:cNvSpPr>
                <a:spLocks noChangeShapeType="1"/>
              </p:cNvSpPr>
              <p:nvPr/>
            </p:nvSpPr>
            <p:spPr bwMode="auto">
              <a:xfrm>
                <a:off x="2948"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3" name="Rectangle 379"/>
              <p:cNvSpPr>
                <a:spLocks noChangeArrowheads="1"/>
              </p:cNvSpPr>
              <p:nvPr/>
            </p:nvSpPr>
            <p:spPr bwMode="auto">
              <a:xfrm>
                <a:off x="3179"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44" name="Line 380"/>
              <p:cNvSpPr>
                <a:spLocks noChangeShapeType="1"/>
              </p:cNvSpPr>
              <p:nvPr/>
            </p:nvSpPr>
            <p:spPr bwMode="auto">
              <a:xfrm>
                <a:off x="3179"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5" name="Rectangle 381"/>
              <p:cNvSpPr>
                <a:spLocks noChangeArrowheads="1"/>
              </p:cNvSpPr>
              <p:nvPr/>
            </p:nvSpPr>
            <p:spPr bwMode="auto">
              <a:xfrm>
                <a:off x="3415"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46" name="Line 382"/>
              <p:cNvSpPr>
                <a:spLocks noChangeShapeType="1"/>
              </p:cNvSpPr>
              <p:nvPr/>
            </p:nvSpPr>
            <p:spPr bwMode="auto">
              <a:xfrm>
                <a:off x="3415"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7" name="Rectangle 383"/>
              <p:cNvSpPr>
                <a:spLocks noChangeArrowheads="1"/>
              </p:cNvSpPr>
              <p:nvPr/>
            </p:nvSpPr>
            <p:spPr bwMode="auto">
              <a:xfrm>
                <a:off x="3646"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48" name="Line 384"/>
              <p:cNvSpPr>
                <a:spLocks noChangeShapeType="1"/>
              </p:cNvSpPr>
              <p:nvPr/>
            </p:nvSpPr>
            <p:spPr bwMode="auto">
              <a:xfrm>
                <a:off x="3646"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9" name="Rectangle 385"/>
              <p:cNvSpPr>
                <a:spLocks noChangeArrowheads="1"/>
              </p:cNvSpPr>
              <p:nvPr/>
            </p:nvSpPr>
            <p:spPr bwMode="auto">
              <a:xfrm>
                <a:off x="3883"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50" name="Line 386"/>
              <p:cNvSpPr>
                <a:spLocks noChangeShapeType="1"/>
              </p:cNvSpPr>
              <p:nvPr/>
            </p:nvSpPr>
            <p:spPr bwMode="auto">
              <a:xfrm>
                <a:off x="3883"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51" name="Rectangle 387"/>
              <p:cNvSpPr>
                <a:spLocks noChangeArrowheads="1"/>
              </p:cNvSpPr>
              <p:nvPr/>
            </p:nvSpPr>
            <p:spPr bwMode="auto">
              <a:xfrm>
                <a:off x="4113"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52" name="Line 388"/>
              <p:cNvSpPr>
                <a:spLocks noChangeShapeType="1"/>
              </p:cNvSpPr>
              <p:nvPr/>
            </p:nvSpPr>
            <p:spPr bwMode="auto">
              <a:xfrm>
                <a:off x="4113"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53" name="Rectangle 389"/>
              <p:cNvSpPr>
                <a:spLocks noChangeArrowheads="1"/>
              </p:cNvSpPr>
              <p:nvPr/>
            </p:nvSpPr>
            <p:spPr bwMode="auto">
              <a:xfrm>
                <a:off x="4350"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54" name="Line 390"/>
              <p:cNvSpPr>
                <a:spLocks noChangeShapeType="1"/>
              </p:cNvSpPr>
              <p:nvPr/>
            </p:nvSpPr>
            <p:spPr bwMode="auto">
              <a:xfrm>
                <a:off x="4350"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55" name="Rectangle 391"/>
              <p:cNvSpPr>
                <a:spLocks noChangeArrowheads="1"/>
              </p:cNvSpPr>
              <p:nvPr/>
            </p:nvSpPr>
            <p:spPr bwMode="auto">
              <a:xfrm>
                <a:off x="4581"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56" name="Line 392"/>
              <p:cNvSpPr>
                <a:spLocks noChangeShapeType="1"/>
              </p:cNvSpPr>
              <p:nvPr/>
            </p:nvSpPr>
            <p:spPr bwMode="auto">
              <a:xfrm>
                <a:off x="4581"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57" name="Rectangle 393"/>
              <p:cNvSpPr>
                <a:spLocks noChangeArrowheads="1"/>
              </p:cNvSpPr>
              <p:nvPr/>
            </p:nvSpPr>
            <p:spPr bwMode="auto">
              <a:xfrm>
                <a:off x="4817" y="2963"/>
                <a:ext cx="7"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58" name="Line 394"/>
              <p:cNvSpPr>
                <a:spLocks noChangeShapeType="1"/>
              </p:cNvSpPr>
              <p:nvPr/>
            </p:nvSpPr>
            <p:spPr bwMode="auto">
              <a:xfrm>
                <a:off x="4817"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59" name="Rectangle 395"/>
              <p:cNvSpPr>
                <a:spLocks noChangeArrowheads="1"/>
              </p:cNvSpPr>
              <p:nvPr/>
            </p:nvSpPr>
            <p:spPr bwMode="auto">
              <a:xfrm>
                <a:off x="5048"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60" name="Line 396"/>
              <p:cNvSpPr>
                <a:spLocks noChangeShapeType="1"/>
              </p:cNvSpPr>
              <p:nvPr/>
            </p:nvSpPr>
            <p:spPr bwMode="auto">
              <a:xfrm>
                <a:off x="5048"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1" name="Rectangle 397"/>
              <p:cNvSpPr>
                <a:spLocks noChangeArrowheads="1"/>
              </p:cNvSpPr>
              <p:nvPr/>
            </p:nvSpPr>
            <p:spPr bwMode="auto">
              <a:xfrm>
                <a:off x="5285" y="2963"/>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62" name="Line 398"/>
              <p:cNvSpPr>
                <a:spLocks noChangeShapeType="1"/>
              </p:cNvSpPr>
              <p:nvPr/>
            </p:nvSpPr>
            <p:spPr bwMode="auto">
              <a:xfrm>
                <a:off x="5285" y="2963"/>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3" name="Rectangle 399"/>
              <p:cNvSpPr>
                <a:spLocks noChangeArrowheads="1"/>
              </p:cNvSpPr>
              <p:nvPr/>
            </p:nvSpPr>
            <p:spPr bwMode="auto">
              <a:xfrm>
                <a:off x="660"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64" name="Rectangle 400"/>
              <p:cNvSpPr>
                <a:spLocks noChangeArrowheads="1"/>
              </p:cNvSpPr>
              <p:nvPr/>
            </p:nvSpPr>
            <p:spPr bwMode="auto">
              <a:xfrm>
                <a:off x="891"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865" name="Rectangle 401"/>
              <p:cNvSpPr>
                <a:spLocks noChangeArrowheads="1"/>
              </p:cNvSpPr>
              <p:nvPr/>
            </p:nvSpPr>
            <p:spPr bwMode="auto">
              <a:xfrm>
                <a:off x="982"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66" name="Rectangle 402"/>
              <p:cNvSpPr>
                <a:spLocks noChangeArrowheads="1"/>
              </p:cNvSpPr>
              <p:nvPr/>
            </p:nvSpPr>
            <p:spPr bwMode="auto">
              <a:xfrm>
                <a:off x="1127"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867" name="Rectangle 403"/>
              <p:cNvSpPr>
                <a:spLocks noChangeArrowheads="1"/>
              </p:cNvSpPr>
              <p:nvPr/>
            </p:nvSpPr>
            <p:spPr bwMode="auto">
              <a:xfrm>
                <a:off x="1218"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68" name="Rectangle 404"/>
              <p:cNvSpPr>
                <a:spLocks noChangeArrowheads="1"/>
              </p:cNvSpPr>
              <p:nvPr/>
            </p:nvSpPr>
            <p:spPr bwMode="auto">
              <a:xfrm>
                <a:off x="1358"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grpSp>
        <p:grpSp>
          <p:nvGrpSpPr>
            <p:cNvPr id="2869" name="Group 405"/>
            <p:cNvGrpSpPr>
              <a:grpSpLocks/>
            </p:cNvGrpSpPr>
            <p:nvPr/>
          </p:nvGrpSpPr>
          <p:grpSpPr bwMode="auto">
            <a:xfrm>
              <a:off x="990600" y="5072063"/>
              <a:ext cx="8189913" cy="1128712"/>
              <a:chOff x="132" y="2995"/>
              <a:chExt cx="5159" cy="711"/>
            </a:xfrm>
          </p:grpSpPr>
          <p:sp>
            <p:nvSpPr>
              <p:cNvPr id="2870" name="Rectangle 406"/>
              <p:cNvSpPr>
                <a:spLocks noChangeArrowheads="1"/>
              </p:cNvSpPr>
              <p:nvPr/>
            </p:nvSpPr>
            <p:spPr bwMode="auto">
              <a:xfrm>
                <a:off x="1449"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71" name="Rectangle 407"/>
              <p:cNvSpPr>
                <a:spLocks noChangeArrowheads="1"/>
              </p:cNvSpPr>
              <p:nvPr/>
            </p:nvSpPr>
            <p:spPr bwMode="auto">
              <a:xfrm>
                <a:off x="1595"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72" name="Rectangle 408"/>
              <p:cNvSpPr>
                <a:spLocks noChangeArrowheads="1"/>
              </p:cNvSpPr>
              <p:nvPr/>
            </p:nvSpPr>
            <p:spPr bwMode="auto">
              <a:xfrm>
                <a:off x="1831"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3</a:t>
                </a:r>
              </a:p>
            </p:txBody>
          </p:sp>
          <p:sp>
            <p:nvSpPr>
              <p:cNvPr id="2873" name="Rectangle 409"/>
              <p:cNvSpPr>
                <a:spLocks noChangeArrowheads="1"/>
              </p:cNvSpPr>
              <p:nvPr/>
            </p:nvSpPr>
            <p:spPr bwMode="auto">
              <a:xfrm>
                <a:off x="1922"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74" name="Rectangle 410"/>
              <p:cNvSpPr>
                <a:spLocks noChangeArrowheads="1"/>
              </p:cNvSpPr>
              <p:nvPr/>
            </p:nvSpPr>
            <p:spPr bwMode="auto">
              <a:xfrm>
                <a:off x="2062"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3</a:t>
                </a:r>
                <a:endParaRPr lang="en-US" altLang="zh-CN" u="sng"/>
              </a:p>
            </p:txBody>
          </p:sp>
          <p:sp>
            <p:nvSpPr>
              <p:cNvPr id="2875" name="Rectangle 411"/>
              <p:cNvSpPr>
                <a:spLocks noChangeArrowheads="1"/>
              </p:cNvSpPr>
              <p:nvPr/>
            </p:nvSpPr>
            <p:spPr bwMode="auto">
              <a:xfrm>
                <a:off x="2153"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76" name="Rectangle 412"/>
              <p:cNvSpPr>
                <a:spLocks noChangeArrowheads="1"/>
              </p:cNvSpPr>
              <p:nvPr/>
            </p:nvSpPr>
            <p:spPr bwMode="auto">
              <a:xfrm>
                <a:off x="2299"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3</a:t>
                </a:r>
                <a:endParaRPr lang="en-US" altLang="zh-CN" u="sng"/>
              </a:p>
            </p:txBody>
          </p:sp>
          <p:sp>
            <p:nvSpPr>
              <p:cNvPr id="2877" name="Rectangle 413"/>
              <p:cNvSpPr>
                <a:spLocks noChangeArrowheads="1"/>
              </p:cNvSpPr>
              <p:nvPr/>
            </p:nvSpPr>
            <p:spPr bwMode="auto">
              <a:xfrm>
                <a:off x="2390"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78" name="Rectangle 414"/>
              <p:cNvSpPr>
                <a:spLocks noChangeArrowheads="1"/>
              </p:cNvSpPr>
              <p:nvPr/>
            </p:nvSpPr>
            <p:spPr bwMode="auto">
              <a:xfrm>
                <a:off x="2529"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2</a:t>
                </a:r>
              </a:p>
            </p:txBody>
          </p:sp>
          <p:sp>
            <p:nvSpPr>
              <p:cNvPr id="2879" name="Rectangle 415"/>
              <p:cNvSpPr>
                <a:spLocks noChangeArrowheads="1"/>
              </p:cNvSpPr>
              <p:nvPr/>
            </p:nvSpPr>
            <p:spPr bwMode="auto">
              <a:xfrm>
                <a:off x="2620"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80" name="Rectangle 416"/>
              <p:cNvSpPr>
                <a:spLocks noChangeArrowheads="1"/>
              </p:cNvSpPr>
              <p:nvPr/>
            </p:nvSpPr>
            <p:spPr bwMode="auto">
              <a:xfrm>
                <a:off x="2766"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2881" name="Rectangle 417"/>
              <p:cNvSpPr>
                <a:spLocks noChangeArrowheads="1"/>
              </p:cNvSpPr>
              <p:nvPr/>
            </p:nvSpPr>
            <p:spPr bwMode="auto">
              <a:xfrm>
                <a:off x="2857"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82" name="Rectangle 418"/>
              <p:cNvSpPr>
                <a:spLocks noChangeArrowheads="1"/>
              </p:cNvSpPr>
              <p:nvPr/>
            </p:nvSpPr>
            <p:spPr bwMode="auto">
              <a:xfrm>
                <a:off x="2997"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2883" name="Rectangle 419"/>
              <p:cNvSpPr>
                <a:spLocks noChangeArrowheads="1"/>
              </p:cNvSpPr>
              <p:nvPr/>
            </p:nvSpPr>
            <p:spPr bwMode="auto">
              <a:xfrm>
                <a:off x="3088"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84" name="Rectangle 420"/>
              <p:cNvSpPr>
                <a:spLocks noChangeArrowheads="1"/>
              </p:cNvSpPr>
              <p:nvPr/>
            </p:nvSpPr>
            <p:spPr bwMode="auto">
              <a:xfrm>
                <a:off x="3233"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85" name="Rectangle 421"/>
              <p:cNvSpPr>
                <a:spLocks noChangeArrowheads="1"/>
              </p:cNvSpPr>
              <p:nvPr/>
            </p:nvSpPr>
            <p:spPr bwMode="auto">
              <a:xfrm>
                <a:off x="3464"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86" name="Rectangle 422"/>
              <p:cNvSpPr>
                <a:spLocks noChangeArrowheads="1"/>
              </p:cNvSpPr>
              <p:nvPr/>
            </p:nvSpPr>
            <p:spPr bwMode="auto">
              <a:xfrm>
                <a:off x="3701"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1</a:t>
                </a:r>
              </a:p>
            </p:txBody>
          </p:sp>
          <p:sp>
            <p:nvSpPr>
              <p:cNvPr id="2887" name="Rectangle 423"/>
              <p:cNvSpPr>
                <a:spLocks noChangeArrowheads="1"/>
              </p:cNvSpPr>
              <p:nvPr/>
            </p:nvSpPr>
            <p:spPr bwMode="auto">
              <a:xfrm>
                <a:off x="3792"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88" name="Rectangle 424"/>
              <p:cNvSpPr>
                <a:spLocks noChangeArrowheads="1"/>
              </p:cNvSpPr>
              <p:nvPr/>
            </p:nvSpPr>
            <p:spPr bwMode="auto">
              <a:xfrm>
                <a:off x="3931"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1</a:t>
                </a:r>
                <a:endParaRPr lang="en-US" altLang="zh-CN" u="sng"/>
              </a:p>
            </p:txBody>
          </p:sp>
          <p:sp>
            <p:nvSpPr>
              <p:cNvPr id="2889" name="Rectangle 425"/>
              <p:cNvSpPr>
                <a:spLocks noChangeArrowheads="1"/>
              </p:cNvSpPr>
              <p:nvPr/>
            </p:nvSpPr>
            <p:spPr bwMode="auto">
              <a:xfrm>
                <a:off x="4022"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90" name="Rectangle 426"/>
              <p:cNvSpPr>
                <a:spLocks noChangeArrowheads="1"/>
              </p:cNvSpPr>
              <p:nvPr/>
            </p:nvSpPr>
            <p:spPr bwMode="auto">
              <a:xfrm>
                <a:off x="4168"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91" name="Rectangle 427"/>
              <p:cNvSpPr>
                <a:spLocks noChangeArrowheads="1"/>
              </p:cNvSpPr>
              <p:nvPr/>
            </p:nvSpPr>
            <p:spPr bwMode="auto">
              <a:xfrm>
                <a:off x="4399"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92" name="Rectangle 428"/>
              <p:cNvSpPr>
                <a:spLocks noChangeArrowheads="1"/>
              </p:cNvSpPr>
              <p:nvPr/>
            </p:nvSpPr>
            <p:spPr bwMode="auto">
              <a:xfrm>
                <a:off x="4635"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1</a:t>
                </a:r>
                <a:endParaRPr lang="en-US" altLang="zh-CN" u="sng"/>
              </a:p>
            </p:txBody>
          </p:sp>
          <p:sp>
            <p:nvSpPr>
              <p:cNvPr id="2893" name="Rectangle 429"/>
              <p:cNvSpPr>
                <a:spLocks noChangeArrowheads="1"/>
              </p:cNvSpPr>
              <p:nvPr/>
            </p:nvSpPr>
            <p:spPr bwMode="auto">
              <a:xfrm>
                <a:off x="4726"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94" name="Rectangle 430"/>
              <p:cNvSpPr>
                <a:spLocks noChangeArrowheads="1"/>
              </p:cNvSpPr>
              <p:nvPr/>
            </p:nvSpPr>
            <p:spPr bwMode="auto">
              <a:xfrm>
                <a:off x="4866"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0</a:t>
                </a:r>
              </a:p>
            </p:txBody>
          </p:sp>
          <p:sp>
            <p:nvSpPr>
              <p:cNvPr id="2895" name="Rectangle 431"/>
              <p:cNvSpPr>
                <a:spLocks noChangeArrowheads="1"/>
              </p:cNvSpPr>
              <p:nvPr/>
            </p:nvSpPr>
            <p:spPr bwMode="auto">
              <a:xfrm>
                <a:off x="4957"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96" name="Rectangle 432"/>
              <p:cNvSpPr>
                <a:spLocks noChangeArrowheads="1"/>
              </p:cNvSpPr>
              <p:nvPr/>
            </p:nvSpPr>
            <p:spPr bwMode="auto">
              <a:xfrm>
                <a:off x="5103"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2897" name="Rectangle 433"/>
              <p:cNvSpPr>
                <a:spLocks noChangeArrowheads="1"/>
              </p:cNvSpPr>
              <p:nvPr/>
            </p:nvSpPr>
            <p:spPr bwMode="auto">
              <a:xfrm>
                <a:off x="5194" y="324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2898" name="Rectangle 434"/>
              <p:cNvSpPr>
                <a:spLocks noChangeArrowheads="1"/>
              </p:cNvSpPr>
              <p:nvPr/>
            </p:nvSpPr>
            <p:spPr bwMode="auto">
              <a:xfrm>
                <a:off x="132"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899" name="Line 435"/>
              <p:cNvSpPr>
                <a:spLocks noChangeShapeType="1"/>
              </p:cNvSpPr>
              <p:nvPr/>
            </p:nvSpPr>
            <p:spPr bwMode="auto">
              <a:xfrm>
                <a:off x="132"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0" name="Line 436"/>
              <p:cNvSpPr>
                <a:spLocks noChangeShapeType="1"/>
              </p:cNvSpPr>
              <p:nvPr/>
            </p:nvSpPr>
            <p:spPr bwMode="auto">
              <a:xfrm>
                <a:off x="132"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1" name="Rectangle 437"/>
              <p:cNvSpPr>
                <a:spLocks noChangeArrowheads="1"/>
              </p:cNvSpPr>
              <p:nvPr/>
            </p:nvSpPr>
            <p:spPr bwMode="auto">
              <a:xfrm>
                <a:off x="611"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02" name="Line 438"/>
              <p:cNvSpPr>
                <a:spLocks noChangeShapeType="1"/>
              </p:cNvSpPr>
              <p:nvPr/>
            </p:nvSpPr>
            <p:spPr bwMode="auto">
              <a:xfrm>
                <a:off x="611"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3" name="Line 439"/>
              <p:cNvSpPr>
                <a:spLocks noChangeShapeType="1"/>
              </p:cNvSpPr>
              <p:nvPr/>
            </p:nvSpPr>
            <p:spPr bwMode="auto">
              <a:xfrm>
                <a:off x="611"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4" name="Rectangle 440"/>
              <p:cNvSpPr>
                <a:spLocks noChangeArrowheads="1"/>
              </p:cNvSpPr>
              <p:nvPr/>
            </p:nvSpPr>
            <p:spPr bwMode="auto">
              <a:xfrm>
                <a:off x="617" y="3202"/>
                <a:ext cx="225"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05" name="Line 441"/>
              <p:cNvSpPr>
                <a:spLocks noChangeShapeType="1"/>
              </p:cNvSpPr>
              <p:nvPr/>
            </p:nvSpPr>
            <p:spPr bwMode="auto">
              <a:xfrm>
                <a:off x="617" y="320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6" name="Rectangle 442"/>
              <p:cNvSpPr>
                <a:spLocks noChangeArrowheads="1"/>
              </p:cNvSpPr>
              <p:nvPr/>
            </p:nvSpPr>
            <p:spPr bwMode="auto">
              <a:xfrm>
                <a:off x="842"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07" name="Line 443"/>
              <p:cNvSpPr>
                <a:spLocks noChangeShapeType="1"/>
              </p:cNvSpPr>
              <p:nvPr/>
            </p:nvSpPr>
            <p:spPr bwMode="auto">
              <a:xfrm>
                <a:off x="842"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8" name="Line 444"/>
              <p:cNvSpPr>
                <a:spLocks noChangeShapeType="1"/>
              </p:cNvSpPr>
              <p:nvPr/>
            </p:nvSpPr>
            <p:spPr bwMode="auto">
              <a:xfrm>
                <a:off x="842"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9" name="Rectangle 445"/>
              <p:cNvSpPr>
                <a:spLocks noChangeArrowheads="1"/>
              </p:cNvSpPr>
              <p:nvPr/>
            </p:nvSpPr>
            <p:spPr bwMode="auto">
              <a:xfrm>
                <a:off x="848" y="3202"/>
                <a:ext cx="23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10" name="Line 446"/>
              <p:cNvSpPr>
                <a:spLocks noChangeShapeType="1"/>
              </p:cNvSpPr>
              <p:nvPr/>
            </p:nvSpPr>
            <p:spPr bwMode="auto">
              <a:xfrm>
                <a:off x="848" y="320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1" name="Rectangle 447"/>
              <p:cNvSpPr>
                <a:spLocks noChangeArrowheads="1"/>
              </p:cNvSpPr>
              <p:nvPr/>
            </p:nvSpPr>
            <p:spPr bwMode="auto">
              <a:xfrm>
                <a:off x="1079"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12" name="Line 448"/>
              <p:cNvSpPr>
                <a:spLocks noChangeShapeType="1"/>
              </p:cNvSpPr>
              <p:nvPr/>
            </p:nvSpPr>
            <p:spPr bwMode="auto">
              <a:xfrm>
                <a:off x="1079"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3" name="Line 449"/>
              <p:cNvSpPr>
                <a:spLocks noChangeShapeType="1"/>
              </p:cNvSpPr>
              <p:nvPr/>
            </p:nvSpPr>
            <p:spPr bwMode="auto">
              <a:xfrm>
                <a:off x="1079"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4" name="Rectangle 450"/>
              <p:cNvSpPr>
                <a:spLocks noChangeArrowheads="1"/>
              </p:cNvSpPr>
              <p:nvPr/>
            </p:nvSpPr>
            <p:spPr bwMode="auto">
              <a:xfrm>
                <a:off x="1085" y="3202"/>
                <a:ext cx="224"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15" name="Line 451"/>
              <p:cNvSpPr>
                <a:spLocks noChangeShapeType="1"/>
              </p:cNvSpPr>
              <p:nvPr/>
            </p:nvSpPr>
            <p:spPr bwMode="auto">
              <a:xfrm>
                <a:off x="1085" y="3202"/>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6" name="Rectangle 452"/>
              <p:cNvSpPr>
                <a:spLocks noChangeArrowheads="1"/>
              </p:cNvSpPr>
              <p:nvPr/>
            </p:nvSpPr>
            <p:spPr bwMode="auto">
              <a:xfrm>
                <a:off x="1309"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17" name="Line 453"/>
              <p:cNvSpPr>
                <a:spLocks noChangeShapeType="1"/>
              </p:cNvSpPr>
              <p:nvPr/>
            </p:nvSpPr>
            <p:spPr bwMode="auto">
              <a:xfrm>
                <a:off x="1309"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8" name="Line 454"/>
              <p:cNvSpPr>
                <a:spLocks noChangeShapeType="1"/>
              </p:cNvSpPr>
              <p:nvPr/>
            </p:nvSpPr>
            <p:spPr bwMode="auto">
              <a:xfrm>
                <a:off x="1309"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9" name="Rectangle 455"/>
              <p:cNvSpPr>
                <a:spLocks noChangeArrowheads="1"/>
              </p:cNvSpPr>
              <p:nvPr/>
            </p:nvSpPr>
            <p:spPr bwMode="auto">
              <a:xfrm>
                <a:off x="1315" y="3202"/>
                <a:ext cx="23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20" name="Line 456"/>
              <p:cNvSpPr>
                <a:spLocks noChangeShapeType="1"/>
              </p:cNvSpPr>
              <p:nvPr/>
            </p:nvSpPr>
            <p:spPr bwMode="auto">
              <a:xfrm>
                <a:off x="1315" y="320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21" name="Rectangle 457"/>
              <p:cNvSpPr>
                <a:spLocks noChangeArrowheads="1"/>
              </p:cNvSpPr>
              <p:nvPr/>
            </p:nvSpPr>
            <p:spPr bwMode="auto">
              <a:xfrm>
                <a:off x="1546"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22" name="Line 458"/>
              <p:cNvSpPr>
                <a:spLocks noChangeShapeType="1"/>
              </p:cNvSpPr>
              <p:nvPr/>
            </p:nvSpPr>
            <p:spPr bwMode="auto">
              <a:xfrm>
                <a:off x="1546"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23" name="Line 459"/>
              <p:cNvSpPr>
                <a:spLocks noChangeShapeType="1"/>
              </p:cNvSpPr>
              <p:nvPr/>
            </p:nvSpPr>
            <p:spPr bwMode="auto">
              <a:xfrm>
                <a:off x="1546"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24" name="Rectangle 460"/>
              <p:cNvSpPr>
                <a:spLocks noChangeArrowheads="1"/>
              </p:cNvSpPr>
              <p:nvPr/>
            </p:nvSpPr>
            <p:spPr bwMode="auto">
              <a:xfrm>
                <a:off x="1552" y="3202"/>
                <a:ext cx="225"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25" name="Line 461"/>
              <p:cNvSpPr>
                <a:spLocks noChangeShapeType="1"/>
              </p:cNvSpPr>
              <p:nvPr/>
            </p:nvSpPr>
            <p:spPr bwMode="auto">
              <a:xfrm>
                <a:off x="1552" y="320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26" name="Rectangle 462"/>
              <p:cNvSpPr>
                <a:spLocks noChangeArrowheads="1"/>
              </p:cNvSpPr>
              <p:nvPr/>
            </p:nvSpPr>
            <p:spPr bwMode="auto">
              <a:xfrm>
                <a:off x="1777"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27" name="Line 463"/>
              <p:cNvSpPr>
                <a:spLocks noChangeShapeType="1"/>
              </p:cNvSpPr>
              <p:nvPr/>
            </p:nvSpPr>
            <p:spPr bwMode="auto">
              <a:xfrm>
                <a:off x="1777"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28" name="Line 464"/>
              <p:cNvSpPr>
                <a:spLocks noChangeShapeType="1"/>
              </p:cNvSpPr>
              <p:nvPr/>
            </p:nvSpPr>
            <p:spPr bwMode="auto">
              <a:xfrm>
                <a:off x="1777"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29" name="Rectangle 465"/>
              <p:cNvSpPr>
                <a:spLocks noChangeArrowheads="1"/>
              </p:cNvSpPr>
              <p:nvPr/>
            </p:nvSpPr>
            <p:spPr bwMode="auto">
              <a:xfrm>
                <a:off x="1783" y="3202"/>
                <a:ext cx="230"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30" name="Line 466"/>
              <p:cNvSpPr>
                <a:spLocks noChangeShapeType="1"/>
              </p:cNvSpPr>
              <p:nvPr/>
            </p:nvSpPr>
            <p:spPr bwMode="auto">
              <a:xfrm>
                <a:off x="1783" y="3202"/>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31" name="Rectangle 467"/>
              <p:cNvSpPr>
                <a:spLocks noChangeArrowheads="1"/>
              </p:cNvSpPr>
              <p:nvPr/>
            </p:nvSpPr>
            <p:spPr bwMode="auto">
              <a:xfrm>
                <a:off x="2013"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32" name="Line 468"/>
              <p:cNvSpPr>
                <a:spLocks noChangeShapeType="1"/>
              </p:cNvSpPr>
              <p:nvPr/>
            </p:nvSpPr>
            <p:spPr bwMode="auto">
              <a:xfrm>
                <a:off x="2013"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33" name="Line 469"/>
              <p:cNvSpPr>
                <a:spLocks noChangeShapeType="1"/>
              </p:cNvSpPr>
              <p:nvPr/>
            </p:nvSpPr>
            <p:spPr bwMode="auto">
              <a:xfrm>
                <a:off x="2013"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34" name="Rectangle 470"/>
              <p:cNvSpPr>
                <a:spLocks noChangeArrowheads="1"/>
              </p:cNvSpPr>
              <p:nvPr/>
            </p:nvSpPr>
            <p:spPr bwMode="auto">
              <a:xfrm>
                <a:off x="2019" y="3202"/>
                <a:ext cx="225"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35" name="Line 471"/>
              <p:cNvSpPr>
                <a:spLocks noChangeShapeType="1"/>
              </p:cNvSpPr>
              <p:nvPr/>
            </p:nvSpPr>
            <p:spPr bwMode="auto">
              <a:xfrm>
                <a:off x="2019" y="320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36" name="Rectangle 472"/>
              <p:cNvSpPr>
                <a:spLocks noChangeArrowheads="1"/>
              </p:cNvSpPr>
              <p:nvPr/>
            </p:nvSpPr>
            <p:spPr bwMode="auto">
              <a:xfrm>
                <a:off x="2244"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37" name="Line 473"/>
              <p:cNvSpPr>
                <a:spLocks noChangeShapeType="1"/>
              </p:cNvSpPr>
              <p:nvPr/>
            </p:nvSpPr>
            <p:spPr bwMode="auto">
              <a:xfrm>
                <a:off x="2244"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38" name="Line 474"/>
              <p:cNvSpPr>
                <a:spLocks noChangeShapeType="1"/>
              </p:cNvSpPr>
              <p:nvPr/>
            </p:nvSpPr>
            <p:spPr bwMode="auto">
              <a:xfrm>
                <a:off x="2244"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39" name="Rectangle 475"/>
              <p:cNvSpPr>
                <a:spLocks noChangeArrowheads="1"/>
              </p:cNvSpPr>
              <p:nvPr/>
            </p:nvSpPr>
            <p:spPr bwMode="auto">
              <a:xfrm>
                <a:off x="2250" y="3202"/>
                <a:ext cx="23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40" name="Line 476"/>
              <p:cNvSpPr>
                <a:spLocks noChangeShapeType="1"/>
              </p:cNvSpPr>
              <p:nvPr/>
            </p:nvSpPr>
            <p:spPr bwMode="auto">
              <a:xfrm>
                <a:off x="2250" y="320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1" name="Rectangle 477"/>
              <p:cNvSpPr>
                <a:spLocks noChangeArrowheads="1"/>
              </p:cNvSpPr>
              <p:nvPr/>
            </p:nvSpPr>
            <p:spPr bwMode="auto">
              <a:xfrm>
                <a:off x="2481"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42" name="Line 478"/>
              <p:cNvSpPr>
                <a:spLocks noChangeShapeType="1"/>
              </p:cNvSpPr>
              <p:nvPr/>
            </p:nvSpPr>
            <p:spPr bwMode="auto">
              <a:xfrm>
                <a:off x="2481"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3" name="Line 479"/>
              <p:cNvSpPr>
                <a:spLocks noChangeShapeType="1"/>
              </p:cNvSpPr>
              <p:nvPr/>
            </p:nvSpPr>
            <p:spPr bwMode="auto">
              <a:xfrm>
                <a:off x="2481"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4" name="Rectangle 480"/>
              <p:cNvSpPr>
                <a:spLocks noChangeArrowheads="1"/>
              </p:cNvSpPr>
              <p:nvPr/>
            </p:nvSpPr>
            <p:spPr bwMode="auto">
              <a:xfrm>
                <a:off x="2487" y="3202"/>
                <a:ext cx="224"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45" name="Line 481"/>
              <p:cNvSpPr>
                <a:spLocks noChangeShapeType="1"/>
              </p:cNvSpPr>
              <p:nvPr/>
            </p:nvSpPr>
            <p:spPr bwMode="auto">
              <a:xfrm>
                <a:off x="2487" y="3202"/>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6" name="Rectangle 482"/>
              <p:cNvSpPr>
                <a:spLocks noChangeArrowheads="1"/>
              </p:cNvSpPr>
              <p:nvPr/>
            </p:nvSpPr>
            <p:spPr bwMode="auto">
              <a:xfrm>
                <a:off x="2711"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47" name="Line 483"/>
              <p:cNvSpPr>
                <a:spLocks noChangeShapeType="1"/>
              </p:cNvSpPr>
              <p:nvPr/>
            </p:nvSpPr>
            <p:spPr bwMode="auto">
              <a:xfrm>
                <a:off x="2711"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8" name="Line 484"/>
              <p:cNvSpPr>
                <a:spLocks noChangeShapeType="1"/>
              </p:cNvSpPr>
              <p:nvPr/>
            </p:nvSpPr>
            <p:spPr bwMode="auto">
              <a:xfrm>
                <a:off x="2711"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9" name="Rectangle 485"/>
              <p:cNvSpPr>
                <a:spLocks noChangeArrowheads="1"/>
              </p:cNvSpPr>
              <p:nvPr/>
            </p:nvSpPr>
            <p:spPr bwMode="auto">
              <a:xfrm>
                <a:off x="2717" y="3202"/>
                <a:ext cx="23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50" name="Line 486"/>
              <p:cNvSpPr>
                <a:spLocks noChangeShapeType="1"/>
              </p:cNvSpPr>
              <p:nvPr/>
            </p:nvSpPr>
            <p:spPr bwMode="auto">
              <a:xfrm>
                <a:off x="2717" y="320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51" name="Rectangle 487"/>
              <p:cNvSpPr>
                <a:spLocks noChangeArrowheads="1"/>
              </p:cNvSpPr>
              <p:nvPr/>
            </p:nvSpPr>
            <p:spPr bwMode="auto">
              <a:xfrm>
                <a:off x="2948"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52" name="Line 488"/>
              <p:cNvSpPr>
                <a:spLocks noChangeShapeType="1"/>
              </p:cNvSpPr>
              <p:nvPr/>
            </p:nvSpPr>
            <p:spPr bwMode="auto">
              <a:xfrm>
                <a:off x="2948"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53" name="Line 489"/>
              <p:cNvSpPr>
                <a:spLocks noChangeShapeType="1"/>
              </p:cNvSpPr>
              <p:nvPr/>
            </p:nvSpPr>
            <p:spPr bwMode="auto">
              <a:xfrm>
                <a:off x="2948"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54" name="Rectangle 490"/>
              <p:cNvSpPr>
                <a:spLocks noChangeArrowheads="1"/>
              </p:cNvSpPr>
              <p:nvPr/>
            </p:nvSpPr>
            <p:spPr bwMode="auto">
              <a:xfrm>
                <a:off x="2954" y="3202"/>
                <a:ext cx="225"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55" name="Line 491"/>
              <p:cNvSpPr>
                <a:spLocks noChangeShapeType="1"/>
              </p:cNvSpPr>
              <p:nvPr/>
            </p:nvSpPr>
            <p:spPr bwMode="auto">
              <a:xfrm>
                <a:off x="2954" y="320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56" name="Rectangle 492"/>
              <p:cNvSpPr>
                <a:spLocks noChangeArrowheads="1"/>
              </p:cNvSpPr>
              <p:nvPr/>
            </p:nvSpPr>
            <p:spPr bwMode="auto">
              <a:xfrm>
                <a:off x="3179"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57" name="Line 493"/>
              <p:cNvSpPr>
                <a:spLocks noChangeShapeType="1"/>
              </p:cNvSpPr>
              <p:nvPr/>
            </p:nvSpPr>
            <p:spPr bwMode="auto">
              <a:xfrm>
                <a:off x="3179"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58" name="Line 494"/>
              <p:cNvSpPr>
                <a:spLocks noChangeShapeType="1"/>
              </p:cNvSpPr>
              <p:nvPr/>
            </p:nvSpPr>
            <p:spPr bwMode="auto">
              <a:xfrm>
                <a:off x="3179"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59" name="Rectangle 495"/>
              <p:cNvSpPr>
                <a:spLocks noChangeArrowheads="1"/>
              </p:cNvSpPr>
              <p:nvPr/>
            </p:nvSpPr>
            <p:spPr bwMode="auto">
              <a:xfrm>
                <a:off x="3185" y="3202"/>
                <a:ext cx="230"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60" name="Line 496"/>
              <p:cNvSpPr>
                <a:spLocks noChangeShapeType="1"/>
              </p:cNvSpPr>
              <p:nvPr/>
            </p:nvSpPr>
            <p:spPr bwMode="auto">
              <a:xfrm>
                <a:off x="3185" y="3202"/>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61" name="Rectangle 497"/>
              <p:cNvSpPr>
                <a:spLocks noChangeArrowheads="1"/>
              </p:cNvSpPr>
              <p:nvPr/>
            </p:nvSpPr>
            <p:spPr bwMode="auto">
              <a:xfrm>
                <a:off x="3415"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62" name="Line 498"/>
              <p:cNvSpPr>
                <a:spLocks noChangeShapeType="1"/>
              </p:cNvSpPr>
              <p:nvPr/>
            </p:nvSpPr>
            <p:spPr bwMode="auto">
              <a:xfrm>
                <a:off x="3415"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63" name="Line 499"/>
              <p:cNvSpPr>
                <a:spLocks noChangeShapeType="1"/>
              </p:cNvSpPr>
              <p:nvPr/>
            </p:nvSpPr>
            <p:spPr bwMode="auto">
              <a:xfrm>
                <a:off x="3415"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64" name="Rectangle 500"/>
              <p:cNvSpPr>
                <a:spLocks noChangeArrowheads="1"/>
              </p:cNvSpPr>
              <p:nvPr/>
            </p:nvSpPr>
            <p:spPr bwMode="auto">
              <a:xfrm>
                <a:off x="3421" y="3202"/>
                <a:ext cx="225"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65" name="Line 501"/>
              <p:cNvSpPr>
                <a:spLocks noChangeShapeType="1"/>
              </p:cNvSpPr>
              <p:nvPr/>
            </p:nvSpPr>
            <p:spPr bwMode="auto">
              <a:xfrm>
                <a:off x="3421" y="320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66" name="Rectangle 502"/>
              <p:cNvSpPr>
                <a:spLocks noChangeArrowheads="1"/>
              </p:cNvSpPr>
              <p:nvPr/>
            </p:nvSpPr>
            <p:spPr bwMode="auto">
              <a:xfrm>
                <a:off x="3646"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67" name="Line 503"/>
              <p:cNvSpPr>
                <a:spLocks noChangeShapeType="1"/>
              </p:cNvSpPr>
              <p:nvPr/>
            </p:nvSpPr>
            <p:spPr bwMode="auto">
              <a:xfrm>
                <a:off x="3646"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68" name="Line 504"/>
              <p:cNvSpPr>
                <a:spLocks noChangeShapeType="1"/>
              </p:cNvSpPr>
              <p:nvPr/>
            </p:nvSpPr>
            <p:spPr bwMode="auto">
              <a:xfrm>
                <a:off x="3646"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69" name="Rectangle 505"/>
              <p:cNvSpPr>
                <a:spLocks noChangeArrowheads="1"/>
              </p:cNvSpPr>
              <p:nvPr/>
            </p:nvSpPr>
            <p:spPr bwMode="auto">
              <a:xfrm>
                <a:off x="3652" y="3202"/>
                <a:ext cx="23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70" name="Line 506"/>
              <p:cNvSpPr>
                <a:spLocks noChangeShapeType="1"/>
              </p:cNvSpPr>
              <p:nvPr/>
            </p:nvSpPr>
            <p:spPr bwMode="auto">
              <a:xfrm>
                <a:off x="3652" y="320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 name="Rectangle 507"/>
              <p:cNvSpPr>
                <a:spLocks noChangeArrowheads="1"/>
              </p:cNvSpPr>
              <p:nvPr/>
            </p:nvSpPr>
            <p:spPr bwMode="auto">
              <a:xfrm>
                <a:off x="3883"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72" name="Line 508"/>
              <p:cNvSpPr>
                <a:spLocks noChangeShapeType="1"/>
              </p:cNvSpPr>
              <p:nvPr/>
            </p:nvSpPr>
            <p:spPr bwMode="auto">
              <a:xfrm>
                <a:off x="3883"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 name="Line 509"/>
              <p:cNvSpPr>
                <a:spLocks noChangeShapeType="1"/>
              </p:cNvSpPr>
              <p:nvPr/>
            </p:nvSpPr>
            <p:spPr bwMode="auto">
              <a:xfrm>
                <a:off x="3883"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 name="Rectangle 510"/>
              <p:cNvSpPr>
                <a:spLocks noChangeArrowheads="1"/>
              </p:cNvSpPr>
              <p:nvPr/>
            </p:nvSpPr>
            <p:spPr bwMode="auto">
              <a:xfrm>
                <a:off x="3889" y="3202"/>
                <a:ext cx="224"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75" name="Line 511"/>
              <p:cNvSpPr>
                <a:spLocks noChangeShapeType="1"/>
              </p:cNvSpPr>
              <p:nvPr/>
            </p:nvSpPr>
            <p:spPr bwMode="auto">
              <a:xfrm>
                <a:off x="3889" y="3202"/>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6" name="Rectangle 512"/>
              <p:cNvSpPr>
                <a:spLocks noChangeArrowheads="1"/>
              </p:cNvSpPr>
              <p:nvPr/>
            </p:nvSpPr>
            <p:spPr bwMode="auto">
              <a:xfrm>
                <a:off x="4113"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77" name="Line 513"/>
              <p:cNvSpPr>
                <a:spLocks noChangeShapeType="1"/>
              </p:cNvSpPr>
              <p:nvPr/>
            </p:nvSpPr>
            <p:spPr bwMode="auto">
              <a:xfrm>
                <a:off x="4113"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8" name="Line 514"/>
              <p:cNvSpPr>
                <a:spLocks noChangeShapeType="1"/>
              </p:cNvSpPr>
              <p:nvPr/>
            </p:nvSpPr>
            <p:spPr bwMode="auto">
              <a:xfrm>
                <a:off x="4113"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9" name="Rectangle 515"/>
              <p:cNvSpPr>
                <a:spLocks noChangeArrowheads="1"/>
              </p:cNvSpPr>
              <p:nvPr/>
            </p:nvSpPr>
            <p:spPr bwMode="auto">
              <a:xfrm>
                <a:off x="4119" y="3202"/>
                <a:ext cx="23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80" name="Line 516"/>
              <p:cNvSpPr>
                <a:spLocks noChangeShapeType="1"/>
              </p:cNvSpPr>
              <p:nvPr/>
            </p:nvSpPr>
            <p:spPr bwMode="auto">
              <a:xfrm>
                <a:off x="4119" y="320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81" name="Rectangle 517"/>
              <p:cNvSpPr>
                <a:spLocks noChangeArrowheads="1"/>
              </p:cNvSpPr>
              <p:nvPr/>
            </p:nvSpPr>
            <p:spPr bwMode="auto">
              <a:xfrm>
                <a:off x="4350"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82" name="Line 518"/>
              <p:cNvSpPr>
                <a:spLocks noChangeShapeType="1"/>
              </p:cNvSpPr>
              <p:nvPr/>
            </p:nvSpPr>
            <p:spPr bwMode="auto">
              <a:xfrm>
                <a:off x="4350"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83" name="Line 519"/>
              <p:cNvSpPr>
                <a:spLocks noChangeShapeType="1"/>
              </p:cNvSpPr>
              <p:nvPr/>
            </p:nvSpPr>
            <p:spPr bwMode="auto">
              <a:xfrm>
                <a:off x="4350"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84" name="Rectangle 520"/>
              <p:cNvSpPr>
                <a:spLocks noChangeArrowheads="1"/>
              </p:cNvSpPr>
              <p:nvPr/>
            </p:nvSpPr>
            <p:spPr bwMode="auto">
              <a:xfrm>
                <a:off x="4356" y="3202"/>
                <a:ext cx="225"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85" name="Line 521"/>
              <p:cNvSpPr>
                <a:spLocks noChangeShapeType="1"/>
              </p:cNvSpPr>
              <p:nvPr/>
            </p:nvSpPr>
            <p:spPr bwMode="auto">
              <a:xfrm>
                <a:off x="4356" y="320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86" name="Rectangle 522"/>
              <p:cNvSpPr>
                <a:spLocks noChangeArrowheads="1"/>
              </p:cNvSpPr>
              <p:nvPr/>
            </p:nvSpPr>
            <p:spPr bwMode="auto">
              <a:xfrm>
                <a:off x="4581"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87" name="Line 523"/>
              <p:cNvSpPr>
                <a:spLocks noChangeShapeType="1"/>
              </p:cNvSpPr>
              <p:nvPr/>
            </p:nvSpPr>
            <p:spPr bwMode="auto">
              <a:xfrm>
                <a:off x="4581"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88" name="Line 524"/>
              <p:cNvSpPr>
                <a:spLocks noChangeShapeType="1"/>
              </p:cNvSpPr>
              <p:nvPr/>
            </p:nvSpPr>
            <p:spPr bwMode="auto">
              <a:xfrm>
                <a:off x="4581"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89" name="Rectangle 525"/>
              <p:cNvSpPr>
                <a:spLocks noChangeArrowheads="1"/>
              </p:cNvSpPr>
              <p:nvPr/>
            </p:nvSpPr>
            <p:spPr bwMode="auto">
              <a:xfrm>
                <a:off x="4587" y="3202"/>
                <a:ext cx="230"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90" name="Line 526"/>
              <p:cNvSpPr>
                <a:spLocks noChangeShapeType="1"/>
              </p:cNvSpPr>
              <p:nvPr/>
            </p:nvSpPr>
            <p:spPr bwMode="auto">
              <a:xfrm>
                <a:off x="4587" y="3202"/>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91" name="Rectangle 527"/>
              <p:cNvSpPr>
                <a:spLocks noChangeArrowheads="1"/>
              </p:cNvSpPr>
              <p:nvPr/>
            </p:nvSpPr>
            <p:spPr bwMode="auto">
              <a:xfrm>
                <a:off x="4817" y="3202"/>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92" name="Line 528"/>
              <p:cNvSpPr>
                <a:spLocks noChangeShapeType="1"/>
              </p:cNvSpPr>
              <p:nvPr/>
            </p:nvSpPr>
            <p:spPr bwMode="auto">
              <a:xfrm>
                <a:off x="4817" y="3202"/>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93" name="Line 529"/>
              <p:cNvSpPr>
                <a:spLocks noChangeShapeType="1"/>
              </p:cNvSpPr>
              <p:nvPr/>
            </p:nvSpPr>
            <p:spPr bwMode="auto">
              <a:xfrm>
                <a:off x="4817"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94" name="Rectangle 530"/>
              <p:cNvSpPr>
                <a:spLocks noChangeArrowheads="1"/>
              </p:cNvSpPr>
              <p:nvPr/>
            </p:nvSpPr>
            <p:spPr bwMode="auto">
              <a:xfrm>
                <a:off x="4824" y="3202"/>
                <a:ext cx="224"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95" name="Line 531"/>
              <p:cNvSpPr>
                <a:spLocks noChangeShapeType="1"/>
              </p:cNvSpPr>
              <p:nvPr/>
            </p:nvSpPr>
            <p:spPr bwMode="auto">
              <a:xfrm>
                <a:off x="4824" y="3202"/>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96" name="Rectangle 532"/>
              <p:cNvSpPr>
                <a:spLocks noChangeArrowheads="1"/>
              </p:cNvSpPr>
              <p:nvPr/>
            </p:nvSpPr>
            <p:spPr bwMode="auto">
              <a:xfrm>
                <a:off x="5048"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997" name="Line 533"/>
              <p:cNvSpPr>
                <a:spLocks noChangeShapeType="1"/>
              </p:cNvSpPr>
              <p:nvPr/>
            </p:nvSpPr>
            <p:spPr bwMode="auto">
              <a:xfrm>
                <a:off x="5048"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98" name="Line 534"/>
              <p:cNvSpPr>
                <a:spLocks noChangeShapeType="1"/>
              </p:cNvSpPr>
              <p:nvPr/>
            </p:nvSpPr>
            <p:spPr bwMode="auto">
              <a:xfrm>
                <a:off x="5048"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99" name="Rectangle 535"/>
              <p:cNvSpPr>
                <a:spLocks noChangeArrowheads="1"/>
              </p:cNvSpPr>
              <p:nvPr/>
            </p:nvSpPr>
            <p:spPr bwMode="auto">
              <a:xfrm>
                <a:off x="5054" y="3202"/>
                <a:ext cx="23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00" name="Line 536"/>
              <p:cNvSpPr>
                <a:spLocks noChangeShapeType="1"/>
              </p:cNvSpPr>
              <p:nvPr/>
            </p:nvSpPr>
            <p:spPr bwMode="auto">
              <a:xfrm>
                <a:off x="5054" y="320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01" name="Rectangle 537"/>
              <p:cNvSpPr>
                <a:spLocks noChangeArrowheads="1"/>
              </p:cNvSpPr>
              <p:nvPr/>
            </p:nvSpPr>
            <p:spPr bwMode="auto">
              <a:xfrm>
                <a:off x="5285" y="3202"/>
                <a:ext cx="6"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02" name="Line 538"/>
              <p:cNvSpPr>
                <a:spLocks noChangeShapeType="1"/>
              </p:cNvSpPr>
              <p:nvPr/>
            </p:nvSpPr>
            <p:spPr bwMode="auto">
              <a:xfrm>
                <a:off x="5285" y="320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03" name="Line 539"/>
              <p:cNvSpPr>
                <a:spLocks noChangeShapeType="1"/>
              </p:cNvSpPr>
              <p:nvPr/>
            </p:nvSpPr>
            <p:spPr bwMode="auto">
              <a:xfrm>
                <a:off x="5285" y="3202"/>
                <a:ext cx="1"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04" name="Rectangle 540"/>
              <p:cNvSpPr>
                <a:spLocks noChangeArrowheads="1"/>
              </p:cNvSpPr>
              <p:nvPr/>
            </p:nvSpPr>
            <p:spPr bwMode="auto">
              <a:xfrm>
                <a:off x="132"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05" name="Line 541"/>
              <p:cNvSpPr>
                <a:spLocks noChangeShapeType="1"/>
              </p:cNvSpPr>
              <p:nvPr/>
            </p:nvSpPr>
            <p:spPr bwMode="auto">
              <a:xfrm>
                <a:off x="132"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06" name="Rectangle 542"/>
              <p:cNvSpPr>
                <a:spLocks noChangeArrowheads="1"/>
              </p:cNvSpPr>
              <p:nvPr/>
            </p:nvSpPr>
            <p:spPr bwMode="auto">
              <a:xfrm>
                <a:off x="611"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07" name="Line 543"/>
              <p:cNvSpPr>
                <a:spLocks noChangeShapeType="1"/>
              </p:cNvSpPr>
              <p:nvPr/>
            </p:nvSpPr>
            <p:spPr bwMode="auto">
              <a:xfrm>
                <a:off x="611"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08" name="Rectangle 544"/>
              <p:cNvSpPr>
                <a:spLocks noChangeArrowheads="1"/>
              </p:cNvSpPr>
              <p:nvPr/>
            </p:nvSpPr>
            <p:spPr bwMode="auto">
              <a:xfrm>
                <a:off x="842"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09" name="Line 545"/>
              <p:cNvSpPr>
                <a:spLocks noChangeShapeType="1"/>
              </p:cNvSpPr>
              <p:nvPr/>
            </p:nvSpPr>
            <p:spPr bwMode="auto">
              <a:xfrm>
                <a:off x="842"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10" name="Rectangle 546"/>
              <p:cNvSpPr>
                <a:spLocks noChangeArrowheads="1"/>
              </p:cNvSpPr>
              <p:nvPr/>
            </p:nvSpPr>
            <p:spPr bwMode="auto">
              <a:xfrm>
                <a:off x="1079"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11" name="Line 547"/>
              <p:cNvSpPr>
                <a:spLocks noChangeShapeType="1"/>
              </p:cNvSpPr>
              <p:nvPr/>
            </p:nvSpPr>
            <p:spPr bwMode="auto">
              <a:xfrm>
                <a:off x="1079"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12" name="Rectangle 548"/>
              <p:cNvSpPr>
                <a:spLocks noChangeArrowheads="1"/>
              </p:cNvSpPr>
              <p:nvPr/>
            </p:nvSpPr>
            <p:spPr bwMode="auto">
              <a:xfrm>
                <a:off x="1309"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13" name="Line 549"/>
              <p:cNvSpPr>
                <a:spLocks noChangeShapeType="1"/>
              </p:cNvSpPr>
              <p:nvPr/>
            </p:nvSpPr>
            <p:spPr bwMode="auto">
              <a:xfrm>
                <a:off x="1309"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14" name="Rectangle 550"/>
              <p:cNvSpPr>
                <a:spLocks noChangeArrowheads="1"/>
              </p:cNvSpPr>
              <p:nvPr/>
            </p:nvSpPr>
            <p:spPr bwMode="auto">
              <a:xfrm>
                <a:off x="1546"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15" name="Line 551"/>
              <p:cNvSpPr>
                <a:spLocks noChangeShapeType="1"/>
              </p:cNvSpPr>
              <p:nvPr/>
            </p:nvSpPr>
            <p:spPr bwMode="auto">
              <a:xfrm>
                <a:off x="1546"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16" name="Rectangle 552"/>
              <p:cNvSpPr>
                <a:spLocks noChangeArrowheads="1"/>
              </p:cNvSpPr>
              <p:nvPr/>
            </p:nvSpPr>
            <p:spPr bwMode="auto">
              <a:xfrm>
                <a:off x="1777"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17" name="Line 553"/>
              <p:cNvSpPr>
                <a:spLocks noChangeShapeType="1"/>
              </p:cNvSpPr>
              <p:nvPr/>
            </p:nvSpPr>
            <p:spPr bwMode="auto">
              <a:xfrm>
                <a:off x="1777"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18" name="Rectangle 554"/>
              <p:cNvSpPr>
                <a:spLocks noChangeArrowheads="1"/>
              </p:cNvSpPr>
              <p:nvPr/>
            </p:nvSpPr>
            <p:spPr bwMode="auto">
              <a:xfrm>
                <a:off x="2013"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19" name="Line 555"/>
              <p:cNvSpPr>
                <a:spLocks noChangeShapeType="1"/>
              </p:cNvSpPr>
              <p:nvPr/>
            </p:nvSpPr>
            <p:spPr bwMode="auto">
              <a:xfrm>
                <a:off x="2013"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20" name="Rectangle 556"/>
              <p:cNvSpPr>
                <a:spLocks noChangeArrowheads="1"/>
              </p:cNvSpPr>
              <p:nvPr/>
            </p:nvSpPr>
            <p:spPr bwMode="auto">
              <a:xfrm>
                <a:off x="2244"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21" name="Line 557"/>
              <p:cNvSpPr>
                <a:spLocks noChangeShapeType="1"/>
              </p:cNvSpPr>
              <p:nvPr/>
            </p:nvSpPr>
            <p:spPr bwMode="auto">
              <a:xfrm>
                <a:off x="2244"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22" name="Rectangle 558"/>
              <p:cNvSpPr>
                <a:spLocks noChangeArrowheads="1"/>
              </p:cNvSpPr>
              <p:nvPr/>
            </p:nvSpPr>
            <p:spPr bwMode="auto">
              <a:xfrm>
                <a:off x="2481"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23" name="Line 559"/>
              <p:cNvSpPr>
                <a:spLocks noChangeShapeType="1"/>
              </p:cNvSpPr>
              <p:nvPr/>
            </p:nvSpPr>
            <p:spPr bwMode="auto">
              <a:xfrm>
                <a:off x="2481"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24" name="Rectangle 560"/>
              <p:cNvSpPr>
                <a:spLocks noChangeArrowheads="1"/>
              </p:cNvSpPr>
              <p:nvPr/>
            </p:nvSpPr>
            <p:spPr bwMode="auto">
              <a:xfrm>
                <a:off x="2711"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25" name="Line 561"/>
              <p:cNvSpPr>
                <a:spLocks noChangeShapeType="1"/>
              </p:cNvSpPr>
              <p:nvPr/>
            </p:nvSpPr>
            <p:spPr bwMode="auto">
              <a:xfrm>
                <a:off x="2711"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26" name="Rectangle 562"/>
              <p:cNvSpPr>
                <a:spLocks noChangeArrowheads="1"/>
              </p:cNvSpPr>
              <p:nvPr/>
            </p:nvSpPr>
            <p:spPr bwMode="auto">
              <a:xfrm>
                <a:off x="2948"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27" name="Line 563"/>
              <p:cNvSpPr>
                <a:spLocks noChangeShapeType="1"/>
              </p:cNvSpPr>
              <p:nvPr/>
            </p:nvSpPr>
            <p:spPr bwMode="auto">
              <a:xfrm>
                <a:off x="2948"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28" name="Rectangle 564"/>
              <p:cNvSpPr>
                <a:spLocks noChangeArrowheads="1"/>
              </p:cNvSpPr>
              <p:nvPr/>
            </p:nvSpPr>
            <p:spPr bwMode="auto">
              <a:xfrm>
                <a:off x="3179"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29" name="Line 565"/>
              <p:cNvSpPr>
                <a:spLocks noChangeShapeType="1"/>
              </p:cNvSpPr>
              <p:nvPr/>
            </p:nvSpPr>
            <p:spPr bwMode="auto">
              <a:xfrm>
                <a:off x="3179"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30" name="Rectangle 566"/>
              <p:cNvSpPr>
                <a:spLocks noChangeArrowheads="1"/>
              </p:cNvSpPr>
              <p:nvPr/>
            </p:nvSpPr>
            <p:spPr bwMode="auto">
              <a:xfrm>
                <a:off x="3415"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31" name="Line 567"/>
              <p:cNvSpPr>
                <a:spLocks noChangeShapeType="1"/>
              </p:cNvSpPr>
              <p:nvPr/>
            </p:nvSpPr>
            <p:spPr bwMode="auto">
              <a:xfrm>
                <a:off x="3415"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32" name="Rectangle 568"/>
              <p:cNvSpPr>
                <a:spLocks noChangeArrowheads="1"/>
              </p:cNvSpPr>
              <p:nvPr/>
            </p:nvSpPr>
            <p:spPr bwMode="auto">
              <a:xfrm>
                <a:off x="3646"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33" name="Line 569"/>
              <p:cNvSpPr>
                <a:spLocks noChangeShapeType="1"/>
              </p:cNvSpPr>
              <p:nvPr/>
            </p:nvSpPr>
            <p:spPr bwMode="auto">
              <a:xfrm>
                <a:off x="3646"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34" name="Rectangle 570"/>
              <p:cNvSpPr>
                <a:spLocks noChangeArrowheads="1"/>
              </p:cNvSpPr>
              <p:nvPr/>
            </p:nvSpPr>
            <p:spPr bwMode="auto">
              <a:xfrm>
                <a:off x="3883"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35" name="Line 571"/>
              <p:cNvSpPr>
                <a:spLocks noChangeShapeType="1"/>
              </p:cNvSpPr>
              <p:nvPr/>
            </p:nvSpPr>
            <p:spPr bwMode="auto">
              <a:xfrm>
                <a:off x="3883"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36" name="Rectangle 572"/>
              <p:cNvSpPr>
                <a:spLocks noChangeArrowheads="1"/>
              </p:cNvSpPr>
              <p:nvPr/>
            </p:nvSpPr>
            <p:spPr bwMode="auto">
              <a:xfrm>
                <a:off x="4113"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37" name="Line 573"/>
              <p:cNvSpPr>
                <a:spLocks noChangeShapeType="1"/>
              </p:cNvSpPr>
              <p:nvPr/>
            </p:nvSpPr>
            <p:spPr bwMode="auto">
              <a:xfrm>
                <a:off x="4113"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38" name="Rectangle 574"/>
              <p:cNvSpPr>
                <a:spLocks noChangeArrowheads="1"/>
              </p:cNvSpPr>
              <p:nvPr/>
            </p:nvSpPr>
            <p:spPr bwMode="auto">
              <a:xfrm>
                <a:off x="4350"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39" name="Line 575"/>
              <p:cNvSpPr>
                <a:spLocks noChangeShapeType="1"/>
              </p:cNvSpPr>
              <p:nvPr/>
            </p:nvSpPr>
            <p:spPr bwMode="auto">
              <a:xfrm>
                <a:off x="4350"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40" name="Rectangle 576"/>
              <p:cNvSpPr>
                <a:spLocks noChangeArrowheads="1"/>
              </p:cNvSpPr>
              <p:nvPr/>
            </p:nvSpPr>
            <p:spPr bwMode="auto">
              <a:xfrm>
                <a:off x="4581"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41" name="Line 577"/>
              <p:cNvSpPr>
                <a:spLocks noChangeShapeType="1"/>
              </p:cNvSpPr>
              <p:nvPr/>
            </p:nvSpPr>
            <p:spPr bwMode="auto">
              <a:xfrm>
                <a:off x="4581"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42" name="Rectangle 578"/>
              <p:cNvSpPr>
                <a:spLocks noChangeArrowheads="1"/>
              </p:cNvSpPr>
              <p:nvPr/>
            </p:nvSpPr>
            <p:spPr bwMode="auto">
              <a:xfrm>
                <a:off x="4817" y="3209"/>
                <a:ext cx="7"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43" name="Line 579"/>
              <p:cNvSpPr>
                <a:spLocks noChangeShapeType="1"/>
              </p:cNvSpPr>
              <p:nvPr/>
            </p:nvSpPr>
            <p:spPr bwMode="auto">
              <a:xfrm>
                <a:off x="4817"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44" name="Rectangle 580"/>
              <p:cNvSpPr>
                <a:spLocks noChangeArrowheads="1"/>
              </p:cNvSpPr>
              <p:nvPr/>
            </p:nvSpPr>
            <p:spPr bwMode="auto">
              <a:xfrm>
                <a:off x="5048"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45" name="Line 581"/>
              <p:cNvSpPr>
                <a:spLocks noChangeShapeType="1"/>
              </p:cNvSpPr>
              <p:nvPr/>
            </p:nvSpPr>
            <p:spPr bwMode="auto">
              <a:xfrm>
                <a:off x="5048"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46" name="Rectangle 582"/>
              <p:cNvSpPr>
                <a:spLocks noChangeArrowheads="1"/>
              </p:cNvSpPr>
              <p:nvPr/>
            </p:nvSpPr>
            <p:spPr bwMode="auto">
              <a:xfrm>
                <a:off x="5285" y="3209"/>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47" name="Line 583"/>
              <p:cNvSpPr>
                <a:spLocks noChangeShapeType="1"/>
              </p:cNvSpPr>
              <p:nvPr/>
            </p:nvSpPr>
            <p:spPr bwMode="auto">
              <a:xfrm>
                <a:off x="5285" y="3209"/>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48" name="Rectangle 584"/>
              <p:cNvSpPr>
                <a:spLocks noChangeArrowheads="1"/>
              </p:cNvSpPr>
              <p:nvPr/>
            </p:nvSpPr>
            <p:spPr bwMode="auto">
              <a:xfrm>
                <a:off x="180" y="2995"/>
                <a:ext cx="36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300">
                    <a:solidFill>
                      <a:srgbClr val="000000"/>
                    </a:solidFill>
                    <a:latin typeface="宋体" pitchFamily="2" charset="-122"/>
                  </a:rPr>
                  <a:t>物理</a:t>
                </a:r>
                <a:endParaRPr lang="zh-CN" altLang="en-US" u="sng"/>
              </a:p>
            </p:txBody>
          </p:sp>
          <p:sp>
            <p:nvSpPr>
              <p:cNvPr id="3049" name="Rectangle 585"/>
              <p:cNvSpPr>
                <a:spLocks noChangeArrowheads="1"/>
              </p:cNvSpPr>
              <p:nvPr/>
            </p:nvSpPr>
            <p:spPr bwMode="auto">
              <a:xfrm>
                <a:off x="180" y="3234"/>
                <a:ext cx="18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300">
                    <a:solidFill>
                      <a:srgbClr val="000000"/>
                    </a:solidFill>
                    <a:latin typeface="宋体" pitchFamily="2" charset="-122"/>
                  </a:rPr>
                  <a:t>块</a:t>
                </a:r>
                <a:endParaRPr lang="zh-CN" altLang="en-US" u="sng"/>
              </a:p>
            </p:txBody>
          </p:sp>
          <p:sp>
            <p:nvSpPr>
              <p:cNvPr id="3050" name="Rectangle 586"/>
              <p:cNvSpPr>
                <a:spLocks noChangeArrowheads="1"/>
              </p:cNvSpPr>
              <p:nvPr/>
            </p:nvSpPr>
            <p:spPr bwMode="auto">
              <a:xfrm>
                <a:off x="356" y="3234"/>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51" name="Rectangle 587"/>
              <p:cNvSpPr>
                <a:spLocks noChangeArrowheads="1"/>
              </p:cNvSpPr>
              <p:nvPr/>
            </p:nvSpPr>
            <p:spPr bwMode="auto">
              <a:xfrm>
                <a:off x="660"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52" name="Rectangle 588"/>
              <p:cNvSpPr>
                <a:spLocks noChangeArrowheads="1"/>
              </p:cNvSpPr>
              <p:nvPr/>
            </p:nvSpPr>
            <p:spPr bwMode="auto">
              <a:xfrm>
                <a:off x="891"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53" name="Rectangle 589"/>
              <p:cNvSpPr>
                <a:spLocks noChangeArrowheads="1"/>
              </p:cNvSpPr>
              <p:nvPr/>
            </p:nvSpPr>
            <p:spPr bwMode="auto">
              <a:xfrm>
                <a:off x="1127"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1</a:t>
                </a:r>
                <a:endParaRPr lang="en-US" altLang="zh-CN" u="sng"/>
              </a:p>
            </p:txBody>
          </p:sp>
          <p:sp>
            <p:nvSpPr>
              <p:cNvPr id="3054" name="Rectangle 590"/>
              <p:cNvSpPr>
                <a:spLocks noChangeArrowheads="1"/>
              </p:cNvSpPr>
              <p:nvPr/>
            </p:nvSpPr>
            <p:spPr bwMode="auto">
              <a:xfrm>
                <a:off x="1218"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55" name="Rectangle 591"/>
              <p:cNvSpPr>
                <a:spLocks noChangeArrowheads="1"/>
              </p:cNvSpPr>
              <p:nvPr/>
            </p:nvSpPr>
            <p:spPr bwMode="auto">
              <a:xfrm>
                <a:off x="1358"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1</a:t>
                </a:r>
                <a:endParaRPr lang="en-US" altLang="zh-CN" u="sng"/>
              </a:p>
            </p:txBody>
          </p:sp>
          <p:sp>
            <p:nvSpPr>
              <p:cNvPr id="3056" name="Rectangle 592"/>
              <p:cNvSpPr>
                <a:spLocks noChangeArrowheads="1"/>
              </p:cNvSpPr>
              <p:nvPr/>
            </p:nvSpPr>
            <p:spPr bwMode="auto">
              <a:xfrm>
                <a:off x="1449"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57" name="Rectangle 593"/>
              <p:cNvSpPr>
                <a:spLocks noChangeArrowheads="1"/>
              </p:cNvSpPr>
              <p:nvPr/>
            </p:nvSpPr>
            <p:spPr bwMode="auto">
              <a:xfrm>
                <a:off x="1595"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58" name="Rectangle 594"/>
              <p:cNvSpPr>
                <a:spLocks noChangeArrowheads="1"/>
              </p:cNvSpPr>
              <p:nvPr/>
            </p:nvSpPr>
            <p:spPr bwMode="auto">
              <a:xfrm>
                <a:off x="1831"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1</a:t>
                </a:r>
                <a:endParaRPr lang="en-US" altLang="zh-CN" u="sng"/>
              </a:p>
            </p:txBody>
          </p:sp>
          <p:sp>
            <p:nvSpPr>
              <p:cNvPr id="3059" name="Rectangle 595"/>
              <p:cNvSpPr>
                <a:spLocks noChangeArrowheads="1"/>
              </p:cNvSpPr>
              <p:nvPr/>
            </p:nvSpPr>
            <p:spPr bwMode="auto">
              <a:xfrm>
                <a:off x="1922"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60" name="Rectangle 596"/>
              <p:cNvSpPr>
                <a:spLocks noChangeArrowheads="1"/>
              </p:cNvSpPr>
              <p:nvPr/>
            </p:nvSpPr>
            <p:spPr bwMode="auto">
              <a:xfrm>
                <a:off x="2062"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0</a:t>
                </a:r>
              </a:p>
            </p:txBody>
          </p:sp>
          <p:sp>
            <p:nvSpPr>
              <p:cNvPr id="3061" name="Rectangle 597"/>
              <p:cNvSpPr>
                <a:spLocks noChangeArrowheads="1"/>
              </p:cNvSpPr>
              <p:nvPr/>
            </p:nvSpPr>
            <p:spPr bwMode="auto">
              <a:xfrm>
                <a:off x="2153"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62" name="Rectangle 598"/>
              <p:cNvSpPr>
                <a:spLocks noChangeArrowheads="1"/>
              </p:cNvSpPr>
              <p:nvPr/>
            </p:nvSpPr>
            <p:spPr bwMode="auto">
              <a:xfrm>
                <a:off x="2299"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3063" name="Rectangle 599"/>
              <p:cNvSpPr>
                <a:spLocks noChangeArrowheads="1"/>
              </p:cNvSpPr>
              <p:nvPr/>
            </p:nvSpPr>
            <p:spPr bwMode="auto">
              <a:xfrm>
                <a:off x="2390"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64" name="Rectangle 600"/>
              <p:cNvSpPr>
                <a:spLocks noChangeArrowheads="1"/>
              </p:cNvSpPr>
              <p:nvPr/>
            </p:nvSpPr>
            <p:spPr bwMode="auto">
              <a:xfrm>
                <a:off x="2529"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0</a:t>
                </a:r>
                <a:endParaRPr lang="en-US" altLang="zh-CN" u="sng"/>
              </a:p>
            </p:txBody>
          </p:sp>
          <p:sp>
            <p:nvSpPr>
              <p:cNvPr id="3065" name="Rectangle 601"/>
              <p:cNvSpPr>
                <a:spLocks noChangeArrowheads="1"/>
              </p:cNvSpPr>
              <p:nvPr/>
            </p:nvSpPr>
            <p:spPr bwMode="auto">
              <a:xfrm>
                <a:off x="2620"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66" name="Rectangle 602"/>
              <p:cNvSpPr>
                <a:spLocks noChangeArrowheads="1"/>
              </p:cNvSpPr>
              <p:nvPr/>
            </p:nvSpPr>
            <p:spPr bwMode="auto">
              <a:xfrm>
                <a:off x="2766"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3</a:t>
                </a:r>
              </a:p>
            </p:txBody>
          </p:sp>
          <p:sp>
            <p:nvSpPr>
              <p:cNvPr id="3067" name="Rectangle 603"/>
              <p:cNvSpPr>
                <a:spLocks noChangeArrowheads="1"/>
              </p:cNvSpPr>
              <p:nvPr/>
            </p:nvSpPr>
            <p:spPr bwMode="auto">
              <a:xfrm>
                <a:off x="2857"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68" name="Rectangle 604"/>
              <p:cNvSpPr>
                <a:spLocks noChangeArrowheads="1"/>
              </p:cNvSpPr>
              <p:nvPr/>
            </p:nvSpPr>
            <p:spPr bwMode="auto">
              <a:xfrm>
                <a:off x="2997"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3</a:t>
                </a:r>
                <a:endParaRPr lang="en-US" altLang="zh-CN" u="sng"/>
              </a:p>
            </p:txBody>
          </p:sp>
          <p:sp>
            <p:nvSpPr>
              <p:cNvPr id="3069" name="Rectangle 605"/>
              <p:cNvSpPr>
                <a:spLocks noChangeArrowheads="1"/>
              </p:cNvSpPr>
              <p:nvPr/>
            </p:nvSpPr>
            <p:spPr bwMode="auto">
              <a:xfrm>
                <a:off x="3088"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grpSp>
        <p:grpSp>
          <p:nvGrpSpPr>
            <p:cNvPr id="3070" name="Group 606"/>
            <p:cNvGrpSpPr>
              <a:grpSpLocks/>
            </p:cNvGrpSpPr>
            <p:nvPr/>
          </p:nvGrpSpPr>
          <p:grpSpPr bwMode="auto">
            <a:xfrm>
              <a:off x="990600" y="5791200"/>
              <a:ext cx="8189913" cy="800100"/>
              <a:chOff x="132" y="3448"/>
              <a:chExt cx="5159" cy="504"/>
            </a:xfrm>
          </p:grpSpPr>
          <p:sp>
            <p:nvSpPr>
              <p:cNvPr id="3071" name="Rectangle 607"/>
              <p:cNvSpPr>
                <a:spLocks noChangeArrowheads="1"/>
              </p:cNvSpPr>
              <p:nvPr/>
            </p:nvSpPr>
            <p:spPr bwMode="auto">
              <a:xfrm>
                <a:off x="3233"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72" name="Rectangle 608"/>
              <p:cNvSpPr>
                <a:spLocks noChangeArrowheads="1"/>
              </p:cNvSpPr>
              <p:nvPr/>
            </p:nvSpPr>
            <p:spPr bwMode="auto">
              <a:xfrm>
                <a:off x="3464"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73" name="Rectangle 609"/>
              <p:cNvSpPr>
                <a:spLocks noChangeArrowheads="1"/>
              </p:cNvSpPr>
              <p:nvPr/>
            </p:nvSpPr>
            <p:spPr bwMode="auto">
              <a:xfrm>
                <a:off x="3701"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3</a:t>
                </a:r>
                <a:endParaRPr lang="en-US" altLang="zh-CN" u="sng"/>
              </a:p>
            </p:txBody>
          </p:sp>
          <p:sp>
            <p:nvSpPr>
              <p:cNvPr id="3074" name="Rectangle 610"/>
              <p:cNvSpPr>
                <a:spLocks noChangeArrowheads="1"/>
              </p:cNvSpPr>
              <p:nvPr/>
            </p:nvSpPr>
            <p:spPr bwMode="auto">
              <a:xfrm>
                <a:off x="3792"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75" name="Rectangle 611"/>
              <p:cNvSpPr>
                <a:spLocks noChangeArrowheads="1"/>
              </p:cNvSpPr>
              <p:nvPr/>
            </p:nvSpPr>
            <p:spPr bwMode="auto">
              <a:xfrm>
                <a:off x="3931"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2</a:t>
                </a:r>
              </a:p>
            </p:txBody>
          </p:sp>
          <p:sp>
            <p:nvSpPr>
              <p:cNvPr id="3076" name="Rectangle 612"/>
              <p:cNvSpPr>
                <a:spLocks noChangeArrowheads="1"/>
              </p:cNvSpPr>
              <p:nvPr/>
            </p:nvSpPr>
            <p:spPr bwMode="auto">
              <a:xfrm>
                <a:off x="4022"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77" name="Rectangle 613"/>
              <p:cNvSpPr>
                <a:spLocks noChangeArrowheads="1"/>
              </p:cNvSpPr>
              <p:nvPr/>
            </p:nvSpPr>
            <p:spPr bwMode="auto">
              <a:xfrm>
                <a:off x="4168"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78" name="Rectangle 614"/>
              <p:cNvSpPr>
                <a:spLocks noChangeArrowheads="1"/>
              </p:cNvSpPr>
              <p:nvPr/>
            </p:nvSpPr>
            <p:spPr bwMode="auto">
              <a:xfrm>
                <a:off x="4399"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79" name="Rectangle 615"/>
              <p:cNvSpPr>
                <a:spLocks noChangeArrowheads="1"/>
              </p:cNvSpPr>
              <p:nvPr/>
            </p:nvSpPr>
            <p:spPr bwMode="auto">
              <a:xfrm>
                <a:off x="4635"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3080" name="Rectangle 616"/>
              <p:cNvSpPr>
                <a:spLocks noChangeArrowheads="1"/>
              </p:cNvSpPr>
              <p:nvPr/>
            </p:nvSpPr>
            <p:spPr bwMode="auto">
              <a:xfrm>
                <a:off x="4726"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81" name="Rectangle 617"/>
              <p:cNvSpPr>
                <a:spLocks noChangeArrowheads="1"/>
              </p:cNvSpPr>
              <p:nvPr/>
            </p:nvSpPr>
            <p:spPr bwMode="auto">
              <a:xfrm>
                <a:off x="4866"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2</a:t>
                </a:r>
                <a:endParaRPr lang="en-US" altLang="zh-CN" u="sng"/>
              </a:p>
            </p:txBody>
          </p:sp>
          <p:sp>
            <p:nvSpPr>
              <p:cNvPr id="3082" name="Rectangle 618"/>
              <p:cNvSpPr>
                <a:spLocks noChangeArrowheads="1"/>
              </p:cNvSpPr>
              <p:nvPr/>
            </p:nvSpPr>
            <p:spPr bwMode="auto">
              <a:xfrm>
                <a:off x="4957"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83" name="Rectangle 619"/>
              <p:cNvSpPr>
                <a:spLocks noChangeArrowheads="1"/>
              </p:cNvSpPr>
              <p:nvPr/>
            </p:nvSpPr>
            <p:spPr bwMode="auto">
              <a:xfrm>
                <a:off x="5103"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FF0000"/>
                    </a:solidFill>
                    <a:latin typeface="宋体" pitchFamily="2" charset="-122"/>
                  </a:rPr>
                  <a:t>1</a:t>
                </a:r>
              </a:p>
            </p:txBody>
          </p:sp>
          <p:sp>
            <p:nvSpPr>
              <p:cNvPr id="3084" name="Rectangle 620"/>
              <p:cNvSpPr>
                <a:spLocks noChangeArrowheads="1"/>
              </p:cNvSpPr>
              <p:nvPr/>
            </p:nvSpPr>
            <p:spPr bwMode="auto">
              <a:xfrm>
                <a:off x="5194" y="348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085" name="Rectangle 621"/>
              <p:cNvSpPr>
                <a:spLocks noChangeArrowheads="1"/>
              </p:cNvSpPr>
              <p:nvPr/>
            </p:nvSpPr>
            <p:spPr bwMode="auto">
              <a:xfrm>
                <a:off x="132"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86" name="Line 622"/>
              <p:cNvSpPr>
                <a:spLocks noChangeShapeType="1"/>
              </p:cNvSpPr>
              <p:nvPr/>
            </p:nvSpPr>
            <p:spPr bwMode="auto">
              <a:xfrm>
                <a:off x="132"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7" name="Line 623"/>
              <p:cNvSpPr>
                <a:spLocks noChangeShapeType="1"/>
              </p:cNvSpPr>
              <p:nvPr/>
            </p:nvSpPr>
            <p:spPr bwMode="auto">
              <a:xfrm>
                <a:off x="132"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8" name="Rectangle 624"/>
              <p:cNvSpPr>
                <a:spLocks noChangeArrowheads="1"/>
              </p:cNvSpPr>
              <p:nvPr/>
            </p:nvSpPr>
            <p:spPr bwMode="auto">
              <a:xfrm>
                <a:off x="611"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89" name="Line 625"/>
              <p:cNvSpPr>
                <a:spLocks noChangeShapeType="1"/>
              </p:cNvSpPr>
              <p:nvPr/>
            </p:nvSpPr>
            <p:spPr bwMode="auto">
              <a:xfrm>
                <a:off x="611"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90" name="Line 626"/>
              <p:cNvSpPr>
                <a:spLocks noChangeShapeType="1"/>
              </p:cNvSpPr>
              <p:nvPr/>
            </p:nvSpPr>
            <p:spPr bwMode="auto">
              <a:xfrm>
                <a:off x="611"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91" name="Rectangle 627"/>
              <p:cNvSpPr>
                <a:spLocks noChangeArrowheads="1"/>
              </p:cNvSpPr>
              <p:nvPr/>
            </p:nvSpPr>
            <p:spPr bwMode="auto">
              <a:xfrm>
                <a:off x="617" y="3448"/>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92" name="Line 628"/>
              <p:cNvSpPr>
                <a:spLocks noChangeShapeType="1"/>
              </p:cNvSpPr>
              <p:nvPr/>
            </p:nvSpPr>
            <p:spPr bwMode="auto">
              <a:xfrm>
                <a:off x="617" y="3448"/>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93" name="Rectangle 629"/>
              <p:cNvSpPr>
                <a:spLocks noChangeArrowheads="1"/>
              </p:cNvSpPr>
              <p:nvPr/>
            </p:nvSpPr>
            <p:spPr bwMode="auto">
              <a:xfrm>
                <a:off x="842"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94" name="Line 630"/>
              <p:cNvSpPr>
                <a:spLocks noChangeShapeType="1"/>
              </p:cNvSpPr>
              <p:nvPr/>
            </p:nvSpPr>
            <p:spPr bwMode="auto">
              <a:xfrm>
                <a:off x="842"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95" name="Line 631"/>
              <p:cNvSpPr>
                <a:spLocks noChangeShapeType="1"/>
              </p:cNvSpPr>
              <p:nvPr/>
            </p:nvSpPr>
            <p:spPr bwMode="auto">
              <a:xfrm>
                <a:off x="842"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96" name="Rectangle 632"/>
              <p:cNvSpPr>
                <a:spLocks noChangeArrowheads="1"/>
              </p:cNvSpPr>
              <p:nvPr/>
            </p:nvSpPr>
            <p:spPr bwMode="auto">
              <a:xfrm>
                <a:off x="848" y="3448"/>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97" name="Line 633"/>
              <p:cNvSpPr>
                <a:spLocks noChangeShapeType="1"/>
              </p:cNvSpPr>
              <p:nvPr/>
            </p:nvSpPr>
            <p:spPr bwMode="auto">
              <a:xfrm>
                <a:off x="848" y="3448"/>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98" name="Rectangle 634"/>
              <p:cNvSpPr>
                <a:spLocks noChangeArrowheads="1"/>
              </p:cNvSpPr>
              <p:nvPr/>
            </p:nvSpPr>
            <p:spPr bwMode="auto">
              <a:xfrm>
                <a:off x="1079"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099" name="Line 635"/>
              <p:cNvSpPr>
                <a:spLocks noChangeShapeType="1"/>
              </p:cNvSpPr>
              <p:nvPr/>
            </p:nvSpPr>
            <p:spPr bwMode="auto">
              <a:xfrm>
                <a:off x="1079"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0" name="Line 636"/>
              <p:cNvSpPr>
                <a:spLocks noChangeShapeType="1"/>
              </p:cNvSpPr>
              <p:nvPr/>
            </p:nvSpPr>
            <p:spPr bwMode="auto">
              <a:xfrm>
                <a:off x="1079"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1" name="Rectangle 637"/>
              <p:cNvSpPr>
                <a:spLocks noChangeArrowheads="1"/>
              </p:cNvSpPr>
              <p:nvPr/>
            </p:nvSpPr>
            <p:spPr bwMode="auto">
              <a:xfrm>
                <a:off x="1085" y="3448"/>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02" name="Line 638"/>
              <p:cNvSpPr>
                <a:spLocks noChangeShapeType="1"/>
              </p:cNvSpPr>
              <p:nvPr/>
            </p:nvSpPr>
            <p:spPr bwMode="auto">
              <a:xfrm>
                <a:off x="1085" y="3448"/>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 name="Rectangle 639"/>
              <p:cNvSpPr>
                <a:spLocks noChangeArrowheads="1"/>
              </p:cNvSpPr>
              <p:nvPr/>
            </p:nvSpPr>
            <p:spPr bwMode="auto">
              <a:xfrm>
                <a:off x="1309"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04" name="Line 640"/>
              <p:cNvSpPr>
                <a:spLocks noChangeShapeType="1"/>
              </p:cNvSpPr>
              <p:nvPr/>
            </p:nvSpPr>
            <p:spPr bwMode="auto">
              <a:xfrm>
                <a:off x="1309"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5" name="Line 641"/>
              <p:cNvSpPr>
                <a:spLocks noChangeShapeType="1"/>
              </p:cNvSpPr>
              <p:nvPr/>
            </p:nvSpPr>
            <p:spPr bwMode="auto">
              <a:xfrm>
                <a:off x="1309"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6" name="Rectangle 642"/>
              <p:cNvSpPr>
                <a:spLocks noChangeArrowheads="1"/>
              </p:cNvSpPr>
              <p:nvPr/>
            </p:nvSpPr>
            <p:spPr bwMode="auto">
              <a:xfrm>
                <a:off x="1315" y="3448"/>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07" name="Line 643"/>
              <p:cNvSpPr>
                <a:spLocks noChangeShapeType="1"/>
              </p:cNvSpPr>
              <p:nvPr/>
            </p:nvSpPr>
            <p:spPr bwMode="auto">
              <a:xfrm>
                <a:off x="1315" y="3448"/>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8" name="Rectangle 644"/>
              <p:cNvSpPr>
                <a:spLocks noChangeArrowheads="1"/>
              </p:cNvSpPr>
              <p:nvPr/>
            </p:nvSpPr>
            <p:spPr bwMode="auto">
              <a:xfrm>
                <a:off x="1546"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09" name="Line 645"/>
              <p:cNvSpPr>
                <a:spLocks noChangeShapeType="1"/>
              </p:cNvSpPr>
              <p:nvPr/>
            </p:nvSpPr>
            <p:spPr bwMode="auto">
              <a:xfrm>
                <a:off x="1546"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0" name="Line 646"/>
              <p:cNvSpPr>
                <a:spLocks noChangeShapeType="1"/>
              </p:cNvSpPr>
              <p:nvPr/>
            </p:nvSpPr>
            <p:spPr bwMode="auto">
              <a:xfrm>
                <a:off x="1546"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1" name="Rectangle 647"/>
              <p:cNvSpPr>
                <a:spLocks noChangeArrowheads="1"/>
              </p:cNvSpPr>
              <p:nvPr/>
            </p:nvSpPr>
            <p:spPr bwMode="auto">
              <a:xfrm>
                <a:off x="1552" y="3448"/>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12" name="Line 648"/>
              <p:cNvSpPr>
                <a:spLocks noChangeShapeType="1"/>
              </p:cNvSpPr>
              <p:nvPr/>
            </p:nvSpPr>
            <p:spPr bwMode="auto">
              <a:xfrm>
                <a:off x="1552" y="3448"/>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 name="Rectangle 649"/>
              <p:cNvSpPr>
                <a:spLocks noChangeArrowheads="1"/>
              </p:cNvSpPr>
              <p:nvPr/>
            </p:nvSpPr>
            <p:spPr bwMode="auto">
              <a:xfrm>
                <a:off x="1777"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14" name="Line 650"/>
              <p:cNvSpPr>
                <a:spLocks noChangeShapeType="1"/>
              </p:cNvSpPr>
              <p:nvPr/>
            </p:nvSpPr>
            <p:spPr bwMode="auto">
              <a:xfrm>
                <a:off x="1777"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5" name="Line 651"/>
              <p:cNvSpPr>
                <a:spLocks noChangeShapeType="1"/>
              </p:cNvSpPr>
              <p:nvPr/>
            </p:nvSpPr>
            <p:spPr bwMode="auto">
              <a:xfrm>
                <a:off x="1777"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6" name="Rectangle 652"/>
              <p:cNvSpPr>
                <a:spLocks noChangeArrowheads="1"/>
              </p:cNvSpPr>
              <p:nvPr/>
            </p:nvSpPr>
            <p:spPr bwMode="auto">
              <a:xfrm>
                <a:off x="1783" y="3448"/>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17" name="Line 653"/>
              <p:cNvSpPr>
                <a:spLocks noChangeShapeType="1"/>
              </p:cNvSpPr>
              <p:nvPr/>
            </p:nvSpPr>
            <p:spPr bwMode="auto">
              <a:xfrm>
                <a:off x="1783" y="3448"/>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8" name="Rectangle 654"/>
              <p:cNvSpPr>
                <a:spLocks noChangeArrowheads="1"/>
              </p:cNvSpPr>
              <p:nvPr/>
            </p:nvSpPr>
            <p:spPr bwMode="auto">
              <a:xfrm>
                <a:off x="2013"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19" name="Line 655"/>
              <p:cNvSpPr>
                <a:spLocks noChangeShapeType="1"/>
              </p:cNvSpPr>
              <p:nvPr/>
            </p:nvSpPr>
            <p:spPr bwMode="auto">
              <a:xfrm>
                <a:off x="2013"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0" name="Line 656"/>
              <p:cNvSpPr>
                <a:spLocks noChangeShapeType="1"/>
              </p:cNvSpPr>
              <p:nvPr/>
            </p:nvSpPr>
            <p:spPr bwMode="auto">
              <a:xfrm>
                <a:off x="2013"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1" name="Rectangle 657"/>
              <p:cNvSpPr>
                <a:spLocks noChangeArrowheads="1"/>
              </p:cNvSpPr>
              <p:nvPr/>
            </p:nvSpPr>
            <p:spPr bwMode="auto">
              <a:xfrm>
                <a:off x="2019" y="3448"/>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22" name="Line 658"/>
              <p:cNvSpPr>
                <a:spLocks noChangeShapeType="1"/>
              </p:cNvSpPr>
              <p:nvPr/>
            </p:nvSpPr>
            <p:spPr bwMode="auto">
              <a:xfrm>
                <a:off x="2019" y="3448"/>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 name="Rectangle 659"/>
              <p:cNvSpPr>
                <a:spLocks noChangeArrowheads="1"/>
              </p:cNvSpPr>
              <p:nvPr/>
            </p:nvSpPr>
            <p:spPr bwMode="auto">
              <a:xfrm>
                <a:off x="2244"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24" name="Line 660"/>
              <p:cNvSpPr>
                <a:spLocks noChangeShapeType="1"/>
              </p:cNvSpPr>
              <p:nvPr/>
            </p:nvSpPr>
            <p:spPr bwMode="auto">
              <a:xfrm>
                <a:off x="2244"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5" name="Line 661"/>
              <p:cNvSpPr>
                <a:spLocks noChangeShapeType="1"/>
              </p:cNvSpPr>
              <p:nvPr/>
            </p:nvSpPr>
            <p:spPr bwMode="auto">
              <a:xfrm>
                <a:off x="2244"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6" name="Rectangle 662"/>
              <p:cNvSpPr>
                <a:spLocks noChangeArrowheads="1"/>
              </p:cNvSpPr>
              <p:nvPr/>
            </p:nvSpPr>
            <p:spPr bwMode="auto">
              <a:xfrm>
                <a:off x="2250" y="3448"/>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27" name="Line 663"/>
              <p:cNvSpPr>
                <a:spLocks noChangeShapeType="1"/>
              </p:cNvSpPr>
              <p:nvPr/>
            </p:nvSpPr>
            <p:spPr bwMode="auto">
              <a:xfrm>
                <a:off x="2250" y="3448"/>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8" name="Rectangle 664"/>
              <p:cNvSpPr>
                <a:spLocks noChangeArrowheads="1"/>
              </p:cNvSpPr>
              <p:nvPr/>
            </p:nvSpPr>
            <p:spPr bwMode="auto">
              <a:xfrm>
                <a:off x="2481"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29" name="Line 665"/>
              <p:cNvSpPr>
                <a:spLocks noChangeShapeType="1"/>
              </p:cNvSpPr>
              <p:nvPr/>
            </p:nvSpPr>
            <p:spPr bwMode="auto">
              <a:xfrm>
                <a:off x="2481"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0" name="Line 666"/>
              <p:cNvSpPr>
                <a:spLocks noChangeShapeType="1"/>
              </p:cNvSpPr>
              <p:nvPr/>
            </p:nvSpPr>
            <p:spPr bwMode="auto">
              <a:xfrm>
                <a:off x="2481"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1" name="Rectangle 667"/>
              <p:cNvSpPr>
                <a:spLocks noChangeArrowheads="1"/>
              </p:cNvSpPr>
              <p:nvPr/>
            </p:nvSpPr>
            <p:spPr bwMode="auto">
              <a:xfrm>
                <a:off x="2487" y="3448"/>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32" name="Line 668"/>
              <p:cNvSpPr>
                <a:spLocks noChangeShapeType="1"/>
              </p:cNvSpPr>
              <p:nvPr/>
            </p:nvSpPr>
            <p:spPr bwMode="auto">
              <a:xfrm>
                <a:off x="2487" y="3448"/>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 name="Rectangle 669"/>
              <p:cNvSpPr>
                <a:spLocks noChangeArrowheads="1"/>
              </p:cNvSpPr>
              <p:nvPr/>
            </p:nvSpPr>
            <p:spPr bwMode="auto">
              <a:xfrm>
                <a:off x="2711"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34" name="Line 670"/>
              <p:cNvSpPr>
                <a:spLocks noChangeShapeType="1"/>
              </p:cNvSpPr>
              <p:nvPr/>
            </p:nvSpPr>
            <p:spPr bwMode="auto">
              <a:xfrm>
                <a:off x="2711"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5" name="Line 671"/>
              <p:cNvSpPr>
                <a:spLocks noChangeShapeType="1"/>
              </p:cNvSpPr>
              <p:nvPr/>
            </p:nvSpPr>
            <p:spPr bwMode="auto">
              <a:xfrm>
                <a:off x="2711"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6" name="Rectangle 672"/>
              <p:cNvSpPr>
                <a:spLocks noChangeArrowheads="1"/>
              </p:cNvSpPr>
              <p:nvPr/>
            </p:nvSpPr>
            <p:spPr bwMode="auto">
              <a:xfrm>
                <a:off x="2717" y="3448"/>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37" name="Line 673"/>
              <p:cNvSpPr>
                <a:spLocks noChangeShapeType="1"/>
              </p:cNvSpPr>
              <p:nvPr/>
            </p:nvSpPr>
            <p:spPr bwMode="auto">
              <a:xfrm>
                <a:off x="2717" y="3448"/>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8" name="Rectangle 674"/>
              <p:cNvSpPr>
                <a:spLocks noChangeArrowheads="1"/>
              </p:cNvSpPr>
              <p:nvPr/>
            </p:nvSpPr>
            <p:spPr bwMode="auto">
              <a:xfrm>
                <a:off x="2948"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39" name="Line 675"/>
              <p:cNvSpPr>
                <a:spLocks noChangeShapeType="1"/>
              </p:cNvSpPr>
              <p:nvPr/>
            </p:nvSpPr>
            <p:spPr bwMode="auto">
              <a:xfrm>
                <a:off x="2948"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0" name="Line 676"/>
              <p:cNvSpPr>
                <a:spLocks noChangeShapeType="1"/>
              </p:cNvSpPr>
              <p:nvPr/>
            </p:nvSpPr>
            <p:spPr bwMode="auto">
              <a:xfrm>
                <a:off x="2948"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1" name="Rectangle 677"/>
              <p:cNvSpPr>
                <a:spLocks noChangeArrowheads="1"/>
              </p:cNvSpPr>
              <p:nvPr/>
            </p:nvSpPr>
            <p:spPr bwMode="auto">
              <a:xfrm>
                <a:off x="2954" y="3448"/>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42" name="Line 678"/>
              <p:cNvSpPr>
                <a:spLocks noChangeShapeType="1"/>
              </p:cNvSpPr>
              <p:nvPr/>
            </p:nvSpPr>
            <p:spPr bwMode="auto">
              <a:xfrm>
                <a:off x="2954" y="3448"/>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3" name="Rectangle 679"/>
              <p:cNvSpPr>
                <a:spLocks noChangeArrowheads="1"/>
              </p:cNvSpPr>
              <p:nvPr/>
            </p:nvSpPr>
            <p:spPr bwMode="auto">
              <a:xfrm>
                <a:off x="3179"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44" name="Line 680"/>
              <p:cNvSpPr>
                <a:spLocks noChangeShapeType="1"/>
              </p:cNvSpPr>
              <p:nvPr/>
            </p:nvSpPr>
            <p:spPr bwMode="auto">
              <a:xfrm>
                <a:off x="3179"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5" name="Line 681"/>
              <p:cNvSpPr>
                <a:spLocks noChangeShapeType="1"/>
              </p:cNvSpPr>
              <p:nvPr/>
            </p:nvSpPr>
            <p:spPr bwMode="auto">
              <a:xfrm>
                <a:off x="3179"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6" name="Rectangle 682"/>
              <p:cNvSpPr>
                <a:spLocks noChangeArrowheads="1"/>
              </p:cNvSpPr>
              <p:nvPr/>
            </p:nvSpPr>
            <p:spPr bwMode="auto">
              <a:xfrm>
                <a:off x="3185" y="3448"/>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47" name="Line 683"/>
              <p:cNvSpPr>
                <a:spLocks noChangeShapeType="1"/>
              </p:cNvSpPr>
              <p:nvPr/>
            </p:nvSpPr>
            <p:spPr bwMode="auto">
              <a:xfrm>
                <a:off x="3185" y="3448"/>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8" name="Rectangle 684"/>
              <p:cNvSpPr>
                <a:spLocks noChangeArrowheads="1"/>
              </p:cNvSpPr>
              <p:nvPr/>
            </p:nvSpPr>
            <p:spPr bwMode="auto">
              <a:xfrm>
                <a:off x="3415"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49" name="Line 685"/>
              <p:cNvSpPr>
                <a:spLocks noChangeShapeType="1"/>
              </p:cNvSpPr>
              <p:nvPr/>
            </p:nvSpPr>
            <p:spPr bwMode="auto">
              <a:xfrm>
                <a:off x="3415"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50" name="Line 686"/>
              <p:cNvSpPr>
                <a:spLocks noChangeShapeType="1"/>
              </p:cNvSpPr>
              <p:nvPr/>
            </p:nvSpPr>
            <p:spPr bwMode="auto">
              <a:xfrm>
                <a:off x="3415"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51" name="Rectangle 687"/>
              <p:cNvSpPr>
                <a:spLocks noChangeArrowheads="1"/>
              </p:cNvSpPr>
              <p:nvPr/>
            </p:nvSpPr>
            <p:spPr bwMode="auto">
              <a:xfrm>
                <a:off x="3421" y="3448"/>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52" name="Line 688"/>
              <p:cNvSpPr>
                <a:spLocks noChangeShapeType="1"/>
              </p:cNvSpPr>
              <p:nvPr/>
            </p:nvSpPr>
            <p:spPr bwMode="auto">
              <a:xfrm>
                <a:off x="3421" y="3448"/>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53" name="Rectangle 689"/>
              <p:cNvSpPr>
                <a:spLocks noChangeArrowheads="1"/>
              </p:cNvSpPr>
              <p:nvPr/>
            </p:nvSpPr>
            <p:spPr bwMode="auto">
              <a:xfrm>
                <a:off x="3646"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54" name="Line 690"/>
              <p:cNvSpPr>
                <a:spLocks noChangeShapeType="1"/>
              </p:cNvSpPr>
              <p:nvPr/>
            </p:nvSpPr>
            <p:spPr bwMode="auto">
              <a:xfrm>
                <a:off x="3646"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55" name="Line 691"/>
              <p:cNvSpPr>
                <a:spLocks noChangeShapeType="1"/>
              </p:cNvSpPr>
              <p:nvPr/>
            </p:nvSpPr>
            <p:spPr bwMode="auto">
              <a:xfrm>
                <a:off x="3646"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56" name="Rectangle 692"/>
              <p:cNvSpPr>
                <a:spLocks noChangeArrowheads="1"/>
              </p:cNvSpPr>
              <p:nvPr/>
            </p:nvSpPr>
            <p:spPr bwMode="auto">
              <a:xfrm>
                <a:off x="3652" y="3448"/>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57" name="Line 693"/>
              <p:cNvSpPr>
                <a:spLocks noChangeShapeType="1"/>
              </p:cNvSpPr>
              <p:nvPr/>
            </p:nvSpPr>
            <p:spPr bwMode="auto">
              <a:xfrm>
                <a:off x="3652" y="3448"/>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58" name="Rectangle 694"/>
              <p:cNvSpPr>
                <a:spLocks noChangeArrowheads="1"/>
              </p:cNvSpPr>
              <p:nvPr/>
            </p:nvSpPr>
            <p:spPr bwMode="auto">
              <a:xfrm>
                <a:off x="3883"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59" name="Line 695"/>
              <p:cNvSpPr>
                <a:spLocks noChangeShapeType="1"/>
              </p:cNvSpPr>
              <p:nvPr/>
            </p:nvSpPr>
            <p:spPr bwMode="auto">
              <a:xfrm>
                <a:off x="3883"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60" name="Line 696"/>
              <p:cNvSpPr>
                <a:spLocks noChangeShapeType="1"/>
              </p:cNvSpPr>
              <p:nvPr/>
            </p:nvSpPr>
            <p:spPr bwMode="auto">
              <a:xfrm>
                <a:off x="3883"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61" name="Rectangle 697"/>
              <p:cNvSpPr>
                <a:spLocks noChangeArrowheads="1"/>
              </p:cNvSpPr>
              <p:nvPr/>
            </p:nvSpPr>
            <p:spPr bwMode="auto">
              <a:xfrm>
                <a:off x="3889" y="3448"/>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62" name="Line 698"/>
              <p:cNvSpPr>
                <a:spLocks noChangeShapeType="1"/>
              </p:cNvSpPr>
              <p:nvPr/>
            </p:nvSpPr>
            <p:spPr bwMode="auto">
              <a:xfrm>
                <a:off x="3889" y="3448"/>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63" name="Rectangle 699"/>
              <p:cNvSpPr>
                <a:spLocks noChangeArrowheads="1"/>
              </p:cNvSpPr>
              <p:nvPr/>
            </p:nvSpPr>
            <p:spPr bwMode="auto">
              <a:xfrm>
                <a:off x="4113"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64" name="Line 700"/>
              <p:cNvSpPr>
                <a:spLocks noChangeShapeType="1"/>
              </p:cNvSpPr>
              <p:nvPr/>
            </p:nvSpPr>
            <p:spPr bwMode="auto">
              <a:xfrm>
                <a:off x="4113"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65" name="Line 701"/>
              <p:cNvSpPr>
                <a:spLocks noChangeShapeType="1"/>
              </p:cNvSpPr>
              <p:nvPr/>
            </p:nvSpPr>
            <p:spPr bwMode="auto">
              <a:xfrm>
                <a:off x="4113"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66" name="Rectangle 702"/>
              <p:cNvSpPr>
                <a:spLocks noChangeArrowheads="1"/>
              </p:cNvSpPr>
              <p:nvPr/>
            </p:nvSpPr>
            <p:spPr bwMode="auto">
              <a:xfrm>
                <a:off x="4119" y="3448"/>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67" name="Line 703"/>
              <p:cNvSpPr>
                <a:spLocks noChangeShapeType="1"/>
              </p:cNvSpPr>
              <p:nvPr/>
            </p:nvSpPr>
            <p:spPr bwMode="auto">
              <a:xfrm>
                <a:off x="4119" y="3448"/>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68" name="Rectangle 704"/>
              <p:cNvSpPr>
                <a:spLocks noChangeArrowheads="1"/>
              </p:cNvSpPr>
              <p:nvPr/>
            </p:nvSpPr>
            <p:spPr bwMode="auto">
              <a:xfrm>
                <a:off x="4350"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69" name="Line 705"/>
              <p:cNvSpPr>
                <a:spLocks noChangeShapeType="1"/>
              </p:cNvSpPr>
              <p:nvPr/>
            </p:nvSpPr>
            <p:spPr bwMode="auto">
              <a:xfrm>
                <a:off x="4350"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0" name="Line 706"/>
              <p:cNvSpPr>
                <a:spLocks noChangeShapeType="1"/>
              </p:cNvSpPr>
              <p:nvPr/>
            </p:nvSpPr>
            <p:spPr bwMode="auto">
              <a:xfrm>
                <a:off x="4350"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1" name="Rectangle 707"/>
              <p:cNvSpPr>
                <a:spLocks noChangeArrowheads="1"/>
              </p:cNvSpPr>
              <p:nvPr/>
            </p:nvSpPr>
            <p:spPr bwMode="auto">
              <a:xfrm>
                <a:off x="4356" y="3448"/>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72" name="Line 708"/>
              <p:cNvSpPr>
                <a:spLocks noChangeShapeType="1"/>
              </p:cNvSpPr>
              <p:nvPr/>
            </p:nvSpPr>
            <p:spPr bwMode="auto">
              <a:xfrm>
                <a:off x="4356" y="3448"/>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3" name="Rectangle 709"/>
              <p:cNvSpPr>
                <a:spLocks noChangeArrowheads="1"/>
              </p:cNvSpPr>
              <p:nvPr/>
            </p:nvSpPr>
            <p:spPr bwMode="auto">
              <a:xfrm>
                <a:off x="4581"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74" name="Line 710"/>
              <p:cNvSpPr>
                <a:spLocks noChangeShapeType="1"/>
              </p:cNvSpPr>
              <p:nvPr/>
            </p:nvSpPr>
            <p:spPr bwMode="auto">
              <a:xfrm>
                <a:off x="4581"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 name="Line 711"/>
              <p:cNvSpPr>
                <a:spLocks noChangeShapeType="1"/>
              </p:cNvSpPr>
              <p:nvPr/>
            </p:nvSpPr>
            <p:spPr bwMode="auto">
              <a:xfrm>
                <a:off x="4581"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 name="Rectangle 712"/>
              <p:cNvSpPr>
                <a:spLocks noChangeArrowheads="1"/>
              </p:cNvSpPr>
              <p:nvPr/>
            </p:nvSpPr>
            <p:spPr bwMode="auto">
              <a:xfrm>
                <a:off x="4587" y="3448"/>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77" name="Line 713"/>
              <p:cNvSpPr>
                <a:spLocks noChangeShapeType="1"/>
              </p:cNvSpPr>
              <p:nvPr/>
            </p:nvSpPr>
            <p:spPr bwMode="auto">
              <a:xfrm>
                <a:off x="4587" y="3448"/>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8" name="Rectangle 714"/>
              <p:cNvSpPr>
                <a:spLocks noChangeArrowheads="1"/>
              </p:cNvSpPr>
              <p:nvPr/>
            </p:nvSpPr>
            <p:spPr bwMode="auto">
              <a:xfrm>
                <a:off x="4817" y="3448"/>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79" name="Line 715"/>
              <p:cNvSpPr>
                <a:spLocks noChangeShapeType="1"/>
              </p:cNvSpPr>
              <p:nvPr/>
            </p:nvSpPr>
            <p:spPr bwMode="auto">
              <a:xfrm>
                <a:off x="4817" y="3448"/>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0" name="Line 716"/>
              <p:cNvSpPr>
                <a:spLocks noChangeShapeType="1"/>
              </p:cNvSpPr>
              <p:nvPr/>
            </p:nvSpPr>
            <p:spPr bwMode="auto">
              <a:xfrm>
                <a:off x="4817"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1" name="Rectangle 717"/>
              <p:cNvSpPr>
                <a:spLocks noChangeArrowheads="1"/>
              </p:cNvSpPr>
              <p:nvPr/>
            </p:nvSpPr>
            <p:spPr bwMode="auto">
              <a:xfrm>
                <a:off x="4824" y="3448"/>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82" name="Line 718"/>
              <p:cNvSpPr>
                <a:spLocks noChangeShapeType="1"/>
              </p:cNvSpPr>
              <p:nvPr/>
            </p:nvSpPr>
            <p:spPr bwMode="auto">
              <a:xfrm>
                <a:off x="4824" y="3448"/>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3" name="Rectangle 719"/>
              <p:cNvSpPr>
                <a:spLocks noChangeArrowheads="1"/>
              </p:cNvSpPr>
              <p:nvPr/>
            </p:nvSpPr>
            <p:spPr bwMode="auto">
              <a:xfrm>
                <a:off x="5048"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84" name="Line 720"/>
              <p:cNvSpPr>
                <a:spLocks noChangeShapeType="1"/>
              </p:cNvSpPr>
              <p:nvPr/>
            </p:nvSpPr>
            <p:spPr bwMode="auto">
              <a:xfrm>
                <a:off x="5048"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5" name="Line 721"/>
              <p:cNvSpPr>
                <a:spLocks noChangeShapeType="1"/>
              </p:cNvSpPr>
              <p:nvPr/>
            </p:nvSpPr>
            <p:spPr bwMode="auto">
              <a:xfrm>
                <a:off x="5048"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6" name="Rectangle 722"/>
              <p:cNvSpPr>
                <a:spLocks noChangeArrowheads="1"/>
              </p:cNvSpPr>
              <p:nvPr/>
            </p:nvSpPr>
            <p:spPr bwMode="auto">
              <a:xfrm>
                <a:off x="5054" y="3448"/>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87" name="Line 723"/>
              <p:cNvSpPr>
                <a:spLocks noChangeShapeType="1"/>
              </p:cNvSpPr>
              <p:nvPr/>
            </p:nvSpPr>
            <p:spPr bwMode="auto">
              <a:xfrm>
                <a:off x="5054" y="3448"/>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8" name="Rectangle 724"/>
              <p:cNvSpPr>
                <a:spLocks noChangeArrowheads="1"/>
              </p:cNvSpPr>
              <p:nvPr/>
            </p:nvSpPr>
            <p:spPr bwMode="auto">
              <a:xfrm>
                <a:off x="5285" y="344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89" name="Line 725"/>
              <p:cNvSpPr>
                <a:spLocks noChangeShapeType="1"/>
              </p:cNvSpPr>
              <p:nvPr/>
            </p:nvSpPr>
            <p:spPr bwMode="auto">
              <a:xfrm>
                <a:off x="5285" y="344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90" name="Line 726"/>
              <p:cNvSpPr>
                <a:spLocks noChangeShapeType="1"/>
              </p:cNvSpPr>
              <p:nvPr/>
            </p:nvSpPr>
            <p:spPr bwMode="auto">
              <a:xfrm>
                <a:off x="5285" y="3448"/>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91" name="Rectangle 727"/>
              <p:cNvSpPr>
                <a:spLocks noChangeArrowheads="1"/>
              </p:cNvSpPr>
              <p:nvPr/>
            </p:nvSpPr>
            <p:spPr bwMode="auto">
              <a:xfrm>
                <a:off x="132"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92" name="Line 728"/>
              <p:cNvSpPr>
                <a:spLocks noChangeShapeType="1"/>
              </p:cNvSpPr>
              <p:nvPr/>
            </p:nvSpPr>
            <p:spPr bwMode="auto">
              <a:xfrm>
                <a:off x="132"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93" name="Rectangle 729"/>
              <p:cNvSpPr>
                <a:spLocks noChangeArrowheads="1"/>
              </p:cNvSpPr>
              <p:nvPr/>
            </p:nvSpPr>
            <p:spPr bwMode="auto">
              <a:xfrm>
                <a:off x="611"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94" name="Line 730"/>
              <p:cNvSpPr>
                <a:spLocks noChangeShapeType="1"/>
              </p:cNvSpPr>
              <p:nvPr/>
            </p:nvSpPr>
            <p:spPr bwMode="auto">
              <a:xfrm>
                <a:off x="611"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95" name="Rectangle 731"/>
              <p:cNvSpPr>
                <a:spLocks noChangeArrowheads="1"/>
              </p:cNvSpPr>
              <p:nvPr/>
            </p:nvSpPr>
            <p:spPr bwMode="auto">
              <a:xfrm>
                <a:off x="842"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96" name="Line 732"/>
              <p:cNvSpPr>
                <a:spLocks noChangeShapeType="1"/>
              </p:cNvSpPr>
              <p:nvPr/>
            </p:nvSpPr>
            <p:spPr bwMode="auto">
              <a:xfrm>
                <a:off x="842"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97" name="Rectangle 733"/>
              <p:cNvSpPr>
                <a:spLocks noChangeArrowheads="1"/>
              </p:cNvSpPr>
              <p:nvPr/>
            </p:nvSpPr>
            <p:spPr bwMode="auto">
              <a:xfrm>
                <a:off x="1079"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198" name="Line 734"/>
              <p:cNvSpPr>
                <a:spLocks noChangeShapeType="1"/>
              </p:cNvSpPr>
              <p:nvPr/>
            </p:nvSpPr>
            <p:spPr bwMode="auto">
              <a:xfrm>
                <a:off x="1079"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99" name="Rectangle 735"/>
              <p:cNvSpPr>
                <a:spLocks noChangeArrowheads="1"/>
              </p:cNvSpPr>
              <p:nvPr/>
            </p:nvSpPr>
            <p:spPr bwMode="auto">
              <a:xfrm>
                <a:off x="1309"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00" name="Line 736"/>
              <p:cNvSpPr>
                <a:spLocks noChangeShapeType="1"/>
              </p:cNvSpPr>
              <p:nvPr/>
            </p:nvSpPr>
            <p:spPr bwMode="auto">
              <a:xfrm>
                <a:off x="1309"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01" name="Rectangle 737"/>
              <p:cNvSpPr>
                <a:spLocks noChangeArrowheads="1"/>
              </p:cNvSpPr>
              <p:nvPr/>
            </p:nvSpPr>
            <p:spPr bwMode="auto">
              <a:xfrm>
                <a:off x="1546"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02" name="Line 738"/>
              <p:cNvSpPr>
                <a:spLocks noChangeShapeType="1"/>
              </p:cNvSpPr>
              <p:nvPr/>
            </p:nvSpPr>
            <p:spPr bwMode="auto">
              <a:xfrm>
                <a:off x="1546"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03" name="Rectangle 739"/>
              <p:cNvSpPr>
                <a:spLocks noChangeArrowheads="1"/>
              </p:cNvSpPr>
              <p:nvPr/>
            </p:nvSpPr>
            <p:spPr bwMode="auto">
              <a:xfrm>
                <a:off x="1777"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04" name="Line 740"/>
              <p:cNvSpPr>
                <a:spLocks noChangeShapeType="1"/>
              </p:cNvSpPr>
              <p:nvPr/>
            </p:nvSpPr>
            <p:spPr bwMode="auto">
              <a:xfrm>
                <a:off x="1777"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05" name="Rectangle 741"/>
              <p:cNvSpPr>
                <a:spLocks noChangeArrowheads="1"/>
              </p:cNvSpPr>
              <p:nvPr/>
            </p:nvSpPr>
            <p:spPr bwMode="auto">
              <a:xfrm>
                <a:off x="2013"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06" name="Line 742"/>
              <p:cNvSpPr>
                <a:spLocks noChangeShapeType="1"/>
              </p:cNvSpPr>
              <p:nvPr/>
            </p:nvSpPr>
            <p:spPr bwMode="auto">
              <a:xfrm>
                <a:off x="2013"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07" name="Rectangle 743"/>
              <p:cNvSpPr>
                <a:spLocks noChangeArrowheads="1"/>
              </p:cNvSpPr>
              <p:nvPr/>
            </p:nvSpPr>
            <p:spPr bwMode="auto">
              <a:xfrm>
                <a:off x="2244"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08" name="Line 744"/>
              <p:cNvSpPr>
                <a:spLocks noChangeShapeType="1"/>
              </p:cNvSpPr>
              <p:nvPr/>
            </p:nvSpPr>
            <p:spPr bwMode="auto">
              <a:xfrm>
                <a:off x="2244"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09" name="Rectangle 745"/>
              <p:cNvSpPr>
                <a:spLocks noChangeArrowheads="1"/>
              </p:cNvSpPr>
              <p:nvPr/>
            </p:nvSpPr>
            <p:spPr bwMode="auto">
              <a:xfrm>
                <a:off x="2481"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10" name="Line 746"/>
              <p:cNvSpPr>
                <a:spLocks noChangeShapeType="1"/>
              </p:cNvSpPr>
              <p:nvPr/>
            </p:nvSpPr>
            <p:spPr bwMode="auto">
              <a:xfrm>
                <a:off x="2481"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11" name="Rectangle 747"/>
              <p:cNvSpPr>
                <a:spLocks noChangeArrowheads="1"/>
              </p:cNvSpPr>
              <p:nvPr/>
            </p:nvSpPr>
            <p:spPr bwMode="auto">
              <a:xfrm>
                <a:off x="2711"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12" name="Line 748"/>
              <p:cNvSpPr>
                <a:spLocks noChangeShapeType="1"/>
              </p:cNvSpPr>
              <p:nvPr/>
            </p:nvSpPr>
            <p:spPr bwMode="auto">
              <a:xfrm>
                <a:off x="2711"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13" name="Rectangle 749"/>
              <p:cNvSpPr>
                <a:spLocks noChangeArrowheads="1"/>
              </p:cNvSpPr>
              <p:nvPr/>
            </p:nvSpPr>
            <p:spPr bwMode="auto">
              <a:xfrm>
                <a:off x="2948"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14" name="Line 750"/>
              <p:cNvSpPr>
                <a:spLocks noChangeShapeType="1"/>
              </p:cNvSpPr>
              <p:nvPr/>
            </p:nvSpPr>
            <p:spPr bwMode="auto">
              <a:xfrm>
                <a:off x="2948"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15" name="Rectangle 751"/>
              <p:cNvSpPr>
                <a:spLocks noChangeArrowheads="1"/>
              </p:cNvSpPr>
              <p:nvPr/>
            </p:nvSpPr>
            <p:spPr bwMode="auto">
              <a:xfrm>
                <a:off x="3179"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16" name="Line 752"/>
              <p:cNvSpPr>
                <a:spLocks noChangeShapeType="1"/>
              </p:cNvSpPr>
              <p:nvPr/>
            </p:nvSpPr>
            <p:spPr bwMode="auto">
              <a:xfrm>
                <a:off x="3179"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17" name="Rectangle 753"/>
              <p:cNvSpPr>
                <a:spLocks noChangeArrowheads="1"/>
              </p:cNvSpPr>
              <p:nvPr/>
            </p:nvSpPr>
            <p:spPr bwMode="auto">
              <a:xfrm>
                <a:off x="3415"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18" name="Line 754"/>
              <p:cNvSpPr>
                <a:spLocks noChangeShapeType="1"/>
              </p:cNvSpPr>
              <p:nvPr/>
            </p:nvSpPr>
            <p:spPr bwMode="auto">
              <a:xfrm>
                <a:off x="3415"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19" name="Rectangle 755"/>
              <p:cNvSpPr>
                <a:spLocks noChangeArrowheads="1"/>
              </p:cNvSpPr>
              <p:nvPr/>
            </p:nvSpPr>
            <p:spPr bwMode="auto">
              <a:xfrm>
                <a:off x="3646"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20" name="Line 756"/>
              <p:cNvSpPr>
                <a:spLocks noChangeShapeType="1"/>
              </p:cNvSpPr>
              <p:nvPr/>
            </p:nvSpPr>
            <p:spPr bwMode="auto">
              <a:xfrm>
                <a:off x="3646"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21" name="Rectangle 757"/>
              <p:cNvSpPr>
                <a:spLocks noChangeArrowheads="1"/>
              </p:cNvSpPr>
              <p:nvPr/>
            </p:nvSpPr>
            <p:spPr bwMode="auto">
              <a:xfrm>
                <a:off x="3883"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22" name="Line 758"/>
              <p:cNvSpPr>
                <a:spLocks noChangeShapeType="1"/>
              </p:cNvSpPr>
              <p:nvPr/>
            </p:nvSpPr>
            <p:spPr bwMode="auto">
              <a:xfrm>
                <a:off x="3883"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23" name="Rectangle 759"/>
              <p:cNvSpPr>
                <a:spLocks noChangeArrowheads="1"/>
              </p:cNvSpPr>
              <p:nvPr/>
            </p:nvSpPr>
            <p:spPr bwMode="auto">
              <a:xfrm>
                <a:off x="4113"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24" name="Line 760"/>
              <p:cNvSpPr>
                <a:spLocks noChangeShapeType="1"/>
              </p:cNvSpPr>
              <p:nvPr/>
            </p:nvSpPr>
            <p:spPr bwMode="auto">
              <a:xfrm>
                <a:off x="4113"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25" name="Rectangle 761"/>
              <p:cNvSpPr>
                <a:spLocks noChangeArrowheads="1"/>
              </p:cNvSpPr>
              <p:nvPr/>
            </p:nvSpPr>
            <p:spPr bwMode="auto">
              <a:xfrm>
                <a:off x="4350"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26" name="Line 762"/>
              <p:cNvSpPr>
                <a:spLocks noChangeShapeType="1"/>
              </p:cNvSpPr>
              <p:nvPr/>
            </p:nvSpPr>
            <p:spPr bwMode="auto">
              <a:xfrm>
                <a:off x="4350"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27" name="Rectangle 763"/>
              <p:cNvSpPr>
                <a:spLocks noChangeArrowheads="1"/>
              </p:cNvSpPr>
              <p:nvPr/>
            </p:nvSpPr>
            <p:spPr bwMode="auto">
              <a:xfrm>
                <a:off x="4581"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28" name="Line 764"/>
              <p:cNvSpPr>
                <a:spLocks noChangeShapeType="1"/>
              </p:cNvSpPr>
              <p:nvPr/>
            </p:nvSpPr>
            <p:spPr bwMode="auto">
              <a:xfrm>
                <a:off x="4581"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29" name="Rectangle 765"/>
              <p:cNvSpPr>
                <a:spLocks noChangeArrowheads="1"/>
              </p:cNvSpPr>
              <p:nvPr/>
            </p:nvSpPr>
            <p:spPr bwMode="auto">
              <a:xfrm>
                <a:off x="4817" y="3454"/>
                <a:ext cx="7"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30" name="Line 766"/>
              <p:cNvSpPr>
                <a:spLocks noChangeShapeType="1"/>
              </p:cNvSpPr>
              <p:nvPr/>
            </p:nvSpPr>
            <p:spPr bwMode="auto">
              <a:xfrm>
                <a:off x="4817"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31" name="Rectangle 767"/>
              <p:cNvSpPr>
                <a:spLocks noChangeArrowheads="1"/>
              </p:cNvSpPr>
              <p:nvPr/>
            </p:nvSpPr>
            <p:spPr bwMode="auto">
              <a:xfrm>
                <a:off x="5048"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32" name="Line 768"/>
              <p:cNvSpPr>
                <a:spLocks noChangeShapeType="1"/>
              </p:cNvSpPr>
              <p:nvPr/>
            </p:nvSpPr>
            <p:spPr bwMode="auto">
              <a:xfrm>
                <a:off x="5048"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33" name="Rectangle 769"/>
              <p:cNvSpPr>
                <a:spLocks noChangeArrowheads="1"/>
              </p:cNvSpPr>
              <p:nvPr/>
            </p:nvSpPr>
            <p:spPr bwMode="auto">
              <a:xfrm>
                <a:off x="5285" y="3454"/>
                <a:ext cx="6" cy="2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34" name="Line 770"/>
              <p:cNvSpPr>
                <a:spLocks noChangeShapeType="1"/>
              </p:cNvSpPr>
              <p:nvPr/>
            </p:nvSpPr>
            <p:spPr bwMode="auto">
              <a:xfrm>
                <a:off x="5285" y="3454"/>
                <a:ext cx="1" cy="2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35" name="Rectangle 771"/>
              <p:cNvSpPr>
                <a:spLocks noChangeArrowheads="1"/>
              </p:cNvSpPr>
              <p:nvPr/>
            </p:nvSpPr>
            <p:spPr bwMode="auto">
              <a:xfrm>
                <a:off x="180" y="3731"/>
                <a:ext cx="36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300">
                    <a:solidFill>
                      <a:srgbClr val="000000"/>
                    </a:solidFill>
                    <a:latin typeface="宋体" pitchFamily="2" charset="-122"/>
                  </a:rPr>
                  <a:t>缺页</a:t>
                </a:r>
                <a:endParaRPr lang="zh-CN" altLang="en-US" u="sng"/>
              </a:p>
            </p:txBody>
          </p:sp>
          <p:sp>
            <p:nvSpPr>
              <p:cNvPr id="3236" name="Rectangle 772"/>
              <p:cNvSpPr>
                <a:spLocks noChangeArrowheads="1"/>
              </p:cNvSpPr>
              <p:nvPr/>
            </p:nvSpPr>
            <p:spPr bwMode="auto">
              <a:xfrm>
                <a:off x="532"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37" name="Rectangle 773"/>
              <p:cNvSpPr>
                <a:spLocks noChangeArrowheads="1"/>
              </p:cNvSpPr>
              <p:nvPr/>
            </p:nvSpPr>
            <p:spPr bwMode="auto">
              <a:xfrm>
                <a:off x="660"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38" name="Rectangle 774"/>
              <p:cNvSpPr>
                <a:spLocks noChangeArrowheads="1"/>
              </p:cNvSpPr>
              <p:nvPr/>
            </p:nvSpPr>
            <p:spPr bwMode="auto">
              <a:xfrm>
                <a:off x="751"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39" name="Rectangle 775"/>
              <p:cNvSpPr>
                <a:spLocks noChangeArrowheads="1"/>
              </p:cNvSpPr>
              <p:nvPr/>
            </p:nvSpPr>
            <p:spPr bwMode="auto">
              <a:xfrm>
                <a:off x="891"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40" name="Rectangle 776"/>
              <p:cNvSpPr>
                <a:spLocks noChangeArrowheads="1"/>
              </p:cNvSpPr>
              <p:nvPr/>
            </p:nvSpPr>
            <p:spPr bwMode="auto">
              <a:xfrm>
                <a:off x="982"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41" name="Rectangle 777"/>
              <p:cNvSpPr>
                <a:spLocks noChangeArrowheads="1"/>
              </p:cNvSpPr>
              <p:nvPr/>
            </p:nvSpPr>
            <p:spPr bwMode="auto">
              <a:xfrm>
                <a:off x="1127"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42" name="Rectangle 778"/>
              <p:cNvSpPr>
                <a:spLocks noChangeArrowheads="1"/>
              </p:cNvSpPr>
              <p:nvPr/>
            </p:nvSpPr>
            <p:spPr bwMode="auto">
              <a:xfrm>
                <a:off x="1218"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43" name="Rectangle 779"/>
              <p:cNvSpPr>
                <a:spLocks noChangeArrowheads="1"/>
              </p:cNvSpPr>
              <p:nvPr/>
            </p:nvSpPr>
            <p:spPr bwMode="auto">
              <a:xfrm>
                <a:off x="1358"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44" name="Rectangle 780"/>
              <p:cNvSpPr>
                <a:spLocks noChangeArrowheads="1"/>
              </p:cNvSpPr>
              <p:nvPr/>
            </p:nvSpPr>
            <p:spPr bwMode="auto">
              <a:xfrm>
                <a:off x="1449"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45" name="Rectangle 781"/>
              <p:cNvSpPr>
                <a:spLocks noChangeArrowheads="1"/>
              </p:cNvSpPr>
              <p:nvPr/>
            </p:nvSpPr>
            <p:spPr bwMode="auto">
              <a:xfrm>
                <a:off x="1595"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46" name="Rectangle 782"/>
              <p:cNvSpPr>
                <a:spLocks noChangeArrowheads="1"/>
              </p:cNvSpPr>
              <p:nvPr/>
            </p:nvSpPr>
            <p:spPr bwMode="auto">
              <a:xfrm>
                <a:off x="1831"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47" name="Rectangle 783"/>
              <p:cNvSpPr>
                <a:spLocks noChangeArrowheads="1"/>
              </p:cNvSpPr>
              <p:nvPr/>
            </p:nvSpPr>
            <p:spPr bwMode="auto">
              <a:xfrm>
                <a:off x="1922"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48" name="Rectangle 784"/>
              <p:cNvSpPr>
                <a:spLocks noChangeArrowheads="1"/>
              </p:cNvSpPr>
              <p:nvPr/>
            </p:nvSpPr>
            <p:spPr bwMode="auto">
              <a:xfrm>
                <a:off x="2062"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49" name="Rectangle 785"/>
              <p:cNvSpPr>
                <a:spLocks noChangeArrowheads="1"/>
              </p:cNvSpPr>
              <p:nvPr/>
            </p:nvSpPr>
            <p:spPr bwMode="auto">
              <a:xfrm>
                <a:off x="2153"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50" name="Rectangle 786"/>
              <p:cNvSpPr>
                <a:spLocks noChangeArrowheads="1"/>
              </p:cNvSpPr>
              <p:nvPr/>
            </p:nvSpPr>
            <p:spPr bwMode="auto">
              <a:xfrm>
                <a:off x="2299"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51" name="Rectangle 787"/>
              <p:cNvSpPr>
                <a:spLocks noChangeArrowheads="1"/>
              </p:cNvSpPr>
              <p:nvPr/>
            </p:nvSpPr>
            <p:spPr bwMode="auto">
              <a:xfrm>
                <a:off x="2390"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52" name="Rectangle 788"/>
              <p:cNvSpPr>
                <a:spLocks noChangeArrowheads="1"/>
              </p:cNvSpPr>
              <p:nvPr/>
            </p:nvSpPr>
            <p:spPr bwMode="auto">
              <a:xfrm>
                <a:off x="2529"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53" name="Rectangle 789"/>
              <p:cNvSpPr>
                <a:spLocks noChangeArrowheads="1"/>
              </p:cNvSpPr>
              <p:nvPr/>
            </p:nvSpPr>
            <p:spPr bwMode="auto">
              <a:xfrm>
                <a:off x="2620"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54" name="Rectangle 790"/>
              <p:cNvSpPr>
                <a:spLocks noChangeArrowheads="1"/>
              </p:cNvSpPr>
              <p:nvPr/>
            </p:nvSpPr>
            <p:spPr bwMode="auto">
              <a:xfrm>
                <a:off x="2766"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55" name="Rectangle 791"/>
              <p:cNvSpPr>
                <a:spLocks noChangeArrowheads="1"/>
              </p:cNvSpPr>
              <p:nvPr/>
            </p:nvSpPr>
            <p:spPr bwMode="auto">
              <a:xfrm>
                <a:off x="2857"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56" name="Rectangle 792"/>
              <p:cNvSpPr>
                <a:spLocks noChangeArrowheads="1"/>
              </p:cNvSpPr>
              <p:nvPr/>
            </p:nvSpPr>
            <p:spPr bwMode="auto">
              <a:xfrm>
                <a:off x="2997"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57" name="Rectangle 793"/>
              <p:cNvSpPr>
                <a:spLocks noChangeArrowheads="1"/>
              </p:cNvSpPr>
              <p:nvPr/>
            </p:nvSpPr>
            <p:spPr bwMode="auto">
              <a:xfrm>
                <a:off x="3088"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58" name="Rectangle 794"/>
              <p:cNvSpPr>
                <a:spLocks noChangeArrowheads="1"/>
              </p:cNvSpPr>
              <p:nvPr/>
            </p:nvSpPr>
            <p:spPr bwMode="auto">
              <a:xfrm>
                <a:off x="3233"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59" name="Rectangle 795"/>
              <p:cNvSpPr>
                <a:spLocks noChangeArrowheads="1"/>
              </p:cNvSpPr>
              <p:nvPr/>
            </p:nvSpPr>
            <p:spPr bwMode="auto">
              <a:xfrm>
                <a:off x="3464"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60" name="Rectangle 796"/>
              <p:cNvSpPr>
                <a:spLocks noChangeArrowheads="1"/>
              </p:cNvSpPr>
              <p:nvPr/>
            </p:nvSpPr>
            <p:spPr bwMode="auto">
              <a:xfrm>
                <a:off x="3701"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61" name="Rectangle 797"/>
              <p:cNvSpPr>
                <a:spLocks noChangeArrowheads="1"/>
              </p:cNvSpPr>
              <p:nvPr/>
            </p:nvSpPr>
            <p:spPr bwMode="auto">
              <a:xfrm>
                <a:off x="3792"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62" name="Rectangle 798"/>
              <p:cNvSpPr>
                <a:spLocks noChangeArrowheads="1"/>
              </p:cNvSpPr>
              <p:nvPr/>
            </p:nvSpPr>
            <p:spPr bwMode="auto">
              <a:xfrm>
                <a:off x="3931"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63" name="Rectangle 799"/>
              <p:cNvSpPr>
                <a:spLocks noChangeArrowheads="1"/>
              </p:cNvSpPr>
              <p:nvPr/>
            </p:nvSpPr>
            <p:spPr bwMode="auto">
              <a:xfrm>
                <a:off x="4022"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64" name="Rectangle 800"/>
              <p:cNvSpPr>
                <a:spLocks noChangeArrowheads="1"/>
              </p:cNvSpPr>
              <p:nvPr/>
            </p:nvSpPr>
            <p:spPr bwMode="auto">
              <a:xfrm>
                <a:off x="4168"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65" name="Rectangle 801"/>
              <p:cNvSpPr>
                <a:spLocks noChangeArrowheads="1"/>
              </p:cNvSpPr>
              <p:nvPr/>
            </p:nvSpPr>
            <p:spPr bwMode="auto">
              <a:xfrm>
                <a:off x="4399"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66" name="Rectangle 802"/>
              <p:cNvSpPr>
                <a:spLocks noChangeArrowheads="1"/>
              </p:cNvSpPr>
              <p:nvPr/>
            </p:nvSpPr>
            <p:spPr bwMode="auto">
              <a:xfrm>
                <a:off x="4635"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67" name="Rectangle 803"/>
              <p:cNvSpPr>
                <a:spLocks noChangeArrowheads="1"/>
              </p:cNvSpPr>
              <p:nvPr/>
            </p:nvSpPr>
            <p:spPr bwMode="auto">
              <a:xfrm>
                <a:off x="4726"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68" name="Rectangle 804"/>
              <p:cNvSpPr>
                <a:spLocks noChangeArrowheads="1"/>
              </p:cNvSpPr>
              <p:nvPr/>
            </p:nvSpPr>
            <p:spPr bwMode="auto">
              <a:xfrm>
                <a:off x="4866"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sp>
            <p:nvSpPr>
              <p:cNvPr id="3269" name="Rectangle 805"/>
              <p:cNvSpPr>
                <a:spLocks noChangeArrowheads="1"/>
              </p:cNvSpPr>
              <p:nvPr/>
            </p:nvSpPr>
            <p:spPr bwMode="auto">
              <a:xfrm>
                <a:off x="4957"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70" name="Rectangle 806"/>
              <p:cNvSpPr>
                <a:spLocks noChangeArrowheads="1"/>
              </p:cNvSpPr>
              <p:nvPr/>
            </p:nvSpPr>
            <p:spPr bwMode="auto">
              <a:xfrm>
                <a:off x="5103"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x</a:t>
                </a:r>
                <a:endParaRPr lang="en-US" altLang="zh-CN" u="sng"/>
              </a:p>
            </p:txBody>
          </p:sp>
        </p:grpSp>
        <p:grpSp>
          <p:nvGrpSpPr>
            <p:cNvPr id="3271" name="Group 807"/>
            <p:cNvGrpSpPr>
              <a:grpSpLocks/>
            </p:cNvGrpSpPr>
            <p:nvPr/>
          </p:nvGrpSpPr>
          <p:grpSpPr bwMode="auto">
            <a:xfrm>
              <a:off x="990600" y="6180138"/>
              <a:ext cx="8189913" cy="411162"/>
              <a:chOff x="132" y="3693"/>
              <a:chExt cx="5159" cy="259"/>
            </a:xfrm>
          </p:grpSpPr>
          <p:sp>
            <p:nvSpPr>
              <p:cNvPr id="3272" name="Rectangle 808"/>
              <p:cNvSpPr>
                <a:spLocks noChangeArrowheads="1"/>
              </p:cNvSpPr>
              <p:nvPr/>
            </p:nvSpPr>
            <p:spPr bwMode="auto">
              <a:xfrm>
                <a:off x="5194" y="373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300">
                    <a:solidFill>
                      <a:srgbClr val="000000"/>
                    </a:solidFill>
                    <a:latin typeface="宋体" pitchFamily="2" charset="-122"/>
                  </a:rPr>
                  <a:t> </a:t>
                </a:r>
                <a:endParaRPr lang="en-US" altLang="zh-CN" u="sng"/>
              </a:p>
            </p:txBody>
          </p:sp>
          <p:sp>
            <p:nvSpPr>
              <p:cNvPr id="3273" name="Rectangle 809"/>
              <p:cNvSpPr>
                <a:spLocks noChangeArrowheads="1"/>
              </p:cNvSpPr>
              <p:nvPr/>
            </p:nvSpPr>
            <p:spPr bwMode="auto">
              <a:xfrm>
                <a:off x="132"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74" name="Line 810"/>
              <p:cNvSpPr>
                <a:spLocks noChangeShapeType="1"/>
              </p:cNvSpPr>
              <p:nvPr/>
            </p:nvSpPr>
            <p:spPr bwMode="auto">
              <a:xfrm>
                <a:off x="132"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5" name="Line 811"/>
              <p:cNvSpPr>
                <a:spLocks noChangeShapeType="1"/>
              </p:cNvSpPr>
              <p:nvPr/>
            </p:nvSpPr>
            <p:spPr bwMode="auto">
              <a:xfrm>
                <a:off x="132"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6" name="Rectangle 812"/>
              <p:cNvSpPr>
                <a:spLocks noChangeArrowheads="1"/>
              </p:cNvSpPr>
              <p:nvPr/>
            </p:nvSpPr>
            <p:spPr bwMode="auto">
              <a:xfrm>
                <a:off x="138" y="3693"/>
                <a:ext cx="473"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77" name="Line 813"/>
              <p:cNvSpPr>
                <a:spLocks noChangeShapeType="1"/>
              </p:cNvSpPr>
              <p:nvPr/>
            </p:nvSpPr>
            <p:spPr bwMode="auto">
              <a:xfrm>
                <a:off x="138" y="3693"/>
                <a:ext cx="47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 name="Rectangle 814"/>
              <p:cNvSpPr>
                <a:spLocks noChangeArrowheads="1"/>
              </p:cNvSpPr>
              <p:nvPr/>
            </p:nvSpPr>
            <p:spPr bwMode="auto">
              <a:xfrm>
                <a:off x="611"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79" name="Line 815"/>
              <p:cNvSpPr>
                <a:spLocks noChangeShapeType="1"/>
              </p:cNvSpPr>
              <p:nvPr/>
            </p:nvSpPr>
            <p:spPr bwMode="auto">
              <a:xfrm>
                <a:off x="611"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 name="Line 816"/>
              <p:cNvSpPr>
                <a:spLocks noChangeShapeType="1"/>
              </p:cNvSpPr>
              <p:nvPr/>
            </p:nvSpPr>
            <p:spPr bwMode="auto">
              <a:xfrm>
                <a:off x="611"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 name="Rectangle 817"/>
              <p:cNvSpPr>
                <a:spLocks noChangeArrowheads="1"/>
              </p:cNvSpPr>
              <p:nvPr/>
            </p:nvSpPr>
            <p:spPr bwMode="auto">
              <a:xfrm>
                <a:off x="617" y="3693"/>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82" name="Line 818"/>
              <p:cNvSpPr>
                <a:spLocks noChangeShapeType="1"/>
              </p:cNvSpPr>
              <p:nvPr/>
            </p:nvSpPr>
            <p:spPr bwMode="auto">
              <a:xfrm>
                <a:off x="617" y="3693"/>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3" name="Rectangle 819"/>
              <p:cNvSpPr>
                <a:spLocks noChangeArrowheads="1"/>
              </p:cNvSpPr>
              <p:nvPr/>
            </p:nvSpPr>
            <p:spPr bwMode="auto">
              <a:xfrm>
                <a:off x="842"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84" name="Line 820"/>
              <p:cNvSpPr>
                <a:spLocks noChangeShapeType="1"/>
              </p:cNvSpPr>
              <p:nvPr/>
            </p:nvSpPr>
            <p:spPr bwMode="auto">
              <a:xfrm>
                <a:off x="842"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 name="Line 821"/>
              <p:cNvSpPr>
                <a:spLocks noChangeShapeType="1"/>
              </p:cNvSpPr>
              <p:nvPr/>
            </p:nvSpPr>
            <p:spPr bwMode="auto">
              <a:xfrm>
                <a:off x="842"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6" name="Rectangle 822"/>
              <p:cNvSpPr>
                <a:spLocks noChangeArrowheads="1"/>
              </p:cNvSpPr>
              <p:nvPr/>
            </p:nvSpPr>
            <p:spPr bwMode="auto">
              <a:xfrm>
                <a:off x="848" y="3693"/>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87" name="Line 823"/>
              <p:cNvSpPr>
                <a:spLocks noChangeShapeType="1"/>
              </p:cNvSpPr>
              <p:nvPr/>
            </p:nvSpPr>
            <p:spPr bwMode="auto">
              <a:xfrm>
                <a:off x="848" y="3693"/>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8" name="Rectangle 824"/>
              <p:cNvSpPr>
                <a:spLocks noChangeArrowheads="1"/>
              </p:cNvSpPr>
              <p:nvPr/>
            </p:nvSpPr>
            <p:spPr bwMode="auto">
              <a:xfrm>
                <a:off x="1079"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89" name="Line 825"/>
              <p:cNvSpPr>
                <a:spLocks noChangeShapeType="1"/>
              </p:cNvSpPr>
              <p:nvPr/>
            </p:nvSpPr>
            <p:spPr bwMode="auto">
              <a:xfrm>
                <a:off x="1079"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90" name="Line 826"/>
              <p:cNvSpPr>
                <a:spLocks noChangeShapeType="1"/>
              </p:cNvSpPr>
              <p:nvPr/>
            </p:nvSpPr>
            <p:spPr bwMode="auto">
              <a:xfrm>
                <a:off x="1079"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91" name="Rectangle 827"/>
              <p:cNvSpPr>
                <a:spLocks noChangeArrowheads="1"/>
              </p:cNvSpPr>
              <p:nvPr/>
            </p:nvSpPr>
            <p:spPr bwMode="auto">
              <a:xfrm>
                <a:off x="1085" y="3693"/>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92" name="Line 828"/>
              <p:cNvSpPr>
                <a:spLocks noChangeShapeType="1"/>
              </p:cNvSpPr>
              <p:nvPr/>
            </p:nvSpPr>
            <p:spPr bwMode="auto">
              <a:xfrm>
                <a:off x="1085" y="3693"/>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93" name="Rectangle 829"/>
              <p:cNvSpPr>
                <a:spLocks noChangeArrowheads="1"/>
              </p:cNvSpPr>
              <p:nvPr/>
            </p:nvSpPr>
            <p:spPr bwMode="auto">
              <a:xfrm>
                <a:off x="1309"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94" name="Line 830"/>
              <p:cNvSpPr>
                <a:spLocks noChangeShapeType="1"/>
              </p:cNvSpPr>
              <p:nvPr/>
            </p:nvSpPr>
            <p:spPr bwMode="auto">
              <a:xfrm>
                <a:off x="1309"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95" name="Line 831"/>
              <p:cNvSpPr>
                <a:spLocks noChangeShapeType="1"/>
              </p:cNvSpPr>
              <p:nvPr/>
            </p:nvSpPr>
            <p:spPr bwMode="auto">
              <a:xfrm>
                <a:off x="1309"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96" name="Rectangle 832"/>
              <p:cNvSpPr>
                <a:spLocks noChangeArrowheads="1"/>
              </p:cNvSpPr>
              <p:nvPr/>
            </p:nvSpPr>
            <p:spPr bwMode="auto">
              <a:xfrm>
                <a:off x="1315" y="3693"/>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97" name="Line 833"/>
              <p:cNvSpPr>
                <a:spLocks noChangeShapeType="1"/>
              </p:cNvSpPr>
              <p:nvPr/>
            </p:nvSpPr>
            <p:spPr bwMode="auto">
              <a:xfrm>
                <a:off x="1315" y="3693"/>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98" name="Rectangle 834"/>
              <p:cNvSpPr>
                <a:spLocks noChangeArrowheads="1"/>
              </p:cNvSpPr>
              <p:nvPr/>
            </p:nvSpPr>
            <p:spPr bwMode="auto">
              <a:xfrm>
                <a:off x="1546"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299" name="Line 835"/>
              <p:cNvSpPr>
                <a:spLocks noChangeShapeType="1"/>
              </p:cNvSpPr>
              <p:nvPr/>
            </p:nvSpPr>
            <p:spPr bwMode="auto">
              <a:xfrm>
                <a:off x="1546"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00" name="Line 836"/>
              <p:cNvSpPr>
                <a:spLocks noChangeShapeType="1"/>
              </p:cNvSpPr>
              <p:nvPr/>
            </p:nvSpPr>
            <p:spPr bwMode="auto">
              <a:xfrm>
                <a:off x="1546"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01" name="Rectangle 837"/>
              <p:cNvSpPr>
                <a:spLocks noChangeArrowheads="1"/>
              </p:cNvSpPr>
              <p:nvPr/>
            </p:nvSpPr>
            <p:spPr bwMode="auto">
              <a:xfrm>
                <a:off x="1552" y="3693"/>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02" name="Line 838"/>
              <p:cNvSpPr>
                <a:spLocks noChangeShapeType="1"/>
              </p:cNvSpPr>
              <p:nvPr/>
            </p:nvSpPr>
            <p:spPr bwMode="auto">
              <a:xfrm>
                <a:off x="1552" y="3693"/>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03" name="Rectangle 839"/>
              <p:cNvSpPr>
                <a:spLocks noChangeArrowheads="1"/>
              </p:cNvSpPr>
              <p:nvPr/>
            </p:nvSpPr>
            <p:spPr bwMode="auto">
              <a:xfrm>
                <a:off x="1777"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04" name="Line 840"/>
              <p:cNvSpPr>
                <a:spLocks noChangeShapeType="1"/>
              </p:cNvSpPr>
              <p:nvPr/>
            </p:nvSpPr>
            <p:spPr bwMode="auto">
              <a:xfrm>
                <a:off x="1777"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05" name="Line 841"/>
              <p:cNvSpPr>
                <a:spLocks noChangeShapeType="1"/>
              </p:cNvSpPr>
              <p:nvPr/>
            </p:nvSpPr>
            <p:spPr bwMode="auto">
              <a:xfrm>
                <a:off x="1777"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06" name="Rectangle 842"/>
              <p:cNvSpPr>
                <a:spLocks noChangeArrowheads="1"/>
              </p:cNvSpPr>
              <p:nvPr/>
            </p:nvSpPr>
            <p:spPr bwMode="auto">
              <a:xfrm>
                <a:off x="1783" y="3693"/>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07" name="Line 843"/>
              <p:cNvSpPr>
                <a:spLocks noChangeShapeType="1"/>
              </p:cNvSpPr>
              <p:nvPr/>
            </p:nvSpPr>
            <p:spPr bwMode="auto">
              <a:xfrm>
                <a:off x="1783" y="3693"/>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08" name="Rectangle 844"/>
              <p:cNvSpPr>
                <a:spLocks noChangeArrowheads="1"/>
              </p:cNvSpPr>
              <p:nvPr/>
            </p:nvSpPr>
            <p:spPr bwMode="auto">
              <a:xfrm>
                <a:off x="2013"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09" name="Line 845"/>
              <p:cNvSpPr>
                <a:spLocks noChangeShapeType="1"/>
              </p:cNvSpPr>
              <p:nvPr/>
            </p:nvSpPr>
            <p:spPr bwMode="auto">
              <a:xfrm>
                <a:off x="2013"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10" name="Line 846"/>
              <p:cNvSpPr>
                <a:spLocks noChangeShapeType="1"/>
              </p:cNvSpPr>
              <p:nvPr/>
            </p:nvSpPr>
            <p:spPr bwMode="auto">
              <a:xfrm>
                <a:off x="2013"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11" name="Rectangle 847"/>
              <p:cNvSpPr>
                <a:spLocks noChangeArrowheads="1"/>
              </p:cNvSpPr>
              <p:nvPr/>
            </p:nvSpPr>
            <p:spPr bwMode="auto">
              <a:xfrm>
                <a:off x="2019" y="3693"/>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12" name="Line 848"/>
              <p:cNvSpPr>
                <a:spLocks noChangeShapeType="1"/>
              </p:cNvSpPr>
              <p:nvPr/>
            </p:nvSpPr>
            <p:spPr bwMode="auto">
              <a:xfrm>
                <a:off x="2019" y="3693"/>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13" name="Rectangle 849"/>
              <p:cNvSpPr>
                <a:spLocks noChangeArrowheads="1"/>
              </p:cNvSpPr>
              <p:nvPr/>
            </p:nvSpPr>
            <p:spPr bwMode="auto">
              <a:xfrm>
                <a:off x="2244"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14" name="Line 850"/>
              <p:cNvSpPr>
                <a:spLocks noChangeShapeType="1"/>
              </p:cNvSpPr>
              <p:nvPr/>
            </p:nvSpPr>
            <p:spPr bwMode="auto">
              <a:xfrm>
                <a:off x="2244"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15" name="Line 851"/>
              <p:cNvSpPr>
                <a:spLocks noChangeShapeType="1"/>
              </p:cNvSpPr>
              <p:nvPr/>
            </p:nvSpPr>
            <p:spPr bwMode="auto">
              <a:xfrm>
                <a:off x="2244"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16" name="Rectangle 852"/>
              <p:cNvSpPr>
                <a:spLocks noChangeArrowheads="1"/>
              </p:cNvSpPr>
              <p:nvPr/>
            </p:nvSpPr>
            <p:spPr bwMode="auto">
              <a:xfrm>
                <a:off x="2250" y="3693"/>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17" name="Line 853"/>
              <p:cNvSpPr>
                <a:spLocks noChangeShapeType="1"/>
              </p:cNvSpPr>
              <p:nvPr/>
            </p:nvSpPr>
            <p:spPr bwMode="auto">
              <a:xfrm>
                <a:off x="2250" y="3693"/>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18" name="Rectangle 854"/>
              <p:cNvSpPr>
                <a:spLocks noChangeArrowheads="1"/>
              </p:cNvSpPr>
              <p:nvPr/>
            </p:nvSpPr>
            <p:spPr bwMode="auto">
              <a:xfrm>
                <a:off x="2481"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19" name="Line 855"/>
              <p:cNvSpPr>
                <a:spLocks noChangeShapeType="1"/>
              </p:cNvSpPr>
              <p:nvPr/>
            </p:nvSpPr>
            <p:spPr bwMode="auto">
              <a:xfrm>
                <a:off x="2481"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0" name="Line 856"/>
              <p:cNvSpPr>
                <a:spLocks noChangeShapeType="1"/>
              </p:cNvSpPr>
              <p:nvPr/>
            </p:nvSpPr>
            <p:spPr bwMode="auto">
              <a:xfrm>
                <a:off x="2481"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1" name="Rectangle 857"/>
              <p:cNvSpPr>
                <a:spLocks noChangeArrowheads="1"/>
              </p:cNvSpPr>
              <p:nvPr/>
            </p:nvSpPr>
            <p:spPr bwMode="auto">
              <a:xfrm>
                <a:off x="2487" y="3693"/>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22" name="Line 858"/>
              <p:cNvSpPr>
                <a:spLocks noChangeShapeType="1"/>
              </p:cNvSpPr>
              <p:nvPr/>
            </p:nvSpPr>
            <p:spPr bwMode="auto">
              <a:xfrm>
                <a:off x="2487" y="3693"/>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3" name="Rectangle 859"/>
              <p:cNvSpPr>
                <a:spLocks noChangeArrowheads="1"/>
              </p:cNvSpPr>
              <p:nvPr/>
            </p:nvSpPr>
            <p:spPr bwMode="auto">
              <a:xfrm>
                <a:off x="2711"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24" name="Line 860"/>
              <p:cNvSpPr>
                <a:spLocks noChangeShapeType="1"/>
              </p:cNvSpPr>
              <p:nvPr/>
            </p:nvSpPr>
            <p:spPr bwMode="auto">
              <a:xfrm>
                <a:off x="2711"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5" name="Line 861"/>
              <p:cNvSpPr>
                <a:spLocks noChangeShapeType="1"/>
              </p:cNvSpPr>
              <p:nvPr/>
            </p:nvSpPr>
            <p:spPr bwMode="auto">
              <a:xfrm>
                <a:off x="2711"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6" name="Rectangle 862"/>
              <p:cNvSpPr>
                <a:spLocks noChangeArrowheads="1"/>
              </p:cNvSpPr>
              <p:nvPr/>
            </p:nvSpPr>
            <p:spPr bwMode="auto">
              <a:xfrm>
                <a:off x="2717" y="3693"/>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27" name="Line 863"/>
              <p:cNvSpPr>
                <a:spLocks noChangeShapeType="1"/>
              </p:cNvSpPr>
              <p:nvPr/>
            </p:nvSpPr>
            <p:spPr bwMode="auto">
              <a:xfrm>
                <a:off x="2717" y="3693"/>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 name="Rectangle 864"/>
              <p:cNvSpPr>
                <a:spLocks noChangeArrowheads="1"/>
              </p:cNvSpPr>
              <p:nvPr/>
            </p:nvSpPr>
            <p:spPr bwMode="auto">
              <a:xfrm>
                <a:off x="2948"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29" name="Line 865"/>
              <p:cNvSpPr>
                <a:spLocks noChangeShapeType="1"/>
              </p:cNvSpPr>
              <p:nvPr/>
            </p:nvSpPr>
            <p:spPr bwMode="auto">
              <a:xfrm>
                <a:off x="2948"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30" name="Line 866"/>
              <p:cNvSpPr>
                <a:spLocks noChangeShapeType="1"/>
              </p:cNvSpPr>
              <p:nvPr/>
            </p:nvSpPr>
            <p:spPr bwMode="auto">
              <a:xfrm>
                <a:off x="2948"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31" name="Rectangle 867"/>
              <p:cNvSpPr>
                <a:spLocks noChangeArrowheads="1"/>
              </p:cNvSpPr>
              <p:nvPr/>
            </p:nvSpPr>
            <p:spPr bwMode="auto">
              <a:xfrm>
                <a:off x="2954" y="3693"/>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32" name="Line 868"/>
              <p:cNvSpPr>
                <a:spLocks noChangeShapeType="1"/>
              </p:cNvSpPr>
              <p:nvPr/>
            </p:nvSpPr>
            <p:spPr bwMode="auto">
              <a:xfrm>
                <a:off x="2954" y="3693"/>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33" name="Rectangle 869"/>
              <p:cNvSpPr>
                <a:spLocks noChangeArrowheads="1"/>
              </p:cNvSpPr>
              <p:nvPr/>
            </p:nvSpPr>
            <p:spPr bwMode="auto">
              <a:xfrm>
                <a:off x="3179"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34" name="Line 870"/>
              <p:cNvSpPr>
                <a:spLocks noChangeShapeType="1"/>
              </p:cNvSpPr>
              <p:nvPr/>
            </p:nvSpPr>
            <p:spPr bwMode="auto">
              <a:xfrm>
                <a:off x="3179"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35" name="Line 871"/>
              <p:cNvSpPr>
                <a:spLocks noChangeShapeType="1"/>
              </p:cNvSpPr>
              <p:nvPr/>
            </p:nvSpPr>
            <p:spPr bwMode="auto">
              <a:xfrm>
                <a:off x="3179"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36" name="Rectangle 872"/>
              <p:cNvSpPr>
                <a:spLocks noChangeArrowheads="1"/>
              </p:cNvSpPr>
              <p:nvPr/>
            </p:nvSpPr>
            <p:spPr bwMode="auto">
              <a:xfrm>
                <a:off x="3185" y="3693"/>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37" name="Line 873"/>
              <p:cNvSpPr>
                <a:spLocks noChangeShapeType="1"/>
              </p:cNvSpPr>
              <p:nvPr/>
            </p:nvSpPr>
            <p:spPr bwMode="auto">
              <a:xfrm>
                <a:off x="3185" y="3693"/>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38" name="Rectangle 874"/>
              <p:cNvSpPr>
                <a:spLocks noChangeArrowheads="1"/>
              </p:cNvSpPr>
              <p:nvPr/>
            </p:nvSpPr>
            <p:spPr bwMode="auto">
              <a:xfrm>
                <a:off x="3415"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39" name="Line 875"/>
              <p:cNvSpPr>
                <a:spLocks noChangeShapeType="1"/>
              </p:cNvSpPr>
              <p:nvPr/>
            </p:nvSpPr>
            <p:spPr bwMode="auto">
              <a:xfrm>
                <a:off x="3415"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40" name="Line 876"/>
              <p:cNvSpPr>
                <a:spLocks noChangeShapeType="1"/>
              </p:cNvSpPr>
              <p:nvPr/>
            </p:nvSpPr>
            <p:spPr bwMode="auto">
              <a:xfrm>
                <a:off x="3415"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41" name="Rectangle 877"/>
              <p:cNvSpPr>
                <a:spLocks noChangeArrowheads="1"/>
              </p:cNvSpPr>
              <p:nvPr/>
            </p:nvSpPr>
            <p:spPr bwMode="auto">
              <a:xfrm>
                <a:off x="3421" y="3693"/>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42" name="Line 878"/>
              <p:cNvSpPr>
                <a:spLocks noChangeShapeType="1"/>
              </p:cNvSpPr>
              <p:nvPr/>
            </p:nvSpPr>
            <p:spPr bwMode="auto">
              <a:xfrm>
                <a:off x="3421" y="3693"/>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43" name="Rectangle 879"/>
              <p:cNvSpPr>
                <a:spLocks noChangeArrowheads="1"/>
              </p:cNvSpPr>
              <p:nvPr/>
            </p:nvSpPr>
            <p:spPr bwMode="auto">
              <a:xfrm>
                <a:off x="3646"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44" name="Line 880"/>
              <p:cNvSpPr>
                <a:spLocks noChangeShapeType="1"/>
              </p:cNvSpPr>
              <p:nvPr/>
            </p:nvSpPr>
            <p:spPr bwMode="auto">
              <a:xfrm>
                <a:off x="3646"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45" name="Line 881"/>
              <p:cNvSpPr>
                <a:spLocks noChangeShapeType="1"/>
              </p:cNvSpPr>
              <p:nvPr/>
            </p:nvSpPr>
            <p:spPr bwMode="auto">
              <a:xfrm>
                <a:off x="3646"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46" name="Rectangle 882"/>
              <p:cNvSpPr>
                <a:spLocks noChangeArrowheads="1"/>
              </p:cNvSpPr>
              <p:nvPr/>
            </p:nvSpPr>
            <p:spPr bwMode="auto">
              <a:xfrm>
                <a:off x="3652" y="3693"/>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47" name="Line 883"/>
              <p:cNvSpPr>
                <a:spLocks noChangeShapeType="1"/>
              </p:cNvSpPr>
              <p:nvPr/>
            </p:nvSpPr>
            <p:spPr bwMode="auto">
              <a:xfrm>
                <a:off x="3652" y="3693"/>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48" name="Rectangle 884"/>
              <p:cNvSpPr>
                <a:spLocks noChangeArrowheads="1"/>
              </p:cNvSpPr>
              <p:nvPr/>
            </p:nvSpPr>
            <p:spPr bwMode="auto">
              <a:xfrm>
                <a:off x="3883"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49" name="Line 885"/>
              <p:cNvSpPr>
                <a:spLocks noChangeShapeType="1"/>
              </p:cNvSpPr>
              <p:nvPr/>
            </p:nvSpPr>
            <p:spPr bwMode="auto">
              <a:xfrm>
                <a:off x="3883"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50" name="Line 886"/>
              <p:cNvSpPr>
                <a:spLocks noChangeShapeType="1"/>
              </p:cNvSpPr>
              <p:nvPr/>
            </p:nvSpPr>
            <p:spPr bwMode="auto">
              <a:xfrm>
                <a:off x="3883"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51" name="Rectangle 887"/>
              <p:cNvSpPr>
                <a:spLocks noChangeArrowheads="1"/>
              </p:cNvSpPr>
              <p:nvPr/>
            </p:nvSpPr>
            <p:spPr bwMode="auto">
              <a:xfrm>
                <a:off x="3889" y="3693"/>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52" name="Line 888"/>
              <p:cNvSpPr>
                <a:spLocks noChangeShapeType="1"/>
              </p:cNvSpPr>
              <p:nvPr/>
            </p:nvSpPr>
            <p:spPr bwMode="auto">
              <a:xfrm>
                <a:off x="3889" y="3693"/>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53" name="Rectangle 889"/>
              <p:cNvSpPr>
                <a:spLocks noChangeArrowheads="1"/>
              </p:cNvSpPr>
              <p:nvPr/>
            </p:nvSpPr>
            <p:spPr bwMode="auto">
              <a:xfrm>
                <a:off x="4113"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54" name="Line 890"/>
              <p:cNvSpPr>
                <a:spLocks noChangeShapeType="1"/>
              </p:cNvSpPr>
              <p:nvPr/>
            </p:nvSpPr>
            <p:spPr bwMode="auto">
              <a:xfrm>
                <a:off x="4113"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55" name="Line 891"/>
              <p:cNvSpPr>
                <a:spLocks noChangeShapeType="1"/>
              </p:cNvSpPr>
              <p:nvPr/>
            </p:nvSpPr>
            <p:spPr bwMode="auto">
              <a:xfrm>
                <a:off x="4113"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56" name="Rectangle 892"/>
              <p:cNvSpPr>
                <a:spLocks noChangeArrowheads="1"/>
              </p:cNvSpPr>
              <p:nvPr/>
            </p:nvSpPr>
            <p:spPr bwMode="auto">
              <a:xfrm>
                <a:off x="4119" y="3693"/>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57" name="Line 893"/>
              <p:cNvSpPr>
                <a:spLocks noChangeShapeType="1"/>
              </p:cNvSpPr>
              <p:nvPr/>
            </p:nvSpPr>
            <p:spPr bwMode="auto">
              <a:xfrm>
                <a:off x="4119" y="3693"/>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58" name="Rectangle 894"/>
              <p:cNvSpPr>
                <a:spLocks noChangeArrowheads="1"/>
              </p:cNvSpPr>
              <p:nvPr/>
            </p:nvSpPr>
            <p:spPr bwMode="auto">
              <a:xfrm>
                <a:off x="4350"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59" name="Line 895"/>
              <p:cNvSpPr>
                <a:spLocks noChangeShapeType="1"/>
              </p:cNvSpPr>
              <p:nvPr/>
            </p:nvSpPr>
            <p:spPr bwMode="auto">
              <a:xfrm>
                <a:off x="4350"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60" name="Line 896"/>
              <p:cNvSpPr>
                <a:spLocks noChangeShapeType="1"/>
              </p:cNvSpPr>
              <p:nvPr/>
            </p:nvSpPr>
            <p:spPr bwMode="auto">
              <a:xfrm>
                <a:off x="4350"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61" name="Rectangle 897"/>
              <p:cNvSpPr>
                <a:spLocks noChangeArrowheads="1"/>
              </p:cNvSpPr>
              <p:nvPr/>
            </p:nvSpPr>
            <p:spPr bwMode="auto">
              <a:xfrm>
                <a:off x="4356" y="3693"/>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62" name="Line 898"/>
              <p:cNvSpPr>
                <a:spLocks noChangeShapeType="1"/>
              </p:cNvSpPr>
              <p:nvPr/>
            </p:nvSpPr>
            <p:spPr bwMode="auto">
              <a:xfrm>
                <a:off x="4356" y="3693"/>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63" name="Rectangle 899"/>
              <p:cNvSpPr>
                <a:spLocks noChangeArrowheads="1"/>
              </p:cNvSpPr>
              <p:nvPr/>
            </p:nvSpPr>
            <p:spPr bwMode="auto">
              <a:xfrm>
                <a:off x="4581"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64" name="Line 900"/>
              <p:cNvSpPr>
                <a:spLocks noChangeShapeType="1"/>
              </p:cNvSpPr>
              <p:nvPr/>
            </p:nvSpPr>
            <p:spPr bwMode="auto">
              <a:xfrm>
                <a:off x="4581"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65" name="Line 901"/>
              <p:cNvSpPr>
                <a:spLocks noChangeShapeType="1"/>
              </p:cNvSpPr>
              <p:nvPr/>
            </p:nvSpPr>
            <p:spPr bwMode="auto">
              <a:xfrm>
                <a:off x="4581"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66" name="Rectangle 902"/>
              <p:cNvSpPr>
                <a:spLocks noChangeArrowheads="1"/>
              </p:cNvSpPr>
              <p:nvPr/>
            </p:nvSpPr>
            <p:spPr bwMode="auto">
              <a:xfrm>
                <a:off x="4587" y="3693"/>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67" name="Line 903"/>
              <p:cNvSpPr>
                <a:spLocks noChangeShapeType="1"/>
              </p:cNvSpPr>
              <p:nvPr/>
            </p:nvSpPr>
            <p:spPr bwMode="auto">
              <a:xfrm>
                <a:off x="4587" y="3693"/>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68" name="Rectangle 904"/>
              <p:cNvSpPr>
                <a:spLocks noChangeArrowheads="1"/>
              </p:cNvSpPr>
              <p:nvPr/>
            </p:nvSpPr>
            <p:spPr bwMode="auto">
              <a:xfrm>
                <a:off x="4817" y="3693"/>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69" name="Line 905"/>
              <p:cNvSpPr>
                <a:spLocks noChangeShapeType="1"/>
              </p:cNvSpPr>
              <p:nvPr/>
            </p:nvSpPr>
            <p:spPr bwMode="auto">
              <a:xfrm>
                <a:off x="4817" y="369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0" name="Line 906"/>
              <p:cNvSpPr>
                <a:spLocks noChangeShapeType="1"/>
              </p:cNvSpPr>
              <p:nvPr/>
            </p:nvSpPr>
            <p:spPr bwMode="auto">
              <a:xfrm>
                <a:off x="4817"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1" name="Rectangle 907"/>
              <p:cNvSpPr>
                <a:spLocks noChangeArrowheads="1"/>
              </p:cNvSpPr>
              <p:nvPr/>
            </p:nvSpPr>
            <p:spPr bwMode="auto">
              <a:xfrm>
                <a:off x="4824" y="3693"/>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72" name="Line 908"/>
              <p:cNvSpPr>
                <a:spLocks noChangeShapeType="1"/>
              </p:cNvSpPr>
              <p:nvPr/>
            </p:nvSpPr>
            <p:spPr bwMode="auto">
              <a:xfrm>
                <a:off x="4824" y="3693"/>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3" name="Rectangle 909"/>
              <p:cNvSpPr>
                <a:spLocks noChangeArrowheads="1"/>
              </p:cNvSpPr>
              <p:nvPr/>
            </p:nvSpPr>
            <p:spPr bwMode="auto">
              <a:xfrm>
                <a:off x="5048"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74" name="Line 910"/>
              <p:cNvSpPr>
                <a:spLocks noChangeShapeType="1"/>
              </p:cNvSpPr>
              <p:nvPr/>
            </p:nvSpPr>
            <p:spPr bwMode="auto">
              <a:xfrm>
                <a:off x="5048"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5" name="Line 911"/>
              <p:cNvSpPr>
                <a:spLocks noChangeShapeType="1"/>
              </p:cNvSpPr>
              <p:nvPr/>
            </p:nvSpPr>
            <p:spPr bwMode="auto">
              <a:xfrm>
                <a:off x="5048"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6" name="Rectangle 912"/>
              <p:cNvSpPr>
                <a:spLocks noChangeArrowheads="1"/>
              </p:cNvSpPr>
              <p:nvPr/>
            </p:nvSpPr>
            <p:spPr bwMode="auto">
              <a:xfrm>
                <a:off x="5054" y="3693"/>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77" name="Line 913"/>
              <p:cNvSpPr>
                <a:spLocks noChangeShapeType="1"/>
              </p:cNvSpPr>
              <p:nvPr/>
            </p:nvSpPr>
            <p:spPr bwMode="auto">
              <a:xfrm>
                <a:off x="5054" y="3693"/>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8" name="Rectangle 914"/>
              <p:cNvSpPr>
                <a:spLocks noChangeArrowheads="1"/>
              </p:cNvSpPr>
              <p:nvPr/>
            </p:nvSpPr>
            <p:spPr bwMode="auto">
              <a:xfrm>
                <a:off x="5285" y="369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79" name="Line 915"/>
              <p:cNvSpPr>
                <a:spLocks noChangeShapeType="1"/>
              </p:cNvSpPr>
              <p:nvPr/>
            </p:nvSpPr>
            <p:spPr bwMode="auto">
              <a:xfrm>
                <a:off x="5285" y="369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 name="Line 916"/>
              <p:cNvSpPr>
                <a:spLocks noChangeShapeType="1"/>
              </p:cNvSpPr>
              <p:nvPr/>
            </p:nvSpPr>
            <p:spPr bwMode="auto">
              <a:xfrm>
                <a:off x="5285" y="369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 name="Rectangle 917"/>
              <p:cNvSpPr>
                <a:spLocks noChangeArrowheads="1"/>
              </p:cNvSpPr>
              <p:nvPr/>
            </p:nvSpPr>
            <p:spPr bwMode="auto">
              <a:xfrm>
                <a:off x="132"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82" name="Line 918"/>
              <p:cNvSpPr>
                <a:spLocks noChangeShapeType="1"/>
              </p:cNvSpPr>
              <p:nvPr/>
            </p:nvSpPr>
            <p:spPr bwMode="auto">
              <a:xfrm>
                <a:off x="132"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 name="Rectangle 919"/>
              <p:cNvSpPr>
                <a:spLocks noChangeArrowheads="1"/>
              </p:cNvSpPr>
              <p:nvPr/>
            </p:nvSpPr>
            <p:spPr bwMode="auto">
              <a:xfrm>
                <a:off x="132"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84" name="Line 920"/>
              <p:cNvSpPr>
                <a:spLocks noChangeShapeType="1"/>
              </p:cNvSpPr>
              <p:nvPr/>
            </p:nvSpPr>
            <p:spPr bwMode="auto">
              <a:xfrm>
                <a:off x="132"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5" name="Line 921"/>
              <p:cNvSpPr>
                <a:spLocks noChangeShapeType="1"/>
              </p:cNvSpPr>
              <p:nvPr/>
            </p:nvSpPr>
            <p:spPr bwMode="auto">
              <a:xfrm>
                <a:off x="132"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6" name="Rectangle 922"/>
              <p:cNvSpPr>
                <a:spLocks noChangeArrowheads="1"/>
              </p:cNvSpPr>
              <p:nvPr/>
            </p:nvSpPr>
            <p:spPr bwMode="auto">
              <a:xfrm>
                <a:off x="132"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87" name="Line 923"/>
              <p:cNvSpPr>
                <a:spLocks noChangeShapeType="1"/>
              </p:cNvSpPr>
              <p:nvPr/>
            </p:nvSpPr>
            <p:spPr bwMode="auto">
              <a:xfrm>
                <a:off x="132"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8" name="Line 924"/>
              <p:cNvSpPr>
                <a:spLocks noChangeShapeType="1"/>
              </p:cNvSpPr>
              <p:nvPr/>
            </p:nvSpPr>
            <p:spPr bwMode="auto">
              <a:xfrm>
                <a:off x="132"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9" name="Rectangle 925"/>
              <p:cNvSpPr>
                <a:spLocks noChangeArrowheads="1"/>
              </p:cNvSpPr>
              <p:nvPr/>
            </p:nvSpPr>
            <p:spPr bwMode="auto">
              <a:xfrm>
                <a:off x="138" y="3932"/>
                <a:ext cx="473"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90" name="Line 926"/>
              <p:cNvSpPr>
                <a:spLocks noChangeShapeType="1"/>
              </p:cNvSpPr>
              <p:nvPr/>
            </p:nvSpPr>
            <p:spPr bwMode="auto">
              <a:xfrm>
                <a:off x="138" y="3932"/>
                <a:ext cx="47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1" name="Rectangle 927"/>
              <p:cNvSpPr>
                <a:spLocks noChangeArrowheads="1"/>
              </p:cNvSpPr>
              <p:nvPr/>
            </p:nvSpPr>
            <p:spPr bwMode="auto">
              <a:xfrm>
                <a:off x="611"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92" name="Line 928"/>
              <p:cNvSpPr>
                <a:spLocks noChangeShapeType="1"/>
              </p:cNvSpPr>
              <p:nvPr/>
            </p:nvSpPr>
            <p:spPr bwMode="auto">
              <a:xfrm>
                <a:off x="611"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3" name="Rectangle 929"/>
              <p:cNvSpPr>
                <a:spLocks noChangeArrowheads="1"/>
              </p:cNvSpPr>
              <p:nvPr/>
            </p:nvSpPr>
            <p:spPr bwMode="auto">
              <a:xfrm>
                <a:off x="611"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94" name="Line 930"/>
              <p:cNvSpPr>
                <a:spLocks noChangeShapeType="1"/>
              </p:cNvSpPr>
              <p:nvPr/>
            </p:nvSpPr>
            <p:spPr bwMode="auto">
              <a:xfrm>
                <a:off x="611"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5" name="Line 931"/>
              <p:cNvSpPr>
                <a:spLocks noChangeShapeType="1"/>
              </p:cNvSpPr>
              <p:nvPr/>
            </p:nvSpPr>
            <p:spPr bwMode="auto">
              <a:xfrm>
                <a:off x="611"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6" name="Rectangle 932"/>
              <p:cNvSpPr>
                <a:spLocks noChangeArrowheads="1"/>
              </p:cNvSpPr>
              <p:nvPr/>
            </p:nvSpPr>
            <p:spPr bwMode="auto">
              <a:xfrm>
                <a:off x="617" y="3932"/>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97" name="Line 933"/>
              <p:cNvSpPr>
                <a:spLocks noChangeShapeType="1"/>
              </p:cNvSpPr>
              <p:nvPr/>
            </p:nvSpPr>
            <p:spPr bwMode="auto">
              <a:xfrm>
                <a:off x="617" y="393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8" name="Rectangle 934"/>
              <p:cNvSpPr>
                <a:spLocks noChangeArrowheads="1"/>
              </p:cNvSpPr>
              <p:nvPr/>
            </p:nvSpPr>
            <p:spPr bwMode="auto">
              <a:xfrm>
                <a:off x="842"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399" name="Line 935"/>
              <p:cNvSpPr>
                <a:spLocks noChangeShapeType="1"/>
              </p:cNvSpPr>
              <p:nvPr/>
            </p:nvSpPr>
            <p:spPr bwMode="auto">
              <a:xfrm>
                <a:off x="842"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 name="Rectangle 936"/>
              <p:cNvSpPr>
                <a:spLocks noChangeArrowheads="1"/>
              </p:cNvSpPr>
              <p:nvPr/>
            </p:nvSpPr>
            <p:spPr bwMode="auto">
              <a:xfrm>
                <a:off x="842"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01" name="Line 937"/>
              <p:cNvSpPr>
                <a:spLocks noChangeShapeType="1"/>
              </p:cNvSpPr>
              <p:nvPr/>
            </p:nvSpPr>
            <p:spPr bwMode="auto">
              <a:xfrm>
                <a:off x="842"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2" name="Line 938"/>
              <p:cNvSpPr>
                <a:spLocks noChangeShapeType="1"/>
              </p:cNvSpPr>
              <p:nvPr/>
            </p:nvSpPr>
            <p:spPr bwMode="auto">
              <a:xfrm>
                <a:off x="842"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3" name="Rectangle 939"/>
              <p:cNvSpPr>
                <a:spLocks noChangeArrowheads="1"/>
              </p:cNvSpPr>
              <p:nvPr/>
            </p:nvSpPr>
            <p:spPr bwMode="auto">
              <a:xfrm>
                <a:off x="848" y="3932"/>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04" name="Line 940"/>
              <p:cNvSpPr>
                <a:spLocks noChangeShapeType="1"/>
              </p:cNvSpPr>
              <p:nvPr/>
            </p:nvSpPr>
            <p:spPr bwMode="auto">
              <a:xfrm>
                <a:off x="848" y="393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5" name="Rectangle 941"/>
              <p:cNvSpPr>
                <a:spLocks noChangeArrowheads="1"/>
              </p:cNvSpPr>
              <p:nvPr/>
            </p:nvSpPr>
            <p:spPr bwMode="auto">
              <a:xfrm>
                <a:off x="1079"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06" name="Line 942"/>
              <p:cNvSpPr>
                <a:spLocks noChangeShapeType="1"/>
              </p:cNvSpPr>
              <p:nvPr/>
            </p:nvSpPr>
            <p:spPr bwMode="auto">
              <a:xfrm>
                <a:off x="1079"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7" name="Rectangle 943"/>
              <p:cNvSpPr>
                <a:spLocks noChangeArrowheads="1"/>
              </p:cNvSpPr>
              <p:nvPr/>
            </p:nvSpPr>
            <p:spPr bwMode="auto">
              <a:xfrm>
                <a:off x="1079"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08" name="Line 944"/>
              <p:cNvSpPr>
                <a:spLocks noChangeShapeType="1"/>
              </p:cNvSpPr>
              <p:nvPr/>
            </p:nvSpPr>
            <p:spPr bwMode="auto">
              <a:xfrm>
                <a:off x="1079"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9" name="Line 945"/>
              <p:cNvSpPr>
                <a:spLocks noChangeShapeType="1"/>
              </p:cNvSpPr>
              <p:nvPr/>
            </p:nvSpPr>
            <p:spPr bwMode="auto">
              <a:xfrm>
                <a:off x="1079"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 name="Rectangle 946"/>
              <p:cNvSpPr>
                <a:spLocks noChangeArrowheads="1"/>
              </p:cNvSpPr>
              <p:nvPr/>
            </p:nvSpPr>
            <p:spPr bwMode="auto">
              <a:xfrm>
                <a:off x="1085" y="3932"/>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11" name="Line 947"/>
              <p:cNvSpPr>
                <a:spLocks noChangeShapeType="1"/>
              </p:cNvSpPr>
              <p:nvPr/>
            </p:nvSpPr>
            <p:spPr bwMode="auto">
              <a:xfrm>
                <a:off x="1085" y="3932"/>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2" name="Rectangle 948"/>
              <p:cNvSpPr>
                <a:spLocks noChangeArrowheads="1"/>
              </p:cNvSpPr>
              <p:nvPr/>
            </p:nvSpPr>
            <p:spPr bwMode="auto">
              <a:xfrm>
                <a:off x="1309"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13" name="Line 949"/>
              <p:cNvSpPr>
                <a:spLocks noChangeShapeType="1"/>
              </p:cNvSpPr>
              <p:nvPr/>
            </p:nvSpPr>
            <p:spPr bwMode="auto">
              <a:xfrm>
                <a:off x="1309"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4" name="Rectangle 950"/>
              <p:cNvSpPr>
                <a:spLocks noChangeArrowheads="1"/>
              </p:cNvSpPr>
              <p:nvPr/>
            </p:nvSpPr>
            <p:spPr bwMode="auto">
              <a:xfrm>
                <a:off x="1309"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15" name="Line 951"/>
              <p:cNvSpPr>
                <a:spLocks noChangeShapeType="1"/>
              </p:cNvSpPr>
              <p:nvPr/>
            </p:nvSpPr>
            <p:spPr bwMode="auto">
              <a:xfrm>
                <a:off x="1309"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6" name="Line 952"/>
              <p:cNvSpPr>
                <a:spLocks noChangeShapeType="1"/>
              </p:cNvSpPr>
              <p:nvPr/>
            </p:nvSpPr>
            <p:spPr bwMode="auto">
              <a:xfrm>
                <a:off x="1309"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7" name="Rectangle 953"/>
              <p:cNvSpPr>
                <a:spLocks noChangeArrowheads="1"/>
              </p:cNvSpPr>
              <p:nvPr/>
            </p:nvSpPr>
            <p:spPr bwMode="auto">
              <a:xfrm>
                <a:off x="1315" y="3932"/>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18" name="Line 954"/>
              <p:cNvSpPr>
                <a:spLocks noChangeShapeType="1"/>
              </p:cNvSpPr>
              <p:nvPr/>
            </p:nvSpPr>
            <p:spPr bwMode="auto">
              <a:xfrm>
                <a:off x="1315" y="393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9" name="Rectangle 955"/>
              <p:cNvSpPr>
                <a:spLocks noChangeArrowheads="1"/>
              </p:cNvSpPr>
              <p:nvPr/>
            </p:nvSpPr>
            <p:spPr bwMode="auto">
              <a:xfrm>
                <a:off x="1546"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20" name="Line 956"/>
              <p:cNvSpPr>
                <a:spLocks noChangeShapeType="1"/>
              </p:cNvSpPr>
              <p:nvPr/>
            </p:nvSpPr>
            <p:spPr bwMode="auto">
              <a:xfrm>
                <a:off x="1546"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1" name="Rectangle 957"/>
              <p:cNvSpPr>
                <a:spLocks noChangeArrowheads="1"/>
              </p:cNvSpPr>
              <p:nvPr/>
            </p:nvSpPr>
            <p:spPr bwMode="auto">
              <a:xfrm>
                <a:off x="1546"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22" name="Line 958"/>
              <p:cNvSpPr>
                <a:spLocks noChangeShapeType="1"/>
              </p:cNvSpPr>
              <p:nvPr/>
            </p:nvSpPr>
            <p:spPr bwMode="auto">
              <a:xfrm>
                <a:off x="1546"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3" name="Line 959"/>
              <p:cNvSpPr>
                <a:spLocks noChangeShapeType="1"/>
              </p:cNvSpPr>
              <p:nvPr/>
            </p:nvSpPr>
            <p:spPr bwMode="auto">
              <a:xfrm>
                <a:off x="1546"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4" name="Rectangle 960"/>
              <p:cNvSpPr>
                <a:spLocks noChangeArrowheads="1"/>
              </p:cNvSpPr>
              <p:nvPr/>
            </p:nvSpPr>
            <p:spPr bwMode="auto">
              <a:xfrm>
                <a:off x="1552" y="3932"/>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25" name="Line 961"/>
              <p:cNvSpPr>
                <a:spLocks noChangeShapeType="1"/>
              </p:cNvSpPr>
              <p:nvPr/>
            </p:nvSpPr>
            <p:spPr bwMode="auto">
              <a:xfrm>
                <a:off x="1552" y="393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6" name="Rectangle 962"/>
              <p:cNvSpPr>
                <a:spLocks noChangeArrowheads="1"/>
              </p:cNvSpPr>
              <p:nvPr/>
            </p:nvSpPr>
            <p:spPr bwMode="auto">
              <a:xfrm>
                <a:off x="1777"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27" name="Line 963"/>
              <p:cNvSpPr>
                <a:spLocks noChangeShapeType="1"/>
              </p:cNvSpPr>
              <p:nvPr/>
            </p:nvSpPr>
            <p:spPr bwMode="auto">
              <a:xfrm>
                <a:off x="1777"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8" name="Rectangle 964"/>
              <p:cNvSpPr>
                <a:spLocks noChangeArrowheads="1"/>
              </p:cNvSpPr>
              <p:nvPr/>
            </p:nvSpPr>
            <p:spPr bwMode="auto">
              <a:xfrm>
                <a:off x="1777"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29" name="Line 965"/>
              <p:cNvSpPr>
                <a:spLocks noChangeShapeType="1"/>
              </p:cNvSpPr>
              <p:nvPr/>
            </p:nvSpPr>
            <p:spPr bwMode="auto">
              <a:xfrm>
                <a:off x="1777"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30" name="Line 966"/>
              <p:cNvSpPr>
                <a:spLocks noChangeShapeType="1"/>
              </p:cNvSpPr>
              <p:nvPr/>
            </p:nvSpPr>
            <p:spPr bwMode="auto">
              <a:xfrm>
                <a:off x="1777"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31" name="Rectangle 967"/>
              <p:cNvSpPr>
                <a:spLocks noChangeArrowheads="1"/>
              </p:cNvSpPr>
              <p:nvPr/>
            </p:nvSpPr>
            <p:spPr bwMode="auto">
              <a:xfrm>
                <a:off x="1783" y="3932"/>
                <a:ext cx="2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32" name="Line 968"/>
              <p:cNvSpPr>
                <a:spLocks noChangeShapeType="1"/>
              </p:cNvSpPr>
              <p:nvPr/>
            </p:nvSpPr>
            <p:spPr bwMode="auto">
              <a:xfrm>
                <a:off x="1783" y="3932"/>
                <a:ext cx="2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33" name="Rectangle 969"/>
              <p:cNvSpPr>
                <a:spLocks noChangeArrowheads="1"/>
              </p:cNvSpPr>
              <p:nvPr/>
            </p:nvSpPr>
            <p:spPr bwMode="auto">
              <a:xfrm>
                <a:off x="2013"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34" name="Line 970"/>
              <p:cNvSpPr>
                <a:spLocks noChangeShapeType="1"/>
              </p:cNvSpPr>
              <p:nvPr/>
            </p:nvSpPr>
            <p:spPr bwMode="auto">
              <a:xfrm>
                <a:off x="2013"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35" name="Rectangle 971"/>
              <p:cNvSpPr>
                <a:spLocks noChangeArrowheads="1"/>
              </p:cNvSpPr>
              <p:nvPr/>
            </p:nvSpPr>
            <p:spPr bwMode="auto">
              <a:xfrm>
                <a:off x="2013"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36" name="Line 972"/>
              <p:cNvSpPr>
                <a:spLocks noChangeShapeType="1"/>
              </p:cNvSpPr>
              <p:nvPr/>
            </p:nvSpPr>
            <p:spPr bwMode="auto">
              <a:xfrm>
                <a:off x="2013"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37" name="Line 973"/>
              <p:cNvSpPr>
                <a:spLocks noChangeShapeType="1"/>
              </p:cNvSpPr>
              <p:nvPr/>
            </p:nvSpPr>
            <p:spPr bwMode="auto">
              <a:xfrm>
                <a:off x="2013"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38" name="Rectangle 974"/>
              <p:cNvSpPr>
                <a:spLocks noChangeArrowheads="1"/>
              </p:cNvSpPr>
              <p:nvPr/>
            </p:nvSpPr>
            <p:spPr bwMode="auto">
              <a:xfrm>
                <a:off x="2019" y="3932"/>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39" name="Line 975"/>
              <p:cNvSpPr>
                <a:spLocks noChangeShapeType="1"/>
              </p:cNvSpPr>
              <p:nvPr/>
            </p:nvSpPr>
            <p:spPr bwMode="auto">
              <a:xfrm>
                <a:off x="2019" y="393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40" name="Rectangle 976"/>
              <p:cNvSpPr>
                <a:spLocks noChangeArrowheads="1"/>
              </p:cNvSpPr>
              <p:nvPr/>
            </p:nvSpPr>
            <p:spPr bwMode="auto">
              <a:xfrm>
                <a:off x="2244"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41" name="Line 977"/>
              <p:cNvSpPr>
                <a:spLocks noChangeShapeType="1"/>
              </p:cNvSpPr>
              <p:nvPr/>
            </p:nvSpPr>
            <p:spPr bwMode="auto">
              <a:xfrm>
                <a:off x="2244"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42" name="Rectangle 978"/>
              <p:cNvSpPr>
                <a:spLocks noChangeArrowheads="1"/>
              </p:cNvSpPr>
              <p:nvPr/>
            </p:nvSpPr>
            <p:spPr bwMode="auto">
              <a:xfrm>
                <a:off x="2244"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43" name="Line 979"/>
              <p:cNvSpPr>
                <a:spLocks noChangeShapeType="1"/>
              </p:cNvSpPr>
              <p:nvPr/>
            </p:nvSpPr>
            <p:spPr bwMode="auto">
              <a:xfrm>
                <a:off x="2244"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44" name="Line 980"/>
              <p:cNvSpPr>
                <a:spLocks noChangeShapeType="1"/>
              </p:cNvSpPr>
              <p:nvPr/>
            </p:nvSpPr>
            <p:spPr bwMode="auto">
              <a:xfrm>
                <a:off x="2244"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45" name="Rectangle 981"/>
              <p:cNvSpPr>
                <a:spLocks noChangeArrowheads="1"/>
              </p:cNvSpPr>
              <p:nvPr/>
            </p:nvSpPr>
            <p:spPr bwMode="auto">
              <a:xfrm>
                <a:off x="2250" y="3932"/>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46" name="Line 982"/>
              <p:cNvSpPr>
                <a:spLocks noChangeShapeType="1"/>
              </p:cNvSpPr>
              <p:nvPr/>
            </p:nvSpPr>
            <p:spPr bwMode="auto">
              <a:xfrm>
                <a:off x="2250" y="393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47" name="Rectangle 983"/>
              <p:cNvSpPr>
                <a:spLocks noChangeArrowheads="1"/>
              </p:cNvSpPr>
              <p:nvPr/>
            </p:nvSpPr>
            <p:spPr bwMode="auto">
              <a:xfrm>
                <a:off x="2481"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48" name="Line 984"/>
              <p:cNvSpPr>
                <a:spLocks noChangeShapeType="1"/>
              </p:cNvSpPr>
              <p:nvPr/>
            </p:nvSpPr>
            <p:spPr bwMode="auto">
              <a:xfrm>
                <a:off x="2481"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49" name="Rectangle 985"/>
              <p:cNvSpPr>
                <a:spLocks noChangeArrowheads="1"/>
              </p:cNvSpPr>
              <p:nvPr/>
            </p:nvSpPr>
            <p:spPr bwMode="auto">
              <a:xfrm>
                <a:off x="2481"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50" name="Line 986"/>
              <p:cNvSpPr>
                <a:spLocks noChangeShapeType="1"/>
              </p:cNvSpPr>
              <p:nvPr/>
            </p:nvSpPr>
            <p:spPr bwMode="auto">
              <a:xfrm>
                <a:off x="2481"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51" name="Line 987"/>
              <p:cNvSpPr>
                <a:spLocks noChangeShapeType="1"/>
              </p:cNvSpPr>
              <p:nvPr/>
            </p:nvSpPr>
            <p:spPr bwMode="auto">
              <a:xfrm>
                <a:off x="2481"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52" name="Rectangle 988"/>
              <p:cNvSpPr>
                <a:spLocks noChangeArrowheads="1"/>
              </p:cNvSpPr>
              <p:nvPr/>
            </p:nvSpPr>
            <p:spPr bwMode="auto">
              <a:xfrm>
                <a:off x="2487" y="3932"/>
                <a:ext cx="224"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53" name="Line 989"/>
              <p:cNvSpPr>
                <a:spLocks noChangeShapeType="1"/>
              </p:cNvSpPr>
              <p:nvPr/>
            </p:nvSpPr>
            <p:spPr bwMode="auto">
              <a:xfrm>
                <a:off x="2487" y="3932"/>
                <a:ext cx="22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54" name="Rectangle 990"/>
              <p:cNvSpPr>
                <a:spLocks noChangeArrowheads="1"/>
              </p:cNvSpPr>
              <p:nvPr/>
            </p:nvSpPr>
            <p:spPr bwMode="auto">
              <a:xfrm>
                <a:off x="2711"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55" name="Line 991"/>
              <p:cNvSpPr>
                <a:spLocks noChangeShapeType="1"/>
              </p:cNvSpPr>
              <p:nvPr/>
            </p:nvSpPr>
            <p:spPr bwMode="auto">
              <a:xfrm>
                <a:off x="2711"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56" name="Rectangle 992"/>
              <p:cNvSpPr>
                <a:spLocks noChangeArrowheads="1"/>
              </p:cNvSpPr>
              <p:nvPr/>
            </p:nvSpPr>
            <p:spPr bwMode="auto">
              <a:xfrm>
                <a:off x="2711"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57" name="Line 993"/>
              <p:cNvSpPr>
                <a:spLocks noChangeShapeType="1"/>
              </p:cNvSpPr>
              <p:nvPr/>
            </p:nvSpPr>
            <p:spPr bwMode="auto">
              <a:xfrm>
                <a:off x="2711"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58" name="Line 994"/>
              <p:cNvSpPr>
                <a:spLocks noChangeShapeType="1"/>
              </p:cNvSpPr>
              <p:nvPr/>
            </p:nvSpPr>
            <p:spPr bwMode="auto">
              <a:xfrm>
                <a:off x="2711"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59" name="Rectangle 995"/>
              <p:cNvSpPr>
                <a:spLocks noChangeArrowheads="1"/>
              </p:cNvSpPr>
              <p:nvPr/>
            </p:nvSpPr>
            <p:spPr bwMode="auto">
              <a:xfrm>
                <a:off x="2717" y="3932"/>
                <a:ext cx="2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60" name="Line 996"/>
              <p:cNvSpPr>
                <a:spLocks noChangeShapeType="1"/>
              </p:cNvSpPr>
              <p:nvPr/>
            </p:nvSpPr>
            <p:spPr bwMode="auto">
              <a:xfrm>
                <a:off x="2717" y="3932"/>
                <a:ext cx="2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1" name="Rectangle 997"/>
              <p:cNvSpPr>
                <a:spLocks noChangeArrowheads="1"/>
              </p:cNvSpPr>
              <p:nvPr/>
            </p:nvSpPr>
            <p:spPr bwMode="auto">
              <a:xfrm>
                <a:off x="2948"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62" name="Line 998"/>
              <p:cNvSpPr>
                <a:spLocks noChangeShapeType="1"/>
              </p:cNvSpPr>
              <p:nvPr/>
            </p:nvSpPr>
            <p:spPr bwMode="auto">
              <a:xfrm>
                <a:off x="2948"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3" name="Rectangle 999"/>
              <p:cNvSpPr>
                <a:spLocks noChangeArrowheads="1"/>
              </p:cNvSpPr>
              <p:nvPr/>
            </p:nvSpPr>
            <p:spPr bwMode="auto">
              <a:xfrm>
                <a:off x="2948"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64" name="Line 1000"/>
              <p:cNvSpPr>
                <a:spLocks noChangeShapeType="1"/>
              </p:cNvSpPr>
              <p:nvPr/>
            </p:nvSpPr>
            <p:spPr bwMode="auto">
              <a:xfrm>
                <a:off x="2948"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5" name="Line 1001"/>
              <p:cNvSpPr>
                <a:spLocks noChangeShapeType="1"/>
              </p:cNvSpPr>
              <p:nvPr/>
            </p:nvSpPr>
            <p:spPr bwMode="auto">
              <a:xfrm>
                <a:off x="2948" y="393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6" name="Rectangle 1002"/>
              <p:cNvSpPr>
                <a:spLocks noChangeArrowheads="1"/>
              </p:cNvSpPr>
              <p:nvPr/>
            </p:nvSpPr>
            <p:spPr bwMode="auto">
              <a:xfrm>
                <a:off x="2954" y="3932"/>
                <a:ext cx="22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67" name="Line 1003"/>
              <p:cNvSpPr>
                <a:spLocks noChangeShapeType="1"/>
              </p:cNvSpPr>
              <p:nvPr/>
            </p:nvSpPr>
            <p:spPr bwMode="auto">
              <a:xfrm>
                <a:off x="2954" y="3932"/>
                <a:ext cx="2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8" name="Rectangle 1004"/>
              <p:cNvSpPr>
                <a:spLocks noChangeArrowheads="1"/>
              </p:cNvSpPr>
              <p:nvPr/>
            </p:nvSpPr>
            <p:spPr bwMode="auto">
              <a:xfrm>
                <a:off x="3179" y="3699"/>
                <a:ext cx="6" cy="2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69" name="Line 1005"/>
              <p:cNvSpPr>
                <a:spLocks noChangeShapeType="1"/>
              </p:cNvSpPr>
              <p:nvPr/>
            </p:nvSpPr>
            <p:spPr bwMode="auto">
              <a:xfrm>
                <a:off x="3179" y="3699"/>
                <a:ext cx="1" cy="2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0" name="Rectangle 1006"/>
              <p:cNvSpPr>
                <a:spLocks noChangeArrowheads="1"/>
              </p:cNvSpPr>
              <p:nvPr/>
            </p:nvSpPr>
            <p:spPr bwMode="auto">
              <a:xfrm>
                <a:off x="3179" y="393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71" name="Line 1007"/>
              <p:cNvSpPr>
                <a:spLocks noChangeShapeType="1"/>
              </p:cNvSpPr>
              <p:nvPr/>
            </p:nvSpPr>
            <p:spPr bwMode="auto">
              <a:xfrm>
                <a:off x="3179" y="3932"/>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472" name="Line 1008"/>
            <p:cNvSpPr>
              <a:spLocks noChangeShapeType="1"/>
            </p:cNvSpPr>
            <p:nvPr/>
          </p:nvSpPr>
          <p:spPr bwMode="auto">
            <a:xfrm>
              <a:off x="5827713" y="655955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3" name="Line 1010"/>
            <p:cNvSpPr>
              <a:spLocks noChangeShapeType="1"/>
            </p:cNvSpPr>
            <p:nvPr/>
          </p:nvSpPr>
          <p:spPr bwMode="auto">
            <a:xfrm>
              <a:off x="5837238" y="6559550"/>
              <a:ext cx="3651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4" name="Rectangle 1011"/>
            <p:cNvSpPr>
              <a:spLocks noChangeArrowheads="1"/>
            </p:cNvSpPr>
            <p:nvPr/>
          </p:nvSpPr>
          <p:spPr bwMode="auto">
            <a:xfrm>
              <a:off x="6202363" y="6189663"/>
              <a:ext cx="9525" cy="3698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75" name="Line 1012"/>
            <p:cNvSpPr>
              <a:spLocks noChangeShapeType="1"/>
            </p:cNvSpPr>
            <p:nvPr/>
          </p:nvSpPr>
          <p:spPr bwMode="auto">
            <a:xfrm>
              <a:off x="6202363" y="6189663"/>
              <a:ext cx="1587" cy="3698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7" name="Line 1014"/>
            <p:cNvSpPr>
              <a:spLocks noChangeShapeType="1"/>
            </p:cNvSpPr>
            <p:nvPr/>
          </p:nvSpPr>
          <p:spPr bwMode="auto">
            <a:xfrm>
              <a:off x="6202363" y="65595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8" name="Line 1015"/>
            <p:cNvSpPr>
              <a:spLocks noChangeShapeType="1"/>
            </p:cNvSpPr>
            <p:nvPr/>
          </p:nvSpPr>
          <p:spPr bwMode="auto">
            <a:xfrm>
              <a:off x="6202363" y="655955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9" name="Rectangle 1016"/>
            <p:cNvSpPr>
              <a:spLocks noChangeArrowheads="1"/>
            </p:cNvSpPr>
            <p:nvPr/>
          </p:nvSpPr>
          <p:spPr bwMode="auto">
            <a:xfrm>
              <a:off x="6211888" y="6559550"/>
              <a:ext cx="3571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80" name="Line 1017"/>
            <p:cNvSpPr>
              <a:spLocks noChangeShapeType="1"/>
            </p:cNvSpPr>
            <p:nvPr/>
          </p:nvSpPr>
          <p:spPr bwMode="auto">
            <a:xfrm>
              <a:off x="6211888" y="6559550"/>
              <a:ext cx="3571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1" name="Rectangle 1018"/>
            <p:cNvSpPr>
              <a:spLocks noChangeArrowheads="1"/>
            </p:cNvSpPr>
            <p:nvPr/>
          </p:nvSpPr>
          <p:spPr bwMode="auto">
            <a:xfrm>
              <a:off x="6569075" y="6189663"/>
              <a:ext cx="9525" cy="3698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82" name="Line 1019"/>
            <p:cNvSpPr>
              <a:spLocks noChangeShapeType="1"/>
            </p:cNvSpPr>
            <p:nvPr/>
          </p:nvSpPr>
          <p:spPr bwMode="auto">
            <a:xfrm>
              <a:off x="6569075" y="6189663"/>
              <a:ext cx="1588" cy="3698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 name="Rectangle 1020"/>
            <p:cNvSpPr>
              <a:spLocks noChangeArrowheads="1"/>
            </p:cNvSpPr>
            <p:nvPr/>
          </p:nvSpPr>
          <p:spPr bwMode="auto">
            <a:xfrm>
              <a:off x="6569075" y="655955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84" name="Line 1021"/>
            <p:cNvSpPr>
              <a:spLocks noChangeShapeType="1"/>
            </p:cNvSpPr>
            <p:nvPr/>
          </p:nvSpPr>
          <p:spPr bwMode="auto">
            <a:xfrm>
              <a:off x="6569075" y="65595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 name="Line 1022"/>
            <p:cNvSpPr>
              <a:spLocks noChangeShapeType="1"/>
            </p:cNvSpPr>
            <p:nvPr/>
          </p:nvSpPr>
          <p:spPr bwMode="auto">
            <a:xfrm>
              <a:off x="6569075" y="655955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 name="Rectangle 1023"/>
            <p:cNvSpPr>
              <a:spLocks noChangeArrowheads="1"/>
            </p:cNvSpPr>
            <p:nvPr/>
          </p:nvSpPr>
          <p:spPr bwMode="auto">
            <a:xfrm>
              <a:off x="6578600" y="6559550"/>
              <a:ext cx="3667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87" name="Line 1024"/>
            <p:cNvSpPr>
              <a:spLocks noChangeShapeType="1"/>
            </p:cNvSpPr>
            <p:nvPr/>
          </p:nvSpPr>
          <p:spPr bwMode="auto">
            <a:xfrm>
              <a:off x="6578600" y="6559550"/>
              <a:ext cx="3667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 name="Rectangle 1025"/>
            <p:cNvSpPr>
              <a:spLocks noChangeArrowheads="1"/>
            </p:cNvSpPr>
            <p:nvPr/>
          </p:nvSpPr>
          <p:spPr bwMode="auto">
            <a:xfrm>
              <a:off x="6945313" y="6189663"/>
              <a:ext cx="9525" cy="3698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89" name="Line 1026"/>
            <p:cNvSpPr>
              <a:spLocks noChangeShapeType="1"/>
            </p:cNvSpPr>
            <p:nvPr/>
          </p:nvSpPr>
          <p:spPr bwMode="auto">
            <a:xfrm>
              <a:off x="6945313" y="6189663"/>
              <a:ext cx="1587" cy="3698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 name="Rectangle 1027"/>
            <p:cNvSpPr>
              <a:spLocks noChangeArrowheads="1"/>
            </p:cNvSpPr>
            <p:nvPr/>
          </p:nvSpPr>
          <p:spPr bwMode="auto">
            <a:xfrm>
              <a:off x="6945313" y="655955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91" name="Line 1028"/>
            <p:cNvSpPr>
              <a:spLocks noChangeShapeType="1"/>
            </p:cNvSpPr>
            <p:nvPr/>
          </p:nvSpPr>
          <p:spPr bwMode="auto">
            <a:xfrm>
              <a:off x="6945313" y="65595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2" name="Line 1029"/>
            <p:cNvSpPr>
              <a:spLocks noChangeShapeType="1"/>
            </p:cNvSpPr>
            <p:nvPr/>
          </p:nvSpPr>
          <p:spPr bwMode="auto">
            <a:xfrm>
              <a:off x="6945313" y="655955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3" name="Rectangle 1030"/>
            <p:cNvSpPr>
              <a:spLocks noChangeArrowheads="1"/>
            </p:cNvSpPr>
            <p:nvPr/>
          </p:nvSpPr>
          <p:spPr bwMode="auto">
            <a:xfrm>
              <a:off x="6954838" y="6559550"/>
              <a:ext cx="35560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94" name="Line 1031"/>
            <p:cNvSpPr>
              <a:spLocks noChangeShapeType="1"/>
            </p:cNvSpPr>
            <p:nvPr/>
          </p:nvSpPr>
          <p:spPr bwMode="auto">
            <a:xfrm>
              <a:off x="6954838" y="6559550"/>
              <a:ext cx="3556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5" name="Rectangle 1032"/>
            <p:cNvSpPr>
              <a:spLocks noChangeArrowheads="1"/>
            </p:cNvSpPr>
            <p:nvPr/>
          </p:nvSpPr>
          <p:spPr bwMode="auto">
            <a:xfrm>
              <a:off x="7310438" y="6189663"/>
              <a:ext cx="9525" cy="3698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96" name="Line 1033"/>
            <p:cNvSpPr>
              <a:spLocks noChangeShapeType="1"/>
            </p:cNvSpPr>
            <p:nvPr/>
          </p:nvSpPr>
          <p:spPr bwMode="auto">
            <a:xfrm>
              <a:off x="7310438" y="6189663"/>
              <a:ext cx="1587" cy="3698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7" name="Rectangle 1034"/>
            <p:cNvSpPr>
              <a:spLocks noChangeArrowheads="1"/>
            </p:cNvSpPr>
            <p:nvPr/>
          </p:nvSpPr>
          <p:spPr bwMode="auto">
            <a:xfrm>
              <a:off x="7310438" y="655955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498" name="Line 1035"/>
            <p:cNvSpPr>
              <a:spLocks noChangeShapeType="1"/>
            </p:cNvSpPr>
            <p:nvPr/>
          </p:nvSpPr>
          <p:spPr bwMode="auto">
            <a:xfrm>
              <a:off x="7310438" y="65595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9" name="Line 1036"/>
            <p:cNvSpPr>
              <a:spLocks noChangeShapeType="1"/>
            </p:cNvSpPr>
            <p:nvPr/>
          </p:nvSpPr>
          <p:spPr bwMode="auto">
            <a:xfrm>
              <a:off x="7310438" y="655955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00" name="Rectangle 1037"/>
            <p:cNvSpPr>
              <a:spLocks noChangeArrowheads="1"/>
            </p:cNvSpPr>
            <p:nvPr/>
          </p:nvSpPr>
          <p:spPr bwMode="auto">
            <a:xfrm>
              <a:off x="7319963" y="6559550"/>
              <a:ext cx="36671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01" name="Line 1038"/>
            <p:cNvSpPr>
              <a:spLocks noChangeShapeType="1"/>
            </p:cNvSpPr>
            <p:nvPr/>
          </p:nvSpPr>
          <p:spPr bwMode="auto">
            <a:xfrm>
              <a:off x="7319963" y="6559550"/>
              <a:ext cx="3667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02" name="Rectangle 1039"/>
            <p:cNvSpPr>
              <a:spLocks noChangeArrowheads="1"/>
            </p:cNvSpPr>
            <p:nvPr/>
          </p:nvSpPr>
          <p:spPr bwMode="auto">
            <a:xfrm>
              <a:off x="7686675" y="6189663"/>
              <a:ext cx="9525" cy="3698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03" name="Line 1040"/>
            <p:cNvSpPr>
              <a:spLocks noChangeShapeType="1"/>
            </p:cNvSpPr>
            <p:nvPr/>
          </p:nvSpPr>
          <p:spPr bwMode="auto">
            <a:xfrm>
              <a:off x="7686675" y="6189663"/>
              <a:ext cx="1588" cy="3698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04" name="Rectangle 1041"/>
            <p:cNvSpPr>
              <a:spLocks noChangeArrowheads="1"/>
            </p:cNvSpPr>
            <p:nvPr/>
          </p:nvSpPr>
          <p:spPr bwMode="auto">
            <a:xfrm>
              <a:off x="7686675" y="655955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05" name="Line 1042"/>
            <p:cNvSpPr>
              <a:spLocks noChangeShapeType="1"/>
            </p:cNvSpPr>
            <p:nvPr/>
          </p:nvSpPr>
          <p:spPr bwMode="auto">
            <a:xfrm>
              <a:off x="7686675" y="65595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06" name="Line 1043"/>
            <p:cNvSpPr>
              <a:spLocks noChangeShapeType="1"/>
            </p:cNvSpPr>
            <p:nvPr/>
          </p:nvSpPr>
          <p:spPr bwMode="auto">
            <a:xfrm>
              <a:off x="7686675" y="655955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07" name="Rectangle 1044"/>
            <p:cNvSpPr>
              <a:spLocks noChangeArrowheads="1"/>
            </p:cNvSpPr>
            <p:nvPr/>
          </p:nvSpPr>
          <p:spPr bwMode="auto">
            <a:xfrm>
              <a:off x="7696200" y="6559550"/>
              <a:ext cx="3571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08" name="Line 1045"/>
            <p:cNvSpPr>
              <a:spLocks noChangeShapeType="1"/>
            </p:cNvSpPr>
            <p:nvPr/>
          </p:nvSpPr>
          <p:spPr bwMode="auto">
            <a:xfrm>
              <a:off x="7696200" y="6559550"/>
              <a:ext cx="3571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09" name="Rectangle 1046"/>
            <p:cNvSpPr>
              <a:spLocks noChangeArrowheads="1"/>
            </p:cNvSpPr>
            <p:nvPr/>
          </p:nvSpPr>
          <p:spPr bwMode="auto">
            <a:xfrm>
              <a:off x="8053388" y="6189663"/>
              <a:ext cx="9525" cy="3698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10" name="Line 1047"/>
            <p:cNvSpPr>
              <a:spLocks noChangeShapeType="1"/>
            </p:cNvSpPr>
            <p:nvPr/>
          </p:nvSpPr>
          <p:spPr bwMode="auto">
            <a:xfrm>
              <a:off x="8053388" y="6189663"/>
              <a:ext cx="1587" cy="3698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11" name="Rectangle 1048"/>
            <p:cNvSpPr>
              <a:spLocks noChangeArrowheads="1"/>
            </p:cNvSpPr>
            <p:nvPr/>
          </p:nvSpPr>
          <p:spPr bwMode="auto">
            <a:xfrm>
              <a:off x="8053388" y="655955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12" name="Line 1049"/>
            <p:cNvSpPr>
              <a:spLocks noChangeShapeType="1"/>
            </p:cNvSpPr>
            <p:nvPr/>
          </p:nvSpPr>
          <p:spPr bwMode="auto">
            <a:xfrm>
              <a:off x="8053388" y="65595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13" name="Line 1050"/>
            <p:cNvSpPr>
              <a:spLocks noChangeShapeType="1"/>
            </p:cNvSpPr>
            <p:nvPr/>
          </p:nvSpPr>
          <p:spPr bwMode="auto">
            <a:xfrm>
              <a:off x="8053388" y="655955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14" name="Rectangle 1051"/>
            <p:cNvSpPr>
              <a:spLocks noChangeArrowheads="1"/>
            </p:cNvSpPr>
            <p:nvPr/>
          </p:nvSpPr>
          <p:spPr bwMode="auto">
            <a:xfrm>
              <a:off x="8062913" y="6559550"/>
              <a:ext cx="3651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15" name="Line 1052"/>
            <p:cNvSpPr>
              <a:spLocks noChangeShapeType="1"/>
            </p:cNvSpPr>
            <p:nvPr/>
          </p:nvSpPr>
          <p:spPr bwMode="auto">
            <a:xfrm>
              <a:off x="8062913" y="6559550"/>
              <a:ext cx="3651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16" name="Rectangle 1053"/>
            <p:cNvSpPr>
              <a:spLocks noChangeArrowheads="1"/>
            </p:cNvSpPr>
            <p:nvPr/>
          </p:nvSpPr>
          <p:spPr bwMode="auto">
            <a:xfrm>
              <a:off x="8428038" y="6189663"/>
              <a:ext cx="11112" cy="3698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17" name="Line 1054"/>
            <p:cNvSpPr>
              <a:spLocks noChangeShapeType="1"/>
            </p:cNvSpPr>
            <p:nvPr/>
          </p:nvSpPr>
          <p:spPr bwMode="auto">
            <a:xfrm>
              <a:off x="8428038" y="6189663"/>
              <a:ext cx="1587" cy="3698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18" name="Rectangle 1055"/>
            <p:cNvSpPr>
              <a:spLocks noChangeArrowheads="1"/>
            </p:cNvSpPr>
            <p:nvPr/>
          </p:nvSpPr>
          <p:spPr bwMode="auto">
            <a:xfrm>
              <a:off x="8428038" y="6559550"/>
              <a:ext cx="1111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19" name="Line 1056"/>
            <p:cNvSpPr>
              <a:spLocks noChangeShapeType="1"/>
            </p:cNvSpPr>
            <p:nvPr/>
          </p:nvSpPr>
          <p:spPr bwMode="auto">
            <a:xfrm>
              <a:off x="8428038" y="6559550"/>
              <a:ext cx="11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0" name="Line 1057"/>
            <p:cNvSpPr>
              <a:spLocks noChangeShapeType="1"/>
            </p:cNvSpPr>
            <p:nvPr/>
          </p:nvSpPr>
          <p:spPr bwMode="auto">
            <a:xfrm>
              <a:off x="8428038" y="655955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1" name="Rectangle 1058"/>
            <p:cNvSpPr>
              <a:spLocks noChangeArrowheads="1"/>
            </p:cNvSpPr>
            <p:nvPr/>
          </p:nvSpPr>
          <p:spPr bwMode="auto">
            <a:xfrm>
              <a:off x="8439150" y="6559550"/>
              <a:ext cx="35560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22" name="Line 1059"/>
            <p:cNvSpPr>
              <a:spLocks noChangeShapeType="1"/>
            </p:cNvSpPr>
            <p:nvPr/>
          </p:nvSpPr>
          <p:spPr bwMode="auto">
            <a:xfrm>
              <a:off x="8439150" y="6559550"/>
              <a:ext cx="3556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3" name="Rectangle 1060"/>
            <p:cNvSpPr>
              <a:spLocks noChangeArrowheads="1"/>
            </p:cNvSpPr>
            <p:nvPr/>
          </p:nvSpPr>
          <p:spPr bwMode="auto">
            <a:xfrm>
              <a:off x="8794750" y="6189663"/>
              <a:ext cx="9525" cy="3698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24" name="Line 1061"/>
            <p:cNvSpPr>
              <a:spLocks noChangeShapeType="1"/>
            </p:cNvSpPr>
            <p:nvPr/>
          </p:nvSpPr>
          <p:spPr bwMode="auto">
            <a:xfrm>
              <a:off x="8794750" y="6189663"/>
              <a:ext cx="1588" cy="3698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5" name="Rectangle 1062"/>
            <p:cNvSpPr>
              <a:spLocks noChangeArrowheads="1"/>
            </p:cNvSpPr>
            <p:nvPr/>
          </p:nvSpPr>
          <p:spPr bwMode="auto">
            <a:xfrm>
              <a:off x="8794750" y="655955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26" name="Line 1063"/>
            <p:cNvSpPr>
              <a:spLocks noChangeShapeType="1"/>
            </p:cNvSpPr>
            <p:nvPr/>
          </p:nvSpPr>
          <p:spPr bwMode="auto">
            <a:xfrm>
              <a:off x="8794750" y="65595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7" name="Line 1064"/>
            <p:cNvSpPr>
              <a:spLocks noChangeShapeType="1"/>
            </p:cNvSpPr>
            <p:nvPr/>
          </p:nvSpPr>
          <p:spPr bwMode="auto">
            <a:xfrm>
              <a:off x="8794750" y="655955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8" name="Rectangle 1065"/>
            <p:cNvSpPr>
              <a:spLocks noChangeArrowheads="1"/>
            </p:cNvSpPr>
            <p:nvPr/>
          </p:nvSpPr>
          <p:spPr bwMode="auto">
            <a:xfrm>
              <a:off x="8804275" y="6559550"/>
              <a:ext cx="3667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29" name="Line 1066"/>
            <p:cNvSpPr>
              <a:spLocks noChangeShapeType="1"/>
            </p:cNvSpPr>
            <p:nvPr/>
          </p:nvSpPr>
          <p:spPr bwMode="auto">
            <a:xfrm>
              <a:off x="8804275" y="6559550"/>
              <a:ext cx="3667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30" name="Rectangle 1067"/>
            <p:cNvSpPr>
              <a:spLocks noChangeArrowheads="1"/>
            </p:cNvSpPr>
            <p:nvPr/>
          </p:nvSpPr>
          <p:spPr bwMode="auto">
            <a:xfrm>
              <a:off x="9170988" y="6189663"/>
              <a:ext cx="9525" cy="3698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31" name="Line 1068"/>
            <p:cNvSpPr>
              <a:spLocks noChangeShapeType="1"/>
            </p:cNvSpPr>
            <p:nvPr/>
          </p:nvSpPr>
          <p:spPr bwMode="auto">
            <a:xfrm>
              <a:off x="9170988" y="6189663"/>
              <a:ext cx="1587" cy="3698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32" name="Rectangle 1069"/>
            <p:cNvSpPr>
              <a:spLocks noChangeArrowheads="1"/>
            </p:cNvSpPr>
            <p:nvPr/>
          </p:nvSpPr>
          <p:spPr bwMode="auto">
            <a:xfrm>
              <a:off x="9170988" y="655955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33" name="Line 1070"/>
            <p:cNvSpPr>
              <a:spLocks noChangeShapeType="1"/>
            </p:cNvSpPr>
            <p:nvPr/>
          </p:nvSpPr>
          <p:spPr bwMode="auto">
            <a:xfrm>
              <a:off x="9170988" y="65595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34" name="Line 1071"/>
            <p:cNvSpPr>
              <a:spLocks noChangeShapeType="1"/>
            </p:cNvSpPr>
            <p:nvPr/>
          </p:nvSpPr>
          <p:spPr bwMode="auto">
            <a:xfrm>
              <a:off x="9170988" y="655955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35" name="Rectangle 1072"/>
            <p:cNvSpPr>
              <a:spLocks noChangeArrowheads="1"/>
            </p:cNvSpPr>
            <p:nvPr/>
          </p:nvSpPr>
          <p:spPr bwMode="auto">
            <a:xfrm>
              <a:off x="9170988" y="655955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36" name="Line 1073"/>
            <p:cNvSpPr>
              <a:spLocks noChangeShapeType="1"/>
            </p:cNvSpPr>
            <p:nvPr/>
          </p:nvSpPr>
          <p:spPr bwMode="auto">
            <a:xfrm>
              <a:off x="9170988" y="65595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37" name="Line 1074"/>
            <p:cNvSpPr>
              <a:spLocks noChangeShapeType="1"/>
            </p:cNvSpPr>
            <p:nvPr/>
          </p:nvSpPr>
          <p:spPr bwMode="auto">
            <a:xfrm>
              <a:off x="9170988" y="655955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538" name="Rectangle 1306"/>
          <p:cNvSpPr>
            <a:spLocks noChangeArrowheads="1"/>
          </p:cNvSpPr>
          <p:nvPr/>
        </p:nvSpPr>
        <p:spPr bwMode="auto">
          <a:xfrm>
            <a:off x="9336769" y="4659305"/>
            <a:ext cx="250688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lnSpc>
                <a:spcPct val="120000"/>
              </a:lnSpc>
            </a:pPr>
            <a:r>
              <a:rPr lang="en-US" altLang="zh-CN" sz="2000" b="1" dirty="0">
                <a:solidFill>
                  <a:srgbClr val="000000"/>
                </a:solidFill>
              </a:rPr>
              <a:t>12</a:t>
            </a:r>
            <a:r>
              <a:rPr lang="zh-CN" altLang="en-US" sz="2000" b="1" dirty="0">
                <a:solidFill>
                  <a:srgbClr val="000000"/>
                </a:solidFill>
              </a:rPr>
              <a:t>次页面置换</a:t>
            </a:r>
            <a:endParaRPr lang="en-US" altLang="zh-CN" sz="2000" b="1" dirty="0">
              <a:solidFill>
                <a:srgbClr val="000000"/>
              </a:solidFill>
            </a:endParaRPr>
          </a:p>
          <a:p>
            <a:pPr eaLnBrk="1" hangingPunct="1">
              <a:lnSpc>
                <a:spcPct val="120000"/>
              </a:lnSpc>
            </a:pPr>
            <a:r>
              <a:rPr lang="en-US" altLang="zh-CN" sz="2000" b="1" dirty="0">
                <a:solidFill>
                  <a:schemeClr val="tx2"/>
                </a:solidFill>
              </a:rPr>
              <a:t>15</a:t>
            </a:r>
            <a:r>
              <a:rPr lang="zh-CN" altLang="en-US" sz="2000" b="1" dirty="0">
                <a:solidFill>
                  <a:schemeClr val="tx2"/>
                </a:solidFill>
              </a:rPr>
              <a:t>次缺页</a:t>
            </a:r>
            <a:r>
              <a:rPr lang="zh-CN" altLang="en-US" sz="2000" b="1" dirty="0">
                <a:solidFill>
                  <a:srgbClr val="000000"/>
                </a:solidFill>
              </a:rPr>
              <a:t>中断</a:t>
            </a:r>
            <a:endParaRPr lang="en-US" altLang="zh-CN" sz="2000" b="1" dirty="0">
              <a:solidFill>
                <a:srgbClr val="000000"/>
              </a:solidFill>
            </a:endParaRPr>
          </a:p>
          <a:p>
            <a:pPr eaLnBrk="1" hangingPunct="1">
              <a:lnSpc>
                <a:spcPct val="120000"/>
              </a:lnSpc>
            </a:pPr>
            <a:r>
              <a:rPr lang="zh-CN" altLang="en-US" sz="2000" b="1" dirty="0"/>
              <a:t>总访问次数</a:t>
            </a:r>
            <a:r>
              <a:rPr lang="en-US" altLang="zh-CN" sz="2000" b="1" dirty="0"/>
              <a:t>20</a:t>
            </a:r>
            <a:r>
              <a:rPr lang="zh-CN" altLang="en-US" sz="2000" b="1" dirty="0"/>
              <a:t>次</a:t>
            </a:r>
            <a:endParaRPr lang="en-US" altLang="zh-CN" sz="2000" b="1" dirty="0"/>
          </a:p>
          <a:p>
            <a:pPr eaLnBrk="1" hangingPunct="1">
              <a:lnSpc>
                <a:spcPct val="120000"/>
              </a:lnSpc>
            </a:pPr>
            <a:r>
              <a:rPr lang="zh-CN" altLang="en-US" sz="2000" b="1" dirty="0"/>
              <a:t>缺页率</a:t>
            </a:r>
            <a:r>
              <a:rPr lang="en-US" altLang="zh-CN" sz="2000" b="1" dirty="0"/>
              <a:t>15/20</a:t>
            </a:r>
            <a:r>
              <a:rPr lang="zh-CN" altLang="en-US" sz="2000" b="1" dirty="0"/>
              <a:t>＝</a:t>
            </a:r>
            <a:r>
              <a:rPr lang="en-US" altLang="zh-CN" sz="2000" b="1" dirty="0"/>
              <a:t>75</a:t>
            </a:r>
            <a:r>
              <a:rPr lang="zh-CN" altLang="en-US" sz="2000" b="1" dirty="0"/>
              <a:t>％</a:t>
            </a:r>
            <a:r>
              <a:rPr lang="zh-CN" altLang="en-US" sz="2000" dirty="0">
                <a:solidFill>
                  <a:schemeClr val="tx2"/>
                </a:solidFill>
              </a:rPr>
              <a:t> </a:t>
            </a:r>
            <a:endParaRPr lang="zh-CN" altLang="en-US" sz="2000" b="1" dirty="0">
              <a:solidFill>
                <a:srgbClr val="000000"/>
              </a:solidFill>
            </a:endParaRPr>
          </a:p>
        </p:txBody>
      </p:sp>
    </p:spTree>
    <p:extLst>
      <p:ext uri="{BB962C8B-B14F-4D97-AF65-F5344CB8AC3E}">
        <p14:creationId xmlns:p14="http://schemas.microsoft.com/office/powerpoint/2010/main" val="378960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strips(down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538"/>
                                        </p:tgtEl>
                                        <p:attrNameLst>
                                          <p:attrName>style.visibility</p:attrName>
                                        </p:attrNameLst>
                                      </p:cBhvr>
                                      <p:to>
                                        <p:strVal val="visible"/>
                                      </p:to>
                                    </p:set>
                                    <p:animEffect transition="in" filter="wipe(up)">
                                      <p:cBhvr>
                                        <p:cTn id="22" dur="500"/>
                                        <p:tgtEl>
                                          <p:spTgt spid="3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18" grpId="0"/>
      <p:bldP spid="35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80094" y="1042174"/>
            <a:ext cx="5159449" cy="665162"/>
            <a:chOff x="980094" y="1129258"/>
            <a:chExt cx="5159449" cy="665162"/>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）方法</a:t>
              </a:r>
            </a:p>
          </p:txBody>
        </p:sp>
      </p:gr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79764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最近最久未使用算法（</a:t>
            </a:r>
            <a:r>
              <a:rPr lang="en-US" altLang="zh-CN" sz="2400" b="1" dirty="0">
                <a:solidFill>
                  <a:srgbClr val="3D7351"/>
                </a:solidFill>
                <a:latin typeface="微软雅黑" panose="020B0503020204020204" pitchFamily="34" charset="-122"/>
                <a:ea typeface="微软雅黑" panose="020B0503020204020204" pitchFamily="34" charset="-122"/>
              </a:rPr>
              <a:t> LRU(Least Recently Used) </a:t>
            </a:r>
            <a:r>
              <a:rPr lang="zh-CN" altLang="en-US" sz="2400" b="1" dirty="0">
                <a:solidFill>
                  <a:srgbClr val="3D7351"/>
                </a:solidFill>
                <a:latin typeface="微软雅黑" panose="020B0503020204020204" pitchFamily="34" charset="-122"/>
                <a:ea typeface="微软雅黑" panose="020B0503020204020204" pitchFamily="34" charset="-122"/>
              </a:rPr>
              <a:t>）</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8" y="1778947"/>
            <a:ext cx="93600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近期最久未访问过的页作为被替换的页。</a:t>
            </a:r>
          </a:p>
        </p:txBody>
      </p:sp>
      <p:grpSp>
        <p:nvGrpSpPr>
          <p:cNvPr id="14" name="组合 13"/>
          <p:cNvGrpSpPr/>
          <p:nvPr/>
        </p:nvGrpSpPr>
        <p:grpSpPr>
          <a:xfrm>
            <a:off x="994608" y="2290800"/>
            <a:ext cx="5159449" cy="665162"/>
            <a:chOff x="980094" y="1129258"/>
            <a:chExt cx="5159449" cy="665162"/>
          </a:xfrm>
        </p:grpSpPr>
        <p:sp>
          <p:nvSpPr>
            <p:cNvPr id="15" name="矩形 14"/>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矩形 15"/>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）特点</a:t>
              </a:r>
            </a:p>
          </p:txBody>
        </p:sp>
      </p:grpSp>
      <p:sp>
        <p:nvSpPr>
          <p:cNvPr id="18" name="文本框 19"/>
          <p:cNvSpPr txBox="1">
            <a:spLocks noChangeArrowheads="1"/>
          </p:cNvSpPr>
          <p:nvPr/>
        </p:nvSpPr>
        <p:spPr bwMode="auto">
          <a:xfrm>
            <a:off x="1104782" y="2998545"/>
            <a:ext cx="966481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计数器硬件较少，主存页面表可由软硬件实现修改，根据“历史”预测“未来”。</a:t>
            </a:r>
          </a:p>
        </p:txBody>
      </p:sp>
      <p:sp>
        <p:nvSpPr>
          <p:cNvPr id="3476" name="Rectangle 1013"/>
          <p:cNvSpPr>
            <a:spLocks noChangeArrowheads="1"/>
          </p:cNvSpPr>
          <p:nvPr/>
        </p:nvSpPr>
        <p:spPr bwMode="auto">
          <a:xfrm>
            <a:off x="6202363" y="706120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538" name="Rectangle 1306"/>
          <p:cNvSpPr>
            <a:spLocks noChangeArrowheads="1"/>
          </p:cNvSpPr>
          <p:nvPr/>
        </p:nvSpPr>
        <p:spPr bwMode="auto">
          <a:xfrm>
            <a:off x="9336769" y="4659305"/>
            <a:ext cx="250688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lnSpc>
                <a:spcPct val="120000"/>
              </a:lnSpc>
            </a:pPr>
            <a:r>
              <a:rPr lang="en-US" altLang="zh-CN" sz="2000" b="1" dirty="0">
                <a:solidFill>
                  <a:srgbClr val="000000"/>
                </a:solidFill>
              </a:rPr>
              <a:t>9</a:t>
            </a:r>
            <a:r>
              <a:rPr lang="zh-CN" altLang="en-US" sz="2000" b="1" dirty="0">
                <a:solidFill>
                  <a:srgbClr val="000000"/>
                </a:solidFill>
              </a:rPr>
              <a:t>次页面置换</a:t>
            </a:r>
            <a:endParaRPr lang="en-US" altLang="zh-CN" sz="2000" b="1" dirty="0">
              <a:solidFill>
                <a:srgbClr val="000000"/>
              </a:solidFill>
            </a:endParaRPr>
          </a:p>
          <a:p>
            <a:pPr eaLnBrk="1" hangingPunct="1">
              <a:lnSpc>
                <a:spcPct val="120000"/>
              </a:lnSpc>
            </a:pPr>
            <a:r>
              <a:rPr lang="en-US" altLang="zh-CN" sz="2000" b="1" dirty="0">
                <a:solidFill>
                  <a:schemeClr val="tx2"/>
                </a:solidFill>
              </a:rPr>
              <a:t>12</a:t>
            </a:r>
            <a:r>
              <a:rPr lang="zh-CN" altLang="en-US" sz="2000" b="1" dirty="0">
                <a:solidFill>
                  <a:schemeClr val="tx2"/>
                </a:solidFill>
              </a:rPr>
              <a:t>次缺页</a:t>
            </a:r>
            <a:r>
              <a:rPr lang="zh-CN" altLang="en-US" sz="2000" b="1" dirty="0">
                <a:solidFill>
                  <a:srgbClr val="000000"/>
                </a:solidFill>
              </a:rPr>
              <a:t>中断</a:t>
            </a:r>
            <a:endParaRPr lang="en-US" altLang="zh-CN" sz="2000" b="1" dirty="0">
              <a:solidFill>
                <a:srgbClr val="000000"/>
              </a:solidFill>
            </a:endParaRPr>
          </a:p>
          <a:p>
            <a:pPr eaLnBrk="1" hangingPunct="1">
              <a:lnSpc>
                <a:spcPct val="120000"/>
              </a:lnSpc>
            </a:pPr>
            <a:r>
              <a:rPr lang="zh-CN" altLang="en-US" sz="2000" b="1" dirty="0"/>
              <a:t>总访问次数</a:t>
            </a:r>
            <a:r>
              <a:rPr lang="en-US" altLang="zh-CN" sz="2000" b="1" dirty="0"/>
              <a:t>20</a:t>
            </a:r>
            <a:r>
              <a:rPr lang="zh-CN" altLang="en-US" sz="2000" b="1" dirty="0"/>
              <a:t>次</a:t>
            </a:r>
            <a:endParaRPr lang="en-US" altLang="zh-CN" sz="2000" b="1" dirty="0"/>
          </a:p>
          <a:p>
            <a:pPr eaLnBrk="1" hangingPunct="1">
              <a:lnSpc>
                <a:spcPct val="120000"/>
              </a:lnSpc>
            </a:pPr>
            <a:r>
              <a:rPr lang="zh-CN" altLang="en-US" sz="2000" b="1" dirty="0"/>
              <a:t>缺页率</a:t>
            </a:r>
            <a:r>
              <a:rPr lang="en-US" altLang="zh-CN" sz="2000" b="1" dirty="0"/>
              <a:t>12/20</a:t>
            </a:r>
            <a:r>
              <a:rPr lang="zh-CN" altLang="en-US" sz="2000" b="1" dirty="0"/>
              <a:t>＝</a:t>
            </a:r>
            <a:r>
              <a:rPr lang="en-US" altLang="zh-CN" sz="2000" b="1" dirty="0"/>
              <a:t>60</a:t>
            </a:r>
            <a:r>
              <a:rPr lang="zh-CN" altLang="en-US" sz="2000" b="1" dirty="0"/>
              <a:t>％</a:t>
            </a:r>
            <a:r>
              <a:rPr lang="zh-CN" altLang="en-US" sz="2000" dirty="0">
                <a:solidFill>
                  <a:schemeClr val="tx2"/>
                </a:solidFill>
              </a:rPr>
              <a:t> </a:t>
            </a:r>
            <a:endParaRPr lang="zh-CN" altLang="en-US" sz="2000" b="1" dirty="0">
              <a:solidFill>
                <a:srgbClr val="000000"/>
              </a:solidFill>
            </a:endParaRPr>
          </a:p>
        </p:txBody>
      </p:sp>
      <p:grpSp>
        <p:nvGrpSpPr>
          <p:cNvPr id="4" name="组合 3"/>
          <p:cNvGrpSpPr/>
          <p:nvPr/>
        </p:nvGrpSpPr>
        <p:grpSpPr>
          <a:xfrm>
            <a:off x="782654" y="4329182"/>
            <a:ext cx="8380413" cy="1914525"/>
            <a:chOff x="782654" y="4329182"/>
            <a:chExt cx="8380413" cy="1914525"/>
          </a:xfrm>
        </p:grpSpPr>
        <p:grpSp>
          <p:nvGrpSpPr>
            <p:cNvPr id="1083" name="Group 873"/>
            <p:cNvGrpSpPr>
              <a:grpSpLocks/>
            </p:cNvGrpSpPr>
            <p:nvPr/>
          </p:nvGrpSpPr>
          <p:grpSpPr bwMode="auto">
            <a:xfrm>
              <a:off x="782654" y="4329182"/>
              <a:ext cx="8378825" cy="1270000"/>
              <a:chOff x="144" y="2416"/>
              <a:chExt cx="5278" cy="800"/>
            </a:xfrm>
          </p:grpSpPr>
          <p:sp>
            <p:nvSpPr>
              <p:cNvPr id="1084" name="Rectangle 874"/>
              <p:cNvSpPr>
                <a:spLocks noChangeArrowheads="1"/>
              </p:cNvSpPr>
              <p:nvPr/>
            </p:nvSpPr>
            <p:spPr bwMode="auto">
              <a:xfrm>
                <a:off x="3986" y="2416"/>
                <a:ext cx="6" cy="39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085" name="Line 875"/>
              <p:cNvSpPr>
                <a:spLocks noChangeShapeType="1"/>
              </p:cNvSpPr>
              <p:nvPr/>
            </p:nvSpPr>
            <p:spPr bwMode="auto">
              <a:xfrm>
                <a:off x="3986" y="2416"/>
                <a:ext cx="1" cy="3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 name="Rectangle 876"/>
              <p:cNvSpPr>
                <a:spLocks noChangeArrowheads="1"/>
              </p:cNvSpPr>
              <p:nvPr/>
            </p:nvSpPr>
            <p:spPr bwMode="auto">
              <a:xfrm>
                <a:off x="4226" y="2416"/>
                <a:ext cx="7" cy="39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087" name="Line 877"/>
              <p:cNvSpPr>
                <a:spLocks noChangeShapeType="1"/>
              </p:cNvSpPr>
              <p:nvPr/>
            </p:nvSpPr>
            <p:spPr bwMode="auto">
              <a:xfrm>
                <a:off x="4226" y="2416"/>
                <a:ext cx="1" cy="3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 name="Rectangle 878"/>
              <p:cNvSpPr>
                <a:spLocks noChangeArrowheads="1"/>
              </p:cNvSpPr>
              <p:nvPr/>
            </p:nvSpPr>
            <p:spPr bwMode="auto">
              <a:xfrm>
                <a:off x="4467" y="2416"/>
                <a:ext cx="6" cy="39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089" name="Line 879"/>
              <p:cNvSpPr>
                <a:spLocks noChangeShapeType="1"/>
              </p:cNvSpPr>
              <p:nvPr/>
            </p:nvSpPr>
            <p:spPr bwMode="auto">
              <a:xfrm>
                <a:off x="4467" y="2416"/>
                <a:ext cx="1" cy="3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0" name="Rectangle 880"/>
              <p:cNvSpPr>
                <a:spLocks noChangeArrowheads="1"/>
              </p:cNvSpPr>
              <p:nvPr/>
            </p:nvSpPr>
            <p:spPr bwMode="auto">
              <a:xfrm>
                <a:off x="4701" y="2416"/>
                <a:ext cx="6" cy="39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091" name="Line 881"/>
              <p:cNvSpPr>
                <a:spLocks noChangeShapeType="1"/>
              </p:cNvSpPr>
              <p:nvPr/>
            </p:nvSpPr>
            <p:spPr bwMode="auto">
              <a:xfrm>
                <a:off x="4701" y="2416"/>
                <a:ext cx="1" cy="3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2" name="Rectangle 882"/>
              <p:cNvSpPr>
                <a:spLocks noChangeArrowheads="1"/>
              </p:cNvSpPr>
              <p:nvPr/>
            </p:nvSpPr>
            <p:spPr bwMode="auto">
              <a:xfrm>
                <a:off x="4941" y="2416"/>
                <a:ext cx="7" cy="39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093" name="Line 883"/>
              <p:cNvSpPr>
                <a:spLocks noChangeShapeType="1"/>
              </p:cNvSpPr>
              <p:nvPr/>
            </p:nvSpPr>
            <p:spPr bwMode="auto">
              <a:xfrm>
                <a:off x="4941" y="2416"/>
                <a:ext cx="1" cy="3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4" name="Rectangle 884"/>
              <p:cNvSpPr>
                <a:spLocks noChangeArrowheads="1"/>
              </p:cNvSpPr>
              <p:nvPr/>
            </p:nvSpPr>
            <p:spPr bwMode="auto">
              <a:xfrm>
                <a:off x="5175" y="2416"/>
                <a:ext cx="7" cy="39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095" name="Line 885"/>
              <p:cNvSpPr>
                <a:spLocks noChangeShapeType="1"/>
              </p:cNvSpPr>
              <p:nvPr/>
            </p:nvSpPr>
            <p:spPr bwMode="auto">
              <a:xfrm>
                <a:off x="5175" y="2416"/>
                <a:ext cx="1" cy="3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6" name="Rectangle 886"/>
              <p:cNvSpPr>
                <a:spLocks noChangeArrowheads="1"/>
              </p:cNvSpPr>
              <p:nvPr/>
            </p:nvSpPr>
            <p:spPr bwMode="auto">
              <a:xfrm>
                <a:off x="5416" y="2416"/>
                <a:ext cx="6" cy="39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097" name="Line 887"/>
              <p:cNvSpPr>
                <a:spLocks noChangeShapeType="1"/>
              </p:cNvSpPr>
              <p:nvPr/>
            </p:nvSpPr>
            <p:spPr bwMode="auto">
              <a:xfrm>
                <a:off x="5416" y="2416"/>
                <a:ext cx="1" cy="3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8" name="Rectangle 888"/>
              <p:cNvSpPr>
                <a:spLocks noChangeArrowheads="1"/>
              </p:cNvSpPr>
              <p:nvPr/>
            </p:nvSpPr>
            <p:spPr bwMode="auto">
              <a:xfrm>
                <a:off x="710"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7</a:t>
                </a:r>
                <a:endParaRPr lang="en-US" altLang="zh-CN" sz="3200" b="1">
                  <a:latin typeface="Arial" pitchFamily="34" charset="0"/>
                </a:endParaRPr>
              </a:p>
            </p:txBody>
          </p:sp>
          <p:sp>
            <p:nvSpPr>
              <p:cNvPr id="1099" name="Rectangle 889"/>
              <p:cNvSpPr>
                <a:spLocks noChangeArrowheads="1"/>
              </p:cNvSpPr>
              <p:nvPr/>
            </p:nvSpPr>
            <p:spPr bwMode="auto">
              <a:xfrm>
                <a:off x="775"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00" name="Rectangle 890"/>
              <p:cNvSpPr>
                <a:spLocks noChangeArrowheads="1"/>
              </p:cNvSpPr>
              <p:nvPr/>
            </p:nvSpPr>
            <p:spPr bwMode="auto">
              <a:xfrm>
                <a:off x="950"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7</a:t>
                </a:r>
                <a:endParaRPr lang="en-US" altLang="zh-CN" sz="3200" b="1">
                  <a:latin typeface="Arial" pitchFamily="34" charset="0"/>
                </a:endParaRPr>
              </a:p>
            </p:txBody>
          </p:sp>
          <p:sp>
            <p:nvSpPr>
              <p:cNvPr id="1101" name="Rectangle 891"/>
              <p:cNvSpPr>
                <a:spLocks noChangeArrowheads="1"/>
              </p:cNvSpPr>
              <p:nvPr/>
            </p:nvSpPr>
            <p:spPr bwMode="auto">
              <a:xfrm>
                <a:off x="1015"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02" name="Rectangle 892"/>
              <p:cNvSpPr>
                <a:spLocks noChangeArrowheads="1"/>
              </p:cNvSpPr>
              <p:nvPr/>
            </p:nvSpPr>
            <p:spPr bwMode="auto">
              <a:xfrm>
                <a:off x="1184"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7</a:t>
                </a:r>
                <a:endParaRPr lang="en-US" altLang="zh-CN" sz="3200" b="1">
                  <a:latin typeface="Arial" pitchFamily="34" charset="0"/>
                </a:endParaRPr>
              </a:p>
            </p:txBody>
          </p:sp>
          <p:sp>
            <p:nvSpPr>
              <p:cNvPr id="1103" name="Rectangle 893"/>
              <p:cNvSpPr>
                <a:spLocks noChangeArrowheads="1"/>
              </p:cNvSpPr>
              <p:nvPr/>
            </p:nvSpPr>
            <p:spPr bwMode="auto">
              <a:xfrm>
                <a:off x="1249"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04" name="Rectangle 894"/>
              <p:cNvSpPr>
                <a:spLocks noChangeArrowheads="1"/>
              </p:cNvSpPr>
              <p:nvPr/>
            </p:nvSpPr>
            <p:spPr bwMode="auto">
              <a:xfrm>
                <a:off x="1425"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FF0000"/>
                    </a:solidFill>
                    <a:latin typeface="宋体" pitchFamily="2" charset="-122"/>
                  </a:rPr>
                  <a:t>2</a:t>
                </a:r>
              </a:p>
            </p:txBody>
          </p:sp>
          <p:sp>
            <p:nvSpPr>
              <p:cNvPr id="1105" name="Rectangle 895"/>
              <p:cNvSpPr>
                <a:spLocks noChangeArrowheads="1"/>
              </p:cNvSpPr>
              <p:nvPr/>
            </p:nvSpPr>
            <p:spPr bwMode="auto">
              <a:xfrm>
                <a:off x="1490"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06" name="Rectangle 896"/>
              <p:cNvSpPr>
                <a:spLocks noChangeArrowheads="1"/>
              </p:cNvSpPr>
              <p:nvPr/>
            </p:nvSpPr>
            <p:spPr bwMode="auto">
              <a:xfrm>
                <a:off x="1665"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07" name="Rectangle 897"/>
              <p:cNvSpPr>
                <a:spLocks noChangeArrowheads="1"/>
              </p:cNvSpPr>
              <p:nvPr/>
            </p:nvSpPr>
            <p:spPr bwMode="auto">
              <a:xfrm>
                <a:off x="1899"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2</a:t>
                </a:r>
                <a:endParaRPr lang="en-US" altLang="zh-CN" sz="3200" b="1">
                  <a:latin typeface="Arial" pitchFamily="34" charset="0"/>
                </a:endParaRPr>
              </a:p>
            </p:txBody>
          </p:sp>
          <p:sp>
            <p:nvSpPr>
              <p:cNvPr id="1108" name="Rectangle 898"/>
              <p:cNvSpPr>
                <a:spLocks noChangeArrowheads="1"/>
              </p:cNvSpPr>
              <p:nvPr/>
            </p:nvSpPr>
            <p:spPr bwMode="auto">
              <a:xfrm>
                <a:off x="1964"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09" name="Rectangle 899"/>
              <p:cNvSpPr>
                <a:spLocks noChangeArrowheads="1"/>
              </p:cNvSpPr>
              <p:nvPr/>
            </p:nvSpPr>
            <p:spPr bwMode="auto">
              <a:xfrm>
                <a:off x="2140"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10" name="Rectangle 900"/>
              <p:cNvSpPr>
                <a:spLocks noChangeArrowheads="1"/>
              </p:cNvSpPr>
              <p:nvPr/>
            </p:nvSpPr>
            <p:spPr bwMode="auto">
              <a:xfrm>
                <a:off x="2374"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FF0000"/>
                    </a:solidFill>
                    <a:latin typeface="宋体" pitchFamily="2" charset="-122"/>
                  </a:rPr>
                  <a:t>4</a:t>
                </a:r>
              </a:p>
            </p:txBody>
          </p:sp>
          <p:sp>
            <p:nvSpPr>
              <p:cNvPr id="1111" name="Rectangle 901"/>
              <p:cNvSpPr>
                <a:spLocks noChangeArrowheads="1"/>
              </p:cNvSpPr>
              <p:nvPr/>
            </p:nvSpPr>
            <p:spPr bwMode="auto">
              <a:xfrm>
                <a:off x="2439"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12" name="Rectangle 902"/>
              <p:cNvSpPr>
                <a:spLocks noChangeArrowheads="1"/>
              </p:cNvSpPr>
              <p:nvPr/>
            </p:nvSpPr>
            <p:spPr bwMode="auto">
              <a:xfrm>
                <a:off x="2614"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4</a:t>
                </a:r>
                <a:endParaRPr lang="en-US" altLang="zh-CN" sz="3200" b="1">
                  <a:latin typeface="Arial" pitchFamily="34" charset="0"/>
                </a:endParaRPr>
              </a:p>
            </p:txBody>
          </p:sp>
          <p:sp>
            <p:nvSpPr>
              <p:cNvPr id="1113" name="Rectangle 903"/>
              <p:cNvSpPr>
                <a:spLocks noChangeArrowheads="1"/>
              </p:cNvSpPr>
              <p:nvPr/>
            </p:nvSpPr>
            <p:spPr bwMode="auto">
              <a:xfrm>
                <a:off x="2679"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14" name="Rectangle 904"/>
              <p:cNvSpPr>
                <a:spLocks noChangeArrowheads="1"/>
              </p:cNvSpPr>
              <p:nvPr/>
            </p:nvSpPr>
            <p:spPr bwMode="auto">
              <a:xfrm>
                <a:off x="2855"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4</a:t>
                </a:r>
                <a:endParaRPr lang="en-US" altLang="zh-CN" sz="3200" b="1">
                  <a:latin typeface="Arial" pitchFamily="34" charset="0"/>
                </a:endParaRPr>
              </a:p>
            </p:txBody>
          </p:sp>
          <p:sp>
            <p:nvSpPr>
              <p:cNvPr id="1115" name="Rectangle 905"/>
              <p:cNvSpPr>
                <a:spLocks noChangeArrowheads="1"/>
              </p:cNvSpPr>
              <p:nvPr/>
            </p:nvSpPr>
            <p:spPr bwMode="auto">
              <a:xfrm>
                <a:off x="2920"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16" name="Rectangle 906"/>
              <p:cNvSpPr>
                <a:spLocks noChangeArrowheads="1"/>
              </p:cNvSpPr>
              <p:nvPr/>
            </p:nvSpPr>
            <p:spPr bwMode="auto">
              <a:xfrm>
                <a:off x="3089"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FF0000"/>
                    </a:solidFill>
                    <a:latin typeface="宋体" pitchFamily="2" charset="-122"/>
                  </a:rPr>
                  <a:t>0</a:t>
                </a:r>
              </a:p>
            </p:txBody>
          </p:sp>
          <p:sp>
            <p:nvSpPr>
              <p:cNvPr id="1117" name="Rectangle 907"/>
              <p:cNvSpPr>
                <a:spLocks noChangeArrowheads="1"/>
              </p:cNvSpPr>
              <p:nvPr/>
            </p:nvSpPr>
            <p:spPr bwMode="auto">
              <a:xfrm>
                <a:off x="3154"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18" name="Rectangle 908"/>
              <p:cNvSpPr>
                <a:spLocks noChangeArrowheads="1"/>
              </p:cNvSpPr>
              <p:nvPr/>
            </p:nvSpPr>
            <p:spPr bwMode="auto">
              <a:xfrm>
                <a:off x="3329"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19" name="Rectangle 909"/>
              <p:cNvSpPr>
                <a:spLocks noChangeArrowheads="1"/>
              </p:cNvSpPr>
              <p:nvPr/>
            </p:nvSpPr>
            <p:spPr bwMode="auto">
              <a:xfrm>
                <a:off x="3563"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20" name="Rectangle 910"/>
              <p:cNvSpPr>
                <a:spLocks noChangeArrowheads="1"/>
              </p:cNvSpPr>
              <p:nvPr/>
            </p:nvSpPr>
            <p:spPr bwMode="auto">
              <a:xfrm>
                <a:off x="3804"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FF0000"/>
                    </a:solidFill>
                    <a:latin typeface="宋体" pitchFamily="2" charset="-122"/>
                  </a:rPr>
                  <a:t>1</a:t>
                </a:r>
              </a:p>
            </p:txBody>
          </p:sp>
          <p:sp>
            <p:nvSpPr>
              <p:cNvPr id="1121" name="Rectangle 911"/>
              <p:cNvSpPr>
                <a:spLocks noChangeArrowheads="1"/>
              </p:cNvSpPr>
              <p:nvPr/>
            </p:nvSpPr>
            <p:spPr bwMode="auto">
              <a:xfrm>
                <a:off x="3869"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22" name="Rectangle 912"/>
              <p:cNvSpPr>
                <a:spLocks noChangeArrowheads="1"/>
              </p:cNvSpPr>
              <p:nvPr/>
            </p:nvSpPr>
            <p:spPr bwMode="auto">
              <a:xfrm>
                <a:off x="4044"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23" name="Rectangle 913"/>
              <p:cNvSpPr>
                <a:spLocks noChangeArrowheads="1"/>
              </p:cNvSpPr>
              <p:nvPr/>
            </p:nvSpPr>
            <p:spPr bwMode="auto">
              <a:xfrm>
                <a:off x="4278"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1</a:t>
                </a:r>
                <a:endParaRPr lang="en-US" altLang="zh-CN" sz="3200" b="1">
                  <a:latin typeface="Arial" pitchFamily="34" charset="0"/>
                </a:endParaRPr>
              </a:p>
            </p:txBody>
          </p:sp>
          <p:sp>
            <p:nvSpPr>
              <p:cNvPr id="1124" name="Rectangle 914"/>
              <p:cNvSpPr>
                <a:spLocks noChangeArrowheads="1"/>
              </p:cNvSpPr>
              <p:nvPr/>
            </p:nvSpPr>
            <p:spPr bwMode="auto">
              <a:xfrm>
                <a:off x="4343"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25" name="Rectangle 915"/>
              <p:cNvSpPr>
                <a:spLocks noChangeArrowheads="1"/>
              </p:cNvSpPr>
              <p:nvPr/>
            </p:nvSpPr>
            <p:spPr bwMode="auto">
              <a:xfrm>
                <a:off x="4519"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26" name="Rectangle 916"/>
              <p:cNvSpPr>
                <a:spLocks noChangeArrowheads="1"/>
              </p:cNvSpPr>
              <p:nvPr/>
            </p:nvSpPr>
            <p:spPr bwMode="auto">
              <a:xfrm>
                <a:off x="4753"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1</a:t>
                </a:r>
                <a:endParaRPr lang="en-US" altLang="zh-CN" sz="3200" b="1">
                  <a:latin typeface="Arial" pitchFamily="34" charset="0"/>
                </a:endParaRPr>
              </a:p>
            </p:txBody>
          </p:sp>
          <p:sp>
            <p:nvSpPr>
              <p:cNvPr id="1127" name="Rectangle 917"/>
              <p:cNvSpPr>
                <a:spLocks noChangeArrowheads="1"/>
              </p:cNvSpPr>
              <p:nvPr/>
            </p:nvSpPr>
            <p:spPr bwMode="auto">
              <a:xfrm>
                <a:off x="4818"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28" name="Rectangle 918"/>
              <p:cNvSpPr>
                <a:spLocks noChangeArrowheads="1"/>
              </p:cNvSpPr>
              <p:nvPr/>
            </p:nvSpPr>
            <p:spPr bwMode="auto">
              <a:xfrm>
                <a:off x="4993"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29" name="Rectangle 919"/>
              <p:cNvSpPr>
                <a:spLocks noChangeArrowheads="1"/>
              </p:cNvSpPr>
              <p:nvPr/>
            </p:nvSpPr>
            <p:spPr bwMode="auto">
              <a:xfrm>
                <a:off x="5234"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130" name="Rectangle 920"/>
              <p:cNvSpPr>
                <a:spLocks noChangeArrowheads="1"/>
              </p:cNvSpPr>
              <p:nvPr/>
            </p:nvSpPr>
            <p:spPr bwMode="auto">
              <a:xfrm>
                <a:off x="144"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31" name="Line 921"/>
              <p:cNvSpPr>
                <a:spLocks noChangeShapeType="1"/>
              </p:cNvSpPr>
              <p:nvPr/>
            </p:nvSpPr>
            <p:spPr bwMode="auto">
              <a:xfrm>
                <a:off x="144"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2" name="Line 922"/>
              <p:cNvSpPr>
                <a:spLocks noChangeShapeType="1"/>
              </p:cNvSpPr>
              <p:nvPr/>
            </p:nvSpPr>
            <p:spPr bwMode="auto">
              <a:xfrm>
                <a:off x="144"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3" name="Rectangle 923"/>
              <p:cNvSpPr>
                <a:spLocks noChangeArrowheads="1"/>
              </p:cNvSpPr>
              <p:nvPr/>
            </p:nvSpPr>
            <p:spPr bwMode="auto">
              <a:xfrm>
                <a:off x="151" y="2806"/>
                <a:ext cx="50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34" name="Line 924"/>
              <p:cNvSpPr>
                <a:spLocks noChangeShapeType="1"/>
              </p:cNvSpPr>
              <p:nvPr/>
            </p:nvSpPr>
            <p:spPr bwMode="auto">
              <a:xfrm>
                <a:off x="151" y="2806"/>
                <a:ext cx="5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5" name="Rectangle 925"/>
              <p:cNvSpPr>
                <a:spLocks noChangeArrowheads="1"/>
              </p:cNvSpPr>
              <p:nvPr/>
            </p:nvSpPr>
            <p:spPr bwMode="auto">
              <a:xfrm>
                <a:off x="658"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36" name="Line 926"/>
              <p:cNvSpPr>
                <a:spLocks noChangeShapeType="1"/>
              </p:cNvSpPr>
              <p:nvPr/>
            </p:nvSpPr>
            <p:spPr bwMode="auto">
              <a:xfrm>
                <a:off x="658"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 name="Line 927"/>
              <p:cNvSpPr>
                <a:spLocks noChangeShapeType="1"/>
              </p:cNvSpPr>
              <p:nvPr/>
            </p:nvSpPr>
            <p:spPr bwMode="auto">
              <a:xfrm>
                <a:off x="658"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 name="Rectangle 928"/>
              <p:cNvSpPr>
                <a:spLocks noChangeArrowheads="1"/>
              </p:cNvSpPr>
              <p:nvPr/>
            </p:nvSpPr>
            <p:spPr bwMode="auto">
              <a:xfrm>
                <a:off x="664"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39" name="Line 929"/>
              <p:cNvSpPr>
                <a:spLocks noChangeShapeType="1"/>
              </p:cNvSpPr>
              <p:nvPr/>
            </p:nvSpPr>
            <p:spPr bwMode="auto">
              <a:xfrm>
                <a:off x="664"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 name="Rectangle 930"/>
              <p:cNvSpPr>
                <a:spLocks noChangeArrowheads="1"/>
              </p:cNvSpPr>
              <p:nvPr/>
            </p:nvSpPr>
            <p:spPr bwMode="auto">
              <a:xfrm>
                <a:off x="898"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41" name="Line 931"/>
              <p:cNvSpPr>
                <a:spLocks noChangeShapeType="1"/>
              </p:cNvSpPr>
              <p:nvPr/>
            </p:nvSpPr>
            <p:spPr bwMode="auto">
              <a:xfrm>
                <a:off x="898"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2" name="Line 932"/>
              <p:cNvSpPr>
                <a:spLocks noChangeShapeType="1"/>
              </p:cNvSpPr>
              <p:nvPr/>
            </p:nvSpPr>
            <p:spPr bwMode="auto">
              <a:xfrm>
                <a:off x="898"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3" name="Rectangle 933"/>
              <p:cNvSpPr>
                <a:spLocks noChangeArrowheads="1"/>
              </p:cNvSpPr>
              <p:nvPr/>
            </p:nvSpPr>
            <p:spPr bwMode="auto">
              <a:xfrm>
                <a:off x="905" y="2806"/>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44" name="Line 934"/>
              <p:cNvSpPr>
                <a:spLocks noChangeShapeType="1"/>
              </p:cNvSpPr>
              <p:nvPr/>
            </p:nvSpPr>
            <p:spPr bwMode="auto">
              <a:xfrm>
                <a:off x="905" y="2806"/>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5" name="Rectangle 935"/>
              <p:cNvSpPr>
                <a:spLocks noChangeArrowheads="1"/>
              </p:cNvSpPr>
              <p:nvPr/>
            </p:nvSpPr>
            <p:spPr bwMode="auto">
              <a:xfrm>
                <a:off x="1132"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46" name="Line 936"/>
              <p:cNvSpPr>
                <a:spLocks noChangeShapeType="1"/>
              </p:cNvSpPr>
              <p:nvPr/>
            </p:nvSpPr>
            <p:spPr bwMode="auto">
              <a:xfrm>
                <a:off x="1132"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 name="Line 937"/>
              <p:cNvSpPr>
                <a:spLocks noChangeShapeType="1"/>
              </p:cNvSpPr>
              <p:nvPr/>
            </p:nvSpPr>
            <p:spPr bwMode="auto">
              <a:xfrm>
                <a:off x="1132"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8" name="Rectangle 938"/>
              <p:cNvSpPr>
                <a:spLocks noChangeArrowheads="1"/>
              </p:cNvSpPr>
              <p:nvPr/>
            </p:nvSpPr>
            <p:spPr bwMode="auto">
              <a:xfrm>
                <a:off x="1139"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49" name="Line 939"/>
              <p:cNvSpPr>
                <a:spLocks noChangeShapeType="1"/>
              </p:cNvSpPr>
              <p:nvPr/>
            </p:nvSpPr>
            <p:spPr bwMode="auto">
              <a:xfrm>
                <a:off x="1139"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 name="Rectangle 940"/>
              <p:cNvSpPr>
                <a:spLocks noChangeArrowheads="1"/>
              </p:cNvSpPr>
              <p:nvPr/>
            </p:nvSpPr>
            <p:spPr bwMode="auto">
              <a:xfrm>
                <a:off x="1373"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51" name="Line 941"/>
              <p:cNvSpPr>
                <a:spLocks noChangeShapeType="1"/>
              </p:cNvSpPr>
              <p:nvPr/>
            </p:nvSpPr>
            <p:spPr bwMode="auto">
              <a:xfrm>
                <a:off x="1373"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2" name="Line 942"/>
              <p:cNvSpPr>
                <a:spLocks noChangeShapeType="1"/>
              </p:cNvSpPr>
              <p:nvPr/>
            </p:nvSpPr>
            <p:spPr bwMode="auto">
              <a:xfrm>
                <a:off x="1373"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3" name="Rectangle 943"/>
              <p:cNvSpPr>
                <a:spLocks noChangeArrowheads="1"/>
              </p:cNvSpPr>
              <p:nvPr/>
            </p:nvSpPr>
            <p:spPr bwMode="auto">
              <a:xfrm>
                <a:off x="1379" y="2806"/>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54" name="Line 944"/>
              <p:cNvSpPr>
                <a:spLocks noChangeShapeType="1"/>
              </p:cNvSpPr>
              <p:nvPr/>
            </p:nvSpPr>
            <p:spPr bwMode="auto">
              <a:xfrm>
                <a:off x="1379" y="2806"/>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5" name="Rectangle 945"/>
              <p:cNvSpPr>
                <a:spLocks noChangeArrowheads="1"/>
              </p:cNvSpPr>
              <p:nvPr/>
            </p:nvSpPr>
            <p:spPr bwMode="auto">
              <a:xfrm>
                <a:off x="1607"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56" name="Line 946"/>
              <p:cNvSpPr>
                <a:spLocks noChangeShapeType="1"/>
              </p:cNvSpPr>
              <p:nvPr/>
            </p:nvSpPr>
            <p:spPr bwMode="auto">
              <a:xfrm>
                <a:off x="1607"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 name="Line 947"/>
              <p:cNvSpPr>
                <a:spLocks noChangeShapeType="1"/>
              </p:cNvSpPr>
              <p:nvPr/>
            </p:nvSpPr>
            <p:spPr bwMode="auto">
              <a:xfrm>
                <a:off x="1607"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8" name="Rectangle 948"/>
              <p:cNvSpPr>
                <a:spLocks noChangeArrowheads="1"/>
              </p:cNvSpPr>
              <p:nvPr/>
            </p:nvSpPr>
            <p:spPr bwMode="auto">
              <a:xfrm>
                <a:off x="1613"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59" name="Line 949"/>
              <p:cNvSpPr>
                <a:spLocks noChangeShapeType="1"/>
              </p:cNvSpPr>
              <p:nvPr/>
            </p:nvSpPr>
            <p:spPr bwMode="auto">
              <a:xfrm>
                <a:off x="1613"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 name="Rectangle 950"/>
              <p:cNvSpPr>
                <a:spLocks noChangeArrowheads="1"/>
              </p:cNvSpPr>
              <p:nvPr/>
            </p:nvSpPr>
            <p:spPr bwMode="auto">
              <a:xfrm>
                <a:off x="1847"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61" name="Line 951"/>
              <p:cNvSpPr>
                <a:spLocks noChangeShapeType="1"/>
              </p:cNvSpPr>
              <p:nvPr/>
            </p:nvSpPr>
            <p:spPr bwMode="auto">
              <a:xfrm>
                <a:off x="1847"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2" name="Line 952"/>
              <p:cNvSpPr>
                <a:spLocks noChangeShapeType="1"/>
              </p:cNvSpPr>
              <p:nvPr/>
            </p:nvSpPr>
            <p:spPr bwMode="auto">
              <a:xfrm>
                <a:off x="1847"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3" name="Rectangle 953"/>
              <p:cNvSpPr>
                <a:spLocks noChangeArrowheads="1"/>
              </p:cNvSpPr>
              <p:nvPr/>
            </p:nvSpPr>
            <p:spPr bwMode="auto">
              <a:xfrm>
                <a:off x="1854"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64" name="Line 954"/>
              <p:cNvSpPr>
                <a:spLocks noChangeShapeType="1"/>
              </p:cNvSpPr>
              <p:nvPr/>
            </p:nvSpPr>
            <p:spPr bwMode="auto">
              <a:xfrm>
                <a:off x="1854"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5" name="Rectangle 955"/>
              <p:cNvSpPr>
                <a:spLocks noChangeArrowheads="1"/>
              </p:cNvSpPr>
              <p:nvPr/>
            </p:nvSpPr>
            <p:spPr bwMode="auto">
              <a:xfrm>
                <a:off x="2088"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66" name="Line 956"/>
              <p:cNvSpPr>
                <a:spLocks noChangeShapeType="1"/>
              </p:cNvSpPr>
              <p:nvPr/>
            </p:nvSpPr>
            <p:spPr bwMode="auto">
              <a:xfrm>
                <a:off x="2088"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 name="Line 957"/>
              <p:cNvSpPr>
                <a:spLocks noChangeShapeType="1"/>
              </p:cNvSpPr>
              <p:nvPr/>
            </p:nvSpPr>
            <p:spPr bwMode="auto">
              <a:xfrm>
                <a:off x="2088"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 name="Rectangle 958"/>
              <p:cNvSpPr>
                <a:spLocks noChangeArrowheads="1"/>
              </p:cNvSpPr>
              <p:nvPr/>
            </p:nvSpPr>
            <p:spPr bwMode="auto">
              <a:xfrm>
                <a:off x="2094" y="2806"/>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69" name="Line 959"/>
              <p:cNvSpPr>
                <a:spLocks noChangeShapeType="1"/>
              </p:cNvSpPr>
              <p:nvPr/>
            </p:nvSpPr>
            <p:spPr bwMode="auto">
              <a:xfrm>
                <a:off x="2094" y="2806"/>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0" name="Rectangle 960"/>
              <p:cNvSpPr>
                <a:spLocks noChangeArrowheads="1"/>
              </p:cNvSpPr>
              <p:nvPr/>
            </p:nvSpPr>
            <p:spPr bwMode="auto">
              <a:xfrm>
                <a:off x="2322"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71" name="Line 961"/>
              <p:cNvSpPr>
                <a:spLocks noChangeShapeType="1"/>
              </p:cNvSpPr>
              <p:nvPr/>
            </p:nvSpPr>
            <p:spPr bwMode="auto">
              <a:xfrm>
                <a:off x="2322"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2" name="Line 962"/>
              <p:cNvSpPr>
                <a:spLocks noChangeShapeType="1"/>
              </p:cNvSpPr>
              <p:nvPr/>
            </p:nvSpPr>
            <p:spPr bwMode="auto">
              <a:xfrm>
                <a:off x="2322"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3" name="Rectangle 963"/>
              <p:cNvSpPr>
                <a:spLocks noChangeArrowheads="1"/>
              </p:cNvSpPr>
              <p:nvPr/>
            </p:nvSpPr>
            <p:spPr bwMode="auto">
              <a:xfrm>
                <a:off x="2328"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74" name="Line 964"/>
              <p:cNvSpPr>
                <a:spLocks noChangeShapeType="1"/>
              </p:cNvSpPr>
              <p:nvPr/>
            </p:nvSpPr>
            <p:spPr bwMode="auto">
              <a:xfrm>
                <a:off x="2328"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5" name="Rectangle 965"/>
              <p:cNvSpPr>
                <a:spLocks noChangeArrowheads="1"/>
              </p:cNvSpPr>
              <p:nvPr/>
            </p:nvSpPr>
            <p:spPr bwMode="auto">
              <a:xfrm>
                <a:off x="2562"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76" name="Line 966"/>
              <p:cNvSpPr>
                <a:spLocks noChangeShapeType="1"/>
              </p:cNvSpPr>
              <p:nvPr/>
            </p:nvSpPr>
            <p:spPr bwMode="auto">
              <a:xfrm>
                <a:off x="2562"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 name="Line 967"/>
              <p:cNvSpPr>
                <a:spLocks noChangeShapeType="1"/>
              </p:cNvSpPr>
              <p:nvPr/>
            </p:nvSpPr>
            <p:spPr bwMode="auto">
              <a:xfrm>
                <a:off x="2562"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8" name="Rectangle 968"/>
              <p:cNvSpPr>
                <a:spLocks noChangeArrowheads="1"/>
              </p:cNvSpPr>
              <p:nvPr/>
            </p:nvSpPr>
            <p:spPr bwMode="auto">
              <a:xfrm>
                <a:off x="2569" y="2806"/>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79" name="Line 969"/>
              <p:cNvSpPr>
                <a:spLocks noChangeShapeType="1"/>
              </p:cNvSpPr>
              <p:nvPr/>
            </p:nvSpPr>
            <p:spPr bwMode="auto">
              <a:xfrm>
                <a:off x="2569" y="2806"/>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0" name="Rectangle 970"/>
              <p:cNvSpPr>
                <a:spLocks noChangeArrowheads="1"/>
              </p:cNvSpPr>
              <p:nvPr/>
            </p:nvSpPr>
            <p:spPr bwMode="auto">
              <a:xfrm>
                <a:off x="2796"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81" name="Line 971"/>
              <p:cNvSpPr>
                <a:spLocks noChangeShapeType="1"/>
              </p:cNvSpPr>
              <p:nvPr/>
            </p:nvSpPr>
            <p:spPr bwMode="auto">
              <a:xfrm>
                <a:off x="2796"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2" name="Line 972"/>
              <p:cNvSpPr>
                <a:spLocks noChangeShapeType="1"/>
              </p:cNvSpPr>
              <p:nvPr/>
            </p:nvSpPr>
            <p:spPr bwMode="auto">
              <a:xfrm>
                <a:off x="2796"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3" name="Rectangle 973"/>
              <p:cNvSpPr>
                <a:spLocks noChangeArrowheads="1"/>
              </p:cNvSpPr>
              <p:nvPr/>
            </p:nvSpPr>
            <p:spPr bwMode="auto">
              <a:xfrm>
                <a:off x="2803"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84" name="Line 974"/>
              <p:cNvSpPr>
                <a:spLocks noChangeShapeType="1"/>
              </p:cNvSpPr>
              <p:nvPr/>
            </p:nvSpPr>
            <p:spPr bwMode="auto">
              <a:xfrm>
                <a:off x="2803"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5" name="Rectangle 975"/>
              <p:cNvSpPr>
                <a:spLocks noChangeArrowheads="1"/>
              </p:cNvSpPr>
              <p:nvPr/>
            </p:nvSpPr>
            <p:spPr bwMode="auto">
              <a:xfrm>
                <a:off x="3037"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86" name="Line 976"/>
              <p:cNvSpPr>
                <a:spLocks noChangeShapeType="1"/>
              </p:cNvSpPr>
              <p:nvPr/>
            </p:nvSpPr>
            <p:spPr bwMode="auto">
              <a:xfrm>
                <a:off x="3037"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7" name="Line 977"/>
              <p:cNvSpPr>
                <a:spLocks noChangeShapeType="1"/>
              </p:cNvSpPr>
              <p:nvPr/>
            </p:nvSpPr>
            <p:spPr bwMode="auto">
              <a:xfrm>
                <a:off x="3037"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8" name="Rectangle 978"/>
              <p:cNvSpPr>
                <a:spLocks noChangeArrowheads="1"/>
              </p:cNvSpPr>
              <p:nvPr/>
            </p:nvSpPr>
            <p:spPr bwMode="auto">
              <a:xfrm>
                <a:off x="3043"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89" name="Line 979"/>
              <p:cNvSpPr>
                <a:spLocks noChangeShapeType="1"/>
              </p:cNvSpPr>
              <p:nvPr/>
            </p:nvSpPr>
            <p:spPr bwMode="auto">
              <a:xfrm>
                <a:off x="3043"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0" name="Rectangle 980"/>
              <p:cNvSpPr>
                <a:spLocks noChangeArrowheads="1"/>
              </p:cNvSpPr>
              <p:nvPr/>
            </p:nvSpPr>
            <p:spPr bwMode="auto">
              <a:xfrm>
                <a:off x="3277"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91" name="Line 981"/>
              <p:cNvSpPr>
                <a:spLocks noChangeShapeType="1"/>
              </p:cNvSpPr>
              <p:nvPr/>
            </p:nvSpPr>
            <p:spPr bwMode="auto">
              <a:xfrm>
                <a:off x="3277"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2" name="Line 982"/>
              <p:cNvSpPr>
                <a:spLocks noChangeShapeType="1"/>
              </p:cNvSpPr>
              <p:nvPr/>
            </p:nvSpPr>
            <p:spPr bwMode="auto">
              <a:xfrm>
                <a:off x="3277"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3" name="Rectangle 983"/>
              <p:cNvSpPr>
                <a:spLocks noChangeArrowheads="1"/>
              </p:cNvSpPr>
              <p:nvPr/>
            </p:nvSpPr>
            <p:spPr bwMode="auto">
              <a:xfrm>
                <a:off x="3284" y="2806"/>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94" name="Line 984"/>
              <p:cNvSpPr>
                <a:spLocks noChangeShapeType="1"/>
              </p:cNvSpPr>
              <p:nvPr/>
            </p:nvSpPr>
            <p:spPr bwMode="auto">
              <a:xfrm>
                <a:off x="3284" y="2806"/>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5" name="Rectangle 985"/>
              <p:cNvSpPr>
                <a:spLocks noChangeArrowheads="1"/>
              </p:cNvSpPr>
              <p:nvPr/>
            </p:nvSpPr>
            <p:spPr bwMode="auto">
              <a:xfrm>
                <a:off x="3511"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96" name="Line 986"/>
              <p:cNvSpPr>
                <a:spLocks noChangeShapeType="1"/>
              </p:cNvSpPr>
              <p:nvPr/>
            </p:nvSpPr>
            <p:spPr bwMode="auto">
              <a:xfrm>
                <a:off x="3511"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7" name="Line 987"/>
              <p:cNvSpPr>
                <a:spLocks noChangeShapeType="1"/>
              </p:cNvSpPr>
              <p:nvPr/>
            </p:nvSpPr>
            <p:spPr bwMode="auto">
              <a:xfrm>
                <a:off x="3511"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 name="Rectangle 988"/>
              <p:cNvSpPr>
                <a:spLocks noChangeArrowheads="1"/>
              </p:cNvSpPr>
              <p:nvPr/>
            </p:nvSpPr>
            <p:spPr bwMode="auto">
              <a:xfrm>
                <a:off x="3518"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199" name="Line 989"/>
              <p:cNvSpPr>
                <a:spLocks noChangeShapeType="1"/>
              </p:cNvSpPr>
              <p:nvPr/>
            </p:nvSpPr>
            <p:spPr bwMode="auto">
              <a:xfrm>
                <a:off x="3518"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0" name="Rectangle 990"/>
              <p:cNvSpPr>
                <a:spLocks noChangeArrowheads="1"/>
              </p:cNvSpPr>
              <p:nvPr/>
            </p:nvSpPr>
            <p:spPr bwMode="auto">
              <a:xfrm>
                <a:off x="3752"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01" name="Line 991"/>
              <p:cNvSpPr>
                <a:spLocks noChangeShapeType="1"/>
              </p:cNvSpPr>
              <p:nvPr/>
            </p:nvSpPr>
            <p:spPr bwMode="auto">
              <a:xfrm>
                <a:off x="3752"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2" name="Line 992"/>
              <p:cNvSpPr>
                <a:spLocks noChangeShapeType="1"/>
              </p:cNvSpPr>
              <p:nvPr/>
            </p:nvSpPr>
            <p:spPr bwMode="auto">
              <a:xfrm>
                <a:off x="3752"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3" name="Rectangle 993"/>
              <p:cNvSpPr>
                <a:spLocks noChangeArrowheads="1"/>
              </p:cNvSpPr>
              <p:nvPr/>
            </p:nvSpPr>
            <p:spPr bwMode="auto">
              <a:xfrm>
                <a:off x="3758" y="2806"/>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04" name="Line 994"/>
              <p:cNvSpPr>
                <a:spLocks noChangeShapeType="1"/>
              </p:cNvSpPr>
              <p:nvPr/>
            </p:nvSpPr>
            <p:spPr bwMode="auto">
              <a:xfrm>
                <a:off x="3758" y="2806"/>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5" name="Rectangle 995"/>
              <p:cNvSpPr>
                <a:spLocks noChangeArrowheads="1"/>
              </p:cNvSpPr>
              <p:nvPr/>
            </p:nvSpPr>
            <p:spPr bwMode="auto">
              <a:xfrm>
                <a:off x="3986"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06" name="Line 996"/>
              <p:cNvSpPr>
                <a:spLocks noChangeShapeType="1"/>
              </p:cNvSpPr>
              <p:nvPr/>
            </p:nvSpPr>
            <p:spPr bwMode="auto">
              <a:xfrm>
                <a:off x="3986"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7" name="Line 997"/>
              <p:cNvSpPr>
                <a:spLocks noChangeShapeType="1"/>
              </p:cNvSpPr>
              <p:nvPr/>
            </p:nvSpPr>
            <p:spPr bwMode="auto">
              <a:xfrm>
                <a:off x="3986"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8" name="Rectangle 998"/>
              <p:cNvSpPr>
                <a:spLocks noChangeArrowheads="1"/>
              </p:cNvSpPr>
              <p:nvPr/>
            </p:nvSpPr>
            <p:spPr bwMode="auto">
              <a:xfrm>
                <a:off x="3992"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09" name="Line 999"/>
              <p:cNvSpPr>
                <a:spLocks noChangeShapeType="1"/>
              </p:cNvSpPr>
              <p:nvPr/>
            </p:nvSpPr>
            <p:spPr bwMode="auto">
              <a:xfrm>
                <a:off x="3992"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 name="Rectangle 1000"/>
              <p:cNvSpPr>
                <a:spLocks noChangeArrowheads="1"/>
              </p:cNvSpPr>
              <p:nvPr/>
            </p:nvSpPr>
            <p:spPr bwMode="auto">
              <a:xfrm>
                <a:off x="4226"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11" name="Line 1001"/>
              <p:cNvSpPr>
                <a:spLocks noChangeShapeType="1"/>
              </p:cNvSpPr>
              <p:nvPr/>
            </p:nvSpPr>
            <p:spPr bwMode="auto">
              <a:xfrm>
                <a:off x="4226"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2" name="Line 1002"/>
              <p:cNvSpPr>
                <a:spLocks noChangeShapeType="1"/>
              </p:cNvSpPr>
              <p:nvPr/>
            </p:nvSpPr>
            <p:spPr bwMode="auto">
              <a:xfrm>
                <a:off x="4226"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3" name="Rectangle 1003"/>
              <p:cNvSpPr>
                <a:spLocks noChangeArrowheads="1"/>
              </p:cNvSpPr>
              <p:nvPr/>
            </p:nvSpPr>
            <p:spPr bwMode="auto">
              <a:xfrm>
                <a:off x="4233"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14" name="Line 1004"/>
              <p:cNvSpPr>
                <a:spLocks noChangeShapeType="1"/>
              </p:cNvSpPr>
              <p:nvPr/>
            </p:nvSpPr>
            <p:spPr bwMode="auto">
              <a:xfrm>
                <a:off x="4233"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5" name="Rectangle 1005"/>
              <p:cNvSpPr>
                <a:spLocks noChangeArrowheads="1"/>
              </p:cNvSpPr>
              <p:nvPr/>
            </p:nvSpPr>
            <p:spPr bwMode="auto">
              <a:xfrm>
                <a:off x="4467"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16" name="Line 1006"/>
              <p:cNvSpPr>
                <a:spLocks noChangeShapeType="1"/>
              </p:cNvSpPr>
              <p:nvPr/>
            </p:nvSpPr>
            <p:spPr bwMode="auto">
              <a:xfrm>
                <a:off x="4467"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7" name="Line 1007"/>
              <p:cNvSpPr>
                <a:spLocks noChangeShapeType="1"/>
              </p:cNvSpPr>
              <p:nvPr/>
            </p:nvSpPr>
            <p:spPr bwMode="auto">
              <a:xfrm>
                <a:off x="4467"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 name="Rectangle 1008"/>
              <p:cNvSpPr>
                <a:spLocks noChangeArrowheads="1"/>
              </p:cNvSpPr>
              <p:nvPr/>
            </p:nvSpPr>
            <p:spPr bwMode="auto">
              <a:xfrm>
                <a:off x="4473" y="2806"/>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19" name="Line 1009"/>
              <p:cNvSpPr>
                <a:spLocks noChangeShapeType="1"/>
              </p:cNvSpPr>
              <p:nvPr/>
            </p:nvSpPr>
            <p:spPr bwMode="auto">
              <a:xfrm>
                <a:off x="4473" y="2806"/>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0" name="Rectangle 1010"/>
              <p:cNvSpPr>
                <a:spLocks noChangeArrowheads="1"/>
              </p:cNvSpPr>
              <p:nvPr/>
            </p:nvSpPr>
            <p:spPr bwMode="auto">
              <a:xfrm>
                <a:off x="4701"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21" name="Line 1011"/>
              <p:cNvSpPr>
                <a:spLocks noChangeShapeType="1"/>
              </p:cNvSpPr>
              <p:nvPr/>
            </p:nvSpPr>
            <p:spPr bwMode="auto">
              <a:xfrm>
                <a:off x="4701"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2" name="Line 1012"/>
              <p:cNvSpPr>
                <a:spLocks noChangeShapeType="1"/>
              </p:cNvSpPr>
              <p:nvPr/>
            </p:nvSpPr>
            <p:spPr bwMode="auto">
              <a:xfrm>
                <a:off x="4701"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3" name="Rectangle 1013"/>
              <p:cNvSpPr>
                <a:spLocks noChangeArrowheads="1"/>
              </p:cNvSpPr>
              <p:nvPr/>
            </p:nvSpPr>
            <p:spPr bwMode="auto">
              <a:xfrm>
                <a:off x="4707"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24" name="Line 1014"/>
              <p:cNvSpPr>
                <a:spLocks noChangeShapeType="1"/>
              </p:cNvSpPr>
              <p:nvPr/>
            </p:nvSpPr>
            <p:spPr bwMode="auto">
              <a:xfrm>
                <a:off x="4707"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5" name="Rectangle 1015"/>
              <p:cNvSpPr>
                <a:spLocks noChangeArrowheads="1"/>
              </p:cNvSpPr>
              <p:nvPr/>
            </p:nvSpPr>
            <p:spPr bwMode="auto">
              <a:xfrm>
                <a:off x="4941"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26" name="Line 1016"/>
              <p:cNvSpPr>
                <a:spLocks noChangeShapeType="1"/>
              </p:cNvSpPr>
              <p:nvPr/>
            </p:nvSpPr>
            <p:spPr bwMode="auto">
              <a:xfrm>
                <a:off x="4941"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7" name="Line 1017"/>
              <p:cNvSpPr>
                <a:spLocks noChangeShapeType="1"/>
              </p:cNvSpPr>
              <p:nvPr/>
            </p:nvSpPr>
            <p:spPr bwMode="auto">
              <a:xfrm>
                <a:off x="4941"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 name="Rectangle 1018"/>
              <p:cNvSpPr>
                <a:spLocks noChangeArrowheads="1"/>
              </p:cNvSpPr>
              <p:nvPr/>
            </p:nvSpPr>
            <p:spPr bwMode="auto">
              <a:xfrm>
                <a:off x="4948" y="2806"/>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29" name="Line 1019"/>
              <p:cNvSpPr>
                <a:spLocks noChangeShapeType="1"/>
              </p:cNvSpPr>
              <p:nvPr/>
            </p:nvSpPr>
            <p:spPr bwMode="auto">
              <a:xfrm>
                <a:off x="4948" y="2806"/>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 name="Rectangle 1020"/>
              <p:cNvSpPr>
                <a:spLocks noChangeArrowheads="1"/>
              </p:cNvSpPr>
              <p:nvPr/>
            </p:nvSpPr>
            <p:spPr bwMode="auto">
              <a:xfrm>
                <a:off x="5175" y="28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31" name="Line 1021"/>
              <p:cNvSpPr>
                <a:spLocks noChangeShapeType="1"/>
              </p:cNvSpPr>
              <p:nvPr/>
            </p:nvSpPr>
            <p:spPr bwMode="auto">
              <a:xfrm>
                <a:off x="5175" y="28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 name="Line 1022"/>
              <p:cNvSpPr>
                <a:spLocks noChangeShapeType="1"/>
              </p:cNvSpPr>
              <p:nvPr/>
            </p:nvSpPr>
            <p:spPr bwMode="auto">
              <a:xfrm>
                <a:off x="5175"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 name="Rectangle 1023"/>
              <p:cNvSpPr>
                <a:spLocks noChangeArrowheads="1"/>
              </p:cNvSpPr>
              <p:nvPr/>
            </p:nvSpPr>
            <p:spPr bwMode="auto">
              <a:xfrm>
                <a:off x="5182" y="280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34" name="Line 1024"/>
              <p:cNvSpPr>
                <a:spLocks noChangeShapeType="1"/>
              </p:cNvSpPr>
              <p:nvPr/>
            </p:nvSpPr>
            <p:spPr bwMode="auto">
              <a:xfrm>
                <a:off x="5182" y="280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5" name="Rectangle 1025"/>
              <p:cNvSpPr>
                <a:spLocks noChangeArrowheads="1"/>
              </p:cNvSpPr>
              <p:nvPr/>
            </p:nvSpPr>
            <p:spPr bwMode="auto">
              <a:xfrm>
                <a:off x="5416" y="280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36" name="Line 1026"/>
              <p:cNvSpPr>
                <a:spLocks noChangeShapeType="1"/>
              </p:cNvSpPr>
              <p:nvPr/>
            </p:nvSpPr>
            <p:spPr bwMode="auto">
              <a:xfrm>
                <a:off x="5416" y="280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7" name="Line 1027"/>
              <p:cNvSpPr>
                <a:spLocks noChangeShapeType="1"/>
              </p:cNvSpPr>
              <p:nvPr/>
            </p:nvSpPr>
            <p:spPr bwMode="auto">
              <a:xfrm>
                <a:off x="5416" y="280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8" name="Rectangle 1028"/>
              <p:cNvSpPr>
                <a:spLocks noChangeArrowheads="1"/>
              </p:cNvSpPr>
              <p:nvPr/>
            </p:nvSpPr>
            <p:spPr bwMode="auto">
              <a:xfrm>
                <a:off x="144"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39" name="Line 1029"/>
              <p:cNvSpPr>
                <a:spLocks noChangeShapeType="1"/>
              </p:cNvSpPr>
              <p:nvPr/>
            </p:nvSpPr>
            <p:spPr bwMode="auto">
              <a:xfrm>
                <a:off x="144"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 name="Rectangle 1030"/>
              <p:cNvSpPr>
                <a:spLocks noChangeArrowheads="1"/>
              </p:cNvSpPr>
              <p:nvPr/>
            </p:nvSpPr>
            <p:spPr bwMode="auto">
              <a:xfrm>
                <a:off x="658"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41" name="Line 1031"/>
              <p:cNvSpPr>
                <a:spLocks noChangeShapeType="1"/>
              </p:cNvSpPr>
              <p:nvPr/>
            </p:nvSpPr>
            <p:spPr bwMode="auto">
              <a:xfrm>
                <a:off x="658"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2" name="Rectangle 1032"/>
              <p:cNvSpPr>
                <a:spLocks noChangeArrowheads="1"/>
              </p:cNvSpPr>
              <p:nvPr/>
            </p:nvSpPr>
            <p:spPr bwMode="auto">
              <a:xfrm>
                <a:off x="898"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43" name="Line 1033"/>
              <p:cNvSpPr>
                <a:spLocks noChangeShapeType="1"/>
              </p:cNvSpPr>
              <p:nvPr/>
            </p:nvSpPr>
            <p:spPr bwMode="auto">
              <a:xfrm>
                <a:off x="898"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4" name="Rectangle 1034"/>
              <p:cNvSpPr>
                <a:spLocks noChangeArrowheads="1"/>
              </p:cNvSpPr>
              <p:nvPr/>
            </p:nvSpPr>
            <p:spPr bwMode="auto">
              <a:xfrm>
                <a:off x="1132"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45" name="Line 1035"/>
              <p:cNvSpPr>
                <a:spLocks noChangeShapeType="1"/>
              </p:cNvSpPr>
              <p:nvPr/>
            </p:nvSpPr>
            <p:spPr bwMode="auto">
              <a:xfrm>
                <a:off x="1132"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5" name="Rectangle 1036"/>
              <p:cNvSpPr>
                <a:spLocks noChangeArrowheads="1"/>
              </p:cNvSpPr>
              <p:nvPr/>
            </p:nvSpPr>
            <p:spPr bwMode="auto">
              <a:xfrm>
                <a:off x="1373"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56" name="Line 1037"/>
              <p:cNvSpPr>
                <a:spLocks noChangeShapeType="1"/>
              </p:cNvSpPr>
              <p:nvPr/>
            </p:nvSpPr>
            <p:spPr bwMode="auto">
              <a:xfrm>
                <a:off x="1373"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7" name="Rectangle 1038"/>
              <p:cNvSpPr>
                <a:spLocks noChangeArrowheads="1"/>
              </p:cNvSpPr>
              <p:nvPr/>
            </p:nvSpPr>
            <p:spPr bwMode="auto">
              <a:xfrm>
                <a:off x="1607"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58" name="Line 1039"/>
              <p:cNvSpPr>
                <a:spLocks noChangeShapeType="1"/>
              </p:cNvSpPr>
              <p:nvPr/>
            </p:nvSpPr>
            <p:spPr bwMode="auto">
              <a:xfrm>
                <a:off x="1607"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 name="Rectangle 1040"/>
              <p:cNvSpPr>
                <a:spLocks noChangeArrowheads="1"/>
              </p:cNvSpPr>
              <p:nvPr/>
            </p:nvSpPr>
            <p:spPr bwMode="auto">
              <a:xfrm>
                <a:off x="1847"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60" name="Line 1041"/>
              <p:cNvSpPr>
                <a:spLocks noChangeShapeType="1"/>
              </p:cNvSpPr>
              <p:nvPr/>
            </p:nvSpPr>
            <p:spPr bwMode="auto">
              <a:xfrm>
                <a:off x="1847"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1" name="Rectangle 1042"/>
              <p:cNvSpPr>
                <a:spLocks noChangeArrowheads="1"/>
              </p:cNvSpPr>
              <p:nvPr/>
            </p:nvSpPr>
            <p:spPr bwMode="auto">
              <a:xfrm>
                <a:off x="2088"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62" name="Line 1043"/>
              <p:cNvSpPr>
                <a:spLocks noChangeShapeType="1"/>
              </p:cNvSpPr>
              <p:nvPr/>
            </p:nvSpPr>
            <p:spPr bwMode="auto">
              <a:xfrm>
                <a:off x="2088"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3" name="Rectangle 1044"/>
              <p:cNvSpPr>
                <a:spLocks noChangeArrowheads="1"/>
              </p:cNvSpPr>
              <p:nvPr/>
            </p:nvSpPr>
            <p:spPr bwMode="auto">
              <a:xfrm>
                <a:off x="2322"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64" name="Line 1045"/>
              <p:cNvSpPr>
                <a:spLocks noChangeShapeType="1"/>
              </p:cNvSpPr>
              <p:nvPr/>
            </p:nvSpPr>
            <p:spPr bwMode="auto">
              <a:xfrm>
                <a:off x="2322"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5" name="Rectangle 1046"/>
              <p:cNvSpPr>
                <a:spLocks noChangeArrowheads="1"/>
              </p:cNvSpPr>
              <p:nvPr/>
            </p:nvSpPr>
            <p:spPr bwMode="auto">
              <a:xfrm>
                <a:off x="2562"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66" name="Line 1047"/>
              <p:cNvSpPr>
                <a:spLocks noChangeShapeType="1"/>
              </p:cNvSpPr>
              <p:nvPr/>
            </p:nvSpPr>
            <p:spPr bwMode="auto">
              <a:xfrm>
                <a:off x="2562"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7" name="Rectangle 1048"/>
              <p:cNvSpPr>
                <a:spLocks noChangeArrowheads="1"/>
              </p:cNvSpPr>
              <p:nvPr/>
            </p:nvSpPr>
            <p:spPr bwMode="auto">
              <a:xfrm>
                <a:off x="2796"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68" name="Line 1049"/>
              <p:cNvSpPr>
                <a:spLocks noChangeShapeType="1"/>
              </p:cNvSpPr>
              <p:nvPr/>
            </p:nvSpPr>
            <p:spPr bwMode="auto">
              <a:xfrm>
                <a:off x="2796"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 name="Rectangle 1050"/>
              <p:cNvSpPr>
                <a:spLocks noChangeArrowheads="1"/>
              </p:cNvSpPr>
              <p:nvPr/>
            </p:nvSpPr>
            <p:spPr bwMode="auto">
              <a:xfrm>
                <a:off x="3037"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70" name="Line 1051"/>
              <p:cNvSpPr>
                <a:spLocks noChangeShapeType="1"/>
              </p:cNvSpPr>
              <p:nvPr/>
            </p:nvSpPr>
            <p:spPr bwMode="auto">
              <a:xfrm>
                <a:off x="3037"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1" name="Rectangle 1052"/>
              <p:cNvSpPr>
                <a:spLocks noChangeArrowheads="1"/>
              </p:cNvSpPr>
              <p:nvPr/>
            </p:nvSpPr>
            <p:spPr bwMode="auto">
              <a:xfrm>
                <a:off x="3277"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72" name="Line 1053"/>
              <p:cNvSpPr>
                <a:spLocks noChangeShapeType="1"/>
              </p:cNvSpPr>
              <p:nvPr/>
            </p:nvSpPr>
            <p:spPr bwMode="auto">
              <a:xfrm>
                <a:off x="3277"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3" name="Rectangle 1054"/>
              <p:cNvSpPr>
                <a:spLocks noChangeArrowheads="1"/>
              </p:cNvSpPr>
              <p:nvPr/>
            </p:nvSpPr>
            <p:spPr bwMode="auto">
              <a:xfrm>
                <a:off x="3511"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74" name="Line 1055"/>
              <p:cNvSpPr>
                <a:spLocks noChangeShapeType="1"/>
              </p:cNvSpPr>
              <p:nvPr/>
            </p:nvSpPr>
            <p:spPr bwMode="auto">
              <a:xfrm>
                <a:off x="3511"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5" name="Rectangle 1056"/>
              <p:cNvSpPr>
                <a:spLocks noChangeArrowheads="1"/>
              </p:cNvSpPr>
              <p:nvPr/>
            </p:nvSpPr>
            <p:spPr bwMode="auto">
              <a:xfrm>
                <a:off x="3752"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76" name="Line 1057"/>
              <p:cNvSpPr>
                <a:spLocks noChangeShapeType="1"/>
              </p:cNvSpPr>
              <p:nvPr/>
            </p:nvSpPr>
            <p:spPr bwMode="auto">
              <a:xfrm>
                <a:off x="3752"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7" name="Rectangle 1058"/>
              <p:cNvSpPr>
                <a:spLocks noChangeArrowheads="1"/>
              </p:cNvSpPr>
              <p:nvPr/>
            </p:nvSpPr>
            <p:spPr bwMode="auto">
              <a:xfrm>
                <a:off x="3986"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78" name="Line 1059"/>
              <p:cNvSpPr>
                <a:spLocks noChangeShapeType="1"/>
              </p:cNvSpPr>
              <p:nvPr/>
            </p:nvSpPr>
            <p:spPr bwMode="auto">
              <a:xfrm>
                <a:off x="3986"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9" name="Rectangle 1060"/>
              <p:cNvSpPr>
                <a:spLocks noChangeArrowheads="1"/>
              </p:cNvSpPr>
              <p:nvPr/>
            </p:nvSpPr>
            <p:spPr bwMode="auto">
              <a:xfrm>
                <a:off x="4226"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80" name="Line 1061"/>
              <p:cNvSpPr>
                <a:spLocks noChangeShapeType="1"/>
              </p:cNvSpPr>
              <p:nvPr/>
            </p:nvSpPr>
            <p:spPr bwMode="auto">
              <a:xfrm>
                <a:off x="4226"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 name="Rectangle 1062"/>
              <p:cNvSpPr>
                <a:spLocks noChangeArrowheads="1"/>
              </p:cNvSpPr>
              <p:nvPr/>
            </p:nvSpPr>
            <p:spPr bwMode="auto">
              <a:xfrm>
                <a:off x="4467"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82" name="Line 1063"/>
              <p:cNvSpPr>
                <a:spLocks noChangeShapeType="1"/>
              </p:cNvSpPr>
              <p:nvPr/>
            </p:nvSpPr>
            <p:spPr bwMode="auto">
              <a:xfrm>
                <a:off x="4467"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3" name="Rectangle 1064"/>
              <p:cNvSpPr>
                <a:spLocks noChangeArrowheads="1"/>
              </p:cNvSpPr>
              <p:nvPr/>
            </p:nvSpPr>
            <p:spPr bwMode="auto">
              <a:xfrm>
                <a:off x="4701"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84" name="Line 1065"/>
              <p:cNvSpPr>
                <a:spLocks noChangeShapeType="1"/>
              </p:cNvSpPr>
              <p:nvPr/>
            </p:nvSpPr>
            <p:spPr bwMode="auto">
              <a:xfrm>
                <a:off x="4701"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5" name="Rectangle 1066"/>
              <p:cNvSpPr>
                <a:spLocks noChangeArrowheads="1"/>
              </p:cNvSpPr>
              <p:nvPr/>
            </p:nvSpPr>
            <p:spPr bwMode="auto">
              <a:xfrm>
                <a:off x="4941"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86" name="Line 1067"/>
              <p:cNvSpPr>
                <a:spLocks noChangeShapeType="1"/>
              </p:cNvSpPr>
              <p:nvPr/>
            </p:nvSpPr>
            <p:spPr bwMode="auto">
              <a:xfrm>
                <a:off x="4941"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7" name="Rectangle 1068"/>
              <p:cNvSpPr>
                <a:spLocks noChangeArrowheads="1"/>
              </p:cNvSpPr>
              <p:nvPr/>
            </p:nvSpPr>
            <p:spPr bwMode="auto">
              <a:xfrm>
                <a:off x="5175" y="2814"/>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88" name="Line 1069"/>
              <p:cNvSpPr>
                <a:spLocks noChangeShapeType="1"/>
              </p:cNvSpPr>
              <p:nvPr/>
            </p:nvSpPr>
            <p:spPr bwMode="auto">
              <a:xfrm>
                <a:off x="5175"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9" name="Rectangle 1070"/>
              <p:cNvSpPr>
                <a:spLocks noChangeArrowheads="1"/>
              </p:cNvSpPr>
              <p:nvPr/>
            </p:nvSpPr>
            <p:spPr bwMode="auto">
              <a:xfrm>
                <a:off x="5416" y="2814"/>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290" name="Line 1071"/>
              <p:cNvSpPr>
                <a:spLocks noChangeShapeType="1"/>
              </p:cNvSpPr>
              <p:nvPr/>
            </p:nvSpPr>
            <p:spPr bwMode="auto">
              <a:xfrm>
                <a:off x="5416" y="2814"/>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 name="Rectangle 1072"/>
              <p:cNvSpPr>
                <a:spLocks noChangeArrowheads="1"/>
              </p:cNvSpPr>
              <p:nvPr/>
            </p:nvSpPr>
            <p:spPr bwMode="auto">
              <a:xfrm>
                <a:off x="710"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292" name="Rectangle 1073"/>
              <p:cNvSpPr>
                <a:spLocks noChangeArrowheads="1"/>
              </p:cNvSpPr>
              <p:nvPr/>
            </p:nvSpPr>
            <p:spPr bwMode="auto">
              <a:xfrm>
                <a:off x="950"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grpSp>
        <p:grpSp>
          <p:nvGrpSpPr>
            <p:cNvPr id="1293" name="Group 1074"/>
            <p:cNvGrpSpPr>
              <a:grpSpLocks/>
            </p:cNvGrpSpPr>
            <p:nvPr/>
          </p:nvGrpSpPr>
          <p:grpSpPr bwMode="auto">
            <a:xfrm>
              <a:off x="782654" y="4987995"/>
              <a:ext cx="8378825" cy="933450"/>
              <a:chOff x="144" y="2831"/>
              <a:chExt cx="5278" cy="588"/>
            </a:xfrm>
          </p:grpSpPr>
          <p:sp>
            <p:nvSpPr>
              <p:cNvPr id="1294" name="Rectangle 1075"/>
              <p:cNvSpPr>
                <a:spLocks noChangeArrowheads="1"/>
              </p:cNvSpPr>
              <p:nvPr/>
            </p:nvSpPr>
            <p:spPr bwMode="auto">
              <a:xfrm>
                <a:off x="1015"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295" name="Rectangle 1076"/>
              <p:cNvSpPr>
                <a:spLocks noChangeArrowheads="1"/>
              </p:cNvSpPr>
              <p:nvPr/>
            </p:nvSpPr>
            <p:spPr bwMode="auto">
              <a:xfrm>
                <a:off x="1184"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296" name="Rectangle 1077"/>
              <p:cNvSpPr>
                <a:spLocks noChangeArrowheads="1"/>
              </p:cNvSpPr>
              <p:nvPr/>
            </p:nvSpPr>
            <p:spPr bwMode="auto">
              <a:xfrm>
                <a:off x="1249"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297" name="Rectangle 1078"/>
              <p:cNvSpPr>
                <a:spLocks noChangeArrowheads="1"/>
              </p:cNvSpPr>
              <p:nvPr/>
            </p:nvSpPr>
            <p:spPr bwMode="auto">
              <a:xfrm>
                <a:off x="1425"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298" name="Rectangle 1079"/>
              <p:cNvSpPr>
                <a:spLocks noChangeArrowheads="1"/>
              </p:cNvSpPr>
              <p:nvPr/>
            </p:nvSpPr>
            <p:spPr bwMode="auto">
              <a:xfrm>
                <a:off x="1490"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299" name="Rectangle 1080"/>
              <p:cNvSpPr>
                <a:spLocks noChangeArrowheads="1"/>
              </p:cNvSpPr>
              <p:nvPr/>
            </p:nvSpPr>
            <p:spPr bwMode="auto">
              <a:xfrm>
                <a:off x="1665"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00" name="Rectangle 1081"/>
              <p:cNvSpPr>
                <a:spLocks noChangeArrowheads="1"/>
              </p:cNvSpPr>
              <p:nvPr/>
            </p:nvSpPr>
            <p:spPr bwMode="auto">
              <a:xfrm>
                <a:off x="1899"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301" name="Rectangle 1082"/>
              <p:cNvSpPr>
                <a:spLocks noChangeArrowheads="1"/>
              </p:cNvSpPr>
              <p:nvPr/>
            </p:nvSpPr>
            <p:spPr bwMode="auto">
              <a:xfrm>
                <a:off x="1964"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02" name="Rectangle 1083"/>
              <p:cNvSpPr>
                <a:spLocks noChangeArrowheads="1"/>
              </p:cNvSpPr>
              <p:nvPr/>
            </p:nvSpPr>
            <p:spPr bwMode="auto">
              <a:xfrm>
                <a:off x="2140"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03" name="Rectangle 1084"/>
              <p:cNvSpPr>
                <a:spLocks noChangeArrowheads="1"/>
              </p:cNvSpPr>
              <p:nvPr/>
            </p:nvSpPr>
            <p:spPr bwMode="auto">
              <a:xfrm>
                <a:off x="2374"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304" name="Rectangle 1085"/>
              <p:cNvSpPr>
                <a:spLocks noChangeArrowheads="1"/>
              </p:cNvSpPr>
              <p:nvPr/>
            </p:nvSpPr>
            <p:spPr bwMode="auto">
              <a:xfrm>
                <a:off x="2439"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05" name="Rectangle 1086"/>
              <p:cNvSpPr>
                <a:spLocks noChangeArrowheads="1"/>
              </p:cNvSpPr>
              <p:nvPr/>
            </p:nvSpPr>
            <p:spPr bwMode="auto">
              <a:xfrm>
                <a:off x="2614"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306" name="Rectangle 1087"/>
              <p:cNvSpPr>
                <a:spLocks noChangeArrowheads="1"/>
              </p:cNvSpPr>
              <p:nvPr/>
            </p:nvSpPr>
            <p:spPr bwMode="auto">
              <a:xfrm>
                <a:off x="2679"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07" name="Rectangle 1088"/>
              <p:cNvSpPr>
                <a:spLocks noChangeArrowheads="1"/>
              </p:cNvSpPr>
              <p:nvPr/>
            </p:nvSpPr>
            <p:spPr bwMode="auto">
              <a:xfrm>
                <a:off x="2855"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FF0000"/>
                    </a:solidFill>
                    <a:latin typeface="宋体" pitchFamily="2" charset="-122"/>
                  </a:rPr>
                  <a:t>3</a:t>
                </a:r>
              </a:p>
            </p:txBody>
          </p:sp>
          <p:sp>
            <p:nvSpPr>
              <p:cNvPr id="1308" name="Rectangle 1089"/>
              <p:cNvSpPr>
                <a:spLocks noChangeArrowheads="1"/>
              </p:cNvSpPr>
              <p:nvPr/>
            </p:nvSpPr>
            <p:spPr bwMode="auto">
              <a:xfrm>
                <a:off x="2920"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09" name="Rectangle 1090"/>
              <p:cNvSpPr>
                <a:spLocks noChangeArrowheads="1"/>
              </p:cNvSpPr>
              <p:nvPr/>
            </p:nvSpPr>
            <p:spPr bwMode="auto">
              <a:xfrm>
                <a:off x="3089"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3</a:t>
                </a:r>
                <a:endParaRPr lang="en-US" altLang="zh-CN" sz="3200" b="1">
                  <a:latin typeface="Arial" pitchFamily="34" charset="0"/>
                </a:endParaRPr>
              </a:p>
            </p:txBody>
          </p:sp>
          <p:sp>
            <p:nvSpPr>
              <p:cNvPr id="1310" name="Rectangle 1091"/>
              <p:cNvSpPr>
                <a:spLocks noChangeArrowheads="1"/>
              </p:cNvSpPr>
              <p:nvPr/>
            </p:nvSpPr>
            <p:spPr bwMode="auto">
              <a:xfrm>
                <a:off x="3154"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11" name="Rectangle 1092"/>
              <p:cNvSpPr>
                <a:spLocks noChangeArrowheads="1"/>
              </p:cNvSpPr>
              <p:nvPr/>
            </p:nvSpPr>
            <p:spPr bwMode="auto">
              <a:xfrm>
                <a:off x="3329"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12" name="Rectangle 1093"/>
              <p:cNvSpPr>
                <a:spLocks noChangeArrowheads="1"/>
              </p:cNvSpPr>
              <p:nvPr/>
            </p:nvSpPr>
            <p:spPr bwMode="auto">
              <a:xfrm>
                <a:off x="3563"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13" name="Rectangle 1094"/>
              <p:cNvSpPr>
                <a:spLocks noChangeArrowheads="1"/>
              </p:cNvSpPr>
              <p:nvPr/>
            </p:nvSpPr>
            <p:spPr bwMode="auto">
              <a:xfrm>
                <a:off x="3804"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3</a:t>
                </a:r>
                <a:endParaRPr lang="en-US" altLang="zh-CN" sz="3200" b="1">
                  <a:latin typeface="Arial" pitchFamily="34" charset="0"/>
                </a:endParaRPr>
              </a:p>
            </p:txBody>
          </p:sp>
          <p:sp>
            <p:nvSpPr>
              <p:cNvPr id="1314" name="Rectangle 1095"/>
              <p:cNvSpPr>
                <a:spLocks noChangeArrowheads="1"/>
              </p:cNvSpPr>
              <p:nvPr/>
            </p:nvSpPr>
            <p:spPr bwMode="auto">
              <a:xfrm>
                <a:off x="3869"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15" name="Rectangle 1096"/>
              <p:cNvSpPr>
                <a:spLocks noChangeArrowheads="1"/>
              </p:cNvSpPr>
              <p:nvPr/>
            </p:nvSpPr>
            <p:spPr bwMode="auto">
              <a:xfrm>
                <a:off x="4044"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16" name="Rectangle 1097"/>
              <p:cNvSpPr>
                <a:spLocks noChangeArrowheads="1"/>
              </p:cNvSpPr>
              <p:nvPr/>
            </p:nvSpPr>
            <p:spPr bwMode="auto">
              <a:xfrm>
                <a:off x="4278"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FF0000"/>
                    </a:solidFill>
                    <a:latin typeface="宋体" pitchFamily="2" charset="-122"/>
                  </a:rPr>
                  <a:t>0</a:t>
                </a:r>
              </a:p>
            </p:txBody>
          </p:sp>
          <p:sp>
            <p:nvSpPr>
              <p:cNvPr id="1317" name="Rectangle 1098"/>
              <p:cNvSpPr>
                <a:spLocks noChangeArrowheads="1"/>
              </p:cNvSpPr>
              <p:nvPr/>
            </p:nvSpPr>
            <p:spPr bwMode="auto">
              <a:xfrm>
                <a:off x="4343"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18" name="Rectangle 1099"/>
              <p:cNvSpPr>
                <a:spLocks noChangeArrowheads="1"/>
              </p:cNvSpPr>
              <p:nvPr/>
            </p:nvSpPr>
            <p:spPr bwMode="auto">
              <a:xfrm>
                <a:off x="4519"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19" name="Rectangle 1100"/>
              <p:cNvSpPr>
                <a:spLocks noChangeArrowheads="1"/>
              </p:cNvSpPr>
              <p:nvPr/>
            </p:nvSpPr>
            <p:spPr bwMode="auto">
              <a:xfrm>
                <a:off x="4753"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320" name="Rectangle 1101"/>
              <p:cNvSpPr>
                <a:spLocks noChangeArrowheads="1"/>
              </p:cNvSpPr>
              <p:nvPr/>
            </p:nvSpPr>
            <p:spPr bwMode="auto">
              <a:xfrm>
                <a:off x="4818"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21" name="Rectangle 1102"/>
              <p:cNvSpPr>
                <a:spLocks noChangeArrowheads="1"/>
              </p:cNvSpPr>
              <p:nvPr/>
            </p:nvSpPr>
            <p:spPr bwMode="auto">
              <a:xfrm>
                <a:off x="4993"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22" name="Rectangle 1103"/>
              <p:cNvSpPr>
                <a:spLocks noChangeArrowheads="1"/>
              </p:cNvSpPr>
              <p:nvPr/>
            </p:nvSpPr>
            <p:spPr bwMode="auto">
              <a:xfrm>
                <a:off x="5234" y="303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323" name="Rectangle 1104"/>
              <p:cNvSpPr>
                <a:spLocks noChangeArrowheads="1"/>
              </p:cNvSpPr>
              <p:nvPr/>
            </p:nvSpPr>
            <p:spPr bwMode="auto">
              <a:xfrm>
                <a:off x="144"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24" name="Line 1105"/>
              <p:cNvSpPr>
                <a:spLocks noChangeShapeType="1"/>
              </p:cNvSpPr>
              <p:nvPr/>
            </p:nvSpPr>
            <p:spPr bwMode="auto">
              <a:xfrm>
                <a:off x="144"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5" name="Line 1106"/>
              <p:cNvSpPr>
                <a:spLocks noChangeShapeType="1"/>
              </p:cNvSpPr>
              <p:nvPr/>
            </p:nvSpPr>
            <p:spPr bwMode="auto">
              <a:xfrm>
                <a:off x="144"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6" name="Rectangle 1107"/>
              <p:cNvSpPr>
                <a:spLocks noChangeArrowheads="1"/>
              </p:cNvSpPr>
              <p:nvPr/>
            </p:nvSpPr>
            <p:spPr bwMode="auto">
              <a:xfrm>
                <a:off x="658"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27" name="Line 1108"/>
              <p:cNvSpPr>
                <a:spLocks noChangeShapeType="1"/>
              </p:cNvSpPr>
              <p:nvPr/>
            </p:nvSpPr>
            <p:spPr bwMode="auto">
              <a:xfrm>
                <a:off x="658"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8" name="Line 1109"/>
              <p:cNvSpPr>
                <a:spLocks noChangeShapeType="1"/>
              </p:cNvSpPr>
              <p:nvPr/>
            </p:nvSpPr>
            <p:spPr bwMode="auto">
              <a:xfrm>
                <a:off x="658"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9" name="Rectangle 1110"/>
              <p:cNvSpPr>
                <a:spLocks noChangeArrowheads="1"/>
              </p:cNvSpPr>
              <p:nvPr/>
            </p:nvSpPr>
            <p:spPr bwMode="auto">
              <a:xfrm>
                <a:off x="664"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30" name="Line 1111"/>
              <p:cNvSpPr>
                <a:spLocks noChangeShapeType="1"/>
              </p:cNvSpPr>
              <p:nvPr/>
            </p:nvSpPr>
            <p:spPr bwMode="auto">
              <a:xfrm>
                <a:off x="664"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 name="Rectangle 1112"/>
              <p:cNvSpPr>
                <a:spLocks noChangeArrowheads="1"/>
              </p:cNvSpPr>
              <p:nvPr/>
            </p:nvSpPr>
            <p:spPr bwMode="auto">
              <a:xfrm>
                <a:off x="898"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32" name="Line 1113"/>
              <p:cNvSpPr>
                <a:spLocks noChangeShapeType="1"/>
              </p:cNvSpPr>
              <p:nvPr/>
            </p:nvSpPr>
            <p:spPr bwMode="auto">
              <a:xfrm>
                <a:off x="898"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 name="Line 1114"/>
              <p:cNvSpPr>
                <a:spLocks noChangeShapeType="1"/>
              </p:cNvSpPr>
              <p:nvPr/>
            </p:nvSpPr>
            <p:spPr bwMode="auto">
              <a:xfrm>
                <a:off x="898"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 name="Rectangle 1115"/>
              <p:cNvSpPr>
                <a:spLocks noChangeArrowheads="1"/>
              </p:cNvSpPr>
              <p:nvPr/>
            </p:nvSpPr>
            <p:spPr bwMode="auto">
              <a:xfrm>
                <a:off x="905" y="3009"/>
                <a:ext cx="22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35" name="Line 1116"/>
              <p:cNvSpPr>
                <a:spLocks noChangeShapeType="1"/>
              </p:cNvSpPr>
              <p:nvPr/>
            </p:nvSpPr>
            <p:spPr bwMode="auto">
              <a:xfrm>
                <a:off x="905" y="3009"/>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 name="Rectangle 1117"/>
              <p:cNvSpPr>
                <a:spLocks noChangeArrowheads="1"/>
              </p:cNvSpPr>
              <p:nvPr/>
            </p:nvSpPr>
            <p:spPr bwMode="auto">
              <a:xfrm>
                <a:off x="1132"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37" name="Line 1118"/>
              <p:cNvSpPr>
                <a:spLocks noChangeShapeType="1"/>
              </p:cNvSpPr>
              <p:nvPr/>
            </p:nvSpPr>
            <p:spPr bwMode="auto">
              <a:xfrm>
                <a:off x="1132"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8" name="Line 1119"/>
              <p:cNvSpPr>
                <a:spLocks noChangeShapeType="1"/>
              </p:cNvSpPr>
              <p:nvPr/>
            </p:nvSpPr>
            <p:spPr bwMode="auto">
              <a:xfrm>
                <a:off x="1132"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9" name="Rectangle 1120"/>
              <p:cNvSpPr>
                <a:spLocks noChangeArrowheads="1"/>
              </p:cNvSpPr>
              <p:nvPr/>
            </p:nvSpPr>
            <p:spPr bwMode="auto">
              <a:xfrm>
                <a:off x="1139"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40" name="Line 1121"/>
              <p:cNvSpPr>
                <a:spLocks noChangeShapeType="1"/>
              </p:cNvSpPr>
              <p:nvPr/>
            </p:nvSpPr>
            <p:spPr bwMode="auto">
              <a:xfrm>
                <a:off x="1139"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 name="Rectangle 1122"/>
              <p:cNvSpPr>
                <a:spLocks noChangeArrowheads="1"/>
              </p:cNvSpPr>
              <p:nvPr/>
            </p:nvSpPr>
            <p:spPr bwMode="auto">
              <a:xfrm>
                <a:off x="1373"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42" name="Line 1123"/>
              <p:cNvSpPr>
                <a:spLocks noChangeShapeType="1"/>
              </p:cNvSpPr>
              <p:nvPr/>
            </p:nvSpPr>
            <p:spPr bwMode="auto">
              <a:xfrm>
                <a:off x="1373"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3" name="Line 1124"/>
              <p:cNvSpPr>
                <a:spLocks noChangeShapeType="1"/>
              </p:cNvSpPr>
              <p:nvPr/>
            </p:nvSpPr>
            <p:spPr bwMode="auto">
              <a:xfrm>
                <a:off x="1373"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4" name="Rectangle 1125"/>
              <p:cNvSpPr>
                <a:spLocks noChangeArrowheads="1"/>
              </p:cNvSpPr>
              <p:nvPr/>
            </p:nvSpPr>
            <p:spPr bwMode="auto">
              <a:xfrm>
                <a:off x="1379" y="3009"/>
                <a:ext cx="22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45" name="Line 1126"/>
              <p:cNvSpPr>
                <a:spLocks noChangeShapeType="1"/>
              </p:cNvSpPr>
              <p:nvPr/>
            </p:nvSpPr>
            <p:spPr bwMode="auto">
              <a:xfrm>
                <a:off x="1379" y="3009"/>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6" name="Rectangle 1127"/>
              <p:cNvSpPr>
                <a:spLocks noChangeArrowheads="1"/>
              </p:cNvSpPr>
              <p:nvPr/>
            </p:nvSpPr>
            <p:spPr bwMode="auto">
              <a:xfrm>
                <a:off x="1607"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47" name="Line 1128"/>
              <p:cNvSpPr>
                <a:spLocks noChangeShapeType="1"/>
              </p:cNvSpPr>
              <p:nvPr/>
            </p:nvSpPr>
            <p:spPr bwMode="auto">
              <a:xfrm>
                <a:off x="1607"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8" name="Line 1129"/>
              <p:cNvSpPr>
                <a:spLocks noChangeShapeType="1"/>
              </p:cNvSpPr>
              <p:nvPr/>
            </p:nvSpPr>
            <p:spPr bwMode="auto">
              <a:xfrm>
                <a:off x="1607"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9" name="Rectangle 1130"/>
              <p:cNvSpPr>
                <a:spLocks noChangeArrowheads="1"/>
              </p:cNvSpPr>
              <p:nvPr/>
            </p:nvSpPr>
            <p:spPr bwMode="auto">
              <a:xfrm>
                <a:off x="1613"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50" name="Line 1131"/>
              <p:cNvSpPr>
                <a:spLocks noChangeShapeType="1"/>
              </p:cNvSpPr>
              <p:nvPr/>
            </p:nvSpPr>
            <p:spPr bwMode="auto">
              <a:xfrm>
                <a:off x="1613"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 name="Rectangle 1132"/>
              <p:cNvSpPr>
                <a:spLocks noChangeArrowheads="1"/>
              </p:cNvSpPr>
              <p:nvPr/>
            </p:nvSpPr>
            <p:spPr bwMode="auto">
              <a:xfrm>
                <a:off x="1847"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52" name="Line 1133"/>
              <p:cNvSpPr>
                <a:spLocks noChangeShapeType="1"/>
              </p:cNvSpPr>
              <p:nvPr/>
            </p:nvSpPr>
            <p:spPr bwMode="auto">
              <a:xfrm>
                <a:off x="1847"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3" name="Line 1134"/>
              <p:cNvSpPr>
                <a:spLocks noChangeShapeType="1"/>
              </p:cNvSpPr>
              <p:nvPr/>
            </p:nvSpPr>
            <p:spPr bwMode="auto">
              <a:xfrm>
                <a:off x="1847"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 name="Rectangle 1135"/>
              <p:cNvSpPr>
                <a:spLocks noChangeArrowheads="1"/>
              </p:cNvSpPr>
              <p:nvPr/>
            </p:nvSpPr>
            <p:spPr bwMode="auto">
              <a:xfrm>
                <a:off x="1854"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55" name="Line 1136"/>
              <p:cNvSpPr>
                <a:spLocks noChangeShapeType="1"/>
              </p:cNvSpPr>
              <p:nvPr/>
            </p:nvSpPr>
            <p:spPr bwMode="auto">
              <a:xfrm>
                <a:off x="1854"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6" name="Rectangle 1137"/>
              <p:cNvSpPr>
                <a:spLocks noChangeArrowheads="1"/>
              </p:cNvSpPr>
              <p:nvPr/>
            </p:nvSpPr>
            <p:spPr bwMode="auto">
              <a:xfrm>
                <a:off x="2088"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57" name="Line 1138"/>
              <p:cNvSpPr>
                <a:spLocks noChangeShapeType="1"/>
              </p:cNvSpPr>
              <p:nvPr/>
            </p:nvSpPr>
            <p:spPr bwMode="auto">
              <a:xfrm>
                <a:off x="2088"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8" name="Line 1139"/>
              <p:cNvSpPr>
                <a:spLocks noChangeShapeType="1"/>
              </p:cNvSpPr>
              <p:nvPr/>
            </p:nvSpPr>
            <p:spPr bwMode="auto">
              <a:xfrm>
                <a:off x="2088"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9" name="Rectangle 1140"/>
              <p:cNvSpPr>
                <a:spLocks noChangeArrowheads="1"/>
              </p:cNvSpPr>
              <p:nvPr/>
            </p:nvSpPr>
            <p:spPr bwMode="auto">
              <a:xfrm>
                <a:off x="2094" y="3009"/>
                <a:ext cx="22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60" name="Line 1141"/>
              <p:cNvSpPr>
                <a:spLocks noChangeShapeType="1"/>
              </p:cNvSpPr>
              <p:nvPr/>
            </p:nvSpPr>
            <p:spPr bwMode="auto">
              <a:xfrm>
                <a:off x="2094" y="3009"/>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1" name="Rectangle 1142"/>
              <p:cNvSpPr>
                <a:spLocks noChangeArrowheads="1"/>
              </p:cNvSpPr>
              <p:nvPr/>
            </p:nvSpPr>
            <p:spPr bwMode="auto">
              <a:xfrm>
                <a:off x="2322"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62" name="Line 1143"/>
              <p:cNvSpPr>
                <a:spLocks noChangeShapeType="1"/>
              </p:cNvSpPr>
              <p:nvPr/>
            </p:nvSpPr>
            <p:spPr bwMode="auto">
              <a:xfrm>
                <a:off x="2322"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 name="Line 1144"/>
              <p:cNvSpPr>
                <a:spLocks noChangeShapeType="1"/>
              </p:cNvSpPr>
              <p:nvPr/>
            </p:nvSpPr>
            <p:spPr bwMode="auto">
              <a:xfrm>
                <a:off x="2322"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4" name="Rectangle 1145"/>
              <p:cNvSpPr>
                <a:spLocks noChangeArrowheads="1"/>
              </p:cNvSpPr>
              <p:nvPr/>
            </p:nvSpPr>
            <p:spPr bwMode="auto">
              <a:xfrm>
                <a:off x="2328"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65" name="Line 1146"/>
              <p:cNvSpPr>
                <a:spLocks noChangeShapeType="1"/>
              </p:cNvSpPr>
              <p:nvPr/>
            </p:nvSpPr>
            <p:spPr bwMode="auto">
              <a:xfrm>
                <a:off x="2328"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6" name="Rectangle 1147"/>
              <p:cNvSpPr>
                <a:spLocks noChangeArrowheads="1"/>
              </p:cNvSpPr>
              <p:nvPr/>
            </p:nvSpPr>
            <p:spPr bwMode="auto">
              <a:xfrm>
                <a:off x="2562"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67" name="Line 1148"/>
              <p:cNvSpPr>
                <a:spLocks noChangeShapeType="1"/>
              </p:cNvSpPr>
              <p:nvPr/>
            </p:nvSpPr>
            <p:spPr bwMode="auto">
              <a:xfrm>
                <a:off x="2562"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8" name="Line 1149"/>
              <p:cNvSpPr>
                <a:spLocks noChangeShapeType="1"/>
              </p:cNvSpPr>
              <p:nvPr/>
            </p:nvSpPr>
            <p:spPr bwMode="auto">
              <a:xfrm>
                <a:off x="2562"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9" name="Rectangle 1150"/>
              <p:cNvSpPr>
                <a:spLocks noChangeArrowheads="1"/>
              </p:cNvSpPr>
              <p:nvPr/>
            </p:nvSpPr>
            <p:spPr bwMode="auto">
              <a:xfrm>
                <a:off x="2569" y="3009"/>
                <a:ext cx="22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70" name="Line 1151"/>
              <p:cNvSpPr>
                <a:spLocks noChangeShapeType="1"/>
              </p:cNvSpPr>
              <p:nvPr/>
            </p:nvSpPr>
            <p:spPr bwMode="auto">
              <a:xfrm>
                <a:off x="2569" y="3009"/>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1" name="Rectangle 1152"/>
              <p:cNvSpPr>
                <a:spLocks noChangeArrowheads="1"/>
              </p:cNvSpPr>
              <p:nvPr/>
            </p:nvSpPr>
            <p:spPr bwMode="auto">
              <a:xfrm>
                <a:off x="2796"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72" name="Line 1153"/>
              <p:cNvSpPr>
                <a:spLocks noChangeShapeType="1"/>
              </p:cNvSpPr>
              <p:nvPr/>
            </p:nvSpPr>
            <p:spPr bwMode="auto">
              <a:xfrm>
                <a:off x="2796"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 name="Line 1154"/>
              <p:cNvSpPr>
                <a:spLocks noChangeShapeType="1"/>
              </p:cNvSpPr>
              <p:nvPr/>
            </p:nvSpPr>
            <p:spPr bwMode="auto">
              <a:xfrm>
                <a:off x="2796"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 name="Rectangle 1155"/>
              <p:cNvSpPr>
                <a:spLocks noChangeArrowheads="1"/>
              </p:cNvSpPr>
              <p:nvPr/>
            </p:nvSpPr>
            <p:spPr bwMode="auto">
              <a:xfrm>
                <a:off x="2803"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75" name="Line 1156"/>
              <p:cNvSpPr>
                <a:spLocks noChangeShapeType="1"/>
              </p:cNvSpPr>
              <p:nvPr/>
            </p:nvSpPr>
            <p:spPr bwMode="auto">
              <a:xfrm>
                <a:off x="2803"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6" name="Rectangle 1157"/>
              <p:cNvSpPr>
                <a:spLocks noChangeArrowheads="1"/>
              </p:cNvSpPr>
              <p:nvPr/>
            </p:nvSpPr>
            <p:spPr bwMode="auto">
              <a:xfrm>
                <a:off x="3037"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77" name="Line 1158"/>
              <p:cNvSpPr>
                <a:spLocks noChangeShapeType="1"/>
              </p:cNvSpPr>
              <p:nvPr/>
            </p:nvSpPr>
            <p:spPr bwMode="auto">
              <a:xfrm>
                <a:off x="3037"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8" name="Line 1159"/>
              <p:cNvSpPr>
                <a:spLocks noChangeShapeType="1"/>
              </p:cNvSpPr>
              <p:nvPr/>
            </p:nvSpPr>
            <p:spPr bwMode="auto">
              <a:xfrm>
                <a:off x="3037"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9" name="Rectangle 1160"/>
              <p:cNvSpPr>
                <a:spLocks noChangeArrowheads="1"/>
              </p:cNvSpPr>
              <p:nvPr/>
            </p:nvSpPr>
            <p:spPr bwMode="auto">
              <a:xfrm>
                <a:off x="3043"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80" name="Line 1161"/>
              <p:cNvSpPr>
                <a:spLocks noChangeShapeType="1"/>
              </p:cNvSpPr>
              <p:nvPr/>
            </p:nvSpPr>
            <p:spPr bwMode="auto">
              <a:xfrm>
                <a:off x="3043"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1" name="Rectangle 1162"/>
              <p:cNvSpPr>
                <a:spLocks noChangeArrowheads="1"/>
              </p:cNvSpPr>
              <p:nvPr/>
            </p:nvSpPr>
            <p:spPr bwMode="auto">
              <a:xfrm>
                <a:off x="3277"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82" name="Line 1163"/>
              <p:cNvSpPr>
                <a:spLocks noChangeShapeType="1"/>
              </p:cNvSpPr>
              <p:nvPr/>
            </p:nvSpPr>
            <p:spPr bwMode="auto">
              <a:xfrm>
                <a:off x="3277"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3" name="Line 1164"/>
              <p:cNvSpPr>
                <a:spLocks noChangeShapeType="1"/>
              </p:cNvSpPr>
              <p:nvPr/>
            </p:nvSpPr>
            <p:spPr bwMode="auto">
              <a:xfrm>
                <a:off x="3277"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4" name="Rectangle 1165"/>
              <p:cNvSpPr>
                <a:spLocks noChangeArrowheads="1"/>
              </p:cNvSpPr>
              <p:nvPr/>
            </p:nvSpPr>
            <p:spPr bwMode="auto">
              <a:xfrm>
                <a:off x="3284" y="3009"/>
                <a:ext cx="22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85" name="Line 1166"/>
              <p:cNvSpPr>
                <a:spLocks noChangeShapeType="1"/>
              </p:cNvSpPr>
              <p:nvPr/>
            </p:nvSpPr>
            <p:spPr bwMode="auto">
              <a:xfrm>
                <a:off x="3284" y="3009"/>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6" name="Rectangle 1167"/>
              <p:cNvSpPr>
                <a:spLocks noChangeArrowheads="1"/>
              </p:cNvSpPr>
              <p:nvPr/>
            </p:nvSpPr>
            <p:spPr bwMode="auto">
              <a:xfrm>
                <a:off x="3511"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87" name="Line 1168"/>
              <p:cNvSpPr>
                <a:spLocks noChangeShapeType="1"/>
              </p:cNvSpPr>
              <p:nvPr/>
            </p:nvSpPr>
            <p:spPr bwMode="auto">
              <a:xfrm>
                <a:off x="3511"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8" name="Line 1169"/>
              <p:cNvSpPr>
                <a:spLocks noChangeShapeType="1"/>
              </p:cNvSpPr>
              <p:nvPr/>
            </p:nvSpPr>
            <p:spPr bwMode="auto">
              <a:xfrm>
                <a:off x="3511"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9" name="Rectangle 1170"/>
              <p:cNvSpPr>
                <a:spLocks noChangeArrowheads="1"/>
              </p:cNvSpPr>
              <p:nvPr/>
            </p:nvSpPr>
            <p:spPr bwMode="auto">
              <a:xfrm>
                <a:off x="3518"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90" name="Line 1171"/>
              <p:cNvSpPr>
                <a:spLocks noChangeShapeType="1"/>
              </p:cNvSpPr>
              <p:nvPr/>
            </p:nvSpPr>
            <p:spPr bwMode="auto">
              <a:xfrm>
                <a:off x="3518"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1" name="Rectangle 1172"/>
              <p:cNvSpPr>
                <a:spLocks noChangeArrowheads="1"/>
              </p:cNvSpPr>
              <p:nvPr/>
            </p:nvSpPr>
            <p:spPr bwMode="auto">
              <a:xfrm>
                <a:off x="3752"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92" name="Line 1173"/>
              <p:cNvSpPr>
                <a:spLocks noChangeShapeType="1"/>
              </p:cNvSpPr>
              <p:nvPr/>
            </p:nvSpPr>
            <p:spPr bwMode="auto">
              <a:xfrm>
                <a:off x="3752"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 name="Line 1174"/>
              <p:cNvSpPr>
                <a:spLocks noChangeShapeType="1"/>
              </p:cNvSpPr>
              <p:nvPr/>
            </p:nvSpPr>
            <p:spPr bwMode="auto">
              <a:xfrm>
                <a:off x="3752"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4" name="Rectangle 1175"/>
              <p:cNvSpPr>
                <a:spLocks noChangeArrowheads="1"/>
              </p:cNvSpPr>
              <p:nvPr/>
            </p:nvSpPr>
            <p:spPr bwMode="auto">
              <a:xfrm>
                <a:off x="3758" y="3009"/>
                <a:ext cx="22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95" name="Line 1176"/>
              <p:cNvSpPr>
                <a:spLocks noChangeShapeType="1"/>
              </p:cNvSpPr>
              <p:nvPr/>
            </p:nvSpPr>
            <p:spPr bwMode="auto">
              <a:xfrm>
                <a:off x="3758" y="3009"/>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6" name="Rectangle 1177"/>
              <p:cNvSpPr>
                <a:spLocks noChangeArrowheads="1"/>
              </p:cNvSpPr>
              <p:nvPr/>
            </p:nvSpPr>
            <p:spPr bwMode="auto">
              <a:xfrm>
                <a:off x="3986"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397" name="Line 1178"/>
              <p:cNvSpPr>
                <a:spLocks noChangeShapeType="1"/>
              </p:cNvSpPr>
              <p:nvPr/>
            </p:nvSpPr>
            <p:spPr bwMode="auto">
              <a:xfrm>
                <a:off x="3986"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8" name="Line 1179"/>
              <p:cNvSpPr>
                <a:spLocks noChangeShapeType="1"/>
              </p:cNvSpPr>
              <p:nvPr/>
            </p:nvSpPr>
            <p:spPr bwMode="auto">
              <a:xfrm>
                <a:off x="3986"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9" name="Rectangle 1180"/>
              <p:cNvSpPr>
                <a:spLocks noChangeArrowheads="1"/>
              </p:cNvSpPr>
              <p:nvPr/>
            </p:nvSpPr>
            <p:spPr bwMode="auto">
              <a:xfrm>
                <a:off x="3992"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00" name="Line 1181"/>
              <p:cNvSpPr>
                <a:spLocks noChangeShapeType="1"/>
              </p:cNvSpPr>
              <p:nvPr/>
            </p:nvSpPr>
            <p:spPr bwMode="auto">
              <a:xfrm>
                <a:off x="3992"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1" name="Rectangle 1182"/>
              <p:cNvSpPr>
                <a:spLocks noChangeArrowheads="1"/>
              </p:cNvSpPr>
              <p:nvPr/>
            </p:nvSpPr>
            <p:spPr bwMode="auto">
              <a:xfrm>
                <a:off x="4226"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02" name="Line 1183"/>
              <p:cNvSpPr>
                <a:spLocks noChangeShapeType="1"/>
              </p:cNvSpPr>
              <p:nvPr/>
            </p:nvSpPr>
            <p:spPr bwMode="auto">
              <a:xfrm>
                <a:off x="4226"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 name="Line 1184"/>
              <p:cNvSpPr>
                <a:spLocks noChangeShapeType="1"/>
              </p:cNvSpPr>
              <p:nvPr/>
            </p:nvSpPr>
            <p:spPr bwMode="auto">
              <a:xfrm>
                <a:off x="4226"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4" name="Rectangle 1185"/>
              <p:cNvSpPr>
                <a:spLocks noChangeArrowheads="1"/>
              </p:cNvSpPr>
              <p:nvPr/>
            </p:nvSpPr>
            <p:spPr bwMode="auto">
              <a:xfrm>
                <a:off x="4233"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05" name="Line 1186"/>
              <p:cNvSpPr>
                <a:spLocks noChangeShapeType="1"/>
              </p:cNvSpPr>
              <p:nvPr/>
            </p:nvSpPr>
            <p:spPr bwMode="auto">
              <a:xfrm>
                <a:off x="4233"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6" name="Rectangle 1187"/>
              <p:cNvSpPr>
                <a:spLocks noChangeArrowheads="1"/>
              </p:cNvSpPr>
              <p:nvPr/>
            </p:nvSpPr>
            <p:spPr bwMode="auto">
              <a:xfrm>
                <a:off x="4467"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07" name="Line 1188"/>
              <p:cNvSpPr>
                <a:spLocks noChangeShapeType="1"/>
              </p:cNvSpPr>
              <p:nvPr/>
            </p:nvSpPr>
            <p:spPr bwMode="auto">
              <a:xfrm>
                <a:off x="4467"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8" name="Line 1189"/>
              <p:cNvSpPr>
                <a:spLocks noChangeShapeType="1"/>
              </p:cNvSpPr>
              <p:nvPr/>
            </p:nvSpPr>
            <p:spPr bwMode="auto">
              <a:xfrm>
                <a:off x="4467"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9" name="Rectangle 1190"/>
              <p:cNvSpPr>
                <a:spLocks noChangeArrowheads="1"/>
              </p:cNvSpPr>
              <p:nvPr/>
            </p:nvSpPr>
            <p:spPr bwMode="auto">
              <a:xfrm>
                <a:off x="4473" y="3009"/>
                <a:ext cx="22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10" name="Line 1191"/>
              <p:cNvSpPr>
                <a:spLocks noChangeShapeType="1"/>
              </p:cNvSpPr>
              <p:nvPr/>
            </p:nvSpPr>
            <p:spPr bwMode="auto">
              <a:xfrm>
                <a:off x="4473" y="3009"/>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1" name="Rectangle 1192"/>
              <p:cNvSpPr>
                <a:spLocks noChangeArrowheads="1"/>
              </p:cNvSpPr>
              <p:nvPr/>
            </p:nvSpPr>
            <p:spPr bwMode="auto">
              <a:xfrm>
                <a:off x="4701"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12" name="Line 1193"/>
              <p:cNvSpPr>
                <a:spLocks noChangeShapeType="1"/>
              </p:cNvSpPr>
              <p:nvPr/>
            </p:nvSpPr>
            <p:spPr bwMode="auto">
              <a:xfrm>
                <a:off x="4701"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 name="Line 1194"/>
              <p:cNvSpPr>
                <a:spLocks noChangeShapeType="1"/>
              </p:cNvSpPr>
              <p:nvPr/>
            </p:nvSpPr>
            <p:spPr bwMode="auto">
              <a:xfrm>
                <a:off x="4701"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 name="Rectangle 1195"/>
              <p:cNvSpPr>
                <a:spLocks noChangeArrowheads="1"/>
              </p:cNvSpPr>
              <p:nvPr/>
            </p:nvSpPr>
            <p:spPr bwMode="auto">
              <a:xfrm>
                <a:off x="4707"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15" name="Line 1196"/>
              <p:cNvSpPr>
                <a:spLocks noChangeShapeType="1"/>
              </p:cNvSpPr>
              <p:nvPr/>
            </p:nvSpPr>
            <p:spPr bwMode="auto">
              <a:xfrm>
                <a:off x="4707"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6" name="Rectangle 1197"/>
              <p:cNvSpPr>
                <a:spLocks noChangeArrowheads="1"/>
              </p:cNvSpPr>
              <p:nvPr/>
            </p:nvSpPr>
            <p:spPr bwMode="auto">
              <a:xfrm>
                <a:off x="4941"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17" name="Line 1198"/>
              <p:cNvSpPr>
                <a:spLocks noChangeShapeType="1"/>
              </p:cNvSpPr>
              <p:nvPr/>
            </p:nvSpPr>
            <p:spPr bwMode="auto">
              <a:xfrm>
                <a:off x="4941"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8" name="Line 1199"/>
              <p:cNvSpPr>
                <a:spLocks noChangeShapeType="1"/>
              </p:cNvSpPr>
              <p:nvPr/>
            </p:nvSpPr>
            <p:spPr bwMode="auto">
              <a:xfrm>
                <a:off x="4941"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9" name="Rectangle 1200"/>
              <p:cNvSpPr>
                <a:spLocks noChangeArrowheads="1"/>
              </p:cNvSpPr>
              <p:nvPr/>
            </p:nvSpPr>
            <p:spPr bwMode="auto">
              <a:xfrm>
                <a:off x="4948" y="3009"/>
                <a:ext cx="22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20" name="Line 1201"/>
              <p:cNvSpPr>
                <a:spLocks noChangeShapeType="1"/>
              </p:cNvSpPr>
              <p:nvPr/>
            </p:nvSpPr>
            <p:spPr bwMode="auto">
              <a:xfrm>
                <a:off x="4948" y="3009"/>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1" name="Rectangle 1202"/>
              <p:cNvSpPr>
                <a:spLocks noChangeArrowheads="1"/>
              </p:cNvSpPr>
              <p:nvPr/>
            </p:nvSpPr>
            <p:spPr bwMode="auto">
              <a:xfrm>
                <a:off x="5175" y="3009"/>
                <a:ext cx="7"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22" name="Line 1203"/>
              <p:cNvSpPr>
                <a:spLocks noChangeShapeType="1"/>
              </p:cNvSpPr>
              <p:nvPr/>
            </p:nvSpPr>
            <p:spPr bwMode="auto">
              <a:xfrm>
                <a:off x="5175" y="3009"/>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 name="Line 1204"/>
              <p:cNvSpPr>
                <a:spLocks noChangeShapeType="1"/>
              </p:cNvSpPr>
              <p:nvPr/>
            </p:nvSpPr>
            <p:spPr bwMode="auto">
              <a:xfrm>
                <a:off x="5175"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4" name="Rectangle 1205"/>
              <p:cNvSpPr>
                <a:spLocks noChangeArrowheads="1"/>
              </p:cNvSpPr>
              <p:nvPr/>
            </p:nvSpPr>
            <p:spPr bwMode="auto">
              <a:xfrm>
                <a:off x="5182" y="3009"/>
                <a:ext cx="234"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25" name="Line 1206"/>
              <p:cNvSpPr>
                <a:spLocks noChangeShapeType="1"/>
              </p:cNvSpPr>
              <p:nvPr/>
            </p:nvSpPr>
            <p:spPr bwMode="auto">
              <a:xfrm>
                <a:off x="5182" y="3009"/>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6" name="Rectangle 1207"/>
              <p:cNvSpPr>
                <a:spLocks noChangeArrowheads="1"/>
              </p:cNvSpPr>
              <p:nvPr/>
            </p:nvSpPr>
            <p:spPr bwMode="auto">
              <a:xfrm>
                <a:off x="5416" y="3009"/>
                <a:ext cx="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27" name="Line 1208"/>
              <p:cNvSpPr>
                <a:spLocks noChangeShapeType="1"/>
              </p:cNvSpPr>
              <p:nvPr/>
            </p:nvSpPr>
            <p:spPr bwMode="auto">
              <a:xfrm>
                <a:off x="5416" y="300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8" name="Line 1209"/>
              <p:cNvSpPr>
                <a:spLocks noChangeShapeType="1"/>
              </p:cNvSpPr>
              <p:nvPr/>
            </p:nvSpPr>
            <p:spPr bwMode="auto">
              <a:xfrm>
                <a:off x="5416" y="300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9" name="Rectangle 1210"/>
              <p:cNvSpPr>
                <a:spLocks noChangeArrowheads="1"/>
              </p:cNvSpPr>
              <p:nvPr/>
            </p:nvSpPr>
            <p:spPr bwMode="auto">
              <a:xfrm>
                <a:off x="144"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0" name="Line 1211"/>
              <p:cNvSpPr>
                <a:spLocks noChangeShapeType="1"/>
              </p:cNvSpPr>
              <p:nvPr/>
            </p:nvSpPr>
            <p:spPr bwMode="auto">
              <a:xfrm>
                <a:off x="144"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1" name="Rectangle 1212"/>
              <p:cNvSpPr>
                <a:spLocks noChangeArrowheads="1"/>
              </p:cNvSpPr>
              <p:nvPr/>
            </p:nvSpPr>
            <p:spPr bwMode="auto">
              <a:xfrm>
                <a:off x="658"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2" name="Line 1213"/>
              <p:cNvSpPr>
                <a:spLocks noChangeShapeType="1"/>
              </p:cNvSpPr>
              <p:nvPr/>
            </p:nvSpPr>
            <p:spPr bwMode="auto">
              <a:xfrm>
                <a:off x="658"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3" name="Rectangle 1214"/>
              <p:cNvSpPr>
                <a:spLocks noChangeArrowheads="1"/>
              </p:cNvSpPr>
              <p:nvPr/>
            </p:nvSpPr>
            <p:spPr bwMode="auto">
              <a:xfrm>
                <a:off x="898"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4" name="Line 1215"/>
              <p:cNvSpPr>
                <a:spLocks noChangeShapeType="1"/>
              </p:cNvSpPr>
              <p:nvPr/>
            </p:nvSpPr>
            <p:spPr bwMode="auto">
              <a:xfrm>
                <a:off x="898"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 name="Rectangle 1216"/>
              <p:cNvSpPr>
                <a:spLocks noChangeArrowheads="1"/>
              </p:cNvSpPr>
              <p:nvPr/>
            </p:nvSpPr>
            <p:spPr bwMode="auto">
              <a:xfrm>
                <a:off x="1132"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6" name="Line 1217"/>
              <p:cNvSpPr>
                <a:spLocks noChangeShapeType="1"/>
              </p:cNvSpPr>
              <p:nvPr/>
            </p:nvSpPr>
            <p:spPr bwMode="auto">
              <a:xfrm>
                <a:off x="1132"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 name="Rectangle 1218"/>
              <p:cNvSpPr>
                <a:spLocks noChangeArrowheads="1"/>
              </p:cNvSpPr>
              <p:nvPr/>
            </p:nvSpPr>
            <p:spPr bwMode="auto">
              <a:xfrm>
                <a:off x="1373"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38" name="Line 1219"/>
              <p:cNvSpPr>
                <a:spLocks noChangeShapeType="1"/>
              </p:cNvSpPr>
              <p:nvPr/>
            </p:nvSpPr>
            <p:spPr bwMode="auto">
              <a:xfrm>
                <a:off x="1373"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 name="Rectangle 1220"/>
              <p:cNvSpPr>
                <a:spLocks noChangeArrowheads="1"/>
              </p:cNvSpPr>
              <p:nvPr/>
            </p:nvSpPr>
            <p:spPr bwMode="auto">
              <a:xfrm>
                <a:off x="1607"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0" name="Line 1221"/>
              <p:cNvSpPr>
                <a:spLocks noChangeShapeType="1"/>
              </p:cNvSpPr>
              <p:nvPr/>
            </p:nvSpPr>
            <p:spPr bwMode="auto">
              <a:xfrm>
                <a:off x="1607"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 name="Rectangle 1222"/>
              <p:cNvSpPr>
                <a:spLocks noChangeArrowheads="1"/>
              </p:cNvSpPr>
              <p:nvPr/>
            </p:nvSpPr>
            <p:spPr bwMode="auto">
              <a:xfrm>
                <a:off x="1847"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2" name="Line 1223"/>
              <p:cNvSpPr>
                <a:spLocks noChangeShapeType="1"/>
              </p:cNvSpPr>
              <p:nvPr/>
            </p:nvSpPr>
            <p:spPr bwMode="auto">
              <a:xfrm>
                <a:off x="1847"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 name="Rectangle 1224"/>
              <p:cNvSpPr>
                <a:spLocks noChangeArrowheads="1"/>
              </p:cNvSpPr>
              <p:nvPr/>
            </p:nvSpPr>
            <p:spPr bwMode="auto">
              <a:xfrm>
                <a:off x="2088"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4" name="Line 1225"/>
              <p:cNvSpPr>
                <a:spLocks noChangeShapeType="1"/>
              </p:cNvSpPr>
              <p:nvPr/>
            </p:nvSpPr>
            <p:spPr bwMode="auto">
              <a:xfrm>
                <a:off x="2088"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 name="Rectangle 1226"/>
              <p:cNvSpPr>
                <a:spLocks noChangeArrowheads="1"/>
              </p:cNvSpPr>
              <p:nvPr/>
            </p:nvSpPr>
            <p:spPr bwMode="auto">
              <a:xfrm>
                <a:off x="2322"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6" name="Line 1227"/>
              <p:cNvSpPr>
                <a:spLocks noChangeShapeType="1"/>
              </p:cNvSpPr>
              <p:nvPr/>
            </p:nvSpPr>
            <p:spPr bwMode="auto">
              <a:xfrm>
                <a:off x="2322"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7" name="Rectangle 1228"/>
              <p:cNvSpPr>
                <a:spLocks noChangeArrowheads="1"/>
              </p:cNvSpPr>
              <p:nvPr/>
            </p:nvSpPr>
            <p:spPr bwMode="auto">
              <a:xfrm>
                <a:off x="2562"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48" name="Line 1229"/>
              <p:cNvSpPr>
                <a:spLocks noChangeShapeType="1"/>
              </p:cNvSpPr>
              <p:nvPr/>
            </p:nvSpPr>
            <p:spPr bwMode="auto">
              <a:xfrm>
                <a:off x="2562"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9" name="Rectangle 1230"/>
              <p:cNvSpPr>
                <a:spLocks noChangeArrowheads="1"/>
              </p:cNvSpPr>
              <p:nvPr/>
            </p:nvSpPr>
            <p:spPr bwMode="auto">
              <a:xfrm>
                <a:off x="2796"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50" name="Line 1231"/>
              <p:cNvSpPr>
                <a:spLocks noChangeShapeType="1"/>
              </p:cNvSpPr>
              <p:nvPr/>
            </p:nvSpPr>
            <p:spPr bwMode="auto">
              <a:xfrm>
                <a:off x="2796"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1" name="Rectangle 1232"/>
              <p:cNvSpPr>
                <a:spLocks noChangeArrowheads="1"/>
              </p:cNvSpPr>
              <p:nvPr/>
            </p:nvSpPr>
            <p:spPr bwMode="auto">
              <a:xfrm>
                <a:off x="3037"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52" name="Line 1233"/>
              <p:cNvSpPr>
                <a:spLocks noChangeShapeType="1"/>
              </p:cNvSpPr>
              <p:nvPr/>
            </p:nvSpPr>
            <p:spPr bwMode="auto">
              <a:xfrm>
                <a:off x="3037"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3" name="Rectangle 1234"/>
              <p:cNvSpPr>
                <a:spLocks noChangeArrowheads="1"/>
              </p:cNvSpPr>
              <p:nvPr/>
            </p:nvSpPr>
            <p:spPr bwMode="auto">
              <a:xfrm>
                <a:off x="3277"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54" name="Line 1235"/>
              <p:cNvSpPr>
                <a:spLocks noChangeShapeType="1"/>
              </p:cNvSpPr>
              <p:nvPr/>
            </p:nvSpPr>
            <p:spPr bwMode="auto">
              <a:xfrm>
                <a:off x="3277"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5" name="Rectangle 1236"/>
              <p:cNvSpPr>
                <a:spLocks noChangeArrowheads="1"/>
              </p:cNvSpPr>
              <p:nvPr/>
            </p:nvSpPr>
            <p:spPr bwMode="auto">
              <a:xfrm>
                <a:off x="3511"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56" name="Line 1237"/>
              <p:cNvSpPr>
                <a:spLocks noChangeShapeType="1"/>
              </p:cNvSpPr>
              <p:nvPr/>
            </p:nvSpPr>
            <p:spPr bwMode="auto">
              <a:xfrm>
                <a:off x="3511"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7" name="Rectangle 1238"/>
              <p:cNvSpPr>
                <a:spLocks noChangeArrowheads="1"/>
              </p:cNvSpPr>
              <p:nvPr/>
            </p:nvSpPr>
            <p:spPr bwMode="auto">
              <a:xfrm>
                <a:off x="3752"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58" name="Line 1239"/>
              <p:cNvSpPr>
                <a:spLocks noChangeShapeType="1"/>
              </p:cNvSpPr>
              <p:nvPr/>
            </p:nvSpPr>
            <p:spPr bwMode="auto">
              <a:xfrm>
                <a:off x="3752"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9" name="Rectangle 1240"/>
              <p:cNvSpPr>
                <a:spLocks noChangeArrowheads="1"/>
              </p:cNvSpPr>
              <p:nvPr/>
            </p:nvSpPr>
            <p:spPr bwMode="auto">
              <a:xfrm>
                <a:off x="3986"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60" name="Line 1241"/>
              <p:cNvSpPr>
                <a:spLocks noChangeShapeType="1"/>
              </p:cNvSpPr>
              <p:nvPr/>
            </p:nvSpPr>
            <p:spPr bwMode="auto">
              <a:xfrm>
                <a:off x="3986"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1" name="Rectangle 1242"/>
              <p:cNvSpPr>
                <a:spLocks noChangeArrowheads="1"/>
              </p:cNvSpPr>
              <p:nvPr/>
            </p:nvSpPr>
            <p:spPr bwMode="auto">
              <a:xfrm>
                <a:off x="4226"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62" name="Line 1243"/>
              <p:cNvSpPr>
                <a:spLocks noChangeShapeType="1"/>
              </p:cNvSpPr>
              <p:nvPr/>
            </p:nvSpPr>
            <p:spPr bwMode="auto">
              <a:xfrm>
                <a:off x="4226"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3" name="Rectangle 1244"/>
              <p:cNvSpPr>
                <a:spLocks noChangeArrowheads="1"/>
              </p:cNvSpPr>
              <p:nvPr/>
            </p:nvSpPr>
            <p:spPr bwMode="auto">
              <a:xfrm>
                <a:off x="4467"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64" name="Line 1245"/>
              <p:cNvSpPr>
                <a:spLocks noChangeShapeType="1"/>
              </p:cNvSpPr>
              <p:nvPr/>
            </p:nvSpPr>
            <p:spPr bwMode="auto">
              <a:xfrm>
                <a:off x="4467"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5" name="Rectangle 1246"/>
              <p:cNvSpPr>
                <a:spLocks noChangeArrowheads="1"/>
              </p:cNvSpPr>
              <p:nvPr/>
            </p:nvSpPr>
            <p:spPr bwMode="auto">
              <a:xfrm>
                <a:off x="4701"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66" name="Line 1247"/>
              <p:cNvSpPr>
                <a:spLocks noChangeShapeType="1"/>
              </p:cNvSpPr>
              <p:nvPr/>
            </p:nvSpPr>
            <p:spPr bwMode="auto">
              <a:xfrm>
                <a:off x="4701"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7" name="Rectangle 1248"/>
              <p:cNvSpPr>
                <a:spLocks noChangeArrowheads="1"/>
              </p:cNvSpPr>
              <p:nvPr/>
            </p:nvSpPr>
            <p:spPr bwMode="auto">
              <a:xfrm>
                <a:off x="4941"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68" name="Line 1249"/>
              <p:cNvSpPr>
                <a:spLocks noChangeShapeType="1"/>
              </p:cNvSpPr>
              <p:nvPr/>
            </p:nvSpPr>
            <p:spPr bwMode="auto">
              <a:xfrm>
                <a:off x="4941"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9" name="Rectangle 1250"/>
              <p:cNvSpPr>
                <a:spLocks noChangeArrowheads="1"/>
              </p:cNvSpPr>
              <p:nvPr/>
            </p:nvSpPr>
            <p:spPr bwMode="auto">
              <a:xfrm>
                <a:off x="5175" y="3018"/>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70" name="Line 1251"/>
              <p:cNvSpPr>
                <a:spLocks noChangeShapeType="1"/>
              </p:cNvSpPr>
              <p:nvPr/>
            </p:nvSpPr>
            <p:spPr bwMode="auto">
              <a:xfrm>
                <a:off x="5175"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71" name="Rectangle 1252"/>
              <p:cNvSpPr>
                <a:spLocks noChangeArrowheads="1"/>
              </p:cNvSpPr>
              <p:nvPr/>
            </p:nvSpPr>
            <p:spPr bwMode="auto">
              <a:xfrm>
                <a:off x="5416" y="3018"/>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472" name="Line 1253"/>
              <p:cNvSpPr>
                <a:spLocks noChangeShapeType="1"/>
              </p:cNvSpPr>
              <p:nvPr/>
            </p:nvSpPr>
            <p:spPr bwMode="auto">
              <a:xfrm>
                <a:off x="5416" y="3018"/>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73" name="Rectangle 1254"/>
              <p:cNvSpPr>
                <a:spLocks noChangeArrowheads="1"/>
              </p:cNvSpPr>
              <p:nvPr/>
            </p:nvSpPr>
            <p:spPr bwMode="auto">
              <a:xfrm>
                <a:off x="196" y="2831"/>
                <a:ext cx="45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zh-CN" altLang="en-US" sz="1900">
                    <a:solidFill>
                      <a:srgbClr val="000000"/>
                    </a:solidFill>
                    <a:latin typeface="宋体" pitchFamily="2" charset="-122"/>
                  </a:rPr>
                  <a:t>物理块</a:t>
                </a:r>
                <a:endParaRPr lang="zh-CN" altLang="en-US" sz="3200" b="1">
                  <a:latin typeface="Arial" pitchFamily="34" charset="0"/>
                </a:endParaRPr>
              </a:p>
            </p:txBody>
          </p:sp>
          <p:sp>
            <p:nvSpPr>
              <p:cNvPr id="1474" name="Rectangle 1255"/>
              <p:cNvSpPr>
                <a:spLocks noChangeArrowheads="1"/>
              </p:cNvSpPr>
              <p:nvPr/>
            </p:nvSpPr>
            <p:spPr bwMode="auto">
              <a:xfrm>
                <a:off x="567" y="28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75" name="Rectangle 1256"/>
              <p:cNvSpPr>
                <a:spLocks noChangeArrowheads="1"/>
              </p:cNvSpPr>
              <p:nvPr/>
            </p:nvSpPr>
            <p:spPr bwMode="auto">
              <a:xfrm>
                <a:off x="710"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76" name="Rectangle 1257"/>
              <p:cNvSpPr>
                <a:spLocks noChangeArrowheads="1"/>
              </p:cNvSpPr>
              <p:nvPr/>
            </p:nvSpPr>
            <p:spPr bwMode="auto">
              <a:xfrm>
                <a:off x="950"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77" name="Rectangle 1258"/>
              <p:cNvSpPr>
                <a:spLocks noChangeArrowheads="1"/>
              </p:cNvSpPr>
              <p:nvPr/>
            </p:nvSpPr>
            <p:spPr bwMode="auto">
              <a:xfrm>
                <a:off x="1184"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1</a:t>
                </a:r>
                <a:endParaRPr lang="en-US" altLang="zh-CN" sz="3200" b="1">
                  <a:latin typeface="Arial" pitchFamily="34" charset="0"/>
                </a:endParaRPr>
              </a:p>
            </p:txBody>
          </p:sp>
          <p:sp>
            <p:nvSpPr>
              <p:cNvPr id="1478" name="Rectangle 1259"/>
              <p:cNvSpPr>
                <a:spLocks noChangeArrowheads="1"/>
              </p:cNvSpPr>
              <p:nvPr/>
            </p:nvSpPr>
            <p:spPr bwMode="auto">
              <a:xfrm>
                <a:off x="1249"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79" name="Rectangle 1260"/>
              <p:cNvSpPr>
                <a:spLocks noChangeArrowheads="1"/>
              </p:cNvSpPr>
              <p:nvPr/>
            </p:nvSpPr>
            <p:spPr bwMode="auto">
              <a:xfrm>
                <a:off x="1425"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1</a:t>
                </a:r>
                <a:endParaRPr lang="en-US" altLang="zh-CN" sz="3200" b="1">
                  <a:latin typeface="Arial" pitchFamily="34" charset="0"/>
                </a:endParaRPr>
              </a:p>
            </p:txBody>
          </p:sp>
          <p:sp>
            <p:nvSpPr>
              <p:cNvPr id="1480" name="Rectangle 1261"/>
              <p:cNvSpPr>
                <a:spLocks noChangeArrowheads="1"/>
              </p:cNvSpPr>
              <p:nvPr/>
            </p:nvSpPr>
            <p:spPr bwMode="auto">
              <a:xfrm>
                <a:off x="1490"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81" name="Rectangle 1262"/>
              <p:cNvSpPr>
                <a:spLocks noChangeArrowheads="1"/>
              </p:cNvSpPr>
              <p:nvPr/>
            </p:nvSpPr>
            <p:spPr bwMode="auto">
              <a:xfrm>
                <a:off x="1665"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82" name="Rectangle 1263"/>
              <p:cNvSpPr>
                <a:spLocks noChangeArrowheads="1"/>
              </p:cNvSpPr>
              <p:nvPr/>
            </p:nvSpPr>
            <p:spPr bwMode="auto">
              <a:xfrm>
                <a:off x="1899"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FF0000"/>
                    </a:solidFill>
                    <a:latin typeface="宋体" pitchFamily="2" charset="-122"/>
                  </a:rPr>
                  <a:t>3</a:t>
                </a:r>
              </a:p>
            </p:txBody>
          </p:sp>
          <p:sp>
            <p:nvSpPr>
              <p:cNvPr id="1483" name="Rectangle 1264"/>
              <p:cNvSpPr>
                <a:spLocks noChangeArrowheads="1"/>
              </p:cNvSpPr>
              <p:nvPr/>
            </p:nvSpPr>
            <p:spPr bwMode="auto">
              <a:xfrm>
                <a:off x="1964"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84" name="Rectangle 1265"/>
              <p:cNvSpPr>
                <a:spLocks noChangeArrowheads="1"/>
              </p:cNvSpPr>
              <p:nvPr/>
            </p:nvSpPr>
            <p:spPr bwMode="auto">
              <a:xfrm>
                <a:off x="2140"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85" name="Rectangle 1266"/>
              <p:cNvSpPr>
                <a:spLocks noChangeArrowheads="1"/>
              </p:cNvSpPr>
              <p:nvPr/>
            </p:nvSpPr>
            <p:spPr bwMode="auto">
              <a:xfrm>
                <a:off x="2374"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3</a:t>
                </a:r>
                <a:endParaRPr lang="en-US" altLang="zh-CN" sz="3200" b="1">
                  <a:latin typeface="Arial" pitchFamily="34" charset="0"/>
                </a:endParaRPr>
              </a:p>
            </p:txBody>
          </p:sp>
          <p:sp>
            <p:nvSpPr>
              <p:cNvPr id="1486" name="Rectangle 1267"/>
              <p:cNvSpPr>
                <a:spLocks noChangeArrowheads="1"/>
              </p:cNvSpPr>
              <p:nvPr/>
            </p:nvSpPr>
            <p:spPr bwMode="auto">
              <a:xfrm>
                <a:off x="2439"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87" name="Rectangle 1268"/>
              <p:cNvSpPr>
                <a:spLocks noChangeArrowheads="1"/>
              </p:cNvSpPr>
              <p:nvPr/>
            </p:nvSpPr>
            <p:spPr bwMode="auto">
              <a:xfrm>
                <a:off x="2614"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FF0000"/>
                    </a:solidFill>
                    <a:latin typeface="宋体" pitchFamily="2" charset="-122"/>
                  </a:rPr>
                  <a:t>2</a:t>
                </a:r>
              </a:p>
            </p:txBody>
          </p:sp>
          <p:sp>
            <p:nvSpPr>
              <p:cNvPr id="1488" name="Rectangle 1269"/>
              <p:cNvSpPr>
                <a:spLocks noChangeArrowheads="1"/>
              </p:cNvSpPr>
              <p:nvPr/>
            </p:nvSpPr>
            <p:spPr bwMode="auto">
              <a:xfrm>
                <a:off x="2679"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89" name="Rectangle 1270"/>
              <p:cNvSpPr>
                <a:spLocks noChangeArrowheads="1"/>
              </p:cNvSpPr>
              <p:nvPr/>
            </p:nvSpPr>
            <p:spPr bwMode="auto">
              <a:xfrm>
                <a:off x="2855"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2</a:t>
                </a:r>
                <a:endParaRPr lang="en-US" altLang="zh-CN" sz="3200" b="1">
                  <a:latin typeface="Arial" pitchFamily="34" charset="0"/>
                </a:endParaRPr>
              </a:p>
            </p:txBody>
          </p:sp>
          <p:sp>
            <p:nvSpPr>
              <p:cNvPr id="1490" name="Rectangle 1271"/>
              <p:cNvSpPr>
                <a:spLocks noChangeArrowheads="1"/>
              </p:cNvSpPr>
              <p:nvPr/>
            </p:nvSpPr>
            <p:spPr bwMode="auto">
              <a:xfrm>
                <a:off x="2920"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91" name="Rectangle 1272"/>
              <p:cNvSpPr>
                <a:spLocks noChangeArrowheads="1"/>
              </p:cNvSpPr>
              <p:nvPr/>
            </p:nvSpPr>
            <p:spPr bwMode="auto">
              <a:xfrm>
                <a:off x="3089"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2</a:t>
                </a:r>
                <a:endParaRPr lang="en-US" altLang="zh-CN" sz="3200" b="1">
                  <a:latin typeface="Arial" pitchFamily="34" charset="0"/>
                </a:endParaRPr>
              </a:p>
            </p:txBody>
          </p:sp>
          <p:sp>
            <p:nvSpPr>
              <p:cNvPr id="1492" name="Rectangle 1273"/>
              <p:cNvSpPr>
                <a:spLocks noChangeArrowheads="1"/>
              </p:cNvSpPr>
              <p:nvPr/>
            </p:nvSpPr>
            <p:spPr bwMode="auto">
              <a:xfrm>
                <a:off x="3154"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93" name="Rectangle 1274"/>
              <p:cNvSpPr>
                <a:spLocks noChangeArrowheads="1"/>
              </p:cNvSpPr>
              <p:nvPr/>
            </p:nvSpPr>
            <p:spPr bwMode="auto">
              <a:xfrm>
                <a:off x="3329"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grpSp>
        <p:grpSp>
          <p:nvGrpSpPr>
            <p:cNvPr id="1494" name="Group 1275"/>
            <p:cNvGrpSpPr>
              <a:grpSpLocks/>
            </p:cNvGrpSpPr>
            <p:nvPr/>
          </p:nvGrpSpPr>
          <p:grpSpPr bwMode="auto">
            <a:xfrm>
              <a:off x="782654" y="5594420"/>
              <a:ext cx="8378825" cy="649287"/>
              <a:chOff x="144" y="3213"/>
              <a:chExt cx="5278" cy="409"/>
            </a:xfrm>
          </p:grpSpPr>
          <p:sp>
            <p:nvSpPr>
              <p:cNvPr id="1495" name="Rectangle 1276"/>
              <p:cNvSpPr>
                <a:spLocks noChangeArrowheads="1"/>
              </p:cNvSpPr>
              <p:nvPr/>
            </p:nvSpPr>
            <p:spPr bwMode="auto">
              <a:xfrm>
                <a:off x="3563"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96" name="Rectangle 1277"/>
              <p:cNvSpPr>
                <a:spLocks noChangeArrowheads="1"/>
              </p:cNvSpPr>
              <p:nvPr/>
            </p:nvSpPr>
            <p:spPr bwMode="auto">
              <a:xfrm>
                <a:off x="3804"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2</a:t>
                </a:r>
                <a:endParaRPr lang="en-US" altLang="zh-CN" sz="3200" b="1">
                  <a:latin typeface="Arial" pitchFamily="34" charset="0"/>
                </a:endParaRPr>
              </a:p>
            </p:txBody>
          </p:sp>
          <p:sp>
            <p:nvSpPr>
              <p:cNvPr id="1497" name="Rectangle 1278"/>
              <p:cNvSpPr>
                <a:spLocks noChangeArrowheads="1"/>
              </p:cNvSpPr>
              <p:nvPr/>
            </p:nvSpPr>
            <p:spPr bwMode="auto">
              <a:xfrm>
                <a:off x="3869"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98" name="Rectangle 1279"/>
              <p:cNvSpPr>
                <a:spLocks noChangeArrowheads="1"/>
              </p:cNvSpPr>
              <p:nvPr/>
            </p:nvSpPr>
            <p:spPr bwMode="auto">
              <a:xfrm>
                <a:off x="4044"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499" name="Rectangle 1280"/>
              <p:cNvSpPr>
                <a:spLocks noChangeArrowheads="1"/>
              </p:cNvSpPr>
              <p:nvPr/>
            </p:nvSpPr>
            <p:spPr bwMode="auto">
              <a:xfrm>
                <a:off x="4278"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2</a:t>
                </a:r>
                <a:endParaRPr lang="en-US" altLang="zh-CN" sz="3200" b="1">
                  <a:latin typeface="Arial" pitchFamily="34" charset="0"/>
                </a:endParaRPr>
              </a:p>
            </p:txBody>
          </p:sp>
          <p:sp>
            <p:nvSpPr>
              <p:cNvPr id="1500" name="Rectangle 1281"/>
              <p:cNvSpPr>
                <a:spLocks noChangeArrowheads="1"/>
              </p:cNvSpPr>
              <p:nvPr/>
            </p:nvSpPr>
            <p:spPr bwMode="auto">
              <a:xfrm>
                <a:off x="4343"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501" name="Rectangle 1282"/>
              <p:cNvSpPr>
                <a:spLocks noChangeArrowheads="1"/>
              </p:cNvSpPr>
              <p:nvPr/>
            </p:nvSpPr>
            <p:spPr bwMode="auto">
              <a:xfrm>
                <a:off x="4519"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502" name="Rectangle 1283"/>
              <p:cNvSpPr>
                <a:spLocks noChangeArrowheads="1"/>
              </p:cNvSpPr>
              <p:nvPr/>
            </p:nvSpPr>
            <p:spPr bwMode="auto">
              <a:xfrm>
                <a:off x="4753"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FF0000"/>
                    </a:solidFill>
                    <a:latin typeface="宋体" pitchFamily="2" charset="-122"/>
                  </a:rPr>
                  <a:t>7</a:t>
                </a:r>
              </a:p>
            </p:txBody>
          </p:sp>
          <p:sp>
            <p:nvSpPr>
              <p:cNvPr id="1503" name="Rectangle 1284"/>
              <p:cNvSpPr>
                <a:spLocks noChangeArrowheads="1"/>
              </p:cNvSpPr>
              <p:nvPr/>
            </p:nvSpPr>
            <p:spPr bwMode="auto">
              <a:xfrm>
                <a:off x="4818"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504" name="Rectangle 1285"/>
              <p:cNvSpPr>
                <a:spLocks noChangeArrowheads="1"/>
              </p:cNvSpPr>
              <p:nvPr/>
            </p:nvSpPr>
            <p:spPr bwMode="auto">
              <a:xfrm>
                <a:off x="4993"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505" name="Rectangle 1286"/>
              <p:cNvSpPr>
                <a:spLocks noChangeArrowheads="1"/>
              </p:cNvSpPr>
              <p:nvPr/>
            </p:nvSpPr>
            <p:spPr bwMode="auto">
              <a:xfrm>
                <a:off x="5234" y="323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506" name="Rectangle 1287"/>
              <p:cNvSpPr>
                <a:spLocks noChangeArrowheads="1"/>
              </p:cNvSpPr>
              <p:nvPr/>
            </p:nvSpPr>
            <p:spPr bwMode="auto">
              <a:xfrm>
                <a:off x="144"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07" name="Line 1288"/>
              <p:cNvSpPr>
                <a:spLocks noChangeShapeType="1"/>
              </p:cNvSpPr>
              <p:nvPr/>
            </p:nvSpPr>
            <p:spPr bwMode="auto">
              <a:xfrm>
                <a:off x="144"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8" name="Line 1289"/>
              <p:cNvSpPr>
                <a:spLocks noChangeShapeType="1"/>
              </p:cNvSpPr>
              <p:nvPr/>
            </p:nvSpPr>
            <p:spPr bwMode="auto">
              <a:xfrm>
                <a:off x="144"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9" name="Rectangle 1290"/>
              <p:cNvSpPr>
                <a:spLocks noChangeArrowheads="1"/>
              </p:cNvSpPr>
              <p:nvPr/>
            </p:nvSpPr>
            <p:spPr bwMode="auto">
              <a:xfrm>
                <a:off x="658"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10" name="Line 1291"/>
              <p:cNvSpPr>
                <a:spLocks noChangeShapeType="1"/>
              </p:cNvSpPr>
              <p:nvPr/>
            </p:nvSpPr>
            <p:spPr bwMode="auto">
              <a:xfrm>
                <a:off x="658"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1" name="Line 1292"/>
              <p:cNvSpPr>
                <a:spLocks noChangeShapeType="1"/>
              </p:cNvSpPr>
              <p:nvPr/>
            </p:nvSpPr>
            <p:spPr bwMode="auto">
              <a:xfrm>
                <a:off x="658"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2" name="Rectangle 1293"/>
              <p:cNvSpPr>
                <a:spLocks noChangeArrowheads="1"/>
              </p:cNvSpPr>
              <p:nvPr/>
            </p:nvSpPr>
            <p:spPr bwMode="auto">
              <a:xfrm>
                <a:off x="664"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13" name="Line 1294"/>
              <p:cNvSpPr>
                <a:spLocks noChangeShapeType="1"/>
              </p:cNvSpPr>
              <p:nvPr/>
            </p:nvSpPr>
            <p:spPr bwMode="auto">
              <a:xfrm>
                <a:off x="664"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4" name="Rectangle 1295"/>
              <p:cNvSpPr>
                <a:spLocks noChangeArrowheads="1"/>
              </p:cNvSpPr>
              <p:nvPr/>
            </p:nvSpPr>
            <p:spPr bwMode="auto">
              <a:xfrm>
                <a:off x="898"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15" name="Line 1296"/>
              <p:cNvSpPr>
                <a:spLocks noChangeShapeType="1"/>
              </p:cNvSpPr>
              <p:nvPr/>
            </p:nvSpPr>
            <p:spPr bwMode="auto">
              <a:xfrm>
                <a:off x="898"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6" name="Line 1297"/>
              <p:cNvSpPr>
                <a:spLocks noChangeShapeType="1"/>
              </p:cNvSpPr>
              <p:nvPr/>
            </p:nvSpPr>
            <p:spPr bwMode="auto">
              <a:xfrm>
                <a:off x="898"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7" name="Rectangle 1298"/>
              <p:cNvSpPr>
                <a:spLocks noChangeArrowheads="1"/>
              </p:cNvSpPr>
              <p:nvPr/>
            </p:nvSpPr>
            <p:spPr bwMode="auto">
              <a:xfrm>
                <a:off x="905" y="3213"/>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18" name="Line 1299"/>
              <p:cNvSpPr>
                <a:spLocks noChangeShapeType="1"/>
              </p:cNvSpPr>
              <p:nvPr/>
            </p:nvSpPr>
            <p:spPr bwMode="auto">
              <a:xfrm>
                <a:off x="905" y="3213"/>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9" name="Rectangle 1300"/>
              <p:cNvSpPr>
                <a:spLocks noChangeArrowheads="1"/>
              </p:cNvSpPr>
              <p:nvPr/>
            </p:nvSpPr>
            <p:spPr bwMode="auto">
              <a:xfrm>
                <a:off x="1132"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20" name="Line 1301"/>
              <p:cNvSpPr>
                <a:spLocks noChangeShapeType="1"/>
              </p:cNvSpPr>
              <p:nvPr/>
            </p:nvSpPr>
            <p:spPr bwMode="auto">
              <a:xfrm>
                <a:off x="1132"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1" name="Line 1302"/>
              <p:cNvSpPr>
                <a:spLocks noChangeShapeType="1"/>
              </p:cNvSpPr>
              <p:nvPr/>
            </p:nvSpPr>
            <p:spPr bwMode="auto">
              <a:xfrm>
                <a:off x="1132"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2" name="Rectangle 1303"/>
              <p:cNvSpPr>
                <a:spLocks noChangeArrowheads="1"/>
              </p:cNvSpPr>
              <p:nvPr/>
            </p:nvSpPr>
            <p:spPr bwMode="auto">
              <a:xfrm>
                <a:off x="1139"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23" name="Line 1304"/>
              <p:cNvSpPr>
                <a:spLocks noChangeShapeType="1"/>
              </p:cNvSpPr>
              <p:nvPr/>
            </p:nvSpPr>
            <p:spPr bwMode="auto">
              <a:xfrm>
                <a:off x="1139"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4" name="Rectangle 1305"/>
              <p:cNvSpPr>
                <a:spLocks noChangeArrowheads="1"/>
              </p:cNvSpPr>
              <p:nvPr/>
            </p:nvSpPr>
            <p:spPr bwMode="auto">
              <a:xfrm>
                <a:off x="1373"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25" name="Line 1306"/>
              <p:cNvSpPr>
                <a:spLocks noChangeShapeType="1"/>
              </p:cNvSpPr>
              <p:nvPr/>
            </p:nvSpPr>
            <p:spPr bwMode="auto">
              <a:xfrm>
                <a:off x="1373"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6" name="Line 1307"/>
              <p:cNvSpPr>
                <a:spLocks noChangeShapeType="1"/>
              </p:cNvSpPr>
              <p:nvPr/>
            </p:nvSpPr>
            <p:spPr bwMode="auto">
              <a:xfrm>
                <a:off x="1373"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 name="Rectangle 1308"/>
              <p:cNvSpPr>
                <a:spLocks noChangeArrowheads="1"/>
              </p:cNvSpPr>
              <p:nvPr/>
            </p:nvSpPr>
            <p:spPr bwMode="auto">
              <a:xfrm>
                <a:off x="1379" y="3213"/>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28" name="Line 1309"/>
              <p:cNvSpPr>
                <a:spLocks noChangeShapeType="1"/>
              </p:cNvSpPr>
              <p:nvPr/>
            </p:nvSpPr>
            <p:spPr bwMode="auto">
              <a:xfrm>
                <a:off x="1379" y="3213"/>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9" name="Rectangle 1310"/>
              <p:cNvSpPr>
                <a:spLocks noChangeArrowheads="1"/>
              </p:cNvSpPr>
              <p:nvPr/>
            </p:nvSpPr>
            <p:spPr bwMode="auto">
              <a:xfrm>
                <a:off x="1607"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30" name="Line 1311"/>
              <p:cNvSpPr>
                <a:spLocks noChangeShapeType="1"/>
              </p:cNvSpPr>
              <p:nvPr/>
            </p:nvSpPr>
            <p:spPr bwMode="auto">
              <a:xfrm>
                <a:off x="1607"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1" name="Line 1312"/>
              <p:cNvSpPr>
                <a:spLocks noChangeShapeType="1"/>
              </p:cNvSpPr>
              <p:nvPr/>
            </p:nvSpPr>
            <p:spPr bwMode="auto">
              <a:xfrm>
                <a:off x="1607"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2" name="Rectangle 1313"/>
              <p:cNvSpPr>
                <a:spLocks noChangeArrowheads="1"/>
              </p:cNvSpPr>
              <p:nvPr/>
            </p:nvSpPr>
            <p:spPr bwMode="auto">
              <a:xfrm>
                <a:off x="1613"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33" name="Line 1314"/>
              <p:cNvSpPr>
                <a:spLocks noChangeShapeType="1"/>
              </p:cNvSpPr>
              <p:nvPr/>
            </p:nvSpPr>
            <p:spPr bwMode="auto">
              <a:xfrm>
                <a:off x="1613"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4" name="Rectangle 1315"/>
              <p:cNvSpPr>
                <a:spLocks noChangeArrowheads="1"/>
              </p:cNvSpPr>
              <p:nvPr/>
            </p:nvSpPr>
            <p:spPr bwMode="auto">
              <a:xfrm>
                <a:off x="1847"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35" name="Line 1316"/>
              <p:cNvSpPr>
                <a:spLocks noChangeShapeType="1"/>
              </p:cNvSpPr>
              <p:nvPr/>
            </p:nvSpPr>
            <p:spPr bwMode="auto">
              <a:xfrm>
                <a:off x="1847"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 name="Line 1317"/>
              <p:cNvSpPr>
                <a:spLocks noChangeShapeType="1"/>
              </p:cNvSpPr>
              <p:nvPr/>
            </p:nvSpPr>
            <p:spPr bwMode="auto">
              <a:xfrm>
                <a:off x="1847"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 name="Rectangle 1318"/>
              <p:cNvSpPr>
                <a:spLocks noChangeArrowheads="1"/>
              </p:cNvSpPr>
              <p:nvPr/>
            </p:nvSpPr>
            <p:spPr bwMode="auto">
              <a:xfrm>
                <a:off x="1854"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38" name="Line 1319"/>
              <p:cNvSpPr>
                <a:spLocks noChangeShapeType="1"/>
              </p:cNvSpPr>
              <p:nvPr/>
            </p:nvSpPr>
            <p:spPr bwMode="auto">
              <a:xfrm>
                <a:off x="1854"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 name="Rectangle 1320"/>
              <p:cNvSpPr>
                <a:spLocks noChangeArrowheads="1"/>
              </p:cNvSpPr>
              <p:nvPr/>
            </p:nvSpPr>
            <p:spPr bwMode="auto">
              <a:xfrm>
                <a:off x="2088"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40" name="Line 1321"/>
              <p:cNvSpPr>
                <a:spLocks noChangeShapeType="1"/>
              </p:cNvSpPr>
              <p:nvPr/>
            </p:nvSpPr>
            <p:spPr bwMode="auto">
              <a:xfrm>
                <a:off x="2088"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 name="Line 1322"/>
              <p:cNvSpPr>
                <a:spLocks noChangeShapeType="1"/>
              </p:cNvSpPr>
              <p:nvPr/>
            </p:nvSpPr>
            <p:spPr bwMode="auto">
              <a:xfrm>
                <a:off x="2088"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 name="Rectangle 1323"/>
              <p:cNvSpPr>
                <a:spLocks noChangeArrowheads="1"/>
              </p:cNvSpPr>
              <p:nvPr/>
            </p:nvSpPr>
            <p:spPr bwMode="auto">
              <a:xfrm>
                <a:off x="2094" y="3213"/>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43" name="Line 1324"/>
              <p:cNvSpPr>
                <a:spLocks noChangeShapeType="1"/>
              </p:cNvSpPr>
              <p:nvPr/>
            </p:nvSpPr>
            <p:spPr bwMode="auto">
              <a:xfrm>
                <a:off x="2094" y="3213"/>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4" name="Rectangle 1325"/>
              <p:cNvSpPr>
                <a:spLocks noChangeArrowheads="1"/>
              </p:cNvSpPr>
              <p:nvPr/>
            </p:nvSpPr>
            <p:spPr bwMode="auto">
              <a:xfrm>
                <a:off x="2322"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45" name="Line 1326"/>
              <p:cNvSpPr>
                <a:spLocks noChangeShapeType="1"/>
              </p:cNvSpPr>
              <p:nvPr/>
            </p:nvSpPr>
            <p:spPr bwMode="auto">
              <a:xfrm>
                <a:off x="2322"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 name="Line 1327"/>
              <p:cNvSpPr>
                <a:spLocks noChangeShapeType="1"/>
              </p:cNvSpPr>
              <p:nvPr/>
            </p:nvSpPr>
            <p:spPr bwMode="auto">
              <a:xfrm>
                <a:off x="2322"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7" name="Rectangle 1328"/>
              <p:cNvSpPr>
                <a:spLocks noChangeArrowheads="1"/>
              </p:cNvSpPr>
              <p:nvPr/>
            </p:nvSpPr>
            <p:spPr bwMode="auto">
              <a:xfrm>
                <a:off x="2328"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48" name="Line 1329"/>
              <p:cNvSpPr>
                <a:spLocks noChangeShapeType="1"/>
              </p:cNvSpPr>
              <p:nvPr/>
            </p:nvSpPr>
            <p:spPr bwMode="auto">
              <a:xfrm>
                <a:off x="2328"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9" name="Rectangle 1330"/>
              <p:cNvSpPr>
                <a:spLocks noChangeArrowheads="1"/>
              </p:cNvSpPr>
              <p:nvPr/>
            </p:nvSpPr>
            <p:spPr bwMode="auto">
              <a:xfrm>
                <a:off x="2562"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50" name="Line 1331"/>
              <p:cNvSpPr>
                <a:spLocks noChangeShapeType="1"/>
              </p:cNvSpPr>
              <p:nvPr/>
            </p:nvSpPr>
            <p:spPr bwMode="auto">
              <a:xfrm>
                <a:off x="2562"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1" name="Line 1332"/>
              <p:cNvSpPr>
                <a:spLocks noChangeShapeType="1"/>
              </p:cNvSpPr>
              <p:nvPr/>
            </p:nvSpPr>
            <p:spPr bwMode="auto">
              <a:xfrm>
                <a:off x="2562"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2" name="Rectangle 1333"/>
              <p:cNvSpPr>
                <a:spLocks noChangeArrowheads="1"/>
              </p:cNvSpPr>
              <p:nvPr/>
            </p:nvSpPr>
            <p:spPr bwMode="auto">
              <a:xfrm>
                <a:off x="2569" y="3213"/>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53" name="Line 1334"/>
              <p:cNvSpPr>
                <a:spLocks noChangeShapeType="1"/>
              </p:cNvSpPr>
              <p:nvPr/>
            </p:nvSpPr>
            <p:spPr bwMode="auto">
              <a:xfrm>
                <a:off x="2569" y="3213"/>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4" name="Rectangle 1335"/>
              <p:cNvSpPr>
                <a:spLocks noChangeArrowheads="1"/>
              </p:cNvSpPr>
              <p:nvPr/>
            </p:nvSpPr>
            <p:spPr bwMode="auto">
              <a:xfrm>
                <a:off x="2796"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55" name="Line 1336"/>
              <p:cNvSpPr>
                <a:spLocks noChangeShapeType="1"/>
              </p:cNvSpPr>
              <p:nvPr/>
            </p:nvSpPr>
            <p:spPr bwMode="auto">
              <a:xfrm>
                <a:off x="2796"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 name="Line 1337"/>
              <p:cNvSpPr>
                <a:spLocks noChangeShapeType="1"/>
              </p:cNvSpPr>
              <p:nvPr/>
            </p:nvSpPr>
            <p:spPr bwMode="auto">
              <a:xfrm>
                <a:off x="2796"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7" name="Rectangle 1338"/>
              <p:cNvSpPr>
                <a:spLocks noChangeArrowheads="1"/>
              </p:cNvSpPr>
              <p:nvPr/>
            </p:nvSpPr>
            <p:spPr bwMode="auto">
              <a:xfrm>
                <a:off x="2803"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58" name="Line 1339"/>
              <p:cNvSpPr>
                <a:spLocks noChangeShapeType="1"/>
              </p:cNvSpPr>
              <p:nvPr/>
            </p:nvSpPr>
            <p:spPr bwMode="auto">
              <a:xfrm>
                <a:off x="2803"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9" name="Rectangle 1340"/>
              <p:cNvSpPr>
                <a:spLocks noChangeArrowheads="1"/>
              </p:cNvSpPr>
              <p:nvPr/>
            </p:nvSpPr>
            <p:spPr bwMode="auto">
              <a:xfrm>
                <a:off x="3037"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60" name="Line 1341"/>
              <p:cNvSpPr>
                <a:spLocks noChangeShapeType="1"/>
              </p:cNvSpPr>
              <p:nvPr/>
            </p:nvSpPr>
            <p:spPr bwMode="auto">
              <a:xfrm>
                <a:off x="3037"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1" name="Line 1342"/>
              <p:cNvSpPr>
                <a:spLocks noChangeShapeType="1"/>
              </p:cNvSpPr>
              <p:nvPr/>
            </p:nvSpPr>
            <p:spPr bwMode="auto">
              <a:xfrm>
                <a:off x="3037"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2" name="Rectangle 1343"/>
              <p:cNvSpPr>
                <a:spLocks noChangeArrowheads="1"/>
              </p:cNvSpPr>
              <p:nvPr/>
            </p:nvSpPr>
            <p:spPr bwMode="auto">
              <a:xfrm>
                <a:off x="3043"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63" name="Line 1344"/>
              <p:cNvSpPr>
                <a:spLocks noChangeShapeType="1"/>
              </p:cNvSpPr>
              <p:nvPr/>
            </p:nvSpPr>
            <p:spPr bwMode="auto">
              <a:xfrm>
                <a:off x="3043"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4" name="Rectangle 1345"/>
              <p:cNvSpPr>
                <a:spLocks noChangeArrowheads="1"/>
              </p:cNvSpPr>
              <p:nvPr/>
            </p:nvSpPr>
            <p:spPr bwMode="auto">
              <a:xfrm>
                <a:off x="3277"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65" name="Line 1346"/>
              <p:cNvSpPr>
                <a:spLocks noChangeShapeType="1"/>
              </p:cNvSpPr>
              <p:nvPr/>
            </p:nvSpPr>
            <p:spPr bwMode="auto">
              <a:xfrm>
                <a:off x="3277"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 name="Line 1347"/>
              <p:cNvSpPr>
                <a:spLocks noChangeShapeType="1"/>
              </p:cNvSpPr>
              <p:nvPr/>
            </p:nvSpPr>
            <p:spPr bwMode="auto">
              <a:xfrm>
                <a:off x="3277"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7" name="Rectangle 1348"/>
              <p:cNvSpPr>
                <a:spLocks noChangeArrowheads="1"/>
              </p:cNvSpPr>
              <p:nvPr/>
            </p:nvSpPr>
            <p:spPr bwMode="auto">
              <a:xfrm>
                <a:off x="3284" y="3213"/>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68" name="Line 1349"/>
              <p:cNvSpPr>
                <a:spLocks noChangeShapeType="1"/>
              </p:cNvSpPr>
              <p:nvPr/>
            </p:nvSpPr>
            <p:spPr bwMode="auto">
              <a:xfrm>
                <a:off x="3284" y="3213"/>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9" name="Rectangle 1350"/>
              <p:cNvSpPr>
                <a:spLocks noChangeArrowheads="1"/>
              </p:cNvSpPr>
              <p:nvPr/>
            </p:nvSpPr>
            <p:spPr bwMode="auto">
              <a:xfrm>
                <a:off x="3511"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70" name="Line 1351"/>
              <p:cNvSpPr>
                <a:spLocks noChangeShapeType="1"/>
              </p:cNvSpPr>
              <p:nvPr/>
            </p:nvSpPr>
            <p:spPr bwMode="auto">
              <a:xfrm>
                <a:off x="3511"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1" name="Line 1352"/>
              <p:cNvSpPr>
                <a:spLocks noChangeShapeType="1"/>
              </p:cNvSpPr>
              <p:nvPr/>
            </p:nvSpPr>
            <p:spPr bwMode="auto">
              <a:xfrm>
                <a:off x="3511"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2" name="Rectangle 1353"/>
              <p:cNvSpPr>
                <a:spLocks noChangeArrowheads="1"/>
              </p:cNvSpPr>
              <p:nvPr/>
            </p:nvSpPr>
            <p:spPr bwMode="auto">
              <a:xfrm>
                <a:off x="3518"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73" name="Line 1354"/>
              <p:cNvSpPr>
                <a:spLocks noChangeShapeType="1"/>
              </p:cNvSpPr>
              <p:nvPr/>
            </p:nvSpPr>
            <p:spPr bwMode="auto">
              <a:xfrm>
                <a:off x="3518"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4" name="Rectangle 1355"/>
              <p:cNvSpPr>
                <a:spLocks noChangeArrowheads="1"/>
              </p:cNvSpPr>
              <p:nvPr/>
            </p:nvSpPr>
            <p:spPr bwMode="auto">
              <a:xfrm>
                <a:off x="3752"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75" name="Line 1356"/>
              <p:cNvSpPr>
                <a:spLocks noChangeShapeType="1"/>
              </p:cNvSpPr>
              <p:nvPr/>
            </p:nvSpPr>
            <p:spPr bwMode="auto">
              <a:xfrm>
                <a:off x="3752"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6" name="Line 1357"/>
              <p:cNvSpPr>
                <a:spLocks noChangeShapeType="1"/>
              </p:cNvSpPr>
              <p:nvPr/>
            </p:nvSpPr>
            <p:spPr bwMode="auto">
              <a:xfrm>
                <a:off x="3752"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 name="Rectangle 1358"/>
              <p:cNvSpPr>
                <a:spLocks noChangeArrowheads="1"/>
              </p:cNvSpPr>
              <p:nvPr/>
            </p:nvSpPr>
            <p:spPr bwMode="auto">
              <a:xfrm>
                <a:off x="3758" y="3213"/>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78" name="Line 1359"/>
              <p:cNvSpPr>
                <a:spLocks noChangeShapeType="1"/>
              </p:cNvSpPr>
              <p:nvPr/>
            </p:nvSpPr>
            <p:spPr bwMode="auto">
              <a:xfrm>
                <a:off x="3758" y="3213"/>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9" name="Rectangle 1360"/>
              <p:cNvSpPr>
                <a:spLocks noChangeArrowheads="1"/>
              </p:cNvSpPr>
              <p:nvPr/>
            </p:nvSpPr>
            <p:spPr bwMode="auto">
              <a:xfrm>
                <a:off x="3986"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80" name="Line 1361"/>
              <p:cNvSpPr>
                <a:spLocks noChangeShapeType="1"/>
              </p:cNvSpPr>
              <p:nvPr/>
            </p:nvSpPr>
            <p:spPr bwMode="auto">
              <a:xfrm>
                <a:off x="3986"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1" name="Line 1362"/>
              <p:cNvSpPr>
                <a:spLocks noChangeShapeType="1"/>
              </p:cNvSpPr>
              <p:nvPr/>
            </p:nvSpPr>
            <p:spPr bwMode="auto">
              <a:xfrm>
                <a:off x="3986"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2" name="Rectangle 1363"/>
              <p:cNvSpPr>
                <a:spLocks noChangeArrowheads="1"/>
              </p:cNvSpPr>
              <p:nvPr/>
            </p:nvSpPr>
            <p:spPr bwMode="auto">
              <a:xfrm>
                <a:off x="3992"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83" name="Line 1364"/>
              <p:cNvSpPr>
                <a:spLocks noChangeShapeType="1"/>
              </p:cNvSpPr>
              <p:nvPr/>
            </p:nvSpPr>
            <p:spPr bwMode="auto">
              <a:xfrm>
                <a:off x="3992"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4" name="Rectangle 1365"/>
              <p:cNvSpPr>
                <a:spLocks noChangeArrowheads="1"/>
              </p:cNvSpPr>
              <p:nvPr/>
            </p:nvSpPr>
            <p:spPr bwMode="auto">
              <a:xfrm>
                <a:off x="4226"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85" name="Line 1366"/>
              <p:cNvSpPr>
                <a:spLocks noChangeShapeType="1"/>
              </p:cNvSpPr>
              <p:nvPr/>
            </p:nvSpPr>
            <p:spPr bwMode="auto">
              <a:xfrm>
                <a:off x="4226"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6" name="Line 1367"/>
              <p:cNvSpPr>
                <a:spLocks noChangeShapeType="1"/>
              </p:cNvSpPr>
              <p:nvPr/>
            </p:nvSpPr>
            <p:spPr bwMode="auto">
              <a:xfrm>
                <a:off x="4226"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 name="Rectangle 1368"/>
              <p:cNvSpPr>
                <a:spLocks noChangeArrowheads="1"/>
              </p:cNvSpPr>
              <p:nvPr/>
            </p:nvSpPr>
            <p:spPr bwMode="auto">
              <a:xfrm>
                <a:off x="4233"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88" name="Line 1369"/>
              <p:cNvSpPr>
                <a:spLocks noChangeShapeType="1"/>
              </p:cNvSpPr>
              <p:nvPr/>
            </p:nvSpPr>
            <p:spPr bwMode="auto">
              <a:xfrm>
                <a:off x="4233"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9" name="Rectangle 1370"/>
              <p:cNvSpPr>
                <a:spLocks noChangeArrowheads="1"/>
              </p:cNvSpPr>
              <p:nvPr/>
            </p:nvSpPr>
            <p:spPr bwMode="auto">
              <a:xfrm>
                <a:off x="4467"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90" name="Line 1371"/>
              <p:cNvSpPr>
                <a:spLocks noChangeShapeType="1"/>
              </p:cNvSpPr>
              <p:nvPr/>
            </p:nvSpPr>
            <p:spPr bwMode="auto">
              <a:xfrm>
                <a:off x="4467"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1" name="Line 1372"/>
              <p:cNvSpPr>
                <a:spLocks noChangeShapeType="1"/>
              </p:cNvSpPr>
              <p:nvPr/>
            </p:nvSpPr>
            <p:spPr bwMode="auto">
              <a:xfrm>
                <a:off x="4467"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2" name="Rectangle 1373"/>
              <p:cNvSpPr>
                <a:spLocks noChangeArrowheads="1"/>
              </p:cNvSpPr>
              <p:nvPr/>
            </p:nvSpPr>
            <p:spPr bwMode="auto">
              <a:xfrm>
                <a:off x="4473" y="3213"/>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93" name="Line 1374"/>
              <p:cNvSpPr>
                <a:spLocks noChangeShapeType="1"/>
              </p:cNvSpPr>
              <p:nvPr/>
            </p:nvSpPr>
            <p:spPr bwMode="auto">
              <a:xfrm>
                <a:off x="4473" y="3213"/>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4" name="Rectangle 1375"/>
              <p:cNvSpPr>
                <a:spLocks noChangeArrowheads="1"/>
              </p:cNvSpPr>
              <p:nvPr/>
            </p:nvSpPr>
            <p:spPr bwMode="auto">
              <a:xfrm>
                <a:off x="4701"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95" name="Line 1376"/>
              <p:cNvSpPr>
                <a:spLocks noChangeShapeType="1"/>
              </p:cNvSpPr>
              <p:nvPr/>
            </p:nvSpPr>
            <p:spPr bwMode="auto">
              <a:xfrm>
                <a:off x="4701"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6" name="Line 1377"/>
              <p:cNvSpPr>
                <a:spLocks noChangeShapeType="1"/>
              </p:cNvSpPr>
              <p:nvPr/>
            </p:nvSpPr>
            <p:spPr bwMode="auto">
              <a:xfrm>
                <a:off x="4701"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7" name="Rectangle 1378"/>
              <p:cNvSpPr>
                <a:spLocks noChangeArrowheads="1"/>
              </p:cNvSpPr>
              <p:nvPr/>
            </p:nvSpPr>
            <p:spPr bwMode="auto">
              <a:xfrm>
                <a:off x="4707"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598" name="Line 1379"/>
              <p:cNvSpPr>
                <a:spLocks noChangeShapeType="1"/>
              </p:cNvSpPr>
              <p:nvPr/>
            </p:nvSpPr>
            <p:spPr bwMode="auto">
              <a:xfrm>
                <a:off x="4707"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9" name="Rectangle 1380"/>
              <p:cNvSpPr>
                <a:spLocks noChangeArrowheads="1"/>
              </p:cNvSpPr>
              <p:nvPr/>
            </p:nvSpPr>
            <p:spPr bwMode="auto">
              <a:xfrm>
                <a:off x="4941"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00" name="Line 1381"/>
              <p:cNvSpPr>
                <a:spLocks noChangeShapeType="1"/>
              </p:cNvSpPr>
              <p:nvPr/>
            </p:nvSpPr>
            <p:spPr bwMode="auto">
              <a:xfrm>
                <a:off x="4941"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1" name="Line 1382"/>
              <p:cNvSpPr>
                <a:spLocks noChangeShapeType="1"/>
              </p:cNvSpPr>
              <p:nvPr/>
            </p:nvSpPr>
            <p:spPr bwMode="auto">
              <a:xfrm>
                <a:off x="4941"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2" name="Rectangle 1383"/>
              <p:cNvSpPr>
                <a:spLocks noChangeArrowheads="1"/>
              </p:cNvSpPr>
              <p:nvPr/>
            </p:nvSpPr>
            <p:spPr bwMode="auto">
              <a:xfrm>
                <a:off x="4948" y="3213"/>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03" name="Line 1384"/>
              <p:cNvSpPr>
                <a:spLocks noChangeShapeType="1"/>
              </p:cNvSpPr>
              <p:nvPr/>
            </p:nvSpPr>
            <p:spPr bwMode="auto">
              <a:xfrm>
                <a:off x="4948" y="3213"/>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4" name="Rectangle 1385"/>
              <p:cNvSpPr>
                <a:spLocks noChangeArrowheads="1"/>
              </p:cNvSpPr>
              <p:nvPr/>
            </p:nvSpPr>
            <p:spPr bwMode="auto">
              <a:xfrm>
                <a:off x="5175" y="321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05" name="Line 1386"/>
              <p:cNvSpPr>
                <a:spLocks noChangeShapeType="1"/>
              </p:cNvSpPr>
              <p:nvPr/>
            </p:nvSpPr>
            <p:spPr bwMode="auto">
              <a:xfrm>
                <a:off x="5175" y="321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6" name="Line 1387"/>
              <p:cNvSpPr>
                <a:spLocks noChangeShapeType="1"/>
              </p:cNvSpPr>
              <p:nvPr/>
            </p:nvSpPr>
            <p:spPr bwMode="auto">
              <a:xfrm>
                <a:off x="5175"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 name="Rectangle 1388"/>
              <p:cNvSpPr>
                <a:spLocks noChangeArrowheads="1"/>
              </p:cNvSpPr>
              <p:nvPr/>
            </p:nvSpPr>
            <p:spPr bwMode="auto">
              <a:xfrm>
                <a:off x="5182" y="3213"/>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08" name="Line 1389"/>
              <p:cNvSpPr>
                <a:spLocks noChangeShapeType="1"/>
              </p:cNvSpPr>
              <p:nvPr/>
            </p:nvSpPr>
            <p:spPr bwMode="auto">
              <a:xfrm>
                <a:off x="5182" y="3213"/>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9" name="Rectangle 1390"/>
              <p:cNvSpPr>
                <a:spLocks noChangeArrowheads="1"/>
              </p:cNvSpPr>
              <p:nvPr/>
            </p:nvSpPr>
            <p:spPr bwMode="auto">
              <a:xfrm>
                <a:off x="5416" y="3213"/>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0" name="Line 1391"/>
              <p:cNvSpPr>
                <a:spLocks noChangeShapeType="1"/>
              </p:cNvSpPr>
              <p:nvPr/>
            </p:nvSpPr>
            <p:spPr bwMode="auto">
              <a:xfrm>
                <a:off x="5416" y="3213"/>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1" name="Line 1392"/>
              <p:cNvSpPr>
                <a:spLocks noChangeShapeType="1"/>
              </p:cNvSpPr>
              <p:nvPr/>
            </p:nvSpPr>
            <p:spPr bwMode="auto">
              <a:xfrm>
                <a:off x="5416" y="321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2" name="Rectangle 1393"/>
              <p:cNvSpPr>
                <a:spLocks noChangeArrowheads="1"/>
              </p:cNvSpPr>
              <p:nvPr/>
            </p:nvSpPr>
            <p:spPr bwMode="auto">
              <a:xfrm>
                <a:off x="144"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3" name="Line 1394"/>
              <p:cNvSpPr>
                <a:spLocks noChangeShapeType="1"/>
              </p:cNvSpPr>
              <p:nvPr/>
            </p:nvSpPr>
            <p:spPr bwMode="auto">
              <a:xfrm>
                <a:off x="144"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4" name="Rectangle 1395"/>
              <p:cNvSpPr>
                <a:spLocks noChangeArrowheads="1"/>
              </p:cNvSpPr>
              <p:nvPr/>
            </p:nvSpPr>
            <p:spPr bwMode="auto">
              <a:xfrm>
                <a:off x="658"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5" name="Line 1396"/>
              <p:cNvSpPr>
                <a:spLocks noChangeShapeType="1"/>
              </p:cNvSpPr>
              <p:nvPr/>
            </p:nvSpPr>
            <p:spPr bwMode="auto">
              <a:xfrm>
                <a:off x="658"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6" name="Rectangle 1397"/>
              <p:cNvSpPr>
                <a:spLocks noChangeArrowheads="1"/>
              </p:cNvSpPr>
              <p:nvPr/>
            </p:nvSpPr>
            <p:spPr bwMode="auto">
              <a:xfrm>
                <a:off x="898"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7" name="Line 1398"/>
              <p:cNvSpPr>
                <a:spLocks noChangeShapeType="1"/>
              </p:cNvSpPr>
              <p:nvPr/>
            </p:nvSpPr>
            <p:spPr bwMode="auto">
              <a:xfrm>
                <a:off x="898"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8" name="Rectangle 1399"/>
              <p:cNvSpPr>
                <a:spLocks noChangeArrowheads="1"/>
              </p:cNvSpPr>
              <p:nvPr/>
            </p:nvSpPr>
            <p:spPr bwMode="auto">
              <a:xfrm>
                <a:off x="1132"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19" name="Line 1400"/>
              <p:cNvSpPr>
                <a:spLocks noChangeShapeType="1"/>
              </p:cNvSpPr>
              <p:nvPr/>
            </p:nvSpPr>
            <p:spPr bwMode="auto">
              <a:xfrm>
                <a:off x="1132"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0" name="Rectangle 1401"/>
              <p:cNvSpPr>
                <a:spLocks noChangeArrowheads="1"/>
              </p:cNvSpPr>
              <p:nvPr/>
            </p:nvSpPr>
            <p:spPr bwMode="auto">
              <a:xfrm>
                <a:off x="1373"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1" name="Line 1402"/>
              <p:cNvSpPr>
                <a:spLocks noChangeShapeType="1"/>
              </p:cNvSpPr>
              <p:nvPr/>
            </p:nvSpPr>
            <p:spPr bwMode="auto">
              <a:xfrm>
                <a:off x="1373"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2" name="Rectangle 1403"/>
              <p:cNvSpPr>
                <a:spLocks noChangeArrowheads="1"/>
              </p:cNvSpPr>
              <p:nvPr/>
            </p:nvSpPr>
            <p:spPr bwMode="auto">
              <a:xfrm>
                <a:off x="1607"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3" name="Line 1404"/>
              <p:cNvSpPr>
                <a:spLocks noChangeShapeType="1"/>
              </p:cNvSpPr>
              <p:nvPr/>
            </p:nvSpPr>
            <p:spPr bwMode="auto">
              <a:xfrm>
                <a:off x="1607"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4" name="Rectangle 1405"/>
              <p:cNvSpPr>
                <a:spLocks noChangeArrowheads="1"/>
              </p:cNvSpPr>
              <p:nvPr/>
            </p:nvSpPr>
            <p:spPr bwMode="auto">
              <a:xfrm>
                <a:off x="1847"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5" name="Line 1406"/>
              <p:cNvSpPr>
                <a:spLocks noChangeShapeType="1"/>
              </p:cNvSpPr>
              <p:nvPr/>
            </p:nvSpPr>
            <p:spPr bwMode="auto">
              <a:xfrm>
                <a:off x="1847"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6" name="Rectangle 1407"/>
              <p:cNvSpPr>
                <a:spLocks noChangeArrowheads="1"/>
              </p:cNvSpPr>
              <p:nvPr/>
            </p:nvSpPr>
            <p:spPr bwMode="auto">
              <a:xfrm>
                <a:off x="2088"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7" name="Line 1408"/>
              <p:cNvSpPr>
                <a:spLocks noChangeShapeType="1"/>
              </p:cNvSpPr>
              <p:nvPr/>
            </p:nvSpPr>
            <p:spPr bwMode="auto">
              <a:xfrm>
                <a:off x="2088"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 name="Rectangle 1409"/>
              <p:cNvSpPr>
                <a:spLocks noChangeArrowheads="1"/>
              </p:cNvSpPr>
              <p:nvPr/>
            </p:nvSpPr>
            <p:spPr bwMode="auto">
              <a:xfrm>
                <a:off x="2322"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29" name="Line 1410"/>
              <p:cNvSpPr>
                <a:spLocks noChangeShapeType="1"/>
              </p:cNvSpPr>
              <p:nvPr/>
            </p:nvSpPr>
            <p:spPr bwMode="auto">
              <a:xfrm>
                <a:off x="2322"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0" name="Rectangle 1411"/>
              <p:cNvSpPr>
                <a:spLocks noChangeArrowheads="1"/>
              </p:cNvSpPr>
              <p:nvPr/>
            </p:nvSpPr>
            <p:spPr bwMode="auto">
              <a:xfrm>
                <a:off x="2562"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1" name="Line 1412"/>
              <p:cNvSpPr>
                <a:spLocks noChangeShapeType="1"/>
              </p:cNvSpPr>
              <p:nvPr/>
            </p:nvSpPr>
            <p:spPr bwMode="auto">
              <a:xfrm>
                <a:off x="2562"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2" name="Rectangle 1413"/>
              <p:cNvSpPr>
                <a:spLocks noChangeArrowheads="1"/>
              </p:cNvSpPr>
              <p:nvPr/>
            </p:nvSpPr>
            <p:spPr bwMode="auto">
              <a:xfrm>
                <a:off x="2796"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3" name="Line 1414"/>
              <p:cNvSpPr>
                <a:spLocks noChangeShapeType="1"/>
              </p:cNvSpPr>
              <p:nvPr/>
            </p:nvSpPr>
            <p:spPr bwMode="auto">
              <a:xfrm>
                <a:off x="2796"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4" name="Rectangle 1415"/>
              <p:cNvSpPr>
                <a:spLocks noChangeArrowheads="1"/>
              </p:cNvSpPr>
              <p:nvPr/>
            </p:nvSpPr>
            <p:spPr bwMode="auto">
              <a:xfrm>
                <a:off x="3037"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5" name="Line 1416"/>
              <p:cNvSpPr>
                <a:spLocks noChangeShapeType="1"/>
              </p:cNvSpPr>
              <p:nvPr/>
            </p:nvSpPr>
            <p:spPr bwMode="auto">
              <a:xfrm>
                <a:off x="3037"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6" name="Rectangle 1417"/>
              <p:cNvSpPr>
                <a:spLocks noChangeArrowheads="1"/>
              </p:cNvSpPr>
              <p:nvPr/>
            </p:nvSpPr>
            <p:spPr bwMode="auto">
              <a:xfrm>
                <a:off x="3277"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7" name="Line 1418"/>
              <p:cNvSpPr>
                <a:spLocks noChangeShapeType="1"/>
              </p:cNvSpPr>
              <p:nvPr/>
            </p:nvSpPr>
            <p:spPr bwMode="auto">
              <a:xfrm>
                <a:off x="3277"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 name="Rectangle 1419"/>
              <p:cNvSpPr>
                <a:spLocks noChangeArrowheads="1"/>
              </p:cNvSpPr>
              <p:nvPr/>
            </p:nvSpPr>
            <p:spPr bwMode="auto">
              <a:xfrm>
                <a:off x="3511"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39" name="Line 1420"/>
              <p:cNvSpPr>
                <a:spLocks noChangeShapeType="1"/>
              </p:cNvSpPr>
              <p:nvPr/>
            </p:nvSpPr>
            <p:spPr bwMode="auto">
              <a:xfrm>
                <a:off x="3511"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 name="Rectangle 1421"/>
              <p:cNvSpPr>
                <a:spLocks noChangeArrowheads="1"/>
              </p:cNvSpPr>
              <p:nvPr/>
            </p:nvSpPr>
            <p:spPr bwMode="auto">
              <a:xfrm>
                <a:off x="3752"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41" name="Line 1422"/>
              <p:cNvSpPr>
                <a:spLocks noChangeShapeType="1"/>
              </p:cNvSpPr>
              <p:nvPr/>
            </p:nvSpPr>
            <p:spPr bwMode="auto">
              <a:xfrm>
                <a:off x="3752"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2" name="Rectangle 1423"/>
              <p:cNvSpPr>
                <a:spLocks noChangeArrowheads="1"/>
              </p:cNvSpPr>
              <p:nvPr/>
            </p:nvSpPr>
            <p:spPr bwMode="auto">
              <a:xfrm>
                <a:off x="3986"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43" name="Line 1424"/>
              <p:cNvSpPr>
                <a:spLocks noChangeShapeType="1"/>
              </p:cNvSpPr>
              <p:nvPr/>
            </p:nvSpPr>
            <p:spPr bwMode="auto">
              <a:xfrm>
                <a:off x="3986"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 name="Rectangle 1425"/>
              <p:cNvSpPr>
                <a:spLocks noChangeArrowheads="1"/>
              </p:cNvSpPr>
              <p:nvPr/>
            </p:nvSpPr>
            <p:spPr bwMode="auto">
              <a:xfrm>
                <a:off x="4226"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45" name="Line 1426"/>
              <p:cNvSpPr>
                <a:spLocks noChangeShapeType="1"/>
              </p:cNvSpPr>
              <p:nvPr/>
            </p:nvSpPr>
            <p:spPr bwMode="auto">
              <a:xfrm>
                <a:off x="4226"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6" name="Rectangle 1427"/>
              <p:cNvSpPr>
                <a:spLocks noChangeArrowheads="1"/>
              </p:cNvSpPr>
              <p:nvPr/>
            </p:nvSpPr>
            <p:spPr bwMode="auto">
              <a:xfrm>
                <a:off x="4467"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47" name="Line 1428"/>
              <p:cNvSpPr>
                <a:spLocks noChangeShapeType="1"/>
              </p:cNvSpPr>
              <p:nvPr/>
            </p:nvSpPr>
            <p:spPr bwMode="auto">
              <a:xfrm>
                <a:off x="4467"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8" name="Rectangle 1429"/>
              <p:cNvSpPr>
                <a:spLocks noChangeArrowheads="1"/>
              </p:cNvSpPr>
              <p:nvPr/>
            </p:nvSpPr>
            <p:spPr bwMode="auto">
              <a:xfrm>
                <a:off x="4701"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49" name="Line 1430"/>
              <p:cNvSpPr>
                <a:spLocks noChangeShapeType="1"/>
              </p:cNvSpPr>
              <p:nvPr/>
            </p:nvSpPr>
            <p:spPr bwMode="auto">
              <a:xfrm>
                <a:off x="4701"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0" name="Rectangle 1431"/>
              <p:cNvSpPr>
                <a:spLocks noChangeArrowheads="1"/>
              </p:cNvSpPr>
              <p:nvPr/>
            </p:nvSpPr>
            <p:spPr bwMode="auto">
              <a:xfrm>
                <a:off x="4941"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51" name="Line 1432"/>
              <p:cNvSpPr>
                <a:spLocks noChangeShapeType="1"/>
              </p:cNvSpPr>
              <p:nvPr/>
            </p:nvSpPr>
            <p:spPr bwMode="auto">
              <a:xfrm>
                <a:off x="4941"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2" name="Rectangle 1433"/>
              <p:cNvSpPr>
                <a:spLocks noChangeArrowheads="1"/>
              </p:cNvSpPr>
              <p:nvPr/>
            </p:nvSpPr>
            <p:spPr bwMode="auto">
              <a:xfrm>
                <a:off x="5175" y="3221"/>
                <a:ext cx="7"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53" name="Line 1434"/>
              <p:cNvSpPr>
                <a:spLocks noChangeShapeType="1"/>
              </p:cNvSpPr>
              <p:nvPr/>
            </p:nvSpPr>
            <p:spPr bwMode="auto">
              <a:xfrm>
                <a:off x="5175"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4" name="Rectangle 1435"/>
              <p:cNvSpPr>
                <a:spLocks noChangeArrowheads="1"/>
              </p:cNvSpPr>
              <p:nvPr/>
            </p:nvSpPr>
            <p:spPr bwMode="auto">
              <a:xfrm>
                <a:off x="5416" y="3221"/>
                <a:ext cx="6" cy="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55" name="Line 1436"/>
              <p:cNvSpPr>
                <a:spLocks noChangeShapeType="1"/>
              </p:cNvSpPr>
              <p:nvPr/>
            </p:nvSpPr>
            <p:spPr bwMode="auto">
              <a:xfrm>
                <a:off x="5416" y="3221"/>
                <a:ext cx="1" cy="1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6" name="Rectangle 1437"/>
              <p:cNvSpPr>
                <a:spLocks noChangeArrowheads="1"/>
              </p:cNvSpPr>
              <p:nvPr/>
            </p:nvSpPr>
            <p:spPr bwMode="auto">
              <a:xfrm>
                <a:off x="196" y="3440"/>
                <a:ext cx="30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zh-CN" altLang="en-US" sz="1900">
                    <a:solidFill>
                      <a:srgbClr val="000000"/>
                    </a:solidFill>
                    <a:latin typeface="宋体" pitchFamily="2" charset="-122"/>
                  </a:rPr>
                  <a:t>缺页</a:t>
                </a:r>
                <a:endParaRPr lang="zh-CN" altLang="en-US" sz="3200" b="1">
                  <a:latin typeface="Arial" pitchFamily="34" charset="0"/>
                </a:endParaRPr>
              </a:p>
            </p:txBody>
          </p:sp>
          <p:sp>
            <p:nvSpPr>
              <p:cNvPr id="1657" name="Rectangle 1438"/>
              <p:cNvSpPr>
                <a:spLocks noChangeArrowheads="1"/>
              </p:cNvSpPr>
              <p:nvPr/>
            </p:nvSpPr>
            <p:spPr bwMode="auto">
              <a:xfrm>
                <a:off x="443"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58" name="Rectangle 1439"/>
              <p:cNvSpPr>
                <a:spLocks noChangeArrowheads="1"/>
              </p:cNvSpPr>
              <p:nvPr/>
            </p:nvSpPr>
            <p:spPr bwMode="auto">
              <a:xfrm>
                <a:off x="710"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59" name="Rectangle 1440"/>
              <p:cNvSpPr>
                <a:spLocks noChangeArrowheads="1"/>
              </p:cNvSpPr>
              <p:nvPr/>
            </p:nvSpPr>
            <p:spPr bwMode="auto">
              <a:xfrm>
                <a:off x="775"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60" name="Rectangle 1441"/>
              <p:cNvSpPr>
                <a:spLocks noChangeArrowheads="1"/>
              </p:cNvSpPr>
              <p:nvPr/>
            </p:nvSpPr>
            <p:spPr bwMode="auto">
              <a:xfrm>
                <a:off x="950"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61" name="Rectangle 1442"/>
              <p:cNvSpPr>
                <a:spLocks noChangeArrowheads="1"/>
              </p:cNvSpPr>
              <p:nvPr/>
            </p:nvSpPr>
            <p:spPr bwMode="auto">
              <a:xfrm>
                <a:off x="1015"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62" name="Rectangle 1443"/>
              <p:cNvSpPr>
                <a:spLocks noChangeArrowheads="1"/>
              </p:cNvSpPr>
              <p:nvPr/>
            </p:nvSpPr>
            <p:spPr bwMode="auto">
              <a:xfrm>
                <a:off x="1184"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63" name="Rectangle 1444"/>
              <p:cNvSpPr>
                <a:spLocks noChangeArrowheads="1"/>
              </p:cNvSpPr>
              <p:nvPr/>
            </p:nvSpPr>
            <p:spPr bwMode="auto">
              <a:xfrm>
                <a:off x="1249"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64" name="Rectangle 1445"/>
              <p:cNvSpPr>
                <a:spLocks noChangeArrowheads="1"/>
              </p:cNvSpPr>
              <p:nvPr/>
            </p:nvSpPr>
            <p:spPr bwMode="auto">
              <a:xfrm>
                <a:off x="1425"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65" name="Rectangle 1446"/>
              <p:cNvSpPr>
                <a:spLocks noChangeArrowheads="1"/>
              </p:cNvSpPr>
              <p:nvPr/>
            </p:nvSpPr>
            <p:spPr bwMode="auto">
              <a:xfrm>
                <a:off x="1490"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66" name="Rectangle 1447"/>
              <p:cNvSpPr>
                <a:spLocks noChangeArrowheads="1"/>
              </p:cNvSpPr>
              <p:nvPr/>
            </p:nvSpPr>
            <p:spPr bwMode="auto">
              <a:xfrm>
                <a:off x="1665"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67" name="Rectangle 1448"/>
              <p:cNvSpPr>
                <a:spLocks noChangeArrowheads="1"/>
              </p:cNvSpPr>
              <p:nvPr/>
            </p:nvSpPr>
            <p:spPr bwMode="auto">
              <a:xfrm>
                <a:off x="1899"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68" name="Rectangle 1449"/>
              <p:cNvSpPr>
                <a:spLocks noChangeArrowheads="1"/>
              </p:cNvSpPr>
              <p:nvPr/>
            </p:nvSpPr>
            <p:spPr bwMode="auto">
              <a:xfrm>
                <a:off x="1964"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69" name="Rectangle 1450"/>
              <p:cNvSpPr>
                <a:spLocks noChangeArrowheads="1"/>
              </p:cNvSpPr>
              <p:nvPr/>
            </p:nvSpPr>
            <p:spPr bwMode="auto">
              <a:xfrm>
                <a:off x="2140"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70" name="Rectangle 1451"/>
              <p:cNvSpPr>
                <a:spLocks noChangeArrowheads="1"/>
              </p:cNvSpPr>
              <p:nvPr/>
            </p:nvSpPr>
            <p:spPr bwMode="auto">
              <a:xfrm>
                <a:off x="2374"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71" name="Rectangle 1452"/>
              <p:cNvSpPr>
                <a:spLocks noChangeArrowheads="1"/>
              </p:cNvSpPr>
              <p:nvPr/>
            </p:nvSpPr>
            <p:spPr bwMode="auto">
              <a:xfrm>
                <a:off x="2439"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72" name="Rectangle 1453"/>
              <p:cNvSpPr>
                <a:spLocks noChangeArrowheads="1"/>
              </p:cNvSpPr>
              <p:nvPr/>
            </p:nvSpPr>
            <p:spPr bwMode="auto">
              <a:xfrm>
                <a:off x="2614"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73" name="Rectangle 1454"/>
              <p:cNvSpPr>
                <a:spLocks noChangeArrowheads="1"/>
              </p:cNvSpPr>
              <p:nvPr/>
            </p:nvSpPr>
            <p:spPr bwMode="auto">
              <a:xfrm>
                <a:off x="2679"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74" name="Rectangle 1455"/>
              <p:cNvSpPr>
                <a:spLocks noChangeArrowheads="1"/>
              </p:cNvSpPr>
              <p:nvPr/>
            </p:nvSpPr>
            <p:spPr bwMode="auto">
              <a:xfrm>
                <a:off x="2855"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75" name="Rectangle 1456"/>
              <p:cNvSpPr>
                <a:spLocks noChangeArrowheads="1"/>
              </p:cNvSpPr>
              <p:nvPr/>
            </p:nvSpPr>
            <p:spPr bwMode="auto">
              <a:xfrm>
                <a:off x="2920"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76" name="Rectangle 1457"/>
              <p:cNvSpPr>
                <a:spLocks noChangeArrowheads="1"/>
              </p:cNvSpPr>
              <p:nvPr/>
            </p:nvSpPr>
            <p:spPr bwMode="auto">
              <a:xfrm>
                <a:off x="3089"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77" name="Rectangle 1458"/>
              <p:cNvSpPr>
                <a:spLocks noChangeArrowheads="1"/>
              </p:cNvSpPr>
              <p:nvPr/>
            </p:nvSpPr>
            <p:spPr bwMode="auto">
              <a:xfrm>
                <a:off x="3154"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78" name="Rectangle 1459"/>
              <p:cNvSpPr>
                <a:spLocks noChangeArrowheads="1"/>
              </p:cNvSpPr>
              <p:nvPr/>
            </p:nvSpPr>
            <p:spPr bwMode="auto">
              <a:xfrm>
                <a:off x="3329"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79" name="Rectangle 1460"/>
              <p:cNvSpPr>
                <a:spLocks noChangeArrowheads="1"/>
              </p:cNvSpPr>
              <p:nvPr/>
            </p:nvSpPr>
            <p:spPr bwMode="auto">
              <a:xfrm>
                <a:off x="3563"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80" name="Rectangle 1461"/>
              <p:cNvSpPr>
                <a:spLocks noChangeArrowheads="1"/>
              </p:cNvSpPr>
              <p:nvPr/>
            </p:nvSpPr>
            <p:spPr bwMode="auto">
              <a:xfrm>
                <a:off x="3804"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81" name="Rectangle 1462"/>
              <p:cNvSpPr>
                <a:spLocks noChangeArrowheads="1"/>
              </p:cNvSpPr>
              <p:nvPr/>
            </p:nvSpPr>
            <p:spPr bwMode="auto">
              <a:xfrm>
                <a:off x="3869"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82" name="Rectangle 1463"/>
              <p:cNvSpPr>
                <a:spLocks noChangeArrowheads="1"/>
              </p:cNvSpPr>
              <p:nvPr/>
            </p:nvSpPr>
            <p:spPr bwMode="auto">
              <a:xfrm>
                <a:off x="4044"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83" name="Rectangle 1464"/>
              <p:cNvSpPr>
                <a:spLocks noChangeArrowheads="1"/>
              </p:cNvSpPr>
              <p:nvPr/>
            </p:nvSpPr>
            <p:spPr bwMode="auto">
              <a:xfrm>
                <a:off x="4278"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84" name="Rectangle 1465"/>
              <p:cNvSpPr>
                <a:spLocks noChangeArrowheads="1"/>
              </p:cNvSpPr>
              <p:nvPr/>
            </p:nvSpPr>
            <p:spPr bwMode="auto">
              <a:xfrm>
                <a:off x="4343"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85" name="Rectangle 1466"/>
              <p:cNvSpPr>
                <a:spLocks noChangeArrowheads="1"/>
              </p:cNvSpPr>
              <p:nvPr/>
            </p:nvSpPr>
            <p:spPr bwMode="auto">
              <a:xfrm>
                <a:off x="4519"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86" name="Rectangle 1467"/>
              <p:cNvSpPr>
                <a:spLocks noChangeArrowheads="1"/>
              </p:cNvSpPr>
              <p:nvPr/>
            </p:nvSpPr>
            <p:spPr bwMode="auto">
              <a:xfrm>
                <a:off x="4753"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x</a:t>
                </a:r>
                <a:endParaRPr lang="en-US" altLang="zh-CN" sz="3200" b="1">
                  <a:latin typeface="Arial" pitchFamily="34" charset="0"/>
                </a:endParaRPr>
              </a:p>
            </p:txBody>
          </p:sp>
          <p:sp>
            <p:nvSpPr>
              <p:cNvPr id="1687" name="Rectangle 1468"/>
              <p:cNvSpPr>
                <a:spLocks noChangeArrowheads="1"/>
              </p:cNvSpPr>
              <p:nvPr/>
            </p:nvSpPr>
            <p:spPr bwMode="auto">
              <a:xfrm>
                <a:off x="4818"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88" name="Rectangle 1469"/>
              <p:cNvSpPr>
                <a:spLocks noChangeArrowheads="1"/>
              </p:cNvSpPr>
              <p:nvPr/>
            </p:nvSpPr>
            <p:spPr bwMode="auto">
              <a:xfrm>
                <a:off x="4993"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89" name="Rectangle 1470"/>
              <p:cNvSpPr>
                <a:spLocks noChangeArrowheads="1"/>
              </p:cNvSpPr>
              <p:nvPr/>
            </p:nvSpPr>
            <p:spPr bwMode="auto">
              <a:xfrm>
                <a:off x="5234" y="34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690" name="Rectangle 1471"/>
              <p:cNvSpPr>
                <a:spLocks noChangeArrowheads="1"/>
              </p:cNvSpPr>
              <p:nvPr/>
            </p:nvSpPr>
            <p:spPr bwMode="auto">
              <a:xfrm>
                <a:off x="144"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91" name="Line 1472"/>
              <p:cNvSpPr>
                <a:spLocks noChangeShapeType="1"/>
              </p:cNvSpPr>
              <p:nvPr/>
            </p:nvSpPr>
            <p:spPr bwMode="auto">
              <a:xfrm>
                <a:off x="144"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2" name="Line 1473"/>
              <p:cNvSpPr>
                <a:spLocks noChangeShapeType="1"/>
              </p:cNvSpPr>
              <p:nvPr/>
            </p:nvSpPr>
            <p:spPr bwMode="auto">
              <a:xfrm>
                <a:off x="144"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3" name="Rectangle 1474"/>
              <p:cNvSpPr>
                <a:spLocks noChangeArrowheads="1"/>
              </p:cNvSpPr>
              <p:nvPr/>
            </p:nvSpPr>
            <p:spPr bwMode="auto">
              <a:xfrm>
                <a:off x="151" y="3416"/>
                <a:ext cx="50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94" name="Line 1475"/>
              <p:cNvSpPr>
                <a:spLocks noChangeShapeType="1"/>
              </p:cNvSpPr>
              <p:nvPr/>
            </p:nvSpPr>
            <p:spPr bwMode="auto">
              <a:xfrm>
                <a:off x="151" y="3416"/>
                <a:ext cx="5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95" name="Group 1476"/>
            <p:cNvGrpSpPr>
              <a:grpSpLocks/>
            </p:cNvGrpSpPr>
            <p:nvPr/>
          </p:nvGrpSpPr>
          <p:grpSpPr bwMode="auto">
            <a:xfrm>
              <a:off x="782654" y="5916682"/>
              <a:ext cx="8378825" cy="322263"/>
              <a:chOff x="144" y="3416"/>
              <a:chExt cx="5278" cy="203"/>
            </a:xfrm>
          </p:grpSpPr>
          <p:sp>
            <p:nvSpPr>
              <p:cNvPr id="1696" name="Rectangle 1477"/>
              <p:cNvSpPr>
                <a:spLocks noChangeArrowheads="1"/>
              </p:cNvSpPr>
              <p:nvPr/>
            </p:nvSpPr>
            <p:spPr bwMode="auto">
              <a:xfrm>
                <a:off x="658"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697" name="Line 1478"/>
              <p:cNvSpPr>
                <a:spLocks noChangeShapeType="1"/>
              </p:cNvSpPr>
              <p:nvPr/>
            </p:nvSpPr>
            <p:spPr bwMode="auto">
              <a:xfrm>
                <a:off x="658"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8" name="Line 1479"/>
              <p:cNvSpPr>
                <a:spLocks noChangeShapeType="1"/>
              </p:cNvSpPr>
              <p:nvPr/>
            </p:nvSpPr>
            <p:spPr bwMode="auto">
              <a:xfrm>
                <a:off x="658"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9" name="Rectangle 1480"/>
              <p:cNvSpPr>
                <a:spLocks noChangeArrowheads="1"/>
              </p:cNvSpPr>
              <p:nvPr/>
            </p:nvSpPr>
            <p:spPr bwMode="auto">
              <a:xfrm>
                <a:off x="664"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00" name="Line 1481"/>
              <p:cNvSpPr>
                <a:spLocks noChangeShapeType="1"/>
              </p:cNvSpPr>
              <p:nvPr/>
            </p:nvSpPr>
            <p:spPr bwMode="auto">
              <a:xfrm>
                <a:off x="664"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1" name="Rectangle 1482"/>
              <p:cNvSpPr>
                <a:spLocks noChangeArrowheads="1"/>
              </p:cNvSpPr>
              <p:nvPr/>
            </p:nvSpPr>
            <p:spPr bwMode="auto">
              <a:xfrm>
                <a:off x="898"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02" name="Line 1483"/>
              <p:cNvSpPr>
                <a:spLocks noChangeShapeType="1"/>
              </p:cNvSpPr>
              <p:nvPr/>
            </p:nvSpPr>
            <p:spPr bwMode="auto">
              <a:xfrm>
                <a:off x="898"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3" name="Line 1484"/>
              <p:cNvSpPr>
                <a:spLocks noChangeShapeType="1"/>
              </p:cNvSpPr>
              <p:nvPr/>
            </p:nvSpPr>
            <p:spPr bwMode="auto">
              <a:xfrm>
                <a:off x="898"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4" name="Rectangle 1485"/>
              <p:cNvSpPr>
                <a:spLocks noChangeArrowheads="1"/>
              </p:cNvSpPr>
              <p:nvPr/>
            </p:nvSpPr>
            <p:spPr bwMode="auto">
              <a:xfrm>
                <a:off x="905" y="3416"/>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05" name="Line 1486"/>
              <p:cNvSpPr>
                <a:spLocks noChangeShapeType="1"/>
              </p:cNvSpPr>
              <p:nvPr/>
            </p:nvSpPr>
            <p:spPr bwMode="auto">
              <a:xfrm>
                <a:off x="905" y="3416"/>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6" name="Rectangle 1487"/>
              <p:cNvSpPr>
                <a:spLocks noChangeArrowheads="1"/>
              </p:cNvSpPr>
              <p:nvPr/>
            </p:nvSpPr>
            <p:spPr bwMode="auto">
              <a:xfrm>
                <a:off x="1132"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07" name="Line 1488"/>
              <p:cNvSpPr>
                <a:spLocks noChangeShapeType="1"/>
              </p:cNvSpPr>
              <p:nvPr/>
            </p:nvSpPr>
            <p:spPr bwMode="auto">
              <a:xfrm>
                <a:off x="1132"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8" name="Line 1489"/>
              <p:cNvSpPr>
                <a:spLocks noChangeShapeType="1"/>
              </p:cNvSpPr>
              <p:nvPr/>
            </p:nvSpPr>
            <p:spPr bwMode="auto">
              <a:xfrm>
                <a:off x="1132"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9" name="Rectangle 1490"/>
              <p:cNvSpPr>
                <a:spLocks noChangeArrowheads="1"/>
              </p:cNvSpPr>
              <p:nvPr/>
            </p:nvSpPr>
            <p:spPr bwMode="auto">
              <a:xfrm>
                <a:off x="1139"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10" name="Line 1491"/>
              <p:cNvSpPr>
                <a:spLocks noChangeShapeType="1"/>
              </p:cNvSpPr>
              <p:nvPr/>
            </p:nvSpPr>
            <p:spPr bwMode="auto">
              <a:xfrm>
                <a:off x="1139"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1" name="Rectangle 1492"/>
              <p:cNvSpPr>
                <a:spLocks noChangeArrowheads="1"/>
              </p:cNvSpPr>
              <p:nvPr/>
            </p:nvSpPr>
            <p:spPr bwMode="auto">
              <a:xfrm>
                <a:off x="1373"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12" name="Line 1493"/>
              <p:cNvSpPr>
                <a:spLocks noChangeShapeType="1"/>
              </p:cNvSpPr>
              <p:nvPr/>
            </p:nvSpPr>
            <p:spPr bwMode="auto">
              <a:xfrm>
                <a:off x="1373"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3" name="Line 1494"/>
              <p:cNvSpPr>
                <a:spLocks noChangeShapeType="1"/>
              </p:cNvSpPr>
              <p:nvPr/>
            </p:nvSpPr>
            <p:spPr bwMode="auto">
              <a:xfrm>
                <a:off x="1373"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4" name="Rectangle 1495"/>
              <p:cNvSpPr>
                <a:spLocks noChangeArrowheads="1"/>
              </p:cNvSpPr>
              <p:nvPr/>
            </p:nvSpPr>
            <p:spPr bwMode="auto">
              <a:xfrm>
                <a:off x="1379" y="3416"/>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15" name="Line 1496"/>
              <p:cNvSpPr>
                <a:spLocks noChangeShapeType="1"/>
              </p:cNvSpPr>
              <p:nvPr/>
            </p:nvSpPr>
            <p:spPr bwMode="auto">
              <a:xfrm>
                <a:off x="1379" y="3416"/>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6" name="Rectangle 1497"/>
              <p:cNvSpPr>
                <a:spLocks noChangeArrowheads="1"/>
              </p:cNvSpPr>
              <p:nvPr/>
            </p:nvSpPr>
            <p:spPr bwMode="auto">
              <a:xfrm>
                <a:off x="1607"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17" name="Line 1498"/>
              <p:cNvSpPr>
                <a:spLocks noChangeShapeType="1"/>
              </p:cNvSpPr>
              <p:nvPr/>
            </p:nvSpPr>
            <p:spPr bwMode="auto">
              <a:xfrm>
                <a:off x="1607"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8" name="Line 1499"/>
              <p:cNvSpPr>
                <a:spLocks noChangeShapeType="1"/>
              </p:cNvSpPr>
              <p:nvPr/>
            </p:nvSpPr>
            <p:spPr bwMode="auto">
              <a:xfrm>
                <a:off x="1607"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9" name="Rectangle 1500"/>
              <p:cNvSpPr>
                <a:spLocks noChangeArrowheads="1"/>
              </p:cNvSpPr>
              <p:nvPr/>
            </p:nvSpPr>
            <p:spPr bwMode="auto">
              <a:xfrm>
                <a:off x="1613"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20" name="Line 1501"/>
              <p:cNvSpPr>
                <a:spLocks noChangeShapeType="1"/>
              </p:cNvSpPr>
              <p:nvPr/>
            </p:nvSpPr>
            <p:spPr bwMode="auto">
              <a:xfrm>
                <a:off x="1613"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1" name="Rectangle 1502"/>
              <p:cNvSpPr>
                <a:spLocks noChangeArrowheads="1"/>
              </p:cNvSpPr>
              <p:nvPr/>
            </p:nvSpPr>
            <p:spPr bwMode="auto">
              <a:xfrm>
                <a:off x="1847"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22" name="Line 1503"/>
              <p:cNvSpPr>
                <a:spLocks noChangeShapeType="1"/>
              </p:cNvSpPr>
              <p:nvPr/>
            </p:nvSpPr>
            <p:spPr bwMode="auto">
              <a:xfrm>
                <a:off x="1847"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3" name="Line 1504"/>
              <p:cNvSpPr>
                <a:spLocks noChangeShapeType="1"/>
              </p:cNvSpPr>
              <p:nvPr/>
            </p:nvSpPr>
            <p:spPr bwMode="auto">
              <a:xfrm>
                <a:off x="1847"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4" name="Rectangle 1505"/>
              <p:cNvSpPr>
                <a:spLocks noChangeArrowheads="1"/>
              </p:cNvSpPr>
              <p:nvPr/>
            </p:nvSpPr>
            <p:spPr bwMode="auto">
              <a:xfrm>
                <a:off x="1854"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25" name="Line 1506"/>
              <p:cNvSpPr>
                <a:spLocks noChangeShapeType="1"/>
              </p:cNvSpPr>
              <p:nvPr/>
            </p:nvSpPr>
            <p:spPr bwMode="auto">
              <a:xfrm>
                <a:off x="1854"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6" name="Rectangle 1507"/>
              <p:cNvSpPr>
                <a:spLocks noChangeArrowheads="1"/>
              </p:cNvSpPr>
              <p:nvPr/>
            </p:nvSpPr>
            <p:spPr bwMode="auto">
              <a:xfrm>
                <a:off x="2088"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27" name="Line 1508"/>
              <p:cNvSpPr>
                <a:spLocks noChangeShapeType="1"/>
              </p:cNvSpPr>
              <p:nvPr/>
            </p:nvSpPr>
            <p:spPr bwMode="auto">
              <a:xfrm>
                <a:off x="2088"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8" name="Line 1509"/>
              <p:cNvSpPr>
                <a:spLocks noChangeShapeType="1"/>
              </p:cNvSpPr>
              <p:nvPr/>
            </p:nvSpPr>
            <p:spPr bwMode="auto">
              <a:xfrm>
                <a:off x="2088"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9" name="Rectangle 1510"/>
              <p:cNvSpPr>
                <a:spLocks noChangeArrowheads="1"/>
              </p:cNvSpPr>
              <p:nvPr/>
            </p:nvSpPr>
            <p:spPr bwMode="auto">
              <a:xfrm>
                <a:off x="2094" y="3416"/>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30" name="Line 1511"/>
              <p:cNvSpPr>
                <a:spLocks noChangeShapeType="1"/>
              </p:cNvSpPr>
              <p:nvPr/>
            </p:nvSpPr>
            <p:spPr bwMode="auto">
              <a:xfrm>
                <a:off x="2094" y="3416"/>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1" name="Rectangle 1512"/>
              <p:cNvSpPr>
                <a:spLocks noChangeArrowheads="1"/>
              </p:cNvSpPr>
              <p:nvPr/>
            </p:nvSpPr>
            <p:spPr bwMode="auto">
              <a:xfrm>
                <a:off x="2322"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32" name="Line 1513"/>
              <p:cNvSpPr>
                <a:spLocks noChangeShapeType="1"/>
              </p:cNvSpPr>
              <p:nvPr/>
            </p:nvSpPr>
            <p:spPr bwMode="auto">
              <a:xfrm>
                <a:off x="2322"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3" name="Line 1514"/>
              <p:cNvSpPr>
                <a:spLocks noChangeShapeType="1"/>
              </p:cNvSpPr>
              <p:nvPr/>
            </p:nvSpPr>
            <p:spPr bwMode="auto">
              <a:xfrm>
                <a:off x="2322"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4" name="Rectangle 1515"/>
              <p:cNvSpPr>
                <a:spLocks noChangeArrowheads="1"/>
              </p:cNvSpPr>
              <p:nvPr/>
            </p:nvSpPr>
            <p:spPr bwMode="auto">
              <a:xfrm>
                <a:off x="2328"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35" name="Line 1516"/>
              <p:cNvSpPr>
                <a:spLocks noChangeShapeType="1"/>
              </p:cNvSpPr>
              <p:nvPr/>
            </p:nvSpPr>
            <p:spPr bwMode="auto">
              <a:xfrm>
                <a:off x="2328"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6" name="Rectangle 1517"/>
              <p:cNvSpPr>
                <a:spLocks noChangeArrowheads="1"/>
              </p:cNvSpPr>
              <p:nvPr/>
            </p:nvSpPr>
            <p:spPr bwMode="auto">
              <a:xfrm>
                <a:off x="2562"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37" name="Line 1518"/>
              <p:cNvSpPr>
                <a:spLocks noChangeShapeType="1"/>
              </p:cNvSpPr>
              <p:nvPr/>
            </p:nvSpPr>
            <p:spPr bwMode="auto">
              <a:xfrm>
                <a:off x="2562"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8" name="Line 1519"/>
              <p:cNvSpPr>
                <a:spLocks noChangeShapeType="1"/>
              </p:cNvSpPr>
              <p:nvPr/>
            </p:nvSpPr>
            <p:spPr bwMode="auto">
              <a:xfrm>
                <a:off x="2562"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9" name="Rectangle 1520"/>
              <p:cNvSpPr>
                <a:spLocks noChangeArrowheads="1"/>
              </p:cNvSpPr>
              <p:nvPr/>
            </p:nvSpPr>
            <p:spPr bwMode="auto">
              <a:xfrm>
                <a:off x="2569" y="3416"/>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40" name="Line 1521"/>
              <p:cNvSpPr>
                <a:spLocks noChangeShapeType="1"/>
              </p:cNvSpPr>
              <p:nvPr/>
            </p:nvSpPr>
            <p:spPr bwMode="auto">
              <a:xfrm>
                <a:off x="2569" y="3416"/>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 name="Rectangle 1522"/>
              <p:cNvSpPr>
                <a:spLocks noChangeArrowheads="1"/>
              </p:cNvSpPr>
              <p:nvPr/>
            </p:nvSpPr>
            <p:spPr bwMode="auto">
              <a:xfrm>
                <a:off x="2796"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42" name="Line 1523"/>
              <p:cNvSpPr>
                <a:spLocks noChangeShapeType="1"/>
              </p:cNvSpPr>
              <p:nvPr/>
            </p:nvSpPr>
            <p:spPr bwMode="auto">
              <a:xfrm>
                <a:off x="2796"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 name="Line 1524"/>
              <p:cNvSpPr>
                <a:spLocks noChangeShapeType="1"/>
              </p:cNvSpPr>
              <p:nvPr/>
            </p:nvSpPr>
            <p:spPr bwMode="auto">
              <a:xfrm>
                <a:off x="2796"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 name="Rectangle 1525"/>
              <p:cNvSpPr>
                <a:spLocks noChangeArrowheads="1"/>
              </p:cNvSpPr>
              <p:nvPr/>
            </p:nvSpPr>
            <p:spPr bwMode="auto">
              <a:xfrm>
                <a:off x="2803"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45" name="Line 1526"/>
              <p:cNvSpPr>
                <a:spLocks noChangeShapeType="1"/>
              </p:cNvSpPr>
              <p:nvPr/>
            </p:nvSpPr>
            <p:spPr bwMode="auto">
              <a:xfrm>
                <a:off x="2803"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6" name="Rectangle 1527"/>
              <p:cNvSpPr>
                <a:spLocks noChangeArrowheads="1"/>
              </p:cNvSpPr>
              <p:nvPr/>
            </p:nvSpPr>
            <p:spPr bwMode="auto">
              <a:xfrm>
                <a:off x="3037"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47" name="Line 1528"/>
              <p:cNvSpPr>
                <a:spLocks noChangeShapeType="1"/>
              </p:cNvSpPr>
              <p:nvPr/>
            </p:nvSpPr>
            <p:spPr bwMode="auto">
              <a:xfrm>
                <a:off x="3037"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8" name="Line 1529"/>
              <p:cNvSpPr>
                <a:spLocks noChangeShapeType="1"/>
              </p:cNvSpPr>
              <p:nvPr/>
            </p:nvSpPr>
            <p:spPr bwMode="auto">
              <a:xfrm>
                <a:off x="3037"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9" name="Rectangle 1530"/>
              <p:cNvSpPr>
                <a:spLocks noChangeArrowheads="1"/>
              </p:cNvSpPr>
              <p:nvPr/>
            </p:nvSpPr>
            <p:spPr bwMode="auto">
              <a:xfrm>
                <a:off x="3043"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50" name="Line 1531"/>
              <p:cNvSpPr>
                <a:spLocks noChangeShapeType="1"/>
              </p:cNvSpPr>
              <p:nvPr/>
            </p:nvSpPr>
            <p:spPr bwMode="auto">
              <a:xfrm>
                <a:off x="3043"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1" name="Rectangle 1532"/>
              <p:cNvSpPr>
                <a:spLocks noChangeArrowheads="1"/>
              </p:cNvSpPr>
              <p:nvPr/>
            </p:nvSpPr>
            <p:spPr bwMode="auto">
              <a:xfrm>
                <a:off x="3277"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52" name="Line 1533"/>
              <p:cNvSpPr>
                <a:spLocks noChangeShapeType="1"/>
              </p:cNvSpPr>
              <p:nvPr/>
            </p:nvSpPr>
            <p:spPr bwMode="auto">
              <a:xfrm>
                <a:off x="3277"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3" name="Line 1534"/>
              <p:cNvSpPr>
                <a:spLocks noChangeShapeType="1"/>
              </p:cNvSpPr>
              <p:nvPr/>
            </p:nvSpPr>
            <p:spPr bwMode="auto">
              <a:xfrm>
                <a:off x="3277"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4" name="Rectangle 1535"/>
              <p:cNvSpPr>
                <a:spLocks noChangeArrowheads="1"/>
              </p:cNvSpPr>
              <p:nvPr/>
            </p:nvSpPr>
            <p:spPr bwMode="auto">
              <a:xfrm>
                <a:off x="3284" y="3416"/>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55" name="Line 1536"/>
              <p:cNvSpPr>
                <a:spLocks noChangeShapeType="1"/>
              </p:cNvSpPr>
              <p:nvPr/>
            </p:nvSpPr>
            <p:spPr bwMode="auto">
              <a:xfrm>
                <a:off x="3284" y="3416"/>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6" name="Rectangle 1537"/>
              <p:cNvSpPr>
                <a:spLocks noChangeArrowheads="1"/>
              </p:cNvSpPr>
              <p:nvPr/>
            </p:nvSpPr>
            <p:spPr bwMode="auto">
              <a:xfrm>
                <a:off x="3511"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57" name="Line 1538"/>
              <p:cNvSpPr>
                <a:spLocks noChangeShapeType="1"/>
              </p:cNvSpPr>
              <p:nvPr/>
            </p:nvSpPr>
            <p:spPr bwMode="auto">
              <a:xfrm>
                <a:off x="3511"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8" name="Line 1539"/>
              <p:cNvSpPr>
                <a:spLocks noChangeShapeType="1"/>
              </p:cNvSpPr>
              <p:nvPr/>
            </p:nvSpPr>
            <p:spPr bwMode="auto">
              <a:xfrm>
                <a:off x="3511"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9" name="Rectangle 1540"/>
              <p:cNvSpPr>
                <a:spLocks noChangeArrowheads="1"/>
              </p:cNvSpPr>
              <p:nvPr/>
            </p:nvSpPr>
            <p:spPr bwMode="auto">
              <a:xfrm>
                <a:off x="3518"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60" name="Line 1541"/>
              <p:cNvSpPr>
                <a:spLocks noChangeShapeType="1"/>
              </p:cNvSpPr>
              <p:nvPr/>
            </p:nvSpPr>
            <p:spPr bwMode="auto">
              <a:xfrm>
                <a:off x="3518"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1" name="Rectangle 1542"/>
              <p:cNvSpPr>
                <a:spLocks noChangeArrowheads="1"/>
              </p:cNvSpPr>
              <p:nvPr/>
            </p:nvSpPr>
            <p:spPr bwMode="auto">
              <a:xfrm>
                <a:off x="3752"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62" name="Line 1543"/>
              <p:cNvSpPr>
                <a:spLocks noChangeShapeType="1"/>
              </p:cNvSpPr>
              <p:nvPr/>
            </p:nvSpPr>
            <p:spPr bwMode="auto">
              <a:xfrm>
                <a:off x="3752"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3" name="Line 1544"/>
              <p:cNvSpPr>
                <a:spLocks noChangeShapeType="1"/>
              </p:cNvSpPr>
              <p:nvPr/>
            </p:nvSpPr>
            <p:spPr bwMode="auto">
              <a:xfrm>
                <a:off x="3752"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4" name="Rectangle 1545"/>
              <p:cNvSpPr>
                <a:spLocks noChangeArrowheads="1"/>
              </p:cNvSpPr>
              <p:nvPr/>
            </p:nvSpPr>
            <p:spPr bwMode="auto">
              <a:xfrm>
                <a:off x="3758" y="3416"/>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65" name="Line 1546"/>
              <p:cNvSpPr>
                <a:spLocks noChangeShapeType="1"/>
              </p:cNvSpPr>
              <p:nvPr/>
            </p:nvSpPr>
            <p:spPr bwMode="auto">
              <a:xfrm>
                <a:off x="3758" y="3416"/>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6" name="Rectangle 1547"/>
              <p:cNvSpPr>
                <a:spLocks noChangeArrowheads="1"/>
              </p:cNvSpPr>
              <p:nvPr/>
            </p:nvSpPr>
            <p:spPr bwMode="auto">
              <a:xfrm>
                <a:off x="3986"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67" name="Line 1548"/>
              <p:cNvSpPr>
                <a:spLocks noChangeShapeType="1"/>
              </p:cNvSpPr>
              <p:nvPr/>
            </p:nvSpPr>
            <p:spPr bwMode="auto">
              <a:xfrm>
                <a:off x="3986"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8" name="Line 1549"/>
              <p:cNvSpPr>
                <a:spLocks noChangeShapeType="1"/>
              </p:cNvSpPr>
              <p:nvPr/>
            </p:nvSpPr>
            <p:spPr bwMode="auto">
              <a:xfrm>
                <a:off x="3986"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9" name="Rectangle 1550"/>
              <p:cNvSpPr>
                <a:spLocks noChangeArrowheads="1"/>
              </p:cNvSpPr>
              <p:nvPr/>
            </p:nvSpPr>
            <p:spPr bwMode="auto">
              <a:xfrm>
                <a:off x="3992"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70" name="Line 1551"/>
              <p:cNvSpPr>
                <a:spLocks noChangeShapeType="1"/>
              </p:cNvSpPr>
              <p:nvPr/>
            </p:nvSpPr>
            <p:spPr bwMode="auto">
              <a:xfrm>
                <a:off x="3992"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1" name="Rectangle 1552"/>
              <p:cNvSpPr>
                <a:spLocks noChangeArrowheads="1"/>
              </p:cNvSpPr>
              <p:nvPr/>
            </p:nvSpPr>
            <p:spPr bwMode="auto">
              <a:xfrm>
                <a:off x="4226"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72" name="Line 1553"/>
              <p:cNvSpPr>
                <a:spLocks noChangeShapeType="1"/>
              </p:cNvSpPr>
              <p:nvPr/>
            </p:nvSpPr>
            <p:spPr bwMode="auto">
              <a:xfrm>
                <a:off x="4226"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3" name="Line 1554"/>
              <p:cNvSpPr>
                <a:spLocks noChangeShapeType="1"/>
              </p:cNvSpPr>
              <p:nvPr/>
            </p:nvSpPr>
            <p:spPr bwMode="auto">
              <a:xfrm>
                <a:off x="4226"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4" name="Rectangle 1555"/>
              <p:cNvSpPr>
                <a:spLocks noChangeArrowheads="1"/>
              </p:cNvSpPr>
              <p:nvPr/>
            </p:nvSpPr>
            <p:spPr bwMode="auto">
              <a:xfrm>
                <a:off x="4233"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75" name="Line 1556"/>
              <p:cNvSpPr>
                <a:spLocks noChangeShapeType="1"/>
              </p:cNvSpPr>
              <p:nvPr/>
            </p:nvSpPr>
            <p:spPr bwMode="auto">
              <a:xfrm>
                <a:off x="4233"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6" name="Rectangle 1557"/>
              <p:cNvSpPr>
                <a:spLocks noChangeArrowheads="1"/>
              </p:cNvSpPr>
              <p:nvPr/>
            </p:nvSpPr>
            <p:spPr bwMode="auto">
              <a:xfrm>
                <a:off x="4467"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77" name="Line 1558"/>
              <p:cNvSpPr>
                <a:spLocks noChangeShapeType="1"/>
              </p:cNvSpPr>
              <p:nvPr/>
            </p:nvSpPr>
            <p:spPr bwMode="auto">
              <a:xfrm>
                <a:off x="4467"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8" name="Line 1559"/>
              <p:cNvSpPr>
                <a:spLocks noChangeShapeType="1"/>
              </p:cNvSpPr>
              <p:nvPr/>
            </p:nvSpPr>
            <p:spPr bwMode="auto">
              <a:xfrm>
                <a:off x="4467"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9" name="Rectangle 1560"/>
              <p:cNvSpPr>
                <a:spLocks noChangeArrowheads="1"/>
              </p:cNvSpPr>
              <p:nvPr/>
            </p:nvSpPr>
            <p:spPr bwMode="auto">
              <a:xfrm>
                <a:off x="4473" y="3416"/>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80" name="Line 1561"/>
              <p:cNvSpPr>
                <a:spLocks noChangeShapeType="1"/>
              </p:cNvSpPr>
              <p:nvPr/>
            </p:nvSpPr>
            <p:spPr bwMode="auto">
              <a:xfrm>
                <a:off x="4473" y="3416"/>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1" name="Rectangle 1562"/>
              <p:cNvSpPr>
                <a:spLocks noChangeArrowheads="1"/>
              </p:cNvSpPr>
              <p:nvPr/>
            </p:nvSpPr>
            <p:spPr bwMode="auto">
              <a:xfrm>
                <a:off x="4701"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82" name="Line 1563"/>
              <p:cNvSpPr>
                <a:spLocks noChangeShapeType="1"/>
              </p:cNvSpPr>
              <p:nvPr/>
            </p:nvSpPr>
            <p:spPr bwMode="auto">
              <a:xfrm>
                <a:off x="4701"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3" name="Line 1564"/>
              <p:cNvSpPr>
                <a:spLocks noChangeShapeType="1"/>
              </p:cNvSpPr>
              <p:nvPr/>
            </p:nvSpPr>
            <p:spPr bwMode="auto">
              <a:xfrm>
                <a:off x="4701"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4" name="Rectangle 1565"/>
              <p:cNvSpPr>
                <a:spLocks noChangeArrowheads="1"/>
              </p:cNvSpPr>
              <p:nvPr/>
            </p:nvSpPr>
            <p:spPr bwMode="auto">
              <a:xfrm>
                <a:off x="4707"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85" name="Line 1566"/>
              <p:cNvSpPr>
                <a:spLocks noChangeShapeType="1"/>
              </p:cNvSpPr>
              <p:nvPr/>
            </p:nvSpPr>
            <p:spPr bwMode="auto">
              <a:xfrm>
                <a:off x="4707"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6" name="Rectangle 1567"/>
              <p:cNvSpPr>
                <a:spLocks noChangeArrowheads="1"/>
              </p:cNvSpPr>
              <p:nvPr/>
            </p:nvSpPr>
            <p:spPr bwMode="auto">
              <a:xfrm>
                <a:off x="4941"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87" name="Line 1568"/>
              <p:cNvSpPr>
                <a:spLocks noChangeShapeType="1"/>
              </p:cNvSpPr>
              <p:nvPr/>
            </p:nvSpPr>
            <p:spPr bwMode="auto">
              <a:xfrm>
                <a:off x="4941"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8" name="Line 1569"/>
              <p:cNvSpPr>
                <a:spLocks noChangeShapeType="1"/>
              </p:cNvSpPr>
              <p:nvPr/>
            </p:nvSpPr>
            <p:spPr bwMode="auto">
              <a:xfrm>
                <a:off x="4941"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9" name="Rectangle 1570"/>
              <p:cNvSpPr>
                <a:spLocks noChangeArrowheads="1"/>
              </p:cNvSpPr>
              <p:nvPr/>
            </p:nvSpPr>
            <p:spPr bwMode="auto">
              <a:xfrm>
                <a:off x="4948" y="3416"/>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90" name="Line 1571"/>
              <p:cNvSpPr>
                <a:spLocks noChangeShapeType="1"/>
              </p:cNvSpPr>
              <p:nvPr/>
            </p:nvSpPr>
            <p:spPr bwMode="auto">
              <a:xfrm>
                <a:off x="4948" y="3416"/>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1" name="Rectangle 1572"/>
              <p:cNvSpPr>
                <a:spLocks noChangeArrowheads="1"/>
              </p:cNvSpPr>
              <p:nvPr/>
            </p:nvSpPr>
            <p:spPr bwMode="auto">
              <a:xfrm>
                <a:off x="5175" y="341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92" name="Line 1573"/>
              <p:cNvSpPr>
                <a:spLocks noChangeShapeType="1"/>
              </p:cNvSpPr>
              <p:nvPr/>
            </p:nvSpPr>
            <p:spPr bwMode="auto">
              <a:xfrm>
                <a:off x="5175" y="341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3" name="Line 1574"/>
              <p:cNvSpPr>
                <a:spLocks noChangeShapeType="1"/>
              </p:cNvSpPr>
              <p:nvPr/>
            </p:nvSpPr>
            <p:spPr bwMode="auto">
              <a:xfrm>
                <a:off x="5175"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4" name="Rectangle 1575"/>
              <p:cNvSpPr>
                <a:spLocks noChangeArrowheads="1"/>
              </p:cNvSpPr>
              <p:nvPr/>
            </p:nvSpPr>
            <p:spPr bwMode="auto">
              <a:xfrm>
                <a:off x="5182" y="3416"/>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95" name="Line 1576"/>
              <p:cNvSpPr>
                <a:spLocks noChangeShapeType="1"/>
              </p:cNvSpPr>
              <p:nvPr/>
            </p:nvSpPr>
            <p:spPr bwMode="auto">
              <a:xfrm>
                <a:off x="5182" y="3416"/>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6" name="Rectangle 1577"/>
              <p:cNvSpPr>
                <a:spLocks noChangeArrowheads="1"/>
              </p:cNvSpPr>
              <p:nvPr/>
            </p:nvSpPr>
            <p:spPr bwMode="auto">
              <a:xfrm>
                <a:off x="5416" y="3416"/>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97" name="Line 1578"/>
              <p:cNvSpPr>
                <a:spLocks noChangeShapeType="1"/>
              </p:cNvSpPr>
              <p:nvPr/>
            </p:nvSpPr>
            <p:spPr bwMode="auto">
              <a:xfrm>
                <a:off x="5416" y="341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8" name="Line 1579"/>
              <p:cNvSpPr>
                <a:spLocks noChangeShapeType="1"/>
              </p:cNvSpPr>
              <p:nvPr/>
            </p:nvSpPr>
            <p:spPr bwMode="auto">
              <a:xfrm>
                <a:off x="5416" y="341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9" name="Rectangle 1580"/>
              <p:cNvSpPr>
                <a:spLocks noChangeArrowheads="1"/>
              </p:cNvSpPr>
              <p:nvPr/>
            </p:nvSpPr>
            <p:spPr bwMode="auto">
              <a:xfrm>
                <a:off x="144" y="3424"/>
                <a:ext cx="7"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00" name="Line 1581"/>
              <p:cNvSpPr>
                <a:spLocks noChangeShapeType="1"/>
              </p:cNvSpPr>
              <p:nvPr/>
            </p:nvSpPr>
            <p:spPr bwMode="auto">
              <a:xfrm>
                <a:off x="144"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1" name="Rectangle 1582"/>
              <p:cNvSpPr>
                <a:spLocks noChangeArrowheads="1"/>
              </p:cNvSpPr>
              <p:nvPr/>
            </p:nvSpPr>
            <p:spPr bwMode="auto">
              <a:xfrm>
                <a:off x="144" y="361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02" name="Line 1583"/>
              <p:cNvSpPr>
                <a:spLocks noChangeShapeType="1"/>
              </p:cNvSpPr>
              <p:nvPr/>
            </p:nvSpPr>
            <p:spPr bwMode="auto">
              <a:xfrm>
                <a:off x="144" y="361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 name="Line 1584"/>
              <p:cNvSpPr>
                <a:spLocks noChangeShapeType="1"/>
              </p:cNvSpPr>
              <p:nvPr/>
            </p:nvSpPr>
            <p:spPr bwMode="auto">
              <a:xfrm>
                <a:off x="144"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4" name="Rectangle 1585"/>
              <p:cNvSpPr>
                <a:spLocks noChangeArrowheads="1"/>
              </p:cNvSpPr>
              <p:nvPr/>
            </p:nvSpPr>
            <p:spPr bwMode="auto">
              <a:xfrm>
                <a:off x="144" y="361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05" name="Line 1586"/>
              <p:cNvSpPr>
                <a:spLocks noChangeShapeType="1"/>
              </p:cNvSpPr>
              <p:nvPr/>
            </p:nvSpPr>
            <p:spPr bwMode="auto">
              <a:xfrm>
                <a:off x="144" y="361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6" name="Line 1587"/>
              <p:cNvSpPr>
                <a:spLocks noChangeShapeType="1"/>
              </p:cNvSpPr>
              <p:nvPr/>
            </p:nvSpPr>
            <p:spPr bwMode="auto">
              <a:xfrm>
                <a:off x="144"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7" name="Rectangle 1588"/>
              <p:cNvSpPr>
                <a:spLocks noChangeArrowheads="1"/>
              </p:cNvSpPr>
              <p:nvPr/>
            </p:nvSpPr>
            <p:spPr bwMode="auto">
              <a:xfrm>
                <a:off x="151" y="3611"/>
                <a:ext cx="50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08" name="Line 1589"/>
              <p:cNvSpPr>
                <a:spLocks noChangeShapeType="1"/>
              </p:cNvSpPr>
              <p:nvPr/>
            </p:nvSpPr>
            <p:spPr bwMode="auto">
              <a:xfrm>
                <a:off x="151" y="3611"/>
                <a:ext cx="5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9" name="Rectangle 1590"/>
              <p:cNvSpPr>
                <a:spLocks noChangeArrowheads="1"/>
              </p:cNvSpPr>
              <p:nvPr/>
            </p:nvSpPr>
            <p:spPr bwMode="auto">
              <a:xfrm>
                <a:off x="658" y="3424"/>
                <a:ext cx="6"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0" name="Line 1591"/>
              <p:cNvSpPr>
                <a:spLocks noChangeShapeType="1"/>
              </p:cNvSpPr>
              <p:nvPr/>
            </p:nvSpPr>
            <p:spPr bwMode="auto">
              <a:xfrm>
                <a:off x="658"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1" name="Rectangle 1592"/>
              <p:cNvSpPr>
                <a:spLocks noChangeArrowheads="1"/>
              </p:cNvSpPr>
              <p:nvPr/>
            </p:nvSpPr>
            <p:spPr bwMode="auto">
              <a:xfrm>
                <a:off x="658" y="3611"/>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2" name="Line 1593"/>
              <p:cNvSpPr>
                <a:spLocks noChangeShapeType="1"/>
              </p:cNvSpPr>
              <p:nvPr/>
            </p:nvSpPr>
            <p:spPr bwMode="auto">
              <a:xfrm>
                <a:off x="658" y="3611"/>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3" name="Line 1594"/>
              <p:cNvSpPr>
                <a:spLocks noChangeShapeType="1"/>
              </p:cNvSpPr>
              <p:nvPr/>
            </p:nvSpPr>
            <p:spPr bwMode="auto">
              <a:xfrm>
                <a:off x="658"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4" name="Rectangle 1595"/>
              <p:cNvSpPr>
                <a:spLocks noChangeArrowheads="1"/>
              </p:cNvSpPr>
              <p:nvPr/>
            </p:nvSpPr>
            <p:spPr bwMode="auto">
              <a:xfrm>
                <a:off x="664" y="3611"/>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5" name="Line 1596"/>
              <p:cNvSpPr>
                <a:spLocks noChangeShapeType="1"/>
              </p:cNvSpPr>
              <p:nvPr/>
            </p:nvSpPr>
            <p:spPr bwMode="auto">
              <a:xfrm>
                <a:off x="664" y="3611"/>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6" name="Rectangle 1597"/>
              <p:cNvSpPr>
                <a:spLocks noChangeArrowheads="1"/>
              </p:cNvSpPr>
              <p:nvPr/>
            </p:nvSpPr>
            <p:spPr bwMode="auto">
              <a:xfrm>
                <a:off x="898" y="3424"/>
                <a:ext cx="7"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7" name="Line 1598"/>
              <p:cNvSpPr>
                <a:spLocks noChangeShapeType="1"/>
              </p:cNvSpPr>
              <p:nvPr/>
            </p:nvSpPr>
            <p:spPr bwMode="auto">
              <a:xfrm>
                <a:off x="898"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8" name="Rectangle 1599"/>
              <p:cNvSpPr>
                <a:spLocks noChangeArrowheads="1"/>
              </p:cNvSpPr>
              <p:nvPr/>
            </p:nvSpPr>
            <p:spPr bwMode="auto">
              <a:xfrm>
                <a:off x="898" y="361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19" name="Line 1600"/>
              <p:cNvSpPr>
                <a:spLocks noChangeShapeType="1"/>
              </p:cNvSpPr>
              <p:nvPr/>
            </p:nvSpPr>
            <p:spPr bwMode="auto">
              <a:xfrm>
                <a:off x="898" y="361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0" name="Line 1601"/>
              <p:cNvSpPr>
                <a:spLocks noChangeShapeType="1"/>
              </p:cNvSpPr>
              <p:nvPr/>
            </p:nvSpPr>
            <p:spPr bwMode="auto">
              <a:xfrm>
                <a:off x="898"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1" name="Rectangle 1602"/>
              <p:cNvSpPr>
                <a:spLocks noChangeArrowheads="1"/>
              </p:cNvSpPr>
              <p:nvPr/>
            </p:nvSpPr>
            <p:spPr bwMode="auto">
              <a:xfrm>
                <a:off x="905" y="3611"/>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22" name="Line 1603"/>
              <p:cNvSpPr>
                <a:spLocks noChangeShapeType="1"/>
              </p:cNvSpPr>
              <p:nvPr/>
            </p:nvSpPr>
            <p:spPr bwMode="auto">
              <a:xfrm>
                <a:off x="905" y="3611"/>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3" name="Rectangle 1604"/>
              <p:cNvSpPr>
                <a:spLocks noChangeArrowheads="1"/>
              </p:cNvSpPr>
              <p:nvPr/>
            </p:nvSpPr>
            <p:spPr bwMode="auto">
              <a:xfrm>
                <a:off x="1132" y="3424"/>
                <a:ext cx="7"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24" name="Line 1605"/>
              <p:cNvSpPr>
                <a:spLocks noChangeShapeType="1"/>
              </p:cNvSpPr>
              <p:nvPr/>
            </p:nvSpPr>
            <p:spPr bwMode="auto">
              <a:xfrm>
                <a:off x="1132"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5" name="Rectangle 1606"/>
              <p:cNvSpPr>
                <a:spLocks noChangeArrowheads="1"/>
              </p:cNvSpPr>
              <p:nvPr/>
            </p:nvSpPr>
            <p:spPr bwMode="auto">
              <a:xfrm>
                <a:off x="1132" y="361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26" name="Line 1607"/>
              <p:cNvSpPr>
                <a:spLocks noChangeShapeType="1"/>
              </p:cNvSpPr>
              <p:nvPr/>
            </p:nvSpPr>
            <p:spPr bwMode="auto">
              <a:xfrm>
                <a:off x="1132" y="361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7" name="Line 1608"/>
              <p:cNvSpPr>
                <a:spLocks noChangeShapeType="1"/>
              </p:cNvSpPr>
              <p:nvPr/>
            </p:nvSpPr>
            <p:spPr bwMode="auto">
              <a:xfrm>
                <a:off x="1132"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8" name="Rectangle 1609"/>
              <p:cNvSpPr>
                <a:spLocks noChangeArrowheads="1"/>
              </p:cNvSpPr>
              <p:nvPr/>
            </p:nvSpPr>
            <p:spPr bwMode="auto">
              <a:xfrm>
                <a:off x="1139" y="3611"/>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29" name="Line 1610"/>
              <p:cNvSpPr>
                <a:spLocks noChangeShapeType="1"/>
              </p:cNvSpPr>
              <p:nvPr/>
            </p:nvSpPr>
            <p:spPr bwMode="auto">
              <a:xfrm>
                <a:off x="1139" y="3611"/>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0" name="Rectangle 1611"/>
              <p:cNvSpPr>
                <a:spLocks noChangeArrowheads="1"/>
              </p:cNvSpPr>
              <p:nvPr/>
            </p:nvSpPr>
            <p:spPr bwMode="auto">
              <a:xfrm>
                <a:off x="1373" y="3424"/>
                <a:ext cx="6"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31" name="Line 1612"/>
              <p:cNvSpPr>
                <a:spLocks noChangeShapeType="1"/>
              </p:cNvSpPr>
              <p:nvPr/>
            </p:nvSpPr>
            <p:spPr bwMode="auto">
              <a:xfrm>
                <a:off x="1373"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2" name="Rectangle 1613"/>
              <p:cNvSpPr>
                <a:spLocks noChangeArrowheads="1"/>
              </p:cNvSpPr>
              <p:nvPr/>
            </p:nvSpPr>
            <p:spPr bwMode="auto">
              <a:xfrm>
                <a:off x="1373" y="3611"/>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33" name="Line 1614"/>
              <p:cNvSpPr>
                <a:spLocks noChangeShapeType="1"/>
              </p:cNvSpPr>
              <p:nvPr/>
            </p:nvSpPr>
            <p:spPr bwMode="auto">
              <a:xfrm>
                <a:off x="1373" y="3611"/>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4" name="Line 1615"/>
              <p:cNvSpPr>
                <a:spLocks noChangeShapeType="1"/>
              </p:cNvSpPr>
              <p:nvPr/>
            </p:nvSpPr>
            <p:spPr bwMode="auto">
              <a:xfrm>
                <a:off x="1373"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5" name="Rectangle 1616"/>
              <p:cNvSpPr>
                <a:spLocks noChangeArrowheads="1"/>
              </p:cNvSpPr>
              <p:nvPr/>
            </p:nvSpPr>
            <p:spPr bwMode="auto">
              <a:xfrm>
                <a:off x="1379" y="3611"/>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36" name="Line 1617"/>
              <p:cNvSpPr>
                <a:spLocks noChangeShapeType="1"/>
              </p:cNvSpPr>
              <p:nvPr/>
            </p:nvSpPr>
            <p:spPr bwMode="auto">
              <a:xfrm>
                <a:off x="1379" y="3611"/>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7" name="Rectangle 1618"/>
              <p:cNvSpPr>
                <a:spLocks noChangeArrowheads="1"/>
              </p:cNvSpPr>
              <p:nvPr/>
            </p:nvSpPr>
            <p:spPr bwMode="auto">
              <a:xfrm>
                <a:off x="1607" y="3424"/>
                <a:ext cx="6"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38" name="Line 1619"/>
              <p:cNvSpPr>
                <a:spLocks noChangeShapeType="1"/>
              </p:cNvSpPr>
              <p:nvPr/>
            </p:nvSpPr>
            <p:spPr bwMode="auto">
              <a:xfrm>
                <a:off x="1607"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9" name="Rectangle 1620"/>
              <p:cNvSpPr>
                <a:spLocks noChangeArrowheads="1"/>
              </p:cNvSpPr>
              <p:nvPr/>
            </p:nvSpPr>
            <p:spPr bwMode="auto">
              <a:xfrm>
                <a:off x="1607" y="3611"/>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40" name="Line 1621"/>
              <p:cNvSpPr>
                <a:spLocks noChangeShapeType="1"/>
              </p:cNvSpPr>
              <p:nvPr/>
            </p:nvSpPr>
            <p:spPr bwMode="auto">
              <a:xfrm>
                <a:off x="1607" y="3611"/>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1" name="Line 1622"/>
              <p:cNvSpPr>
                <a:spLocks noChangeShapeType="1"/>
              </p:cNvSpPr>
              <p:nvPr/>
            </p:nvSpPr>
            <p:spPr bwMode="auto">
              <a:xfrm>
                <a:off x="1607"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2" name="Rectangle 1623"/>
              <p:cNvSpPr>
                <a:spLocks noChangeArrowheads="1"/>
              </p:cNvSpPr>
              <p:nvPr/>
            </p:nvSpPr>
            <p:spPr bwMode="auto">
              <a:xfrm>
                <a:off x="1613" y="3611"/>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43" name="Line 1624"/>
              <p:cNvSpPr>
                <a:spLocks noChangeShapeType="1"/>
              </p:cNvSpPr>
              <p:nvPr/>
            </p:nvSpPr>
            <p:spPr bwMode="auto">
              <a:xfrm>
                <a:off x="1613" y="3611"/>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 name="Rectangle 1625"/>
              <p:cNvSpPr>
                <a:spLocks noChangeArrowheads="1"/>
              </p:cNvSpPr>
              <p:nvPr/>
            </p:nvSpPr>
            <p:spPr bwMode="auto">
              <a:xfrm>
                <a:off x="1847" y="3424"/>
                <a:ext cx="7"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45" name="Line 1626"/>
              <p:cNvSpPr>
                <a:spLocks noChangeShapeType="1"/>
              </p:cNvSpPr>
              <p:nvPr/>
            </p:nvSpPr>
            <p:spPr bwMode="auto">
              <a:xfrm>
                <a:off x="1847"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 name="Rectangle 1627"/>
              <p:cNvSpPr>
                <a:spLocks noChangeArrowheads="1"/>
              </p:cNvSpPr>
              <p:nvPr/>
            </p:nvSpPr>
            <p:spPr bwMode="auto">
              <a:xfrm>
                <a:off x="1847" y="361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47" name="Line 1628"/>
              <p:cNvSpPr>
                <a:spLocks noChangeShapeType="1"/>
              </p:cNvSpPr>
              <p:nvPr/>
            </p:nvSpPr>
            <p:spPr bwMode="auto">
              <a:xfrm>
                <a:off x="1847" y="361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 name="Line 1629"/>
              <p:cNvSpPr>
                <a:spLocks noChangeShapeType="1"/>
              </p:cNvSpPr>
              <p:nvPr/>
            </p:nvSpPr>
            <p:spPr bwMode="auto">
              <a:xfrm>
                <a:off x="1847"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9" name="Rectangle 1630"/>
              <p:cNvSpPr>
                <a:spLocks noChangeArrowheads="1"/>
              </p:cNvSpPr>
              <p:nvPr/>
            </p:nvSpPr>
            <p:spPr bwMode="auto">
              <a:xfrm>
                <a:off x="1854" y="3611"/>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50" name="Line 1631"/>
              <p:cNvSpPr>
                <a:spLocks noChangeShapeType="1"/>
              </p:cNvSpPr>
              <p:nvPr/>
            </p:nvSpPr>
            <p:spPr bwMode="auto">
              <a:xfrm>
                <a:off x="1854" y="3611"/>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1" name="Rectangle 1632"/>
              <p:cNvSpPr>
                <a:spLocks noChangeArrowheads="1"/>
              </p:cNvSpPr>
              <p:nvPr/>
            </p:nvSpPr>
            <p:spPr bwMode="auto">
              <a:xfrm>
                <a:off x="2088" y="3424"/>
                <a:ext cx="6"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52" name="Line 1633"/>
              <p:cNvSpPr>
                <a:spLocks noChangeShapeType="1"/>
              </p:cNvSpPr>
              <p:nvPr/>
            </p:nvSpPr>
            <p:spPr bwMode="auto">
              <a:xfrm>
                <a:off x="2088"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3" name="Rectangle 1634"/>
              <p:cNvSpPr>
                <a:spLocks noChangeArrowheads="1"/>
              </p:cNvSpPr>
              <p:nvPr/>
            </p:nvSpPr>
            <p:spPr bwMode="auto">
              <a:xfrm>
                <a:off x="2088" y="3611"/>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54" name="Line 1635"/>
              <p:cNvSpPr>
                <a:spLocks noChangeShapeType="1"/>
              </p:cNvSpPr>
              <p:nvPr/>
            </p:nvSpPr>
            <p:spPr bwMode="auto">
              <a:xfrm>
                <a:off x="2088" y="3611"/>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5" name="Line 1636"/>
              <p:cNvSpPr>
                <a:spLocks noChangeShapeType="1"/>
              </p:cNvSpPr>
              <p:nvPr/>
            </p:nvSpPr>
            <p:spPr bwMode="auto">
              <a:xfrm>
                <a:off x="2088"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6" name="Rectangle 1637"/>
              <p:cNvSpPr>
                <a:spLocks noChangeArrowheads="1"/>
              </p:cNvSpPr>
              <p:nvPr/>
            </p:nvSpPr>
            <p:spPr bwMode="auto">
              <a:xfrm>
                <a:off x="2094" y="3611"/>
                <a:ext cx="22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57" name="Line 1638"/>
              <p:cNvSpPr>
                <a:spLocks noChangeShapeType="1"/>
              </p:cNvSpPr>
              <p:nvPr/>
            </p:nvSpPr>
            <p:spPr bwMode="auto">
              <a:xfrm>
                <a:off x="2094" y="3611"/>
                <a:ext cx="22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8" name="Rectangle 1639"/>
              <p:cNvSpPr>
                <a:spLocks noChangeArrowheads="1"/>
              </p:cNvSpPr>
              <p:nvPr/>
            </p:nvSpPr>
            <p:spPr bwMode="auto">
              <a:xfrm>
                <a:off x="2322" y="3424"/>
                <a:ext cx="6"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59" name="Line 1640"/>
              <p:cNvSpPr>
                <a:spLocks noChangeShapeType="1"/>
              </p:cNvSpPr>
              <p:nvPr/>
            </p:nvSpPr>
            <p:spPr bwMode="auto">
              <a:xfrm>
                <a:off x="2322"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0" name="Rectangle 1641"/>
              <p:cNvSpPr>
                <a:spLocks noChangeArrowheads="1"/>
              </p:cNvSpPr>
              <p:nvPr/>
            </p:nvSpPr>
            <p:spPr bwMode="auto">
              <a:xfrm>
                <a:off x="2322" y="3611"/>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61" name="Line 1642"/>
              <p:cNvSpPr>
                <a:spLocks noChangeShapeType="1"/>
              </p:cNvSpPr>
              <p:nvPr/>
            </p:nvSpPr>
            <p:spPr bwMode="auto">
              <a:xfrm>
                <a:off x="2322" y="3611"/>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2" name="Line 1643"/>
              <p:cNvSpPr>
                <a:spLocks noChangeShapeType="1"/>
              </p:cNvSpPr>
              <p:nvPr/>
            </p:nvSpPr>
            <p:spPr bwMode="auto">
              <a:xfrm>
                <a:off x="2322"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3" name="Rectangle 1644"/>
              <p:cNvSpPr>
                <a:spLocks noChangeArrowheads="1"/>
              </p:cNvSpPr>
              <p:nvPr/>
            </p:nvSpPr>
            <p:spPr bwMode="auto">
              <a:xfrm>
                <a:off x="2328" y="3611"/>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64" name="Line 1645"/>
              <p:cNvSpPr>
                <a:spLocks noChangeShapeType="1"/>
              </p:cNvSpPr>
              <p:nvPr/>
            </p:nvSpPr>
            <p:spPr bwMode="auto">
              <a:xfrm>
                <a:off x="2328" y="3611"/>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5" name="Rectangle 1646"/>
              <p:cNvSpPr>
                <a:spLocks noChangeArrowheads="1"/>
              </p:cNvSpPr>
              <p:nvPr/>
            </p:nvSpPr>
            <p:spPr bwMode="auto">
              <a:xfrm>
                <a:off x="2562" y="3424"/>
                <a:ext cx="7"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66" name="Line 1647"/>
              <p:cNvSpPr>
                <a:spLocks noChangeShapeType="1"/>
              </p:cNvSpPr>
              <p:nvPr/>
            </p:nvSpPr>
            <p:spPr bwMode="auto">
              <a:xfrm>
                <a:off x="2562"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7" name="Rectangle 1648"/>
              <p:cNvSpPr>
                <a:spLocks noChangeArrowheads="1"/>
              </p:cNvSpPr>
              <p:nvPr/>
            </p:nvSpPr>
            <p:spPr bwMode="auto">
              <a:xfrm>
                <a:off x="2562" y="361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68" name="Line 1649"/>
              <p:cNvSpPr>
                <a:spLocks noChangeShapeType="1"/>
              </p:cNvSpPr>
              <p:nvPr/>
            </p:nvSpPr>
            <p:spPr bwMode="auto">
              <a:xfrm>
                <a:off x="2562" y="361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9" name="Line 1650"/>
              <p:cNvSpPr>
                <a:spLocks noChangeShapeType="1"/>
              </p:cNvSpPr>
              <p:nvPr/>
            </p:nvSpPr>
            <p:spPr bwMode="auto">
              <a:xfrm>
                <a:off x="2562"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0" name="Rectangle 1651"/>
              <p:cNvSpPr>
                <a:spLocks noChangeArrowheads="1"/>
              </p:cNvSpPr>
              <p:nvPr/>
            </p:nvSpPr>
            <p:spPr bwMode="auto">
              <a:xfrm>
                <a:off x="2569" y="3611"/>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71" name="Line 1652"/>
              <p:cNvSpPr>
                <a:spLocks noChangeShapeType="1"/>
              </p:cNvSpPr>
              <p:nvPr/>
            </p:nvSpPr>
            <p:spPr bwMode="auto">
              <a:xfrm>
                <a:off x="2569" y="3611"/>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2" name="Rectangle 1653"/>
              <p:cNvSpPr>
                <a:spLocks noChangeArrowheads="1"/>
              </p:cNvSpPr>
              <p:nvPr/>
            </p:nvSpPr>
            <p:spPr bwMode="auto">
              <a:xfrm>
                <a:off x="2796" y="3424"/>
                <a:ext cx="7"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73" name="Line 1654"/>
              <p:cNvSpPr>
                <a:spLocks noChangeShapeType="1"/>
              </p:cNvSpPr>
              <p:nvPr/>
            </p:nvSpPr>
            <p:spPr bwMode="auto">
              <a:xfrm>
                <a:off x="2796"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4" name="Rectangle 1655"/>
              <p:cNvSpPr>
                <a:spLocks noChangeArrowheads="1"/>
              </p:cNvSpPr>
              <p:nvPr/>
            </p:nvSpPr>
            <p:spPr bwMode="auto">
              <a:xfrm>
                <a:off x="2796" y="361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75" name="Line 1656"/>
              <p:cNvSpPr>
                <a:spLocks noChangeShapeType="1"/>
              </p:cNvSpPr>
              <p:nvPr/>
            </p:nvSpPr>
            <p:spPr bwMode="auto">
              <a:xfrm>
                <a:off x="2796" y="361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6" name="Line 1657"/>
              <p:cNvSpPr>
                <a:spLocks noChangeShapeType="1"/>
              </p:cNvSpPr>
              <p:nvPr/>
            </p:nvSpPr>
            <p:spPr bwMode="auto">
              <a:xfrm>
                <a:off x="2796"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7" name="Rectangle 1658"/>
              <p:cNvSpPr>
                <a:spLocks noChangeArrowheads="1"/>
              </p:cNvSpPr>
              <p:nvPr/>
            </p:nvSpPr>
            <p:spPr bwMode="auto">
              <a:xfrm>
                <a:off x="2803" y="3611"/>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78" name="Line 1659"/>
              <p:cNvSpPr>
                <a:spLocks noChangeShapeType="1"/>
              </p:cNvSpPr>
              <p:nvPr/>
            </p:nvSpPr>
            <p:spPr bwMode="auto">
              <a:xfrm>
                <a:off x="2803" y="3611"/>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9" name="Rectangle 1660"/>
              <p:cNvSpPr>
                <a:spLocks noChangeArrowheads="1"/>
              </p:cNvSpPr>
              <p:nvPr/>
            </p:nvSpPr>
            <p:spPr bwMode="auto">
              <a:xfrm>
                <a:off x="3037" y="3424"/>
                <a:ext cx="6"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80" name="Line 1661"/>
              <p:cNvSpPr>
                <a:spLocks noChangeShapeType="1"/>
              </p:cNvSpPr>
              <p:nvPr/>
            </p:nvSpPr>
            <p:spPr bwMode="auto">
              <a:xfrm>
                <a:off x="3037"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1" name="Rectangle 1662"/>
              <p:cNvSpPr>
                <a:spLocks noChangeArrowheads="1"/>
              </p:cNvSpPr>
              <p:nvPr/>
            </p:nvSpPr>
            <p:spPr bwMode="auto">
              <a:xfrm>
                <a:off x="3037" y="3611"/>
                <a:ext cx="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82" name="Line 1663"/>
              <p:cNvSpPr>
                <a:spLocks noChangeShapeType="1"/>
              </p:cNvSpPr>
              <p:nvPr/>
            </p:nvSpPr>
            <p:spPr bwMode="auto">
              <a:xfrm>
                <a:off x="3037" y="3611"/>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3" name="Line 1664"/>
              <p:cNvSpPr>
                <a:spLocks noChangeShapeType="1"/>
              </p:cNvSpPr>
              <p:nvPr/>
            </p:nvSpPr>
            <p:spPr bwMode="auto">
              <a:xfrm>
                <a:off x="3037"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4" name="Rectangle 1665"/>
              <p:cNvSpPr>
                <a:spLocks noChangeArrowheads="1"/>
              </p:cNvSpPr>
              <p:nvPr/>
            </p:nvSpPr>
            <p:spPr bwMode="auto">
              <a:xfrm>
                <a:off x="3043" y="3611"/>
                <a:ext cx="234"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85" name="Line 1666"/>
              <p:cNvSpPr>
                <a:spLocks noChangeShapeType="1"/>
              </p:cNvSpPr>
              <p:nvPr/>
            </p:nvSpPr>
            <p:spPr bwMode="auto">
              <a:xfrm>
                <a:off x="3043" y="3611"/>
                <a:ext cx="23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6" name="Rectangle 1667"/>
              <p:cNvSpPr>
                <a:spLocks noChangeArrowheads="1"/>
              </p:cNvSpPr>
              <p:nvPr/>
            </p:nvSpPr>
            <p:spPr bwMode="auto">
              <a:xfrm>
                <a:off x="3277" y="3424"/>
                <a:ext cx="7"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87" name="Line 1668"/>
              <p:cNvSpPr>
                <a:spLocks noChangeShapeType="1"/>
              </p:cNvSpPr>
              <p:nvPr/>
            </p:nvSpPr>
            <p:spPr bwMode="auto">
              <a:xfrm>
                <a:off x="3277"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8" name="Rectangle 1669"/>
              <p:cNvSpPr>
                <a:spLocks noChangeArrowheads="1"/>
              </p:cNvSpPr>
              <p:nvPr/>
            </p:nvSpPr>
            <p:spPr bwMode="auto">
              <a:xfrm>
                <a:off x="3277" y="361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89" name="Line 1670"/>
              <p:cNvSpPr>
                <a:spLocks noChangeShapeType="1"/>
              </p:cNvSpPr>
              <p:nvPr/>
            </p:nvSpPr>
            <p:spPr bwMode="auto">
              <a:xfrm>
                <a:off x="3277" y="361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0" name="Line 1671"/>
              <p:cNvSpPr>
                <a:spLocks noChangeShapeType="1"/>
              </p:cNvSpPr>
              <p:nvPr/>
            </p:nvSpPr>
            <p:spPr bwMode="auto">
              <a:xfrm>
                <a:off x="3277" y="361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1" name="Rectangle 1672"/>
              <p:cNvSpPr>
                <a:spLocks noChangeArrowheads="1"/>
              </p:cNvSpPr>
              <p:nvPr/>
            </p:nvSpPr>
            <p:spPr bwMode="auto">
              <a:xfrm>
                <a:off x="3284" y="3611"/>
                <a:ext cx="22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92" name="Line 1673"/>
              <p:cNvSpPr>
                <a:spLocks noChangeShapeType="1"/>
              </p:cNvSpPr>
              <p:nvPr/>
            </p:nvSpPr>
            <p:spPr bwMode="auto">
              <a:xfrm>
                <a:off x="3284" y="3611"/>
                <a:ext cx="22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3" name="Rectangle 1674"/>
              <p:cNvSpPr>
                <a:spLocks noChangeArrowheads="1"/>
              </p:cNvSpPr>
              <p:nvPr/>
            </p:nvSpPr>
            <p:spPr bwMode="auto">
              <a:xfrm>
                <a:off x="3511" y="3424"/>
                <a:ext cx="7" cy="1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94" name="Line 1675"/>
              <p:cNvSpPr>
                <a:spLocks noChangeShapeType="1"/>
              </p:cNvSpPr>
              <p:nvPr/>
            </p:nvSpPr>
            <p:spPr bwMode="auto">
              <a:xfrm>
                <a:off x="3511" y="3424"/>
                <a:ext cx="1" cy="1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5" name="Rectangle 1676"/>
              <p:cNvSpPr>
                <a:spLocks noChangeArrowheads="1"/>
              </p:cNvSpPr>
              <p:nvPr/>
            </p:nvSpPr>
            <p:spPr bwMode="auto">
              <a:xfrm>
                <a:off x="3511" y="361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grpSp>
        <p:sp>
          <p:nvSpPr>
            <p:cNvPr id="1896" name="Line 1677"/>
            <p:cNvSpPr>
              <a:spLocks noChangeShapeType="1"/>
            </p:cNvSpPr>
            <p:nvPr/>
          </p:nvSpPr>
          <p:spPr bwMode="auto">
            <a:xfrm>
              <a:off x="6127767" y="6226245"/>
              <a:ext cx="1111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7" name="Line 1678"/>
            <p:cNvSpPr>
              <a:spLocks noChangeShapeType="1"/>
            </p:cNvSpPr>
            <p:nvPr/>
          </p:nvSpPr>
          <p:spPr bwMode="auto">
            <a:xfrm>
              <a:off x="6127767" y="622624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8" name="Rectangle 1679"/>
            <p:cNvSpPr>
              <a:spLocks noChangeArrowheads="1"/>
            </p:cNvSpPr>
            <p:nvPr/>
          </p:nvSpPr>
          <p:spPr bwMode="auto">
            <a:xfrm>
              <a:off x="6138879" y="6226245"/>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899" name="Line 1680"/>
            <p:cNvSpPr>
              <a:spLocks noChangeShapeType="1"/>
            </p:cNvSpPr>
            <p:nvPr/>
          </p:nvSpPr>
          <p:spPr bwMode="auto">
            <a:xfrm>
              <a:off x="6138879" y="6226245"/>
              <a:ext cx="3714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0" name="Rectangle 1681"/>
            <p:cNvSpPr>
              <a:spLocks noChangeArrowheads="1"/>
            </p:cNvSpPr>
            <p:nvPr/>
          </p:nvSpPr>
          <p:spPr bwMode="auto">
            <a:xfrm>
              <a:off x="6510354" y="5929382"/>
              <a:ext cx="9525" cy="2968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01" name="Line 1682"/>
            <p:cNvSpPr>
              <a:spLocks noChangeShapeType="1"/>
            </p:cNvSpPr>
            <p:nvPr/>
          </p:nvSpPr>
          <p:spPr bwMode="auto">
            <a:xfrm>
              <a:off x="6510354" y="5929382"/>
              <a:ext cx="1588" cy="2968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2" name="Rectangle 1683"/>
            <p:cNvSpPr>
              <a:spLocks noChangeArrowheads="1"/>
            </p:cNvSpPr>
            <p:nvPr/>
          </p:nvSpPr>
          <p:spPr bwMode="auto">
            <a:xfrm>
              <a:off x="6510354" y="6226245"/>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03" name="Line 1684"/>
            <p:cNvSpPr>
              <a:spLocks noChangeShapeType="1"/>
            </p:cNvSpPr>
            <p:nvPr/>
          </p:nvSpPr>
          <p:spPr bwMode="auto">
            <a:xfrm>
              <a:off x="6510354" y="6226245"/>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4" name="Line 1685"/>
            <p:cNvSpPr>
              <a:spLocks noChangeShapeType="1"/>
            </p:cNvSpPr>
            <p:nvPr/>
          </p:nvSpPr>
          <p:spPr bwMode="auto">
            <a:xfrm>
              <a:off x="6510354" y="622624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5" name="Rectangle 1686"/>
            <p:cNvSpPr>
              <a:spLocks noChangeArrowheads="1"/>
            </p:cNvSpPr>
            <p:nvPr/>
          </p:nvSpPr>
          <p:spPr bwMode="auto">
            <a:xfrm>
              <a:off x="6519879" y="6226245"/>
              <a:ext cx="3619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06" name="Line 1687"/>
            <p:cNvSpPr>
              <a:spLocks noChangeShapeType="1"/>
            </p:cNvSpPr>
            <p:nvPr/>
          </p:nvSpPr>
          <p:spPr bwMode="auto">
            <a:xfrm>
              <a:off x="6519879" y="6226245"/>
              <a:ext cx="3619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7" name="Rectangle 1688"/>
            <p:cNvSpPr>
              <a:spLocks noChangeArrowheads="1"/>
            </p:cNvSpPr>
            <p:nvPr/>
          </p:nvSpPr>
          <p:spPr bwMode="auto">
            <a:xfrm>
              <a:off x="6881829" y="5929382"/>
              <a:ext cx="9525" cy="2968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08" name="Line 1689"/>
            <p:cNvSpPr>
              <a:spLocks noChangeShapeType="1"/>
            </p:cNvSpPr>
            <p:nvPr/>
          </p:nvSpPr>
          <p:spPr bwMode="auto">
            <a:xfrm>
              <a:off x="6881829" y="5929382"/>
              <a:ext cx="1588" cy="2968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9" name="Rectangle 1690"/>
            <p:cNvSpPr>
              <a:spLocks noChangeArrowheads="1"/>
            </p:cNvSpPr>
            <p:nvPr/>
          </p:nvSpPr>
          <p:spPr bwMode="auto">
            <a:xfrm>
              <a:off x="6881829" y="6226245"/>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10" name="Line 1691"/>
            <p:cNvSpPr>
              <a:spLocks noChangeShapeType="1"/>
            </p:cNvSpPr>
            <p:nvPr/>
          </p:nvSpPr>
          <p:spPr bwMode="auto">
            <a:xfrm>
              <a:off x="6881829" y="6226245"/>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1" name="Line 1692"/>
            <p:cNvSpPr>
              <a:spLocks noChangeShapeType="1"/>
            </p:cNvSpPr>
            <p:nvPr/>
          </p:nvSpPr>
          <p:spPr bwMode="auto">
            <a:xfrm>
              <a:off x="6881829" y="622624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2" name="Rectangle 1693"/>
            <p:cNvSpPr>
              <a:spLocks noChangeArrowheads="1"/>
            </p:cNvSpPr>
            <p:nvPr/>
          </p:nvSpPr>
          <p:spPr bwMode="auto">
            <a:xfrm>
              <a:off x="6891354" y="6226245"/>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13" name="Line 1694"/>
            <p:cNvSpPr>
              <a:spLocks noChangeShapeType="1"/>
            </p:cNvSpPr>
            <p:nvPr/>
          </p:nvSpPr>
          <p:spPr bwMode="auto">
            <a:xfrm>
              <a:off x="6891354" y="6226245"/>
              <a:ext cx="3714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4" name="Rectangle 1695"/>
            <p:cNvSpPr>
              <a:spLocks noChangeArrowheads="1"/>
            </p:cNvSpPr>
            <p:nvPr/>
          </p:nvSpPr>
          <p:spPr bwMode="auto">
            <a:xfrm>
              <a:off x="7262829" y="5929382"/>
              <a:ext cx="11113" cy="2968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15" name="Line 1696"/>
            <p:cNvSpPr>
              <a:spLocks noChangeShapeType="1"/>
            </p:cNvSpPr>
            <p:nvPr/>
          </p:nvSpPr>
          <p:spPr bwMode="auto">
            <a:xfrm>
              <a:off x="7262829" y="5929382"/>
              <a:ext cx="1588" cy="2968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6" name="Rectangle 1697"/>
            <p:cNvSpPr>
              <a:spLocks noChangeArrowheads="1"/>
            </p:cNvSpPr>
            <p:nvPr/>
          </p:nvSpPr>
          <p:spPr bwMode="auto">
            <a:xfrm>
              <a:off x="7262829" y="6226245"/>
              <a:ext cx="111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17" name="Line 1698"/>
            <p:cNvSpPr>
              <a:spLocks noChangeShapeType="1"/>
            </p:cNvSpPr>
            <p:nvPr/>
          </p:nvSpPr>
          <p:spPr bwMode="auto">
            <a:xfrm>
              <a:off x="7262829" y="6226245"/>
              <a:ext cx="111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8" name="Line 1699"/>
            <p:cNvSpPr>
              <a:spLocks noChangeShapeType="1"/>
            </p:cNvSpPr>
            <p:nvPr/>
          </p:nvSpPr>
          <p:spPr bwMode="auto">
            <a:xfrm>
              <a:off x="7262829" y="622624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9" name="Rectangle 1700"/>
            <p:cNvSpPr>
              <a:spLocks noChangeArrowheads="1"/>
            </p:cNvSpPr>
            <p:nvPr/>
          </p:nvSpPr>
          <p:spPr bwMode="auto">
            <a:xfrm>
              <a:off x="7273942" y="6226245"/>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20" name="Line 1701"/>
            <p:cNvSpPr>
              <a:spLocks noChangeShapeType="1"/>
            </p:cNvSpPr>
            <p:nvPr/>
          </p:nvSpPr>
          <p:spPr bwMode="auto">
            <a:xfrm>
              <a:off x="7273942" y="6226245"/>
              <a:ext cx="3714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1" name="Rectangle 1702"/>
            <p:cNvSpPr>
              <a:spLocks noChangeArrowheads="1"/>
            </p:cNvSpPr>
            <p:nvPr/>
          </p:nvSpPr>
          <p:spPr bwMode="auto">
            <a:xfrm>
              <a:off x="7645417" y="5929382"/>
              <a:ext cx="9525" cy="2968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22" name="Line 1703"/>
            <p:cNvSpPr>
              <a:spLocks noChangeShapeType="1"/>
            </p:cNvSpPr>
            <p:nvPr/>
          </p:nvSpPr>
          <p:spPr bwMode="auto">
            <a:xfrm>
              <a:off x="7645417" y="5929382"/>
              <a:ext cx="1587" cy="2968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3" name="Rectangle 1704"/>
            <p:cNvSpPr>
              <a:spLocks noChangeArrowheads="1"/>
            </p:cNvSpPr>
            <p:nvPr/>
          </p:nvSpPr>
          <p:spPr bwMode="auto">
            <a:xfrm>
              <a:off x="7645417" y="6226245"/>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24" name="Line 1705"/>
            <p:cNvSpPr>
              <a:spLocks noChangeShapeType="1"/>
            </p:cNvSpPr>
            <p:nvPr/>
          </p:nvSpPr>
          <p:spPr bwMode="auto">
            <a:xfrm>
              <a:off x="7645417" y="6226245"/>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5" name="Line 1706"/>
            <p:cNvSpPr>
              <a:spLocks noChangeShapeType="1"/>
            </p:cNvSpPr>
            <p:nvPr/>
          </p:nvSpPr>
          <p:spPr bwMode="auto">
            <a:xfrm>
              <a:off x="7645417" y="622624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6" name="Rectangle 1707"/>
            <p:cNvSpPr>
              <a:spLocks noChangeArrowheads="1"/>
            </p:cNvSpPr>
            <p:nvPr/>
          </p:nvSpPr>
          <p:spPr bwMode="auto">
            <a:xfrm>
              <a:off x="7654942" y="6226245"/>
              <a:ext cx="3619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27" name="Line 1708"/>
            <p:cNvSpPr>
              <a:spLocks noChangeShapeType="1"/>
            </p:cNvSpPr>
            <p:nvPr/>
          </p:nvSpPr>
          <p:spPr bwMode="auto">
            <a:xfrm>
              <a:off x="7654942" y="6226245"/>
              <a:ext cx="3619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8" name="Rectangle 1709"/>
            <p:cNvSpPr>
              <a:spLocks noChangeArrowheads="1"/>
            </p:cNvSpPr>
            <p:nvPr/>
          </p:nvSpPr>
          <p:spPr bwMode="auto">
            <a:xfrm>
              <a:off x="8016892" y="5929382"/>
              <a:ext cx="9525" cy="2968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29" name="Line 1710"/>
            <p:cNvSpPr>
              <a:spLocks noChangeShapeType="1"/>
            </p:cNvSpPr>
            <p:nvPr/>
          </p:nvSpPr>
          <p:spPr bwMode="auto">
            <a:xfrm>
              <a:off x="8016892" y="5929382"/>
              <a:ext cx="1587" cy="2968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0" name="Rectangle 1711"/>
            <p:cNvSpPr>
              <a:spLocks noChangeArrowheads="1"/>
            </p:cNvSpPr>
            <p:nvPr/>
          </p:nvSpPr>
          <p:spPr bwMode="auto">
            <a:xfrm>
              <a:off x="8016892" y="6226245"/>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31" name="Line 1712"/>
            <p:cNvSpPr>
              <a:spLocks noChangeShapeType="1"/>
            </p:cNvSpPr>
            <p:nvPr/>
          </p:nvSpPr>
          <p:spPr bwMode="auto">
            <a:xfrm>
              <a:off x="8016892" y="6226245"/>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2" name="Line 1713"/>
            <p:cNvSpPr>
              <a:spLocks noChangeShapeType="1"/>
            </p:cNvSpPr>
            <p:nvPr/>
          </p:nvSpPr>
          <p:spPr bwMode="auto">
            <a:xfrm>
              <a:off x="8016892" y="622624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3" name="Rectangle 1714"/>
            <p:cNvSpPr>
              <a:spLocks noChangeArrowheads="1"/>
            </p:cNvSpPr>
            <p:nvPr/>
          </p:nvSpPr>
          <p:spPr bwMode="auto">
            <a:xfrm>
              <a:off x="8026417" y="6226245"/>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34" name="Line 1715"/>
            <p:cNvSpPr>
              <a:spLocks noChangeShapeType="1"/>
            </p:cNvSpPr>
            <p:nvPr/>
          </p:nvSpPr>
          <p:spPr bwMode="auto">
            <a:xfrm>
              <a:off x="8026417" y="6226245"/>
              <a:ext cx="3714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5" name="Rectangle 1716"/>
            <p:cNvSpPr>
              <a:spLocks noChangeArrowheads="1"/>
            </p:cNvSpPr>
            <p:nvPr/>
          </p:nvSpPr>
          <p:spPr bwMode="auto">
            <a:xfrm>
              <a:off x="8397892" y="5929382"/>
              <a:ext cx="11112" cy="2968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36" name="Line 1717"/>
            <p:cNvSpPr>
              <a:spLocks noChangeShapeType="1"/>
            </p:cNvSpPr>
            <p:nvPr/>
          </p:nvSpPr>
          <p:spPr bwMode="auto">
            <a:xfrm>
              <a:off x="8397892" y="5929382"/>
              <a:ext cx="1587" cy="2968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7" name="Rectangle 1718"/>
            <p:cNvSpPr>
              <a:spLocks noChangeArrowheads="1"/>
            </p:cNvSpPr>
            <p:nvPr/>
          </p:nvSpPr>
          <p:spPr bwMode="auto">
            <a:xfrm>
              <a:off x="8397892" y="6226245"/>
              <a:ext cx="1111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38" name="Line 1719"/>
            <p:cNvSpPr>
              <a:spLocks noChangeShapeType="1"/>
            </p:cNvSpPr>
            <p:nvPr/>
          </p:nvSpPr>
          <p:spPr bwMode="auto">
            <a:xfrm>
              <a:off x="8397892" y="6226245"/>
              <a:ext cx="1111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9" name="Line 1720"/>
            <p:cNvSpPr>
              <a:spLocks noChangeShapeType="1"/>
            </p:cNvSpPr>
            <p:nvPr/>
          </p:nvSpPr>
          <p:spPr bwMode="auto">
            <a:xfrm>
              <a:off x="8397892" y="622624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0" name="Rectangle 1721"/>
            <p:cNvSpPr>
              <a:spLocks noChangeArrowheads="1"/>
            </p:cNvSpPr>
            <p:nvPr/>
          </p:nvSpPr>
          <p:spPr bwMode="auto">
            <a:xfrm>
              <a:off x="8409004" y="6226245"/>
              <a:ext cx="3603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41" name="Line 1722"/>
            <p:cNvSpPr>
              <a:spLocks noChangeShapeType="1"/>
            </p:cNvSpPr>
            <p:nvPr/>
          </p:nvSpPr>
          <p:spPr bwMode="auto">
            <a:xfrm>
              <a:off x="8409004" y="6226245"/>
              <a:ext cx="36036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2" name="Rectangle 1723"/>
            <p:cNvSpPr>
              <a:spLocks noChangeArrowheads="1"/>
            </p:cNvSpPr>
            <p:nvPr/>
          </p:nvSpPr>
          <p:spPr bwMode="auto">
            <a:xfrm>
              <a:off x="8769367" y="5929382"/>
              <a:ext cx="11112" cy="2968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43" name="Line 1724"/>
            <p:cNvSpPr>
              <a:spLocks noChangeShapeType="1"/>
            </p:cNvSpPr>
            <p:nvPr/>
          </p:nvSpPr>
          <p:spPr bwMode="auto">
            <a:xfrm>
              <a:off x="8769367" y="5929382"/>
              <a:ext cx="1587" cy="2968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4" name="Rectangle 1725"/>
            <p:cNvSpPr>
              <a:spLocks noChangeArrowheads="1"/>
            </p:cNvSpPr>
            <p:nvPr/>
          </p:nvSpPr>
          <p:spPr bwMode="auto">
            <a:xfrm>
              <a:off x="8769367" y="6226245"/>
              <a:ext cx="1111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45" name="Line 1726"/>
            <p:cNvSpPr>
              <a:spLocks noChangeShapeType="1"/>
            </p:cNvSpPr>
            <p:nvPr/>
          </p:nvSpPr>
          <p:spPr bwMode="auto">
            <a:xfrm>
              <a:off x="8769367" y="6226245"/>
              <a:ext cx="1111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 name="Line 1727"/>
            <p:cNvSpPr>
              <a:spLocks noChangeShapeType="1"/>
            </p:cNvSpPr>
            <p:nvPr/>
          </p:nvSpPr>
          <p:spPr bwMode="auto">
            <a:xfrm>
              <a:off x="8769367" y="622624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7" name="Rectangle 1728"/>
            <p:cNvSpPr>
              <a:spLocks noChangeArrowheads="1"/>
            </p:cNvSpPr>
            <p:nvPr/>
          </p:nvSpPr>
          <p:spPr bwMode="auto">
            <a:xfrm>
              <a:off x="8780479" y="6226245"/>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48" name="Line 1729"/>
            <p:cNvSpPr>
              <a:spLocks noChangeShapeType="1"/>
            </p:cNvSpPr>
            <p:nvPr/>
          </p:nvSpPr>
          <p:spPr bwMode="auto">
            <a:xfrm>
              <a:off x="8780479" y="6226245"/>
              <a:ext cx="3714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9" name="Rectangle 1730"/>
            <p:cNvSpPr>
              <a:spLocks noChangeArrowheads="1"/>
            </p:cNvSpPr>
            <p:nvPr/>
          </p:nvSpPr>
          <p:spPr bwMode="auto">
            <a:xfrm>
              <a:off x="9151954" y="5929382"/>
              <a:ext cx="9525" cy="2968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50" name="Line 1731"/>
            <p:cNvSpPr>
              <a:spLocks noChangeShapeType="1"/>
            </p:cNvSpPr>
            <p:nvPr/>
          </p:nvSpPr>
          <p:spPr bwMode="auto">
            <a:xfrm>
              <a:off x="9151954" y="5929382"/>
              <a:ext cx="1588" cy="2968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 name="Rectangle 1732"/>
            <p:cNvSpPr>
              <a:spLocks noChangeArrowheads="1"/>
            </p:cNvSpPr>
            <p:nvPr/>
          </p:nvSpPr>
          <p:spPr bwMode="auto">
            <a:xfrm>
              <a:off x="9151954" y="6226245"/>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52" name="Line 1733"/>
            <p:cNvSpPr>
              <a:spLocks noChangeShapeType="1"/>
            </p:cNvSpPr>
            <p:nvPr/>
          </p:nvSpPr>
          <p:spPr bwMode="auto">
            <a:xfrm>
              <a:off x="9151954" y="6226245"/>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 name="Line 1734"/>
            <p:cNvSpPr>
              <a:spLocks noChangeShapeType="1"/>
            </p:cNvSpPr>
            <p:nvPr/>
          </p:nvSpPr>
          <p:spPr bwMode="auto">
            <a:xfrm>
              <a:off x="9151954" y="622624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4" name="Rectangle 1735"/>
            <p:cNvSpPr>
              <a:spLocks noChangeArrowheads="1"/>
            </p:cNvSpPr>
            <p:nvPr/>
          </p:nvSpPr>
          <p:spPr bwMode="auto">
            <a:xfrm>
              <a:off x="9151954" y="6226245"/>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955" name="Line 1736"/>
            <p:cNvSpPr>
              <a:spLocks noChangeShapeType="1"/>
            </p:cNvSpPr>
            <p:nvPr/>
          </p:nvSpPr>
          <p:spPr bwMode="auto">
            <a:xfrm>
              <a:off x="9151954" y="6226245"/>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6" name="Line 1737"/>
            <p:cNvSpPr>
              <a:spLocks noChangeShapeType="1"/>
            </p:cNvSpPr>
            <p:nvPr/>
          </p:nvSpPr>
          <p:spPr bwMode="auto">
            <a:xfrm>
              <a:off x="9151954" y="622624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7" name="Rectangle 1759"/>
            <p:cNvSpPr>
              <a:spLocks noChangeArrowheads="1"/>
            </p:cNvSpPr>
            <p:nvPr/>
          </p:nvSpPr>
          <p:spPr bwMode="auto">
            <a:xfrm>
              <a:off x="866792" y="4383157"/>
              <a:ext cx="7239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zh-CN" altLang="en-US" sz="1900">
                  <a:solidFill>
                    <a:srgbClr val="000000"/>
                  </a:solidFill>
                  <a:latin typeface="宋体" pitchFamily="2" charset="-122"/>
                </a:rPr>
                <a:t>页面引</a:t>
              </a:r>
              <a:endParaRPr lang="zh-CN" altLang="en-US" sz="3200" b="1">
                <a:latin typeface="Arial" pitchFamily="34" charset="0"/>
              </a:endParaRPr>
            </a:p>
          </p:txBody>
        </p:sp>
        <p:sp>
          <p:nvSpPr>
            <p:cNvPr id="1958" name="Rectangle 1760"/>
            <p:cNvSpPr>
              <a:spLocks noChangeArrowheads="1"/>
            </p:cNvSpPr>
            <p:nvPr/>
          </p:nvSpPr>
          <p:spPr bwMode="auto">
            <a:xfrm>
              <a:off x="866792" y="469272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zh-CN" altLang="en-US" sz="1900">
                  <a:solidFill>
                    <a:srgbClr val="000000"/>
                  </a:solidFill>
                  <a:latin typeface="宋体" pitchFamily="2" charset="-122"/>
                </a:rPr>
                <a:t>用</a:t>
              </a:r>
              <a:endParaRPr lang="zh-CN" altLang="en-US" sz="3200" b="1">
                <a:latin typeface="Arial" pitchFamily="34" charset="0"/>
              </a:endParaRPr>
            </a:p>
          </p:txBody>
        </p:sp>
        <p:sp>
          <p:nvSpPr>
            <p:cNvPr id="1959" name="Rectangle 1761"/>
            <p:cNvSpPr>
              <a:spLocks noChangeArrowheads="1"/>
            </p:cNvSpPr>
            <p:nvPr/>
          </p:nvSpPr>
          <p:spPr bwMode="auto">
            <a:xfrm>
              <a:off x="1063642" y="469272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60" name="Rectangle 1762"/>
            <p:cNvSpPr>
              <a:spLocks noChangeArrowheads="1"/>
            </p:cNvSpPr>
            <p:nvPr/>
          </p:nvSpPr>
          <p:spPr bwMode="auto">
            <a:xfrm>
              <a:off x="168276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7</a:t>
              </a:r>
              <a:endParaRPr lang="en-US" altLang="zh-CN" sz="3200" b="1">
                <a:latin typeface="Arial" pitchFamily="34" charset="0"/>
              </a:endParaRPr>
            </a:p>
          </p:txBody>
        </p:sp>
        <p:sp>
          <p:nvSpPr>
            <p:cNvPr id="1961" name="Rectangle 1763"/>
            <p:cNvSpPr>
              <a:spLocks noChangeArrowheads="1"/>
            </p:cNvSpPr>
            <p:nvPr/>
          </p:nvSpPr>
          <p:spPr bwMode="auto">
            <a:xfrm>
              <a:off x="178595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62" name="Rectangle 1764"/>
            <p:cNvSpPr>
              <a:spLocks noChangeArrowheads="1"/>
            </p:cNvSpPr>
            <p:nvPr/>
          </p:nvSpPr>
          <p:spPr bwMode="auto">
            <a:xfrm>
              <a:off x="206376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963" name="Rectangle 1765"/>
            <p:cNvSpPr>
              <a:spLocks noChangeArrowheads="1"/>
            </p:cNvSpPr>
            <p:nvPr/>
          </p:nvSpPr>
          <p:spPr bwMode="auto">
            <a:xfrm>
              <a:off x="216695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64" name="Rectangle 1766"/>
            <p:cNvSpPr>
              <a:spLocks noChangeArrowheads="1"/>
            </p:cNvSpPr>
            <p:nvPr/>
          </p:nvSpPr>
          <p:spPr bwMode="auto">
            <a:xfrm>
              <a:off x="2435242"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1</a:t>
              </a:r>
              <a:endParaRPr lang="en-US" altLang="zh-CN" sz="3200" b="1">
                <a:latin typeface="Arial" pitchFamily="34" charset="0"/>
              </a:endParaRPr>
            </a:p>
          </p:txBody>
        </p:sp>
        <p:sp>
          <p:nvSpPr>
            <p:cNvPr id="1965" name="Rectangle 1767"/>
            <p:cNvSpPr>
              <a:spLocks noChangeArrowheads="1"/>
            </p:cNvSpPr>
            <p:nvPr/>
          </p:nvSpPr>
          <p:spPr bwMode="auto">
            <a:xfrm>
              <a:off x="253842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66" name="Rectangle 1768"/>
            <p:cNvSpPr>
              <a:spLocks noChangeArrowheads="1"/>
            </p:cNvSpPr>
            <p:nvPr/>
          </p:nvSpPr>
          <p:spPr bwMode="auto">
            <a:xfrm>
              <a:off x="281782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2</a:t>
              </a:r>
              <a:endParaRPr lang="en-US" altLang="zh-CN" sz="3200" b="1">
                <a:latin typeface="Arial" pitchFamily="34" charset="0"/>
              </a:endParaRPr>
            </a:p>
          </p:txBody>
        </p:sp>
        <p:sp>
          <p:nvSpPr>
            <p:cNvPr id="1967" name="Rectangle 1769"/>
            <p:cNvSpPr>
              <a:spLocks noChangeArrowheads="1"/>
            </p:cNvSpPr>
            <p:nvPr/>
          </p:nvSpPr>
          <p:spPr bwMode="auto">
            <a:xfrm>
              <a:off x="292101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68" name="Rectangle 1770"/>
            <p:cNvSpPr>
              <a:spLocks noChangeArrowheads="1"/>
            </p:cNvSpPr>
            <p:nvPr/>
          </p:nvSpPr>
          <p:spPr bwMode="auto">
            <a:xfrm>
              <a:off x="319882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969" name="Rectangle 1771"/>
            <p:cNvSpPr>
              <a:spLocks noChangeArrowheads="1"/>
            </p:cNvSpPr>
            <p:nvPr/>
          </p:nvSpPr>
          <p:spPr bwMode="auto">
            <a:xfrm>
              <a:off x="330201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70" name="Rectangle 1772"/>
            <p:cNvSpPr>
              <a:spLocks noChangeArrowheads="1"/>
            </p:cNvSpPr>
            <p:nvPr/>
          </p:nvSpPr>
          <p:spPr bwMode="auto">
            <a:xfrm>
              <a:off x="357030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3</a:t>
              </a:r>
              <a:endParaRPr lang="en-US" altLang="zh-CN" sz="3200" b="1">
                <a:latin typeface="Arial" pitchFamily="34" charset="0"/>
              </a:endParaRPr>
            </a:p>
          </p:txBody>
        </p:sp>
        <p:sp>
          <p:nvSpPr>
            <p:cNvPr id="1971" name="Rectangle 1773"/>
            <p:cNvSpPr>
              <a:spLocks noChangeArrowheads="1"/>
            </p:cNvSpPr>
            <p:nvPr/>
          </p:nvSpPr>
          <p:spPr bwMode="auto">
            <a:xfrm>
              <a:off x="3673492"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72" name="Rectangle 1774"/>
            <p:cNvSpPr>
              <a:spLocks noChangeArrowheads="1"/>
            </p:cNvSpPr>
            <p:nvPr/>
          </p:nvSpPr>
          <p:spPr bwMode="auto">
            <a:xfrm>
              <a:off x="3952892"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973" name="Rectangle 1775"/>
            <p:cNvSpPr>
              <a:spLocks noChangeArrowheads="1"/>
            </p:cNvSpPr>
            <p:nvPr/>
          </p:nvSpPr>
          <p:spPr bwMode="auto">
            <a:xfrm>
              <a:off x="405607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74" name="Rectangle 1776"/>
            <p:cNvSpPr>
              <a:spLocks noChangeArrowheads="1"/>
            </p:cNvSpPr>
            <p:nvPr/>
          </p:nvSpPr>
          <p:spPr bwMode="auto">
            <a:xfrm>
              <a:off x="432436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4</a:t>
              </a:r>
              <a:endParaRPr lang="en-US" altLang="zh-CN" sz="3200" b="1">
                <a:latin typeface="Arial" pitchFamily="34" charset="0"/>
              </a:endParaRPr>
            </a:p>
          </p:txBody>
        </p:sp>
        <p:sp>
          <p:nvSpPr>
            <p:cNvPr id="1975" name="Rectangle 1777"/>
            <p:cNvSpPr>
              <a:spLocks noChangeArrowheads="1"/>
            </p:cNvSpPr>
            <p:nvPr/>
          </p:nvSpPr>
          <p:spPr bwMode="auto">
            <a:xfrm>
              <a:off x="442755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76" name="Rectangle 1778"/>
            <p:cNvSpPr>
              <a:spLocks noChangeArrowheads="1"/>
            </p:cNvSpPr>
            <p:nvPr/>
          </p:nvSpPr>
          <p:spPr bwMode="auto">
            <a:xfrm>
              <a:off x="470536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2</a:t>
              </a:r>
              <a:endParaRPr lang="en-US" altLang="zh-CN" sz="3200" b="1">
                <a:latin typeface="Arial" pitchFamily="34" charset="0"/>
              </a:endParaRPr>
            </a:p>
          </p:txBody>
        </p:sp>
        <p:sp>
          <p:nvSpPr>
            <p:cNvPr id="1977" name="Rectangle 1779"/>
            <p:cNvSpPr>
              <a:spLocks noChangeArrowheads="1"/>
            </p:cNvSpPr>
            <p:nvPr/>
          </p:nvSpPr>
          <p:spPr bwMode="auto">
            <a:xfrm>
              <a:off x="480855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78" name="Rectangle 1780"/>
            <p:cNvSpPr>
              <a:spLocks noChangeArrowheads="1"/>
            </p:cNvSpPr>
            <p:nvPr/>
          </p:nvSpPr>
          <p:spPr bwMode="auto">
            <a:xfrm>
              <a:off x="508795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3</a:t>
              </a:r>
              <a:endParaRPr lang="en-US" altLang="zh-CN" sz="3200" b="1">
                <a:latin typeface="Arial" pitchFamily="34" charset="0"/>
              </a:endParaRPr>
            </a:p>
          </p:txBody>
        </p:sp>
        <p:sp>
          <p:nvSpPr>
            <p:cNvPr id="1979" name="Rectangle 1781"/>
            <p:cNvSpPr>
              <a:spLocks noChangeArrowheads="1"/>
            </p:cNvSpPr>
            <p:nvPr/>
          </p:nvSpPr>
          <p:spPr bwMode="auto">
            <a:xfrm>
              <a:off x="5191142"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80" name="Rectangle 1782"/>
            <p:cNvSpPr>
              <a:spLocks noChangeArrowheads="1"/>
            </p:cNvSpPr>
            <p:nvPr/>
          </p:nvSpPr>
          <p:spPr bwMode="auto">
            <a:xfrm>
              <a:off x="545942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981" name="Rectangle 1783"/>
            <p:cNvSpPr>
              <a:spLocks noChangeArrowheads="1"/>
            </p:cNvSpPr>
            <p:nvPr/>
          </p:nvSpPr>
          <p:spPr bwMode="auto">
            <a:xfrm>
              <a:off x="556261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82" name="Rectangle 1784"/>
            <p:cNvSpPr>
              <a:spLocks noChangeArrowheads="1"/>
            </p:cNvSpPr>
            <p:nvPr/>
          </p:nvSpPr>
          <p:spPr bwMode="auto">
            <a:xfrm>
              <a:off x="584042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3</a:t>
              </a:r>
              <a:endParaRPr lang="en-US" altLang="zh-CN" sz="3200" b="1">
                <a:latin typeface="Arial" pitchFamily="34" charset="0"/>
              </a:endParaRPr>
            </a:p>
          </p:txBody>
        </p:sp>
        <p:sp>
          <p:nvSpPr>
            <p:cNvPr id="1983" name="Rectangle 1785"/>
            <p:cNvSpPr>
              <a:spLocks noChangeArrowheads="1"/>
            </p:cNvSpPr>
            <p:nvPr/>
          </p:nvSpPr>
          <p:spPr bwMode="auto">
            <a:xfrm>
              <a:off x="594361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84" name="Rectangle 1786"/>
            <p:cNvSpPr>
              <a:spLocks noChangeArrowheads="1"/>
            </p:cNvSpPr>
            <p:nvPr/>
          </p:nvSpPr>
          <p:spPr bwMode="auto">
            <a:xfrm>
              <a:off x="621190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2</a:t>
              </a:r>
              <a:endParaRPr lang="en-US" altLang="zh-CN" sz="3200" b="1">
                <a:latin typeface="Arial" pitchFamily="34" charset="0"/>
              </a:endParaRPr>
            </a:p>
          </p:txBody>
        </p:sp>
        <p:sp>
          <p:nvSpPr>
            <p:cNvPr id="1985" name="Rectangle 1787"/>
            <p:cNvSpPr>
              <a:spLocks noChangeArrowheads="1"/>
            </p:cNvSpPr>
            <p:nvPr/>
          </p:nvSpPr>
          <p:spPr bwMode="auto">
            <a:xfrm>
              <a:off x="6315092"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86" name="Rectangle 1788"/>
            <p:cNvSpPr>
              <a:spLocks noChangeArrowheads="1"/>
            </p:cNvSpPr>
            <p:nvPr/>
          </p:nvSpPr>
          <p:spPr bwMode="auto">
            <a:xfrm>
              <a:off x="6594492"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1</a:t>
              </a:r>
              <a:endParaRPr lang="en-US" altLang="zh-CN" sz="3200" b="1">
                <a:latin typeface="Arial" pitchFamily="34" charset="0"/>
              </a:endParaRPr>
            </a:p>
          </p:txBody>
        </p:sp>
        <p:sp>
          <p:nvSpPr>
            <p:cNvPr id="1987" name="Rectangle 1789"/>
            <p:cNvSpPr>
              <a:spLocks noChangeArrowheads="1"/>
            </p:cNvSpPr>
            <p:nvPr/>
          </p:nvSpPr>
          <p:spPr bwMode="auto">
            <a:xfrm>
              <a:off x="669767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88" name="Rectangle 1790"/>
            <p:cNvSpPr>
              <a:spLocks noChangeArrowheads="1"/>
            </p:cNvSpPr>
            <p:nvPr/>
          </p:nvSpPr>
          <p:spPr bwMode="auto">
            <a:xfrm>
              <a:off x="6975492"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2</a:t>
              </a:r>
              <a:endParaRPr lang="en-US" altLang="zh-CN" sz="3200" b="1">
                <a:latin typeface="Arial" pitchFamily="34" charset="0"/>
              </a:endParaRPr>
            </a:p>
          </p:txBody>
        </p:sp>
        <p:sp>
          <p:nvSpPr>
            <p:cNvPr id="1989" name="Rectangle 1791"/>
            <p:cNvSpPr>
              <a:spLocks noChangeArrowheads="1"/>
            </p:cNvSpPr>
            <p:nvPr/>
          </p:nvSpPr>
          <p:spPr bwMode="auto">
            <a:xfrm>
              <a:off x="707867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90" name="Rectangle 1792"/>
            <p:cNvSpPr>
              <a:spLocks noChangeArrowheads="1"/>
            </p:cNvSpPr>
            <p:nvPr/>
          </p:nvSpPr>
          <p:spPr bwMode="auto">
            <a:xfrm>
              <a:off x="734696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991" name="Rectangle 1793"/>
            <p:cNvSpPr>
              <a:spLocks noChangeArrowheads="1"/>
            </p:cNvSpPr>
            <p:nvPr/>
          </p:nvSpPr>
          <p:spPr bwMode="auto">
            <a:xfrm>
              <a:off x="745015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92" name="Rectangle 1794"/>
            <p:cNvSpPr>
              <a:spLocks noChangeArrowheads="1"/>
            </p:cNvSpPr>
            <p:nvPr/>
          </p:nvSpPr>
          <p:spPr bwMode="auto">
            <a:xfrm>
              <a:off x="772955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1</a:t>
              </a:r>
              <a:endParaRPr lang="en-US" altLang="zh-CN" sz="3200" b="1">
                <a:latin typeface="Arial" pitchFamily="34" charset="0"/>
              </a:endParaRPr>
            </a:p>
          </p:txBody>
        </p:sp>
        <p:sp>
          <p:nvSpPr>
            <p:cNvPr id="1993" name="Rectangle 1795"/>
            <p:cNvSpPr>
              <a:spLocks noChangeArrowheads="1"/>
            </p:cNvSpPr>
            <p:nvPr/>
          </p:nvSpPr>
          <p:spPr bwMode="auto">
            <a:xfrm>
              <a:off x="7832742"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94" name="Rectangle 1796"/>
            <p:cNvSpPr>
              <a:spLocks noChangeArrowheads="1"/>
            </p:cNvSpPr>
            <p:nvPr/>
          </p:nvSpPr>
          <p:spPr bwMode="auto">
            <a:xfrm>
              <a:off x="810102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7</a:t>
              </a:r>
              <a:endParaRPr lang="en-US" altLang="zh-CN" sz="3200" b="1">
                <a:latin typeface="Arial" pitchFamily="34" charset="0"/>
              </a:endParaRPr>
            </a:p>
          </p:txBody>
        </p:sp>
        <p:sp>
          <p:nvSpPr>
            <p:cNvPr id="1995" name="Rectangle 1797"/>
            <p:cNvSpPr>
              <a:spLocks noChangeArrowheads="1"/>
            </p:cNvSpPr>
            <p:nvPr/>
          </p:nvSpPr>
          <p:spPr bwMode="auto">
            <a:xfrm>
              <a:off x="820421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96" name="Rectangle 1798"/>
            <p:cNvSpPr>
              <a:spLocks noChangeArrowheads="1"/>
            </p:cNvSpPr>
            <p:nvPr/>
          </p:nvSpPr>
          <p:spPr bwMode="auto">
            <a:xfrm>
              <a:off x="8482029"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0</a:t>
              </a:r>
              <a:endParaRPr lang="en-US" altLang="zh-CN" sz="3200" b="1">
                <a:latin typeface="Arial" pitchFamily="34" charset="0"/>
              </a:endParaRPr>
            </a:p>
          </p:txBody>
        </p:sp>
        <p:sp>
          <p:nvSpPr>
            <p:cNvPr id="1997" name="Rectangle 1799"/>
            <p:cNvSpPr>
              <a:spLocks noChangeArrowheads="1"/>
            </p:cNvSpPr>
            <p:nvPr/>
          </p:nvSpPr>
          <p:spPr bwMode="auto">
            <a:xfrm>
              <a:off x="858521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1998" name="Rectangle 1800"/>
            <p:cNvSpPr>
              <a:spLocks noChangeArrowheads="1"/>
            </p:cNvSpPr>
            <p:nvPr/>
          </p:nvSpPr>
          <p:spPr bwMode="auto">
            <a:xfrm>
              <a:off x="8864617"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1</a:t>
              </a:r>
              <a:endParaRPr lang="en-US" altLang="zh-CN" sz="3200" b="1">
                <a:latin typeface="Arial" pitchFamily="34" charset="0"/>
              </a:endParaRPr>
            </a:p>
          </p:txBody>
        </p:sp>
        <p:sp>
          <p:nvSpPr>
            <p:cNvPr id="1999" name="Rectangle 1801"/>
            <p:cNvSpPr>
              <a:spLocks noChangeArrowheads="1"/>
            </p:cNvSpPr>
            <p:nvPr/>
          </p:nvSpPr>
          <p:spPr bwMode="auto">
            <a:xfrm>
              <a:off x="8967804" y="4383157"/>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fontAlgn="ctr">
                <a:spcBef>
                  <a:spcPct val="20000"/>
                </a:spcBef>
              </a:pPr>
              <a:r>
                <a:rPr lang="en-US" altLang="zh-CN" sz="1900">
                  <a:solidFill>
                    <a:srgbClr val="000000"/>
                  </a:solidFill>
                  <a:latin typeface="宋体" pitchFamily="2" charset="-122"/>
                </a:rPr>
                <a:t> </a:t>
              </a:r>
              <a:endParaRPr lang="en-US" altLang="zh-CN" sz="3200" b="1">
                <a:latin typeface="Arial" pitchFamily="34" charset="0"/>
              </a:endParaRPr>
            </a:p>
          </p:txBody>
        </p:sp>
        <p:sp>
          <p:nvSpPr>
            <p:cNvPr id="2000" name="Rectangle 1802"/>
            <p:cNvSpPr>
              <a:spLocks noChangeArrowheads="1"/>
            </p:cNvSpPr>
            <p:nvPr/>
          </p:nvSpPr>
          <p:spPr bwMode="auto">
            <a:xfrm>
              <a:off x="784242" y="4345057"/>
              <a:ext cx="1111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01" name="Line 1803"/>
            <p:cNvSpPr>
              <a:spLocks noChangeShapeType="1"/>
            </p:cNvSpPr>
            <p:nvPr/>
          </p:nvSpPr>
          <p:spPr bwMode="auto">
            <a:xfrm>
              <a:off x="784242" y="4345057"/>
              <a:ext cx="11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2" name="Line 1804"/>
            <p:cNvSpPr>
              <a:spLocks noChangeShapeType="1"/>
            </p:cNvSpPr>
            <p:nvPr/>
          </p:nvSpPr>
          <p:spPr bwMode="auto">
            <a:xfrm>
              <a:off x="784242"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3" name="Rectangle 1805"/>
            <p:cNvSpPr>
              <a:spLocks noChangeArrowheads="1"/>
            </p:cNvSpPr>
            <p:nvPr/>
          </p:nvSpPr>
          <p:spPr bwMode="auto">
            <a:xfrm>
              <a:off x="784242" y="4345057"/>
              <a:ext cx="1111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04" name="Line 1806"/>
            <p:cNvSpPr>
              <a:spLocks noChangeShapeType="1"/>
            </p:cNvSpPr>
            <p:nvPr/>
          </p:nvSpPr>
          <p:spPr bwMode="auto">
            <a:xfrm>
              <a:off x="784242" y="4345057"/>
              <a:ext cx="11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5" name="Line 1807"/>
            <p:cNvSpPr>
              <a:spLocks noChangeShapeType="1"/>
            </p:cNvSpPr>
            <p:nvPr/>
          </p:nvSpPr>
          <p:spPr bwMode="auto">
            <a:xfrm>
              <a:off x="784242"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6" name="Rectangle 1808"/>
            <p:cNvSpPr>
              <a:spLocks noChangeArrowheads="1"/>
            </p:cNvSpPr>
            <p:nvPr/>
          </p:nvSpPr>
          <p:spPr bwMode="auto">
            <a:xfrm>
              <a:off x="795354" y="4345057"/>
              <a:ext cx="8048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07" name="Line 1809"/>
            <p:cNvSpPr>
              <a:spLocks noChangeShapeType="1"/>
            </p:cNvSpPr>
            <p:nvPr/>
          </p:nvSpPr>
          <p:spPr bwMode="auto">
            <a:xfrm>
              <a:off x="795354" y="4345057"/>
              <a:ext cx="8048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8" name="Rectangle 1810"/>
            <p:cNvSpPr>
              <a:spLocks noChangeArrowheads="1"/>
            </p:cNvSpPr>
            <p:nvPr/>
          </p:nvSpPr>
          <p:spPr bwMode="auto">
            <a:xfrm>
              <a:off x="1600217"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09" name="Line 1811"/>
            <p:cNvSpPr>
              <a:spLocks noChangeShapeType="1"/>
            </p:cNvSpPr>
            <p:nvPr/>
          </p:nvSpPr>
          <p:spPr bwMode="auto">
            <a:xfrm>
              <a:off x="1600217"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10" name="Line 1812"/>
            <p:cNvSpPr>
              <a:spLocks noChangeShapeType="1"/>
            </p:cNvSpPr>
            <p:nvPr/>
          </p:nvSpPr>
          <p:spPr bwMode="auto">
            <a:xfrm>
              <a:off x="1600217"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11" name="Rectangle 1813"/>
            <p:cNvSpPr>
              <a:spLocks noChangeArrowheads="1"/>
            </p:cNvSpPr>
            <p:nvPr/>
          </p:nvSpPr>
          <p:spPr bwMode="auto">
            <a:xfrm>
              <a:off x="1609742"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12" name="Line 1814"/>
            <p:cNvSpPr>
              <a:spLocks noChangeShapeType="1"/>
            </p:cNvSpPr>
            <p:nvPr/>
          </p:nvSpPr>
          <p:spPr bwMode="auto">
            <a:xfrm>
              <a:off x="1609742"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13" name="Rectangle 1815"/>
            <p:cNvSpPr>
              <a:spLocks noChangeArrowheads="1"/>
            </p:cNvSpPr>
            <p:nvPr/>
          </p:nvSpPr>
          <p:spPr bwMode="auto">
            <a:xfrm>
              <a:off x="1981217" y="4345057"/>
              <a:ext cx="1111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14" name="Line 1816"/>
            <p:cNvSpPr>
              <a:spLocks noChangeShapeType="1"/>
            </p:cNvSpPr>
            <p:nvPr/>
          </p:nvSpPr>
          <p:spPr bwMode="auto">
            <a:xfrm>
              <a:off x="1981217" y="4345057"/>
              <a:ext cx="11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15" name="Line 1817"/>
            <p:cNvSpPr>
              <a:spLocks noChangeShapeType="1"/>
            </p:cNvSpPr>
            <p:nvPr/>
          </p:nvSpPr>
          <p:spPr bwMode="auto">
            <a:xfrm>
              <a:off x="1981217"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16" name="Rectangle 1818"/>
            <p:cNvSpPr>
              <a:spLocks noChangeArrowheads="1"/>
            </p:cNvSpPr>
            <p:nvPr/>
          </p:nvSpPr>
          <p:spPr bwMode="auto">
            <a:xfrm>
              <a:off x="1992329" y="4345057"/>
              <a:ext cx="3603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17" name="Line 1819"/>
            <p:cNvSpPr>
              <a:spLocks noChangeShapeType="1"/>
            </p:cNvSpPr>
            <p:nvPr/>
          </p:nvSpPr>
          <p:spPr bwMode="auto">
            <a:xfrm>
              <a:off x="1992329" y="4345057"/>
              <a:ext cx="3603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18" name="Rectangle 1820"/>
            <p:cNvSpPr>
              <a:spLocks noChangeArrowheads="1"/>
            </p:cNvSpPr>
            <p:nvPr/>
          </p:nvSpPr>
          <p:spPr bwMode="auto">
            <a:xfrm>
              <a:off x="2352692" y="4345057"/>
              <a:ext cx="1111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19" name="Line 1821"/>
            <p:cNvSpPr>
              <a:spLocks noChangeShapeType="1"/>
            </p:cNvSpPr>
            <p:nvPr/>
          </p:nvSpPr>
          <p:spPr bwMode="auto">
            <a:xfrm>
              <a:off x="2352692" y="4345057"/>
              <a:ext cx="11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20" name="Line 1822"/>
            <p:cNvSpPr>
              <a:spLocks noChangeShapeType="1"/>
            </p:cNvSpPr>
            <p:nvPr/>
          </p:nvSpPr>
          <p:spPr bwMode="auto">
            <a:xfrm>
              <a:off x="2352692"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21" name="Rectangle 1823"/>
            <p:cNvSpPr>
              <a:spLocks noChangeArrowheads="1"/>
            </p:cNvSpPr>
            <p:nvPr/>
          </p:nvSpPr>
          <p:spPr bwMode="auto">
            <a:xfrm>
              <a:off x="2363804"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22" name="Line 1824"/>
            <p:cNvSpPr>
              <a:spLocks noChangeShapeType="1"/>
            </p:cNvSpPr>
            <p:nvPr/>
          </p:nvSpPr>
          <p:spPr bwMode="auto">
            <a:xfrm>
              <a:off x="2363804"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23" name="Rectangle 1825"/>
            <p:cNvSpPr>
              <a:spLocks noChangeArrowheads="1"/>
            </p:cNvSpPr>
            <p:nvPr/>
          </p:nvSpPr>
          <p:spPr bwMode="auto">
            <a:xfrm>
              <a:off x="2735279"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24" name="Line 1826"/>
            <p:cNvSpPr>
              <a:spLocks noChangeShapeType="1"/>
            </p:cNvSpPr>
            <p:nvPr/>
          </p:nvSpPr>
          <p:spPr bwMode="auto">
            <a:xfrm>
              <a:off x="2735279"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25" name="Line 1827"/>
            <p:cNvSpPr>
              <a:spLocks noChangeShapeType="1"/>
            </p:cNvSpPr>
            <p:nvPr/>
          </p:nvSpPr>
          <p:spPr bwMode="auto">
            <a:xfrm>
              <a:off x="2735279"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26" name="Rectangle 1828"/>
            <p:cNvSpPr>
              <a:spLocks noChangeArrowheads="1"/>
            </p:cNvSpPr>
            <p:nvPr/>
          </p:nvSpPr>
          <p:spPr bwMode="auto">
            <a:xfrm>
              <a:off x="2744804" y="4345057"/>
              <a:ext cx="3619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27" name="Line 1829"/>
            <p:cNvSpPr>
              <a:spLocks noChangeShapeType="1"/>
            </p:cNvSpPr>
            <p:nvPr/>
          </p:nvSpPr>
          <p:spPr bwMode="auto">
            <a:xfrm>
              <a:off x="2744804" y="4345057"/>
              <a:ext cx="3619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28" name="Rectangle 1830"/>
            <p:cNvSpPr>
              <a:spLocks noChangeArrowheads="1"/>
            </p:cNvSpPr>
            <p:nvPr/>
          </p:nvSpPr>
          <p:spPr bwMode="auto">
            <a:xfrm>
              <a:off x="3106754"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29" name="Line 1831"/>
            <p:cNvSpPr>
              <a:spLocks noChangeShapeType="1"/>
            </p:cNvSpPr>
            <p:nvPr/>
          </p:nvSpPr>
          <p:spPr bwMode="auto">
            <a:xfrm>
              <a:off x="3106754"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0" name="Line 1832"/>
            <p:cNvSpPr>
              <a:spLocks noChangeShapeType="1"/>
            </p:cNvSpPr>
            <p:nvPr/>
          </p:nvSpPr>
          <p:spPr bwMode="auto">
            <a:xfrm>
              <a:off x="3106754"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1" name="Rectangle 1833"/>
            <p:cNvSpPr>
              <a:spLocks noChangeArrowheads="1"/>
            </p:cNvSpPr>
            <p:nvPr/>
          </p:nvSpPr>
          <p:spPr bwMode="auto">
            <a:xfrm>
              <a:off x="3116279"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32" name="Line 1834"/>
            <p:cNvSpPr>
              <a:spLocks noChangeShapeType="1"/>
            </p:cNvSpPr>
            <p:nvPr/>
          </p:nvSpPr>
          <p:spPr bwMode="auto">
            <a:xfrm>
              <a:off x="3116279"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3" name="Rectangle 1835"/>
            <p:cNvSpPr>
              <a:spLocks noChangeArrowheads="1"/>
            </p:cNvSpPr>
            <p:nvPr/>
          </p:nvSpPr>
          <p:spPr bwMode="auto">
            <a:xfrm>
              <a:off x="3487754" y="4345057"/>
              <a:ext cx="111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34" name="Line 1836"/>
            <p:cNvSpPr>
              <a:spLocks noChangeShapeType="1"/>
            </p:cNvSpPr>
            <p:nvPr/>
          </p:nvSpPr>
          <p:spPr bwMode="auto">
            <a:xfrm>
              <a:off x="3487754" y="4345057"/>
              <a:ext cx="11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5" name="Line 1837"/>
            <p:cNvSpPr>
              <a:spLocks noChangeShapeType="1"/>
            </p:cNvSpPr>
            <p:nvPr/>
          </p:nvSpPr>
          <p:spPr bwMode="auto">
            <a:xfrm>
              <a:off x="3487754"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6" name="Rectangle 1838"/>
            <p:cNvSpPr>
              <a:spLocks noChangeArrowheads="1"/>
            </p:cNvSpPr>
            <p:nvPr/>
          </p:nvSpPr>
          <p:spPr bwMode="auto">
            <a:xfrm>
              <a:off x="3498867"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37" name="Line 1839"/>
            <p:cNvSpPr>
              <a:spLocks noChangeShapeType="1"/>
            </p:cNvSpPr>
            <p:nvPr/>
          </p:nvSpPr>
          <p:spPr bwMode="auto">
            <a:xfrm>
              <a:off x="3498867"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38" name="Rectangle 1840"/>
            <p:cNvSpPr>
              <a:spLocks noChangeArrowheads="1"/>
            </p:cNvSpPr>
            <p:nvPr/>
          </p:nvSpPr>
          <p:spPr bwMode="auto">
            <a:xfrm>
              <a:off x="3870342"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39" name="Line 1841"/>
            <p:cNvSpPr>
              <a:spLocks noChangeShapeType="1"/>
            </p:cNvSpPr>
            <p:nvPr/>
          </p:nvSpPr>
          <p:spPr bwMode="auto">
            <a:xfrm>
              <a:off x="3870342"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0" name="Line 1842"/>
            <p:cNvSpPr>
              <a:spLocks noChangeShapeType="1"/>
            </p:cNvSpPr>
            <p:nvPr/>
          </p:nvSpPr>
          <p:spPr bwMode="auto">
            <a:xfrm>
              <a:off x="3870342"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1" name="Rectangle 1843"/>
            <p:cNvSpPr>
              <a:spLocks noChangeArrowheads="1"/>
            </p:cNvSpPr>
            <p:nvPr/>
          </p:nvSpPr>
          <p:spPr bwMode="auto">
            <a:xfrm>
              <a:off x="3879867" y="4345057"/>
              <a:ext cx="3619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42" name="Line 1844"/>
            <p:cNvSpPr>
              <a:spLocks noChangeShapeType="1"/>
            </p:cNvSpPr>
            <p:nvPr/>
          </p:nvSpPr>
          <p:spPr bwMode="auto">
            <a:xfrm>
              <a:off x="3879867" y="4345057"/>
              <a:ext cx="3619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3" name="Rectangle 1845"/>
            <p:cNvSpPr>
              <a:spLocks noChangeArrowheads="1"/>
            </p:cNvSpPr>
            <p:nvPr/>
          </p:nvSpPr>
          <p:spPr bwMode="auto">
            <a:xfrm>
              <a:off x="4241817"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44" name="Line 1846"/>
            <p:cNvSpPr>
              <a:spLocks noChangeShapeType="1"/>
            </p:cNvSpPr>
            <p:nvPr/>
          </p:nvSpPr>
          <p:spPr bwMode="auto">
            <a:xfrm>
              <a:off x="4241817"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5" name="Line 1847"/>
            <p:cNvSpPr>
              <a:spLocks noChangeShapeType="1"/>
            </p:cNvSpPr>
            <p:nvPr/>
          </p:nvSpPr>
          <p:spPr bwMode="auto">
            <a:xfrm>
              <a:off x="4241817"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6" name="Rectangle 1848"/>
            <p:cNvSpPr>
              <a:spLocks noChangeArrowheads="1"/>
            </p:cNvSpPr>
            <p:nvPr/>
          </p:nvSpPr>
          <p:spPr bwMode="auto">
            <a:xfrm>
              <a:off x="4251342"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47" name="Line 1849"/>
            <p:cNvSpPr>
              <a:spLocks noChangeShapeType="1"/>
            </p:cNvSpPr>
            <p:nvPr/>
          </p:nvSpPr>
          <p:spPr bwMode="auto">
            <a:xfrm>
              <a:off x="4251342"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 name="Rectangle 1850"/>
            <p:cNvSpPr>
              <a:spLocks noChangeArrowheads="1"/>
            </p:cNvSpPr>
            <p:nvPr/>
          </p:nvSpPr>
          <p:spPr bwMode="auto">
            <a:xfrm>
              <a:off x="4622817" y="4345057"/>
              <a:ext cx="1111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49" name="Line 1851"/>
            <p:cNvSpPr>
              <a:spLocks noChangeShapeType="1"/>
            </p:cNvSpPr>
            <p:nvPr/>
          </p:nvSpPr>
          <p:spPr bwMode="auto">
            <a:xfrm>
              <a:off x="4622817" y="4345057"/>
              <a:ext cx="11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 name="Line 1852"/>
            <p:cNvSpPr>
              <a:spLocks noChangeShapeType="1"/>
            </p:cNvSpPr>
            <p:nvPr/>
          </p:nvSpPr>
          <p:spPr bwMode="auto">
            <a:xfrm>
              <a:off x="4622817"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 name="Rectangle 1853"/>
            <p:cNvSpPr>
              <a:spLocks noChangeArrowheads="1"/>
            </p:cNvSpPr>
            <p:nvPr/>
          </p:nvSpPr>
          <p:spPr bwMode="auto">
            <a:xfrm>
              <a:off x="4633929" y="4345057"/>
              <a:ext cx="3603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52" name="Line 1854"/>
            <p:cNvSpPr>
              <a:spLocks noChangeShapeType="1"/>
            </p:cNvSpPr>
            <p:nvPr/>
          </p:nvSpPr>
          <p:spPr bwMode="auto">
            <a:xfrm>
              <a:off x="4633929" y="4345057"/>
              <a:ext cx="3603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 name="Rectangle 1855"/>
            <p:cNvSpPr>
              <a:spLocks noChangeArrowheads="1"/>
            </p:cNvSpPr>
            <p:nvPr/>
          </p:nvSpPr>
          <p:spPr bwMode="auto">
            <a:xfrm>
              <a:off x="4994292" y="4345057"/>
              <a:ext cx="1111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54" name="Line 1856"/>
            <p:cNvSpPr>
              <a:spLocks noChangeShapeType="1"/>
            </p:cNvSpPr>
            <p:nvPr/>
          </p:nvSpPr>
          <p:spPr bwMode="auto">
            <a:xfrm>
              <a:off x="4994292" y="4345057"/>
              <a:ext cx="11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5" name="Line 1857"/>
            <p:cNvSpPr>
              <a:spLocks noChangeShapeType="1"/>
            </p:cNvSpPr>
            <p:nvPr/>
          </p:nvSpPr>
          <p:spPr bwMode="auto">
            <a:xfrm>
              <a:off x="4994292"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6" name="Rectangle 1858"/>
            <p:cNvSpPr>
              <a:spLocks noChangeArrowheads="1"/>
            </p:cNvSpPr>
            <p:nvPr/>
          </p:nvSpPr>
          <p:spPr bwMode="auto">
            <a:xfrm>
              <a:off x="5005404"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57" name="Line 1859"/>
            <p:cNvSpPr>
              <a:spLocks noChangeShapeType="1"/>
            </p:cNvSpPr>
            <p:nvPr/>
          </p:nvSpPr>
          <p:spPr bwMode="auto">
            <a:xfrm>
              <a:off x="5005404"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8" name="Rectangle 1860"/>
            <p:cNvSpPr>
              <a:spLocks noChangeArrowheads="1"/>
            </p:cNvSpPr>
            <p:nvPr/>
          </p:nvSpPr>
          <p:spPr bwMode="auto">
            <a:xfrm>
              <a:off x="5376879"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59" name="Line 1861"/>
            <p:cNvSpPr>
              <a:spLocks noChangeShapeType="1"/>
            </p:cNvSpPr>
            <p:nvPr/>
          </p:nvSpPr>
          <p:spPr bwMode="auto">
            <a:xfrm>
              <a:off x="5376879"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0" name="Line 1862"/>
            <p:cNvSpPr>
              <a:spLocks noChangeShapeType="1"/>
            </p:cNvSpPr>
            <p:nvPr/>
          </p:nvSpPr>
          <p:spPr bwMode="auto">
            <a:xfrm>
              <a:off x="5376879"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1" name="Rectangle 1863"/>
            <p:cNvSpPr>
              <a:spLocks noChangeArrowheads="1"/>
            </p:cNvSpPr>
            <p:nvPr/>
          </p:nvSpPr>
          <p:spPr bwMode="auto">
            <a:xfrm>
              <a:off x="5386404"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62" name="Line 1864"/>
            <p:cNvSpPr>
              <a:spLocks noChangeShapeType="1"/>
            </p:cNvSpPr>
            <p:nvPr/>
          </p:nvSpPr>
          <p:spPr bwMode="auto">
            <a:xfrm>
              <a:off x="5386404"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3" name="Rectangle 1865"/>
            <p:cNvSpPr>
              <a:spLocks noChangeArrowheads="1"/>
            </p:cNvSpPr>
            <p:nvPr/>
          </p:nvSpPr>
          <p:spPr bwMode="auto">
            <a:xfrm>
              <a:off x="5757879" y="4345057"/>
              <a:ext cx="111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64" name="Line 1866"/>
            <p:cNvSpPr>
              <a:spLocks noChangeShapeType="1"/>
            </p:cNvSpPr>
            <p:nvPr/>
          </p:nvSpPr>
          <p:spPr bwMode="auto">
            <a:xfrm>
              <a:off x="5757879" y="4345057"/>
              <a:ext cx="11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5" name="Line 1867"/>
            <p:cNvSpPr>
              <a:spLocks noChangeShapeType="1"/>
            </p:cNvSpPr>
            <p:nvPr/>
          </p:nvSpPr>
          <p:spPr bwMode="auto">
            <a:xfrm>
              <a:off x="5757879"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6" name="Rectangle 1868"/>
            <p:cNvSpPr>
              <a:spLocks noChangeArrowheads="1"/>
            </p:cNvSpPr>
            <p:nvPr/>
          </p:nvSpPr>
          <p:spPr bwMode="auto">
            <a:xfrm>
              <a:off x="5768992" y="4345057"/>
              <a:ext cx="36036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67" name="Line 1869"/>
            <p:cNvSpPr>
              <a:spLocks noChangeShapeType="1"/>
            </p:cNvSpPr>
            <p:nvPr/>
          </p:nvSpPr>
          <p:spPr bwMode="auto">
            <a:xfrm>
              <a:off x="5768992" y="4345057"/>
              <a:ext cx="3603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8" name="Rectangle 1870"/>
            <p:cNvSpPr>
              <a:spLocks noChangeArrowheads="1"/>
            </p:cNvSpPr>
            <p:nvPr/>
          </p:nvSpPr>
          <p:spPr bwMode="auto">
            <a:xfrm>
              <a:off x="6129354" y="4345057"/>
              <a:ext cx="111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69" name="Line 1871"/>
            <p:cNvSpPr>
              <a:spLocks noChangeShapeType="1"/>
            </p:cNvSpPr>
            <p:nvPr/>
          </p:nvSpPr>
          <p:spPr bwMode="auto">
            <a:xfrm>
              <a:off x="6129354" y="4345057"/>
              <a:ext cx="11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0" name="Line 1872"/>
            <p:cNvSpPr>
              <a:spLocks noChangeShapeType="1"/>
            </p:cNvSpPr>
            <p:nvPr/>
          </p:nvSpPr>
          <p:spPr bwMode="auto">
            <a:xfrm>
              <a:off x="6129354"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1" name="Rectangle 1873"/>
            <p:cNvSpPr>
              <a:spLocks noChangeArrowheads="1"/>
            </p:cNvSpPr>
            <p:nvPr/>
          </p:nvSpPr>
          <p:spPr bwMode="auto">
            <a:xfrm>
              <a:off x="6140467"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72" name="Line 1874"/>
            <p:cNvSpPr>
              <a:spLocks noChangeShapeType="1"/>
            </p:cNvSpPr>
            <p:nvPr/>
          </p:nvSpPr>
          <p:spPr bwMode="auto">
            <a:xfrm>
              <a:off x="6140467"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3" name="Rectangle 1875"/>
            <p:cNvSpPr>
              <a:spLocks noChangeArrowheads="1"/>
            </p:cNvSpPr>
            <p:nvPr/>
          </p:nvSpPr>
          <p:spPr bwMode="auto">
            <a:xfrm>
              <a:off x="6511942"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74" name="Line 1876"/>
            <p:cNvSpPr>
              <a:spLocks noChangeShapeType="1"/>
            </p:cNvSpPr>
            <p:nvPr/>
          </p:nvSpPr>
          <p:spPr bwMode="auto">
            <a:xfrm>
              <a:off x="6511942"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5" name="Line 1877"/>
            <p:cNvSpPr>
              <a:spLocks noChangeShapeType="1"/>
            </p:cNvSpPr>
            <p:nvPr/>
          </p:nvSpPr>
          <p:spPr bwMode="auto">
            <a:xfrm>
              <a:off x="6511942"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6" name="Rectangle 1878"/>
            <p:cNvSpPr>
              <a:spLocks noChangeArrowheads="1"/>
            </p:cNvSpPr>
            <p:nvPr/>
          </p:nvSpPr>
          <p:spPr bwMode="auto">
            <a:xfrm>
              <a:off x="6521467" y="4345057"/>
              <a:ext cx="3619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77" name="Line 1879"/>
            <p:cNvSpPr>
              <a:spLocks noChangeShapeType="1"/>
            </p:cNvSpPr>
            <p:nvPr/>
          </p:nvSpPr>
          <p:spPr bwMode="auto">
            <a:xfrm>
              <a:off x="6521467" y="4345057"/>
              <a:ext cx="3619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 name="Rectangle 1880"/>
            <p:cNvSpPr>
              <a:spLocks noChangeArrowheads="1"/>
            </p:cNvSpPr>
            <p:nvPr/>
          </p:nvSpPr>
          <p:spPr bwMode="auto">
            <a:xfrm>
              <a:off x="6883417"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79" name="Line 1881"/>
            <p:cNvSpPr>
              <a:spLocks noChangeShapeType="1"/>
            </p:cNvSpPr>
            <p:nvPr/>
          </p:nvSpPr>
          <p:spPr bwMode="auto">
            <a:xfrm>
              <a:off x="6883417"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0" name="Line 1882"/>
            <p:cNvSpPr>
              <a:spLocks noChangeShapeType="1"/>
            </p:cNvSpPr>
            <p:nvPr/>
          </p:nvSpPr>
          <p:spPr bwMode="auto">
            <a:xfrm>
              <a:off x="6883417"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1" name="Rectangle 1883"/>
            <p:cNvSpPr>
              <a:spLocks noChangeArrowheads="1"/>
            </p:cNvSpPr>
            <p:nvPr/>
          </p:nvSpPr>
          <p:spPr bwMode="auto">
            <a:xfrm>
              <a:off x="6892942"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82" name="Line 1884"/>
            <p:cNvSpPr>
              <a:spLocks noChangeShapeType="1"/>
            </p:cNvSpPr>
            <p:nvPr/>
          </p:nvSpPr>
          <p:spPr bwMode="auto">
            <a:xfrm>
              <a:off x="6892942"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3" name="Rectangle 1885"/>
            <p:cNvSpPr>
              <a:spLocks noChangeArrowheads="1"/>
            </p:cNvSpPr>
            <p:nvPr/>
          </p:nvSpPr>
          <p:spPr bwMode="auto">
            <a:xfrm>
              <a:off x="7264417" y="4345057"/>
              <a:ext cx="1111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84" name="Line 1886"/>
            <p:cNvSpPr>
              <a:spLocks noChangeShapeType="1"/>
            </p:cNvSpPr>
            <p:nvPr/>
          </p:nvSpPr>
          <p:spPr bwMode="auto">
            <a:xfrm>
              <a:off x="7264417" y="4345057"/>
              <a:ext cx="11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5" name="Line 1887"/>
            <p:cNvSpPr>
              <a:spLocks noChangeShapeType="1"/>
            </p:cNvSpPr>
            <p:nvPr/>
          </p:nvSpPr>
          <p:spPr bwMode="auto">
            <a:xfrm>
              <a:off x="7264417"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6" name="Rectangle 1888"/>
            <p:cNvSpPr>
              <a:spLocks noChangeArrowheads="1"/>
            </p:cNvSpPr>
            <p:nvPr/>
          </p:nvSpPr>
          <p:spPr bwMode="auto">
            <a:xfrm>
              <a:off x="7275529"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87" name="Line 1889"/>
            <p:cNvSpPr>
              <a:spLocks noChangeShapeType="1"/>
            </p:cNvSpPr>
            <p:nvPr/>
          </p:nvSpPr>
          <p:spPr bwMode="auto">
            <a:xfrm>
              <a:off x="7275529"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8" name="Rectangle 1890"/>
            <p:cNvSpPr>
              <a:spLocks noChangeArrowheads="1"/>
            </p:cNvSpPr>
            <p:nvPr/>
          </p:nvSpPr>
          <p:spPr bwMode="auto">
            <a:xfrm>
              <a:off x="7647004"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89" name="Line 1891"/>
            <p:cNvSpPr>
              <a:spLocks noChangeShapeType="1"/>
            </p:cNvSpPr>
            <p:nvPr/>
          </p:nvSpPr>
          <p:spPr bwMode="auto">
            <a:xfrm>
              <a:off x="7647004"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0" name="Line 1892"/>
            <p:cNvSpPr>
              <a:spLocks noChangeShapeType="1"/>
            </p:cNvSpPr>
            <p:nvPr/>
          </p:nvSpPr>
          <p:spPr bwMode="auto">
            <a:xfrm>
              <a:off x="7647004"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1" name="Rectangle 1893"/>
            <p:cNvSpPr>
              <a:spLocks noChangeArrowheads="1"/>
            </p:cNvSpPr>
            <p:nvPr/>
          </p:nvSpPr>
          <p:spPr bwMode="auto">
            <a:xfrm>
              <a:off x="7656529" y="4345057"/>
              <a:ext cx="3619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92" name="Line 1894"/>
            <p:cNvSpPr>
              <a:spLocks noChangeShapeType="1"/>
            </p:cNvSpPr>
            <p:nvPr/>
          </p:nvSpPr>
          <p:spPr bwMode="auto">
            <a:xfrm>
              <a:off x="7656529" y="4345057"/>
              <a:ext cx="3619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3" name="Rectangle 1895"/>
            <p:cNvSpPr>
              <a:spLocks noChangeArrowheads="1"/>
            </p:cNvSpPr>
            <p:nvPr/>
          </p:nvSpPr>
          <p:spPr bwMode="auto">
            <a:xfrm>
              <a:off x="8018479"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94" name="Line 1896"/>
            <p:cNvSpPr>
              <a:spLocks noChangeShapeType="1"/>
            </p:cNvSpPr>
            <p:nvPr/>
          </p:nvSpPr>
          <p:spPr bwMode="auto">
            <a:xfrm>
              <a:off x="8018479"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5" name="Line 1897"/>
            <p:cNvSpPr>
              <a:spLocks noChangeShapeType="1"/>
            </p:cNvSpPr>
            <p:nvPr/>
          </p:nvSpPr>
          <p:spPr bwMode="auto">
            <a:xfrm>
              <a:off x="8018479"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6" name="Rectangle 1898"/>
            <p:cNvSpPr>
              <a:spLocks noChangeArrowheads="1"/>
            </p:cNvSpPr>
            <p:nvPr/>
          </p:nvSpPr>
          <p:spPr bwMode="auto">
            <a:xfrm>
              <a:off x="8028004"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97" name="Line 1899"/>
            <p:cNvSpPr>
              <a:spLocks noChangeShapeType="1"/>
            </p:cNvSpPr>
            <p:nvPr/>
          </p:nvSpPr>
          <p:spPr bwMode="auto">
            <a:xfrm>
              <a:off x="8028004"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8" name="Rectangle 1900"/>
            <p:cNvSpPr>
              <a:spLocks noChangeArrowheads="1"/>
            </p:cNvSpPr>
            <p:nvPr/>
          </p:nvSpPr>
          <p:spPr bwMode="auto">
            <a:xfrm>
              <a:off x="8399479" y="4345057"/>
              <a:ext cx="111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099" name="Line 1901"/>
            <p:cNvSpPr>
              <a:spLocks noChangeShapeType="1"/>
            </p:cNvSpPr>
            <p:nvPr/>
          </p:nvSpPr>
          <p:spPr bwMode="auto">
            <a:xfrm>
              <a:off x="8399479" y="4345057"/>
              <a:ext cx="11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0" name="Line 1902"/>
            <p:cNvSpPr>
              <a:spLocks noChangeShapeType="1"/>
            </p:cNvSpPr>
            <p:nvPr/>
          </p:nvSpPr>
          <p:spPr bwMode="auto">
            <a:xfrm>
              <a:off x="8399479"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1" name="Rectangle 1903"/>
            <p:cNvSpPr>
              <a:spLocks noChangeArrowheads="1"/>
            </p:cNvSpPr>
            <p:nvPr/>
          </p:nvSpPr>
          <p:spPr bwMode="auto">
            <a:xfrm>
              <a:off x="8410592" y="4345057"/>
              <a:ext cx="360362"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02" name="Line 1904"/>
            <p:cNvSpPr>
              <a:spLocks noChangeShapeType="1"/>
            </p:cNvSpPr>
            <p:nvPr/>
          </p:nvSpPr>
          <p:spPr bwMode="auto">
            <a:xfrm>
              <a:off x="8410592" y="4345057"/>
              <a:ext cx="3603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3" name="Rectangle 1905"/>
            <p:cNvSpPr>
              <a:spLocks noChangeArrowheads="1"/>
            </p:cNvSpPr>
            <p:nvPr/>
          </p:nvSpPr>
          <p:spPr bwMode="auto">
            <a:xfrm>
              <a:off x="8770954" y="4345057"/>
              <a:ext cx="111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04" name="Line 1906"/>
            <p:cNvSpPr>
              <a:spLocks noChangeShapeType="1"/>
            </p:cNvSpPr>
            <p:nvPr/>
          </p:nvSpPr>
          <p:spPr bwMode="auto">
            <a:xfrm>
              <a:off x="8770954" y="4345057"/>
              <a:ext cx="11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5" name="Line 1907"/>
            <p:cNvSpPr>
              <a:spLocks noChangeShapeType="1"/>
            </p:cNvSpPr>
            <p:nvPr/>
          </p:nvSpPr>
          <p:spPr bwMode="auto">
            <a:xfrm>
              <a:off x="8770954" y="4345057"/>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6" name="Rectangle 1908"/>
            <p:cNvSpPr>
              <a:spLocks noChangeArrowheads="1"/>
            </p:cNvSpPr>
            <p:nvPr/>
          </p:nvSpPr>
          <p:spPr bwMode="auto">
            <a:xfrm>
              <a:off x="8782067" y="4345057"/>
              <a:ext cx="3714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07" name="Line 1909"/>
            <p:cNvSpPr>
              <a:spLocks noChangeShapeType="1"/>
            </p:cNvSpPr>
            <p:nvPr/>
          </p:nvSpPr>
          <p:spPr bwMode="auto">
            <a:xfrm>
              <a:off x="8782067" y="4345057"/>
              <a:ext cx="3714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8" name="Rectangle 1910"/>
            <p:cNvSpPr>
              <a:spLocks noChangeArrowheads="1"/>
            </p:cNvSpPr>
            <p:nvPr/>
          </p:nvSpPr>
          <p:spPr bwMode="auto">
            <a:xfrm>
              <a:off x="9153542"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09" name="Line 1911"/>
            <p:cNvSpPr>
              <a:spLocks noChangeShapeType="1"/>
            </p:cNvSpPr>
            <p:nvPr/>
          </p:nvSpPr>
          <p:spPr bwMode="auto">
            <a:xfrm>
              <a:off x="9153542"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0" name="Line 1912"/>
            <p:cNvSpPr>
              <a:spLocks noChangeShapeType="1"/>
            </p:cNvSpPr>
            <p:nvPr/>
          </p:nvSpPr>
          <p:spPr bwMode="auto">
            <a:xfrm>
              <a:off x="9153542"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1" name="Rectangle 1913"/>
            <p:cNvSpPr>
              <a:spLocks noChangeArrowheads="1"/>
            </p:cNvSpPr>
            <p:nvPr/>
          </p:nvSpPr>
          <p:spPr bwMode="auto">
            <a:xfrm>
              <a:off x="9153542" y="4345057"/>
              <a:ext cx="952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12" name="Line 1914"/>
            <p:cNvSpPr>
              <a:spLocks noChangeShapeType="1"/>
            </p:cNvSpPr>
            <p:nvPr/>
          </p:nvSpPr>
          <p:spPr bwMode="auto">
            <a:xfrm>
              <a:off x="9153542" y="4345057"/>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3" name="Line 1915"/>
            <p:cNvSpPr>
              <a:spLocks noChangeShapeType="1"/>
            </p:cNvSpPr>
            <p:nvPr/>
          </p:nvSpPr>
          <p:spPr bwMode="auto">
            <a:xfrm>
              <a:off x="9153542" y="4345057"/>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4" name="Rectangle 1916"/>
            <p:cNvSpPr>
              <a:spLocks noChangeArrowheads="1"/>
            </p:cNvSpPr>
            <p:nvPr/>
          </p:nvSpPr>
          <p:spPr bwMode="auto">
            <a:xfrm>
              <a:off x="784242" y="4357757"/>
              <a:ext cx="11112"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15" name="Line 1917"/>
            <p:cNvSpPr>
              <a:spLocks noChangeShapeType="1"/>
            </p:cNvSpPr>
            <p:nvPr/>
          </p:nvSpPr>
          <p:spPr bwMode="auto">
            <a:xfrm>
              <a:off x="784242" y="4357757"/>
              <a:ext cx="1587"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6" name="Rectangle 1918"/>
            <p:cNvSpPr>
              <a:spLocks noChangeArrowheads="1"/>
            </p:cNvSpPr>
            <p:nvPr/>
          </p:nvSpPr>
          <p:spPr bwMode="auto">
            <a:xfrm>
              <a:off x="1600217" y="4357757"/>
              <a:ext cx="9525"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17" name="Line 1919"/>
            <p:cNvSpPr>
              <a:spLocks noChangeShapeType="1"/>
            </p:cNvSpPr>
            <p:nvPr/>
          </p:nvSpPr>
          <p:spPr bwMode="auto">
            <a:xfrm>
              <a:off x="1600217" y="4357757"/>
              <a:ext cx="1587"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8" name="Rectangle 1920"/>
            <p:cNvSpPr>
              <a:spLocks noChangeArrowheads="1"/>
            </p:cNvSpPr>
            <p:nvPr/>
          </p:nvSpPr>
          <p:spPr bwMode="auto">
            <a:xfrm>
              <a:off x="1981217" y="4357757"/>
              <a:ext cx="11112"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19" name="Line 1921"/>
            <p:cNvSpPr>
              <a:spLocks noChangeShapeType="1"/>
            </p:cNvSpPr>
            <p:nvPr/>
          </p:nvSpPr>
          <p:spPr bwMode="auto">
            <a:xfrm>
              <a:off x="1981217" y="4357757"/>
              <a:ext cx="1587"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0" name="Rectangle 1922"/>
            <p:cNvSpPr>
              <a:spLocks noChangeArrowheads="1"/>
            </p:cNvSpPr>
            <p:nvPr/>
          </p:nvSpPr>
          <p:spPr bwMode="auto">
            <a:xfrm>
              <a:off x="2352692" y="4357757"/>
              <a:ext cx="11112"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21" name="Line 1923"/>
            <p:cNvSpPr>
              <a:spLocks noChangeShapeType="1"/>
            </p:cNvSpPr>
            <p:nvPr/>
          </p:nvSpPr>
          <p:spPr bwMode="auto">
            <a:xfrm>
              <a:off x="2352692" y="4357757"/>
              <a:ext cx="1587"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2" name="Rectangle 1924"/>
            <p:cNvSpPr>
              <a:spLocks noChangeArrowheads="1"/>
            </p:cNvSpPr>
            <p:nvPr/>
          </p:nvSpPr>
          <p:spPr bwMode="auto">
            <a:xfrm>
              <a:off x="2735279" y="4357757"/>
              <a:ext cx="9525"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23" name="Line 1925"/>
            <p:cNvSpPr>
              <a:spLocks noChangeShapeType="1"/>
            </p:cNvSpPr>
            <p:nvPr/>
          </p:nvSpPr>
          <p:spPr bwMode="auto">
            <a:xfrm>
              <a:off x="2735279" y="4357757"/>
              <a:ext cx="1588"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4" name="Rectangle 1926"/>
            <p:cNvSpPr>
              <a:spLocks noChangeArrowheads="1"/>
            </p:cNvSpPr>
            <p:nvPr/>
          </p:nvSpPr>
          <p:spPr bwMode="auto">
            <a:xfrm>
              <a:off x="3106754" y="4357757"/>
              <a:ext cx="9525"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25" name="Line 1927"/>
            <p:cNvSpPr>
              <a:spLocks noChangeShapeType="1"/>
            </p:cNvSpPr>
            <p:nvPr/>
          </p:nvSpPr>
          <p:spPr bwMode="auto">
            <a:xfrm>
              <a:off x="3106754" y="4357757"/>
              <a:ext cx="1588"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6" name="Rectangle 1928"/>
            <p:cNvSpPr>
              <a:spLocks noChangeArrowheads="1"/>
            </p:cNvSpPr>
            <p:nvPr/>
          </p:nvSpPr>
          <p:spPr bwMode="auto">
            <a:xfrm>
              <a:off x="3487754" y="4357757"/>
              <a:ext cx="11113"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27" name="Line 1929"/>
            <p:cNvSpPr>
              <a:spLocks noChangeShapeType="1"/>
            </p:cNvSpPr>
            <p:nvPr/>
          </p:nvSpPr>
          <p:spPr bwMode="auto">
            <a:xfrm>
              <a:off x="3487754" y="4357757"/>
              <a:ext cx="1588"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8" name="Rectangle 1930"/>
            <p:cNvSpPr>
              <a:spLocks noChangeArrowheads="1"/>
            </p:cNvSpPr>
            <p:nvPr/>
          </p:nvSpPr>
          <p:spPr bwMode="auto">
            <a:xfrm>
              <a:off x="3870342" y="4357757"/>
              <a:ext cx="9525"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29" name="Line 1931"/>
            <p:cNvSpPr>
              <a:spLocks noChangeShapeType="1"/>
            </p:cNvSpPr>
            <p:nvPr/>
          </p:nvSpPr>
          <p:spPr bwMode="auto">
            <a:xfrm>
              <a:off x="3870342" y="4357757"/>
              <a:ext cx="1587"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0" name="Rectangle 1932"/>
            <p:cNvSpPr>
              <a:spLocks noChangeArrowheads="1"/>
            </p:cNvSpPr>
            <p:nvPr/>
          </p:nvSpPr>
          <p:spPr bwMode="auto">
            <a:xfrm>
              <a:off x="4241817" y="4357757"/>
              <a:ext cx="9525"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31" name="Line 1933"/>
            <p:cNvSpPr>
              <a:spLocks noChangeShapeType="1"/>
            </p:cNvSpPr>
            <p:nvPr/>
          </p:nvSpPr>
          <p:spPr bwMode="auto">
            <a:xfrm>
              <a:off x="4241817" y="4357757"/>
              <a:ext cx="1587"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2" name="Rectangle 1934"/>
            <p:cNvSpPr>
              <a:spLocks noChangeArrowheads="1"/>
            </p:cNvSpPr>
            <p:nvPr/>
          </p:nvSpPr>
          <p:spPr bwMode="auto">
            <a:xfrm>
              <a:off x="4622817" y="4357757"/>
              <a:ext cx="11112"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33" name="Line 1935"/>
            <p:cNvSpPr>
              <a:spLocks noChangeShapeType="1"/>
            </p:cNvSpPr>
            <p:nvPr/>
          </p:nvSpPr>
          <p:spPr bwMode="auto">
            <a:xfrm>
              <a:off x="4622817" y="4357757"/>
              <a:ext cx="1587"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4" name="Rectangle 1936"/>
            <p:cNvSpPr>
              <a:spLocks noChangeArrowheads="1"/>
            </p:cNvSpPr>
            <p:nvPr/>
          </p:nvSpPr>
          <p:spPr bwMode="auto">
            <a:xfrm>
              <a:off x="4994292" y="4357757"/>
              <a:ext cx="11112"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35" name="Line 1937"/>
            <p:cNvSpPr>
              <a:spLocks noChangeShapeType="1"/>
            </p:cNvSpPr>
            <p:nvPr/>
          </p:nvSpPr>
          <p:spPr bwMode="auto">
            <a:xfrm>
              <a:off x="4994292" y="4357757"/>
              <a:ext cx="1587"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6" name="Rectangle 1938"/>
            <p:cNvSpPr>
              <a:spLocks noChangeArrowheads="1"/>
            </p:cNvSpPr>
            <p:nvPr/>
          </p:nvSpPr>
          <p:spPr bwMode="auto">
            <a:xfrm>
              <a:off x="5376879" y="4357757"/>
              <a:ext cx="9525"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37" name="Line 1939"/>
            <p:cNvSpPr>
              <a:spLocks noChangeShapeType="1"/>
            </p:cNvSpPr>
            <p:nvPr/>
          </p:nvSpPr>
          <p:spPr bwMode="auto">
            <a:xfrm>
              <a:off x="5376879" y="4357757"/>
              <a:ext cx="1588"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8" name="Rectangle 1940"/>
            <p:cNvSpPr>
              <a:spLocks noChangeArrowheads="1"/>
            </p:cNvSpPr>
            <p:nvPr/>
          </p:nvSpPr>
          <p:spPr bwMode="auto">
            <a:xfrm>
              <a:off x="5757879" y="4357757"/>
              <a:ext cx="11113"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39" name="Line 1941"/>
            <p:cNvSpPr>
              <a:spLocks noChangeShapeType="1"/>
            </p:cNvSpPr>
            <p:nvPr/>
          </p:nvSpPr>
          <p:spPr bwMode="auto">
            <a:xfrm>
              <a:off x="5757879" y="4357757"/>
              <a:ext cx="1588"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 name="Rectangle 1942"/>
            <p:cNvSpPr>
              <a:spLocks noChangeArrowheads="1"/>
            </p:cNvSpPr>
            <p:nvPr/>
          </p:nvSpPr>
          <p:spPr bwMode="auto">
            <a:xfrm>
              <a:off x="6129354" y="4357757"/>
              <a:ext cx="11113"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41" name="Line 1943"/>
            <p:cNvSpPr>
              <a:spLocks noChangeShapeType="1"/>
            </p:cNvSpPr>
            <p:nvPr/>
          </p:nvSpPr>
          <p:spPr bwMode="auto">
            <a:xfrm>
              <a:off x="6129354" y="4357757"/>
              <a:ext cx="1588"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2" name="Rectangle 1944"/>
            <p:cNvSpPr>
              <a:spLocks noChangeArrowheads="1"/>
            </p:cNvSpPr>
            <p:nvPr/>
          </p:nvSpPr>
          <p:spPr bwMode="auto">
            <a:xfrm>
              <a:off x="6511942" y="4357757"/>
              <a:ext cx="9525" cy="619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2143" name="Line 1945"/>
            <p:cNvSpPr>
              <a:spLocks noChangeShapeType="1"/>
            </p:cNvSpPr>
            <p:nvPr/>
          </p:nvSpPr>
          <p:spPr bwMode="auto">
            <a:xfrm>
              <a:off x="6511942" y="4357757"/>
              <a:ext cx="1587" cy="619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132961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strips(down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538"/>
                                        </p:tgtEl>
                                        <p:attrNameLst>
                                          <p:attrName>style.visibility</p:attrName>
                                        </p:attrNameLst>
                                      </p:cBhvr>
                                      <p:to>
                                        <p:strVal val="visible"/>
                                      </p:to>
                                    </p:set>
                                    <p:animEffect transition="in" filter="wipe(up)">
                                      <p:cBhvr>
                                        <p:cTn id="22" dur="500"/>
                                        <p:tgtEl>
                                          <p:spTgt spid="3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18" grpId="0"/>
      <p:bldP spid="353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75650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最少使用</a:t>
            </a:r>
            <a:r>
              <a:rPr lang="en-US" altLang="zh-CN" sz="2400" b="1" dirty="0">
                <a:solidFill>
                  <a:srgbClr val="3D7351"/>
                </a:solidFill>
                <a:latin typeface="微软雅黑" panose="020B0503020204020204" pitchFamily="34" charset="-122"/>
                <a:ea typeface="微软雅黑" panose="020B0503020204020204" pitchFamily="34" charset="-122"/>
              </a:rPr>
              <a:t>(LFU</a:t>
            </a:r>
            <a:r>
              <a:rPr lang="zh-CN" altLang="en-US" sz="2400" b="1" dirty="0">
                <a:solidFill>
                  <a:srgbClr val="3D7351"/>
                </a:solidFill>
                <a:latin typeface="微软雅黑" panose="020B0503020204020204" pitchFamily="34" charset="-122"/>
                <a:ea typeface="微软雅黑" panose="020B0503020204020204" pitchFamily="34" charset="-122"/>
              </a:rPr>
              <a:t>： </a:t>
            </a:r>
            <a:r>
              <a:rPr lang="en-US" altLang="zh-CN" sz="2400" b="1" dirty="0">
                <a:solidFill>
                  <a:srgbClr val="3D7351"/>
                </a:solidFill>
                <a:latin typeface="微软雅黑" panose="020B0503020204020204" pitchFamily="34" charset="-122"/>
                <a:ea typeface="微软雅黑" panose="020B0503020204020204" pitchFamily="34" charset="-122"/>
              </a:rPr>
              <a:t>Least Frequently Used)</a:t>
            </a:r>
            <a:r>
              <a:rPr lang="zh-CN" altLang="en-US" sz="2400" b="1" dirty="0">
                <a:solidFill>
                  <a:srgbClr val="3D7351"/>
                </a:solidFill>
                <a:latin typeface="微软雅黑" panose="020B0503020204020204" pitchFamily="34" charset="-122"/>
                <a:ea typeface="微软雅黑" panose="020B0503020204020204" pitchFamily="34" charset="-122"/>
              </a:rPr>
              <a:t>置换算法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7" name="文本框 19"/>
          <p:cNvSpPr txBox="1">
            <a:spLocks noChangeArrowheads="1"/>
          </p:cNvSpPr>
          <p:nvPr/>
        </p:nvSpPr>
        <p:spPr bwMode="auto">
          <a:xfrm>
            <a:off x="902970" y="1185094"/>
            <a:ext cx="9360018"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zh-CN" sz="2400" dirty="0"/>
              <a:t>选择在最近时期使用最少的页面淘汰。</a:t>
            </a:r>
            <a:endParaRPr lang="en-US" altLang="zh-CN" sz="2400" dirty="0"/>
          </a:p>
          <a:p>
            <a:pPr marL="0" lvl="2" indent="0">
              <a:buBlip>
                <a:blip r:embed="rId3"/>
              </a:buBlip>
            </a:pPr>
            <a:r>
              <a:rPr lang="zh-CN" altLang="zh-CN" sz="2400" dirty="0"/>
              <a:t>需要为内存中的每个页</a:t>
            </a:r>
            <a:r>
              <a:rPr lang="zh-CN" altLang="en-US" sz="2400" dirty="0"/>
              <a:t>面</a:t>
            </a:r>
            <a:r>
              <a:rPr lang="zh-CN" altLang="zh-CN" sz="2400" dirty="0"/>
              <a:t>设置一个移位寄存器，用来记录该页面被访问的频率。</a:t>
            </a:r>
            <a:endParaRPr lang="en-US" altLang="zh-CN" sz="2400" dirty="0"/>
          </a:p>
          <a:p>
            <a:pPr marL="0" lvl="2" indent="0">
              <a:buBlip>
                <a:blip r:embed="rId3"/>
              </a:buBlip>
            </a:pPr>
            <a:r>
              <a:rPr lang="zh-CN" altLang="zh-CN" sz="2400" dirty="0"/>
              <a:t>每次访问某页时，便将该移位寄存器的最高位置1，此后每隔一定时间自动右移一位。</a:t>
            </a:r>
            <a:endParaRPr lang="en-US" altLang="zh-CN" sz="2400" dirty="0"/>
          </a:p>
          <a:p>
            <a:pPr marL="0" lvl="2" indent="0">
              <a:buBlip>
                <a:blip r:embed="rId3"/>
              </a:buBlip>
            </a:pPr>
            <a:r>
              <a:rPr lang="zh-CN" altLang="en-US" sz="2400" dirty="0"/>
              <a:t>发生缺页中断时，淘汰        最小的页面。</a:t>
            </a:r>
            <a:endParaRPr lang="en-US" altLang="zh-CN" sz="2400" dirty="0"/>
          </a:p>
          <a:p>
            <a:pPr marL="0" lvl="2" indent="0">
              <a:buBlip>
                <a:blip r:embed="rId3"/>
              </a:buBlip>
            </a:pPr>
            <a:r>
              <a:rPr lang="zh-CN" altLang="en-US" sz="2400" dirty="0"/>
              <a:t>这种算法不能真正反映出页面的使用情况 ，因为在每一时间间隔内，只是用寄存器的一位来记录页面的使用情况，在该时间间隔内，对某页访问一次和访问</a:t>
            </a:r>
            <a:r>
              <a:rPr lang="en-US" altLang="zh-CN" sz="2400" dirty="0"/>
              <a:t>1000</a:t>
            </a:r>
            <a:r>
              <a:rPr lang="zh-CN" altLang="en-US" sz="2400" dirty="0"/>
              <a:t>次是完全等效的。</a:t>
            </a:r>
          </a:p>
        </p:txBody>
      </p:sp>
      <p:graphicFrame>
        <p:nvGraphicFramePr>
          <p:cNvPr id="5" name="对象 4"/>
          <p:cNvGraphicFramePr>
            <a:graphicFrameLocks noChangeAspect="1"/>
          </p:cNvGraphicFramePr>
          <p:nvPr/>
        </p:nvGraphicFramePr>
        <p:xfrm>
          <a:off x="4236357" y="3033081"/>
          <a:ext cx="622300" cy="414337"/>
        </p:xfrm>
        <a:graphic>
          <a:graphicData uri="http://schemas.openxmlformats.org/presentationml/2006/ole">
            <mc:AlternateContent xmlns:mc="http://schemas.openxmlformats.org/markup-compatibility/2006">
              <mc:Choice xmlns:v="urn:schemas-microsoft-com:vml" Requires="v">
                <p:oleObj name="Equation" r:id="rId4" imgW="380835" imgH="253890" progId="Equation.DSMT4">
                  <p:embed/>
                </p:oleObj>
              </mc:Choice>
              <mc:Fallback>
                <p:oleObj name="Equation" r:id="rId4" imgW="380835" imgH="253890" progId="Equation.DSMT4">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6357" y="3033081"/>
                        <a:ext cx="622300"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42601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80094" y="1042174"/>
            <a:ext cx="5159449" cy="665162"/>
            <a:chOff x="980094" y="1129258"/>
            <a:chExt cx="5159449" cy="665162"/>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）简单的</a:t>
              </a:r>
              <a:r>
                <a:rPr lang="en-US" altLang="zh-CN" sz="2400" b="1" dirty="0">
                  <a:solidFill>
                    <a:srgbClr val="4C7E51"/>
                  </a:solidFill>
                  <a:latin typeface="微软雅黑" panose="020B0503020204020204" pitchFamily="34" charset="-122"/>
                  <a:ea typeface="微软雅黑" panose="020B0503020204020204" pitchFamily="34" charset="-122"/>
                </a:rPr>
                <a:t>Clock</a:t>
              </a:r>
              <a:r>
                <a:rPr lang="zh-CN" altLang="en-US" sz="2400" b="1" dirty="0">
                  <a:solidFill>
                    <a:srgbClr val="4C7E51"/>
                  </a:solidFill>
                  <a:latin typeface="微软雅黑" panose="020B0503020204020204" pitchFamily="34" charset="-122"/>
                  <a:ea typeface="微软雅黑" panose="020B0503020204020204" pitchFamily="34" charset="-122"/>
                </a:rPr>
                <a:t>置换算法</a:t>
              </a:r>
            </a:p>
          </p:txBody>
        </p:sp>
      </p:gr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72791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5.Clock</a:t>
            </a:r>
            <a:r>
              <a:rPr lang="zh-CN" altLang="en-US" sz="2400" b="1" dirty="0">
                <a:solidFill>
                  <a:srgbClr val="3D7351"/>
                </a:solidFill>
                <a:latin typeface="微软雅黑" panose="020B0503020204020204" pitchFamily="34" charset="-122"/>
                <a:ea typeface="微软雅黑" panose="020B0503020204020204" pitchFamily="34" charset="-122"/>
              </a:rPr>
              <a:t>置换算法（</a:t>
            </a:r>
            <a:r>
              <a:rPr lang="en-US" altLang="zh-CN" sz="2400" b="1" dirty="0">
                <a:solidFill>
                  <a:srgbClr val="3D7351"/>
                </a:solidFill>
                <a:latin typeface="微软雅黑" panose="020B0503020204020204" pitchFamily="34" charset="-122"/>
                <a:ea typeface="微软雅黑" panose="020B0503020204020204" pitchFamily="34" charset="-122"/>
              </a:rPr>
              <a:t> LRU(Least Recently Used) </a:t>
            </a:r>
            <a:r>
              <a:rPr lang="zh-CN" altLang="en-US" sz="2400" b="1" dirty="0">
                <a:solidFill>
                  <a:srgbClr val="3D7351"/>
                </a:solidFill>
                <a:latin typeface="微软雅黑" panose="020B0503020204020204" pitchFamily="34" charset="-122"/>
                <a:ea typeface="微软雅黑" panose="020B0503020204020204" pitchFamily="34" charset="-122"/>
              </a:rPr>
              <a:t>）</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8" y="1778947"/>
            <a:ext cx="616687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每页设置一位访问位，若该页被访问则其访问位被置</a:t>
            </a:r>
            <a:r>
              <a:rPr lang="en-US" altLang="zh-CN" sz="2400" dirty="0"/>
              <a:t>1</a:t>
            </a:r>
            <a:r>
              <a:rPr lang="zh-CN" altLang="en-US" sz="2400" dirty="0"/>
              <a:t>；</a:t>
            </a:r>
            <a:endParaRPr lang="en-US" altLang="zh-CN" sz="2400" dirty="0"/>
          </a:p>
          <a:p>
            <a:pPr marL="0" lvl="2" indent="0">
              <a:buBlip>
                <a:blip r:embed="rId3"/>
              </a:buBlip>
            </a:pPr>
            <a:r>
              <a:rPr lang="zh-CN" altLang="en-US" sz="2400" dirty="0"/>
              <a:t>内存中所有页面都通过链接指针链接成一个循环队列，置换时采用一个指针，从当前指针位置开始按地址先后检查各页，寻找访问位为</a:t>
            </a:r>
            <a:r>
              <a:rPr lang="en-US" altLang="zh-CN" sz="2400" dirty="0"/>
              <a:t>0</a:t>
            </a:r>
            <a:r>
              <a:rPr lang="zh-CN" altLang="en-US" sz="2400" dirty="0"/>
              <a:t>的页面作为被置换页；</a:t>
            </a:r>
            <a:endParaRPr lang="en-US" altLang="zh-CN" sz="2400" dirty="0"/>
          </a:p>
          <a:p>
            <a:pPr marL="0" lvl="2" indent="0">
              <a:buBlip>
                <a:blip r:embed="rId3"/>
              </a:buBlip>
            </a:pPr>
            <a:r>
              <a:rPr lang="zh-CN" altLang="en-US" sz="2400" dirty="0"/>
              <a:t>指针经过的访问位为</a:t>
            </a:r>
            <a:r>
              <a:rPr lang="en-US" altLang="zh-CN" sz="2400" dirty="0"/>
              <a:t>1</a:t>
            </a:r>
            <a:r>
              <a:rPr lang="zh-CN" altLang="en-US" sz="2400" dirty="0"/>
              <a:t>的页都将其访问位置</a:t>
            </a:r>
            <a:r>
              <a:rPr lang="en-US" altLang="zh-CN" sz="2400" dirty="0"/>
              <a:t>0</a:t>
            </a:r>
            <a:r>
              <a:rPr lang="zh-CN" altLang="en-US" sz="2400" dirty="0"/>
              <a:t>，最后指针停留在被置换页的下一个页。</a:t>
            </a:r>
            <a:endParaRPr lang="en-US" altLang="zh-CN" sz="2400" dirty="0"/>
          </a:p>
        </p:txBody>
      </p:sp>
      <p:sp>
        <p:nvSpPr>
          <p:cNvPr id="3476" name="Rectangle 1013"/>
          <p:cNvSpPr>
            <a:spLocks noChangeArrowheads="1"/>
          </p:cNvSpPr>
          <p:nvPr/>
        </p:nvSpPr>
        <p:spPr bwMode="auto">
          <a:xfrm>
            <a:off x="6202363" y="706120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072" name="AutoShape 84"/>
          <p:cNvSpPr>
            <a:spLocks noChangeArrowheads="1"/>
          </p:cNvSpPr>
          <p:nvPr/>
        </p:nvSpPr>
        <p:spPr bwMode="auto">
          <a:xfrm>
            <a:off x="7899174" y="1088232"/>
            <a:ext cx="1600200" cy="457200"/>
          </a:xfrm>
          <a:prstGeom prst="roundRect">
            <a:avLst>
              <a:gd name="adj" fmla="val 16667"/>
            </a:avLst>
          </a:prstGeom>
          <a:solidFill>
            <a:srgbClr val="9E9EFF"/>
          </a:solidFill>
          <a:ln w="19050">
            <a:solidFill>
              <a:schemeClr val="tx1"/>
            </a:solidFill>
            <a:round/>
            <a:headEnd/>
            <a:tailEnd/>
          </a:ln>
        </p:spPr>
        <p:txBody>
          <a:bodyPr wrap="none" lIns="91426" tIns="45713" rIns="91426" bIns="45713" anchor="ctr"/>
          <a:lstStyle/>
          <a:p>
            <a:pPr algn="ctr">
              <a:defRPr/>
            </a:pPr>
            <a:r>
              <a:rPr kumimoji="0" lang="zh-CN" altLang="en-US" sz="1800" b="1">
                <a:latin typeface="Arial" pitchFamily="34" charset="0"/>
              </a:rPr>
              <a:t>入口</a:t>
            </a:r>
          </a:p>
        </p:txBody>
      </p:sp>
      <p:sp>
        <p:nvSpPr>
          <p:cNvPr id="1073" name="Rectangle 85"/>
          <p:cNvSpPr>
            <a:spLocks noChangeArrowheads="1"/>
          </p:cNvSpPr>
          <p:nvPr/>
        </p:nvSpPr>
        <p:spPr bwMode="auto">
          <a:xfrm>
            <a:off x="7610249" y="1953419"/>
            <a:ext cx="2209800" cy="685800"/>
          </a:xfrm>
          <a:prstGeom prst="rect">
            <a:avLst/>
          </a:prstGeom>
          <a:solidFill>
            <a:srgbClr val="9E9EFF"/>
          </a:solidFill>
          <a:ln w="9525">
            <a:solidFill>
              <a:schemeClr val="tx1"/>
            </a:solidFill>
            <a:miter lim="800000"/>
            <a:headEnd/>
            <a:tailEnd/>
          </a:ln>
        </p:spPr>
        <p:txBody>
          <a:bodyPr wrap="none" lIns="91426" tIns="45713" rIns="91426" bIns="45713" anchor="ctr"/>
          <a:lstStyle/>
          <a:p>
            <a:pPr algn="ctr">
              <a:defRPr/>
            </a:pPr>
            <a:r>
              <a:rPr kumimoji="0" lang="zh-CN" altLang="en-US" sz="1800" b="1">
                <a:latin typeface="Arial" pitchFamily="34" charset="0"/>
              </a:rPr>
              <a:t>查询指针前进一步，</a:t>
            </a:r>
          </a:p>
          <a:p>
            <a:pPr algn="ctr">
              <a:defRPr/>
            </a:pPr>
            <a:r>
              <a:rPr kumimoji="0" lang="zh-CN" altLang="en-US" sz="1800" b="1">
                <a:latin typeface="Arial" pitchFamily="34" charset="0"/>
              </a:rPr>
              <a:t>指向下一个表目</a:t>
            </a:r>
          </a:p>
        </p:txBody>
      </p:sp>
      <p:sp>
        <p:nvSpPr>
          <p:cNvPr id="1074" name="Rectangle 86"/>
          <p:cNvSpPr>
            <a:spLocks noChangeArrowheads="1"/>
          </p:cNvSpPr>
          <p:nvPr/>
        </p:nvSpPr>
        <p:spPr bwMode="auto">
          <a:xfrm>
            <a:off x="7610249" y="4401344"/>
            <a:ext cx="2209800" cy="457200"/>
          </a:xfrm>
          <a:prstGeom prst="rect">
            <a:avLst/>
          </a:prstGeom>
          <a:solidFill>
            <a:srgbClr val="9E9EFF"/>
          </a:solidFill>
          <a:ln w="9525">
            <a:solidFill>
              <a:schemeClr val="tx1"/>
            </a:solidFill>
            <a:miter lim="800000"/>
            <a:headEnd/>
            <a:tailEnd/>
          </a:ln>
        </p:spPr>
        <p:txBody>
          <a:bodyPr wrap="none" lIns="91426" tIns="45713" rIns="91426" bIns="45713" anchor="ctr"/>
          <a:lstStyle/>
          <a:p>
            <a:pPr algn="ctr">
              <a:defRPr/>
            </a:pPr>
            <a:r>
              <a:rPr kumimoji="0" lang="zh-CN" altLang="en-US" sz="1800" b="1">
                <a:latin typeface="Arial" pitchFamily="34" charset="0"/>
              </a:rPr>
              <a:t>选择该页面淘汰</a:t>
            </a:r>
          </a:p>
        </p:txBody>
      </p:sp>
      <p:sp>
        <p:nvSpPr>
          <p:cNvPr id="1075" name="AutoShape 87"/>
          <p:cNvSpPr>
            <a:spLocks noChangeArrowheads="1"/>
          </p:cNvSpPr>
          <p:nvPr/>
        </p:nvSpPr>
        <p:spPr bwMode="auto">
          <a:xfrm>
            <a:off x="7899174" y="5312569"/>
            <a:ext cx="1600200" cy="457200"/>
          </a:xfrm>
          <a:prstGeom prst="roundRect">
            <a:avLst>
              <a:gd name="adj" fmla="val 16667"/>
            </a:avLst>
          </a:prstGeom>
          <a:solidFill>
            <a:srgbClr val="9E9EFF"/>
          </a:solidFill>
          <a:ln w="19050">
            <a:solidFill>
              <a:schemeClr val="tx1"/>
            </a:solidFill>
            <a:round/>
            <a:headEnd/>
            <a:tailEnd/>
          </a:ln>
        </p:spPr>
        <p:txBody>
          <a:bodyPr wrap="none" lIns="91426" tIns="45713" rIns="91426" bIns="45713" anchor="ctr"/>
          <a:lstStyle/>
          <a:p>
            <a:pPr algn="ctr">
              <a:defRPr/>
            </a:pPr>
            <a:r>
              <a:rPr kumimoji="0" lang="zh-CN" altLang="en-US" sz="1800" b="1">
                <a:latin typeface="Arial" pitchFamily="34" charset="0"/>
              </a:rPr>
              <a:t>返回</a:t>
            </a:r>
          </a:p>
        </p:txBody>
      </p:sp>
      <p:sp>
        <p:nvSpPr>
          <p:cNvPr id="1076" name="AutoShape 88"/>
          <p:cNvSpPr>
            <a:spLocks noChangeArrowheads="1"/>
          </p:cNvSpPr>
          <p:nvPr/>
        </p:nvSpPr>
        <p:spPr bwMode="auto">
          <a:xfrm>
            <a:off x="7465786" y="3032919"/>
            <a:ext cx="2438400" cy="838200"/>
          </a:xfrm>
          <a:prstGeom prst="diamond">
            <a:avLst/>
          </a:prstGeom>
          <a:solidFill>
            <a:srgbClr val="9E9EFF"/>
          </a:solidFill>
          <a:ln w="9525">
            <a:solidFill>
              <a:schemeClr val="tx1"/>
            </a:solidFill>
            <a:miter lim="800000"/>
            <a:headEnd/>
            <a:tailEnd/>
          </a:ln>
        </p:spPr>
        <p:txBody>
          <a:bodyPr wrap="none" lIns="91426" tIns="45713" rIns="91426" bIns="45713" anchor="ctr"/>
          <a:lstStyle/>
          <a:p>
            <a:pPr algn="ctr">
              <a:defRPr/>
            </a:pPr>
            <a:r>
              <a:rPr kumimoji="0" lang="zh-CN" altLang="en-US" sz="1800" b="1">
                <a:latin typeface="Arial" pitchFamily="34" charset="0"/>
              </a:rPr>
              <a:t>页面使用位</a:t>
            </a:r>
            <a:r>
              <a:rPr kumimoji="0" lang="en-US" altLang="zh-CN" sz="1800" b="1">
                <a:latin typeface="Arial" pitchFamily="34" charset="0"/>
              </a:rPr>
              <a:t>=0</a:t>
            </a:r>
            <a:r>
              <a:rPr kumimoji="0" lang="zh-CN" altLang="en-US" sz="1800" b="1">
                <a:latin typeface="Arial" pitchFamily="34" charset="0"/>
              </a:rPr>
              <a:t>？</a:t>
            </a:r>
          </a:p>
        </p:txBody>
      </p:sp>
      <p:sp>
        <p:nvSpPr>
          <p:cNvPr id="1077" name="Rectangle 89"/>
          <p:cNvSpPr>
            <a:spLocks noChangeArrowheads="1"/>
          </p:cNvSpPr>
          <p:nvPr/>
        </p:nvSpPr>
        <p:spPr bwMode="auto">
          <a:xfrm>
            <a:off x="10375674" y="3144044"/>
            <a:ext cx="1447800" cy="609600"/>
          </a:xfrm>
          <a:prstGeom prst="rect">
            <a:avLst/>
          </a:prstGeom>
          <a:solidFill>
            <a:srgbClr val="9E9EFF"/>
          </a:solidFill>
          <a:ln w="9525">
            <a:solidFill>
              <a:schemeClr val="tx1"/>
            </a:solidFill>
            <a:miter lim="800000"/>
            <a:headEnd/>
            <a:tailEnd/>
          </a:ln>
        </p:spPr>
        <p:txBody>
          <a:bodyPr wrap="none" lIns="91426" tIns="45713" rIns="91426" bIns="45713" anchor="ctr"/>
          <a:lstStyle/>
          <a:p>
            <a:pPr algn="ctr">
              <a:defRPr/>
            </a:pPr>
            <a:r>
              <a:rPr kumimoji="0" lang="zh-CN" altLang="en-US" sz="1800" b="1">
                <a:latin typeface="Arial" pitchFamily="34" charset="0"/>
              </a:rPr>
              <a:t>置页面</a:t>
            </a:r>
          </a:p>
          <a:p>
            <a:pPr algn="ctr">
              <a:defRPr/>
            </a:pPr>
            <a:r>
              <a:rPr kumimoji="0" lang="zh-CN" altLang="en-US" sz="1800" b="1">
                <a:latin typeface="Arial" pitchFamily="34" charset="0"/>
              </a:rPr>
              <a:t>使用位</a:t>
            </a:r>
            <a:r>
              <a:rPr kumimoji="0" lang="en-US" altLang="zh-CN" sz="1800" b="1">
                <a:latin typeface="Arial" pitchFamily="34" charset="0"/>
              </a:rPr>
              <a:t>=0</a:t>
            </a:r>
          </a:p>
        </p:txBody>
      </p:sp>
      <p:sp>
        <p:nvSpPr>
          <p:cNvPr id="1078" name="Line 90"/>
          <p:cNvSpPr>
            <a:spLocks noChangeShapeType="1"/>
          </p:cNvSpPr>
          <p:nvPr/>
        </p:nvSpPr>
        <p:spPr bwMode="auto">
          <a:xfrm>
            <a:off x="9842274" y="3448844"/>
            <a:ext cx="5334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91426" tIns="45713" rIns="91426" bIns="45713"/>
          <a:lstStyle/>
          <a:p>
            <a:endParaRPr lang="zh-CN" altLang="en-US"/>
          </a:p>
        </p:txBody>
      </p:sp>
      <p:sp>
        <p:nvSpPr>
          <p:cNvPr id="1079" name="Line 91"/>
          <p:cNvSpPr>
            <a:spLocks noChangeShapeType="1"/>
          </p:cNvSpPr>
          <p:nvPr/>
        </p:nvSpPr>
        <p:spPr bwMode="auto">
          <a:xfrm>
            <a:off x="8691336" y="1520032"/>
            <a:ext cx="0" cy="4333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91426" tIns="45713" rIns="91426" bIns="45713"/>
          <a:lstStyle/>
          <a:p>
            <a:endParaRPr lang="zh-CN" altLang="en-US"/>
          </a:p>
        </p:txBody>
      </p:sp>
      <p:sp>
        <p:nvSpPr>
          <p:cNvPr id="1080" name="Line 92"/>
          <p:cNvSpPr>
            <a:spLocks noChangeShapeType="1"/>
          </p:cNvSpPr>
          <p:nvPr/>
        </p:nvSpPr>
        <p:spPr bwMode="auto">
          <a:xfrm>
            <a:off x="8691336" y="2672557"/>
            <a:ext cx="0" cy="3603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91426" tIns="45713" rIns="91426" bIns="45713"/>
          <a:lstStyle/>
          <a:p>
            <a:endParaRPr lang="zh-CN" altLang="en-US"/>
          </a:p>
        </p:txBody>
      </p:sp>
      <p:sp>
        <p:nvSpPr>
          <p:cNvPr id="1081" name="Line 93"/>
          <p:cNvSpPr>
            <a:spLocks noChangeShapeType="1"/>
          </p:cNvSpPr>
          <p:nvPr/>
        </p:nvSpPr>
        <p:spPr bwMode="auto">
          <a:xfrm>
            <a:off x="8691336" y="3855244"/>
            <a:ext cx="0" cy="5461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91426" tIns="45713" rIns="91426" bIns="45713"/>
          <a:lstStyle/>
          <a:p>
            <a:endParaRPr lang="zh-CN" altLang="en-US"/>
          </a:p>
        </p:txBody>
      </p:sp>
      <p:sp>
        <p:nvSpPr>
          <p:cNvPr id="1082" name="Line 94"/>
          <p:cNvSpPr>
            <a:spLocks noChangeShapeType="1"/>
          </p:cNvSpPr>
          <p:nvPr/>
        </p:nvSpPr>
        <p:spPr bwMode="auto">
          <a:xfrm>
            <a:off x="8691336" y="4833144"/>
            <a:ext cx="0" cy="50323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91426" tIns="45713" rIns="91426" bIns="45713"/>
          <a:lstStyle/>
          <a:p>
            <a:endParaRPr lang="zh-CN" altLang="en-US"/>
          </a:p>
        </p:txBody>
      </p:sp>
      <p:sp>
        <p:nvSpPr>
          <p:cNvPr id="1246" name="Line 95"/>
          <p:cNvSpPr>
            <a:spLocks noChangeShapeType="1"/>
          </p:cNvSpPr>
          <p:nvPr/>
        </p:nvSpPr>
        <p:spPr bwMode="auto">
          <a:xfrm flipH="1" flipV="1">
            <a:off x="11066236" y="2312194"/>
            <a:ext cx="7938" cy="8556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1426" tIns="45713" rIns="91426" bIns="45713"/>
          <a:lstStyle/>
          <a:p>
            <a:endParaRPr lang="zh-CN" altLang="en-US"/>
          </a:p>
        </p:txBody>
      </p:sp>
      <p:sp>
        <p:nvSpPr>
          <p:cNvPr id="1247" name="Line 96"/>
          <p:cNvSpPr>
            <a:spLocks noChangeShapeType="1"/>
          </p:cNvSpPr>
          <p:nvPr/>
        </p:nvSpPr>
        <p:spPr bwMode="auto">
          <a:xfrm flipH="1">
            <a:off x="9842274" y="2312194"/>
            <a:ext cx="12319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91426" tIns="45713" rIns="91426" bIns="45713"/>
          <a:lstStyle/>
          <a:p>
            <a:endParaRPr lang="zh-CN" altLang="en-US"/>
          </a:p>
        </p:txBody>
      </p:sp>
      <p:sp>
        <p:nvSpPr>
          <p:cNvPr id="1248" name="Text Box 97"/>
          <p:cNvSpPr txBox="1">
            <a:spLocks noChangeArrowheads="1"/>
          </p:cNvSpPr>
          <p:nvPr/>
        </p:nvSpPr>
        <p:spPr bwMode="auto">
          <a:xfrm>
            <a:off x="9918474" y="3067844"/>
            <a:ext cx="381000" cy="396875"/>
          </a:xfrm>
          <a:prstGeom prst="rect">
            <a:avLst/>
          </a:prstGeom>
          <a:noFill/>
          <a:ln w="9525">
            <a:noFill/>
            <a:miter lim="800000"/>
            <a:headEnd/>
            <a:tailEnd/>
          </a:ln>
        </p:spPr>
        <p:txBody>
          <a:bodyPr lIns="91426" tIns="45713" rIns="91426" bIns="45713">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kumimoji="0" lang="en-US" altLang="zh-CN" sz="2000" b="1">
                <a:latin typeface="Arial" pitchFamily="34" charset="0"/>
              </a:rPr>
              <a:t>N</a:t>
            </a:r>
          </a:p>
        </p:txBody>
      </p:sp>
      <p:sp>
        <p:nvSpPr>
          <p:cNvPr id="1249" name="Text Box 98"/>
          <p:cNvSpPr txBox="1">
            <a:spLocks noChangeArrowheads="1"/>
          </p:cNvSpPr>
          <p:nvPr/>
        </p:nvSpPr>
        <p:spPr bwMode="auto">
          <a:xfrm>
            <a:off x="8234136" y="3931444"/>
            <a:ext cx="381000" cy="396875"/>
          </a:xfrm>
          <a:prstGeom prst="rect">
            <a:avLst/>
          </a:prstGeom>
          <a:noFill/>
          <a:ln w="9525">
            <a:noFill/>
            <a:miter lim="800000"/>
            <a:headEnd/>
            <a:tailEnd/>
          </a:ln>
        </p:spPr>
        <p:txBody>
          <a:bodyPr lIns="91426" tIns="45713" rIns="91426" bIns="45713">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kumimoji="0" lang="en-US" altLang="zh-CN" sz="2000" b="1">
                <a:latin typeface="Arial" pitchFamily="34" charset="0"/>
              </a:rPr>
              <a:t>Y</a:t>
            </a:r>
          </a:p>
        </p:txBody>
      </p:sp>
    </p:spTree>
    <p:extLst>
      <p:ext uri="{BB962C8B-B14F-4D97-AF65-F5344CB8AC3E}">
        <p14:creationId xmlns:p14="http://schemas.microsoft.com/office/powerpoint/2010/main" val="554530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randombar(horizontal)">
                                      <p:cBhvr>
                                        <p:cTn id="7" dur="500"/>
                                        <p:tgtEl>
                                          <p:spTgt spid="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7">
                                            <p:txEl>
                                              <p:pRg st="1" end="1"/>
                                            </p:txEl>
                                          </p:spTgt>
                                        </p:tgtEl>
                                        <p:attrNameLst>
                                          <p:attrName>style.visibility</p:attrName>
                                        </p:attrNameLst>
                                      </p:cBhvr>
                                      <p:to>
                                        <p:strVal val="visible"/>
                                      </p:to>
                                    </p:set>
                                    <p:animEffect transition="in" filter="randombar(horizontal)">
                                      <p:cBhvr>
                                        <p:cTn id="12" dur="500"/>
                                        <p:tgtEl>
                                          <p:spTgt spid="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7">
                                            <p:txEl>
                                              <p:pRg st="2" end="2"/>
                                            </p:txEl>
                                          </p:spTgt>
                                        </p:tgtEl>
                                        <p:attrNameLst>
                                          <p:attrName>style.visibility</p:attrName>
                                        </p:attrNameLst>
                                      </p:cBhvr>
                                      <p:to>
                                        <p:strVal val="visible"/>
                                      </p:to>
                                    </p:set>
                                    <p:animEffect transition="in" filter="randombar(horizontal)">
                                      <p:cBhvr>
                                        <p:cTn id="17" dur="500"/>
                                        <p:tgtEl>
                                          <p:spTgt spid="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80094" y="1042174"/>
            <a:ext cx="5159449" cy="665162"/>
            <a:chOff x="980094" y="1129258"/>
            <a:chExt cx="5159449" cy="665162"/>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）简单的</a:t>
              </a:r>
              <a:r>
                <a:rPr lang="en-US" altLang="zh-CN" sz="2400" b="1" dirty="0">
                  <a:solidFill>
                    <a:srgbClr val="4C7E51"/>
                  </a:solidFill>
                  <a:latin typeface="微软雅黑" panose="020B0503020204020204" pitchFamily="34" charset="-122"/>
                  <a:ea typeface="微软雅黑" panose="020B0503020204020204" pitchFamily="34" charset="-122"/>
                </a:rPr>
                <a:t>Clock</a:t>
              </a:r>
              <a:r>
                <a:rPr lang="zh-CN" altLang="en-US" sz="2400" b="1" dirty="0">
                  <a:solidFill>
                    <a:srgbClr val="4C7E51"/>
                  </a:solidFill>
                  <a:latin typeface="微软雅黑" panose="020B0503020204020204" pitchFamily="34" charset="-122"/>
                  <a:ea typeface="微软雅黑" panose="020B0503020204020204" pitchFamily="34" charset="-122"/>
                </a:rPr>
                <a:t>置换算法</a:t>
              </a:r>
            </a:p>
          </p:txBody>
        </p:sp>
      </p:gr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72791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5.Clock</a:t>
            </a:r>
            <a:r>
              <a:rPr lang="zh-CN" altLang="en-US" sz="2400" b="1" dirty="0">
                <a:solidFill>
                  <a:srgbClr val="3D7351"/>
                </a:solidFill>
                <a:latin typeface="微软雅黑" panose="020B0503020204020204" pitchFamily="34" charset="-122"/>
                <a:ea typeface="微软雅黑" panose="020B0503020204020204" pitchFamily="34" charset="-122"/>
              </a:rPr>
              <a:t>置换算法（</a:t>
            </a:r>
            <a:r>
              <a:rPr lang="en-US" altLang="zh-CN" sz="2400" b="1" dirty="0">
                <a:solidFill>
                  <a:srgbClr val="3D7351"/>
                </a:solidFill>
                <a:latin typeface="微软雅黑" panose="020B0503020204020204" pitchFamily="34" charset="-122"/>
                <a:ea typeface="微软雅黑" panose="020B0503020204020204" pitchFamily="34" charset="-122"/>
              </a:rPr>
              <a:t> LRU(Least Recently Used) </a:t>
            </a:r>
            <a:r>
              <a:rPr lang="zh-CN" altLang="en-US" sz="2400" b="1" dirty="0">
                <a:solidFill>
                  <a:srgbClr val="3D7351"/>
                </a:solidFill>
                <a:latin typeface="微软雅黑" panose="020B0503020204020204" pitchFamily="34" charset="-122"/>
                <a:ea typeface="微软雅黑" panose="020B0503020204020204" pitchFamily="34" charset="-122"/>
              </a:rPr>
              <a:t>）</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476" name="Rectangle 1013"/>
          <p:cNvSpPr>
            <a:spLocks noChangeArrowheads="1"/>
          </p:cNvSpPr>
          <p:nvPr/>
        </p:nvSpPr>
        <p:spPr bwMode="auto">
          <a:xfrm>
            <a:off x="6202363" y="706120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pic>
        <p:nvPicPr>
          <p:cNvPr id="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576" y="674389"/>
            <a:ext cx="7164387" cy="618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5294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80094" y="1042174"/>
            <a:ext cx="5159449" cy="665162"/>
            <a:chOff x="980094" y="1129258"/>
            <a:chExt cx="5159449" cy="665162"/>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59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）简单的</a:t>
              </a:r>
              <a:r>
                <a:rPr lang="en-US" altLang="zh-CN" sz="2400" b="1" dirty="0">
                  <a:solidFill>
                    <a:srgbClr val="4C7E51"/>
                  </a:solidFill>
                  <a:latin typeface="微软雅黑" panose="020B0503020204020204" pitchFamily="34" charset="-122"/>
                  <a:ea typeface="微软雅黑" panose="020B0503020204020204" pitchFamily="34" charset="-122"/>
                </a:rPr>
                <a:t>Clock</a:t>
              </a:r>
              <a:r>
                <a:rPr lang="zh-CN" altLang="en-US" sz="2400" b="1" dirty="0">
                  <a:solidFill>
                    <a:srgbClr val="4C7E51"/>
                  </a:solidFill>
                  <a:latin typeface="微软雅黑" panose="020B0503020204020204" pitchFamily="34" charset="-122"/>
                  <a:ea typeface="微软雅黑" panose="020B0503020204020204" pitchFamily="34" charset="-122"/>
                </a:rPr>
                <a:t>置换算法</a:t>
              </a:r>
            </a:p>
          </p:txBody>
        </p:sp>
      </p:gr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72791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5.Clock</a:t>
            </a:r>
            <a:r>
              <a:rPr lang="zh-CN" altLang="en-US" sz="2400" b="1" dirty="0">
                <a:solidFill>
                  <a:srgbClr val="3D7351"/>
                </a:solidFill>
                <a:latin typeface="微软雅黑" panose="020B0503020204020204" pitchFamily="34" charset="-122"/>
                <a:ea typeface="微软雅黑" panose="020B0503020204020204" pitchFamily="34" charset="-122"/>
              </a:rPr>
              <a:t>置换算法（</a:t>
            </a:r>
            <a:r>
              <a:rPr lang="en-US" altLang="zh-CN" sz="2400" b="1" dirty="0">
                <a:solidFill>
                  <a:srgbClr val="3D7351"/>
                </a:solidFill>
                <a:latin typeface="微软雅黑" panose="020B0503020204020204" pitchFamily="34" charset="-122"/>
                <a:ea typeface="微软雅黑" panose="020B0503020204020204" pitchFamily="34" charset="-122"/>
              </a:rPr>
              <a:t> LRU(Least Recently Used) </a:t>
            </a:r>
            <a:r>
              <a:rPr lang="zh-CN" altLang="en-US" sz="2400" b="1" dirty="0">
                <a:solidFill>
                  <a:srgbClr val="3D7351"/>
                </a:solidFill>
                <a:latin typeface="微软雅黑" panose="020B0503020204020204" pitchFamily="34" charset="-122"/>
                <a:ea typeface="微软雅黑" panose="020B0503020204020204" pitchFamily="34" charset="-122"/>
              </a:rPr>
              <a:t>）</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476" name="Rectangle 1013"/>
          <p:cNvSpPr>
            <a:spLocks noChangeArrowheads="1"/>
          </p:cNvSpPr>
          <p:nvPr/>
        </p:nvSpPr>
        <p:spPr bwMode="auto">
          <a:xfrm>
            <a:off x="6202363" y="706120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4150" y="826079"/>
            <a:ext cx="6049963" cy="58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4000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583" y="0"/>
            <a:ext cx="1027734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997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80094" y="1129258"/>
            <a:ext cx="6538306" cy="665162"/>
            <a:chOff x="980094" y="1129258"/>
            <a:chExt cx="6538306" cy="665162"/>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65383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）影响页面换进换出效率的若干因素</a:t>
              </a:r>
            </a:p>
          </p:txBody>
        </p:sp>
      </p:gr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3" name="文本框 52"/>
          <p:cNvSpPr txBox="1">
            <a:spLocks noChangeArrowheads="1"/>
          </p:cNvSpPr>
          <p:nvPr/>
        </p:nvSpPr>
        <p:spPr bwMode="auto">
          <a:xfrm>
            <a:off x="1068088" y="1870169"/>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页面置换算法</a:t>
            </a:r>
          </a:p>
        </p:txBody>
      </p:sp>
      <p:sp>
        <p:nvSpPr>
          <p:cNvPr id="24" name="文本框 19"/>
          <p:cNvSpPr txBox="1">
            <a:spLocks noChangeArrowheads="1"/>
          </p:cNvSpPr>
          <p:nvPr/>
        </p:nvSpPr>
        <p:spPr bwMode="auto">
          <a:xfrm>
            <a:off x="1080711" y="2871588"/>
            <a:ext cx="101243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建立一个已修改换出页面的链表，采用集中写回的方式</a:t>
            </a:r>
            <a:endParaRPr lang="en-US" altLang="zh-CN" sz="2400" dirty="0"/>
          </a:p>
        </p:txBody>
      </p:sp>
      <p:sp>
        <p:nvSpPr>
          <p:cNvPr id="25" name="文本框 52"/>
          <p:cNvSpPr txBox="1">
            <a:spLocks noChangeArrowheads="1"/>
          </p:cNvSpPr>
          <p:nvPr/>
        </p:nvSpPr>
        <p:spPr bwMode="auto">
          <a:xfrm>
            <a:off x="1065545" y="2403084"/>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写回磁盘的频率</a:t>
            </a:r>
          </a:p>
        </p:txBody>
      </p:sp>
      <p:sp>
        <p:nvSpPr>
          <p:cNvPr id="26" name="文本框 19"/>
          <p:cNvSpPr txBox="1">
            <a:spLocks noChangeArrowheads="1"/>
          </p:cNvSpPr>
          <p:nvPr/>
        </p:nvSpPr>
        <p:spPr bwMode="auto">
          <a:xfrm>
            <a:off x="1091344" y="3821112"/>
            <a:ext cx="95766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修改后未写回磁盘的页面，可以直接从已修改换出页面链表中获取</a:t>
            </a:r>
          </a:p>
        </p:txBody>
      </p:sp>
      <p:sp>
        <p:nvSpPr>
          <p:cNvPr id="32" name="文本框 52"/>
          <p:cNvSpPr txBox="1">
            <a:spLocks noChangeArrowheads="1"/>
          </p:cNvSpPr>
          <p:nvPr/>
        </p:nvSpPr>
        <p:spPr bwMode="auto">
          <a:xfrm>
            <a:off x="1091343" y="3333253"/>
            <a:ext cx="30452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读入内存的频率</a:t>
            </a:r>
          </a:p>
        </p:txBody>
      </p:sp>
      <p:sp>
        <p:nvSpPr>
          <p:cNvPr id="34"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页面缓冲算法</a:t>
            </a:r>
          </a:p>
        </p:txBody>
      </p:sp>
    </p:spTree>
    <p:extLst>
      <p:ext uri="{BB962C8B-B14F-4D97-AF65-F5344CB8AC3E}">
        <p14:creationId xmlns:p14="http://schemas.microsoft.com/office/powerpoint/2010/main" val="685424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iterate type="lt">
                                    <p:tmPct val="5000"/>
                                  </p:iterate>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strVal val="#ppt_w+.3"/>
                                          </p:val>
                                        </p:tav>
                                        <p:tav tm="100000">
                                          <p:val>
                                            <p:strVal val="#ppt_w"/>
                                          </p:val>
                                        </p:tav>
                                      </p:tavLst>
                                    </p:anim>
                                    <p:anim calcmode="lin" valueType="num">
                                      <p:cBhvr>
                                        <p:cTn id="15" dur="500" fill="hold"/>
                                        <p:tgtEl>
                                          <p:spTgt spid="25"/>
                                        </p:tgtEl>
                                        <p:attrNameLst>
                                          <p:attrName>ppt_h</p:attrName>
                                        </p:attrNameLst>
                                      </p:cBhvr>
                                      <p:tavLst>
                                        <p:tav tm="0">
                                          <p:val>
                                            <p:strVal val="#ppt_h"/>
                                          </p:val>
                                        </p:tav>
                                        <p:tav tm="100000">
                                          <p:val>
                                            <p:strVal val="#ppt_h"/>
                                          </p:val>
                                        </p:tav>
                                      </p:tavLst>
                                    </p:anim>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strips(downLeft)">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50" presetClass="entr" presetSubtype="0" decel="100000" fill="hold" grpId="0" nodeType="clickEffect">
                                  <p:stCondLst>
                                    <p:cond delay="0"/>
                                  </p:stCondLst>
                                  <p:iterate type="lt">
                                    <p:tmPct val="5000"/>
                                  </p:iterate>
                                  <p:childTnLst>
                                    <p:set>
                                      <p:cBhvr>
                                        <p:cTn id="25" dur="1" fill="hold">
                                          <p:stCondLst>
                                            <p:cond delay="0"/>
                                          </p:stCondLst>
                                        </p:cTn>
                                        <p:tgtEl>
                                          <p:spTgt spid="32"/>
                                        </p:tgtEl>
                                        <p:attrNameLst>
                                          <p:attrName>style.visibility</p:attrName>
                                        </p:attrNameLst>
                                      </p:cBhvr>
                                      <p:to>
                                        <p:strVal val="visible"/>
                                      </p:to>
                                    </p:set>
                                    <p:anim calcmode="lin" valueType="num">
                                      <p:cBhvr>
                                        <p:cTn id="26" dur="500" fill="hold"/>
                                        <p:tgtEl>
                                          <p:spTgt spid="32"/>
                                        </p:tgtEl>
                                        <p:attrNameLst>
                                          <p:attrName>ppt_w</p:attrName>
                                        </p:attrNameLst>
                                      </p:cBhvr>
                                      <p:tavLst>
                                        <p:tav tm="0">
                                          <p:val>
                                            <p:strVal val="#ppt_w+.3"/>
                                          </p:val>
                                        </p:tav>
                                        <p:tav tm="100000">
                                          <p:val>
                                            <p:strVal val="#ppt_w"/>
                                          </p:val>
                                        </p:tav>
                                      </p:tavLst>
                                    </p:anim>
                                    <p:anim calcmode="lin" valueType="num">
                                      <p:cBhvr>
                                        <p:cTn id="27" dur="500" fill="hold"/>
                                        <p:tgtEl>
                                          <p:spTgt spid="32"/>
                                        </p:tgtEl>
                                        <p:attrNameLst>
                                          <p:attrName>ppt_h</p:attrName>
                                        </p:attrNameLst>
                                      </p:cBhvr>
                                      <p:tavLst>
                                        <p:tav tm="0">
                                          <p:val>
                                            <p:strVal val="#ppt_h"/>
                                          </p:val>
                                        </p:tav>
                                        <p:tav tm="100000">
                                          <p:val>
                                            <p:strVal val="#ppt_h"/>
                                          </p:val>
                                        </p:tav>
                                      </p:tavLst>
                                    </p:anim>
                                    <p:animEffect transition="in" filter="fade">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strips(downLeft)">
                                      <p:cBhvr>
                                        <p:cTn id="3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80094" y="1129258"/>
            <a:ext cx="8163906" cy="665162"/>
            <a:chOff x="980094" y="1129258"/>
            <a:chExt cx="8163906" cy="665162"/>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81639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）页面缓冲算法</a:t>
              </a:r>
              <a:r>
                <a:rPr lang="en-US" altLang="zh-CN" sz="2400" b="1" dirty="0">
                  <a:solidFill>
                    <a:srgbClr val="4C7E51"/>
                  </a:solidFill>
                  <a:latin typeface="微软雅黑" panose="020B0503020204020204" pitchFamily="34" charset="-122"/>
                  <a:ea typeface="微软雅黑" panose="020B0503020204020204" pitchFamily="34" charset="-122"/>
                </a:rPr>
                <a:t>(PBA</a:t>
              </a:r>
              <a:r>
                <a:rPr lang="zh-CN" altLang="en-US" sz="2400" b="1" dirty="0">
                  <a:solidFill>
                    <a:srgbClr val="4C7E51"/>
                  </a:solidFill>
                  <a:latin typeface="微软雅黑" panose="020B0503020204020204" pitchFamily="34" charset="-122"/>
                  <a:ea typeface="微软雅黑" panose="020B0503020204020204" pitchFamily="34" charset="-122"/>
                </a:rPr>
                <a:t>： </a:t>
              </a:r>
              <a:r>
                <a:rPr lang="en-US" altLang="zh-CN" sz="2400" b="1" dirty="0">
                  <a:solidFill>
                    <a:srgbClr val="4C7E51"/>
                  </a:solidFill>
                  <a:latin typeface="微软雅黑" panose="020B0503020204020204" pitchFamily="34" charset="-122"/>
                  <a:ea typeface="微软雅黑" panose="020B0503020204020204" pitchFamily="34" charset="-122"/>
                </a:rPr>
                <a:t>Page Buffering Algorithm) </a:t>
              </a:r>
              <a:endParaRPr lang="zh-CN" altLang="en-US" sz="2400" b="1" dirty="0">
                <a:solidFill>
                  <a:srgbClr val="4C7E51"/>
                </a:solidFill>
                <a:latin typeface="微软雅黑" panose="020B0503020204020204" pitchFamily="34" charset="-122"/>
                <a:ea typeface="微软雅黑" panose="020B0503020204020204" pitchFamily="34" charset="-122"/>
              </a:endParaRPr>
            </a:p>
          </p:txBody>
        </p:sp>
      </p:gr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3" name="文本框 52"/>
          <p:cNvSpPr txBox="1">
            <a:spLocks noChangeArrowheads="1"/>
          </p:cNvSpPr>
          <p:nvPr/>
        </p:nvSpPr>
        <p:spPr bwMode="auto">
          <a:xfrm>
            <a:off x="1068088" y="1870169"/>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内存分配策略</a:t>
            </a:r>
          </a:p>
        </p:txBody>
      </p:sp>
      <p:sp>
        <p:nvSpPr>
          <p:cNvPr id="24" name="文本框 19"/>
          <p:cNvSpPr txBox="1">
            <a:spLocks noChangeArrowheads="1"/>
          </p:cNvSpPr>
          <p:nvPr/>
        </p:nvSpPr>
        <p:spPr bwMode="auto">
          <a:xfrm>
            <a:off x="1066197" y="3307008"/>
            <a:ext cx="10124318" cy="149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用</a:t>
            </a:r>
            <a:r>
              <a:rPr lang="en-US" altLang="zh-CN" sz="2400" dirty="0"/>
              <a:t>FIFO</a:t>
            </a:r>
            <a:r>
              <a:rPr lang="zh-CN" altLang="en-US" sz="2400" dirty="0"/>
              <a:t>算法选择被置换页，把被置换的页面放入两个链表之一。</a:t>
            </a:r>
          </a:p>
          <a:p>
            <a:pPr lvl="1">
              <a:lnSpc>
                <a:spcPct val="120000"/>
              </a:lnSpc>
              <a:spcBef>
                <a:spcPct val="20000"/>
              </a:spcBef>
              <a:buFontTx/>
              <a:buChar char="–"/>
              <a:defRPr/>
            </a:pPr>
            <a:r>
              <a:rPr lang="zh-CN" altLang="en-US" sz="2400" dirty="0"/>
              <a:t>如果页面未被修改，就将其归入到</a:t>
            </a:r>
            <a:r>
              <a:rPr lang="zh-CN" altLang="en-US" sz="2400" u="sng" dirty="0">
                <a:solidFill>
                  <a:schemeClr val="accent2"/>
                </a:solidFill>
              </a:rPr>
              <a:t>空闲页面链表</a:t>
            </a:r>
            <a:r>
              <a:rPr lang="zh-CN" altLang="en-US" sz="2400" dirty="0"/>
              <a:t>的末尾；</a:t>
            </a:r>
          </a:p>
          <a:p>
            <a:pPr lvl="1">
              <a:lnSpc>
                <a:spcPct val="120000"/>
              </a:lnSpc>
              <a:spcBef>
                <a:spcPct val="20000"/>
              </a:spcBef>
              <a:buFontTx/>
              <a:buChar char="–"/>
              <a:defRPr/>
            </a:pPr>
            <a:r>
              <a:rPr lang="zh-CN" altLang="en-US" sz="2400" dirty="0"/>
              <a:t>否则将其归入到</a:t>
            </a:r>
            <a:r>
              <a:rPr lang="zh-CN" altLang="en-US" sz="2400" u="sng" dirty="0">
                <a:solidFill>
                  <a:schemeClr val="accent2"/>
                </a:solidFill>
              </a:rPr>
              <a:t>已修改页面链表</a:t>
            </a:r>
            <a:r>
              <a:rPr lang="zh-CN" altLang="en-US" sz="2400" dirty="0"/>
              <a:t>。</a:t>
            </a:r>
            <a:endParaRPr lang="en-US" altLang="zh-CN" sz="2400" dirty="0"/>
          </a:p>
        </p:txBody>
      </p:sp>
      <p:sp>
        <p:nvSpPr>
          <p:cNvPr id="25" name="文本框 52"/>
          <p:cNvSpPr txBox="1">
            <a:spLocks noChangeArrowheads="1"/>
          </p:cNvSpPr>
          <p:nvPr/>
        </p:nvSpPr>
        <p:spPr bwMode="auto">
          <a:xfrm>
            <a:off x="1065545" y="2838504"/>
            <a:ext cx="38779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595959"/>
                </a:solidFill>
                <a:latin typeface="微软雅黑" panose="020B0503020204020204" pitchFamily="34" charset="-122"/>
                <a:ea typeface="微软雅黑" panose="020B0503020204020204" pitchFamily="34" charset="-122"/>
              </a:rPr>
              <a:t>被置换页面的选择和处理：</a:t>
            </a:r>
          </a:p>
        </p:txBody>
      </p:sp>
      <p:sp>
        <p:nvSpPr>
          <p:cNvPr id="26" name="文本框 19"/>
          <p:cNvSpPr txBox="1">
            <a:spLocks noChangeArrowheads="1"/>
          </p:cNvSpPr>
          <p:nvPr/>
        </p:nvSpPr>
        <p:spPr bwMode="auto">
          <a:xfrm>
            <a:off x="1091344" y="5359596"/>
            <a:ext cx="957665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显著降低了页面换进、换出的频率，减少磁盘</a:t>
            </a:r>
            <a:r>
              <a:rPr lang="en-US" altLang="zh-CN" sz="2400" dirty="0"/>
              <a:t>I/O</a:t>
            </a:r>
            <a:r>
              <a:rPr lang="zh-CN" altLang="en-US" sz="2400" dirty="0"/>
              <a:t>次数；</a:t>
            </a:r>
            <a:endParaRPr lang="en-US" altLang="zh-CN" sz="2400" dirty="0"/>
          </a:p>
          <a:p>
            <a:pPr marL="0" lvl="2" indent="0">
              <a:buBlip>
                <a:blip r:embed="rId3"/>
              </a:buBlip>
            </a:pPr>
            <a:r>
              <a:rPr lang="zh-CN" altLang="en-US" sz="2400" dirty="0"/>
              <a:t>置换策略简单，无须硬件支持，实现简单。</a:t>
            </a:r>
            <a:endParaRPr lang="en-US" altLang="zh-CN" sz="2400" dirty="0"/>
          </a:p>
        </p:txBody>
      </p:sp>
      <p:sp>
        <p:nvSpPr>
          <p:cNvPr id="32" name="文本框 52"/>
          <p:cNvSpPr txBox="1">
            <a:spLocks noChangeArrowheads="1"/>
          </p:cNvSpPr>
          <p:nvPr/>
        </p:nvSpPr>
        <p:spPr bwMode="auto">
          <a:xfrm>
            <a:off x="1091343" y="4871737"/>
            <a:ext cx="57013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en-US" altLang="zh-CN" sz="2400" b="1" dirty="0">
                <a:solidFill>
                  <a:srgbClr val="595959"/>
                </a:solidFill>
                <a:latin typeface="微软雅黑" panose="020B0503020204020204" pitchFamily="34" charset="-122"/>
                <a:ea typeface="微软雅黑" panose="020B0503020204020204" pitchFamily="34" charset="-122"/>
              </a:rPr>
              <a:t>PBA</a:t>
            </a:r>
            <a:r>
              <a:rPr lang="zh-CN" altLang="en-US" sz="2400" b="1" dirty="0">
                <a:solidFill>
                  <a:srgbClr val="595959"/>
                </a:solidFill>
                <a:latin typeface="微软雅黑" panose="020B0503020204020204" pitchFamily="34" charset="-122"/>
                <a:ea typeface="微软雅黑" panose="020B0503020204020204" pitchFamily="34" charset="-122"/>
              </a:rPr>
              <a:t>算法的特点：</a:t>
            </a:r>
          </a:p>
        </p:txBody>
      </p:sp>
      <p:sp>
        <p:nvSpPr>
          <p:cNvPr id="34"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页面缓冲算法</a:t>
            </a:r>
          </a:p>
        </p:txBody>
      </p:sp>
      <p:sp>
        <p:nvSpPr>
          <p:cNvPr id="18" name="文本框 19"/>
          <p:cNvSpPr txBox="1">
            <a:spLocks noChangeArrowheads="1"/>
          </p:cNvSpPr>
          <p:nvPr/>
        </p:nvSpPr>
        <p:spPr bwMode="auto">
          <a:xfrm>
            <a:off x="1059238" y="2331834"/>
            <a:ext cx="101243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可变分配局部置换</a:t>
            </a:r>
          </a:p>
        </p:txBody>
      </p:sp>
    </p:spTree>
    <p:extLst>
      <p:ext uri="{BB962C8B-B14F-4D97-AF65-F5344CB8AC3E}">
        <p14:creationId xmlns:p14="http://schemas.microsoft.com/office/powerpoint/2010/main" val="222388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strips(downLeft)">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strVal val="#ppt_w+.3"/>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strips(downLeft)">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50" presetClass="entr" presetSubtype="0" decel="100000" fill="hold" grpId="0" nodeType="clickEffect">
                                  <p:stCondLst>
                                    <p:cond delay="0"/>
                                  </p:stCondLst>
                                  <p:iterate type="lt">
                                    <p:tmPct val="5000"/>
                                  </p:iterate>
                                  <p:childTnLst>
                                    <p:set>
                                      <p:cBhvr>
                                        <p:cTn id="30" dur="1" fill="hold">
                                          <p:stCondLst>
                                            <p:cond delay="0"/>
                                          </p:stCondLst>
                                        </p:cTn>
                                        <p:tgtEl>
                                          <p:spTgt spid="32"/>
                                        </p:tgtEl>
                                        <p:attrNameLst>
                                          <p:attrName>style.visibility</p:attrName>
                                        </p:attrNameLst>
                                      </p:cBhvr>
                                      <p:to>
                                        <p:strVal val="visible"/>
                                      </p:to>
                                    </p:set>
                                    <p:anim calcmode="lin" valueType="num">
                                      <p:cBhvr>
                                        <p:cTn id="31" dur="500" fill="hold"/>
                                        <p:tgtEl>
                                          <p:spTgt spid="32"/>
                                        </p:tgtEl>
                                        <p:attrNameLst>
                                          <p:attrName>ppt_w</p:attrName>
                                        </p:attrNameLst>
                                      </p:cBhvr>
                                      <p:tavLst>
                                        <p:tav tm="0">
                                          <p:val>
                                            <p:strVal val="#ppt_w+.3"/>
                                          </p:val>
                                        </p:tav>
                                        <p:tav tm="100000">
                                          <p:val>
                                            <p:strVal val="#ppt_w"/>
                                          </p:val>
                                        </p:tav>
                                      </p:tavLst>
                                    </p:anim>
                                    <p:anim calcmode="lin" valueType="num">
                                      <p:cBhvr>
                                        <p:cTn id="32" dur="500" fill="hold"/>
                                        <p:tgtEl>
                                          <p:spTgt spid="32"/>
                                        </p:tgtEl>
                                        <p:attrNameLst>
                                          <p:attrName>ppt_h</p:attrName>
                                        </p:attrNameLst>
                                      </p:cBhvr>
                                      <p:tavLst>
                                        <p:tav tm="0">
                                          <p:val>
                                            <p:strVal val="#ppt_h"/>
                                          </p:val>
                                        </p:tav>
                                        <p:tav tm="100000">
                                          <p:val>
                                            <p:strVal val="#ppt_h"/>
                                          </p:val>
                                        </p:tav>
                                      </p:tavLst>
                                    </p:anim>
                                    <p:animEffect transition="in" filter="fade">
                                      <p:cBhvr>
                                        <p:cTn id="33" dur="500"/>
                                        <p:tgtEl>
                                          <p:spTgt spid="32"/>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12"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strips(downLeft)">
                                      <p:cBhvr>
                                        <p:cTn id="3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32"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4851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）多道程序度与处理机的利用率</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6"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多道程序度与“抖动”</a:t>
            </a:r>
          </a:p>
        </p:txBody>
      </p:sp>
      <p:sp>
        <p:nvSpPr>
          <p:cNvPr id="22" name="文本框 19"/>
          <p:cNvSpPr txBox="1">
            <a:spLocks noChangeArrowheads="1"/>
          </p:cNvSpPr>
          <p:nvPr/>
        </p:nvSpPr>
        <p:spPr bwMode="auto">
          <a:xfrm>
            <a:off x="1126145" y="1936583"/>
            <a:ext cx="37163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en-US" altLang="zh-CN" sz="2400" dirty="0"/>
              <a:t>N</a:t>
            </a:r>
            <a:r>
              <a:rPr lang="en-US" altLang="zh-CN" sz="2400" baseline="-25000" dirty="0"/>
              <a:t>1</a:t>
            </a:r>
            <a:r>
              <a:rPr lang="zh-CN" altLang="en-US" sz="2400" dirty="0"/>
              <a:t>：处理机的利用率增速明显减慢。</a:t>
            </a:r>
          </a:p>
        </p:txBody>
      </p:sp>
      <p:pic>
        <p:nvPicPr>
          <p:cNvPr id="2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5285" y="1936583"/>
            <a:ext cx="6913563"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文本框 19"/>
          <p:cNvSpPr txBox="1">
            <a:spLocks noChangeArrowheads="1"/>
          </p:cNvSpPr>
          <p:nvPr/>
        </p:nvSpPr>
        <p:spPr bwMode="auto">
          <a:xfrm>
            <a:off x="1126144" y="2909743"/>
            <a:ext cx="37163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en-US" altLang="zh-CN" sz="2400" dirty="0" err="1"/>
              <a:t>N</a:t>
            </a:r>
            <a:r>
              <a:rPr lang="en-US" altLang="zh-CN" sz="2400" baseline="-25000" dirty="0" err="1"/>
              <a:t>max</a:t>
            </a:r>
            <a:r>
              <a:rPr lang="zh-CN" altLang="en-US" sz="2400" dirty="0"/>
              <a:t>：处理机的利用率最大。</a:t>
            </a:r>
          </a:p>
        </p:txBody>
      </p:sp>
      <p:sp>
        <p:nvSpPr>
          <p:cNvPr id="26" name="文本框 19"/>
          <p:cNvSpPr txBox="1">
            <a:spLocks noChangeArrowheads="1"/>
          </p:cNvSpPr>
          <p:nvPr/>
        </p:nvSpPr>
        <p:spPr bwMode="auto">
          <a:xfrm>
            <a:off x="1126144" y="3882903"/>
            <a:ext cx="37163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en-US" altLang="zh-CN" sz="2400" dirty="0"/>
              <a:t>N</a:t>
            </a:r>
            <a:r>
              <a:rPr lang="en-US" altLang="zh-CN" sz="2400" baseline="-25000" dirty="0"/>
              <a:t>2</a:t>
            </a:r>
            <a:r>
              <a:rPr lang="zh-CN" altLang="en-US" sz="2400" dirty="0"/>
              <a:t>：处理机的利用率加速下降。</a:t>
            </a:r>
          </a:p>
        </p:txBody>
      </p:sp>
      <p:sp>
        <p:nvSpPr>
          <p:cNvPr id="31" name="文本框 19"/>
          <p:cNvSpPr txBox="1">
            <a:spLocks noChangeArrowheads="1"/>
          </p:cNvSpPr>
          <p:nvPr/>
        </p:nvSpPr>
        <p:spPr bwMode="auto">
          <a:xfrm>
            <a:off x="1126144" y="4856063"/>
            <a:ext cx="37163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en-US" altLang="zh-CN" sz="2400" dirty="0"/>
              <a:t>N</a:t>
            </a:r>
            <a:r>
              <a:rPr lang="en-US" altLang="zh-CN" sz="2400" baseline="-25000" dirty="0"/>
              <a:t>3</a:t>
            </a:r>
            <a:r>
              <a:rPr lang="zh-CN" altLang="en-US" sz="2400" dirty="0"/>
              <a:t>：处理机的利用率趋于</a:t>
            </a:r>
            <a:r>
              <a:rPr lang="en-US" altLang="zh-CN" sz="2400" dirty="0"/>
              <a:t>0</a:t>
            </a:r>
            <a:r>
              <a:rPr lang="zh-CN" altLang="en-US" sz="2400" dirty="0"/>
              <a:t>。</a:t>
            </a:r>
          </a:p>
        </p:txBody>
      </p:sp>
    </p:spTree>
    <p:extLst>
      <p:ext uri="{BB962C8B-B14F-4D97-AF65-F5344CB8AC3E}">
        <p14:creationId xmlns:p14="http://schemas.microsoft.com/office/powerpoint/2010/main" val="363238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strips(down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strips(down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strips(downLeft)">
                                      <p:cBhvr>
                                        <p:cTn id="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6" grpId="0"/>
      <p:bldP spid="3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4851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）产生抖动的原因</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6"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多道程序度与“抖动”</a:t>
            </a:r>
          </a:p>
        </p:txBody>
      </p:sp>
      <p:sp>
        <p:nvSpPr>
          <p:cNvPr id="22" name="文本框 19"/>
          <p:cNvSpPr txBox="1">
            <a:spLocks noChangeArrowheads="1"/>
          </p:cNvSpPr>
          <p:nvPr/>
        </p:nvSpPr>
        <p:spPr bwMode="auto">
          <a:xfrm>
            <a:off x="1126145" y="1936583"/>
            <a:ext cx="976938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同时在系统中运行的进程太多，由此分配给每一个进程的</a:t>
            </a:r>
            <a:r>
              <a:rPr lang="zh-CN" altLang="en-US" sz="2400" u="sng" dirty="0">
                <a:solidFill>
                  <a:schemeClr val="accent2"/>
                </a:solidFill>
              </a:rPr>
              <a:t>物理块太少</a:t>
            </a:r>
            <a:r>
              <a:rPr lang="zh-CN" altLang="en-US" sz="2400" dirty="0"/>
              <a:t>，不能满足进程正常运行的基本要求，致使每个进程在运行时，</a:t>
            </a:r>
            <a:r>
              <a:rPr lang="zh-CN" altLang="en-US" sz="2400" u="sng" dirty="0">
                <a:solidFill>
                  <a:schemeClr val="accent2"/>
                </a:solidFill>
              </a:rPr>
              <a:t>频繁</a:t>
            </a:r>
            <a:r>
              <a:rPr lang="zh-CN" altLang="en-US" sz="2400" dirty="0"/>
              <a:t>地出现</a:t>
            </a:r>
            <a:r>
              <a:rPr lang="zh-CN" altLang="en-US" sz="2400" u="sng" dirty="0">
                <a:solidFill>
                  <a:schemeClr val="accent2"/>
                </a:solidFill>
              </a:rPr>
              <a:t>缺页</a:t>
            </a:r>
            <a:r>
              <a:rPr lang="zh-CN" altLang="en-US" sz="2400" dirty="0"/>
              <a:t>。</a:t>
            </a:r>
            <a:endParaRPr lang="en-US" altLang="zh-CN" sz="2400" dirty="0"/>
          </a:p>
        </p:txBody>
      </p:sp>
      <p:sp>
        <p:nvSpPr>
          <p:cNvPr id="24" name="文本框 19"/>
          <p:cNvSpPr txBox="1">
            <a:spLocks noChangeArrowheads="1"/>
          </p:cNvSpPr>
          <p:nvPr/>
        </p:nvSpPr>
        <p:spPr bwMode="auto">
          <a:xfrm>
            <a:off x="1139022" y="3167323"/>
            <a:ext cx="97693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zh-CN" sz="2400" dirty="0"/>
              <a:t>这种频繁的换进换出的活动被称为</a:t>
            </a:r>
            <a:r>
              <a:rPr lang="zh-CN" altLang="zh-CN" sz="2400" b="1" dirty="0">
                <a:solidFill>
                  <a:schemeClr val="accent2"/>
                </a:solidFill>
              </a:rPr>
              <a:t>抖动</a:t>
            </a:r>
            <a:r>
              <a:rPr lang="zh-CN" altLang="zh-CN" sz="2400" dirty="0"/>
              <a:t>。如果一个进程花费在页面置换的时间多于执行时间，就是</a:t>
            </a:r>
            <a:r>
              <a:rPr lang="zh-CN" altLang="zh-CN" sz="2400" b="1" dirty="0">
                <a:solidFill>
                  <a:schemeClr val="accent2"/>
                </a:solidFill>
              </a:rPr>
              <a:t>抖动</a:t>
            </a:r>
            <a:r>
              <a:rPr lang="zh-CN" altLang="zh-CN" sz="2400" dirty="0"/>
              <a:t>。</a:t>
            </a:r>
            <a:endParaRPr lang="en-US" altLang="zh-CN" sz="2400" dirty="0"/>
          </a:p>
        </p:txBody>
      </p:sp>
    </p:spTree>
    <p:extLst>
      <p:ext uri="{BB962C8B-B14F-4D97-AF65-F5344CB8AC3E}">
        <p14:creationId xmlns:p14="http://schemas.microsoft.com/office/powerpoint/2010/main" val="395601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strips(downLeft)">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75"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）工作集的基本概念</a:t>
            </a:r>
          </a:p>
        </p:txBody>
      </p:sp>
      <p:sp>
        <p:nvSpPr>
          <p:cNvPr id="176" name="文本框 25"/>
          <p:cNvSpPr txBox="1">
            <a:spLocks noChangeArrowheads="1"/>
          </p:cNvSpPr>
          <p:nvPr/>
        </p:nvSpPr>
        <p:spPr bwMode="auto">
          <a:xfrm>
            <a:off x="902970" y="212725"/>
            <a:ext cx="13853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工作集</a:t>
            </a:r>
          </a:p>
        </p:txBody>
      </p:sp>
      <p:sp>
        <p:nvSpPr>
          <p:cNvPr id="66" name="文本框 19"/>
          <p:cNvSpPr txBox="1">
            <a:spLocks noChangeArrowheads="1"/>
          </p:cNvSpPr>
          <p:nvPr/>
        </p:nvSpPr>
        <p:spPr bwMode="auto">
          <a:xfrm>
            <a:off x="1068087" y="2377090"/>
            <a:ext cx="8178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程序运行时的局部性原理</a:t>
            </a:r>
          </a:p>
        </p:txBody>
      </p:sp>
      <p:sp>
        <p:nvSpPr>
          <p:cNvPr id="67" name="文本框 52"/>
          <p:cNvSpPr txBox="1">
            <a:spLocks noChangeArrowheads="1"/>
          </p:cNvSpPr>
          <p:nvPr/>
        </p:nvSpPr>
        <p:spPr bwMode="auto">
          <a:xfrm>
            <a:off x="1068088" y="1878143"/>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理论基础</a:t>
            </a:r>
          </a:p>
        </p:txBody>
      </p:sp>
      <p:sp>
        <p:nvSpPr>
          <p:cNvPr id="68" name="文本框 19"/>
          <p:cNvSpPr txBox="1">
            <a:spLocks noChangeArrowheads="1"/>
          </p:cNvSpPr>
          <p:nvPr/>
        </p:nvSpPr>
        <p:spPr bwMode="auto">
          <a:xfrm>
            <a:off x="1068087" y="3624922"/>
            <a:ext cx="90672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程序在运行期间，对页面的访问是不均匀的，在一段时间内仅局限于较少的页面，在另一段时间内，又可能局限于另一些较少的页面进行访问。</a:t>
            </a:r>
            <a:endParaRPr lang="en-US" altLang="zh-CN" sz="2400" dirty="0"/>
          </a:p>
        </p:txBody>
      </p:sp>
      <p:sp>
        <p:nvSpPr>
          <p:cNvPr id="69" name="文本框 52"/>
          <p:cNvSpPr txBox="1">
            <a:spLocks noChangeArrowheads="1"/>
          </p:cNvSpPr>
          <p:nvPr/>
        </p:nvSpPr>
        <p:spPr bwMode="auto">
          <a:xfrm>
            <a:off x="1068088" y="301744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现象</a:t>
            </a:r>
          </a:p>
        </p:txBody>
      </p:sp>
    </p:spTree>
    <p:extLst>
      <p:ext uri="{BB962C8B-B14F-4D97-AF65-F5344CB8AC3E}">
        <p14:creationId xmlns:p14="http://schemas.microsoft.com/office/powerpoint/2010/main" val="68274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strVal val="#ppt_w+.3"/>
                                          </p:val>
                                        </p:tav>
                                        <p:tav tm="100000">
                                          <p:val>
                                            <p:strVal val="#ppt_w"/>
                                          </p:val>
                                        </p:tav>
                                      </p:tavLst>
                                    </p:anim>
                                    <p:anim calcmode="lin" valueType="num">
                                      <p:cBhvr>
                                        <p:cTn id="8" dur="500" fill="hold"/>
                                        <p:tgtEl>
                                          <p:spTgt spid="67"/>
                                        </p:tgtEl>
                                        <p:attrNameLst>
                                          <p:attrName>ppt_h</p:attrName>
                                        </p:attrNameLst>
                                      </p:cBhvr>
                                      <p:tavLst>
                                        <p:tav tm="0">
                                          <p:val>
                                            <p:strVal val="#ppt_h"/>
                                          </p:val>
                                        </p:tav>
                                        <p:tav tm="100000">
                                          <p:val>
                                            <p:strVal val="#ppt_h"/>
                                          </p:val>
                                        </p:tav>
                                      </p:tavLst>
                                    </p:anim>
                                    <p:animEffect transition="in" filter="fade">
                                      <p:cBhvr>
                                        <p:cTn id="9" dur="500"/>
                                        <p:tgtEl>
                                          <p:spTgt spid="67"/>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66"/>
                                        </p:tgtEl>
                                        <p:attrNameLst>
                                          <p:attrName>style.visibility</p:attrName>
                                        </p:attrNameLst>
                                      </p:cBhvr>
                                      <p:to>
                                        <p:strVal val="visible"/>
                                      </p:to>
                                    </p:set>
                                    <p:animEffect transition="in" filter="strips(downLeft)">
                                      <p:cBhvr>
                                        <p:cTn id="14" dur="500"/>
                                        <p:tgtEl>
                                          <p:spTgt spid="66"/>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strips(downLeft)">
                                      <p:cBhvr>
                                        <p:cTn id="19" dur="500"/>
                                        <p:tgtEl>
                                          <p:spTgt spid="68"/>
                                        </p:tgtEl>
                                      </p:cBhvr>
                                    </p:animEffect>
                                  </p:childTnLst>
                                </p:cTn>
                              </p:par>
                            </p:childTnLst>
                          </p:cTn>
                        </p:par>
                      </p:childTnLst>
                    </p:cTn>
                  </p:par>
                  <p:par>
                    <p:cTn id="20" fill="hold">
                      <p:stCondLst>
                        <p:cond delay="indefinite"/>
                      </p:stCondLst>
                      <p:childTnLst>
                        <p:par>
                          <p:cTn id="21" fill="hold">
                            <p:stCondLst>
                              <p:cond delay="0"/>
                            </p:stCondLst>
                            <p:childTnLst>
                              <p:par>
                                <p:cTn id="22" presetID="50" presetClass="entr" presetSubtype="0" decel="100000" fill="hold" grpId="0" nodeType="clickEffect">
                                  <p:stCondLst>
                                    <p:cond delay="0"/>
                                  </p:stCondLst>
                                  <p:iterate type="lt">
                                    <p:tmPct val="5000"/>
                                  </p:iterate>
                                  <p:childTnLst>
                                    <p:set>
                                      <p:cBhvr>
                                        <p:cTn id="23" dur="1" fill="hold">
                                          <p:stCondLst>
                                            <p:cond delay="0"/>
                                          </p:stCondLst>
                                        </p:cTn>
                                        <p:tgtEl>
                                          <p:spTgt spid="69"/>
                                        </p:tgtEl>
                                        <p:attrNameLst>
                                          <p:attrName>style.visibility</p:attrName>
                                        </p:attrNameLst>
                                      </p:cBhvr>
                                      <p:to>
                                        <p:strVal val="visible"/>
                                      </p:to>
                                    </p:set>
                                    <p:anim calcmode="lin" valueType="num">
                                      <p:cBhvr>
                                        <p:cTn id="24" dur="500" fill="hold"/>
                                        <p:tgtEl>
                                          <p:spTgt spid="69"/>
                                        </p:tgtEl>
                                        <p:attrNameLst>
                                          <p:attrName>ppt_w</p:attrName>
                                        </p:attrNameLst>
                                      </p:cBhvr>
                                      <p:tavLst>
                                        <p:tav tm="0">
                                          <p:val>
                                            <p:strVal val="#ppt_w+.3"/>
                                          </p:val>
                                        </p:tav>
                                        <p:tav tm="100000">
                                          <p:val>
                                            <p:strVal val="#ppt_w"/>
                                          </p:val>
                                        </p:tav>
                                      </p:tavLst>
                                    </p:anim>
                                    <p:anim calcmode="lin" valueType="num">
                                      <p:cBhvr>
                                        <p:cTn id="25" dur="500" fill="hold"/>
                                        <p:tgtEl>
                                          <p:spTgt spid="69"/>
                                        </p:tgtEl>
                                        <p:attrNameLst>
                                          <p:attrName>ppt_h</p:attrName>
                                        </p:attrNameLst>
                                      </p:cBhvr>
                                      <p:tavLst>
                                        <p:tav tm="0">
                                          <p:val>
                                            <p:strVal val="#ppt_h"/>
                                          </p:val>
                                        </p:tav>
                                        <p:tav tm="100000">
                                          <p:val>
                                            <p:strVal val="#ppt_h"/>
                                          </p:val>
                                        </p:tav>
                                      </p:tavLst>
                                    </p:anim>
                                    <p:animEffect transition="in" filter="fade">
                                      <p:cBhvr>
                                        <p:cTn id="26"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P spid="6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75"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）工作集的定义</a:t>
            </a:r>
          </a:p>
        </p:txBody>
      </p:sp>
      <p:sp>
        <p:nvSpPr>
          <p:cNvPr id="176" name="文本框 25"/>
          <p:cNvSpPr txBox="1">
            <a:spLocks noChangeArrowheads="1"/>
          </p:cNvSpPr>
          <p:nvPr/>
        </p:nvSpPr>
        <p:spPr bwMode="auto">
          <a:xfrm>
            <a:off x="902970" y="212725"/>
            <a:ext cx="13853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工作集</a:t>
            </a:r>
          </a:p>
        </p:txBody>
      </p:sp>
      <p:sp>
        <p:nvSpPr>
          <p:cNvPr id="66" name="文本框 19"/>
          <p:cNvSpPr txBox="1">
            <a:spLocks noChangeArrowheads="1"/>
          </p:cNvSpPr>
          <p:nvPr/>
        </p:nvSpPr>
        <p:spPr bwMode="auto">
          <a:xfrm>
            <a:off x="1068087" y="2377090"/>
            <a:ext cx="97372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属于</a:t>
            </a:r>
            <a:r>
              <a:rPr lang="zh-CN" altLang="en-US" sz="2400" u="sng" dirty="0">
                <a:solidFill>
                  <a:schemeClr val="accent2"/>
                </a:solidFill>
              </a:rPr>
              <a:t>预调页策略</a:t>
            </a:r>
            <a:r>
              <a:rPr lang="zh-CN" altLang="en-US" sz="2400" dirty="0"/>
              <a:t>，用程序过去某段时间内的行为作为程序在将来某段时间内行为的近似。</a:t>
            </a:r>
            <a:endParaRPr lang="en-US" altLang="zh-CN" sz="2400" dirty="0"/>
          </a:p>
        </p:txBody>
      </p:sp>
      <p:sp>
        <p:nvSpPr>
          <p:cNvPr id="67" name="文本框 52"/>
          <p:cNvSpPr txBox="1">
            <a:spLocks noChangeArrowheads="1"/>
          </p:cNvSpPr>
          <p:nvPr/>
        </p:nvSpPr>
        <p:spPr bwMode="auto">
          <a:xfrm>
            <a:off x="1068088" y="187814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产生</a:t>
            </a:r>
          </a:p>
        </p:txBody>
      </p:sp>
      <p:sp>
        <p:nvSpPr>
          <p:cNvPr id="68" name="文本框 19"/>
          <p:cNvSpPr txBox="1">
            <a:spLocks noChangeArrowheads="1"/>
          </p:cNvSpPr>
          <p:nvPr/>
        </p:nvSpPr>
        <p:spPr bwMode="auto">
          <a:xfrm>
            <a:off x="1068087" y="3689317"/>
            <a:ext cx="95698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solidFill>
                  <a:schemeClr val="tx2"/>
                </a:solidFill>
              </a:rPr>
              <a:t>是指在某段时间间隔里，进程实际所要访问页面的集合。</a:t>
            </a:r>
            <a:r>
              <a:rPr lang="zh-CN" altLang="en-US" sz="2400" dirty="0"/>
              <a:t>进程在时间间隔（</a:t>
            </a:r>
            <a:r>
              <a:rPr lang="en-US" altLang="zh-CN" sz="2400" dirty="0"/>
              <a:t> t-</a:t>
            </a:r>
            <a:r>
              <a:rPr lang="el-GR" altLang="zh-CN" sz="2400" dirty="0">
                <a:solidFill>
                  <a:schemeClr val="tx2"/>
                </a:solidFill>
                <a:latin typeface="Arial" panose="020B0604020202020204" pitchFamily="34" charset="0"/>
                <a:cs typeface="Arial" panose="020B0604020202020204" pitchFamily="34" charset="0"/>
              </a:rPr>
              <a:t>Δ</a:t>
            </a:r>
            <a:r>
              <a:rPr lang="en-US" altLang="zh-CN" sz="2400" dirty="0">
                <a:solidFill>
                  <a:schemeClr val="tx2"/>
                </a:solidFill>
                <a:latin typeface="Arial" panose="020B0604020202020204" pitchFamily="34" charset="0"/>
                <a:cs typeface="Arial" panose="020B0604020202020204" pitchFamily="34" charset="0"/>
              </a:rPr>
              <a:t>, t</a:t>
            </a:r>
            <a:r>
              <a:rPr lang="zh-CN" altLang="en-US" sz="2400" dirty="0"/>
              <a:t>）中引用页面的集合。</a:t>
            </a:r>
            <a:endParaRPr lang="en-US" altLang="zh-CN" sz="2400" dirty="0"/>
          </a:p>
          <a:p>
            <a:pPr marL="0" lvl="2" indent="0">
              <a:buBlip>
                <a:blip r:embed="rId3"/>
              </a:buBlip>
            </a:pPr>
            <a:r>
              <a:rPr lang="zh-CN" altLang="en-US" sz="2400" dirty="0"/>
              <a:t>变量</a:t>
            </a:r>
            <a:r>
              <a:rPr lang="el-GR" altLang="zh-CN" sz="2400" dirty="0">
                <a:solidFill>
                  <a:schemeClr val="tx2"/>
                </a:solidFill>
                <a:latin typeface="Arial" panose="020B0604020202020204" pitchFamily="34" charset="0"/>
                <a:cs typeface="Arial" panose="020B0604020202020204" pitchFamily="34" charset="0"/>
              </a:rPr>
              <a:t>Δ </a:t>
            </a:r>
            <a:r>
              <a:rPr lang="zh-CN" altLang="en-US" sz="2400" dirty="0">
                <a:solidFill>
                  <a:schemeClr val="tx2"/>
                </a:solidFill>
                <a:latin typeface="Arial" panose="020B0604020202020204" pitchFamily="34" charset="0"/>
                <a:cs typeface="Arial" panose="020B0604020202020204" pitchFamily="34" charset="0"/>
              </a:rPr>
              <a:t>为</a:t>
            </a:r>
            <a:r>
              <a:rPr lang="zh-CN" altLang="en-US" sz="2400" u="sng" dirty="0">
                <a:solidFill>
                  <a:schemeClr val="accent2"/>
                </a:solidFill>
              </a:rPr>
              <a:t>工作集的“窗口尺寸”</a:t>
            </a:r>
            <a:endParaRPr lang="en-US" altLang="zh-CN" sz="2400" dirty="0">
              <a:solidFill>
                <a:schemeClr val="tx2"/>
              </a:solidFill>
            </a:endParaRPr>
          </a:p>
        </p:txBody>
      </p:sp>
      <p:sp>
        <p:nvSpPr>
          <p:cNvPr id="69" name="文本框 52"/>
          <p:cNvSpPr txBox="1">
            <a:spLocks noChangeArrowheads="1"/>
          </p:cNvSpPr>
          <p:nvPr/>
        </p:nvSpPr>
        <p:spPr bwMode="auto">
          <a:xfrm>
            <a:off x="1068088" y="3184869"/>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定义</a:t>
            </a:r>
          </a:p>
        </p:txBody>
      </p:sp>
      <p:pic>
        <p:nvPicPr>
          <p:cNvPr id="15" name="图片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7239" y="4932429"/>
            <a:ext cx="6697663"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232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strVal val="#ppt_w+.3"/>
                                          </p:val>
                                        </p:tav>
                                        <p:tav tm="100000">
                                          <p:val>
                                            <p:strVal val="#ppt_w"/>
                                          </p:val>
                                        </p:tav>
                                      </p:tavLst>
                                    </p:anim>
                                    <p:anim calcmode="lin" valueType="num">
                                      <p:cBhvr>
                                        <p:cTn id="8" dur="500" fill="hold"/>
                                        <p:tgtEl>
                                          <p:spTgt spid="67"/>
                                        </p:tgtEl>
                                        <p:attrNameLst>
                                          <p:attrName>ppt_h</p:attrName>
                                        </p:attrNameLst>
                                      </p:cBhvr>
                                      <p:tavLst>
                                        <p:tav tm="0">
                                          <p:val>
                                            <p:strVal val="#ppt_h"/>
                                          </p:val>
                                        </p:tav>
                                        <p:tav tm="100000">
                                          <p:val>
                                            <p:strVal val="#ppt_h"/>
                                          </p:val>
                                        </p:tav>
                                      </p:tavLst>
                                    </p:anim>
                                    <p:animEffect transition="in" filter="fade">
                                      <p:cBhvr>
                                        <p:cTn id="9" dur="500"/>
                                        <p:tgtEl>
                                          <p:spTgt spid="67"/>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66"/>
                                        </p:tgtEl>
                                        <p:attrNameLst>
                                          <p:attrName>style.visibility</p:attrName>
                                        </p:attrNameLst>
                                      </p:cBhvr>
                                      <p:to>
                                        <p:strVal val="visible"/>
                                      </p:to>
                                    </p:set>
                                    <p:animEffect transition="in" filter="strips(downLeft)">
                                      <p:cBhvr>
                                        <p:cTn id="14" dur="500"/>
                                        <p:tgtEl>
                                          <p:spTgt spid="66"/>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strips(downLeft)">
                                      <p:cBhvr>
                                        <p:cTn id="19" dur="500"/>
                                        <p:tgtEl>
                                          <p:spTgt spid="68"/>
                                        </p:tgtEl>
                                      </p:cBhvr>
                                    </p:animEffect>
                                  </p:childTnLst>
                                </p:cTn>
                              </p:par>
                            </p:childTnLst>
                          </p:cTn>
                        </p:par>
                      </p:childTnLst>
                    </p:cTn>
                  </p:par>
                  <p:par>
                    <p:cTn id="20" fill="hold">
                      <p:stCondLst>
                        <p:cond delay="indefinite"/>
                      </p:stCondLst>
                      <p:childTnLst>
                        <p:par>
                          <p:cTn id="21" fill="hold">
                            <p:stCondLst>
                              <p:cond delay="0"/>
                            </p:stCondLst>
                            <p:childTnLst>
                              <p:par>
                                <p:cTn id="22" presetID="50" presetClass="entr" presetSubtype="0" decel="100000" fill="hold" grpId="0" nodeType="clickEffect">
                                  <p:stCondLst>
                                    <p:cond delay="0"/>
                                  </p:stCondLst>
                                  <p:iterate type="lt">
                                    <p:tmPct val="5000"/>
                                  </p:iterate>
                                  <p:childTnLst>
                                    <p:set>
                                      <p:cBhvr>
                                        <p:cTn id="23" dur="1" fill="hold">
                                          <p:stCondLst>
                                            <p:cond delay="0"/>
                                          </p:stCondLst>
                                        </p:cTn>
                                        <p:tgtEl>
                                          <p:spTgt spid="69"/>
                                        </p:tgtEl>
                                        <p:attrNameLst>
                                          <p:attrName>style.visibility</p:attrName>
                                        </p:attrNameLst>
                                      </p:cBhvr>
                                      <p:to>
                                        <p:strVal val="visible"/>
                                      </p:to>
                                    </p:set>
                                    <p:anim calcmode="lin" valueType="num">
                                      <p:cBhvr>
                                        <p:cTn id="24" dur="500" fill="hold"/>
                                        <p:tgtEl>
                                          <p:spTgt spid="69"/>
                                        </p:tgtEl>
                                        <p:attrNameLst>
                                          <p:attrName>ppt_w</p:attrName>
                                        </p:attrNameLst>
                                      </p:cBhvr>
                                      <p:tavLst>
                                        <p:tav tm="0">
                                          <p:val>
                                            <p:strVal val="#ppt_w+.3"/>
                                          </p:val>
                                        </p:tav>
                                        <p:tav tm="100000">
                                          <p:val>
                                            <p:strVal val="#ppt_w"/>
                                          </p:val>
                                        </p:tav>
                                      </p:tavLst>
                                    </p:anim>
                                    <p:anim calcmode="lin" valueType="num">
                                      <p:cBhvr>
                                        <p:cTn id="25" dur="500" fill="hold"/>
                                        <p:tgtEl>
                                          <p:spTgt spid="69"/>
                                        </p:tgtEl>
                                        <p:attrNameLst>
                                          <p:attrName>ppt_h</p:attrName>
                                        </p:attrNameLst>
                                      </p:cBhvr>
                                      <p:tavLst>
                                        <p:tav tm="0">
                                          <p:val>
                                            <p:strVal val="#ppt_h"/>
                                          </p:val>
                                        </p:tav>
                                        <p:tav tm="100000">
                                          <p:val>
                                            <p:strVal val="#ppt_h"/>
                                          </p:val>
                                        </p:tav>
                                      </p:tavLst>
                                    </p:anim>
                                    <p:animEffect transition="in" filter="fade">
                                      <p:cBhvr>
                                        <p:cTn id="26"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P spid="6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抖动的预防方法</a:t>
            </a:r>
          </a:p>
        </p:txBody>
      </p:sp>
      <p:sp>
        <p:nvSpPr>
          <p:cNvPr id="3" name="文本1"/>
          <p:cNvSpPr>
            <a:spLocks noChangeArrowheads="1"/>
          </p:cNvSpPr>
          <p:nvPr/>
        </p:nvSpPr>
        <p:spPr bwMode="auto">
          <a:xfrm>
            <a:off x="986454" y="2108540"/>
            <a:ext cx="4715305" cy="1943100"/>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nSpc>
                <a:spcPct val="150000"/>
              </a:lnSpc>
              <a:defRPr/>
            </a:pPr>
            <a:endParaRPr lang="en-US" altLang="zh-CN" sz="1600" kern="0" dirty="0">
              <a:solidFill>
                <a:srgbClr val="4D4D4D"/>
              </a:solidFill>
              <a:latin typeface="微软雅黑" pitchFamily="34" charset="-122"/>
              <a:ea typeface="微软雅黑" pitchFamily="34" charset="-122"/>
            </a:endParaRPr>
          </a:p>
        </p:txBody>
      </p:sp>
      <p:sp>
        <p:nvSpPr>
          <p:cNvPr id="4" name="文本2"/>
          <p:cNvSpPr>
            <a:spLocks noChangeArrowheads="1"/>
          </p:cNvSpPr>
          <p:nvPr/>
        </p:nvSpPr>
        <p:spPr bwMode="auto">
          <a:xfrm>
            <a:off x="5846576" y="2108540"/>
            <a:ext cx="4860122" cy="1943100"/>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algn="ctr">
              <a:lnSpc>
                <a:spcPct val="150000"/>
              </a:lnSpc>
              <a:defRPr/>
            </a:pPr>
            <a:endParaRPr lang="en-US" altLang="zh-CN" sz="1200" kern="0" dirty="0">
              <a:solidFill>
                <a:srgbClr val="4D4D4D"/>
              </a:solidFill>
              <a:latin typeface="微软雅黑" pitchFamily="34" charset="-122"/>
              <a:ea typeface="微软雅黑" pitchFamily="34" charset="-122"/>
            </a:endParaRPr>
          </a:p>
        </p:txBody>
      </p:sp>
      <p:sp>
        <p:nvSpPr>
          <p:cNvPr id="5" name="文本4"/>
          <p:cNvSpPr>
            <a:spLocks noChangeArrowheads="1"/>
          </p:cNvSpPr>
          <p:nvPr/>
        </p:nvSpPr>
        <p:spPr bwMode="auto">
          <a:xfrm>
            <a:off x="5846576" y="4196103"/>
            <a:ext cx="4860122" cy="1943100"/>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algn="ctr">
              <a:lnSpc>
                <a:spcPct val="150000"/>
              </a:lnSpc>
              <a:defRPr/>
            </a:pPr>
            <a:endParaRPr lang="en-US" altLang="zh-CN" sz="1200" kern="0" dirty="0">
              <a:solidFill>
                <a:srgbClr val="4D4D4D"/>
              </a:solidFill>
              <a:latin typeface="微软雅黑" pitchFamily="34" charset="-122"/>
              <a:ea typeface="微软雅黑" pitchFamily="34" charset="-122"/>
            </a:endParaRPr>
          </a:p>
        </p:txBody>
      </p:sp>
      <p:sp>
        <p:nvSpPr>
          <p:cNvPr id="6" name="文本3"/>
          <p:cNvSpPr>
            <a:spLocks noChangeArrowheads="1"/>
          </p:cNvSpPr>
          <p:nvPr/>
        </p:nvSpPr>
        <p:spPr bwMode="auto">
          <a:xfrm>
            <a:off x="986454" y="4196103"/>
            <a:ext cx="4715305" cy="1943100"/>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algn="ctr">
              <a:lnSpc>
                <a:spcPct val="150000"/>
              </a:lnSpc>
              <a:defRPr/>
            </a:pPr>
            <a:endParaRPr lang="en-US" altLang="zh-CN" sz="1200" kern="0" dirty="0">
              <a:solidFill>
                <a:srgbClr val="4D4D4D"/>
              </a:solidFill>
              <a:latin typeface="微软雅黑" pitchFamily="34" charset="-122"/>
              <a:ea typeface="微软雅黑" pitchFamily="34" charset="-122"/>
            </a:endParaRPr>
          </a:p>
        </p:txBody>
      </p:sp>
      <p:sp>
        <p:nvSpPr>
          <p:cNvPr id="7" name="灰色"/>
          <p:cNvSpPr/>
          <p:nvPr/>
        </p:nvSpPr>
        <p:spPr>
          <a:xfrm>
            <a:off x="5054168" y="3540144"/>
            <a:ext cx="1440000" cy="1440000"/>
          </a:xfrm>
          <a:prstGeom prst="ellipse">
            <a:avLst/>
          </a:prstGeom>
          <a:gradFill>
            <a:gsLst>
              <a:gs pos="33000">
                <a:srgbClr val="6DAA2D">
                  <a:lumMod val="60000"/>
                  <a:lumOff val="40000"/>
                </a:srgbClr>
              </a:gs>
              <a:gs pos="100000">
                <a:srgbClr val="6DAA2D"/>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a:lnSpc>
                <a:spcPct val="120000"/>
              </a:lnSpc>
            </a:pPr>
            <a:endParaRPr lang="zh-CN" altLang="en-US" sz="1200" kern="0" dirty="0">
              <a:solidFill>
                <a:srgbClr val="F9F9F9"/>
              </a:solidFill>
              <a:latin typeface="微软雅黑" pitchFamily="34" charset="-122"/>
              <a:ea typeface="微软雅黑" pitchFamily="34" charset="-122"/>
            </a:endParaRPr>
          </a:p>
        </p:txBody>
      </p:sp>
      <p:sp>
        <p:nvSpPr>
          <p:cNvPr id="8" name="TextBox 11"/>
          <p:cNvSpPr txBox="1">
            <a:spLocks noChangeArrowheads="1"/>
          </p:cNvSpPr>
          <p:nvPr/>
        </p:nvSpPr>
        <p:spPr bwMode="auto">
          <a:xfrm>
            <a:off x="5061225" y="3895174"/>
            <a:ext cx="14329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微软雅黑" panose="020B0503020204020204" pitchFamily="34" charset="-122"/>
                <a:ea typeface="微软雅黑" panose="020B0503020204020204" pitchFamily="34" charset="-122"/>
              </a:rPr>
              <a:t>方法</a:t>
            </a:r>
          </a:p>
        </p:txBody>
      </p:sp>
      <p:sp>
        <p:nvSpPr>
          <p:cNvPr id="9" name="TextBox 1"/>
          <p:cNvSpPr txBox="1"/>
          <p:nvPr/>
        </p:nvSpPr>
        <p:spPr>
          <a:xfrm>
            <a:off x="986454" y="2141916"/>
            <a:ext cx="3389759" cy="609398"/>
          </a:xfrm>
          <a:prstGeom prst="rect">
            <a:avLst/>
          </a:prstGeom>
          <a:noFill/>
        </p:spPr>
        <p:txBody>
          <a:bodyPr wrap="square" rtlCol="0">
            <a:spAutoFit/>
          </a:bodyPr>
          <a:lstStyle/>
          <a:p>
            <a:pPr>
              <a:lnSpc>
                <a:spcPct val="140000"/>
              </a:lnSpc>
            </a:pPr>
            <a:r>
              <a:rPr lang="en-US" altLang="zh-CN" sz="2400" b="1" dirty="0">
                <a:solidFill>
                  <a:schemeClr val="tx1">
                    <a:lumMod val="65000"/>
                    <a:lumOff val="35000"/>
                  </a:schemeClr>
                </a:solidFill>
                <a:latin typeface="微软雅黑" pitchFamily="34" charset="-122"/>
                <a:ea typeface="微软雅黑" pitchFamily="34" charset="-122"/>
              </a:rPr>
              <a:t>1.</a:t>
            </a:r>
            <a:r>
              <a:rPr lang="zh-CN" altLang="en-US" sz="2400" b="1" dirty="0">
                <a:solidFill>
                  <a:schemeClr val="tx1">
                    <a:lumMod val="65000"/>
                    <a:lumOff val="35000"/>
                  </a:schemeClr>
                </a:solidFill>
                <a:latin typeface="微软雅黑" pitchFamily="34" charset="-122"/>
                <a:ea typeface="微软雅黑" pitchFamily="34" charset="-122"/>
              </a:rPr>
              <a:t>采用局部置换策略</a:t>
            </a:r>
          </a:p>
        </p:txBody>
      </p:sp>
      <p:sp>
        <p:nvSpPr>
          <p:cNvPr id="10" name="TextBox 1"/>
          <p:cNvSpPr txBox="1"/>
          <p:nvPr/>
        </p:nvSpPr>
        <p:spPr>
          <a:xfrm>
            <a:off x="5984809" y="2165258"/>
            <a:ext cx="4975112" cy="609398"/>
          </a:xfrm>
          <a:prstGeom prst="rect">
            <a:avLst/>
          </a:prstGeom>
          <a:noFill/>
        </p:spPr>
        <p:txBody>
          <a:bodyPr wrap="square" rtlCol="0">
            <a:spAutoFit/>
          </a:bodyPr>
          <a:lstStyle/>
          <a:p>
            <a:pPr>
              <a:lnSpc>
                <a:spcPct val="140000"/>
              </a:lnSpc>
            </a:pPr>
            <a:r>
              <a:rPr lang="en-US" altLang="zh-CN" sz="2400" b="1" dirty="0">
                <a:solidFill>
                  <a:schemeClr val="tx1">
                    <a:lumMod val="65000"/>
                    <a:lumOff val="35000"/>
                  </a:schemeClr>
                </a:solidFill>
                <a:latin typeface="微软雅黑" pitchFamily="34" charset="-122"/>
                <a:ea typeface="微软雅黑" pitchFamily="34" charset="-122"/>
              </a:rPr>
              <a:t>2.</a:t>
            </a:r>
            <a:r>
              <a:rPr lang="zh-CN" altLang="en-US" sz="2400" b="1" dirty="0">
                <a:solidFill>
                  <a:schemeClr val="tx1">
                    <a:lumMod val="65000"/>
                    <a:lumOff val="35000"/>
                  </a:schemeClr>
                </a:solidFill>
                <a:latin typeface="微软雅黑" pitchFamily="34" charset="-122"/>
                <a:ea typeface="微软雅黑" pitchFamily="34" charset="-122"/>
              </a:rPr>
              <a:t>工作集算法融入到处理机调度中</a:t>
            </a:r>
            <a:endParaRPr lang="en-US" altLang="zh-CN" sz="2400" b="1" dirty="0">
              <a:solidFill>
                <a:schemeClr val="tx1">
                  <a:lumMod val="65000"/>
                  <a:lumOff val="35000"/>
                </a:schemeClr>
              </a:solidFill>
              <a:latin typeface="微软雅黑" pitchFamily="34" charset="-122"/>
              <a:ea typeface="微软雅黑" pitchFamily="34" charset="-122"/>
            </a:endParaRPr>
          </a:p>
        </p:txBody>
      </p:sp>
      <p:sp>
        <p:nvSpPr>
          <p:cNvPr id="11" name="TextBox 1"/>
          <p:cNvSpPr txBox="1"/>
          <p:nvPr/>
        </p:nvSpPr>
        <p:spPr>
          <a:xfrm>
            <a:off x="986453" y="4228248"/>
            <a:ext cx="4474189" cy="609398"/>
          </a:xfrm>
          <a:prstGeom prst="rect">
            <a:avLst/>
          </a:prstGeom>
          <a:noFill/>
        </p:spPr>
        <p:txBody>
          <a:bodyPr wrap="square" rtlCol="0">
            <a:spAutoFit/>
          </a:bodyPr>
          <a:lstStyle/>
          <a:p>
            <a:pPr>
              <a:lnSpc>
                <a:spcPct val="140000"/>
              </a:lnSpc>
            </a:pPr>
            <a:r>
              <a:rPr lang="en-US" altLang="zh-CN" sz="2400" b="1" dirty="0">
                <a:solidFill>
                  <a:schemeClr val="tx1">
                    <a:lumMod val="65000"/>
                    <a:lumOff val="35000"/>
                  </a:schemeClr>
                </a:solidFill>
                <a:latin typeface="微软雅黑" pitchFamily="34" charset="-122"/>
                <a:ea typeface="微软雅黑" pitchFamily="34" charset="-122"/>
              </a:rPr>
              <a:t>3.</a:t>
            </a:r>
            <a:r>
              <a:rPr lang="zh-CN" altLang="en-US" sz="2400" b="1" dirty="0">
                <a:solidFill>
                  <a:schemeClr val="tx1">
                    <a:lumMod val="65000"/>
                    <a:lumOff val="35000"/>
                  </a:schemeClr>
                </a:solidFill>
                <a:latin typeface="微软雅黑" pitchFamily="34" charset="-122"/>
                <a:ea typeface="微软雅黑" pitchFamily="34" charset="-122"/>
              </a:rPr>
              <a:t>利用“</a:t>
            </a:r>
            <a:r>
              <a:rPr lang="en-US" altLang="zh-CN" sz="2400" b="1" dirty="0">
                <a:solidFill>
                  <a:schemeClr val="tx1">
                    <a:lumMod val="65000"/>
                    <a:lumOff val="35000"/>
                  </a:schemeClr>
                </a:solidFill>
                <a:latin typeface="微软雅黑" pitchFamily="34" charset="-122"/>
                <a:ea typeface="微软雅黑" pitchFamily="34" charset="-122"/>
              </a:rPr>
              <a:t>L=S</a:t>
            </a:r>
            <a:r>
              <a:rPr lang="zh-CN" altLang="en-US" sz="2400" b="1" dirty="0">
                <a:solidFill>
                  <a:schemeClr val="tx1">
                    <a:lumMod val="65000"/>
                    <a:lumOff val="35000"/>
                  </a:schemeClr>
                </a:solidFill>
                <a:latin typeface="微软雅黑" pitchFamily="34" charset="-122"/>
                <a:ea typeface="微软雅黑" pitchFamily="34" charset="-122"/>
              </a:rPr>
              <a:t>”准则调节缺页率</a:t>
            </a:r>
            <a:endParaRPr lang="en-US" altLang="zh-CN" sz="2400" b="1" dirty="0">
              <a:solidFill>
                <a:schemeClr val="tx1">
                  <a:lumMod val="65000"/>
                  <a:lumOff val="35000"/>
                </a:schemeClr>
              </a:solidFill>
              <a:latin typeface="微软雅黑" pitchFamily="34" charset="-122"/>
              <a:ea typeface="微软雅黑" pitchFamily="34" charset="-122"/>
            </a:endParaRPr>
          </a:p>
        </p:txBody>
      </p:sp>
      <p:sp>
        <p:nvSpPr>
          <p:cNvPr id="12" name="TextBox 1"/>
          <p:cNvSpPr txBox="1"/>
          <p:nvPr/>
        </p:nvSpPr>
        <p:spPr>
          <a:xfrm>
            <a:off x="6578466" y="4136049"/>
            <a:ext cx="3389759" cy="560410"/>
          </a:xfrm>
          <a:prstGeom prst="rect">
            <a:avLst/>
          </a:prstGeom>
          <a:noFill/>
        </p:spPr>
        <p:txBody>
          <a:bodyPr wrap="square" rtlCol="0">
            <a:spAutoFit/>
          </a:bodyPr>
          <a:lstStyle/>
          <a:p>
            <a:pPr>
              <a:lnSpc>
                <a:spcPct val="140000"/>
              </a:lnSpc>
            </a:pPr>
            <a:r>
              <a:rPr lang="en-US" altLang="zh-CN" sz="2400" b="1" dirty="0">
                <a:solidFill>
                  <a:schemeClr val="tx1">
                    <a:lumMod val="65000"/>
                    <a:lumOff val="35000"/>
                  </a:schemeClr>
                </a:solidFill>
                <a:latin typeface="微软雅黑" pitchFamily="34" charset="-122"/>
                <a:ea typeface="微软雅黑" pitchFamily="34" charset="-122"/>
              </a:rPr>
              <a:t>4.</a:t>
            </a:r>
            <a:r>
              <a:rPr lang="zh-CN" altLang="en-US" sz="2400" b="1" dirty="0">
                <a:solidFill>
                  <a:schemeClr val="tx1">
                    <a:lumMod val="65000"/>
                    <a:lumOff val="35000"/>
                  </a:schemeClr>
                </a:solidFill>
                <a:latin typeface="微软雅黑" pitchFamily="34" charset="-122"/>
                <a:ea typeface="微软雅黑" pitchFamily="34" charset="-122"/>
              </a:rPr>
              <a:t>选择暂停的进程</a:t>
            </a:r>
          </a:p>
        </p:txBody>
      </p:sp>
      <p:sp>
        <p:nvSpPr>
          <p:cNvPr id="13" name="矩形 12"/>
          <p:cNvSpPr/>
          <p:nvPr/>
        </p:nvSpPr>
        <p:spPr>
          <a:xfrm>
            <a:off x="986454" y="166113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矩形 13"/>
          <p:cNvSpPr/>
          <p:nvPr/>
        </p:nvSpPr>
        <p:spPr>
          <a:xfrm>
            <a:off x="1894504" y="166113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文本框 19"/>
          <p:cNvSpPr txBox="1">
            <a:spLocks noChangeArrowheads="1"/>
          </p:cNvSpPr>
          <p:nvPr/>
        </p:nvSpPr>
        <p:spPr bwMode="auto">
          <a:xfrm>
            <a:off x="1068087" y="2699062"/>
            <a:ext cx="452526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将“抖动”造成的影响限制在较小的范围。</a:t>
            </a:r>
            <a:endParaRPr lang="en-US" altLang="zh-CN" sz="2400" dirty="0"/>
          </a:p>
          <a:p>
            <a:pPr marL="0" lvl="2" indent="0">
              <a:buBlip>
                <a:blip r:embed="rId2"/>
              </a:buBlip>
            </a:pPr>
            <a:r>
              <a:rPr lang="zh-CN" altLang="en-US" sz="2400" dirty="0"/>
              <a:t>效果不佳。</a:t>
            </a:r>
            <a:endParaRPr lang="en-US" altLang="zh-CN" sz="2400" dirty="0"/>
          </a:p>
        </p:txBody>
      </p:sp>
      <p:sp>
        <p:nvSpPr>
          <p:cNvPr id="17" name="文本框 19"/>
          <p:cNvSpPr txBox="1">
            <a:spLocks noChangeArrowheads="1"/>
          </p:cNvSpPr>
          <p:nvPr/>
        </p:nvSpPr>
        <p:spPr bwMode="auto">
          <a:xfrm>
            <a:off x="5984809" y="2784741"/>
            <a:ext cx="457707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多道度不够</a:t>
            </a:r>
            <a:endParaRPr lang="en-US" altLang="zh-CN" sz="2400" dirty="0"/>
          </a:p>
          <a:p>
            <a:pPr marL="0" lvl="2" indent="0">
              <a:buBlip>
                <a:blip r:embed="rId2"/>
              </a:buBlip>
            </a:pPr>
            <a:r>
              <a:rPr lang="zh-CN" altLang="en-US" sz="2400" dirty="0"/>
              <a:t>内存中分配给已有作业的物理块数不够</a:t>
            </a:r>
            <a:endParaRPr lang="en-US" altLang="zh-CN" sz="2400" dirty="0"/>
          </a:p>
        </p:txBody>
      </p:sp>
      <p:sp>
        <p:nvSpPr>
          <p:cNvPr id="18" name="文本框 19"/>
          <p:cNvSpPr txBox="1">
            <a:spLocks noChangeArrowheads="1"/>
          </p:cNvSpPr>
          <p:nvPr/>
        </p:nvSpPr>
        <p:spPr bwMode="auto">
          <a:xfrm>
            <a:off x="986453" y="4869791"/>
            <a:ext cx="44741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en-US" altLang="zh-CN" sz="2400" dirty="0"/>
              <a:t>L</a:t>
            </a:r>
            <a:r>
              <a:rPr lang="zh-CN" altLang="en-US" sz="2400" dirty="0"/>
              <a:t>为缺页之间的平均时间；</a:t>
            </a:r>
            <a:endParaRPr lang="en-US" altLang="zh-CN" sz="2400" dirty="0"/>
          </a:p>
          <a:p>
            <a:pPr marL="0" lvl="2" indent="0">
              <a:buBlip>
                <a:blip r:embed="rId2"/>
              </a:buBlip>
            </a:pPr>
            <a:r>
              <a:rPr lang="en-US" altLang="zh-CN" sz="2400" dirty="0"/>
              <a:t>S</a:t>
            </a:r>
            <a:r>
              <a:rPr lang="zh-CN" altLang="en-US" sz="2400" dirty="0"/>
              <a:t>为平均缺页服务时间</a:t>
            </a:r>
            <a:endParaRPr lang="en-US" altLang="zh-CN" sz="2400" dirty="0"/>
          </a:p>
        </p:txBody>
      </p:sp>
      <p:sp>
        <p:nvSpPr>
          <p:cNvPr id="19" name="文本框 19"/>
          <p:cNvSpPr txBox="1">
            <a:spLocks noChangeArrowheads="1"/>
          </p:cNvSpPr>
          <p:nvPr/>
        </p:nvSpPr>
        <p:spPr bwMode="auto">
          <a:xfrm>
            <a:off x="5984808" y="4658725"/>
            <a:ext cx="472188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当多道程序度偏高，影响到处理机的利用率，则应选择挂起某些当前活动的进程，将它们对换至外存。</a:t>
            </a:r>
            <a:endParaRPr lang="en-US" altLang="zh-CN" sz="2400" dirty="0"/>
          </a:p>
        </p:txBody>
      </p:sp>
    </p:spTree>
    <p:extLst>
      <p:ext uri="{BB962C8B-B14F-4D97-AF65-F5344CB8AC3E}">
        <p14:creationId xmlns:p14="http://schemas.microsoft.com/office/powerpoint/2010/main" val="3694201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400" fill="hold"/>
                                        <p:tgtEl>
                                          <p:spTgt spid="3"/>
                                        </p:tgtEl>
                                        <p:attrNameLst>
                                          <p:attrName>ppt_w</p:attrName>
                                        </p:attrNameLst>
                                      </p:cBhvr>
                                      <p:tavLst>
                                        <p:tav tm="0">
                                          <p:val>
                                            <p:fltVal val="0"/>
                                          </p:val>
                                        </p:tav>
                                        <p:tav tm="100000">
                                          <p:val>
                                            <p:strVal val="#ppt_w"/>
                                          </p:val>
                                        </p:tav>
                                      </p:tavLst>
                                    </p:anim>
                                    <p:anim calcmode="lin" valueType="num">
                                      <p:cBhvr>
                                        <p:cTn id="8" dur="400" fill="hold"/>
                                        <p:tgtEl>
                                          <p:spTgt spid="3"/>
                                        </p:tgtEl>
                                        <p:attrNameLst>
                                          <p:attrName>ppt_h</p:attrName>
                                        </p:attrNameLst>
                                      </p:cBhvr>
                                      <p:tavLst>
                                        <p:tav tm="0">
                                          <p:val>
                                            <p:fltVal val="0"/>
                                          </p:val>
                                        </p:tav>
                                        <p:tav tm="100000">
                                          <p:val>
                                            <p:strVal val="#ppt_h"/>
                                          </p:val>
                                        </p:tav>
                                      </p:tavLst>
                                    </p:anim>
                                    <p:animEffect transition="in" filter="fade">
                                      <p:cBhvr>
                                        <p:cTn id="9" dur="400"/>
                                        <p:tgtEl>
                                          <p:spTgt spid="3"/>
                                        </p:tgtEl>
                                      </p:cBhvr>
                                    </p:animEffect>
                                    <p:anim calcmode="lin" valueType="num">
                                      <p:cBhvr>
                                        <p:cTn id="10" dur="400" fill="hold"/>
                                        <p:tgtEl>
                                          <p:spTgt spid="3"/>
                                        </p:tgtEl>
                                        <p:attrNameLst>
                                          <p:attrName>ppt_x</p:attrName>
                                        </p:attrNameLst>
                                      </p:cBhvr>
                                      <p:tavLst>
                                        <p:tav tm="0">
                                          <p:val>
                                            <p:fltVal val="0.5"/>
                                          </p:val>
                                        </p:tav>
                                        <p:tav tm="100000">
                                          <p:val>
                                            <p:strVal val="#ppt_x"/>
                                          </p:val>
                                        </p:tav>
                                      </p:tavLst>
                                    </p:anim>
                                    <p:anim calcmode="lin" valueType="num">
                                      <p:cBhvr>
                                        <p:cTn id="11" dur="400" fill="hold"/>
                                        <p:tgtEl>
                                          <p:spTgt spid="3"/>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150"/>
                                  </p:stCondLst>
                                  <p:childTnLst>
                                    <p:set>
                                      <p:cBhvr>
                                        <p:cTn id="13" dur="1" fill="hold">
                                          <p:stCondLst>
                                            <p:cond delay="0"/>
                                          </p:stCondLst>
                                        </p:cTn>
                                        <p:tgtEl>
                                          <p:spTgt spid="4"/>
                                        </p:tgtEl>
                                        <p:attrNameLst>
                                          <p:attrName>style.visibility</p:attrName>
                                        </p:attrNameLst>
                                      </p:cBhvr>
                                      <p:to>
                                        <p:strVal val="visible"/>
                                      </p:to>
                                    </p:set>
                                    <p:anim calcmode="lin" valueType="num">
                                      <p:cBhvr>
                                        <p:cTn id="14" dur="400" fill="hold"/>
                                        <p:tgtEl>
                                          <p:spTgt spid="4"/>
                                        </p:tgtEl>
                                        <p:attrNameLst>
                                          <p:attrName>ppt_w</p:attrName>
                                        </p:attrNameLst>
                                      </p:cBhvr>
                                      <p:tavLst>
                                        <p:tav tm="0">
                                          <p:val>
                                            <p:fltVal val="0"/>
                                          </p:val>
                                        </p:tav>
                                        <p:tav tm="100000">
                                          <p:val>
                                            <p:strVal val="#ppt_w"/>
                                          </p:val>
                                        </p:tav>
                                      </p:tavLst>
                                    </p:anim>
                                    <p:anim calcmode="lin" valueType="num">
                                      <p:cBhvr>
                                        <p:cTn id="15" dur="400" fill="hold"/>
                                        <p:tgtEl>
                                          <p:spTgt spid="4"/>
                                        </p:tgtEl>
                                        <p:attrNameLst>
                                          <p:attrName>ppt_h</p:attrName>
                                        </p:attrNameLst>
                                      </p:cBhvr>
                                      <p:tavLst>
                                        <p:tav tm="0">
                                          <p:val>
                                            <p:fltVal val="0"/>
                                          </p:val>
                                        </p:tav>
                                        <p:tav tm="100000">
                                          <p:val>
                                            <p:strVal val="#ppt_h"/>
                                          </p:val>
                                        </p:tav>
                                      </p:tavLst>
                                    </p:anim>
                                    <p:animEffect transition="in" filter="fade">
                                      <p:cBhvr>
                                        <p:cTn id="16" dur="400"/>
                                        <p:tgtEl>
                                          <p:spTgt spid="4"/>
                                        </p:tgtEl>
                                      </p:cBhvr>
                                    </p:animEffect>
                                    <p:anim calcmode="lin" valueType="num">
                                      <p:cBhvr>
                                        <p:cTn id="17" dur="400" fill="hold"/>
                                        <p:tgtEl>
                                          <p:spTgt spid="4"/>
                                        </p:tgtEl>
                                        <p:attrNameLst>
                                          <p:attrName>ppt_x</p:attrName>
                                        </p:attrNameLst>
                                      </p:cBhvr>
                                      <p:tavLst>
                                        <p:tav tm="0">
                                          <p:val>
                                            <p:fltVal val="0.5"/>
                                          </p:val>
                                        </p:tav>
                                        <p:tav tm="100000">
                                          <p:val>
                                            <p:strVal val="#ppt_x"/>
                                          </p:val>
                                        </p:tav>
                                      </p:tavLst>
                                    </p:anim>
                                    <p:anim calcmode="lin" valueType="num">
                                      <p:cBhvr>
                                        <p:cTn id="18" dur="400" fill="hold"/>
                                        <p:tgtEl>
                                          <p:spTgt spid="4"/>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300"/>
                                  </p:stCondLst>
                                  <p:childTnLst>
                                    <p:set>
                                      <p:cBhvr>
                                        <p:cTn id="20" dur="1" fill="hold">
                                          <p:stCondLst>
                                            <p:cond delay="0"/>
                                          </p:stCondLst>
                                        </p:cTn>
                                        <p:tgtEl>
                                          <p:spTgt spid="5"/>
                                        </p:tgtEl>
                                        <p:attrNameLst>
                                          <p:attrName>style.visibility</p:attrName>
                                        </p:attrNameLst>
                                      </p:cBhvr>
                                      <p:to>
                                        <p:strVal val="visible"/>
                                      </p:to>
                                    </p:set>
                                    <p:anim calcmode="lin" valueType="num">
                                      <p:cBhvr>
                                        <p:cTn id="21" dur="400" fill="hold"/>
                                        <p:tgtEl>
                                          <p:spTgt spid="5"/>
                                        </p:tgtEl>
                                        <p:attrNameLst>
                                          <p:attrName>ppt_w</p:attrName>
                                        </p:attrNameLst>
                                      </p:cBhvr>
                                      <p:tavLst>
                                        <p:tav tm="0">
                                          <p:val>
                                            <p:fltVal val="0"/>
                                          </p:val>
                                        </p:tav>
                                        <p:tav tm="100000">
                                          <p:val>
                                            <p:strVal val="#ppt_w"/>
                                          </p:val>
                                        </p:tav>
                                      </p:tavLst>
                                    </p:anim>
                                    <p:anim calcmode="lin" valueType="num">
                                      <p:cBhvr>
                                        <p:cTn id="22" dur="400" fill="hold"/>
                                        <p:tgtEl>
                                          <p:spTgt spid="5"/>
                                        </p:tgtEl>
                                        <p:attrNameLst>
                                          <p:attrName>ppt_h</p:attrName>
                                        </p:attrNameLst>
                                      </p:cBhvr>
                                      <p:tavLst>
                                        <p:tav tm="0">
                                          <p:val>
                                            <p:fltVal val="0"/>
                                          </p:val>
                                        </p:tav>
                                        <p:tav tm="100000">
                                          <p:val>
                                            <p:strVal val="#ppt_h"/>
                                          </p:val>
                                        </p:tav>
                                      </p:tavLst>
                                    </p:anim>
                                    <p:animEffect transition="in" filter="fade">
                                      <p:cBhvr>
                                        <p:cTn id="23" dur="400"/>
                                        <p:tgtEl>
                                          <p:spTgt spid="5"/>
                                        </p:tgtEl>
                                      </p:cBhvr>
                                    </p:animEffect>
                                    <p:anim calcmode="lin" valueType="num">
                                      <p:cBhvr>
                                        <p:cTn id="24" dur="400" fill="hold"/>
                                        <p:tgtEl>
                                          <p:spTgt spid="5"/>
                                        </p:tgtEl>
                                        <p:attrNameLst>
                                          <p:attrName>ppt_x</p:attrName>
                                        </p:attrNameLst>
                                      </p:cBhvr>
                                      <p:tavLst>
                                        <p:tav tm="0">
                                          <p:val>
                                            <p:fltVal val="0.5"/>
                                          </p:val>
                                        </p:tav>
                                        <p:tav tm="100000">
                                          <p:val>
                                            <p:strVal val="#ppt_x"/>
                                          </p:val>
                                        </p:tav>
                                      </p:tavLst>
                                    </p:anim>
                                    <p:anim calcmode="lin" valueType="num">
                                      <p:cBhvr>
                                        <p:cTn id="25" dur="400" fill="hold"/>
                                        <p:tgtEl>
                                          <p:spTgt spid="5"/>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450"/>
                                  </p:stCondLst>
                                  <p:childTnLst>
                                    <p:set>
                                      <p:cBhvr>
                                        <p:cTn id="27" dur="1" fill="hold">
                                          <p:stCondLst>
                                            <p:cond delay="0"/>
                                          </p:stCondLst>
                                        </p:cTn>
                                        <p:tgtEl>
                                          <p:spTgt spid="6"/>
                                        </p:tgtEl>
                                        <p:attrNameLst>
                                          <p:attrName>style.visibility</p:attrName>
                                        </p:attrNameLst>
                                      </p:cBhvr>
                                      <p:to>
                                        <p:strVal val="visible"/>
                                      </p:to>
                                    </p:set>
                                    <p:anim calcmode="lin" valueType="num">
                                      <p:cBhvr>
                                        <p:cTn id="28" dur="400" fill="hold"/>
                                        <p:tgtEl>
                                          <p:spTgt spid="6"/>
                                        </p:tgtEl>
                                        <p:attrNameLst>
                                          <p:attrName>ppt_w</p:attrName>
                                        </p:attrNameLst>
                                      </p:cBhvr>
                                      <p:tavLst>
                                        <p:tav tm="0">
                                          <p:val>
                                            <p:fltVal val="0"/>
                                          </p:val>
                                        </p:tav>
                                        <p:tav tm="100000">
                                          <p:val>
                                            <p:strVal val="#ppt_w"/>
                                          </p:val>
                                        </p:tav>
                                      </p:tavLst>
                                    </p:anim>
                                    <p:anim calcmode="lin" valueType="num">
                                      <p:cBhvr>
                                        <p:cTn id="29" dur="400" fill="hold"/>
                                        <p:tgtEl>
                                          <p:spTgt spid="6"/>
                                        </p:tgtEl>
                                        <p:attrNameLst>
                                          <p:attrName>ppt_h</p:attrName>
                                        </p:attrNameLst>
                                      </p:cBhvr>
                                      <p:tavLst>
                                        <p:tav tm="0">
                                          <p:val>
                                            <p:fltVal val="0"/>
                                          </p:val>
                                        </p:tav>
                                        <p:tav tm="100000">
                                          <p:val>
                                            <p:strVal val="#ppt_h"/>
                                          </p:val>
                                        </p:tav>
                                      </p:tavLst>
                                    </p:anim>
                                    <p:animEffect transition="in" filter="fade">
                                      <p:cBhvr>
                                        <p:cTn id="30" dur="400"/>
                                        <p:tgtEl>
                                          <p:spTgt spid="6"/>
                                        </p:tgtEl>
                                      </p:cBhvr>
                                    </p:animEffect>
                                    <p:anim calcmode="lin" valueType="num">
                                      <p:cBhvr>
                                        <p:cTn id="31" dur="400" fill="hold"/>
                                        <p:tgtEl>
                                          <p:spTgt spid="6"/>
                                        </p:tgtEl>
                                        <p:attrNameLst>
                                          <p:attrName>ppt_x</p:attrName>
                                        </p:attrNameLst>
                                      </p:cBhvr>
                                      <p:tavLst>
                                        <p:tav tm="0">
                                          <p:val>
                                            <p:fltVal val="0.5"/>
                                          </p:val>
                                        </p:tav>
                                        <p:tav tm="100000">
                                          <p:val>
                                            <p:strVal val="#ppt_x"/>
                                          </p:val>
                                        </p:tav>
                                      </p:tavLst>
                                    </p:anim>
                                    <p:anim calcmode="lin" valueType="num">
                                      <p:cBhvr>
                                        <p:cTn id="32" dur="400" fill="hold"/>
                                        <p:tgtEl>
                                          <p:spTgt spid="6"/>
                                        </p:tgtEl>
                                        <p:attrNameLst>
                                          <p:attrName>ppt_y</p:attrName>
                                        </p:attrNameLst>
                                      </p:cBhvr>
                                      <p:tavLst>
                                        <p:tav tm="0">
                                          <p:val>
                                            <p:fltVal val="0.5"/>
                                          </p:val>
                                        </p:tav>
                                        <p:tav tm="100000">
                                          <p:val>
                                            <p:strVal val="#ppt_y"/>
                                          </p:val>
                                        </p:tav>
                                      </p:tavLst>
                                    </p:anim>
                                  </p:childTnLst>
                                </p:cTn>
                              </p:par>
                            </p:childTnLst>
                          </p:cTn>
                        </p:par>
                        <p:par>
                          <p:cTn id="33" fill="hold">
                            <p:stCondLst>
                              <p:cond delay="850"/>
                            </p:stCondLst>
                            <p:childTnLst>
                              <p:par>
                                <p:cTn id="34" presetID="31" presetClass="entr" presetSubtype="0"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400" fill="hold"/>
                                        <p:tgtEl>
                                          <p:spTgt spid="7"/>
                                        </p:tgtEl>
                                        <p:attrNameLst>
                                          <p:attrName>ppt_w</p:attrName>
                                        </p:attrNameLst>
                                      </p:cBhvr>
                                      <p:tavLst>
                                        <p:tav tm="0">
                                          <p:val>
                                            <p:fltVal val="0"/>
                                          </p:val>
                                        </p:tav>
                                        <p:tav tm="100000">
                                          <p:val>
                                            <p:strVal val="#ppt_w"/>
                                          </p:val>
                                        </p:tav>
                                      </p:tavLst>
                                    </p:anim>
                                    <p:anim calcmode="lin" valueType="num">
                                      <p:cBhvr>
                                        <p:cTn id="37" dur="400" fill="hold"/>
                                        <p:tgtEl>
                                          <p:spTgt spid="7"/>
                                        </p:tgtEl>
                                        <p:attrNameLst>
                                          <p:attrName>ppt_h</p:attrName>
                                        </p:attrNameLst>
                                      </p:cBhvr>
                                      <p:tavLst>
                                        <p:tav tm="0">
                                          <p:val>
                                            <p:fltVal val="0"/>
                                          </p:val>
                                        </p:tav>
                                        <p:tav tm="100000">
                                          <p:val>
                                            <p:strVal val="#ppt_h"/>
                                          </p:val>
                                        </p:tav>
                                      </p:tavLst>
                                    </p:anim>
                                    <p:anim calcmode="lin" valueType="num">
                                      <p:cBhvr>
                                        <p:cTn id="38" dur="400" fill="hold"/>
                                        <p:tgtEl>
                                          <p:spTgt spid="7"/>
                                        </p:tgtEl>
                                        <p:attrNameLst>
                                          <p:attrName>style.rotation</p:attrName>
                                        </p:attrNameLst>
                                      </p:cBhvr>
                                      <p:tavLst>
                                        <p:tav tm="0">
                                          <p:val>
                                            <p:fltVal val="90"/>
                                          </p:val>
                                        </p:tav>
                                        <p:tav tm="100000">
                                          <p:val>
                                            <p:fltVal val="0"/>
                                          </p:val>
                                        </p:tav>
                                      </p:tavLst>
                                    </p:anim>
                                    <p:animEffect transition="in" filter="fade">
                                      <p:cBhvr>
                                        <p:cTn id="39" dur="400"/>
                                        <p:tgtEl>
                                          <p:spTgt spid="7"/>
                                        </p:tgtEl>
                                      </p:cBhvr>
                                    </p:animEffect>
                                  </p:childTnLst>
                                </p:cTn>
                              </p:par>
                            </p:childTnLst>
                          </p:cTn>
                        </p:par>
                        <p:par>
                          <p:cTn id="40" fill="hold">
                            <p:stCondLst>
                              <p:cond delay="1250"/>
                            </p:stCondLst>
                            <p:childTnLst>
                              <p:par>
                                <p:cTn id="41" presetID="23" presetClass="entr" presetSubtype="36"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strVal val="(6*min(max(#ppt_w*#ppt_h,.3),1)-7.4)/-.7*#ppt_w"/>
                                          </p:val>
                                        </p:tav>
                                        <p:tav tm="100000">
                                          <p:val>
                                            <p:strVal val="#ppt_w"/>
                                          </p:val>
                                        </p:tav>
                                      </p:tavLst>
                                    </p:anim>
                                    <p:anim calcmode="lin" valueType="num">
                                      <p:cBhvr>
                                        <p:cTn id="44" dur="500" fill="hold"/>
                                        <p:tgtEl>
                                          <p:spTgt spid="9"/>
                                        </p:tgtEl>
                                        <p:attrNameLst>
                                          <p:attrName>ppt_h</p:attrName>
                                        </p:attrNameLst>
                                      </p:cBhvr>
                                      <p:tavLst>
                                        <p:tav tm="0">
                                          <p:val>
                                            <p:strVal val="(6*min(max(#ppt_w*#ppt_h,.3),1)-7.4)/-.7*#ppt_h"/>
                                          </p:val>
                                        </p:tav>
                                        <p:tav tm="100000">
                                          <p:val>
                                            <p:strVal val="#ppt_h"/>
                                          </p:val>
                                        </p:tav>
                                      </p:tavLst>
                                    </p:anim>
                                    <p:anim calcmode="lin" valueType="num">
                                      <p:cBhvr>
                                        <p:cTn id="45" dur="500" fill="hold"/>
                                        <p:tgtEl>
                                          <p:spTgt spid="9"/>
                                        </p:tgtEl>
                                        <p:attrNameLst>
                                          <p:attrName>ppt_x</p:attrName>
                                        </p:attrNameLst>
                                      </p:cBhvr>
                                      <p:tavLst>
                                        <p:tav tm="0">
                                          <p:val>
                                            <p:fltVal val="0.5"/>
                                          </p:val>
                                        </p:tav>
                                        <p:tav tm="100000">
                                          <p:val>
                                            <p:strVal val="#ppt_x"/>
                                          </p:val>
                                        </p:tav>
                                      </p:tavLst>
                                    </p:anim>
                                    <p:anim calcmode="lin" valueType="num">
                                      <p:cBhvr>
                                        <p:cTn id="46" dur="500" fill="hold"/>
                                        <p:tgtEl>
                                          <p:spTgt spid="9"/>
                                        </p:tgtEl>
                                        <p:attrNameLst>
                                          <p:attrName>ppt_y</p:attrName>
                                        </p:attrNameLst>
                                      </p:cBhvr>
                                      <p:tavLst>
                                        <p:tav tm="0">
                                          <p:val>
                                            <p:strVal val="1+(6*min(max(#ppt_w*#ppt_h,.3),1)-7.4)/-.7*#ppt_h/2"/>
                                          </p:val>
                                        </p:tav>
                                        <p:tav tm="100000">
                                          <p:val>
                                            <p:strVal val="#ppt_y"/>
                                          </p:val>
                                        </p:tav>
                                      </p:tavLst>
                                    </p:anim>
                                  </p:childTnLst>
                                </p:cTn>
                              </p:par>
                              <p:par>
                                <p:cTn id="47" presetID="23" presetClass="entr" presetSubtype="36" fill="hold" grpId="0" nodeType="withEffect">
                                  <p:stCondLst>
                                    <p:cond delay="150"/>
                                  </p:stCondLst>
                                  <p:childTnLst>
                                    <p:set>
                                      <p:cBhvr>
                                        <p:cTn id="48" dur="1" fill="hold">
                                          <p:stCondLst>
                                            <p:cond delay="0"/>
                                          </p:stCondLst>
                                        </p:cTn>
                                        <p:tgtEl>
                                          <p:spTgt spid="10"/>
                                        </p:tgtEl>
                                        <p:attrNameLst>
                                          <p:attrName>style.visibility</p:attrName>
                                        </p:attrNameLst>
                                      </p:cBhvr>
                                      <p:to>
                                        <p:strVal val="visible"/>
                                      </p:to>
                                    </p:set>
                                    <p:anim calcmode="lin" valueType="num">
                                      <p:cBhvr>
                                        <p:cTn id="49" dur="500" fill="hold"/>
                                        <p:tgtEl>
                                          <p:spTgt spid="10"/>
                                        </p:tgtEl>
                                        <p:attrNameLst>
                                          <p:attrName>ppt_w</p:attrName>
                                        </p:attrNameLst>
                                      </p:cBhvr>
                                      <p:tavLst>
                                        <p:tav tm="0">
                                          <p:val>
                                            <p:strVal val="(6*min(max(#ppt_w*#ppt_h,.3),1)-7.4)/-.7*#ppt_w"/>
                                          </p:val>
                                        </p:tav>
                                        <p:tav tm="100000">
                                          <p:val>
                                            <p:strVal val="#ppt_w"/>
                                          </p:val>
                                        </p:tav>
                                      </p:tavLst>
                                    </p:anim>
                                    <p:anim calcmode="lin" valueType="num">
                                      <p:cBhvr>
                                        <p:cTn id="50" dur="500" fill="hold"/>
                                        <p:tgtEl>
                                          <p:spTgt spid="10"/>
                                        </p:tgtEl>
                                        <p:attrNameLst>
                                          <p:attrName>ppt_h</p:attrName>
                                        </p:attrNameLst>
                                      </p:cBhvr>
                                      <p:tavLst>
                                        <p:tav tm="0">
                                          <p:val>
                                            <p:strVal val="(6*min(max(#ppt_w*#ppt_h,.3),1)-7.4)/-.7*#ppt_h"/>
                                          </p:val>
                                        </p:tav>
                                        <p:tav tm="100000">
                                          <p:val>
                                            <p:strVal val="#ppt_h"/>
                                          </p:val>
                                        </p:tav>
                                      </p:tavLst>
                                    </p:anim>
                                    <p:anim calcmode="lin" valueType="num">
                                      <p:cBhvr>
                                        <p:cTn id="51" dur="500" fill="hold"/>
                                        <p:tgtEl>
                                          <p:spTgt spid="10"/>
                                        </p:tgtEl>
                                        <p:attrNameLst>
                                          <p:attrName>ppt_x</p:attrName>
                                        </p:attrNameLst>
                                      </p:cBhvr>
                                      <p:tavLst>
                                        <p:tav tm="0">
                                          <p:val>
                                            <p:fltVal val="0.5"/>
                                          </p:val>
                                        </p:tav>
                                        <p:tav tm="100000">
                                          <p:val>
                                            <p:strVal val="#ppt_x"/>
                                          </p:val>
                                        </p:tav>
                                      </p:tavLst>
                                    </p:anim>
                                    <p:anim calcmode="lin" valueType="num">
                                      <p:cBhvr>
                                        <p:cTn id="52" dur="500" fill="hold"/>
                                        <p:tgtEl>
                                          <p:spTgt spid="10"/>
                                        </p:tgtEl>
                                        <p:attrNameLst>
                                          <p:attrName>ppt_y</p:attrName>
                                        </p:attrNameLst>
                                      </p:cBhvr>
                                      <p:tavLst>
                                        <p:tav tm="0">
                                          <p:val>
                                            <p:strVal val="1+(6*min(max(#ppt_w*#ppt_h,.3),1)-7.4)/-.7*#ppt_h/2"/>
                                          </p:val>
                                        </p:tav>
                                        <p:tav tm="100000">
                                          <p:val>
                                            <p:strVal val="#ppt_y"/>
                                          </p:val>
                                        </p:tav>
                                      </p:tavLst>
                                    </p:anim>
                                  </p:childTnLst>
                                </p:cTn>
                              </p:par>
                              <p:par>
                                <p:cTn id="53" presetID="23" presetClass="entr" presetSubtype="36" fill="hold" grpId="0" nodeType="withEffect">
                                  <p:stCondLst>
                                    <p:cond delay="300"/>
                                  </p:stCondLst>
                                  <p:childTnLst>
                                    <p:set>
                                      <p:cBhvr>
                                        <p:cTn id="54" dur="1" fill="hold">
                                          <p:stCondLst>
                                            <p:cond delay="0"/>
                                          </p:stCondLst>
                                        </p:cTn>
                                        <p:tgtEl>
                                          <p:spTgt spid="11"/>
                                        </p:tgtEl>
                                        <p:attrNameLst>
                                          <p:attrName>style.visibility</p:attrName>
                                        </p:attrNameLst>
                                      </p:cBhvr>
                                      <p:to>
                                        <p:strVal val="visible"/>
                                      </p:to>
                                    </p:set>
                                    <p:anim calcmode="lin" valueType="num">
                                      <p:cBhvr>
                                        <p:cTn id="55" dur="500" fill="hold"/>
                                        <p:tgtEl>
                                          <p:spTgt spid="11"/>
                                        </p:tgtEl>
                                        <p:attrNameLst>
                                          <p:attrName>ppt_w</p:attrName>
                                        </p:attrNameLst>
                                      </p:cBhvr>
                                      <p:tavLst>
                                        <p:tav tm="0">
                                          <p:val>
                                            <p:strVal val="(6*min(max(#ppt_w*#ppt_h,.3),1)-7.4)/-.7*#ppt_w"/>
                                          </p:val>
                                        </p:tav>
                                        <p:tav tm="100000">
                                          <p:val>
                                            <p:strVal val="#ppt_w"/>
                                          </p:val>
                                        </p:tav>
                                      </p:tavLst>
                                    </p:anim>
                                    <p:anim calcmode="lin" valueType="num">
                                      <p:cBhvr>
                                        <p:cTn id="56" dur="500" fill="hold"/>
                                        <p:tgtEl>
                                          <p:spTgt spid="11"/>
                                        </p:tgtEl>
                                        <p:attrNameLst>
                                          <p:attrName>ppt_h</p:attrName>
                                        </p:attrNameLst>
                                      </p:cBhvr>
                                      <p:tavLst>
                                        <p:tav tm="0">
                                          <p:val>
                                            <p:strVal val="(6*min(max(#ppt_w*#ppt_h,.3),1)-7.4)/-.7*#ppt_h"/>
                                          </p:val>
                                        </p:tav>
                                        <p:tav tm="100000">
                                          <p:val>
                                            <p:strVal val="#ppt_h"/>
                                          </p:val>
                                        </p:tav>
                                      </p:tavLst>
                                    </p:anim>
                                    <p:anim calcmode="lin" valueType="num">
                                      <p:cBhvr>
                                        <p:cTn id="57" dur="500" fill="hold"/>
                                        <p:tgtEl>
                                          <p:spTgt spid="11"/>
                                        </p:tgtEl>
                                        <p:attrNameLst>
                                          <p:attrName>ppt_x</p:attrName>
                                        </p:attrNameLst>
                                      </p:cBhvr>
                                      <p:tavLst>
                                        <p:tav tm="0">
                                          <p:val>
                                            <p:fltVal val="0.5"/>
                                          </p:val>
                                        </p:tav>
                                        <p:tav tm="100000">
                                          <p:val>
                                            <p:strVal val="#ppt_x"/>
                                          </p:val>
                                        </p:tav>
                                      </p:tavLst>
                                    </p:anim>
                                    <p:anim calcmode="lin" valueType="num">
                                      <p:cBhvr>
                                        <p:cTn id="58" dur="500" fill="hold"/>
                                        <p:tgtEl>
                                          <p:spTgt spid="11"/>
                                        </p:tgtEl>
                                        <p:attrNameLst>
                                          <p:attrName>ppt_y</p:attrName>
                                        </p:attrNameLst>
                                      </p:cBhvr>
                                      <p:tavLst>
                                        <p:tav tm="0">
                                          <p:val>
                                            <p:strVal val="1+(6*min(max(#ppt_w*#ppt_h,.3),1)-7.4)/-.7*#ppt_h/2"/>
                                          </p:val>
                                        </p:tav>
                                        <p:tav tm="100000">
                                          <p:val>
                                            <p:strVal val="#ppt_y"/>
                                          </p:val>
                                        </p:tav>
                                      </p:tavLst>
                                    </p:anim>
                                  </p:childTnLst>
                                </p:cTn>
                              </p:par>
                              <p:par>
                                <p:cTn id="59" presetID="23" presetClass="entr" presetSubtype="36" fill="hold" grpId="0" nodeType="withEffect">
                                  <p:stCondLst>
                                    <p:cond delay="450"/>
                                  </p:stCondLst>
                                  <p:childTnLst>
                                    <p:set>
                                      <p:cBhvr>
                                        <p:cTn id="60" dur="1" fill="hold">
                                          <p:stCondLst>
                                            <p:cond delay="0"/>
                                          </p:stCondLst>
                                        </p:cTn>
                                        <p:tgtEl>
                                          <p:spTgt spid="12"/>
                                        </p:tgtEl>
                                        <p:attrNameLst>
                                          <p:attrName>style.visibility</p:attrName>
                                        </p:attrNameLst>
                                      </p:cBhvr>
                                      <p:to>
                                        <p:strVal val="visible"/>
                                      </p:to>
                                    </p:set>
                                    <p:anim calcmode="lin" valueType="num">
                                      <p:cBhvr>
                                        <p:cTn id="61" dur="500" fill="hold"/>
                                        <p:tgtEl>
                                          <p:spTgt spid="12"/>
                                        </p:tgtEl>
                                        <p:attrNameLst>
                                          <p:attrName>ppt_w</p:attrName>
                                        </p:attrNameLst>
                                      </p:cBhvr>
                                      <p:tavLst>
                                        <p:tav tm="0">
                                          <p:val>
                                            <p:strVal val="(6*min(max(#ppt_w*#ppt_h,.3),1)-7.4)/-.7*#ppt_w"/>
                                          </p:val>
                                        </p:tav>
                                        <p:tav tm="100000">
                                          <p:val>
                                            <p:strVal val="#ppt_w"/>
                                          </p:val>
                                        </p:tav>
                                      </p:tavLst>
                                    </p:anim>
                                    <p:anim calcmode="lin" valueType="num">
                                      <p:cBhvr>
                                        <p:cTn id="62" dur="500" fill="hold"/>
                                        <p:tgtEl>
                                          <p:spTgt spid="12"/>
                                        </p:tgtEl>
                                        <p:attrNameLst>
                                          <p:attrName>ppt_h</p:attrName>
                                        </p:attrNameLst>
                                      </p:cBhvr>
                                      <p:tavLst>
                                        <p:tav tm="0">
                                          <p:val>
                                            <p:strVal val="(6*min(max(#ppt_w*#ppt_h,.3),1)-7.4)/-.7*#ppt_h"/>
                                          </p:val>
                                        </p:tav>
                                        <p:tav tm="100000">
                                          <p:val>
                                            <p:strVal val="#ppt_h"/>
                                          </p:val>
                                        </p:tav>
                                      </p:tavLst>
                                    </p:anim>
                                    <p:anim calcmode="lin" valueType="num">
                                      <p:cBhvr>
                                        <p:cTn id="63" dur="500" fill="hold"/>
                                        <p:tgtEl>
                                          <p:spTgt spid="12"/>
                                        </p:tgtEl>
                                        <p:attrNameLst>
                                          <p:attrName>ppt_x</p:attrName>
                                        </p:attrNameLst>
                                      </p:cBhvr>
                                      <p:tavLst>
                                        <p:tav tm="0">
                                          <p:val>
                                            <p:fltVal val="0.5"/>
                                          </p:val>
                                        </p:tav>
                                        <p:tav tm="100000">
                                          <p:val>
                                            <p:strVal val="#ppt_x"/>
                                          </p:val>
                                        </p:tav>
                                      </p:tavLst>
                                    </p:anim>
                                    <p:anim calcmode="lin" valueType="num">
                                      <p:cBhvr>
                                        <p:cTn id="64" dur="500" fill="hold"/>
                                        <p:tgtEl>
                                          <p:spTgt spid="12"/>
                                        </p:tgtEl>
                                        <p:attrNameLst>
                                          <p:attrName>ppt_y</p:attrName>
                                        </p:attrNameLst>
                                      </p:cBhvr>
                                      <p:tavLst>
                                        <p:tav tm="0">
                                          <p:val>
                                            <p:strVal val="1+(6*min(max(#ppt_w*#ppt_h,.3),1)-7.4)/-.7*#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8" presetClass="entr" presetSubtype="12"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strips(downLeft)">
                                      <p:cBhvr>
                                        <p:cTn id="69" dur="500"/>
                                        <p:tgtEl>
                                          <p:spTgt spid="16"/>
                                        </p:tgtEl>
                                      </p:cBhvr>
                                    </p:animEffect>
                                  </p:childTnLst>
                                </p:cTn>
                              </p:par>
                            </p:childTnLst>
                          </p:cTn>
                        </p:par>
                      </p:childTnLst>
                    </p:cTn>
                  </p:par>
                  <p:par>
                    <p:cTn id="70" fill="hold">
                      <p:stCondLst>
                        <p:cond delay="indefinite"/>
                      </p:stCondLst>
                      <p:childTnLst>
                        <p:par>
                          <p:cTn id="71" fill="hold">
                            <p:stCondLst>
                              <p:cond delay="0"/>
                            </p:stCondLst>
                            <p:childTnLst>
                              <p:par>
                                <p:cTn id="72" presetID="18" presetClass="entr" presetSubtype="12" fill="hold" grpId="0" nodeType="click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strips(downLeft)">
                                      <p:cBhvr>
                                        <p:cTn id="74" dur="500"/>
                                        <p:tgtEl>
                                          <p:spTgt spid="17"/>
                                        </p:tgtEl>
                                      </p:cBhvr>
                                    </p:animEffect>
                                  </p:childTnLst>
                                </p:cTn>
                              </p:par>
                            </p:childTnLst>
                          </p:cTn>
                        </p:par>
                      </p:childTnLst>
                    </p:cTn>
                  </p:par>
                  <p:par>
                    <p:cTn id="75" fill="hold">
                      <p:stCondLst>
                        <p:cond delay="indefinite"/>
                      </p:stCondLst>
                      <p:childTnLst>
                        <p:par>
                          <p:cTn id="76" fill="hold">
                            <p:stCondLst>
                              <p:cond delay="0"/>
                            </p:stCondLst>
                            <p:childTnLst>
                              <p:par>
                                <p:cTn id="77" presetID="18" presetClass="entr" presetSubtype="12"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strips(downLeft)">
                                      <p:cBhvr>
                                        <p:cTn id="79" dur="500"/>
                                        <p:tgtEl>
                                          <p:spTgt spid="18"/>
                                        </p:tgtEl>
                                      </p:cBhvr>
                                    </p:animEffect>
                                  </p:childTnLst>
                                </p:cTn>
                              </p:par>
                            </p:childTnLst>
                          </p:cTn>
                        </p:par>
                      </p:childTnLst>
                    </p:cTn>
                  </p:par>
                  <p:par>
                    <p:cTn id="80" fill="hold">
                      <p:stCondLst>
                        <p:cond delay="indefinite"/>
                      </p:stCondLst>
                      <p:childTnLst>
                        <p:par>
                          <p:cTn id="81" fill="hold">
                            <p:stCondLst>
                              <p:cond delay="0"/>
                            </p:stCondLst>
                            <p:childTnLst>
                              <p:par>
                                <p:cTn id="82" presetID="18" presetClass="entr" presetSubtype="12" fill="hold" grpId="0"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strips(downLeft)">
                                      <p:cBhvr>
                                        <p:cTn id="8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p:bldP spid="10" grpId="0"/>
      <p:bldP spid="11" grpId="0"/>
      <p:bldP spid="12" grpId="0"/>
      <p:bldP spid="16" grpId="0"/>
      <p:bldP spid="17" grpId="0"/>
      <p:bldP spid="18"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ctr">
              <a:defRPr/>
            </a:pPr>
            <a:r>
              <a:rPr lang="zh-CN" altLang="en-US" sz="28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谢谢收看！</a:t>
            </a:r>
            <a:endParaRPr lang="zh-CN" altLang="en-US" sz="28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3200" spc="20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本节结束！</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2581830" y="3921022"/>
            <a:ext cx="6906409" cy="1692771"/>
          </a:xfrm>
          <a:prstGeom prst="rect">
            <a:avLst/>
          </a:prstGeom>
          <a:noFill/>
          <a:ln w="25400" cap="flat" cmpd="sng" algn="ctr">
            <a:noFill/>
            <a:prstDash val="solid"/>
          </a:ln>
          <a:effectLst/>
        </p:spPr>
        <p:txBody>
          <a:bodyPr rtlCol="0" anchor="ctr"/>
          <a:lstStyle/>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40013442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10930</TotalTime>
  <Words>2433</Words>
  <Application>Microsoft Office PowerPoint</Application>
  <PresentationFormat>宽屏</PresentationFormat>
  <Paragraphs>778</Paragraphs>
  <Slides>26</Slides>
  <Notes>21</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1</vt:i4>
      </vt:variant>
      <vt:variant>
        <vt:lpstr>幻灯片标题</vt:lpstr>
      </vt:variant>
      <vt:variant>
        <vt:i4>26</vt:i4>
      </vt:variant>
    </vt:vector>
  </HeadingPairs>
  <TitlesOfParts>
    <vt:vector size="39" baseType="lpstr">
      <vt:lpstr>等线</vt:lpstr>
      <vt:lpstr>等线 Light</vt:lpstr>
      <vt:lpstr>方正清刻本悦宋简体</vt:lpstr>
      <vt:lpstr>宋体</vt:lpstr>
      <vt:lpstr>微软雅黑</vt:lpstr>
      <vt:lpstr>Arial</vt:lpstr>
      <vt:lpstr>Calibri</vt:lpstr>
      <vt:lpstr>Impact</vt:lpstr>
      <vt:lpstr>Times New Roman</vt:lpstr>
      <vt:lpstr>Office 主题​​</vt:lpstr>
      <vt:lpstr>1_Office 主题​​</vt:lpstr>
      <vt:lpstr>2_Office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3.抖动的预防方法</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子 麦</cp:lastModifiedBy>
  <cp:revision>258</cp:revision>
  <dcterms:created xsi:type="dcterms:W3CDTF">2016-05-18T19:05:46Z</dcterms:created>
  <dcterms:modified xsi:type="dcterms:W3CDTF">2023-11-09T01:14:57Z</dcterms:modified>
</cp:coreProperties>
</file>