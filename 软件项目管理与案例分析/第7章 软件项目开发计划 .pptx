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mp" ContentType="image/png"/>
  <Default Extension="webp" ContentType="image/webp"/>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104"/>
  </p:notesMasterIdLst>
  <p:sldIdLst>
    <p:sldId id="256" r:id="rId2"/>
    <p:sldId id="407" r:id="rId3"/>
    <p:sldId id="419" r:id="rId4"/>
    <p:sldId id="308" r:id="rId5"/>
    <p:sldId id="341" r:id="rId6"/>
    <p:sldId id="342" r:id="rId7"/>
    <p:sldId id="343" r:id="rId8"/>
    <p:sldId id="344" r:id="rId9"/>
    <p:sldId id="345" r:id="rId10"/>
    <p:sldId id="351" r:id="rId11"/>
    <p:sldId id="346" r:id="rId12"/>
    <p:sldId id="347" r:id="rId13"/>
    <p:sldId id="348" r:id="rId14"/>
    <p:sldId id="349" r:id="rId15"/>
    <p:sldId id="352" r:id="rId16"/>
    <p:sldId id="353" r:id="rId17"/>
    <p:sldId id="350" r:id="rId18"/>
    <p:sldId id="310" r:id="rId19"/>
    <p:sldId id="269" r:id="rId20"/>
    <p:sldId id="354" r:id="rId21"/>
    <p:sldId id="312" r:id="rId22"/>
    <p:sldId id="270" r:id="rId23"/>
    <p:sldId id="314" r:id="rId24"/>
    <p:sldId id="355" r:id="rId25"/>
    <p:sldId id="408" r:id="rId26"/>
    <p:sldId id="409" r:id="rId27"/>
    <p:sldId id="410" r:id="rId28"/>
    <p:sldId id="411" r:id="rId29"/>
    <p:sldId id="412" r:id="rId30"/>
    <p:sldId id="413" r:id="rId31"/>
    <p:sldId id="414" r:id="rId32"/>
    <p:sldId id="415" r:id="rId33"/>
    <p:sldId id="416" r:id="rId34"/>
    <p:sldId id="417" r:id="rId35"/>
    <p:sldId id="315" r:id="rId36"/>
    <p:sldId id="271" r:id="rId37"/>
    <p:sldId id="317" r:id="rId38"/>
    <p:sldId id="318" r:id="rId39"/>
    <p:sldId id="272" r:id="rId40"/>
    <p:sldId id="356" r:id="rId41"/>
    <p:sldId id="357" r:id="rId42"/>
    <p:sldId id="319" r:id="rId43"/>
    <p:sldId id="320" r:id="rId44"/>
    <p:sldId id="322" r:id="rId45"/>
    <p:sldId id="324" r:id="rId46"/>
    <p:sldId id="404" r:id="rId47"/>
    <p:sldId id="405" r:id="rId48"/>
    <p:sldId id="418" r:id="rId49"/>
    <p:sldId id="403" r:id="rId50"/>
    <p:sldId id="329" r:id="rId51"/>
    <p:sldId id="325" r:id="rId52"/>
    <p:sldId id="358" r:id="rId53"/>
    <p:sldId id="359" r:id="rId54"/>
    <p:sldId id="426" r:id="rId55"/>
    <p:sldId id="427" r:id="rId56"/>
    <p:sldId id="360" r:id="rId57"/>
    <p:sldId id="362" r:id="rId58"/>
    <p:sldId id="363" r:id="rId59"/>
    <p:sldId id="364" r:id="rId60"/>
    <p:sldId id="365" r:id="rId61"/>
    <p:sldId id="366" r:id="rId62"/>
    <p:sldId id="367" r:id="rId63"/>
    <p:sldId id="369" r:id="rId64"/>
    <p:sldId id="370" r:id="rId65"/>
    <p:sldId id="371" r:id="rId66"/>
    <p:sldId id="373" r:id="rId67"/>
    <p:sldId id="372" r:id="rId68"/>
    <p:sldId id="420" r:id="rId69"/>
    <p:sldId id="421" r:id="rId70"/>
    <p:sldId id="374" r:id="rId71"/>
    <p:sldId id="375" r:id="rId72"/>
    <p:sldId id="422" r:id="rId73"/>
    <p:sldId id="376" r:id="rId74"/>
    <p:sldId id="377" r:id="rId75"/>
    <p:sldId id="423" r:id="rId76"/>
    <p:sldId id="379" r:id="rId77"/>
    <p:sldId id="381" r:id="rId78"/>
    <p:sldId id="382" r:id="rId79"/>
    <p:sldId id="406" r:id="rId80"/>
    <p:sldId id="380" r:id="rId81"/>
    <p:sldId id="424" r:id="rId82"/>
    <p:sldId id="425" r:id="rId83"/>
    <p:sldId id="383" r:id="rId84"/>
    <p:sldId id="384" r:id="rId85"/>
    <p:sldId id="385" r:id="rId86"/>
    <p:sldId id="386" r:id="rId87"/>
    <p:sldId id="387" r:id="rId88"/>
    <p:sldId id="388" r:id="rId89"/>
    <p:sldId id="390" r:id="rId90"/>
    <p:sldId id="389" r:id="rId91"/>
    <p:sldId id="391" r:id="rId92"/>
    <p:sldId id="392" r:id="rId93"/>
    <p:sldId id="393" r:id="rId94"/>
    <p:sldId id="394" r:id="rId95"/>
    <p:sldId id="396" r:id="rId96"/>
    <p:sldId id="397" r:id="rId97"/>
    <p:sldId id="398" r:id="rId98"/>
    <p:sldId id="399" r:id="rId99"/>
    <p:sldId id="338" r:id="rId100"/>
    <p:sldId id="336" r:id="rId101"/>
    <p:sldId id="339" r:id="rId102"/>
    <p:sldId id="340" r:id="rId103"/>
  </p:sldIdLst>
  <p:sldSz cx="9144000" cy="6858000" type="screen4x3"/>
  <p:notesSz cx="6858000" cy="9144000"/>
  <p:defaultTextStyle>
    <a:defPPr>
      <a:defRPr lang="zh-CN"/>
    </a:defPPr>
    <a:lvl1pPr algn="l" rtl="0" eaLnBrk="0" fontAlgn="base" hangingPunct="0">
      <a:spcBef>
        <a:spcPct val="0"/>
      </a:spcBef>
      <a:spcAft>
        <a:spcPct val="0"/>
      </a:spcAft>
      <a:defRPr sz="2400" b="1" kern="1200">
        <a:solidFill>
          <a:schemeClr val="accent1"/>
        </a:solidFill>
        <a:latin typeface="宋体" panose="02010600030101010101" pitchFamily="2" charset="-122"/>
        <a:ea typeface="宋体" panose="02010600030101010101" pitchFamily="2" charset="-122"/>
        <a:cs typeface="+mn-cs"/>
      </a:defRPr>
    </a:lvl1pPr>
    <a:lvl2pPr marL="457200" algn="l" rtl="0" eaLnBrk="0" fontAlgn="base" hangingPunct="0">
      <a:spcBef>
        <a:spcPct val="0"/>
      </a:spcBef>
      <a:spcAft>
        <a:spcPct val="0"/>
      </a:spcAft>
      <a:defRPr sz="2400" b="1" kern="1200">
        <a:solidFill>
          <a:schemeClr val="accent1"/>
        </a:solidFill>
        <a:latin typeface="宋体" panose="02010600030101010101" pitchFamily="2" charset="-122"/>
        <a:ea typeface="宋体" panose="02010600030101010101" pitchFamily="2" charset="-122"/>
        <a:cs typeface="+mn-cs"/>
      </a:defRPr>
    </a:lvl2pPr>
    <a:lvl3pPr marL="914400" algn="l" rtl="0" eaLnBrk="0" fontAlgn="base" hangingPunct="0">
      <a:spcBef>
        <a:spcPct val="0"/>
      </a:spcBef>
      <a:spcAft>
        <a:spcPct val="0"/>
      </a:spcAft>
      <a:defRPr sz="2400" b="1" kern="1200">
        <a:solidFill>
          <a:schemeClr val="accent1"/>
        </a:solidFill>
        <a:latin typeface="宋体" panose="02010600030101010101" pitchFamily="2" charset="-122"/>
        <a:ea typeface="宋体" panose="02010600030101010101" pitchFamily="2" charset="-122"/>
        <a:cs typeface="+mn-cs"/>
      </a:defRPr>
    </a:lvl3pPr>
    <a:lvl4pPr marL="1371600" algn="l" rtl="0" eaLnBrk="0" fontAlgn="base" hangingPunct="0">
      <a:spcBef>
        <a:spcPct val="0"/>
      </a:spcBef>
      <a:spcAft>
        <a:spcPct val="0"/>
      </a:spcAft>
      <a:defRPr sz="2400" b="1" kern="1200">
        <a:solidFill>
          <a:schemeClr val="accent1"/>
        </a:solidFill>
        <a:latin typeface="宋体" panose="02010600030101010101" pitchFamily="2" charset="-122"/>
        <a:ea typeface="宋体" panose="02010600030101010101" pitchFamily="2" charset="-122"/>
        <a:cs typeface="+mn-cs"/>
      </a:defRPr>
    </a:lvl4pPr>
    <a:lvl5pPr marL="1828800" algn="l" rtl="0" eaLnBrk="0" fontAlgn="base" hangingPunct="0">
      <a:spcBef>
        <a:spcPct val="0"/>
      </a:spcBef>
      <a:spcAft>
        <a:spcPct val="0"/>
      </a:spcAft>
      <a:defRPr sz="2400" b="1" kern="1200">
        <a:solidFill>
          <a:schemeClr val="accent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2400" b="1" kern="1200">
        <a:solidFill>
          <a:schemeClr val="accent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sz="2400" b="1" kern="1200">
        <a:solidFill>
          <a:schemeClr val="accent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sz="2400" b="1" kern="1200">
        <a:solidFill>
          <a:schemeClr val="accent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sz="2400" b="1" kern="1200">
        <a:solidFill>
          <a:schemeClr val="accent1"/>
        </a:solidFill>
        <a:latin typeface="宋体" panose="02010600030101010101" pitchFamily="2" charset="-122"/>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CC00"/>
    <a:srgbClr val="FF66FF"/>
    <a:srgbClr val="CA5B08"/>
    <a:srgbClr val="CC6600"/>
    <a:srgbClr val="66FFFF"/>
    <a:srgbClr val="00FFCC"/>
    <a:srgbClr val="FFFF00"/>
    <a:srgbClr val="B0A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9672" autoAdjust="0"/>
  </p:normalViewPr>
  <p:slideViewPr>
    <p:cSldViewPr>
      <p:cViewPr varScale="1">
        <p:scale>
          <a:sx n="121" d="100"/>
          <a:sy n="121" d="100"/>
        </p:scale>
        <p:origin x="1642" y="-67"/>
      </p:cViewPr>
      <p:guideLst>
        <p:guide orient="horz" pos="2160"/>
        <p:guide pos="2880"/>
      </p:guideLst>
    </p:cSldViewPr>
  </p:slideViewPr>
  <p:notesTextViewPr>
    <p:cViewPr>
      <p:scale>
        <a:sx n="100" d="100"/>
        <a:sy n="100" d="100"/>
      </p:scale>
      <p:origin x="0" y="0"/>
    </p:cViewPr>
  </p:notesTextViewPr>
  <p:sorterViewPr>
    <p:cViewPr>
      <p:scale>
        <a:sx n="33" d="100"/>
        <a:sy n="33"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heme" Target="theme/theme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661BA458-11DB-EA71-593A-14D9CF18834C}"/>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spcBef>
                <a:spcPct val="0"/>
              </a:spcBef>
              <a:buClrTx/>
              <a:buFontTx/>
              <a:buNone/>
              <a:defRPr kumimoji="1" sz="1200" b="0">
                <a:solidFill>
                  <a:schemeClr val="tx1"/>
                </a:solidFill>
                <a:latin typeface="Times New Roman" pitchFamily="18" charset="0"/>
              </a:defRPr>
            </a:lvl1pPr>
          </a:lstStyle>
          <a:p>
            <a:pPr>
              <a:defRPr/>
            </a:pPr>
            <a:endParaRPr lang="en-US" altLang="zh-CN"/>
          </a:p>
        </p:txBody>
      </p:sp>
      <p:sp>
        <p:nvSpPr>
          <p:cNvPr id="35843" name="Rectangle 3">
            <a:extLst>
              <a:ext uri="{FF2B5EF4-FFF2-40B4-BE49-F238E27FC236}">
                <a16:creationId xmlns:a16="http://schemas.microsoft.com/office/drawing/2014/main" id="{3BB1EDAF-F8A8-9910-4B2A-751AE51A5F9F}"/>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spcBef>
                <a:spcPct val="0"/>
              </a:spcBef>
              <a:buClrTx/>
              <a:buFontTx/>
              <a:buNone/>
              <a:defRPr kumimoji="1" sz="1200" b="0">
                <a:solidFill>
                  <a:schemeClr val="tx1"/>
                </a:solidFill>
                <a:latin typeface="Times New Roman" pitchFamily="18" charset="0"/>
              </a:defRPr>
            </a:lvl1pPr>
          </a:lstStyle>
          <a:p>
            <a:pPr>
              <a:defRPr/>
            </a:pPr>
            <a:endParaRPr lang="en-US" altLang="zh-CN"/>
          </a:p>
        </p:txBody>
      </p:sp>
      <p:sp>
        <p:nvSpPr>
          <p:cNvPr id="3076" name="Rectangle 4">
            <a:extLst>
              <a:ext uri="{FF2B5EF4-FFF2-40B4-BE49-F238E27FC236}">
                <a16:creationId xmlns:a16="http://schemas.microsoft.com/office/drawing/2014/main" id="{915B42B2-ADCA-CFC0-E2E3-953156FE45F3}"/>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5" name="Rectangle 5">
            <a:extLst>
              <a:ext uri="{FF2B5EF4-FFF2-40B4-BE49-F238E27FC236}">
                <a16:creationId xmlns:a16="http://schemas.microsoft.com/office/drawing/2014/main" id="{577C35B8-2FE1-A1A1-6CDD-47E2906B7A49}"/>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35846" name="Rectangle 6">
            <a:extLst>
              <a:ext uri="{FF2B5EF4-FFF2-40B4-BE49-F238E27FC236}">
                <a16:creationId xmlns:a16="http://schemas.microsoft.com/office/drawing/2014/main" id="{4D493AA2-8AC2-FDE6-D813-523071576EFF}"/>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spcBef>
                <a:spcPct val="0"/>
              </a:spcBef>
              <a:buClrTx/>
              <a:buFontTx/>
              <a:buNone/>
              <a:defRPr kumimoji="1" sz="1200" b="0">
                <a:solidFill>
                  <a:schemeClr val="tx1"/>
                </a:solidFill>
                <a:latin typeface="Times New Roman" pitchFamily="18" charset="0"/>
              </a:defRPr>
            </a:lvl1pPr>
          </a:lstStyle>
          <a:p>
            <a:pPr>
              <a:defRPr/>
            </a:pPr>
            <a:endParaRPr lang="en-US" altLang="zh-CN"/>
          </a:p>
        </p:txBody>
      </p:sp>
      <p:sp>
        <p:nvSpPr>
          <p:cNvPr id="35847" name="Rectangle 7">
            <a:extLst>
              <a:ext uri="{FF2B5EF4-FFF2-40B4-BE49-F238E27FC236}">
                <a16:creationId xmlns:a16="http://schemas.microsoft.com/office/drawing/2014/main" id="{9EBF379F-6608-F454-BB25-3B8F0DA3AEB0}"/>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1" sz="1200" b="0" smtClean="0">
                <a:solidFill>
                  <a:schemeClr val="tx1"/>
                </a:solidFill>
                <a:latin typeface="Times New Roman" panose="02020603050405020304" pitchFamily="18" charset="0"/>
              </a:defRPr>
            </a:lvl1pPr>
          </a:lstStyle>
          <a:p>
            <a:pPr>
              <a:defRPr/>
            </a:pPr>
            <a:fld id="{4D909203-F476-46F8-99FC-AECC4C46AB5A}"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ABFDDBFF-BC91-8EDA-FD80-686B7754A7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EF764BC5-2606-4A4C-9919-F4828D251DE2}" type="slidenum">
              <a:rPr lang="en-US" altLang="zh-CN"/>
              <a:pPr>
                <a:spcBef>
                  <a:spcPct val="0"/>
                </a:spcBef>
              </a:pPr>
              <a:t>1</a:t>
            </a:fld>
            <a:endParaRPr lang="en-US" altLang="zh-CN"/>
          </a:p>
        </p:txBody>
      </p:sp>
      <p:sp>
        <p:nvSpPr>
          <p:cNvPr id="5123" name="Rectangle 2">
            <a:extLst>
              <a:ext uri="{FF2B5EF4-FFF2-40B4-BE49-F238E27FC236}">
                <a16:creationId xmlns:a16="http://schemas.microsoft.com/office/drawing/2014/main" id="{CD8CC38B-1F58-3774-592C-89623EFE1E99}"/>
              </a:ext>
            </a:extLst>
          </p:cNvPr>
          <p:cNvSpPr>
            <a:spLocks noGrp="1" noRot="1" noChangeAspect="1" noChangeArrowheads="1" noTextEdit="1"/>
          </p:cNvSpPr>
          <p:nvPr>
            <p:ph type="sldImg"/>
          </p:nvPr>
        </p:nvSpPr>
        <p:spPr>
          <a:ln/>
        </p:spPr>
      </p:sp>
      <p:sp>
        <p:nvSpPr>
          <p:cNvPr id="5124" name="Rectangle 3">
            <a:extLst>
              <a:ext uri="{FF2B5EF4-FFF2-40B4-BE49-F238E27FC236}">
                <a16:creationId xmlns:a16="http://schemas.microsoft.com/office/drawing/2014/main" id="{C6F2F76C-E9B2-614A-73D1-DC17DDCB2C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1F9F25D7-CB02-201E-856C-4E84676E84A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79F2EDC2-B056-4745-8557-B8B9468F796A}" type="slidenum">
              <a:rPr lang="en-US" altLang="zh-CN"/>
              <a:pPr>
                <a:spcBef>
                  <a:spcPct val="0"/>
                </a:spcBef>
              </a:pPr>
              <a:t>4</a:t>
            </a:fld>
            <a:endParaRPr lang="en-US" altLang="zh-CN"/>
          </a:p>
        </p:txBody>
      </p:sp>
      <p:sp>
        <p:nvSpPr>
          <p:cNvPr id="7171" name="Rectangle 2">
            <a:extLst>
              <a:ext uri="{FF2B5EF4-FFF2-40B4-BE49-F238E27FC236}">
                <a16:creationId xmlns:a16="http://schemas.microsoft.com/office/drawing/2014/main" id="{59D19E36-4BAA-2389-F50B-0B07E92A73CA}"/>
              </a:ext>
            </a:extLst>
          </p:cNvPr>
          <p:cNvSpPr>
            <a:spLocks noGrp="1" noRot="1" noChangeAspect="1" noChangeArrowheads="1" noTextEdit="1"/>
          </p:cNvSpPr>
          <p:nvPr>
            <p:ph type="sldImg"/>
          </p:nvPr>
        </p:nvSpPr>
        <p:spPr>
          <a:ln/>
        </p:spPr>
      </p:sp>
      <p:sp>
        <p:nvSpPr>
          <p:cNvPr id="7172" name="Rectangle 3">
            <a:extLst>
              <a:ext uri="{FF2B5EF4-FFF2-40B4-BE49-F238E27FC236}">
                <a16:creationId xmlns:a16="http://schemas.microsoft.com/office/drawing/2014/main" id="{600583B5-DBD0-C44A-102E-11BB85C70A7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CBF9F5C1-6F4E-A669-0824-ED021425D26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4C61C2E8-C597-473E-889C-E5C9CC4F876C}" type="slidenum">
              <a:rPr lang="en-US" altLang="zh-CN"/>
              <a:pPr>
                <a:spcBef>
                  <a:spcPct val="0"/>
                </a:spcBef>
              </a:pPr>
              <a:t>18</a:t>
            </a:fld>
            <a:endParaRPr lang="en-US" altLang="zh-CN"/>
          </a:p>
        </p:txBody>
      </p:sp>
      <p:sp>
        <p:nvSpPr>
          <p:cNvPr id="22531" name="Rectangle 2">
            <a:extLst>
              <a:ext uri="{FF2B5EF4-FFF2-40B4-BE49-F238E27FC236}">
                <a16:creationId xmlns:a16="http://schemas.microsoft.com/office/drawing/2014/main" id="{32881913-5049-95C1-A7CA-B8DB19DE1F4D}"/>
              </a:ext>
            </a:extLst>
          </p:cNvPr>
          <p:cNvSpPr>
            <a:spLocks noGrp="1" noRot="1" noChangeAspect="1" noChangeArrowheads="1" noTextEdit="1"/>
          </p:cNvSpPr>
          <p:nvPr>
            <p:ph type="sldImg"/>
          </p:nvPr>
        </p:nvSpPr>
        <p:spPr>
          <a:ln/>
        </p:spPr>
      </p:sp>
      <p:sp>
        <p:nvSpPr>
          <p:cNvPr id="22532" name="Rectangle 3">
            <a:extLst>
              <a:ext uri="{FF2B5EF4-FFF2-40B4-BE49-F238E27FC236}">
                <a16:creationId xmlns:a16="http://schemas.microsoft.com/office/drawing/2014/main" id="{F754DDDF-FBBE-1786-72FD-74AD230EEE0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AF1203F8-E5CE-C9ED-F4A4-E9A95CB4A42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6AAD29C0-ED84-427D-83DD-1CC8736299BB}" type="slidenum">
              <a:rPr lang="en-US" altLang="zh-CN"/>
              <a:pPr>
                <a:spcBef>
                  <a:spcPct val="0"/>
                </a:spcBef>
              </a:pPr>
              <a:t>19</a:t>
            </a:fld>
            <a:endParaRPr lang="en-US" altLang="zh-CN"/>
          </a:p>
        </p:txBody>
      </p:sp>
      <p:sp>
        <p:nvSpPr>
          <p:cNvPr id="24579" name="Rectangle 2">
            <a:extLst>
              <a:ext uri="{FF2B5EF4-FFF2-40B4-BE49-F238E27FC236}">
                <a16:creationId xmlns:a16="http://schemas.microsoft.com/office/drawing/2014/main" id="{FCEBB245-12DB-E6D4-E1E2-44648D35294A}"/>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EF35305A-46F4-779C-3AA6-08CF98DCD4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9FFF76D1-CA03-3530-FCC4-1FA2E21D5BE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D3DF73C7-C735-4BC2-8BF3-F0B3D57D8F5A}" type="slidenum">
              <a:rPr lang="en-US" altLang="zh-CN"/>
              <a:pPr>
                <a:spcBef>
                  <a:spcPct val="0"/>
                </a:spcBef>
              </a:pPr>
              <a:t>21</a:t>
            </a:fld>
            <a:endParaRPr lang="en-US" altLang="zh-CN"/>
          </a:p>
        </p:txBody>
      </p:sp>
      <p:sp>
        <p:nvSpPr>
          <p:cNvPr id="27651" name="Rectangle 2">
            <a:extLst>
              <a:ext uri="{FF2B5EF4-FFF2-40B4-BE49-F238E27FC236}">
                <a16:creationId xmlns:a16="http://schemas.microsoft.com/office/drawing/2014/main" id="{A74245C0-136A-C7D1-8B23-8A1631976BE6}"/>
              </a:ext>
            </a:extLst>
          </p:cNvPr>
          <p:cNvSpPr>
            <a:spLocks noGrp="1" noRot="1" noChangeAspect="1" noChangeArrowheads="1" noTextEdit="1"/>
          </p:cNvSpPr>
          <p:nvPr>
            <p:ph type="sldImg"/>
          </p:nvPr>
        </p:nvSpPr>
        <p:spPr>
          <a:ln/>
        </p:spPr>
      </p:sp>
      <p:sp>
        <p:nvSpPr>
          <p:cNvPr id="27652" name="Rectangle 3">
            <a:extLst>
              <a:ext uri="{FF2B5EF4-FFF2-40B4-BE49-F238E27FC236}">
                <a16:creationId xmlns:a16="http://schemas.microsoft.com/office/drawing/2014/main" id="{CF2E71D5-9E97-04D7-FF83-CC75DFA751D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47378736-C98D-8338-658D-25E153C851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CF1853F2-8C11-4133-802F-E9625B6CCE33}" type="slidenum">
              <a:rPr lang="en-US" altLang="zh-CN"/>
              <a:pPr>
                <a:spcBef>
                  <a:spcPct val="0"/>
                </a:spcBef>
              </a:pPr>
              <a:t>22</a:t>
            </a:fld>
            <a:endParaRPr lang="en-US" altLang="zh-CN"/>
          </a:p>
        </p:txBody>
      </p:sp>
      <p:sp>
        <p:nvSpPr>
          <p:cNvPr id="29699" name="Rectangle 2">
            <a:extLst>
              <a:ext uri="{FF2B5EF4-FFF2-40B4-BE49-F238E27FC236}">
                <a16:creationId xmlns:a16="http://schemas.microsoft.com/office/drawing/2014/main" id="{AFAB1A04-AE18-1FE8-1981-648A4C590865}"/>
              </a:ext>
            </a:extLst>
          </p:cNvPr>
          <p:cNvSpPr>
            <a:spLocks noGrp="1" noRot="1" noChangeAspect="1" noChangeArrowheads="1" noTextEdit="1"/>
          </p:cNvSpPr>
          <p:nvPr>
            <p:ph type="sldImg"/>
          </p:nvPr>
        </p:nvSpPr>
        <p:spPr>
          <a:ln/>
        </p:spPr>
      </p:sp>
      <p:sp>
        <p:nvSpPr>
          <p:cNvPr id="29700" name="Rectangle 3">
            <a:extLst>
              <a:ext uri="{FF2B5EF4-FFF2-40B4-BE49-F238E27FC236}">
                <a16:creationId xmlns:a16="http://schemas.microsoft.com/office/drawing/2014/main" id="{B2A86BC7-E065-C78D-D793-E2CA50E193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B238611D-3BAD-E819-E153-33856E2B1A5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D94E733F-F0E8-4E87-873F-8ECD66177D3C}" type="slidenum">
              <a:rPr lang="en-US" altLang="zh-CN"/>
              <a:pPr>
                <a:spcBef>
                  <a:spcPct val="0"/>
                </a:spcBef>
              </a:pPr>
              <a:t>23</a:t>
            </a:fld>
            <a:endParaRPr lang="en-US" altLang="zh-CN"/>
          </a:p>
        </p:txBody>
      </p:sp>
      <p:sp>
        <p:nvSpPr>
          <p:cNvPr id="32771" name="Rectangle 2">
            <a:extLst>
              <a:ext uri="{FF2B5EF4-FFF2-40B4-BE49-F238E27FC236}">
                <a16:creationId xmlns:a16="http://schemas.microsoft.com/office/drawing/2014/main" id="{0ABD3D33-155E-94D8-C5E9-D7DD6CCE6A63}"/>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C9D90B4F-08C6-B5D1-3CF0-0834376D3D1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9677FFA9-9F05-323F-4931-A837CB5B348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05926018-52D8-472A-B82F-C11F9CB2AB9A}" type="slidenum">
              <a:rPr lang="en-US" altLang="zh-CN"/>
              <a:pPr>
                <a:spcBef>
                  <a:spcPct val="0"/>
                </a:spcBef>
              </a:pPr>
              <a:t>35</a:t>
            </a:fld>
            <a:endParaRPr lang="en-US" altLang="zh-CN"/>
          </a:p>
        </p:txBody>
      </p:sp>
      <p:sp>
        <p:nvSpPr>
          <p:cNvPr id="36867" name="Rectangle 2">
            <a:extLst>
              <a:ext uri="{FF2B5EF4-FFF2-40B4-BE49-F238E27FC236}">
                <a16:creationId xmlns:a16="http://schemas.microsoft.com/office/drawing/2014/main" id="{FD6F0303-378E-A695-D562-65A1447B3BAB}"/>
              </a:ext>
            </a:extLst>
          </p:cNvPr>
          <p:cNvSpPr>
            <a:spLocks noGrp="1" noRot="1" noChangeAspect="1" noChangeArrowheads="1" noTextEdit="1"/>
          </p:cNvSpPr>
          <p:nvPr>
            <p:ph type="sldImg"/>
          </p:nvPr>
        </p:nvSpPr>
        <p:spPr>
          <a:ln/>
        </p:spPr>
      </p:sp>
      <p:sp>
        <p:nvSpPr>
          <p:cNvPr id="36868" name="Rectangle 3">
            <a:extLst>
              <a:ext uri="{FF2B5EF4-FFF2-40B4-BE49-F238E27FC236}">
                <a16:creationId xmlns:a16="http://schemas.microsoft.com/office/drawing/2014/main" id="{C68CBCF8-D2E0-0F90-7CE3-42FF20251EF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72D21E25-FE9F-0D75-E417-7AFEFAAB222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63EF736F-1423-4BAF-A6C0-CC710F824C0F}" type="slidenum">
              <a:rPr lang="en-US" altLang="zh-CN"/>
              <a:pPr>
                <a:spcBef>
                  <a:spcPct val="0"/>
                </a:spcBef>
              </a:pPr>
              <a:t>36</a:t>
            </a:fld>
            <a:endParaRPr lang="en-US" altLang="zh-CN"/>
          </a:p>
        </p:txBody>
      </p:sp>
      <p:sp>
        <p:nvSpPr>
          <p:cNvPr id="38915" name="Rectangle 2">
            <a:extLst>
              <a:ext uri="{FF2B5EF4-FFF2-40B4-BE49-F238E27FC236}">
                <a16:creationId xmlns:a16="http://schemas.microsoft.com/office/drawing/2014/main" id="{3FFC0057-7855-334E-5F72-5951AD244878}"/>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00BDEB8B-7429-4173-9BBE-2FAA2CCD6B8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EE9F4148-9F87-3EEE-E40F-D24E1B636E6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537F777A-668F-48E2-8E32-2C923742F521}" type="slidenum">
              <a:rPr lang="en-US" altLang="zh-CN"/>
              <a:pPr>
                <a:spcBef>
                  <a:spcPct val="0"/>
                </a:spcBef>
              </a:pPr>
              <a:t>37</a:t>
            </a:fld>
            <a:endParaRPr lang="en-US" altLang="zh-CN"/>
          </a:p>
        </p:txBody>
      </p:sp>
      <p:sp>
        <p:nvSpPr>
          <p:cNvPr id="40963" name="Rectangle 2">
            <a:extLst>
              <a:ext uri="{FF2B5EF4-FFF2-40B4-BE49-F238E27FC236}">
                <a16:creationId xmlns:a16="http://schemas.microsoft.com/office/drawing/2014/main" id="{2CE90362-7946-6C24-BFEA-E54D34039F78}"/>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63FF5335-EAB1-5397-23F7-4CDE966890E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E8BA7442-2921-8B45-592A-859EBB31227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E56584C8-9B3D-4815-A97B-57DA90FC37F5}" type="slidenum">
              <a:rPr lang="en-US" altLang="zh-CN"/>
              <a:pPr>
                <a:spcBef>
                  <a:spcPct val="0"/>
                </a:spcBef>
              </a:pPr>
              <a:t>38</a:t>
            </a:fld>
            <a:endParaRPr lang="en-US" altLang="zh-CN"/>
          </a:p>
        </p:txBody>
      </p:sp>
      <p:sp>
        <p:nvSpPr>
          <p:cNvPr id="43011" name="Rectangle 2">
            <a:extLst>
              <a:ext uri="{FF2B5EF4-FFF2-40B4-BE49-F238E27FC236}">
                <a16:creationId xmlns:a16="http://schemas.microsoft.com/office/drawing/2014/main" id="{849B168A-C5B1-EBB4-616A-4998BBB23F66}"/>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0BDB7AB4-3E03-AEEC-B202-1185D299F0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57DCE5FD-C0D9-8003-B7FB-47C658569CB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11B4E9D2-C458-4CC0-8E2E-0636ACE3752D}" type="slidenum">
              <a:rPr lang="en-US" altLang="zh-CN"/>
              <a:pPr>
                <a:spcBef>
                  <a:spcPct val="0"/>
                </a:spcBef>
              </a:pPr>
              <a:t>39</a:t>
            </a:fld>
            <a:endParaRPr lang="en-US" altLang="zh-CN"/>
          </a:p>
        </p:txBody>
      </p:sp>
      <p:sp>
        <p:nvSpPr>
          <p:cNvPr id="45059" name="Rectangle 2">
            <a:extLst>
              <a:ext uri="{FF2B5EF4-FFF2-40B4-BE49-F238E27FC236}">
                <a16:creationId xmlns:a16="http://schemas.microsoft.com/office/drawing/2014/main" id="{10B14C00-528D-0D27-72D7-843EF734049E}"/>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id="{84618663-3D38-811A-94B8-C8889522376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B955067D-2B59-0F86-B2DA-19EC3472CC6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E689FFB7-6124-44E9-89D1-874902FEBB95}" type="slidenum">
              <a:rPr lang="en-US" altLang="zh-CN"/>
              <a:pPr>
                <a:spcBef>
                  <a:spcPct val="0"/>
                </a:spcBef>
              </a:pPr>
              <a:t>42</a:t>
            </a:fld>
            <a:endParaRPr lang="en-US" altLang="zh-CN"/>
          </a:p>
        </p:txBody>
      </p:sp>
      <p:sp>
        <p:nvSpPr>
          <p:cNvPr id="49155" name="Rectangle 2">
            <a:extLst>
              <a:ext uri="{FF2B5EF4-FFF2-40B4-BE49-F238E27FC236}">
                <a16:creationId xmlns:a16="http://schemas.microsoft.com/office/drawing/2014/main" id="{EBC753F4-BAE2-9078-C5DB-2636CA63C2E4}"/>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811EB705-874E-F069-6009-9B4F0D1FED0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64FD8630-3716-321F-5264-6831B700D2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3AD62ECF-7B67-4AD4-B4AB-85BC71915E58}" type="slidenum">
              <a:rPr lang="en-US" altLang="zh-CN"/>
              <a:pPr>
                <a:spcBef>
                  <a:spcPct val="0"/>
                </a:spcBef>
              </a:pPr>
              <a:t>43</a:t>
            </a:fld>
            <a:endParaRPr lang="en-US" altLang="zh-CN"/>
          </a:p>
        </p:txBody>
      </p:sp>
      <p:sp>
        <p:nvSpPr>
          <p:cNvPr id="51203" name="Rectangle 2">
            <a:extLst>
              <a:ext uri="{FF2B5EF4-FFF2-40B4-BE49-F238E27FC236}">
                <a16:creationId xmlns:a16="http://schemas.microsoft.com/office/drawing/2014/main" id="{70885DDA-B3E8-1506-24C2-CADFBDEDEF7D}"/>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76BA4027-148D-0DC7-C201-F2E7D7CB2AF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F0E79706-87AA-91CA-FC4C-2F8D201E7D7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EC04BEC7-0512-4FF1-9873-3E7FCACE9A0C}" type="slidenum">
              <a:rPr lang="en-US" altLang="zh-CN"/>
              <a:pPr>
                <a:spcBef>
                  <a:spcPct val="0"/>
                </a:spcBef>
              </a:pPr>
              <a:t>44</a:t>
            </a:fld>
            <a:endParaRPr lang="en-US" altLang="zh-CN"/>
          </a:p>
        </p:txBody>
      </p:sp>
      <p:sp>
        <p:nvSpPr>
          <p:cNvPr id="53251" name="Rectangle 2">
            <a:extLst>
              <a:ext uri="{FF2B5EF4-FFF2-40B4-BE49-F238E27FC236}">
                <a16:creationId xmlns:a16="http://schemas.microsoft.com/office/drawing/2014/main" id="{D346FDFF-B680-F110-999F-E156170E4EE6}"/>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C20A7941-BF7F-96C2-D57D-0A859FFFE24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DB22AAF8-030A-FF26-E317-2FD189462C1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C101855F-000A-4C5E-9857-9D6EB2DA6199}" type="slidenum">
              <a:rPr lang="en-US" altLang="zh-CN"/>
              <a:pPr>
                <a:spcBef>
                  <a:spcPct val="0"/>
                </a:spcBef>
              </a:pPr>
              <a:t>45</a:t>
            </a:fld>
            <a:endParaRPr lang="en-US" altLang="zh-CN"/>
          </a:p>
        </p:txBody>
      </p:sp>
      <p:sp>
        <p:nvSpPr>
          <p:cNvPr id="55299" name="Rectangle 2">
            <a:extLst>
              <a:ext uri="{FF2B5EF4-FFF2-40B4-BE49-F238E27FC236}">
                <a16:creationId xmlns:a16="http://schemas.microsoft.com/office/drawing/2014/main" id="{B7D4F79D-3628-1307-F9EB-BC40828EF8A2}"/>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D0D4447B-1EAF-E7FC-4047-F38C4570A5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48760AA6-842A-624A-5155-67CECC741A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28247528-A1B1-4230-95A9-105C37DF1C8A}" type="slidenum">
              <a:rPr lang="en-US" altLang="zh-CN"/>
              <a:pPr>
                <a:spcBef>
                  <a:spcPct val="0"/>
                </a:spcBef>
              </a:pPr>
              <a:t>46</a:t>
            </a:fld>
            <a:endParaRPr lang="en-US" altLang="zh-CN"/>
          </a:p>
        </p:txBody>
      </p:sp>
      <p:sp>
        <p:nvSpPr>
          <p:cNvPr id="57347" name="Rectangle 2">
            <a:extLst>
              <a:ext uri="{FF2B5EF4-FFF2-40B4-BE49-F238E27FC236}">
                <a16:creationId xmlns:a16="http://schemas.microsoft.com/office/drawing/2014/main" id="{15961B97-11B3-5472-2221-1DB08AE591E3}"/>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3F65E27E-B621-8B71-F52D-A2A7693BA60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2E44AB21-4992-FB72-5A85-D936C8407D0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6C3C289C-A7CC-448E-89BE-C4C9DD54B79C}" type="slidenum">
              <a:rPr lang="en-US" altLang="zh-CN"/>
              <a:pPr>
                <a:spcBef>
                  <a:spcPct val="0"/>
                </a:spcBef>
              </a:pPr>
              <a:t>47</a:t>
            </a:fld>
            <a:endParaRPr lang="en-US" altLang="zh-CN"/>
          </a:p>
        </p:txBody>
      </p:sp>
      <p:sp>
        <p:nvSpPr>
          <p:cNvPr id="59395" name="Rectangle 2">
            <a:extLst>
              <a:ext uri="{FF2B5EF4-FFF2-40B4-BE49-F238E27FC236}">
                <a16:creationId xmlns:a16="http://schemas.microsoft.com/office/drawing/2014/main" id="{28D3DA40-8FE6-60CA-AF23-31A5070360CC}"/>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933DE16A-46F4-FB3C-1E50-0BF8A028530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2E44AB21-4992-FB72-5A85-D936C8407D0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6C3C289C-A7CC-448E-89BE-C4C9DD54B79C}" type="slidenum">
              <a:rPr lang="en-US" altLang="zh-CN"/>
              <a:pPr>
                <a:spcBef>
                  <a:spcPct val="0"/>
                </a:spcBef>
              </a:pPr>
              <a:t>48</a:t>
            </a:fld>
            <a:endParaRPr lang="en-US" altLang="zh-CN"/>
          </a:p>
        </p:txBody>
      </p:sp>
      <p:sp>
        <p:nvSpPr>
          <p:cNvPr id="59395" name="Rectangle 2">
            <a:extLst>
              <a:ext uri="{FF2B5EF4-FFF2-40B4-BE49-F238E27FC236}">
                <a16:creationId xmlns:a16="http://schemas.microsoft.com/office/drawing/2014/main" id="{28D3DA40-8FE6-60CA-AF23-31A5070360CC}"/>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933DE16A-46F4-FB3C-1E50-0BF8A028530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4891539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14D0BB41-3678-7B68-266A-1B2CBC448C6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D29E436E-7F98-4F38-B24B-58309BB8720B}" type="slidenum">
              <a:rPr lang="en-US" altLang="zh-CN"/>
              <a:pPr>
                <a:spcBef>
                  <a:spcPct val="0"/>
                </a:spcBef>
              </a:pPr>
              <a:t>49</a:t>
            </a:fld>
            <a:endParaRPr lang="en-US" altLang="zh-CN"/>
          </a:p>
        </p:txBody>
      </p:sp>
      <p:sp>
        <p:nvSpPr>
          <p:cNvPr id="61443" name="Rectangle 2">
            <a:extLst>
              <a:ext uri="{FF2B5EF4-FFF2-40B4-BE49-F238E27FC236}">
                <a16:creationId xmlns:a16="http://schemas.microsoft.com/office/drawing/2014/main" id="{B8D7BF45-6579-EB88-DD5C-A99C96949EFF}"/>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C1BE452E-2C2B-0F71-2343-0730FDA32E3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5147DFB8-F9CF-C3CA-8F04-BC8B2C5160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B095C3C5-D192-4FB1-8FA2-3E2549A1B1B5}" type="slidenum">
              <a:rPr lang="en-US" altLang="zh-CN"/>
              <a:pPr>
                <a:spcBef>
                  <a:spcPct val="0"/>
                </a:spcBef>
              </a:pPr>
              <a:t>50</a:t>
            </a:fld>
            <a:endParaRPr lang="en-US" altLang="zh-CN"/>
          </a:p>
        </p:txBody>
      </p:sp>
      <p:sp>
        <p:nvSpPr>
          <p:cNvPr id="63491" name="Rectangle 2">
            <a:extLst>
              <a:ext uri="{FF2B5EF4-FFF2-40B4-BE49-F238E27FC236}">
                <a16:creationId xmlns:a16="http://schemas.microsoft.com/office/drawing/2014/main" id="{F3ACEBAA-AAAB-4747-A929-4581BA1EB835}"/>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CCCA077E-759C-B6D3-FC96-2D835D7554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B52B5D81-A836-F6E0-F52D-40E9A7A41A4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CA3615C7-4252-48FC-883E-FF42598B928C}" type="slidenum">
              <a:rPr lang="en-US" altLang="zh-CN"/>
              <a:pPr>
                <a:spcBef>
                  <a:spcPct val="0"/>
                </a:spcBef>
              </a:pPr>
              <a:t>51</a:t>
            </a:fld>
            <a:endParaRPr lang="en-US" altLang="zh-CN"/>
          </a:p>
        </p:txBody>
      </p:sp>
      <p:sp>
        <p:nvSpPr>
          <p:cNvPr id="65539" name="Rectangle 2">
            <a:extLst>
              <a:ext uri="{FF2B5EF4-FFF2-40B4-BE49-F238E27FC236}">
                <a16:creationId xmlns:a16="http://schemas.microsoft.com/office/drawing/2014/main" id="{5A3848EC-0BE2-AADD-E554-63D4ED9329CE}"/>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B979A4E2-9827-ED95-8F2A-57651366B8F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a:extLst>
              <a:ext uri="{FF2B5EF4-FFF2-40B4-BE49-F238E27FC236}">
                <a16:creationId xmlns:a16="http://schemas.microsoft.com/office/drawing/2014/main" id="{A1EECA22-285F-7AFB-EA5F-46A0774D4E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7B034994-1D79-438C-A213-06057D7C05C7}" type="slidenum">
              <a:rPr lang="en-US" altLang="zh-CN"/>
              <a:pPr>
                <a:spcBef>
                  <a:spcPct val="0"/>
                </a:spcBef>
              </a:pPr>
              <a:t>99</a:t>
            </a:fld>
            <a:endParaRPr lang="en-US" altLang="zh-CN"/>
          </a:p>
        </p:txBody>
      </p:sp>
      <p:sp>
        <p:nvSpPr>
          <p:cNvPr id="108547" name="Rectangle 2">
            <a:extLst>
              <a:ext uri="{FF2B5EF4-FFF2-40B4-BE49-F238E27FC236}">
                <a16:creationId xmlns:a16="http://schemas.microsoft.com/office/drawing/2014/main" id="{6FAE0A55-4593-C7EF-9965-249889A3FAEC}"/>
              </a:ext>
            </a:extLst>
          </p:cNvPr>
          <p:cNvSpPr>
            <a:spLocks noGrp="1" noRot="1" noChangeAspect="1" noChangeArrowheads="1" noTextEdit="1"/>
          </p:cNvSpPr>
          <p:nvPr>
            <p:ph type="sldImg"/>
          </p:nvPr>
        </p:nvSpPr>
        <p:spPr>
          <a:ln/>
        </p:spPr>
      </p:sp>
      <p:sp>
        <p:nvSpPr>
          <p:cNvPr id="108548" name="Rectangle 3">
            <a:extLst>
              <a:ext uri="{FF2B5EF4-FFF2-40B4-BE49-F238E27FC236}">
                <a16:creationId xmlns:a16="http://schemas.microsoft.com/office/drawing/2014/main" id="{5DB837E3-EADA-D3A8-6E77-772628B5A45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a:extLst>
              <a:ext uri="{FF2B5EF4-FFF2-40B4-BE49-F238E27FC236}">
                <a16:creationId xmlns:a16="http://schemas.microsoft.com/office/drawing/2014/main" id="{2A423A23-B5BA-07ED-32E9-129FE9542A7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BE7F33AC-4E70-4EE8-9082-384CDC4C610B}" type="slidenum">
              <a:rPr lang="en-US" altLang="zh-CN"/>
              <a:pPr>
                <a:spcBef>
                  <a:spcPct val="0"/>
                </a:spcBef>
              </a:pPr>
              <a:t>100</a:t>
            </a:fld>
            <a:endParaRPr lang="en-US" altLang="zh-CN"/>
          </a:p>
        </p:txBody>
      </p:sp>
      <p:sp>
        <p:nvSpPr>
          <p:cNvPr id="110595" name="Rectangle 2">
            <a:extLst>
              <a:ext uri="{FF2B5EF4-FFF2-40B4-BE49-F238E27FC236}">
                <a16:creationId xmlns:a16="http://schemas.microsoft.com/office/drawing/2014/main" id="{6D2E18EF-6D0C-EB44-B08B-DA576B177693}"/>
              </a:ext>
            </a:extLst>
          </p:cNvPr>
          <p:cNvSpPr>
            <a:spLocks noGrp="1" noRot="1" noChangeAspect="1" noChangeArrowheads="1" noTextEdit="1"/>
          </p:cNvSpPr>
          <p:nvPr>
            <p:ph type="sldImg"/>
          </p:nvPr>
        </p:nvSpPr>
        <p:spPr>
          <a:ln/>
        </p:spPr>
      </p:sp>
      <p:sp>
        <p:nvSpPr>
          <p:cNvPr id="110596" name="Rectangle 3">
            <a:extLst>
              <a:ext uri="{FF2B5EF4-FFF2-40B4-BE49-F238E27FC236}">
                <a16:creationId xmlns:a16="http://schemas.microsoft.com/office/drawing/2014/main" id="{ECADEDD3-4543-1CA8-CDAF-492B73CEAB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a:extLst>
              <a:ext uri="{FF2B5EF4-FFF2-40B4-BE49-F238E27FC236}">
                <a16:creationId xmlns:a16="http://schemas.microsoft.com/office/drawing/2014/main" id="{8E0D0231-7FB6-DE03-0D31-BCED6CEA7C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58B0B505-2373-4DDF-9002-15AAF6AB4912}" type="slidenum">
              <a:rPr lang="en-US" altLang="zh-CN"/>
              <a:pPr>
                <a:spcBef>
                  <a:spcPct val="0"/>
                </a:spcBef>
              </a:pPr>
              <a:t>101</a:t>
            </a:fld>
            <a:endParaRPr lang="en-US" altLang="zh-CN"/>
          </a:p>
        </p:txBody>
      </p:sp>
      <p:sp>
        <p:nvSpPr>
          <p:cNvPr id="112643" name="Rectangle 2">
            <a:extLst>
              <a:ext uri="{FF2B5EF4-FFF2-40B4-BE49-F238E27FC236}">
                <a16:creationId xmlns:a16="http://schemas.microsoft.com/office/drawing/2014/main" id="{A8F47D4F-5D7D-8B1D-3AE9-C2AF2EFFA362}"/>
              </a:ext>
            </a:extLst>
          </p:cNvPr>
          <p:cNvSpPr>
            <a:spLocks noGrp="1" noRot="1" noChangeAspect="1" noChangeArrowheads="1" noTextEdit="1"/>
          </p:cNvSpPr>
          <p:nvPr>
            <p:ph type="sldImg"/>
          </p:nvPr>
        </p:nvSpPr>
        <p:spPr>
          <a:ln/>
        </p:spPr>
      </p:sp>
      <p:sp>
        <p:nvSpPr>
          <p:cNvPr id="112644" name="Rectangle 3">
            <a:extLst>
              <a:ext uri="{FF2B5EF4-FFF2-40B4-BE49-F238E27FC236}">
                <a16:creationId xmlns:a16="http://schemas.microsoft.com/office/drawing/2014/main" id="{D54B368D-FF3E-0D6F-0F8A-926600EA97A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a:extLst>
              <a:ext uri="{FF2B5EF4-FFF2-40B4-BE49-F238E27FC236}">
                <a16:creationId xmlns:a16="http://schemas.microsoft.com/office/drawing/2014/main" id="{CF0B2DB7-8D7B-13BD-3D73-B28A43C25A7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2855A414-7D23-4FD0-B483-FE4288EF6684}" type="slidenum">
              <a:rPr lang="en-US" altLang="zh-CN"/>
              <a:pPr>
                <a:spcBef>
                  <a:spcPct val="0"/>
                </a:spcBef>
              </a:pPr>
              <a:t>102</a:t>
            </a:fld>
            <a:endParaRPr lang="en-US" altLang="zh-CN"/>
          </a:p>
        </p:txBody>
      </p:sp>
      <p:sp>
        <p:nvSpPr>
          <p:cNvPr id="114691" name="Rectangle 2">
            <a:extLst>
              <a:ext uri="{FF2B5EF4-FFF2-40B4-BE49-F238E27FC236}">
                <a16:creationId xmlns:a16="http://schemas.microsoft.com/office/drawing/2014/main" id="{279D3D7F-7D46-3121-96D9-00A7AA3B1EE1}"/>
              </a:ext>
            </a:extLst>
          </p:cNvPr>
          <p:cNvSpPr>
            <a:spLocks noGrp="1" noRot="1" noChangeAspect="1" noChangeArrowheads="1" noTextEdit="1"/>
          </p:cNvSpPr>
          <p:nvPr>
            <p:ph type="sldImg"/>
          </p:nvPr>
        </p:nvSpPr>
        <p:spPr>
          <a:ln/>
        </p:spPr>
      </p:sp>
      <p:sp>
        <p:nvSpPr>
          <p:cNvPr id="114692" name="Rectangle 3">
            <a:extLst>
              <a:ext uri="{FF2B5EF4-FFF2-40B4-BE49-F238E27FC236}">
                <a16:creationId xmlns:a16="http://schemas.microsoft.com/office/drawing/2014/main" id="{20CFDF4C-9D6E-A475-BC79-350130FE9D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标题幻灯片">
    <p:spTree>
      <p:nvGrpSpPr>
        <p:cNvPr id="1" name=""/>
        <p:cNvGrpSpPr/>
        <p:nvPr/>
      </p:nvGrpSpPr>
      <p:grpSpPr>
        <a:xfrm>
          <a:off x="0" y="0"/>
          <a:ext cx="0" cy="0"/>
          <a:chOff x="0" y="0"/>
          <a:chExt cx="0" cy="0"/>
        </a:xfrm>
      </p:grpSpPr>
      <p:pic>
        <p:nvPicPr>
          <p:cNvPr id="2" name="Picture 2" descr="43">
            <a:extLst>
              <a:ext uri="{FF2B5EF4-FFF2-40B4-BE49-F238E27FC236}">
                <a16:creationId xmlns:a16="http://schemas.microsoft.com/office/drawing/2014/main" id="{E15BE4A0-4C28-6ED7-D7B2-39FE8DFD68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6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899" name="Rectangle 3"/>
          <p:cNvSpPr>
            <a:spLocks noGrp="1" noChangeArrowheads="1"/>
          </p:cNvSpPr>
          <p:nvPr>
            <p:ph type="ctrTitle" sz="quarter"/>
          </p:nvPr>
        </p:nvSpPr>
        <p:spPr>
          <a:xfrm>
            <a:off x="609600" y="2420938"/>
            <a:ext cx="8283575" cy="1800225"/>
          </a:xfrm>
          <a:ln algn="ctr"/>
        </p:spPr>
        <p:txBody>
          <a:bodyPr/>
          <a:lstStyle>
            <a:lvl1pPr marL="0" indent="0" algn="r">
              <a:defRPr sz="3600">
                <a:solidFill>
                  <a:srgbClr val="FFFF00"/>
                </a:solidFill>
              </a:defRPr>
            </a:lvl1pPr>
          </a:lstStyle>
          <a:p>
            <a:r>
              <a:rPr lang="zh-CN" altLang="en-US"/>
              <a:t>单击此处编辑母版标题样式</a:t>
            </a:r>
          </a:p>
        </p:txBody>
      </p:sp>
      <p:sp>
        <p:nvSpPr>
          <p:cNvPr id="80900" name="Rectangle 4"/>
          <p:cNvSpPr>
            <a:spLocks noGrp="1" noChangeArrowheads="1"/>
          </p:cNvSpPr>
          <p:nvPr>
            <p:ph type="subTitle" sz="quarter" idx="1"/>
          </p:nvPr>
        </p:nvSpPr>
        <p:spPr>
          <a:xfrm>
            <a:off x="323850" y="4292600"/>
            <a:ext cx="8569325" cy="2160588"/>
          </a:xfrm>
        </p:spPr>
        <p:txBody>
          <a:bodyPr anchor="ctr"/>
          <a:lstStyle>
            <a:lvl1pPr marL="0" indent="0" algn="r">
              <a:buFont typeface="Wingdings 2" pitchFamily="18" charset="2"/>
              <a:buNone/>
              <a:defRPr>
                <a:solidFill>
                  <a:schemeClr val="bg1"/>
                </a:solidFill>
              </a:defRPr>
            </a:lvl1pPr>
          </a:lstStyle>
          <a:p>
            <a:r>
              <a:rPr lang="zh-CN" altLang="en-US"/>
              <a:t>单击此处编辑母版副标题样式</a:t>
            </a:r>
          </a:p>
        </p:txBody>
      </p:sp>
    </p:spTree>
    <p:extLst>
      <p:ext uri="{BB962C8B-B14F-4D97-AF65-F5344CB8AC3E}">
        <p14:creationId xmlns:p14="http://schemas.microsoft.com/office/powerpoint/2010/main" val="33883282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9604168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29130955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23850" y="1773238"/>
            <a:ext cx="4243388" cy="50847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19638" y="1773238"/>
            <a:ext cx="4244975" cy="50847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657532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491331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19371066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80464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5692000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989998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4296313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05613" y="1052513"/>
            <a:ext cx="2159000" cy="580548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23850" y="1052513"/>
            <a:ext cx="6329363" cy="580548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6162451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23850" y="1052513"/>
            <a:ext cx="8640763" cy="720725"/>
          </a:xfrm>
        </p:spPr>
        <p:txBody>
          <a:bodyPr/>
          <a:lstStyle/>
          <a:p>
            <a:r>
              <a:rPr lang="zh-CN" altLang="en-US"/>
              <a:t>单击此处编辑母版标题样式</a:t>
            </a:r>
          </a:p>
        </p:txBody>
      </p:sp>
      <p:sp>
        <p:nvSpPr>
          <p:cNvPr id="3" name="文本占位符 2"/>
          <p:cNvSpPr>
            <a:spLocks noGrp="1"/>
          </p:cNvSpPr>
          <p:nvPr>
            <p:ph type="body" sz="half" idx="1"/>
          </p:nvPr>
        </p:nvSpPr>
        <p:spPr>
          <a:xfrm>
            <a:off x="323850" y="1773238"/>
            <a:ext cx="4243388" cy="50847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19638" y="1773238"/>
            <a:ext cx="4244975" cy="50847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912934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41C185B9-94A9-7F48-94B8-0B55F69A8930}"/>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9448800" cy="708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5" name="Text Box 3">
            <a:extLst>
              <a:ext uri="{FF2B5EF4-FFF2-40B4-BE49-F238E27FC236}">
                <a16:creationId xmlns:a16="http://schemas.microsoft.com/office/drawing/2014/main" id="{49273923-3A67-5669-7148-94030FB60751}"/>
              </a:ext>
            </a:extLst>
          </p:cNvPr>
          <p:cNvSpPr txBox="1">
            <a:spLocks noChangeArrowheads="1"/>
          </p:cNvSpPr>
          <p:nvPr/>
        </p:nvSpPr>
        <p:spPr bwMode="auto">
          <a:xfrm>
            <a:off x="8412163" y="6624638"/>
            <a:ext cx="500062" cy="274637"/>
          </a:xfrm>
          <a:prstGeom prst="rect">
            <a:avLst/>
          </a:prstGeom>
          <a:noFill/>
          <a:ln w="9525">
            <a:noFill/>
            <a:miter lim="800000"/>
            <a:headEnd/>
            <a:tailEnd/>
          </a:ln>
          <a:effectLst/>
        </p:spPr>
        <p:txBody>
          <a:bodyPr wrap="none">
            <a:spAutoFit/>
          </a:bodyPr>
          <a:lstStyle>
            <a:lvl1pPr>
              <a:defRPr sz="2400" b="1">
                <a:solidFill>
                  <a:schemeClr val="accent1"/>
                </a:solidFill>
                <a:latin typeface="宋体" panose="02010600030101010101" pitchFamily="2" charset="-122"/>
                <a:ea typeface="宋体" panose="02010600030101010101" pitchFamily="2" charset="-122"/>
              </a:defRPr>
            </a:lvl1pPr>
            <a:lvl2pPr marL="742950" indent="-285750">
              <a:defRPr sz="2400" b="1">
                <a:solidFill>
                  <a:schemeClr val="accent1"/>
                </a:solidFill>
                <a:latin typeface="宋体" panose="02010600030101010101" pitchFamily="2" charset="-122"/>
                <a:ea typeface="宋体" panose="02010600030101010101" pitchFamily="2" charset="-122"/>
              </a:defRPr>
            </a:lvl2pPr>
            <a:lvl3pPr marL="1143000" indent="-228600">
              <a:defRPr sz="2400" b="1">
                <a:solidFill>
                  <a:schemeClr val="accent1"/>
                </a:solidFill>
                <a:latin typeface="宋体" panose="02010600030101010101" pitchFamily="2" charset="-122"/>
                <a:ea typeface="宋体" panose="02010600030101010101" pitchFamily="2" charset="-122"/>
              </a:defRPr>
            </a:lvl3pPr>
            <a:lvl4pPr marL="1600200" indent="-228600">
              <a:defRPr sz="2400" b="1">
                <a:solidFill>
                  <a:schemeClr val="accent1"/>
                </a:solidFill>
                <a:latin typeface="宋体" panose="02010600030101010101" pitchFamily="2" charset="-122"/>
                <a:ea typeface="宋体" panose="02010600030101010101" pitchFamily="2" charset="-122"/>
              </a:defRPr>
            </a:lvl4pPr>
            <a:lvl5pPr marL="2057400" indent="-228600">
              <a:defRPr sz="2400" b="1">
                <a:solidFill>
                  <a:schemeClr val="accent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400" b="1">
                <a:solidFill>
                  <a:schemeClr val="accent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400" b="1">
                <a:solidFill>
                  <a:schemeClr val="accent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400" b="1">
                <a:solidFill>
                  <a:schemeClr val="accent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400" b="1">
                <a:solidFill>
                  <a:schemeClr val="accent1"/>
                </a:solidFill>
                <a:latin typeface="宋体" panose="02010600030101010101" pitchFamily="2" charset="-122"/>
                <a:ea typeface="宋体" panose="02010600030101010101" pitchFamily="2" charset="-122"/>
              </a:defRPr>
            </a:lvl9pPr>
          </a:lstStyle>
          <a:p>
            <a:pPr algn="r" eaLnBrk="1" hangingPunct="1">
              <a:defRPr/>
            </a:pPr>
            <a:fld id="{797D9D81-33EC-4733-BCAC-293FE9FD7D8E}" type="slidenum">
              <a:rPr lang="en-US" altLang="zh-CN" sz="1200" smtClean="0">
                <a:solidFill>
                  <a:schemeClr val="tx2"/>
                </a:solidFill>
                <a:latin typeface="Comic Sans MS" panose="030F0702030302020204" pitchFamily="66" charset="0"/>
                <a:cs typeface="Times New Roman" panose="02020603050405020304" pitchFamily="18" charset="0"/>
              </a:rPr>
              <a:pPr algn="r" eaLnBrk="1" hangingPunct="1">
                <a:defRPr/>
              </a:pPr>
              <a:t>‹#›</a:t>
            </a:fld>
            <a:endParaRPr lang="en-US" altLang="zh-CN" sz="1200">
              <a:solidFill>
                <a:schemeClr val="tx2"/>
              </a:solidFill>
              <a:latin typeface="Comic Sans MS" panose="030F0702030302020204" pitchFamily="66" charset="0"/>
              <a:cs typeface="Times New Roman" panose="02020603050405020304" pitchFamily="18" charset="0"/>
            </a:endParaRPr>
          </a:p>
        </p:txBody>
      </p:sp>
      <p:sp>
        <p:nvSpPr>
          <p:cNvPr id="79876" name="Rectangle 4">
            <a:extLst>
              <a:ext uri="{FF2B5EF4-FFF2-40B4-BE49-F238E27FC236}">
                <a16:creationId xmlns:a16="http://schemas.microsoft.com/office/drawing/2014/main" id="{F22713EE-1346-6031-0B80-E5D7E15875F7}"/>
              </a:ext>
            </a:extLst>
          </p:cNvPr>
          <p:cNvSpPr>
            <a:spLocks noGrp="1" noChangeArrowheads="1"/>
          </p:cNvSpPr>
          <p:nvPr>
            <p:ph type="title"/>
          </p:nvPr>
        </p:nvSpPr>
        <p:spPr bwMode="auto">
          <a:xfrm>
            <a:off x="323850" y="1052513"/>
            <a:ext cx="864076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79877" name="Rectangle 5">
            <a:extLst>
              <a:ext uri="{FF2B5EF4-FFF2-40B4-BE49-F238E27FC236}">
                <a16:creationId xmlns:a16="http://schemas.microsoft.com/office/drawing/2014/main" id="{42171A3B-25C4-8DBC-6D02-726C837987B1}"/>
              </a:ext>
            </a:extLst>
          </p:cNvPr>
          <p:cNvSpPr>
            <a:spLocks noGrp="1" noChangeArrowheads="1"/>
          </p:cNvSpPr>
          <p:nvPr>
            <p:ph type="body" idx="1"/>
          </p:nvPr>
        </p:nvSpPr>
        <p:spPr bwMode="auto">
          <a:xfrm>
            <a:off x="323850" y="1773238"/>
            <a:ext cx="8640763" cy="508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9878" name="Rectangle 6">
            <a:extLst>
              <a:ext uri="{FF2B5EF4-FFF2-40B4-BE49-F238E27FC236}">
                <a16:creationId xmlns:a16="http://schemas.microsoft.com/office/drawing/2014/main" id="{E3419AEB-A279-8971-489E-46C4A416B03D}"/>
              </a:ext>
            </a:extLst>
          </p:cNvPr>
          <p:cNvSpPr>
            <a:spLocks noChangeArrowheads="1"/>
          </p:cNvSpPr>
          <p:nvPr/>
        </p:nvSpPr>
        <p:spPr bwMode="auto">
          <a:xfrm>
            <a:off x="152400" y="1700213"/>
            <a:ext cx="5638800" cy="76200"/>
          </a:xfrm>
          <a:prstGeom prst="rect">
            <a:avLst/>
          </a:prstGeom>
          <a:gradFill rotWithShape="0">
            <a:gsLst>
              <a:gs pos="0">
                <a:srgbClr val="6666FF"/>
              </a:gs>
              <a:gs pos="100000">
                <a:schemeClr val="bg1"/>
              </a:gs>
            </a:gsLst>
            <a:lin ang="0" scaled="1"/>
          </a:gradFill>
          <a:ln>
            <a:noFill/>
          </a:ln>
        </p:spPr>
        <p:txBody>
          <a:bodyPr wrap="none" anchor="ctr"/>
          <a:lstStyle>
            <a:lvl1pPr>
              <a:spcBef>
                <a:spcPct val="30000"/>
              </a:spcBef>
              <a:buClr>
                <a:srgbClr val="0000FF"/>
              </a:buClr>
              <a:buFont typeface="Wingdings 2" panose="05020102010507070707" pitchFamily="18" charset="2"/>
              <a:defRPr sz="2400" b="1">
                <a:solidFill>
                  <a:schemeClr val="accent1"/>
                </a:solidFill>
                <a:latin typeface="宋体" panose="02010600030101010101" pitchFamily="2" charset="-122"/>
                <a:ea typeface="宋体" panose="02010600030101010101" pitchFamily="2" charset="-122"/>
              </a:defRPr>
            </a:lvl1pPr>
            <a:lvl2pPr marL="742950" indent="-285750">
              <a:spcBef>
                <a:spcPct val="30000"/>
              </a:spcBef>
              <a:buClr>
                <a:srgbClr val="0000FF"/>
              </a:buClr>
              <a:buFont typeface="Wingdings 2" panose="05020102010507070707" pitchFamily="18" charset="2"/>
              <a:defRPr sz="2400" b="1">
                <a:solidFill>
                  <a:schemeClr val="accent1"/>
                </a:solidFill>
                <a:latin typeface="宋体" panose="02010600030101010101" pitchFamily="2" charset="-122"/>
                <a:ea typeface="宋体" panose="02010600030101010101" pitchFamily="2" charset="-122"/>
              </a:defRPr>
            </a:lvl2pPr>
            <a:lvl3pPr marL="1143000" indent="-228600">
              <a:spcBef>
                <a:spcPct val="30000"/>
              </a:spcBef>
              <a:buClr>
                <a:srgbClr val="0000FF"/>
              </a:buClr>
              <a:buFont typeface="Wingdings 2" panose="05020102010507070707" pitchFamily="18" charset="2"/>
              <a:defRPr sz="2400" b="1">
                <a:solidFill>
                  <a:schemeClr val="accent1"/>
                </a:solidFill>
                <a:latin typeface="宋体" panose="02010600030101010101" pitchFamily="2" charset="-122"/>
                <a:ea typeface="宋体" panose="02010600030101010101" pitchFamily="2" charset="-122"/>
              </a:defRPr>
            </a:lvl3pPr>
            <a:lvl4pPr marL="1600200" indent="-228600">
              <a:spcBef>
                <a:spcPct val="30000"/>
              </a:spcBef>
              <a:buClr>
                <a:srgbClr val="0000FF"/>
              </a:buClr>
              <a:buFont typeface="Wingdings 2" panose="05020102010507070707" pitchFamily="18" charset="2"/>
              <a:defRPr sz="2400" b="1">
                <a:solidFill>
                  <a:schemeClr val="accent1"/>
                </a:solidFill>
                <a:latin typeface="宋体" panose="02010600030101010101" pitchFamily="2" charset="-122"/>
                <a:ea typeface="宋体" panose="02010600030101010101" pitchFamily="2" charset="-122"/>
              </a:defRPr>
            </a:lvl4pPr>
            <a:lvl5pPr marL="2057400" indent="-228600">
              <a:spcBef>
                <a:spcPct val="30000"/>
              </a:spcBef>
              <a:buClr>
                <a:srgbClr val="0000FF"/>
              </a:buClr>
              <a:buFont typeface="Wingdings 2" panose="05020102010507070707" pitchFamily="18" charset="2"/>
              <a:defRPr sz="2400" b="1">
                <a:solidFill>
                  <a:schemeClr val="accent1"/>
                </a:solidFill>
                <a:latin typeface="宋体" panose="02010600030101010101" pitchFamily="2" charset="-122"/>
                <a:ea typeface="宋体" panose="02010600030101010101" pitchFamily="2" charset="-122"/>
              </a:defRPr>
            </a:lvl5pPr>
            <a:lvl6pPr marL="2514600" indent="-228600" eaLnBrk="0" fontAlgn="base" hangingPunct="0">
              <a:spcBef>
                <a:spcPct val="30000"/>
              </a:spcBef>
              <a:spcAft>
                <a:spcPct val="0"/>
              </a:spcAft>
              <a:buClr>
                <a:srgbClr val="0000FF"/>
              </a:buClr>
              <a:buFont typeface="Wingdings 2" panose="05020102010507070707" pitchFamily="18" charset="2"/>
              <a:defRPr sz="2400" b="1">
                <a:solidFill>
                  <a:schemeClr val="accent1"/>
                </a:solidFill>
                <a:latin typeface="宋体" panose="02010600030101010101" pitchFamily="2" charset="-122"/>
                <a:ea typeface="宋体" panose="02010600030101010101" pitchFamily="2" charset="-122"/>
              </a:defRPr>
            </a:lvl6pPr>
            <a:lvl7pPr marL="2971800" indent="-228600" eaLnBrk="0" fontAlgn="base" hangingPunct="0">
              <a:spcBef>
                <a:spcPct val="30000"/>
              </a:spcBef>
              <a:spcAft>
                <a:spcPct val="0"/>
              </a:spcAft>
              <a:buClr>
                <a:srgbClr val="0000FF"/>
              </a:buClr>
              <a:buFont typeface="Wingdings 2" panose="05020102010507070707" pitchFamily="18" charset="2"/>
              <a:defRPr sz="2400" b="1">
                <a:solidFill>
                  <a:schemeClr val="accent1"/>
                </a:solidFill>
                <a:latin typeface="宋体" panose="02010600030101010101" pitchFamily="2" charset="-122"/>
                <a:ea typeface="宋体" panose="02010600030101010101" pitchFamily="2" charset="-122"/>
              </a:defRPr>
            </a:lvl7pPr>
            <a:lvl8pPr marL="3429000" indent="-228600" eaLnBrk="0" fontAlgn="base" hangingPunct="0">
              <a:spcBef>
                <a:spcPct val="30000"/>
              </a:spcBef>
              <a:spcAft>
                <a:spcPct val="0"/>
              </a:spcAft>
              <a:buClr>
                <a:srgbClr val="0000FF"/>
              </a:buClr>
              <a:buFont typeface="Wingdings 2" panose="05020102010507070707" pitchFamily="18" charset="2"/>
              <a:defRPr sz="2400" b="1">
                <a:solidFill>
                  <a:schemeClr val="accent1"/>
                </a:solidFill>
                <a:latin typeface="宋体" panose="02010600030101010101" pitchFamily="2" charset="-122"/>
                <a:ea typeface="宋体" panose="02010600030101010101" pitchFamily="2" charset="-122"/>
              </a:defRPr>
            </a:lvl8pPr>
            <a:lvl9pPr marL="3886200" indent="-228600" eaLnBrk="0" fontAlgn="base" hangingPunct="0">
              <a:spcBef>
                <a:spcPct val="30000"/>
              </a:spcBef>
              <a:spcAft>
                <a:spcPct val="0"/>
              </a:spcAft>
              <a:buClr>
                <a:srgbClr val="0000FF"/>
              </a:buClr>
              <a:buFont typeface="Wingdings 2" panose="05020102010507070707" pitchFamily="18" charset="2"/>
              <a:defRPr sz="2400" b="1">
                <a:solidFill>
                  <a:schemeClr val="accent1"/>
                </a:solidFill>
                <a:latin typeface="宋体" panose="02010600030101010101" pitchFamily="2" charset="-122"/>
                <a:ea typeface="宋体" panose="02010600030101010101" pitchFamily="2" charset="-122"/>
              </a:defRPr>
            </a:lvl9pPr>
          </a:lstStyle>
          <a:p>
            <a:pPr eaLnBrk="1" hangingPunct="1">
              <a:defRPr/>
            </a:pPr>
            <a:endParaRPr lang="zh-CN" altLang="en-US"/>
          </a:p>
        </p:txBody>
      </p:sp>
      <p:sp>
        <p:nvSpPr>
          <p:cNvPr id="1031" name="矩形 1">
            <a:extLst>
              <a:ext uri="{FF2B5EF4-FFF2-40B4-BE49-F238E27FC236}">
                <a16:creationId xmlns:a16="http://schemas.microsoft.com/office/drawing/2014/main" id="{D0C582E6-6082-321D-68E7-FE0F4D9F15EF}"/>
              </a:ext>
            </a:extLst>
          </p:cNvPr>
          <p:cNvSpPr>
            <a:spLocks noChangeArrowheads="1"/>
          </p:cNvSpPr>
          <p:nvPr userDrawn="1"/>
        </p:nvSpPr>
        <p:spPr bwMode="auto">
          <a:xfrm>
            <a:off x="0" y="6092825"/>
            <a:ext cx="1042988" cy="936625"/>
          </a:xfrm>
          <a:prstGeom prst="rect">
            <a:avLst/>
          </a:prstGeom>
          <a:noFill/>
          <a:ln>
            <a:noFill/>
          </a:ln>
        </p:spPr>
        <p:txBody>
          <a:bodyPr/>
          <a:lstStyle>
            <a:lvl1pPr marL="342900" indent="-342900">
              <a:spcBef>
                <a:spcPct val="30000"/>
              </a:spcBef>
              <a:buClr>
                <a:srgbClr val="0000FF"/>
              </a:buClr>
              <a:buFont typeface="Wingdings 2" panose="05020102010507070707" pitchFamily="18" charset="2"/>
              <a:defRPr sz="2400" b="1">
                <a:solidFill>
                  <a:schemeClr val="accent1"/>
                </a:solidFill>
                <a:latin typeface="宋体" panose="02010600030101010101" pitchFamily="2" charset="-122"/>
                <a:ea typeface="宋体" panose="02010600030101010101" pitchFamily="2" charset="-122"/>
              </a:defRPr>
            </a:lvl1pPr>
            <a:lvl2pPr marL="742950" indent="-285750">
              <a:spcBef>
                <a:spcPct val="30000"/>
              </a:spcBef>
              <a:buClr>
                <a:srgbClr val="0000FF"/>
              </a:buClr>
              <a:buFont typeface="Wingdings 2" panose="05020102010507070707" pitchFamily="18" charset="2"/>
              <a:defRPr sz="2400" b="1">
                <a:solidFill>
                  <a:schemeClr val="accent1"/>
                </a:solidFill>
                <a:latin typeface="宋体" panose="02010600030101010101" pitchFamily="2" charset="-122"/>
                <a:ea typeface="宋体" panose="02010600030101010101" pitchFamily="2" charset="-122"/>
              </a:defRPr>
            </a:lvl2pPr>
            <a:lvl3pPr marL="1143000" indent="-228600">
              <a:spcBef>
                <a:spcPct val="30000"/>
              </a:spcBef>
              <a:buClr>
                <a:srgbClr val="0000FF"/>
              </a:buClr>
              <a:buFont typeface="Wingdings 2" panose="05020102010507070707" pitchFamily="18" charset="2"/>
              <a:defRPr sz="2400" b="1">
                <a:solidFill>
                  <a:schemeClr val="accent1"/>
                </a:solidFill>
                <a:latin typeface="宋体" panose="02010600030101010101" pitchFamily="2" charset="-122"/>
                <a:ea typeface="宋体" panose="02010600030101010101" pitchFamily="2" charset="-122"/>
              </a:defRPr>
            </a:lvl3pPr>
            <a:lvl4pPr marL="1600200" indent="-228600">
              <a:spcBef>
                <a:spcPct val="30000"/>
              </a:spcBef>
              <a:buClr>
                <a:srgbClr val="0000FF"/>
              </a:buClr>
              <a:buFont typeface="Wingdings 2" panose="05020102010507070707" pitchFamily="18" charset="2"/>
              <a:defRPr sz="2400" b="1">
                <a:solidFill>
                  <a:schemeClr val="accent1"/>
                </a:solidFill>
                <a:latin typeface="宋体" panose="02010600030101010101" pitchFamily="2" charset="-122"/>
                <a:ea typeface="宋体" panose="02010600030101010101" pitchFamily="2" charset="-122"/>
              </a:defRPr>
            </a:lvl4pPr>
            <a:lvl5pPr marL="2057400" indent="-228600">
              <a:spcBef>
                <a:spcPct val="30000"/>
              </a:spcBef>
              <a:buClr>
                <a:srgbClr val="0000FF"/>
              </a:buClr>
              <a:buFont typeface="Wingdings 2" panose="05020102010507070707" pitchFamily="18" charset="2"/>
              <a:defRPr sz="2400" b="1">
                <a:solidFill>
                  <a:schemeClr val="accent1"/>
                </a:solidFill>
                <a:latin typeface="宋体" panose="02010600030101010101" pitchFamily="2" charset="-122"/>
                <a:ea typeface="宋体" panose="02010600030101010101" pitchFamily="2" charset="-122"/>
              </a:defRPr>
            </a:lvl5pPr>
            <a:lvl6pPr marL="2514600" indent="-228600" eaLnBrk="0" fontAlgn="base" hangingPunct="0">
              <a:spcBef>
                <a:spcPct val="30000"/>
              </a:spcBef>
              <a:spcAft>
                <a:spcPct val="0"/>
              </a:spcAft>
              <a:buClr>
                <a:srgbClr val="0000FF"/>
              </a:buClr>
              <a:buFont typeface="Wingdings 2" panose="05020102010507070707" pitchFamily="18" charset="2"/>
              <a:defRPr sz="2400" b="1">
                <a:solidFill>
                  <a:schemeClr val="accent1"/>
                </a:solidFill>
                <a:latin typeface="宋体" panose="02010600030101010101" pitchFamily="2" charset="-122"/>
                <a:ea typeface="宋体" panose="02010600030101010101" pitchFamily="2" charset="-122"/>
              </a:defRPr>
            </a:lvl6pPr>
            <a:lvl7pPr marL="2971800" indent="-228600" eaLnBrk="0" fontAlgn="base" hangingPunct="0">
              <a:spcBef>
                <a:spcPct val="30000"/>
              </a:spcBef>
              <a:spcAft>
                <a:spcPct val="0"/>
              </a:spcAft>
              <a:buClr>
                <a:srgbClr val="0000FF"/>
              </a:buClr>
              <a:buFont typeface="Wingdings 2" panose="05020102010507070707" pitchFamily="18" charset="2"/>
              <a:defRPr sz="2400" b="1">
                <a:solidFill>
                  <a:schemeClr val="accent1"/>
                </a:solidFill>
                <a:latin typeface="宋体" panose="02010600030101010101" pitchFamily="2" charset="-122"/>
                <a:ea typeface="宋体" panose="02010600030101010101" pitchFamily="2" charset="-122"/>
              </a:defRPr>
            </a:lvl7pPr>
            <a:lvl8pPr marL="3429000" indent="-228600" eaLnBrk="0" fontAlgn="base" hangingPunct="0">
              <a:spcBef>
                <a:spcPct val="30000"/>
              </a:spcBef>
              <a:spcAft>
                <a:spcPct val="0"/>
              </a:spcAft>
              <a:buClr>
                <a:srgbClr val="0000FF"/>
              </a:buClr>
              <a:buFont typeface="Wingdings 2" panose="05020102010507070707" pitchFamily="18" charset="2"/>
              <a:defRPr sz="2400" b="1">
                <a:solidFill>
                  <a:schemeClr val="accent1"/>
                </a:solidFill>
                <a:latin typeface="宋体" panose="02010600030101010101" pitchFamily="2" charset="-122"/>
                <a:ea typeface="宋体" panose="02010600030101010101" pitchFamily="2" charset="-122"/>
              </a:defRPr>
            </a:lvl8pPr>
            <a:lvl9pPr marL="3886200" indent="-228600" eaLnBrk="0" fontAlgn="base" hangingPunct="0">
              <a:spcBef>
                <a:spcPct val="30000"/>
              </a:spcBef>
              <a:spcAft>
                <a:spcPct val="0"/>
              </a:spcAft>
              <a:buClr>
                <a:srgbClr val="0000FF"/>
              </a:buClr>
              <a:buFont typeface="Wingdings 2" panose="05020102010507070707" pitchFamily="18" charset="2"/>
              <a:defRPr sz="2400" b="1">
                <a:solidFill>
                  <a:schemeClr val="accent1"/>
                </a:solidFill>
                <a:latin typeface="宋体" panose="02010600030101010101" pitchFamily="2" charset="-122"/>
                <a:ea typeface="宋体" panose="02010600030101010101" pitchFamily="2" charset="-122"/>
              </a:defRPr>
            </a:lvl9pPr>
          </a:lstStyle>
          <a:p>
            <a:pPr eaLnBrk="1" hangingPunct="1">
              <a:defRPr/>
            </a:pPr>
            <a:endParaRPr lang="zh-CN" altLang="en-US"/>
          </a:p>
        </p:txBody>
      </p:sp>
      <p:sp>
        <p:nvSpPr>
          <p:cNvPr id="4" name="矩形 3">
            <a:extLst>
              <a:ext uri="{FF2B5EF4-FFF2-40B4-BE49-F238E27FC236}">
                <a16:creationId xmlns:a16="http://schemas.microsoft.com/office/drawing/2014/main" id="{14200DB6-315F-D80E-C596-7DBAFF0E31BC}"/>
              </a:ext>
            </a:extLst>
          </p:cNvPr>
          <p:cNvSpPr/>
          <p:nvPr userDrawn="1"/>
        </p:nvSpPr>
        <p:spPr bwMode="auto">
          <a:xfrm>
            <a:off x="0" y="6021388"/>
            <a:ext cx="1042988" cy="1008062"/>
          </a:xfrm>
          <a:prstGeom prst="rect">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a:lstStyle/>
          <a:p>
            <a:pPr marL="342900" indent="-342900" eaLnBrk="1" hangingPunct="1">
              <a:spcBef>
                <a:spcPct val="30000"/>
              </a:spcBef>
              <a:buClr>
                <a:srgbClr val="0000FF"/>
              </a:buClr>
              <a:buFont typeface="Wingdings 2" pitchFamily="18" charset="2"/>
              <a:buNone/>
              <a:defRPr/>
            </a:pPr>
            <a:endParaRPr lang="zh-CN" altLang="en-US">
              <a:solidFill>
                <a:schemeClr val="accent1"/>
              </a:solidFill>
              <a:latin typeface="宋体" pitchFamily="2" charset="-122"/>
            </a:endParaRPr>
          </a:p>
        </p:txBody>
      </p:sp>
    </p:spTree>
  </p:cSld>
  <p:clrMap bg1="lt1" tx1="dk1" bg2="lt2" tx2="dk2" accent1="accent1" accent2="accent2" accent3="accent3" accent4="accent4" accent5="accent5" accent6="accent6" hlink="hlink" folHlink="folHlink"/>
  <p:sldLayoutIdLst>
    <p:sldLayoutId id="2147483773"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 id="2147483772" r:id="rId12"/>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9878"/>
                                        </p:tgtEl>
                                        <p:attrNameLst>
                                          <p:attrName>style.visibility</p:attrName>
                                        </p:attrNameLst>
                                      </p:cBhvr>
                                      <p:to>
                                        <p:strVal val="visible"/>
                                      </p:to>
                                    </p:set>
                                    <p:animEffect transition="in" filter="wipe(left)">
                                      <p:cBhvr>
                                        <p:cTn id="7" dur="500"/>
                                        <p:tgtEl>
                                          <p:spTgt spid="79878"/>
                                        </p:tgtEl>
                                      </p:cBhvr>
                                    </p:animEffect>
                                  </p:childTnLst>
                                </p:cTn>
                              </p:par>
                            </p:childTnLst>
                          </p:cTn>
                        </p:par>
                        <p:par>
                          <p:cTn id="8" fill="hold" nodeType="afterGroup">
                            <p:stCondLst>
                              <p:cond delay="500"/>
                            </p:stCondLst>
                            <p:childTnLst>
                              <p:par>
                                <p:cTn id="9" presetID="12" presetClass="entr" presetSubtype="4" fill="hold" grpId="0" nodeType="afterEffect">
                                  <p:stCondLst>
                                    <p:cond delay="0"/>
                                  </p:stCondLst>
                                  <p:childTnLst>
                                    <p:set>
                                      <p:cBhvr>
                                        <p:cTn id="10" dur="1" fill="hold">
                                          <p:stCondLst>
                                            <p:cond delay="0"/>
                                          </p:stCondLst>
                                        </p:cTn>
                                        <p:tgtEl>
                                          <p:spTgt spid="79876"/>
                                        </p:tgtEl>
                                        <p:attrNameLst>
                                          <p:attrName>style.visibility</p:attrName>
                                        </p:attrNameLst>
                                      </p:cBhvr>
                                      <p:to>
                                        <p:strVal val="visible"/>
                                      </p:to>
                                    </p:set>
                                    <p:animEffect transition="in" filter="slide(fromBottom)">
                                      <p:cBhvr>
                                        <p:cTn id="11" dur="500"/>
                                        <p:tgtEl>
                                          <p:spTgt spid="79876"/>
                                        </p:tgtEl>
                                      </p:cBhvr>
                                    </p:animEffect>
                                  </p:childTnLst>
                                </p:cTn>
                              </p:par>
                            </p:childTnLst>
                          </p:cTn>
                        </p:par>
                        <p:par>
                          <p:cTn id="12" fill="hold" nodeType="afterGroup">
                            <p:stCondLst>
                              <p:cond delay="1000"/>
                            </p:stCondLst>
                            <p:childTnLst>
                              <p:par>
                                <p:cTn id="13" presetID="12" presetClass="entr" presetSubtype="1" fill="hold" grpId="0" nodeType="afterEffect">
                                  <p:stCondLst>
                                    <p:cond delay="0"/>
                                  </p:stCondLst>
                                  <p:childTnLst>
                                    <p:set>
                                      <p:cBhvr>
                                        <p:cTn id="14" dur="1" fill="hold">
                                          <p:stCondLst>
                                            <p:cond delay="0"/>
                                          </p:stCondLst>
                                        </p:cTn>
                                        <p:tgtEl>
                                          <p:spTgt spid="79877">
                                            <p:txEl>
                                              <p:pRg st="0" end="0"/>
                                            </p:txEl>
                                          </p:spTgt>
                                        </p:tgtEl>
                                        <p:attrNameLst>
                                          <p:attrName>style.visibility</p:attrName>
                                        </p:attrNameLst>
                                      </p:cBhvr>
                                      <p:to>
                                        <p:strVal val="visible"/>
                                      </p:to>
                                    </p:set>
                                    <p:animEffect transition="in" filter="slide(fromTop)">
                                      <p:cBhvr>
                                        <p:cTn id="15" dur="500"/>
                                        <p:tgtEl>
                                          <p:spTgt spid="79877">
                                            <p:txEl>
                                              <p:pRg st="0" end="0"/>
                                            </p:txEl>
                                          </p:spTgt>
                                        </p:tgtEl>
                                      </p:cBhvr>
                                    </p:animEffect>
                                  </p:childTnLst>
                                </p:cTn>
                              </p:par>
                              <p:par>
                                <p:cTn id="16" presetID="12" presetClass="entr" presetSubtype="1" fill="hold" grpId="0" nodeType="withEffect">
                                  <p:stCondLst>
                                    <p:cond delay="0"/>
                                  </p:stCondLst>
                                  <p:childTnLst>
                                    <p:set>
                                      <p:cBhvr>
                                        <p:cTn id="17" dur="1" fill="hold">
                                          <p:stCondLst>
                                            <p:cond delay="0"/>
                                          </p:stCondLst>
                                        </p:cTn>
                                        <p:tgtEl>
                                          <p:spTgt spid="79877">
                                            <p:txEl>
                                              <p:pRg st="1" end="1"/>
                                            </p:txEl>
                                          </p:spTgt>
                                        </p:tgtEl>
                                        <p:attrNameLst>
                                          <p:attrName>style.visibility</p:attrName>
                                        </p:attrNameLst>
                                      </p:cBhvr>
                                      <p:to>
                                        <p:strVal val="visible"/>
                                      </p:to>
                                    </p:set>
                                    <p:animEffect transition="in" filter="slide(fromTop)">
                                      <p:cBhvr>
                                        <p:cTn id="18" dur="500"/>
                                        <p:tgtEl>
                                          <p:spTgt spid="79877">
                                            <p:txEl>
                                              <p:pRg st="1" end="1"/>
                                            </p:txEl>
                                          </p:spTgt>
                                        </p:tgtEl>
                                      </p:cBhvr>
                                    </p:animEffect>
                                  </p:childTnLst>
                                </p:cTn>
                              </p:par>
                              <p:par>
                                <p:cTn id="19" presetID="12" presetClass="entr" presetSubtype="1" fill="hold" grpId="0" nodeType="withEffect">
                                  <p:stCondLst>
                                    <p:cond delay="0"/>
                                  </p:stCondLst>
                                  <p:childTnLst>
                                    <p:set>
                                      <p:cBhvr>
                                        <p:cTn id="20" dur="1" fill="hold">
                                          <p:stCondLst>
                                            <p:cond delay="0"/>
                                          </p:stCondLst>
                                        </p:cTn>
                                        <p:tgtEl>
                                          <p:spTgt spid="79877">
                                            <p:txEl>
                                              <p:pRg st="2" end="2"/>
                                            </p:txEl>
                                          </p:spTgt>
                                        </p:tgtEl>
                                        <p:attrNameLst>
                                          <p:attrName>style.visibility</p:attrName>
                                        </p:attrNameLst>
                                      </p:cBhvr>
                                      <p:to>
                                        <p:strVal val="visible"/>
                                      </p:to>
                                    </p:set>
                                    <p:animEffect transition="in" filter="slide(fromTop)">
                                      <p:cBhvr>
                                        <p:cTn id="21" dur="500"/>
                                        <p:tgtEl>
                                          <p:spTgt spid="79877">
                                            <p:txEl>
                                              <p:pRg st="2" end="2"/>
                                            </p:txEl>
                                          </p:spTgt>
                                        </p:tgtEl>
                                      </p:cBhvr>
                                    </p:animEffect>
                                  </p:childTnLst>
                                </p:cTn>
                              </p:par>
                              <p:par>
                                <p:cTn id="22" presetID="12" presetClass="entr" presetSubtype="1" fill="hold" grpId="0" nodeType="withEffect">
                                  <p:stCondLst>
                                    <p:cond delay="0"/>
                                  </p:stCondLst>
                                  <p:childTnLst>
                                    <p:set>
                                      <p:cBhvr>
                                        <p:cTn id="23" dur="1" fill="hold">
                                          <p:stCondLst>
                                            <p:cond delay="0"/>
                                          </p:stCondLst>
                                        </p:cTn>
                                        <p:tgtEl>
                                          <p:spTgt spid="79877">
                                            <p:txEl>
                                              <p:pRg st="3" end="3"/>
                                            </p:txEl>
                                          </p:spTgt>
                                        </p:tgtEl>
                                        <p:attrNameLst>
                                          <p:attrName>style.visibility</p:attrName>
                                        </p:attrNameLst>
                                      </p:cBhvr>
                                      <p:to>
                                        <p:strVal val="visible"/>
                                      </p:to>
                                    </p:set>
                                    <p:animEffect transition="in" filter="slide(fromTop)">
                                      <p:cBhvr>
                                        <p:cTn id="24" dur="500"/>
                                        <p:tgtEl>
                                          <p:spTgt spid="79877">
                                            <p:txEl>
                                              <p:pRg st="3" end="3"/>
                                            </p:txEl>
                                          </p:spTgt>
                                        </p:tgtEl>
                                      </p:cBhvr>
                                    </p:animEffect>
                                  </p:childTnLst>
                                </p:cTn>
                              </p:par>
                              <p:par>
                                <p:cTn id="25" presetID="12" presetClass="entr" presetSubtype="1" fill="hold" grpId="0" nodeType="withEffect">
                                  <p:stCondLst>
                                    <p:cond delay="0"/>
                                  </p:stCondLst>
                                  <p:childTnLst>
                                    <p:set>
                                      <p:cBhvr>
                                        <p:cTn id="26" dur="1" fill="hold">
                                          <p:stCondLst>
                                            <p:cond delay="0"/>
                                          </p:stCondLst>
                                        </p:cTn>
                                        <p:tgtEl>
                                          <p:spTgt spid="79877">
                                            <p:txEl>
                                              <p:pRg st="4" end="4"/>
                                            </p:txEl>
                                          </p:spTgt>
                                        </p:tgtEl>
                                        <p:attrNameLst>
                                          <p:attrName>style.visibility</p:attrName>
                                        </p:attrNameLst>
                                      </p:cBhvr>
                                      <p:to>
                                        <p:strVal val="visible"/>
                                      </p:to>
                                    </p:set>
                                    <p:animEffect transition="in" filter="slide(fromTop)">
                                      <p:cBhvr>
                                        <p:cTn id="27" dur="500"/>
                                        <p:tgtEl>
                                          <p:spTgt spid="7987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6" grpId="0" autoUpdateAnimBg="0"/>
      <p:bldP spid="79877" grpId="0" build="p" autoUpdateAnimBg="0" advAuto="0">
        <p:tmplLst>
          <p:tmpl lvl="1">
            <p:tnLst>
              <p:par>
                <p:cTn presetID="12" presetClass="entr" presetSubtype="1" fill="hold" nodeType="afterEffect">
                  <p:stCondLst>
                    <p:cond delay="0"/>
                  </p:stCondLst>
                  <p:childTnLst>
                    <p:set>
                      <p:cBhvr>
                        <p:cTn dur="1" fill="hold">
                          <p:stCondLst>
                            <p:cond delay="0"/>
                          </p:stCondLst>
                        </p:cTn>
                        <p:tgtEl>
                          <p:spTgt spid="79877"/>
                        </p:tgtEl>
                        <p:attrNameLst>
                          <p:attrName>style.visibility</p:attrName>
                        </p:attrNameLst>
                      </p:cBhvr>
                      <p:to>
                        <p:strVal val="visible"/>
                      </p:to>
                    </p:set>
                    <p:animEffect transition="in" filter="slide(fromTop)">
                      <p:cBhvr>
                        <p:cTn dur="500"/>
                        <p:tgtEl>
                          <p:spTgt spid="79877"/>
                        </p:tgtEl>
                      </p:cBhvr>
                    </p:animEffect>
                  </p:childTnLst>
                </p:cTn>
              </p:par>
            </p:tnLst>
          </p:tmpl>
          <p:tmpl lvl="2">
            <p:tnLst>
              <p:par>
                <p:cTn presetID="12" presetClass="entr" presetSubtype="1" fill="hold" nodeType="withEffect">
                  <p:stCondLst>
                    <p:cond delay="0"/>
                  </p:stCondLst>
                  <p:childTnLst>
                    <p:set>
                      <p:cBhvr>
                        <p:cTn dur="1" fill="hold">
                          <p:stCondLst>
                            <p:cond delay="0"/>
                          </p:stCondLst>
                        </p:cTn>
                        <p:tgtEl>
                          <p:spTgt spid="79877"/>
                        </p:tgtEl>
                        <p:attrNameLst>
                          <p:attrName>style.visibility</p:attrName>
                        </p:attrNameLst>
                      </p:cBhvr>
                      <p:to>
                        <p:strVal val="visible"/>
                      </p:to>
                    </p:set>
                    <p:animEffect transition="in" filter="slide(fromTop)">
                      <p:cBhvr>
                        <p:cTn dur="500"/>
                        <p:tgtEl>
                          <p:spTgt spid="79877"/>
                        </p:tgtEl>
                      </p:cBhvr>
                    </p:animEffect>
                  </p:childTnLst>
                </p:cTn>
              </p:par>
            </p:tnLst>
          </p:tmpl>
          <p:tmpl lvl="3">
            <p:tnLst>
              <p:par>
                <p:cTn presetID="12" presetClass="entr" presetSubtype="1" fill="hold" nodeType="withEffect">
                  <p:stCondLst>
                    <p:cond delay="0"/>
                  </p:stCondLst>
                  <p:childTnLst>
                    <p:set>
                      <p:cBhvr>
                        <p:cTn dur="1" fill="hold">
                          <p:stCondLst>
                            <p:cond delay="0"/>
                          </p:stCondLst>
                        </p:cTn>
                        <p:tgtEl>
                          <p:spTgt spid="79877"/>
                        </p:tgtEl>
                        <p:attrNameLst>
                          <p:attrName>style.visibility</p:attrName>
                        </p:attrNameLst>
                      </p:cBhvr>
                      <p:to>
                        <p:strVal val="visible"/>
                      </p:to>
                    </p:set>
                    <p:animEffect transition="in" filter="slide(fromTop)">
                      <p:cBhvr>
                        <p:cTn dur="500"/>
                        <p:tgtEl>
                          <p:spTgt spid="79877"/>
                        </p:tgtEl>
                      </p:cBhvr>
                    </p:animEffect>
                  </p:childTnLst>
                </p:cTn>
              </p:par>
            </p:tnLst>
          </p:tmpl>
          <p:tmpl lvl="4">
            <p:tnLst>
              <p:par>
                <p:cTn presetID="12" presetClass="entr" presetSubtype="1" fill="hold" nodeType="withEffect">
                  <p:stCondLst>
                    <p:cond delay="0"/>
                  </p:stCondLst>
                  <p:childTnLst>
                    <p:set>
                      <p:cBhvr>
                        <p:cTn dur="1" fill="hold">
                          <p:stCondLst>
                            <p:cond delay="0"/>
                          </p:stCondLst>
                        </p:cTn>
                        <p:tgtEl>
                          <p:spTgt spid="79877"/>
                        </p:tgtEl>
                        <p:attrNameLst>
                          <p:attrName>style.visibility</p:attrName>
                        </p:attrNameLst>
                      </p:cBhvr>
                      <p:to>
                        <p:strVal val="visible"/>
                      </p:to>
                    </p:set>
                    <p:animEffect transition="in" filter="slide(fromTop)">
                      <p:cBhvr>
                        <p:cTn dur="500"/>
                        <p:tgtEl>
                          <p:spTgt spid="79877"/>
                        </p:tgtEl>
                      </p:cBhvr>
                    </p:animEffect>
                  </p:childTnLst>
                </p:cTn>
              </p:par>
            </p:tnLst>
          </p:tmpl>
          <p:tmpl lvl="5">
            <p:tnLst>
              <p:par>
                <p:cTn presetID="12" presetClass="entr" presetSubtype="1" fill="hold" nodeType="withEffect">
                  <p:stCondLst>
                    <p:cond delay="0"/>
                  </p:stCondLst>
                  <p:childTnLst>
                    <p:set>
                      <p:cBhvr>
                        <p:cTn dur="1" fill="hold">
                          <p:stCondLst>
                            <p:cond delay="0"/>
                          </p:stCondLst>
                        </p:cTn>
                        <p:tgtEl>
                          <p:spTgt spid="79877"/>
                        </p:tgtEl>
                        <p:attrNameLst>
                          <p:attrName>style.visibility</p:attrName>
                        </p:attrNameLst>
                      </p:cBhvr>
                      <p:to>
                        <p:strVal val="visible"/>
                      </p:to>
                    </p:set>
                    <p:animEffect transition="in" filter="slide(fromTop)">
                      <p:cBhvr>
                        <p:cTn dur="500"/>
                        <p:tgtEl>
                          <p:spTgt spid="79877"/>
                        </p:tgtEl>
                      </p:cBhvr>
                    </p:animEffect>
                  </p:childTnLst>
                </p:cTn>
              </p:par>
            </p:tnLst>
          </p:tmpl>
        </p:tmplLst>
      </p:bldP>
      <p:bldP spid="79878" grpId="0" animBg="1"/>
    </p:bldLst>
  </p:timing>
  <p:txStyles>
    <p:titleStyle>
      <a:lvl1pPr marL="342900" indent="-342900" algn="l" rtl="0" eaLnBrk="0" fontAlgn="base" hangingPunct="0">
        <a:spcBef>
          <a:spcPct val="20000"/>
        </a:spcBef>
        <a:spcAft>
          <a:spcPct val="0"/>
        </a:spcAft>
        <a:defRPr sz="2800" b="1">
          <a:solidFill>
            <a:schemeClr val="accent2"/>
          </a:solidFill>
          <a:latin typeface="+mj-lt"/>
          <a:ea typeface="+mj-ea"/>
          <a:cs typeface="+mj-cs"/>
        </a:defRPr>
      </a:lvl1pPr>
      <a:lvl2pPr marL="342900" indent="-342900" algn="l" rtl="0" eaLnBrk="0" fontAlgn="base" hangingPunct="0">
        <a:spcBef>
          <a:spcPct val="20000"/>
        </a:spcBef>
        <a:spcAft>
          <a:spcPct val="0"/>
        </a:spcAft>
        <a:defRPr sz="2800" b="1">
          <a:solidFill>
            <a:schemeClr val="accent2"/>
          </a:solidFill>
          <a:latin typeface="Arial" charset="0"/>
          <a:ea typeface="宋体" pitchFamily="2" charset="-122"/>
        </a:defRPr>
      </a:lvl2pPr>
      <a:lvl3pPr marL="342900" indent="-342900" algn="l" rtl="0" eaLnBrk="0" fontAlgn="base" hangingPunct="0">
        <a:spcBef>
          <a:spcPct val="20000"/>
        </a:spcBef>
        <a:spcAft>
          <a:spcPct val="0"/>
        </a:spcAft>
        <a:defRPr sz="2800" b="1">
          <a:solidFill>
            <a:schemeClr val="accent2"/>
          </a:solidFill>
          <a:latin typeface="Arial" charset="0"/>
          <a:ea typeface="宋体" pitchFamily="2" charset="-122"/>
        </a:defRPr>
      </a:lvl3pPr>
      <a:lvl4pPr marL="342900" indent="-342900" algn="l" rtl="0" eaLnBrk="0" fontAlgn="base" hangingPunct="0">
        <a:spcBef>
          <a:spcPct val="20000"/>
        </a:spcBef>
        <a:spcAft>
          <a:spcPct val="0"/>
        </a:spcAft>
        <a:defRPr sz="2800" b="1">
          <a:solidFill>
            <a:schemeClr val="accent2"/>
          </a:solidFill>
          <a:latin typeface="Arial" charset="0"/>
          <a:ea typeface="宋体" pitchFamily="2" charset="-122"/>
        </a:defRPr>
      </a:lvl4pPr>
      <a:lvl5pPr marL="342900" indent="-342900" algn="l" rtl="0" eaLnBrk="0" fontAlgn="base" hangingPunct="0">
        <a:spcBef>
          <a:spcPct val="20000"/>
        </a:spcBef>
        <a:spcAft>
          <a:spcPct val="0"/>
        </a:spcAft>
        <a:defRPr sz="2800" b="1">
          <a:solidFill>
            <a:schemeClr val="accent2"/>
          </a:solidFill>
          <a:latin typeface="Arial" charset="0"/>
          <a:ea typeface="宋体" pitchFamily="2" charset="-122"/>
        </a:defRPr>
      </a:lvl5pPr>
      <a:lvl6pPr marL="800100" indent="-342900" algn="l" rtl="0" fontAlgn="base">
        <a:spcBef>
          <a:spcPct val="20000"/>
        </a:spcBef>
        <a:spcAft>
          <a:spcPct val="0"/>
        </a:spcAft>
        <a:defRPr sz="2800" b="1">
          <a:solidFill>
            <a:schemeClr val="accent2"/>
          </a:solidFill>
          <a:latin typeface="Arial" charset="0"/>
          <a:ea typeface="宋体" pitchFamily="2" charset="-122"/>
        </a:defRPr>
      </a:lvl6pPr>
      <a:lvl7pPr marL="1257300" indent="-342900" algn="l" rtl="0" fontAlgn="base">
        <a:spcBef>
          <a:spcPct val="20000"/>
        </a:spcBef>
        <a:spcAft>
          <a:spcPct val="0"/>
        </a:spcAft>
        <a:defRPr sz="2800" b="1">
          <a:solidFill>
            <a:schemeClr val="accent2"/>
          </a:solidFill>
          <a:latin typeface="Arial" charset="0"/>
          <a:ea typeface="宋体" pitchFamily="2" charset="-122"/>
        </a:defRPr>
      </a:lvl7pPr>
      <a:lvl8pPr marL="1714500" indent="-342900" algn="l" rtl="0" fontAlgn="base">
        <a:spcBef>
          <a:spcPct val="20000"/>
        </a:spcBef>
        <a:spcAft>
          <a:spcPct val="0"/>
        </a:spcAft>
        <a:defRPr sz="2800" b="1">
          <a:solidFill>
            <a:schemeClr val="accent2"/>
          </a:solidFill>
          <a:latin typeface="Arial" charset="0"/>
          <a:ea typeface="宋体" pitchFamily="2" charset="-122"/>
        </a:defRPr>
      </a:lvl8pPr>
      <a:lvl9pPr marL="2171700" indent="-342900" algn="l" rtl="0" fontAlgn="base">
        <a:spcBef>
          <a:spcPct val="20000"/>
        </a:spcBef>
        <a:spcAft>
          <a:spcPct val="0"/>
        </a:spcAft>
        <a:defRPr sz="2800" b="1">
          <a:solidFill>
            <a:schemeClr val="accent2"/>
          </a:solidFill>
          <a:latin typeface="Arial" charset="0"/>
          <a:ea typeface="宋体" pitchFamily="2" charset="-122"/>
        </a:defRPr>
      </a:lvl9pPr>
    </p:titleStyle>
    <p:bodyStyle>
      <a:lvl1pPr marL="342900" indent="-342900" algn="l" rtl="0" eaLnBrk="0" fontAlgn="base" hangingPunct="0">
        <a:spcBef>
          <a:spcPct val="30000"/>
        </a:spcBef>
        <a:spcAft>
          <a:spcPct val="0"/>
        </a:spcAft>
        <a:buClr>
          <a:srgbClr val="0000FF"/>
        </a:buClr>
        <a:buFont typeface="Wingdings 2" panose="05020102010507070707" pitchFamily="18" charset="2"/>
        <a:buChar char="¡"/>
        <a:defRPr sz="2800" b="1">
          <a:solidFill>
            <a:schemeClr val="tx1"/>
          </a:solidFill>
          <a:latin typeface="+mn-lt"/>
          <a:ea typeface="+mn-ea"/>
          <a:cs typeface="+mn-cs"/>
        </a:defRPr>
      </a:lvl1pPr>
      <a:lvl2pPr marL="742950" indent="-220663" algn="l" rtl="0" eaLnBrk="0" fontAlgn="base" hangingPunct="0">
        <a:spcBef>
          <a:spcPct val="20000"/>
        </a:spcBef>
        <a:spcAft>
          <a:spcPct val="0"/>
        </a:spcAft>
        <a:buClr>
          <a:srgbClr val="0000FF"/>
        </a:buClr>
        <a:buFont typeface="黑体" panose="02010609060101010101" pitchFamily="49" charset="-122"/>
        <a:buChar char="–"/>
        <a:defRPr sz="2400" b="1">
          <a:solidFill>
            <a:schemeClr val="tx1"/>
          </a:solidFill>
          <a:latin typeface="+mn-lt"/>
          <a:ea typeface="+mn-ea"/>
        </a:defRPr>
      </a:lvl2pPr>
      <a:lvl3pPr marL="1150938" indent="-228600" algn="l" rtl="0" eaLnBrk="0" fontAlgn="base" hangingPunct="0">
        <a:spcBef>
          <a:spcPct val="20000"/>
        </a:spcBef>
        <a:spcAft>
          <a:spcPct val="0"/>
        </a:spcAft>
        <a:buClr>
          <a:srgbClr val="0000FF"/>
        </a:buClr>
        <a:buFont typeface="黑体" panose="02010609060101010101" pitchFamily="49" charset="-122"/>
        <a:buChar char="–"/>
        <a:defRPr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mn-lt"/>
          <a:ea typeface="+mn-ea"/>
        </a:defRPr>
      </a:lvl5pPr>
      <a:lvl6pPr marL="25146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6pPr>
      <a:lvl7pPr marL="29718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7pPr>
      <a:lvl8pPr marL="34290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8pPr>
      <a:lvl9pPr marL="38862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8.webp"/><Relationship Id="rId2" Type="http://schemas.openxmlformats.org/officeDocument/2006/relationships/image" Target="../media/image17.webp"/><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6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2.webp"/><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7.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image" Target="../media/image23.tmp"/><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oleObject" Target="../embeddings/oleObject2.bin"/><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7">
            <a:extLst>
              <a:ext uri="{FF2B5EF4-FFF2-40B4-BE49-F238E27FC236}">
                <a16:creationId xmlns:a16="http://schemas.microsoft.com/office/drawing/2014/main" id="{6DE54F04-BBE7-A48B-6091-DC272781BEB6}"/>
              </a:ext>
            </a:extLst>
          </p:cNvPr>
          <p:cNvSpPr>
            <a:spLocks noGrp="1" noChangeArrowheads="1"/>
          </p:cNvSpPr>
          <p:nvPr>
            <p:ph type="ctrTitle"/>
          </p:nvPr>
        </p:nvSpPr>
        <p:spPr>
          <a:noFill/>
          <a:ln/>
          <a:extLst>
            <a:ext uri="{91240B29-F687-4F45-9708-019B960494DF}">
              <a14:hiddenLine xmlns:a14="http://schemas.microsoft.com/office/drawing/2010/main" w="9525" algn="ctr">
                <a:solidFill>
                  <a:srgbClr val="000000"/>
                </a:solidFill>
                <a:miter lim="800000"/>
                <a:headEnd/>
                <a:tailEnd/>
              </a14:hiddenLine>
            </a:ext>
          </a:extLst>
        </p:spPr>
        <p:txBody>
          <a:bodyPr/>
          <a:lstStyle/>
          <a:p>
            <a:pPr algn="ctr" eaLnBrk="1" hangingPunct="1"/>
            <a:r>
              <a:rPr lang="zh-CN" altLang="en-US"/>
              <a:t>第 </a:t>
            </a:r>
            <a:r>
              <a:rPr lang="en-US" altLang="zh-CN"/>
              <a:t>7 </a:t>
            </a:r>
            <a:r>
              <a:rPr lang="zh-CN" altLang="en-US"/>
              <a:t>章   软件项目开发计划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9D253C-D143-3ACB-4E42-869C39E2156E}"/>
              </a:ext>
            </a:extLst>
          </p:cNvPr>
          <p:cNvSpPr>
            <a:spLocks noGrp="1"/>
          </p:cNvSpPr>
          <p:nvPr>
            <p:ph type="title"/>
          </p:nvPr>
        </p:nvSpPr>
        <p:spPr/>
        <p:txBody>
          <a:bodyPr/>
          <a:lstStyle/>
          <a:p>
            <a:r>
              <a:rPr kumimoji="1" lang="zh-CN" altLang="en-US" dirty="0"/>
              <a:t>软件项目进度计划</a:t>
            </a:r>
            <a:endParaRPr lang="zh-CN" altLang="en-US" dirty="0"/>
          </a:p>
        </p:txBody>
      </p:sp>
      <p:sp>
        <p:nvSpPr>
          <p:cNvPr id="3" name="内容占位符 2">
            <a:extLst>
              <a:ext uri="{FF2B5EF4-FFF2-40B4-BE49-F238E27FC236}">
                <a16:creationId xmlns:a16="http://schemas.microsoft.com/office/drawing/2014/main" id="{C28056DB-0C2E-0660-B736-608A45F4C9FF}"/>
              </a:ext>
            </a:extLst>
          </p:cNvPr>
          <p:cNvSpPr>
            <a:spLocks noGrp="1"/>
          </p:cNvSpPr>
          <p:nvPr>
            <p:ph idx="1"/>
          </p:nvPr>
        </p:nvSpPr>
        <p:spPr>
          <a:xfrm>
            <a:off x="323850" y="1773238"/>
            <a:ext cx="8640763" cy="3023914"/>
          </a:xfrm>
        </p:spPr>
        <p:txBody>
          <a:bodyPr/>
          <a:lstStyle/>
          <a:p>
            <a:r>
              <a:rPr lang="zh-CN" altLang="en-US" b="0" i="0" dirty="0">
                <a:solidFill>
                  <a:srgbClr val="262626"/>
                </a:solidFill>
                <a:effectLst/>
                <a:latin typeface="-apple-system"/>
              </a:rPr>
              <a:t>凡事预则立，不预则废。 </a:t>
            </a:r>
            <a:r>
              <a:rPr lang="en-US" altLang="zh-CN" b="0" i="0" dirty="0">
                <a:solidFill>
                  <a:srgbClr val="262626"/>
                </a:solidFill>
                <a:effectLst/>
                <a:latin typeface="-apple-system"/>
              </a:rPr>
              <a:t>						—— </a:t>
            </a:r>
            <a:r>
              <a:rPr lang="zh-CN" altLang="en-US" b="0" i="0" dirty="0">
                <a:solidFill>
                  <a:srgbClr val="262626"/>
                </a:solidFill>
                <a:effectLst/>
                <a:latin typeface="-apple-system"/>
              </a:rPr>
              <a:t>西汉</a:t>
            </a:r>
            <a:r>
              <a:rPr lang="en-US" altLang="zh-CN" b="0" i="0" dirty="0">
                <a:solidFill>
                  <a:srgbClr val="262626"/>
                </a:solidFill>
                <a:effectLst/>
                <a:latin typeface="-apple-system"/>
              </a:rPr>
              <a:t>·</a:t>
            </a:r>
            <a:r>
              <a:rPr lang="zh-CN" altLang="en-US" b="0" i="0" dirty="0">
                <a:solidFill>
                  <a:srgbClr val="262626"/>
                </a:solidFill>
                <a:effectLst/>
                <a:latin typeface="-apple-system"/>
              </a:rPr>
              <a:t>戴圣</a:t>
            </a:r>
            <a:r>
              <a:rPr lang="en-US" altLang="zh-CN" b="0" i="0" dirty="0">
                <a:solidFill>
                  <a:srgbClr val="262626"/>
                </a:solidFill>
                <a:effectLst/>
                <a:latin typeface="-apple-system"/>
              </a:rPr>
              <a:t>《</a:t>
            </a:r>
            <a:r>
              <a:rPr lang="zh-CN" altLang="en-US" b="0" i="0" dirty="0">
                <a:solidFill>
                  <a:srgbClr val="262626"/>
                </a:solidFill>
                <a:effectLst/>
                <a:latin typeface="-apple-system"/>
              </a:rPr>
              <a:t>礼记</a:t>
            </a:r>
            <a:r>
              <a:rPr lang="en-US" altLang="zh-CN" b="0" i="0" dirty="0">
                <a:solidFill>
                  <a:srgbClr val="262626"/>
                </a:solidFill>
                <a:effectLst/>
                <a:latin typeface="-apple-system"/>
              </a:rPr>
              <a:t>·</a:t>
            </a:r>
            <a:r>
              <a:rPr lang="zh-CN" altLang="en-US" b="0" i="0" dirty="0">
                <a:solidFill>
                  <a:srgbClr val="262626"/>
                </a:solidFill>
                <a:effectLst/>
                <a:latin typeface="-apple-system"/>
              </a:rPr>
              <a:t>中庸</a:t>
            </a:r>
            <a:r>
              <a:rPr lang="en-US" altLang="zh-CN" b="0" i="0" dirty="0">
                <a:solidFill>
                  <a:srgbClr val="262626"/>
                </a:solidFill>
                <a:effectLst/>
                <a:latin typeface="-apple-system"/>
              </a:rPr>
              <a:t>》</a:t>
            </a:r>
          </a:p>
          <a:p>
            <a:r>
              <a:rPr lang="zh-CN" altLang="en-US" b="0" i="0" dirty="0">
                <a:solidFill>
                  <a:srgbClr val="262626"/>
                </a:solidFill>
                <a:effectLst/>
                <a:latin typeface="-apple-system"/>
              </a:rPr>
              <a:t>计熟事定，举必有功。</a:t>
            </a:r>
            <a:r>
              <a:rPr lang="en-US" altLang="zh-CN" b="0" i="0" dirty="0">
                <a:solidFill>
                  <a:srgbClr val="262626"/>
                </a:solidFill>
                <a:effectLst/>
                <a:latin typeface="-apple-system"/>
              </a:rPr>
              <a:t>						——</a:t>
            </a:r>
            <a:r>
              <a:rPr lang="zh-CN" altLang="en-US" b="0" i="0" dirty="0">
                <a:solidFill>
                  <a:srgbClr val="333333"/>
                </a:solidFill>
                <a:effectLst/>
                <a:latin typeface="Helvetica Neue"/>
              </a:rPr>
              <a:t>唐代</a:t>
            </a:r>
            <a:r>
              <a:rPr lang="en-US" altLang="zh-CN" b="0" i="0" dirty="0">
                <a:solidFill>
                  <a:srgbClr val="262626"/>
                </a:solidFill>
                <a:effectLst/>
                <a:latin typeface="-apple-system"/>
              </a:rPr>
              <a:t>·</a:t>
            </a:r>
            <a:r>
              <a:rPr lang="zh-CN" altLang="en-US" b="0" i="0" dirty="0">
                <a:solidFill>
                  <a:srgbClr val="333333"/>
                </a:solidFill>
                <a:effectLst/>
                <a:latin typeface="Helvetica Neue"/>
              </a:rPr>
              <a:t>刘禹锡</a:t>
            </a:r>
            <a:r>
              <a:rPr lang="en-US" altLang="zh-CN" b="0" i="0" dirty="0">
                <a:solidFill>
                  <a:srgbClr val="262626"/>
                </a:solidFill>
                <a:effectLst/>
                <a:latin typeface="-apple-system"/>
              </a:rPr>
              <a:t>《</a:t>
            </a:r>
            <a:r>
              <a:rPr lang="zh-CN" altLang="en-US" b="0" i="0" dirty="0">
                <a:solidFill>
                  <a:srgbClr val="333333"/>
                </a:solidFill>
                <a:effectLst/>
                <a:latin typeface="Arial" panose="020B0604020202020204" pitchFamily="34" charset="0"/>
              </a:rPr>
              <a:t>为淮南杜相公论西戎表</a:t>
            </a:r>
            <a:r>
              <a:rPr lang="en-US" altLang="zh-CN" b="0" i="0" dirty="0">
                <a:solidFill>
                  <a:srgbClr val="262626"/>
                </a:solidFill>
                <a:effectLst/>
                <a:latin typeface="-apple-system"/>
              </a:rPr>
              <a:t>》</a:t>
            </a:r>
          </a:p>
          <a:p>
            <a:r>
              <a:rPr lang="zh-CN" altLang="en-US" b="0" i="0" dirty="0">
                <a:solidFill>
                  <a:srgbClr val="262626"/>
                </a:solidFill>
                <a:effectLst/>
                <a:latin typeface="-apple-system"/>
              </a:rPr>
              <a:t>夫谋无主则困，事无备则废。</a:t>
            </a:r>
            <a:r>
              <a:rPr lang="en-US" altLang="zh-CN" b="0" i="0" dirty="0">
                <a:solidFill>
                  <a:srgbClr val="262626"/>
                </a:solidFill>
                <a:effectLst/>
                <a:latin typeface="-apple-system"/>
              </a:rPr>
              <a:t> 				—— </a:t>
            </a:r>
            <a:r>
              <a:rPr lang="zh-CN" altLang="en-US" b="0" dirty="0">
                <a:solidFill>
                  <a:srgbClr val="262626"/>
                </a:solidFill>
                <a:latin typeface="-apple-system"/>
              </a:rPr>
              <a:t>春秋 齐</a:t>
            </a:r>
            <a:r>
              <a:rPr lang="en-US" altLang="zh-CN" b="0" i="0" dirty="0">
                <a:solidFill>
                  <a:srgbClr val="262626"/>
                </a:solidFill>
                <a:effectLst/>
                <a:latin typeface="-apple-system"/>
              </a:rPr>
              <a:t>·</a:t>
            </a:r>
            <a:r>
              <a:rPr lang="zh-CN" altLang="en-US" b="0" i="0" dirty="0">
                <a:solidFill>
                  <a:srgbClr val="262626"/>
                </a:solidFill>
                <a:effectLst/>
                <a:latin typeface="-apple-system"/>
              </a:rPr>
              <a:t>管仲</a:t>
            </a:r>
            <a:r>
              <a:rPr lang="en-US" altLang="zh-CN" b="0" i="0" dirty="0">
                <a:solidFill>
                  <a:srgbClr val="262626"/>
                </a:solidFill>
                <a:effectLst/>
                <a:latin typeface="-apple-system"/>
              </a:rPr>
              <a:t>《</a:t>
            </a:r>
            <a:r>
              <a:rPr lang="zh-CN" altLang="en-US" b="0" i="0" dirty="0">
                <a:solidFill>
                  <a:srgbClr val="262626"/>
                </a:solidFill>
                <a:effectLst/>
                <a:latin typeface="-apple-system"/>
              </a:rPr>
              <a:t>管子</a:t>
            </a:r>
            <a:r>
              <a:rPr lang="en-US" altLang="zh-CN" b="0" i="0" dirty="0">
                <a:solidFill>
                  <a:srgbClr val="262626"/>
                </a:solidFill>
                <a:effectLst/>
                <a:latin typeface="-apple-system"/>
              </a:rPr>
              <a:t>·</a:t>
            </a:r>
            <a:r>
              <a:rPr lang="zh-CN" altLang="en-US" b="0" i="0" dirty="0">
                <a:solidFill>
                  <a:srgbClr val="262626"/>
                </a:solidFill>
                <a:effectLst/>
                <a:latin typeface="-apple-system"/>
              </a:rPr>
              <a:t>霸言</a:t>
            </a:r>
            <a:r>
              <a:rPr lang="en-US" altLang="zh-CN" b="0" i="0" dirty="0">
                <a:solidFill>
                  <a:srgbClr val="262626"/>
                </a:solidFill>
                <a:effectLst/>
                <a:latin typeface="-apple-system"/>
              </a:rPr>
              <a:t>》</a:t>
            </a:r>
            <a:endParaRPr lang="en-US" altLang="zh-CN" b="0" dirty="0">
              <a:solidFill>
                <a:srgbClr val="262626"/>
              </a:solidFill>
              <a:latin typeface="-apple-system"/>
            </a:endParaRPr>
          </a:p>
          <a:p>
            <a:endParaRPr lang="en-US" altLang="zh-CN" b="0" i="0" dirty="0">
              <a:solidFill>
                <a:srgbClr val="262626"/>
              </a:solidFill>
              <a:effectLst/>
              <a:latin typeface="-apple-system"/>
            </a:endParaRPr>
          </a:p>
          <a:p>
            <a:endParaRPr lang="en-US" altLang="zh-CN" b="0" i="0" dirty="0">
              <a:solidFill>
                <a:srgbClr val="262626"/>
              </a:solidFill>
              <a:effectLst/>
              <a:latin typeface="-apple-system"/>
            </a:endParaRPr>
          </a:p>
        </p:txBody>
      </p:sp>
      <p:sp>
        <p:nvSpPr>
          <p:cNvPr id="4" name="内容占位符 2">
            <a:extLst>
              <a:ext uri="{FF2B5EF4-FFF2-40B4-BE49-F238E27FC236}">
                <a16:creationId xmlns:a16="http://schemas.microsoft.com/office/drawing/2014/main" id="{2DF71355-7642-BB8C-18A5-F273D5D87C4E}"/>
              </a:ext>
            </a:extLst>
          </p:cNvPr>
          <p:cNvSpPr txBox="1">
            <a:spLocks/>
          </p:cNvSpPr>
          <p:nvPr/>
        </p:nvSpPr>
        <p:spPr bwMode="auto">
          <a:xfrm>
            <a:off x="323850" y="5517877"/>
            <a:ext cx="8640763" cy="575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0000"/>
              </a:spcBef>
              <a:spcAft>
                <a:spcPct val="0"/>
              </a:spcAft>
              <a:buClr>
                <a:srgbClr val="0000FF"/>
              </a:buClr>
              <a:buFont typeface="Wingdings 2" panose="05020102010507070707" pitchFamily="18" charset="2"/>
              <a:buChar char="¡"/>
              <a:defRPr sz="2800" b="1">
                <a:solidFill>
                  <a:schemeClr val="tx1"/>
                </a:solidFill>
                <a:latin typeface="+mn-lt"/>
                <a:ea typeface="+mn-ea"/>
                <a:cs typeface="+mn-cs"/>
              </a:defRPr>
            </a:lvl1pPr>
            <a:lvl2pPr marL="742950" indent="-220663" algn="l" rtl="0" eaLnBrk="0" fontAlgn="base" hangingPunct="0">
              <a:spcBef>
                <a:spcPct val="20000"/>
              </a:spcBef>
              <a:spcAft>
                <a:spcPct val="0"/>
              </a:spcAft>
              <a:buClr>
                <a:srgbClr val="0000FF"/>
              </a:buClr>
              <a:buFont typeface="黑体" panose="02010609060101010101" pitchFamily="49" charset="-122"/>
              <a:buChar char="–"/>
              <a:defRPr sz="2400" b="1">
                <a:solidFill>
                  <a:schemeClr val="tx1"/>
                </a:solidFill>
                <a:latin typeface="+mn-lt"/>
                <a:ea typeface="+mn-ea"/>
              </a:defRPr>
            </a:lvl2pPr>
            <a:lvl3pPr marL="1150938" indent="-228600" algn="l" rtl="0" eaLnBrk="0" fontAlgn="base" hangingPunct="0">
              <a:spcBef>
                <a:spcPct val="20000"/>
              </a:spcBef>
              <a:spcAft>
                <a:spcPct val="0"/>
              </a:spcAft>
              <a:buClr>
                <a:srgbClr val="0000FF"/>
              </a:buClr>
              <a:buFont typeface="黑体" panose="02010609060101010101" pitchFamily="49" charset="-122"/>
              <a:buChar char="–"/>
              <a:defRPr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mn-lt"/>
                <a:ea typeface="+mn-ea"/>
              </a:defRPr>
            </a:lvl5pPr>
            <a:lvl6pPr marL="25146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6pPr>
            <a:lvl7pPr marL="29718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7pPr>
            <a:lvl8pPr marL="34290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8pPr>
            <a:lvl9pPr marL="38862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9pPr>
          </a:lstStyle>
          <a:p>
            <a:r>
              <a:rPr lang="zh-CN" altLang="en-US" b="0" dirty="0">
                <a:solidFill>
                  <a:srgbClr val="FF0000"/>
                </a:solidFill>
                <a:latin typeface="-apple-system"/>
              </a:rPr>
              <a:t>制作计划的重要性！！！（时间安排</a:t>
            </a:r>
            <a:r>
              <a:rPr lang="en-US" altLang="zh-CN" b="0" dirty="0">
                <a:solidFill>
                  <a:srgbClr val="FF0000"/>
                </a:solidFill>
                <a:latin typeface="-apple-system"/>
                <a:sym typeface="Wingdings" panose="05000000000000000000" pitchFamily="2" charset="2"/>
              </a:rPr>
              <a:t></a:t>
            </a:r>
            <a:r>
              <a:rPr lang="zh-CN" altLang="en-US" b="0" dirty="0">
                <a:solidFill>
                  <a:srgbClr val="FF0000"/>
                </a:solidFill>
                <a:latin typeface="-apple-system"/>
                <a:sym typeface="Wingdings" panose="05000000000000000000" pitchFamily="2" charset="2"/>
              </a:rPr>
              <a:t>进度计划</a:t>
            </a:r>
            <a:r>
              <a:rPr lang="zh-CN" altLang="en-US" b="0" dirty="0">
                <a:solidFill>
                  <a:srgbClr val="FF0000"/>
                </a:solidFill>
                <a:latin typeface="-apple-system"/>
              </a:rPr>
              <a:t>）</a:t>
            </a:r>
            <a:endParaRPr lang="en-US" altLang="zh-CN" b="0" kern="0" dirty="0">
              <a:solidFill>
                <a:srgbClr val="FF0000"/>
              </a:solidFill>
              <a:latin typeface="-apple-system"/>
            </a:endParaRPr>
          </a:p>
        </p:txBody>
      </p:sp>
    </p:spTree>
    <p:extLst>
      <p:ext uri="{BB962C8B-B14F-4D97-AF65-F5344CB8AC3E}">
        <p14:creationId xmlns:p14="http://schemas.microsoft.com/office/powerpoint/2010/main" val="632331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D73FAC-F3B7-5A58-1B27-5C97B09C848B}"/>
              </a:ext>
            </a:extLst>
          </p:cNvPr>
          <p:cNvSpPr>
            <a:spLocks noGrp="1"/>
          </p:cNvSpPr>
          <p:nvPr>
            <p:ph type="title"/>
          </p:nvPr>
        </p:nvSpPr>
        <p:spPr/>
        <p:txBody>
          <a:bodyPr/>
          <a:lstStyle/>
          <a:p>
            <a:r>
              <a:rPr kumimoji="1" lang="zh-CN" altLang="en-US" dirty="0"/>
              <a:t>软件项目进度计划</a:t>
            </a:r>
            <a:endParaRPr lang="zh-CN" altLang="en-US" dirty="0"/>
          </a:p>
        </p:txBody>
      </p:sp>
      <p:sp>
        <p:nvSpPr>
          <p:cNvPr id="3" name="内容占位符 2">
            <a:extLst>
              <a:ext uri="{FF2B5EF4-FFF2-40B4-BE49-F238E27FC236}">
                <a16:creationId xmlns:a16="http://schemas.microsoft.com/office/drawing/2014/main" id="{7A570862-A5D9-33A6-5792-7A6C57B3ADD3}"/>
              </a:ext>
            </a:extLst>
          </p:cNvPr>
          <p:cNvSpPr>
            <a:spLocks noGrp="1"/>
          </p:cNvSpPr>
          <p:nvPr>
            <p:ph idx="1"/>
          </p:nvPr>
        </p:nvSpPr>
        <p:spPr/>
        <p:txBody>
          <a:bodyPr/>
          <a:lstStyle/>
          <a:p>
            <a:r>
              <a:rPr lang="zh-CN" altLang="en-US" dirty="0"/>
              <a:t>新一代信息技术：</a:t>
            </a:r>
            <a:endParaRPr lang="en-US" altLang="zh-CN" dirty="0"/>
          </a:p>
          <a:p>
            <a:r>
              <a:rPr lang="zh-CN" altLang="en-US" dirty="0"/>
              <a:t>人工智能、云计算、大数据、物联网</a:t>
            </a:r>
            <a:r>
              <a:rPr lang="en-US" altLang="zh-CN" dirty="0"/>
              <a:t>….</a:t>
            </a:r>
          </a:p>
          <a:p>
            <a:endParaRPr lang="en-US" altLang="zh-CN" dirty="0"/>
          </a:p>
          <a:p>
            <a:pPr>
              <a:spcBef>
                <a:spcPct val="0"/>
              </a:spcBef>
            </a:pPr>
            <a:r>
              <a:rPr lang="zh-CN" altLang="en-US" dirty="0"/>
              <a:t>都离不开“</a:t>
            </a:r>
            <a:r>
              <a:rPr lang="zh-CN" altLang="en-US" dirty="0">
                <a:solidFill>
                  <a:srgbClr val="FF0000"/>
                </a:solidFill>
              </a:rPr>
              <a:t>软件开发</a:t>
            </a:r>
            <a:r>
              <a:rPr lang="zh-CN" altLang="en-US" dirty="0"/>
              <a:t>”</a:t>
            </a:r>
            <a:r>
              <a:rPr lang="en-US" altLang="zh-CN" dirty="0">
                <a:sym typeface="Wingdings" panose="05000000000000000000" pitchFamily="2" charset="2"/>
              </a:rPr>
              <a:t></a:t>
            </a:r>
            <a:r>
              <a:rPr lang="zh-CN" altLang="en-US" dirty="0">
                <a:sym typeface="Wingdings" panose="05000000000000000000" pitchFamily="2" charset="2"/>
              </a:rPr>
              <a:t>软件项目</a:t>
            </a:r>
            <a:endParaRPr lang="en-US" altLang="zh-CN" dirty="0">
              <a:sym typeface="Wingdings" panose="05000000000000000000" pitchFamily="2" charset="2"/>
            </a:endParaRPr>
          </a:p>
          <a:p>
            <a:r>
              <a:rPr lang="zh-CN" altLang="en-US" dirty="0">
                <a:sym typeface="Wingdings" panose="05000000000000000000" pitchFamily="2" charset="2"/>
              </a:rPr>
              <a:t>大型项目的开发过程：</a:t>
            </a:r>
            <a:r>
              <a:rPr lang="zh-CN" altLang="en-US" dirty="0">
                <a:solidFill>
                  <a:srgbClr val="FF0000"/>
                </a:solidFill>
                <a:sym typeface="Wingdings" panose="05000000000000000000" pitchFamily="2" charset="2"/>
              </a:rPr>
              <a:t>非常复杂</a:t>
            </a:r>
            <a:endParaRPr lang="en-US" altLang="zh-CN" dirty="0">
              <a:solidFill>
                <a:srgbClr val="FF0000"/>
              </a:solidFill>
              <a:sym typeface="Wingdings" panose="05000000000000000000" pitchFamily="2" charset="2"/>
            </a:endParaRPr>
          </a:p>
          <a:p>
            <a:endParaRPr lang="en-US" altLang="zh-CN" dirty="0">
              <a:sym typeface="Wingdings" panose="05000000000000000000" pitchFamily="2" charset="2"/>
            </a:endParaRPr>
          </a:p>
          <a:p>
            <a:r>
              <a:rPr lang="zh-CN" altLang="en-US" dirty="0">
                <a:sym typeface="Wingdings" panose="05000000000000000000" pitchFamily="2" charset="2"/>
              </a:rPr>
              <a:t>因此对于软件项目，尤其是大型软件项目，需要合理安排进度计划</a:t>
            </a:r>
            <a:endParaRPr lang="zh-CN" altLang="en-US" dirty="0"/>
          </a:p>
        </p:txBody>
      </p:sp>
    </p:spTree>
    <p:extLst>
      <p:ext uri="{BB962C8B-B14F-4D97-AF65-F5344CB8AC3E}">
        <p14:creationId xmlns:p14="http://schemas.microsoft.com/office/powerpoint/2010/main" val="2278325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8AB9D733-4A69-944C-75BD-10E2BD9F9920}"/>
              </a:ext>
            </a:extLst>
          </p:cNvPr>
          <p:cNvSpPr>
            <a:spLocks noGrp="1" noChangeArrowheads="1"/>
          </p:cNvSpPr>
          <p:nvPr>
            <p:ph type="title"/>
          </p:nvPr>
        </p:nvSpPr>
        <p:spPr/>
        <p:txBody>
          <a:bodyPr/>
          <a:lstStyle/>
          <a:p>
            <a:pPr eaLnBrk="1" hangingPunct="1"/>
            <a:r>
              <a:rPr lang="zh-CN" altLang="en-US"/>
              <a:t>本章内容提要</a:t>
            </a:r>
          </a:p>
        </p:txBody>
      </p:sp>
      <p:grpSp>
        <p:nvGrpSpPr>
          <p:cNvPr id="6147" name="Group 41">
            <a:extLst>
              <a:ext uri="{FF2B5EF4-FFF2-40B4-BE49-F238E27FC236}">
                <a16:creationId xmlns:a16="http://schemas.microsoft.com/office/drawing/2014/main" id="{46F22E49-D337-8279-4BFA-1751F95D0AB7}"/>
              </a:ext>
            </a:extLst>
          </p:cNvPr>
          <p:cNvGrpSpPr>
            <a:grpSpLocks/>
          </p:cNvGrpSpPr>
          <p:nvPr/>
        </p:nvGrpSpPr>
        <p:grpSpPr bwMode="auto">
          <a:xfrm>
            <a:off x="1114425" y="2466976"/>
            <a:ext cx="5689600" cy="3409950"/>
            <a:chOff x="475" y="1299"/>
            <a:chExt cx="3584" cy="2148"/>
          </a:xfrm>
        </p:grpSpPr>
        <p:grpSp>
          <p:nvGrpSpPr>
            <p:cNvPr id="6148" name="Group 3">
              <a:extLst>
                <a:ext uri="{FF2B5EF4-FFF2-40B4-BE49-F238E27FC236}">
                  <a16:creationId xmlns:a16="http://schemas.microsoft.com/office/drawing/2014/main" id="{9D7A34E5-BFFD-3BD0-0F19-992D097A2F1C}"/>
                </a:ext>
              </a:extLst>
            </p:cNvPr>
            <p:cNvGrpSpPr>
              <a:grpSpLocks/>
            </p:cNvGrpSpPr>
            <p:nvPr/>
          </p:nvGrpSpPr>
          <p:grpSpPr bwMode="auto">
            <a:xfrm>
              <a:off x="475" y="1299"/>
              <a:ext cx="3572" cy="233"/>
              <a:chOff x="385" y="1428"/>
              <a:chExt cx="3572" cy="367"/>
            </a:xfrm>
          </p:grpSpPr>
          <p:sp>
            <p:nvSpPr>
              <p:cNvPr id="6178" name="AutoShape 4">
                <a:extLst>
                  <a:ext uri="{FF2B5EF4-FFF2-40B4-BE49-F238E27FC236}">
                    <a16:creationId xmlns:a16="http://schemas.microsoft.com/office/drawing/2014/main" id="{860C8CD8-E48F-B804-CCDD-6ACB61F9880D}"/>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6179" name="Text Box 5">
                <a:extLst>
                  <a:ext uri="{FF2B5EF4-FFF2-40B4-BE49-F238E27FC236}">
                    <a16:creationId xmlns:a16="http://schemas.microsoft.com/office/drawing/2014/main" id="{CB06E558-EB3B-C908-C33F-8249B0AC2732}"/>
                  </a:ext>
                </a:extLst>
              </p:cNvPr>
              <p:cNvSpPr txBox="1">
                <a:spLocks noChangeArrowheads="1"/>
              </p:cNvSpPr>
              <p:nvPr/>
            </p:nvSpPr>
            <p:spPr bwMode="auto">
              <a:xfrm>
                <a:off x="626" y="1428"/>
                <a:ext cx="3099"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软件项目分解</a:t>
                </a:r>
                <a:r>
                  <a:rPr kumimoji="1" lang="zh-CN" altLang="en-US" sz="2400" b="0">
                    <a:latin typeface="Times New Roman" panose="02020603050405020304" pitchFamily="18" charset="0"/>
                  </a:rPr>
                  <a:t> </a:t>
                </a:r>
              </a:p>
            </p:txBody>
          </p:sp>
          <p:sp>
            <p:nvSpPr>
              <p:cNvPr id="6180" name="Rectangle 6">
                <a:extLst>
                  <a:ext uri="{FF2B5EF4-FFF2-40B4-BE49-F238E27FC236}">
                    <a16:creationId xmlns:a16="http://schemas.microsoft.com/office/drawing/2014/main" id="{6EA7D906-0B24-4075-91F9-A77466057AC5}"/>
                  </a:ext>
                </a:extLst>
              </p:cNvPr>
              <p:cNvSpPr>
                <a:spLocks noChangeArrowheads="1"/>
              </p:cNvSpPr>
              <p:nvPr/>
            </p:nvSpPr>
            <p:spPr bwMode="auto">
              <a:xfrm>
                <a:off x="385" y="1532"/>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7.1</a:t>
                </a:r>
                <a:endParaRPr kumimoji="1" lang="en-US" altLang="zh-CN" sz="1800">
                  <a:solidFill>
                    <a:srgbClr val="000000"/>
                  </a:solidFill>
                </a:endParaRPr>
              </a:p>
            </p:txBody>
          </p:sp>
        </p:grpSp>
        <p:grpSp>
          <p:nvGrpSpPr>
            <p:cNvPr id="6149" name="Group 7">
              <a:extLst>
                <a:ext uri="{FF2B5EF4-FFF2-40B4-BE49-F238E27FC236}">
                  <a16:creationId xmlns:a16="http://schemas.microsoft.com/office/drawing/2014/main" id="{85A01975-FF8A-F8A7-02F2-6611356E01BB}"/>
                </a:ext>
              </a:extLst>
            </p:cNvPr>
            <p:cNvGrpSpPr>
              <a:grpSpLocks/>
            </p:cNvGrpSpPr>
            <p:nvPr/>
          </p:nvGrpSpPr>
          <p:grpSpPr bwMode="auto">
            <a:xfrm>
              <a:off x="487" y="1600"/>
              <a:ext cx="3572" cy="203"/>
              <a:chOff x="385" y="1829"/>
              <a:chExt cx="3572" cy="321"/>
            </a:xfrm>
          </p:grpSpPr>
          <p:grpSp>
            <p:nvGrpSpPr>
              <p:cNvPr id="6174" name="Group 8">
                <a:extLst>
                  <a:ext uri="{FF2B5EF4-FFF2-40B4-BE49-F238E27FC236}">
                    <a16:creationId xmlns:a16="http://schemas.microsoft.com/office/drawing/2014/main" id="{184A7007-4255-DF7D-0AEC-3E21CE6CE381}"/>
                  </a:ext>
                </a:extLst>
              </p:cNvPr>
              <p:cNvGrpSpPr>
                <a:grpSpLocks/>
              </p:cNvGrpSpPr>
              <p:nvPr/>
            </p:nvGrpSpPr>
            <p:grpSpPr bwMode="auto">
              <a:xfrm>
                <a:off x="464" y="1829"/>
                <a:ext cx="3493" cy="321"/>
                <a:chOff x="464" y="1829"/>
                <a:chExt cx="3493" cy="321"/>
              </a:xfrm>
            </p:grpSpPr>
            <p:sp>
              <p:nvSpPr>
                <p:cNvPr id="6176" name="AutoShape 9">
                  <a:extLst>
                    <a:ext uri="{FF2B5EF4-FFF2-40B4-BE49-F238E27FC236}">
                      <a16:creationId xmlns:a16="http://schemas.microsoft.com/office/drawing/2014/main" id="{DFF0DF6A-9BCA-301E-E15F-DEE975D9B0F0}"/>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6177" name="Text Box 10">
                  <a:extLst>
                    <a:ext uri="{FF2B5EF4-FFF2-40B4-BE49-F238E27FC236}">
                      <a16:creationId xmlns:a16="http://schemas.microsoft.com/office/drawing/2014/main" id="{1ADA2070-A6EC-BFC4-8E37-9ABE4294A025}"/>
                    </a:ext>
                  </a:extLst>
                </p:cNvPr>
                <p:cNvSpPr txBox="1">
                  <a:spLocks noChangeArrowheads="1"/>
                </p:cNvSpPr>
                <p:nvPr/>
              </p:nvSpPr>
              <p:spPr bwMode="auto">
                <a:xfrm>
                  <a:off x="626" y="1829"/>
                  <a:ext cx="3099"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软件项目估算概念  </a:t>
                  </a:r>
                </a:p>
              </p:txBody>
            </p:sp>
          </p:grpSp>
          <p:sp>
            <p:nvSpPr>
              <p:cNvPr id="6175" name="Rectangle 11">
                <a:extLst>
                  <a:ext uri="{FF2B5EF4-FFF2-40B4-BE49-F238E27FC236}">
                    <a16:creationId xmlns:a16="http://schemas.microsoft.com/office/drawing/2014/main" id="{8DD86142-5474-5603-887D-5CDCED33E22B}"/>
                  </a:ext>
                </a:extLst>
              </p:cNvPr>
              <p:cNvSpPr>
                <a:spLocks noChangeArrowheads="1"/>
              </p:cNvSpPr>
              <p:nvPr/>
            </p:nvSpPr>
            <p:spPr bwMode="auto">
              <a:xfrm>
                <a:off x="385" y="1915"/>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7.2</a:t>
                </a:r>
                <a:endParaRPr kumimoji="1" lang="en-US" altLang="zh-CN" sz="1800">
                  <a:solidFill>
                    <a:srgbClr val="000000"/>
                  </a:solidFill>
                </a:endParaRPr>
              </a:p>
            </p:txBody>
          </p:sp>
        </p:grpSp>
        <p:grpSp>
          <p:nvGrpSpPr>
            <p:cNvPr id="6150" name="Group 12">
              <a:extLst>
                <a:ext uri="{FF2B5EF4-FFF2-40B4-BE49-F238E27FC236}">
                  <a16:creationId xmlns:a16="http://schemas.microsoft.com/office/drawing/2014/main" id="{3F56879F-39D5-7C3E-32FA-6B248CBE7F8F}"/>
                </a:ext>
              </a:extLst>
            </p:cNvPr>
            <p:cNvGrpSpPr>
              <a:grpSpLocks/>
            </p:cNvGrpSpPr>
            <p:nvPr/>
          </p:nvGrpSpPr>
          <p:grpSpPr bwMode="auto">
            <a:xfrm>
              <a:off x="475" y="1875"/>
              <a:ext cx="3584" cy="198"/>
              <a:chOff x="385" y="2209"/>
              <a:chExt cx="3584" cy="313"/>
            </a:xfrm>
          </p:grpSpPr>
          <p:sp>
            <p:nvSpPr>
              <p:cNvPr id="6171" name="AutoShape 13">
                <a:extLst>
                  <a:ext uri="{FF2B5EF4-FFF2-40B4-BE49-F238E27FC236}">
                    <a16:creationId xmlns:a16="http://schemas.microsoft.com/office/drawing/2014/main" id="{71934BA4-AA5A-49C9-7C78-04A053FE05D6}"/>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6172" name="Text Box 14">
                <a:extLst>
                  <a:ext uri="{FF2B5EF4-FFF2-40B4-BE49-F238E27FC236}">
                    <a16:creationId xmlns:a16="http://schemas.microsoft.com/office/drawing/2014/main" id="{D55A72FB-4BF2-D308-0F03-5BAB10A37C06}"/>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软件项目规模估算  </a:t>
                </a:r>
              </a:p>
            </p:txBody>
          </p:sp>
          <p:sp>
            <p:nvSpPr>
              <p:cNvPr id="6173" name="Rectangle 15">
                <a:extLst>
                  <a:ext uri="{FF2B5EF4-FFF2-40B4-BE49-F238E27FC236}">
                    <a16:creationId xmlns:a16="http://schemas.microsoft.com/office/drawing/2014/main" id="{F60713B1-C5E7-8E3F-90C0-4922DD59DFBE}"/>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7.3</a:t>
                </a:r>
                <a:endParaRPr kumimoji="1" lang="en-US" altLang="zh-CN" sz="1800">
                  <a:solidFill>
                    <a:srgbClr val="000000"/>
                  </a:solidFill>
                </a:endParaRPr>
              </a:p>
            </p:txBody>
          </p:sp>
        </p:grpSp>
        <p:grpSp>
          <p:nvGrpSpPr>
            <p:cNvPr id="6151" name="Group 16">
              <a:extLst>
                <a:ext uri="{FF2B5EF4-FFF2-40B4-BE49-F238E27FC236}">
                  <a16:creationId xmlns:a16="http://schemas.microsoft.com/office/drawing/2014/main" id="{D09D1644-B678-8E42-6712-1DDF226E64AA}"/>
                </a:ext>
              </a:extLst>
            </p:cNvPr>
            <p:cNvGrpSpPr>
              <a:grpSpLocks/>
            </p:cNvGrpSpPr>
            <p:nvPr/>
          </p:nvGrpSpPr>
          <p:grpSpPr bwMode="auto">
            <a:xfrm>
              <a:off x="475" y="2147"/>
              <a:ext cx="3584" cy="198"/>
              <a:chOff x="385" y="2209"/>
              <a:chExt cx="3584" cy="313"/>
            </a:xfrm>
          </p:grpSpPr>
          <p:sp>
            <p:nvSpPr>
              <p:cNvPr id="6168" name="AutoShape 17">
                <a:extLst>
                  <a:ext uri="{FF2B5EF4-FFF2-40B4-BE49-F238E27FC236}">
                    <a16:creationId xmlns:a16="http://schemas.microsoft.com/office/drawing/2014/main" id="{4B442B98-385B-44F9-F27D-7E5861B64E9F}"/>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6169" name="Text Box 18">
                <a:extLst>
                  <a:ext uri="{FF2B5EF4-FFF2-40B4-BE49-F238E27FC236}">
                    <a16:creationId xmlns:a16="http://schemas.microsoft.com/office/drawing/2014/main" id="{524A13EC-1FF9-F8F8-4B8C-436CE0B9B68F}"/>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软件项目成本估算  </a:t>
                </a:r>
              </a:p>
            </p:txBody>
          </p:sp>
          <p:sp>
            <p:nvSpPr>
              <p:cNvPr id="6170" name="Rectangle 19">
                <a:extLst>
                  <a:ext uri="{FF2B5EF4-FFF2-40B4-BE49-F238E27FC236}">
                    <a16:creationId xmlns:a16="http://schemas.microsoft.com/office/drawing/2014/main" id="{82E2E112-FC34-0509-97D8-855EB1DD1E8F}"/>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7.4</a:t>
                </a:r>
                <a:endParaRPr kumimoji="1" lang="en-US" altLang="zh-CN" sz="1800">
                  <a:solidFill>
                    <a:srgbClr val="000000"/>
                  </a:solidFill>
                </a:endParaRPr>
              </a:p>
            </p:txBody>
          </p:sp>
        </p:grpSp>
        <p:grpSp>
          <p:nvGrpSpPr>
            <p:cNvPr id="6152" name="Group 20">
              <a:extLst>
                <a:ext uri="{FF2B5EF4-FFF2-40B4-BE49-F238E27FC236}">
                  <a16:creationId xmlns:a16="http://schemas.microsoft.com/office/drawing/2014/main" id="{CCDE1B8A-F90D-AB51-EA66-1E8BC717213C}"/>
                </a:ext>
              </a:extLst>
            </p:cNvPr>
            <p:cNvGrpSpPr>
              <a:grpSpLocks/>
            </p:cNvGrpSpPr>
            <p:nvPr/>
          </p:nvGrpSpPr>
          <p:grpSpPr bwMode="auto">
            <a:xfrm>
              <a:off x="475" y="2419"/>
              <a:ext cx="3584" cy="198"/>
              <a:chOff x="385" y="2209"/>
              <a:chExt cx="3584" cy="313"/>
            </a:xfrm>
          </p:grpSpPr>
          <p:sp>
            <p:nvSpPr>
              <p:cNvPr id="6165" name="AutoShape 21">
                <a:extLst>
                  <a:ext uri="{FF2B5EF4-FFF2-40B4-BE49-F238E27FC236}">
                    <a16:creationId xmlns:a16="http://schemas.microsoft.com/office/drawing/2014/main" id="{2F5158DB-E388-DB9A-2103-9598843618DE}"/>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6166" name="Text Box 22">
                <a:extLst>
                  <a:ext uri="{FF2B5EF4-FFF2-40B4-BE49-F238E27FC236}">
                    <a16:creationId xmlns:a16="http://schemas.microsoft.com/office/drawing/2014/main" id="{A7EDBCBD-3338-0EA7-A697-1CCFB846B80F}"/>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软件项目进度估算 </a:t>
                </a:r>
              </a:p>
            </p:txBody>
          </p:sp>
          <p:sp>
            <p:nvSpPr>
              <p:cNvPr id="6167" name="Rectangle 23">
                <a:extLst>
                  <a:ext uri="{FF2B5EF4-FFF2-40B4-BE49-F238E27FC236}">
                    <a16:creationId xmlns:a16="http://schemas.microsoft.com/office/drawing/2014/main" id="{BE18FC18-A982-97EB-129F-97418A271FFF}"/>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7.5</a:t>
                </a:r>
                <a:endParaRPr kumimoji="1" lang="en-US" altLang="zh-CN" sz="1800">
                  <a:solidFill>
                    <a:srgbClr val="000000"/>
                  </a:solidFill>
                </a:endParaRPr>
              </a:p>
            </p:txBody>
          </p:sp>
        </p:grpSp>
        <p:grpSp>
          <p:nvGrpSpPr>
            <p:cNvPr id="6153" name="Group 24">
              <a:extLst>
                <a:ext uri="{FF2B5EF4-FFF2-40B4-BE49-F238E27FC236}">
                  <a16:creationId xmlns:a16="http://schemas.microsoft.com/office/drawing/2014/main" id="{9288EC81-29C3-CE9D-CEE0-20295AFDC230}"/>
                </a:ext>
              </a:extLst>
            </p:cNvPr>
            <p:cNvGrpSpPr>
              <a:grpSpLocks/>
            </p:cNvGrpSpPr>
            <p:nvPr/>
          </p:nvGrpSpPr>
          <p:grpSpPr bwMode="auto">
            <a:xfrm>
              <a:off x="487" y="2689"/>
              <a:ext cx="3572" cy="206"/>
              <a:chOff x="385" y="1458"/>
              <a:chExt cx="3572" cy="326"/>
            </a:xfrm>
          </p:grpSpPr>
          <p:sp>
            <p:nvSpPr>
              <p:cNvPr id="6162" name="AutoShape 25">
                <a:extLst>
                  <a:ext uri="{FF2B5EF4-FFF2-40B4-BE49-F238E27FC236}">
                    <a16:creationId xmlns:a16="http://schemas.microsoft.com/office/drawing/2014/main" id="{6F76527E-DB92-B51F-D017-FBB427E41B05}"/>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6163" name="Text Box 26">
                <a:extLst>
                  <a:ext uri="{FF2B5EF4-FFF2-40B4-BE49-F238E27FC236}">
                    <a16:creationId xmlns:a16="http://schemas.microsoft.com/office/drawing/2014/main" id="{56E63035-8240-D1D4-ADB2-1E2D14324F1B}"/>
                  </a:ext>
                </a:extLst>
              </p:cNvPr>
              <p:cNvSpPr txBox="1">
                <a:spLocks noChangeArrowheads="1"/>
              </p:cNvSpPr>
              <p:nvPr/>
            </p:nvSpPr>
            <p:spPr bwMode="auto">
              <a:xfrm>
                <a:off x="626" y="1458"/>
                <a:ext cx="3099"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软件项目进度计划 </a:t>
                </a:r>
              </a:p>
            </p:txBody>
          </p:sp>
          <p:sp>
            <p:nvSpPr>
              <p:cNvPr id="6164" name="Rectangle 27">
                <a:extLst>
                  <a:ext uri="{FF2B5EF4-FFF2-40B4-BE49-F238E27FC236}">
                    <a16:creationId xmlns:a16="http://schemas.microsoft.com/office/drawing/2014/main" id="{050F57EF-D59B-A421-B76F-11CB3DC5EBCE}"/>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7.6</a:t>
                </a:r>
                <a:endParaRPr kumimoji="1" lang="en-US" altLang="zh-CN" sz="1800">
                  <a:solidFill>
                    <a:srgbClr val="000000"/>
                  </a:solidFill>
                </a:endParaRPr>
              </a:p>
            </p:txBody>
          </p:sp>
        </p:grpSp>
        <p:grpSp>
          <p:nvGrpSpPr>
            <p:cNvPr id="6154" name="Group 33">
              <a:extLst>
                <a:ext uri="{FF2B5EF4-FFF2-40B4-BE49-F238E27FC236}">
                  <a16:creationId xmlns:a16="http://schemas.microsoft.com/office/drawing/2014/main" id="{44C72834-F34C-2D64-6608-90E2CC42D0B6}"/>
                </a:ext>
              </a:extLst>
            </p:cNvPr>
            <p:cNvGrpSpPr>
              <a:grpSpLocks/>
            </p:cNvGrpSpPr>
            <p:nvPr/>
          </p:nvGrpSpPr>
          <p:grpSpPr bwMode="auto">
            <a:xfrm>
              <a:off x="475" y="2976"/>
              <a:ext cx="3584" cy="198"/>
              <a:chOff x="385" y="2209"/>
              <a:chExt cx="3584" cy="313"/>
            </a:xfrm>
          </p:grpSpPr>
          <p:sp>
            <p:nvSpPr>
              <p:cNvPr id="6159" name="AutoShape 34">
                <a:extLst>
                  <a:ext uri="{FF2B5EF4-FFF2-40B4-BE49-F238E27FC236}">
                    <a16:creationId xmlns:a16="http://schemas.microsoft.com/office/drawing/2014/main" id="{AA97F741-3F26-87F9-30F6-E5E9C2FC468D}"/>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6160" name="Text Box 35">
                <a:extLst>
                  <a:ext uri="{FF2B5EF4-FFF2-40B4-BE49-F238E27FC236}">
                    <a16:creationId xmlns:a16="http://schemas.microsoft.com/office/drawing/2014/main" id="{1C69EECB-28F4-952E-DD16-6BC4FB0DD684}"/>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本章小结  </a:t>
                </a:r>
              </a:p>
            </p:txBody>
          </p:sp>
          <p:sp>
            <p:nvSpPr>
              <p:cNvPr id="6161" name="Rectangle 36">
                <a:extLst>
                  <a:ext uri="{FF2B5EF4-FFF2-40B4-BE49-F238E27FC236}">
                    <a16:creationId xmlns:a16="http://schemas.microsoft.com/office/drawing/2014/main" id="{6DB5100F-80BC-25A8-C386-0BB7C49EFE91}"/>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7.7</a:t>
                </a:r>
                <a:endParaRPr kumimoji="1" lang="en-US" altLang="zh-CN" sz="1800">
                  <a:solidFill>
                    <a:srgbClr val="000000"/>
                  </a:solidFill>
                </a:endParaRPr>
              </a:p>
            </p:txBody>
          </p:sp>
        </p:grpSp>
        <p:grpSp>
          <p:nvGrpSpPr>
            <p:cNvPr id="6155" name="Group 37">
              <a:extLst>
                <a:ext uri="{FF2B5EF4-FFF2-40B4-BE49-F238E27FC236}">
                  <a16:creationId xmlns:a16="http://schemas.microsoft.com/office/drawing/2014/main" id="{11D26DCE-D1FC-12C3-010E-CAC76084CFAE}"/>
                </a:ext>
              </a:extLst>
            </p:cNvPr>
            <p:cNvGrpSpPr>
              <a:grpSpLocks/>
            </p:cNvGrpSpPr>
            <p:nvPr/>
          </p:nvGrpSpPr>
          <p:grpSpPr bwMode="auto">
            <a:xfrm>
              <a:off x="475" y="3249"/>
              <a:ext cx="3584" cy="198"/>
              <a:chOff x="385" y="2209"/>
              <a:chExt cx="3584" cy="313"/>
            </a:xfrm>
          </p:grpSpPr>
          <p:sp>
            <p:nvSpPr>
              <p:cNvPr id="6156" name="AutoShape 38">
                <a:extLst>
                  <a:ext uri="{FF2B5EF4-FFF2-40B4-BE49-F238E27FC236}">
                    <a16:creationId xmlns:a16="http://schemas.microsoft.com/office/drawing/2014/main" id="{89350059-4BEA-272B-CADA-A0141C506A35}"/>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6157" name="Text Box 39">
                <a:extLst>
                  <a:ext uri="{FF2B5EF4-FFF2-40B4-BE49-F238E27FC236}">
                    <a16:creationId xmlns:a16="http://schemas.microsoft.com/office/drawing/2014/main" id="{7FC9EDC2-5FBB-F196-D613-787436F9E50B}"/>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复习思考题 </a:t>
                </a:r>
              </a:p>
            </p:txBody>
          </p:sp>
          <p:sp>
            <p:nvSpPr>
              <p:cNvPr id="6158" name="Rectangle 40">
                <a:extLst>
                  <a:ext uri="{FF2B5EF4-FFF2-40B4-BE49-F238E27FC236}">
                    <a16:creationId xmlns:a16="http://schemas.microsoft.com/office/drawing/2014/main" id="{E83A0B40-07F4-78F1-EA3C-7584F780FE3B}"/>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7.8</a:t>
                </a:r>
                <a:endParaRPr kumimoji="1" lang="en-US" altLang="zh-CN" sz="1800">
                  <a:solidFill>
                    <a:srgbClr val="000000"/>
                  </a:solidFill>
                </a:endParaRPr>
              </a:p>
            </p:txBody>
          </p:sp>
        </p:gr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A7184A2F-FBE9-0850-55A2-798D0D755317}"/>
              </a:ext>
            </a:extLst>
          </p:cNvPr>
          <p:cNvSpPr>
            <a:spLocks noGrp="1" noChangeArrowheads="1"/>
          </p:cNvSpPr>
          <p:nvPr>
            <p:ph type="title"/>
          </p:nvPr>
        </p:nvSpPr>
        <p:spPr>
          <a:xfrm>
            <a:off x="466725" y="1052513"/>
            <a:ext cx="8497888" cy="720725"/>
          </a:xfrm>
        </p:spPr>
        <p:txBody>
          <a:bodyPr/>
          <a:lstStyle/>
          <a:p>
            <a:pPr eaLnBrk="1" hangingPunct="1"/>
            <a:r>
              <a:rPr lang="en-US" altLang="zh-CN"/>
              <a:t>7.1  </a:t>
            </a:r>
            <a:r>
              <a:rPr kumimoji="1" lang="zh-CN" altLang="en-US"/>
              <a:t>软件项目分解</a:t>
            </a:r>
          </a:p>
        </p:txBody>
      </p:sp>
      <p:sp>
        <p:nvSpPr>
          <p:cNvPr id="8195" name="Rectangle 3">
            <a:extLst>
              <a:ext uri="{FF2B5EF4-FFF2-40B4-BE49-F238E27FC236}">
                <a16:creationId xmlns:a16="http://schemas.microsoft.com/office/drawing/2014/main" id="{1823FFF7-FD15-0205-B8B0-32A3BB231435}"/>
              </a:ext>
            </a:extLst>
          </p:cNvPr>
          <p:cNvSpPr>
            <a:spLocks noGrp="1" noChangeArrowheads="1"/>
          </p:cNvSpPr>
          <p:nvPr>
            <p:ph type="body" idx="1"/>
          </p:nvPr>
        </p:nvSpPr>
        <p:spPr>
          <a:xfrm>
            <a:off x="749300" y="1989138"/>
            <a:ext cx="7931150" cy="4868862"/>
          </a:xfrm>
        </p:spPr>
        <p:txBody>
          <a:bodyPr/>
          <a:lstStyle/>
          <a:p>
            <a:pPr algn="just" eaLnBrk="1" hangingPunct="1">
              <a:lnSpc>
                <a:spcPct val="140000"/>
              </a:lnSpc>
              <a:spcBef>
                <a:spcPct val="60000"/>
              </a:spcBef>
              <a:buFont typeface="Wingdings" panose="05000000000000000000" pitchFamily="2" charset="2"/>
              <a:buChar char="§"/>
            </a:pPr>
            <a:r>
              <a:rPr lang="zh-CN" altLang="en-US" sz="1800" dirty="0">
                <a:solidFill>
                  <a:schemeClr val="accent2"/>
                </a:solidFill>
                <a:ea typeface="黑体" panose="02010609060101010101" pitchFamily="49" charset="-122"/>
              </a:rPr>
              <a:t>项目分解目的 </a:t>
            </a:r>
            <a:r>
              <a:rPr lang="en-US" altLang="zh-CN" sz="1800" dirty="0">
                <a:solidFill>
                  <a:schemeClr val="accent2"/>
                </a:solidFill>
                <a:ea typeface="黑体" panose="02010609060101010101" pitchFamily="49" charset="-122"/>
              </a:rPr>
              <a:t>——</a:t>
            </a:r>
            <a:r>
              <a:rPr lang="en-US" altLang="zh-CN" sz="1800" dirty="0"/>
              <a:t> </a:t>
            </a:r>
            <a:r>
              <a:rPr lang="zh-CN" altLang="en-US" sz="1800" dirty="0"/>
              <a:t>明确项目所包含的各项工作；项目分解的结果就是</a:t>
            </a:r>
            <a:r>
              <a:rPr lang="en-US" altLang="zh-CN" sz="1800" dirty="0"/>
              <a:t>WBS </a:t>
            </a:r>
            <a:r>
              <a:rPr lang="zh-CN" altLang="en-US" sz="1800" dirty="0"/>
              <a:t>（任务分解结构）图</a:t>
            </a:r>
            <a:endParaRPr lang="zh-CN" altLang="en-US" sz="1800" b="0" dirty="0"/>
          </a:p>
          <a:p>
            <a:pPr algn="just" eaLnBrk="1" hangingPunct="1">
              <a:lnSpc>
                <a:spcPct val="140000"/>
              </a:lnSpc>
              <a:spcBef>
                <a:spcPct val="60000"/>
              </a:spcBef>
              <a:buFont typeface="Wingdings" panose="05000000000000000000" pitchFamily="2" charset="2"/>
              <a:buChar char="§"/>
            </a:pPr>
            <a:r>
              <a:rPr lang="zh-CN" altLang="en-US" sz="1800" dirty="0">
                <a:solidFill>
                  <a:schemeClr val="accent2"/>
                </a:solidFill>
                <a:ea typeface="黑体" panose="02010609060101010101" pitchFamily="49" charset="-122"/>
              </a:rPr>
              <a:t>项目分解意义 </a:t>
            </a:r>
            <a:r>
              <a:rPr lang="en-US" altLang="zh-CN" sz="1800" dirty="0">
                <a:solidFill>
                  <a:schemeClr val="accent2"/>
                </a:solidFill>
                <a:ea typeface="黑体" panose="02010609060101010101" pitchFamily="49" charset="-122"/>
              </a:rPr>
              <a:t>——</a:t>
            </a:r>
            <a:r>
              <a:rPr lang="en-US" altLang="zh-CN" sz="1800" dirty="0"/>
              <a:t>WBS</a:t>
            </a:r>
            <a:r>
              <a:rPr lang="zh-CN" altLang="en-US" sz="1800" dirty="0"/>
              <a:t>（任务分解结构）图是实施项目、创造最终产品或服务所必须进行的全部活动的一张清单，也是进度计划、人员分配、预算计划的基础</a:t>
            </a:r>
          </a:p>
          <a:p>
            <a:pPr algn="just" eaLnBrk="1" hangingPunct="1">
              <a:lnSpc>
                <a:spcPct val="140000"/>
              </a:lnSpc>
              <a:spcBef>
                <a:spcPct val="60000"/>
              </a:spcBef>
              <a:buFont typeface="Wingdings" panose="05000000000000000000" pitchFamily="2" charset="2"/>
              <a:buChar char="§"/>
            </a:pPr>
            <a:r>
              <a:rPr lang="zh-CN" altLang="en-US" sz="1800" dirty="0">
                <a:solidFill>
                  <a:schemeClr val="accent2"/>
                </a:solidFill>
                <a:ea typeface="黑体" panose="02010609060101010101" pitchFamily="49" charset="-122"/>
              </a:rPr>
              <a:t>项目分解内容 </a:t>
            </a:r>
            <a:r>
              <a:rPr lang="en-US" altLang="zh-CN" sz="1800" dirty="0">
                <a:solidFill>
                  <a:schemeClr val="accent2"/>
                </a:solidFill>
                <a:ea typeface="黑体" panose="02010609060101010101" pitchFamily="49" charset="-122"/>
              </a:rPr>
              <a:t>——</a:t>
            </a:r>
            <a:r>
              <a:rPr lang="zh-CN" altLang="en-US" sz="1800" dirty="0"/>
              <a:t>项目分解就是先把复杂的项目逐步分解成一层一层的要素（工作），直到具体明确为止</a:t>
            </a:r>
          </a:p>
          <a:p>
            <a:pPr algn="just" eaLnBrk="1" hangingPunct="1">
              <a:lnSpc>
                <a:spcPct val="140000"/>
              </a:lnSpc>
              <a:spcBef>
                <a:spcPct val="60000"/>
              </a:spcBef>
              <a:buFont typeface="Wingdings" panose="05000000000000000000" pitchFamily="2" charset="2"/>
              <a:buChar char="§"/>
            </a:pPr>
            <a:r>
              <a:rPr lang="zh-CN" altLang="en-US" sz="1800" dirty="0">
                <a:solidFill>
                  <a:schemeClr val="accent2"/>
                </a:solidFill>
                <a:ea typeface="黑体" panose="02010609060101010101" pitchFamily="49" charset="-122"/>
              </a:rPr>
              <a:t>项目分解工具 </a:t>
            </a:r>
            <a:r>
              <a:rPr lang="en-US" altLang="zh-CN" sz="1800" dirty="0">
                <a:solidFill>
                  <a:schemeClr val="accent2"/>
                </a:solidFill>
                <a:ea typeface="黑体" panose="02010609060101010101" pitchFamily="49" charset="-122"/>
              </a:rPr>
              <a:t>——</a:t>
            </a:r>
            <a:r>
              <a:rPr lang="zh-CN" altLang="en-US" sz="1800" dirty="0"/>
              <a:t>项目分解的工具是工作分解结构ＷＢＳ原理，它是一个分级的树型结构，是一个对项目工作由粗到细的分解过程</a:t>
            </a:r>
          </a:p>
          <a:p>
            <a:pPr eaLnBrk="1" hangingPunct="1">
              <a:lnSpc>
                <a:spcPct val="130000"/>
              </a:lnSpc>
              <a:spcBef>
                <a:spcPct val="50000"/>
              </a:spcBef>
            </a:pPr>
            <a:endParaRPr lang="en-US" altLang="zh-CN"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3C1FCD06-325E-9718-4EAB-CAE002404FF6}"/>
              </a:ext>
            </a:extLst>
          </p:cNvPr>
          <p:cNvSpPr>
            <a:spLocks noGrp="1" noChangeArrowheads="1"/>
          </p:cNvSpPr>
          <p:nvPr>
            <p:ph type="title"/>
          </p:nvPr>
        </p:nvSpPr>
        <p:spPr>
          <a:xfrm>
            <a:off x="466725" y="1052513"/>
            <a:ext cx="8497888" cy="720725"/>
          </a:xfrm>
        </p:spPr>
        <p:txBody>
          <a:bodyPr/>
          <a:lstStyle/>
          <a:p>
            <a:pPr eaLnBrk="1" hangingPunct="1"/>
            <a:r>
              <a:rPr kumimoji="1" lang="zh-CN" altLang="en-US"/>
              <a:t>软件项目分解</a:t>
            </a:r>
          </a:p>
        </p:txBody>
      </p:sp>
      <p:sp>
        <p:nvSpPr>
          <p:cNvPr id="9219" name="Rectangle 3">
            <a:extLst>
              <a:ext uri="{FF2B5EF4-FFF2-40B4-BE49-F238E27FC236}">
                <a16:creationId xmlns:a16="http://schemas.microsoft.com/office/drawing/2014/main" id="{82BE2879-BD52-0BFB-43DC-F7E037548736}"/>
              </a:ext>
            </a:extLst>
          </p:cNvPr>
          <p:cNvSpPr>
            <a:spLocks noGrp="1" noChangeArrowheads="1"/>
          </p:cNvSpPr>
          <p:nvPr>
            <p:ph type="body" idx="1"/>
          </p:nvPr>
        </p:nvSpPr>
        <p:spPr>
          <a:xfrm>
            <a:off x="323850" y="1989138"/>
            <a:ext cx="8820150" cy="4868862"/>
          </a:xfrm>
        </p:spPr>
        <p:txBody>
          <a:bodyPr/>
          <a:lstStyle/>
          <a:p>
            <a:pPr eaLnBrk="1" hangingPunct="1">
              <a:lnSpc>
                <a:spcPct val="130000"/>
              </a:lnSpc>
              <a:spcBef>
                <a:spcPct val="60000"/>
              </a:spcBef>
            </a:pPr>
            <a:r>
              <a:rPr lang="en-US" altLang="zh-CN" sz="2000" dirty="0">
                <a:solidFill>
                  <a:schemeClr val="accent2"/>
                </a:solidFill>
              </a:rPr>
              <a:t>WBS —— </a:t>
            </a:r>
            <a:r>
              <a:rPr lang="en-US" altLang="zh-CN" sz="2000" dirty="0">
                <a:solidFill>
                  <a:srgbClr val="FF0066"/>
                </a:solidFill>
              </a:rPr>
              <a:t>Work Breakdown Structure</a:t>
            </a:r>
            <a:r>
              <a:rPr lang="zh-CN" altLang="en-US" sz="2000" dirty="0"/>
              <a:t>主要是将一个项目分解成易于管理的几个部分或几个细目，以便确保找出完成项目工作范围所需的所有工作要素它是一种在项目全范围内分解和定义各层次工作包的方法</a:t>
            </a:r>
          </a:p>
          <a:p>
            <a:pPr eaLnBrk="1" hangingPunct="1">
              <a:lnSpc>
                <a:spcPct val="130000"/>
              </a:lnSpc>
              <a:spcBef>
                <a:spcPct val="60000"/>
              </a:spcBef>
            </a:pPr>
            <a:r>
              <a:rPr lang="en-US" altLang="zh-CN" sz="2000" dirty="0">
                <a:solidFill>
                  <a:schemeClr val="accent2"/>
                </a:solidFill>
              </a:rPr>
              <a:t>WBS —— </a:t>
            </a:r>
            <a:r>
              <a:rPr lang="en-US" altLang="zh-CN" sz="2000" dirty="0">
                <a:solidFill>
                  <a:srgbClr val="FF0066"/>
                </a:solidFill>
              </a:rPr>
              <a:t>Work Breakdown Structure</a:t>
            </a:r>
            <a:r>
              <a:rPr lang="zh-CN" altLang="en-US" sz="2000" dirty="0"/>
              <a:t>结构层次越往下层则项目组成部分的定义越详细，</a:t>
            </a:r>
            <a:r>
              <a:rPr lang="en-US" altLang="zh-CN" sz="2000" dirty="0"/>
              <a:t>WBS</a:t>
            </a:r>
            <a:r>
              <a:rPr lang="zh-CN" altLang="en-US" sz="2000" dirty="0"/>
              <a:t>最后构成一份层次清晰，可以具体作为组织项目实施的工作依据</a:t>
            </a:r>
          </a:p>
          <a:p>
            <a:pPr eaLnBrk="1" hangingPunct="1">
              <a:lnSpc>
                <a:spcPct val="130000"/>
              </a:lnSpc>
              <a:spcBef>
                <a:spcPct val="60000"/>
              </a:spcBef>
            </a:pPr>
            <a:r>
              <a:rPr lang="en-US" altLang="zh-CN" sz="2000" dirty="0">
                <a:solidFill>
                  <a:schemeClr val="accent2"/>
                </a:solidFill>
              </a:rPr>
              <a:t>WBS ——</a:t>
            </a:r>
            <a:r>
              <a:rPr lang="en-US" altLang="zh-CN" sz="2000" dirty="0">
                <a:solidFill>
                  <a:srgbClr val="FF0066"/>
                </a:solidFill>
              </a:rPr>
              <a:t>Work Breakdown Structure</a:t>
            </a:r>
            <a:r>
              <a:rPr lang="zh-CN" altLang="en-US" sz="2000" dirty="0"/>
              <a:t>通常是</a:t>
            </a:r>
            <a:r>
              <a:rPr lang="zh-CN" altLang="en-US" sz="2000" dirty="0">
                <a:solidFill>
                  <a:srgbClr val="FF0066"/>
                </a:solidFill>
              </a:rPr>
              <a:t>一种面向“成果”的“树”</a:t>
            </a:r>
            <a:r>
              <a:rPr lang="zh-CN" altLang="en-US" sz="2000" dirty="0"/>
              <a:t>，其最底层是细化后的“可交付成果”，该树组织确定了项目的整个范围。但</a:t>
            </a:r>
            <a:r>
              <a:rPr lang="en-US" altLang="zh-CN" sz="2000" dirty="0"/>
              <a:t>WBS</a:t>
            </a:r>
            <a:r>
              <a:rPr lang="zh-CN" altLang="en-US" sz="2000" dirty="0"/>
              <a:t>的形式并不限于“树”状，还有多种形式。</a:t>
            </a:r>
          </a:p>
          <a:p>
            <a:pPr eaLnBrk="1" hangingPunct="1"/>
            <a:endParaRPr lang="en-US" altLang="zh-CN"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17C4DFF0-B606-F919-50D1-8DF1C02B7A11}"/>
              </a:ext>
            </a:extLst>
          </p:cNvPr>
          <p:cNvSpPr>
            <a:spLocks noGrp="1" noChangeArrowheads="1"/>
          </p:cNvSpPr>
          <p:nvPr>
            <p:ph type="title"/>
          </p:nvPr>
        </p:nvSpPr>
        <p:spPr/>
        <p:txBody>
          <a:bodyPr/>
          <a:lstStyle/>
          <a:p>
            <a:pPr eaLnBrk="1" hangingPunct="1"/>
            <a:r>
              <a:rPr kumimoji="1" lang="zh-CN" altLang="en-US"/>
              <a:t>软件项目分解</a:t>
            </a:r>
          </a:p>
        </p:txBody>
      </p:sp>
      <p:sp>
        <p:nvSpPr>
          <p:cNvPr id="10243" name="Rectangle 3">
            <a:extLst>
              <a:ext uri="{FF2B5EF4-FFF2-40B4-BE49-F238E27FC236}">
                <a16:creationId xmlns:a16="http://schemas.microsoft.com/office/drawing/2014/main" id="{03867D7B-6FC0-05F8-DE0D-89CFF89C497E}"/>
              </a:ext>
            </a:extLst>
          </p:cNvPr>
          <p:cNvSpPr>
            <a:spLocks noGrp="1" noChangeArrowheads="1"/>
          </p:cNvSpPr>
          <p:nvPr>
            <p:ph type="body" idx="1"/>
          </p:nvPr>
        </p:nvSpPr>
        <p:spPr>
          <a:xfrm>
            <a:off x="1187450" y="1989138"/>
            <a:ext cx="7777163" cy="4868862"/>
          </a:xfrm>
        </p:spPr>
        <p:txBody>
          <a:bodyPr/>
          <a:lstStyle/>
          <a:p>
            <a:pPr eaLnBrk="1" hangingPunct="1">
              <a:lnSpc>
                <a:spcPct val="140000"/>
              </a:lnSpc>
              <a:spcBef>
                <a:spcPct val="50000"/>
              </a:spcBef>
            </a:pPr>
            <a:r>
              <a:rPr lang="en-US" altLang="zh-CN" sz="2400">
                <a:solidFill>
                  <a:schemeClr val="accent2"/>
                </a:solidFill>
              </a:rPr>
              <a:t>WBS</a:t>
            </a:r>
            <a:r>
              <a:rPr lang="zh-CN" altLang="en-US" sz="2400">
                <a:solidFill>
                  <a:schemeClr val="accent2"/>
                </a:solidFill>
                <a:ea typeface="黑体" panose="02010609060101010101" pitchFamily="49" charset="-122"/>
              </a:rPr>
              <a:t>分解类型</a:t>
            </a:r>
          </a:p>
          <a:p>
            <a:pPr eaLnBrk="1" hangingPunct="1">
              <a:lnSpc>
                <a:spcPct val="140000"/>
              </a:lnSpc>
              <a:spcBef>
                <a:spcPct val="50000"/>
              </a:spcBef>
            </a:pPr>
            <a:r>
              <a:rPr lang="zh-CN" altLang="en-US" sz="2000">
                <a:solidFill>
                  <a:srgbClr val="CA5B08"/>
                </a:solidFill>
                <a:ea typeface="黑体" panose="02010609060101010101" pitchFamily="49" charset="-122"/>
              </a:rPr>
              <a:t>基于可交付成果的划分</a:t>
            </a:r>
          </a:p>
          <a:p>
            <a:pPr lvl="1" eaLnBrk="1" hangingPunct="1">
              <a:lnSpc>
                <a:spcPct val="140000"/>
              </a:lnSpc>
              <a:spcBef>
                <a:spcPct val="50000"/>
              </a:spcBef>
            </a:pPr>
            <a:r>
              <a:rPr lang="zh-CN" altLang="en-US" sz="2000"/>
              <a:t>上层一般为可交付成果为导向</a:t>
            </a:r>
          </a:p>
          <a:p>
            <a:pPr lvl="1" eaLnBrk="1" hangingPunct="1">
              <a:lnSpc>
                <a:spcPct val="140000"/>
              </a:lnSpc>
              <a:spcBef>
                <a:spcPct val="50000"/>
              </a:spcBef>
            </a:pPr>
            <a:r>
              <a:rPr lang="zh-CN" altLang="en-US" sz="2000"/>
              <a:t>下层一般为可交付成果的工作内容</a:t>
            </a:r>
          </a:p>
          <a:p>
            <a:pPr eaLnBrk="1" hangingPunct="1">
              <a:lnSpc>
                <a:spcPct val="140000"/>
              </a:lnSpc>
              <a:spcBef>
                <a:spcPct val="50000"/>
              </a:spcBef>
            </a:pPr>
            <a:r>
              <a:rPr lang="zh-CN" altLang="en-US" sz="2000">
                <a:solidFill>
                  <a:srgbClr val="CA5B08"/>
                </a:solidFill>
                <a:ea typeface="黑体" panose="02010609060101010101" pitchFamily="49" charset="-122"/>
              </a:rPr>
              <a:t>基于工作过程的划分</a:t>
            </a:r>
          </a:p>
          <a:p>
            <a:pPr lvl="1" eaLnBrk="1" hangingPunct="1">
              <a:lnSpc>
                <a:spcPct val="140000"/>
              </a:lnSpc>
              <a:spcBef>
                <a:spcPct val="50000"/>
              </a:spcBef>
            </a:pPr>
            <a:r>
              <a:rPr lang="zh-CN" altLang="en-US" sz="2000"/>
              <a:t>上层按照工作的流程分解</a:t>
            </a:r>
          </a:p>
          <a:p>
            <a:pPr lvl="1" eaLnBrk="1" hangingPunct="1">
              <a:lnSpc>
                <a:spcPct val="140000"/>
              </a:lnSpc>
              <a:spcBef>
                <a:spcPct val="50000"/>
              </a:spcBef>
            </a:pPr>
            <a:r>
              <a:rPr lang="zh-CN" altLang="en-US" sz="2000"/>
              <a:t>下层按照工作的内容划分</a:t>
            </a:r>
          </a:p>
          <a:p>
            <a:pPr eaLnBrk="1" hangingPunct="1">
              <a:lnSpc>
                <a:spcPct val="140000"/>
              </a:lnSpc>
              <a:spcBef>
                <a:spcPct val="50000"/>
              </a:spcBef>
            </a:pPr>
            <a:endParaRPr lang="en-US" altLang="zh-CN" sz="2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4ED56103-5826-AE94-B872-CCC5C991B040}"/>
              </a:ext>
            </a:extLst>
          </p:cNvPr>
          <p:cNvSpPr>
            <a:spLocks noGrp="1" noChangeArrowheads="1"/>
          </p:cNvSpPr>
          <p:nvPr>
            <p:ph type="title"/>
          </p:nvPr>
        </p:nvSpPr>
        <p:spPr/>
        <p:txBody>
          <a:bodyPr/>
          <a:lstStyle/>
          <a:p>
            <a:pPr eaLnBrk="1" hangingPunct="1"/>
            <a:r>
              <a:rPr kumimoji="1" lang="zh-CN" altLang="en-US"/>
              <a:t>软件项目分解</a:t>
            </a:r>
          </a:p>
        </p:txBody>
      </p:sp>
      <p:sp>
        <p:nvSpPr>
          <p:cNvPr id="11267" name="Rectangle 3">
            <a:extLst>
              <a:ext uri="{FF2B5EF4-FFF2-40B4-BE49-F238E27FC236}">
                <a16:creationId xmlns:a16="http://schemas.microsoft.com/office/drawing/2014/main" id="{738FCB15-C772-4E0D-3D58-EEC2FF70EE02}"/>
              </a:ext>
            </a:extLst>
          </p:cNvPr>
          <p:cNvSpPr>
            <a:spLocks noGrp="1" noChangeArrowheads="1"/>
          </p:cNvSpPr>
          <p:nvPr>
            <p:ph type="body" idx="1"/>
          </p:nvPr>
        </p:nvSpPr>
        <p:spPr>
          <a:xfrm>
            <a:off x="539750" y="2060575"/>
            <a:ext cx="8424863" cy="4797425"/>
          </a:xfrm>
        </p:spPr>
        <p:txBody>
          <a:bodyPr/>
          <a:lstStyle/>
          <a:p>
            <a:pPr eaLnBrk="1" hangingPunct="1"/>
            <a:r>
              <a:rPr lang="zh-CN" altLang="en-US" sz="2000">
                <a:solidFill>
                  <a:srgbClr val="CA5B08"/>
                </a:solidFill>
                <a:ea typeface="黑体" panose="02010609060101010101" pitchFamily="49" charset="-122"/>
              </a:rPr>
              <a:t>基于可交付成果的划分</a:t>
            </a:r>
            <a:r>
              <a:rPr lang="en-US" altLang="zh-CN" sz="2000">
                <a:solidFill>
                  <a:srgbClr val="CA5B08"/>
                </a:solidFill>
                <a:ea typeface="黑体" panose="02010609060101010101" pitchFamily="49" charset="-122"/>
              </a:rPr>
              <a:t>——</a:t>
            </a:r>
            <a:r>
              <a:rPr lang="en-US" altLang="zh-CN" sz="2000"/>
              <a:t>WBS</a:t>
            </a:r>
            <a:r>
              <a:rPr lang="zh-CN" altLang="en-US" sz="2000"/>
              <a:t>举例</a:t>
            </a:r>
            <a:r>
              <a:rPr lang="en-US" altLang="zh-CN" sz="2000"/>
              <a:t>:</a:t>
            </a:r>
            <a:r>
              <a:rPr lang="zh-CN" altLang="en-US" sz="2000"/>
              <a:t>信息网络工程</a:t>
            </a:r>
          </a:p>
        </p:txBody>
      </p:sp>
      <p:grpSp>
        <p:nvGrpSpPr>
          <p:cNvPr id="2" name="Group 4">
            <a:extLst>
              <a:ext uri="{FF2B5EF4-FFF2-40B4-BE49-F238E27FC236}">
                <a16:creationId xmlns:a16="http://schemas.microsoft.com/office/drawing/2014/main" id="{E300A34B-FCB7-DE99-213F-A50176F6E9F3}"/>
              </a:ext>
            </a:extLst>
          </p:cNvPr>
          <p:cNvGrpSpPr>
            <a:grpSpLocks/>
          </p:cNvGrpSpPr>
          <p:nvPr/>
        </p:nvGrpSpPr>
        <p:grpSpPr bwMode="auto">
          <a:xfrm>
            <a:off x="1006475" y="2636838"/>
            <a:ext cx="7453313" cy="3600450"/>
            <a:chOff x="272" y="1207"/>
            <a:chExt cx="4695" cy="2268"/>
          </a:xfrm>
        </p:grpSpPr>
        <p:grpSp>
          <p:nvGrpSpPr>
            <p:cNvPr id="11269" name="Group 5">
              <a:extLst>
                <a:ext uri="{FF2B5EF4-FFF2-40B4-BE49-F238E27FC236}">
                  <a16:creationId xmlns:a16="http://schemas.microsoft.com/office/drawing/2014/main" id="{33FBDA40-B81F-B2B9-A7BC-F335223CC18B}"/>
                </a:ext>
              </a:extLst>
            </p:cNvPr>
            <p:cNvGrpSpPr>
              <a:grpSpLocks/>
            </p:cNvGrpSpPr>
            <p:nvPr/>
          </p:nvGrpSpPr>
          <p:grpSpPr bwMode="auto">
            <a:xfrm>
              <a:off x="770" y="1207"/>
              <a:ext cx="4197" cy="2268"/>
              <a:chOff x="770" y="935"/>
              <a:chExt cx="4197" cy="2268"/>
            </a:xfrm>
          </p:grpSpPr>
          <p:sp>
            <p:nvSpPr>
              <p:cNvPr id="11273" name="Text Box 6">
                <a:extLst>
                  <a:ext uri="{FF2B5EF4-FFF2-40B4-BE49-F238E27FC236}">
                    <a16:creationId xmlns:a16="http://schemas.microsoft.com/office/drawing/2014/main" id="{66EB857E-3B0F-D47C-E453-B8481C5D488D}"/>
                  </a:ext>
                </a:extLst>
              </p:cNvPr>
              <p:cNvSpPr txBox="1">
                <a:spLocks noChangeArrowheads="1"/>
              </p:cNvSpPr>
              <p:nvPr/>
            </p:nvSpPr>
            <p:spPr bwMode="auto">
              <a:xfrm>
                <a:off x="2384" y="935"/>
                <a:ext cx="915" cy="297"/>
              </a:xfrm>
              <a:prstGeom prst="rect">
                <a:avLst/>
              </a:prstGeom>
              <a:solidFill>
                <a:srgbClr val="CA5B08"/>
              </a:solidFill>
              <a:ln w="9525">
                <a:solidFill>
                  <a:schemeClr val="tx1"/>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kumimoji="1" lang="zh-CN" altLang="en-US" sz="1600">
                    <a:solidFill>
                      <a:schemeClr val="bg1"/>
                    </a:solidFill>
                    <a:latin typeface="黑体" panose="02010609060101010101" pitchFamily="49" charset="-122"/>
                    <a:ea typeface="黑体" panose="02010609060101010101" pitchFamily="49" charset="-122"/>
                  </a:rPr>
                  <a:t>信息网络工程</a:t>
                </a:r>
              </a:p>
            </p:txBody>
          </p:sp>
          <p:sp>
            <p:nvSpPr>
              <p:cNvPr id="11274" name="Text Box 7">
                <a:extLst>
                  <a:ext uri="{FF2B5EF4-FFF2-40B4-BE49-F238E27FC236}">
                    <a16:creationId xmlns:a16="http://schemas.microsoft.com/office/drawing/2014/main" id="{24F4DCE5-3E08-333F-9F0E-E2E520CF6A48}"/>
                  </a:ext>
                </a:extLst>
              </p:cNvPr>
              <p:cNvSpPr txBox="1">
                <a:spLocks noChangeArrowheads="1"/>
              </p:cNvSpPr>
              <p:nvPr/>
            </p:nvSpPr>
            <p:spPr bwMode="auto">
              <a:xfrm>
                <a:off x="1233" y="1877"/>
                <a:ext cx="796" cy="314"/>
              </a:xfrm>
              <a:prstGeom prst="rect">
                <a:avLst/>
              </a:prstGeom>
              <a:solidFill>
                <a:srgbClr val="CA5B08"/>
              </a:solidFill>
              <a:ln w="9525">
                <a:solidFill>
                  <a:schemeClr val="tx1"/>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kumimoji="1" lang="zh-CN" altLang="en-US" sz="1600">
                    <a:solidFill>
                      <a:schemeClr val="bg1"/>
                    </a:solidFill>
                    <a:latin typeface="黑体" panose="02010609060101010101" pitchFamily="49" charset="-122"/>
                    <a:ea typeface="黑体" panose="02010609060101010101" pitchFamily="49" charset="-122"/>
                  </a:rPr>
                  <a:t>结构化布线</a:t>
                </a:r>
              </a:p>
            </p:txBody>
          </p:sp>
          <p:sp>
            <p:nvSpPr>
              <p:cNvPr id="11275" name="Text Box 8">
                <a:extLst>
                  <a:ext uri="{FF2B5EF4-FFF2-40B4-BE49-F238E27FC236}">
                    <a16:creationId xmlns:a16="http://schemas.microsoft.com/office/drawing/2014/main" id="{B8579F6B-B879-28DA-6C9E-D2FF624F7621}"/>
                  </a:ext>
                </a:extLst>
              </p:cNvPr>
              <p:cNvSpPr txBox="1">
                <a:spLocks noChangeArrowheads="1"/>
              </p:cNvSpPr>
              <p:nvPr/>
            </p:nvSpPr>
            <p:spPr bwMode="auto">
              <a:xfrm>
                <a:off x="3600" y="1895"/>
                <a:ext cx="872" cy="314"/>
              </a:xfrm>
              <a:prstGeom prst="rect">
                <a:avLst/>
              </a:prstGeom>
              <a:solidFill>
                <a:srgbClr val="CA5B08"/>
              </a:solidFill>
              <a:ln w="9525">
                <a:solidFill>
                  <a:schemeClr val="tx1"/>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kumimoji="1" lang="zh-CN" altLang="en-US" sz="1400">
                    <a:solidFill>
                      <a:schemeClr val="bg1"/>
                    </a:solidFill>
                    <a:latin typeface="黑体" panose="02010609060101010101" pitchFamily="49" charset="-122"/>
                    <a:ea typeface="黑体" panose="02010609060101010101" pitchFamily="49" charset="-122"/>
                  </a:rPr>
                  <a:t>网络平台建设</a:t>
                </a:r>
              </a:p>
            </p:txBody>
          </p:sp>
          <p:sp>
            <p:nvSpPr>
              <p:cNvPr id="11276" name="Text Box 9">
                <a:extLst>
                  <a:ext uri="{FF2B5EF4-FFF2-40B4-BE49-F238E27FC236}">
                    <a16:creationId xmlns:a16="http://schemas.microsoft.com/office/drawing/2014/main" id="{2D4FA9A3-A566-885C-16EB-5EDE76710964}"/>
                  </a:ext>
                </a:extLst>
              </p:cNvPr>
              <p:cNvSpPr txBox="1">
                <a:spLocks noChangeArrowheads="1"/>
              </p:cNvSpPr>
              <p:nvPr/>
            </p:nvSpPr>
            <p:spPr bwMode="auto">
              <a:xfrm>
                <a:off x="770" y="2906"/>
                <a:ext cx="527" cy="297"/>
              </a:xfrm>
              <a:prstGeom prst="rect">
                <a:avLst/>
              </a:prstGeom>
              <a:solidFill>
                <a:srgbClr val="CA5B08"/>
              </a:solidFill>
              <a:ln w="9525">
                <a:solidFill>
                  <a:schemeClr val="tx1"/>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kumimoji="1" lang="zh-CN" altLang="en-US" sz="1200">
                    <a:solidFill>
                      <a:schemeClr val="bg1"/>
                    </a:solidFill>
                    <a:latin typeface="黑体" panose="02010609060101010101" pitchFamily="49" charset="-122"/>
                    <a:ea typeface="黑体" panose="02010609060101010101" pitchFamily="49" charset="-122"/>
                  </a:rPr>
                  <a:t>布线设计</a:t>
                </a:r>
              </a:p>
            </p:txBody>
          </p:sp>
          <p:sp>
            <p:nvSpPr>
              <p:cNvPr id="11277" name="Text Box 10">
                <a:extLst>
                  <a:ext uri="{FF2B5EF4-FFF2-40B4-BE49-F238E27FC236}">
                    <a16:creationId xmlns:a16="http://schemas.microsoft.com/office/drawing/2014/main" id="{3F5836A9-C44E-C997-9C39-6C73A1C0A85D}"/>
                  </a:ext>
                </a:extLst>
              </p:cNvPr>
              <p:cNvSpPr txBox="1">
                <a:spLocks noChangeArrowheads="1"/>
              </p:cNvSpPr>
              <p:nvPr/>
            </p:nvSpPr>
            <p:spPr bwMode="auto">
              <a:xfrm>
                <a:off x="1373" y="2924"/>
                <a:ext cx="355" cy="279"/>
              </a:xfrm>
              <a:prstGeom prst="rect">
                <a:avLst/>
              </a:prstGeom>
              <a:solidFill>
                <a:srgbClr val="CA5B08"/>
              </a:solidFill>
              <a:ln w="9525">
                <a:solidFill>
                  <a:schemeClr val="tx1"/>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kumimoji="1" lang="zh-CN" altLang="en-US" sz="1200">
                    <a:solidFill>
                      <a:schemeClr val="bg1"/>
                    </a:solidFill>
                    <a:latin typeface="黑体" panose="02010609060101010101" pitchFamily="49" charset="-122"/>
                    <a:ea typeface="黑体" panose="02010609060101010101" pitchFamily="49" charset="-122"/>
                  </a:rPr>
                  <a:t>采购</a:t>
                </a:r>
              </a:p>
            </p:txBody>
          </p:sp>
          <p:sp>
            <p:nvSpPr>
              <p:cNvPr id="11278" name="Text Box 11">
                <a:extLst>
                  <a:ext uri="{FF2B5EF4-FFF2-40B4-BE49-F238E27FC236}">
                    <a16:creationId xmlns:a16="http://schemas.microsoft.com/office/drawing/2014/main" id="{914D1AF8-9FD4-5A02-320B-72B1F3F4114D}"/>
                  </a:ext>
                </a:extLst>
              </p:cNvPr>
              <p:cNvSpPr txBox="1">
                <a:spLocks noChangeArrowheads="1"/>
              </p:cNvSpPr>
              <p:nvPr/>
            </p:nvSpPr>
            <p:spPr bwMode="auto">
              <a:xfrm>
                <a:off x="1803" y="2924"/>
                <a:ext cx="344" cy="279"/>
              </a:xfrm>
              <a:prstGeom prst="rect">
                <a:avLst/>
              </a:prstGeom>
              <a:solidFill>
                <a:srgbClr val="CA5B08"/>
              </a:solidFill>
              <a:ln w="9525">
                <a:solidFill>
                  <a:schemeClr val="tx1"/>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kumimoji="1" lang="zh-CN" altLang="en-US" sz="1200">
                    <a:solidFill>
                      <a:schemeClr val="bg1"/>
                    </a:solidFill>
                    <a:latin typeface="黑体" panose="02010609060101010101" pitchFamily="49" charset="-122"/>
                    <a:ea typeface="黑体" panose="02010609060101010101" pitchFamily="49" charset="-122"/>
                  </a:rPr>
                  <a:t>布线</a:t>
                </a:r>
              </a:p>
            </p:txBody>
          </p:sp>
          <p:sp>
            <p:nvSpPr>
              <p:cNvPr id="11279" name="Text Box 12">
                <a:extLst>
                  <a:ext uri="{FF2B5EF4-FFF2-40B4-BE49-F238E27FC236}">
                    <a16:creationId xmlns:a16="http://schemas.microsoft.com/office/drawing/2014/main" id="{B239A001-B996-438A-0F56-4573C3C3E6DB}"/>
                  </a:ext>
                </a:extLst>
              </p:cNvPr>
              <p:cNvSpPr txBox="1">
                <a:spLocks noChangeArrowheads="1"/>
              </p:cNvSpPr>
              <p:nvPr/>
            </p:nvSpPr>
            <p:spPr bwMode="auto">
              <a:xfrm>
                <a:off x="2212" y="2924"/>
                <a:ext cx="355" cy="279"/>
              </a:xfrm>
              <a:prstGeom prst="rect">
                <a:avLst/>
              </a:prstGeom>
              <a:solidFill>
                <a:srgbClr val="CA5B08"/>
              </a:solidFill>
              <a:ln w="9525">
                <a:solidFill>
                  <a:schemeClr val="tx1"/>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kumimoji="1" lang="zh-CN" altLang="en-US" sz="1200">
                    <a:solidFill>
                      <a:schemeClr val="bg1"/>
                    </a:solidFill>
                    <a:latin typeface="黑体" panose="02010609060101010101" pitchFamily="49" charset="-122"/>
                    <a:ea typeface="黑体" panose="02010609060101010101" pitchFamily="49" charset="-122"/>
                  </a:rPr>
                  <a:t>验收</a:t>
                </a:r>
              </a:p>
            </p:txBody>
          </p:sp>
          <p:sp>
            <p:nvSpPr>
              <p:cNvPr id="11280" name="Text Box 13">
                <a:extLst>
                  <a:ext uri="{FF2B5EF4-FFF2-40B4-BE49-F238E27FC236}">
                    <a16:creationId xmlns:a16="http://schemas.microsoft.com/office/drawing/2014/main" id="{54DBEB74-44F8-7F78-A1B2-91822C9C482C}"/>
                  </a:ext>
                </a:extLst>
              </p:cNvPr>
              <p:cNvSpPr txBox="1">
                <a:spLocks noChangeArrowheads="1"/>
              </p:cNvSpPr>
              <p:nvPr/>
            </p:nvSpPr>
            <p:spPr bwMode="auto">
              <a:xfrm>
                <a:off x="2782" y="2924"/>
                <a:ext cx="538" cy="279"/>
              </a:xfrm>
              <a:prstGeom prst="rect">
                <a:avLst/>
              </a:prstGeom>
              <a:solidFill>
                <a:srgbClr val="CA5B08"/>
              </a:solidFill>
              <a:ln w="9525">
                <a:solidFill>
                  <a:schemeClr val="tx1"/>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kumimoji="1" lang="zh-CN" altLang="en-US" sz="1200">
                    <a:solidFill>
                      <a:schemeClr val="bg1"/>
                    </a:solidFill>
                    <a:latin typeface="黑体" panose="02010609060101010101" pitchFamily="49" charset="-122"/>
                    <a:ea typeface="黑体" panose="02010609060101010101" pitchFamily="49" charset="-122"/>
                  </a:rPr>
                  <a:t>方案设计</a:t>
                </a:r>
              </a:p>
            </p:txBody>
          </p:sp>
          <p:sp>
            <p:nvSpPr>
              <p:cNvPr id="11281" name="Text Box 14">
                <a:extLst>
                  <a:ext uri="{FF2B5EF4-FFF2-40B4-BE49-F238E27FC236}">
                    <a16:creationId xmlns:a16="http://schemas.microsoft.com/office/drawing/2014/main" id="{B4B4FBE3-DCB4-BC73-891B-4335186C991B}"/>
                  </a:ext>
                </a:extLst>
              </p:cNvPr>
              <p:cNvSpPr txBox="1">
                <a:spLocks noChangeArrowheads="1"/>
              </p:cNvSpPr>
              <p:nvPr/>
            </p:nvSpPr>
            <p:spPr bwMode="auto">
              <a:xfrm>
                <a:off x="3428" y="2924"/>
                <a:ext cx="355" cy="262"/>
              </a:xfrm>
              <a:prstGeom prst="rect">
                <a:avLst/>
              </a:prstGeom>
              <a:solidFill>
                <a:srgbClr val="CA5B08"/>
              </a:solidFill>
              <a:ln w="9525">
                <a:solidFill>
                  <a:schemeClr val="tx1"/>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kumimoji="1" lang="zh-CN" altLang="en-US" sz="1200">
                    <a:solidFill>
                      <a:schemeClr val="bg1"/>
                    </a:solidFill>
                    <a:latin typeface="黑体" panose="02010609060101010101" pitchFamily="49" charset="-122"/>
                    <a:ea typeface="黑体" panose="02010609060101010101" pitchFamily="49" charset="-122"/>
                  </a:rPr>
                  <a:t>采购</a:t>
                </a:r>
              </a:p>
            </p:txBody>
          </p:sp>
          <p:sp>
            <p:nvSpPr>
              <p:cNvPr id="11282" name="Text Box 15">
                <a:extLst>
                  <a:ext uri="{FF2B5EF4-FFF2-40B4-BE49-F238E27FC236}">
                    <a16:creationId xmlns:a16="http://schemas.microsoft.com/office/drawing/2014/main" id="{CAE359BB-2FA5-A8ED-F302-78A14B45E442}"/>
                  </a:ext>
                </a:extLst>
              </p:cNvPr>
              <p:cNvSpPr txBox="1">
                <a:spLocks noChangeArrowheads="1"/>
              </p:cNvSpPr>
              <p:nvPr/>
            </p:nvSpPr>
            <p:spPr bwMode="auto">
              <a:xfrm>
                <a:off x="3848" y="2924"/>
                <a:ext cx="721" cy="262"/>
              </a:xfrm>
              <a:prstGeom prst="rect">
                <a:avLst/>
              </a:prstGeom>
              <a:solidFill>
                <a:srgbClr val="CA5B08"/>
              </a:solidFill>
              <a:ln w="9525">
                <a:solidFill>
                  <a:schemeClr val="tx1"/>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kumimoji="1" lang="zh-CN" altLang="en-US" sz="1200">
                    <a:solidFill>
                      <a:schemeClr val="bg1"/>
                    </a:solidFill>
                    <a:latin typeface="黑体" panose="02010609060101010101" pitchFamily="49" charset="-122"/>
                    <a:ea typeface="黑体" panose="02010609060101010101" pitchFamily="49" charset="-122"/>
                  </a:rPr>
                  <a:t>网络平台实施</a:t>
                </a:r>
              </a:p>
            </p:txBody>
          </p:sp>
          <p:sp>
            <p:nvSpPr>
              <p:cNvPr id="11283" name="Text Box 16">
                <a:extLst>
                  <a:ext uri="{FF2B5EF4-FFF2-40B4-BE49-F238E27FC236}">
                    <a16:creationId xmlns:a16="http://schemas.microsoft.com/office/drawing/2014/main" id="{89369770-9BA3-EEBA-1614-2C0550637962}"/>
                  </a:ext>
                </a:extLst>
              </p:cNvPr>
              <p:cNvSpPr txBox="1">
                <a:spLocks noChangeArrowheads="1"/>
              </p:cNvSpPr>
              <p:nvPr/>
            </p:nvSpPr>
            <p:spPr bwMode="auto">
              <a:xfrm>
                <a:off x="4623" y="2924"/>
                <a:ext cx="344" cy="262"/>
              </a:xfrm>
              <a:prstGeom prst="rect">
                <a:avLst/>
              </a:prstGeom>
              <a:solidFill>
                <a:srgbClr val="CA5B08"/>
              </a:solidFill>
              <a:ln w="9525">
                <a:solidFill>
                  <a:schemeClr val="tx1"/>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kumimoji="1" lang="zh-CN" altLang="en-US" sz="1200">
                    <a:solidFill>
                      <a:schemeClr val="bg1"/>
                    </a:solidFill>
                    <a:latin typeface="黑体" panose="02010609060101010101" pitchFamily="49" charset="-122"/>
                    <a:ea typeface="黑体" panose="02010609060101010101" pitchFamily="49" charset="-122"/>
                  </a:rPr>
                  <a:t>验收</a:t>
                </a:r>
              </a:p>
            </p:txBody>
          </p:sp>
          <p:sp>
            <p:nvSpPr>
              <p:cNvPr id="11284" name="Line 17">
                <a:extLst>
                  <a:ext uri="{FF2B5EF4-FFF2-40B4-BE49-F238E27FC236}">
                    <a16:creationId xmlns:a16="http://schemas.microsoft.com/office/drawing/2014/main" id="{9EA5E731-49A8-277C-9A02-86BD3A9C16D4}"/>
                  </a:ext>
                </a:extLst>
              </p:cNvPr>
              <p:cNvSpPr>
                <a:spLocks noChangeShapeType="1"/>
              </p:cNvSpPr>
              <p:nvPr/>
            </p:nvSpPr>
            <p:spPr bwMode="auto">
              <a:xfrm>
                <a:off x="1588" y="1598"/>
                <a:ext cx="244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5" name="Line 18">
                <a:extLst>
                  <a:ext uri="{FF2B5EF4-FFF2-40B4-BE49-F238E27FC236}">
                    <a16:creationId xmlns:a16="http://schemas.microsoft.com/office/drawing/2014/main" id="{9E1E0576-9A2B-00D8-36C3-6225B2B20C4B}"/>
                  </a:ext>
                </a:extLst>
              </p:cNvPr>
              <p:cNvSpPr>
                <a:spLocks noChangeShapeType="1"/>
              </p:cNvSpPr>
              <p:nvPr/>
            </p:nvSpPr>
            <p:spPr bwMode="auto">
              <a:xfrm>
                <a:off x="2825" y="1232"/>
                <a:ext cx="0" cy="3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6" name="Line 19">
                <a:extLst>
                  <a:ext uri="{FF2B5EF4-FFF2-40B4-BE49-F238E27FC236}">
                    <a16:creationId xmlns:a16="http://schemas.microsoft.com/office/drawing/2014/main" id="{CB8B8718-FDFB-9FE4-EAAC-FDF1CD8193EC}"/>
                  </a:ext>
                </a:extLst>
              </p:cNvPr>
              <p:cNvSpPr>
                <a:spLocks noChangeShapeType="1"/>
              </p:cNvSpPr>
              <p:nvPr/>
            </p:nvSpPr>
            <p:spPr bwMode="auto">
              <a:xfrm>
                <a:off x="1588" y="1598"/>
                <a:ext cx="0" cy="27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7" name="Line 20">
                <a:extLst>
                  <a:ext uri="{FF2B5EF4-FFF2-40B4-BE49-F238E27FC236}">
                    <a16:creationId xmlns:a16="http://schemas.microsoft.com/office/drawing/2014/main" id="{2AE03A4D-3D54-E4B1-6A86-8567759334E4}"/>
                  </a:ext>
                </a:extLst>
              </p:cNvPr>
              <p:cNvSpPr>
                <a:spLocks noChangeShapeType="1"/>
              </p:cNvSpPr>
              <p:nvPr/>
            </p:nvSpPr>
            <p:spPr bwMode="auto">
              <a:xfrm>
                <a:off x="4042" y="1598"/>
                <a:ext cx="0" cy="29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8" name="Line 21">
                <a:extLst>
                  <a:ext uri="{FF2B5EF4-FFF2-40B4-BE49-F238E27FC236}">
                    <a16:creationId xmlns:a16="http://schemas.microsoft.com/office/drawing/2014/main" id="{253C7DEA-1E5B-40E7-ADD7-740FE24D69B9}"/>
                  </a:ext>
                </a:extLst>
              </p:cNvPr>
              <p:cNvSpPr>
                <a:spLocks noChangeShapeType="1"/>
              </p:cNvSpPr>
              <p:nvPr/>
            </p:nvSpPr>
            <p:spPr bwMode="auto">
              <a:xfrm>
                <a:off x="1018" y="2592"/>
                <a:ext cx="134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9" name="Line 22">
                <a:extLst>
                  <a:ext uri="{FF2B5EF4-FFF2-40B4-BE49-F238E27FC236}">
                    <a16:creationId xmlns:a16="http://schemas.microsoft.com/office/drawing/2014/main" id="{5FD583D4-9811-AB1F-1D97-B1030D5988FC}"/>
                  </a:ext>
                </a:extLst>
              </p:cNvPr>
              <p:cNvSpPr>
                <a:spLocks noChangeShapeType="1"/>
              </p:cNvSpPr>
              <p:nvPr/>
            </p:nvSpPr>
            <p:spPr bwMode="auto">
              <a:xfrm>
                <a:off x="1018" y="2592"/>
                <a:ext cx="0" cy="31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0" name="Line 23">
                <a:extLst>
                  <a:ext uri="{FF2B5EF4-FFF2-40B4-BE49-F238E27FC236}">
                    <a16:creationId xmlns:a16="http://schemas.microsoft.com/office/drawing/2014/main" id="{770D9A3B-2B9E-B783-E347-9F6AEFCAFBB3}"/>
                  </a:ext>
                </a:extLst>
              </p:cNvPr>
              <p:cNvSpPr>
                <a:spLocks noChangeShapeType="1"/>
              </p:cNvSpPr>
              <p:nvPr/>
            </p:nvSpPr>
            <p:spPr bwMode="auto">
              <a:xfrm>
                <a:off x="1577" y="2191"/>
                <a:ext cx="0" cy="73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1" name="Line 24">
                <a:extLst>
                  <a:ext uri="{FF2B5EF4-FFF2-40B4-BE49-F238E27FC236}">
                    <a16:creationId xmlns:a16="http://schemas.microsoft.com/office/drawing/2014/main" id="{F687290A-B305-B235-A11F-F5F086ED6ACF}"/>
                  </a:ext>
                </a:extLst>
              </p:cNvPr>
              <p:cNvSpPr>
                <a:spLocks noChangeShapeType="1"/>
              </p:cNvSpPr>
              <p:nvPr/>
            </p:nvSpPr>
            <p:spPr bwMode="auto">
              <a:xfrm>
                <a:off x="1986" y="2592"/>
                <a:ext cx="0" cy="3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2" name="Line 25">
                <a:extLst>
                  <a:ext uri="{FF2B5EF4-FFF2-40B4-BE49-F238E27FC236}">
                    <a16:creationId xmlns:a16="http://schemas.microsoft.com/office/drawing/2014/main" id="{470B2E0E-1836-4218-E39D-D44C1E0DB579}"/>
                  </a:ext>
                </a:extLst>
              </p:cNvPr>
              <p:cNvSpPr>
                <a:spLocks noChangeShapeType="1"/>
              </p:cNvSpPr>
              <p:nvPr/>
            </p:nvSpPr>
            <p:spPr bwMode="auto">
              <a:xfrm>
                <a:off x="2363" y="2592"/>
                <a:ext cx="0" cy="3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3" name="Line 26">
                <a:extLst>
                  <a:ext uri="{FF2B5EF4-FFF2-40B4-BE49-F238E27FC236}">
                    <a16:creationId xmlns:a16="http://schemas.microsoft.com/office/drawing/2014/main" id="{BBA12003-ADE4-5072-F1BA-401AC792E2FC}"/>
                  </a:ext>
                </a:extLst>
              </p:cNvPr>
              <p:cNvSpPr>
                <a:spLocks noChangeShapeType="1"/>
              </p:cNvSpPr>
              <p:nvPr/>
            </p:nvSpPr>
            <p:spPr bwMode="auto">
              <a:xfrm>
                <a:off x="3008" y="2592"/>
                <a:ext cx="17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4" name="Line 27">
                <a:extLst>
                  <a:ext uri="{FF2B5EF4-FFF2-40B4-BE49-F238E27FC236}">
                    <a16:creationId xmlns:a16="http://schemas.microsoft.com/office/drawing/2014/main" id="{31192681-FF93-DF0D-6C58-8739A08C5821}"/>
                  </a:ext>
                </a:extLst>
              </p:cNvPr>
              <p:cNvSpPr>
                <a:spLocks noChangeShapeType="1"/>
              </p:cNvSpPr>
              <p:nvPr/>
            </p:nvSpPr>
            <p:spPr bwMode="auto">
              <a:xfrm>
                <a:off x="3008" y="2592"/>
                <a:ext cx="0" cy="3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5" name="Line 28">
                <a:extLst>
                  <a:ext uri="{FF2B5EF4-FFF2-40B4-BE49-F238E27FC236}">
                    <a16:creationId xmlns:a16="http://schemas.microsoft.com/office/drawing/2014/main" id="{EBB7439D-17CE-1E47-8E4F-9A7CED31CF24}"/>
                  </a:ext>
                </a:extLst>
              </p:cNvPr>
              <p:cNvSpPr>
                <a:spLocks noChangeShapeType="1"/>
              </p:cNvSpPr>
              <p:nvPr/>
            </p:nvSpPr>
            <p:spPr bwMode="auto">
              <a:xfrm>
                <a:off x="3579" y="2592"/>
                <a:ext cx="0" cy="3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6" name="Line 29">
                <a:extLst>
                  <a:ext uri="{FF2B5EF4-FFF2-40B4-BE49-F238E27FC236}">
                    <a16:creationId xmlns:a16="http://schemas.microsoft.com/office/drawing/2014/main" id="{E0CC68B5-F8AA-5C02-FBC2-C56D6FEF651F}"/>
                  </a:ext>
                </a:extLst>
              </p:cNvPr>
              <p:cNvSpPr>
                <a:spLocks noChangeShapeType="1"/>
              </p:cNvSpPr>
              <p:nvPr/>
            </p:nvSpPr>
            <p:spPr bwMode="auto">
              <a:xfrm>
                <a:off x="4052" y="2209"/>
                <a:ext cx="0" cy="7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7" name="Line 30">
                <a:extLst>
                  <a:ext uri="{FF2B5EF4-FFF2-40B4-BE49-F238E27FC236}">
                    <a16:creationId xmlns:a16="http://schemas.microsoft.com/office/drawing/2014/main" id="{CD7A0D44-3F59-B883-C9A5-57518548AF4A}"/>
                  </a:ext>
                </a:extLst>
              </p:cNvPr>
              <p:cNvSpPr>
                <a:spLocks noChangeShapeType="1"/>
              </p:cNvSpPr>
              <p:nvPr/>
            </p:nvSpPr>
            <p:spPr bwMode="auto">
              <a:xfrm>
                <a:off x="4752" y="2592"/>
                <a:ext cx="0" cy="3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48863" name="Text Box 31">
              <a:extLst>
                <a:ext uri="{FF2B5EF4-FFF2-40B4-BE49-F238E27FC236}">
                  <a16:creationId xmlns:a16="http://schemas.microsoft.com/office/drawing/2014/main" id="{9D1DD7B3-2BBA-F54C-F11B-73BBC3A3DA8D}"/>
                </a:ext>
              </a:extLst>
            </p:cNvPr>
            <p:cNvSpPr txBox="1">
              <a:spLocks noChangeArrowheads="1"/>
            </p:cNvSpPr>
            <p:nvPr/>
          </p:nvSpPr>
          <p:spPr bwMode="auto">
            <a:xfrm>
              <a:off x="272" y="1230"/>
              <a:ext cx="408" cy="231"/>
            </a:xfrm>
            <a:prstGeom prst="rect">
              <a:avLst/>
            </a:prstGeom>
            <a:solidFill>
              <a:srgbClr val="FFCC00"/>
            </a:solidFill>
            <a:ln w="12700" cap="sq" algn="ctr">
              <a:noFill/>
              <a:miter lim="800000"/>
              <a:headEnd/>
              <a:tailEnd/>
            </a:ln>
            <a:effectLst/>
          </p:spPr>
          <p:txBody>
            <a:bodyPr>
              <a:spAutoFit/>
            </a:bodyPr>
            <a:lstStyle/>
            <a:p>
              <a:pPr marL="342900" indent="-342900" eaLnBrk="1" hangingPunct="1">
                <a:spcBef>
                  <a:spcPct val="50000"/>
                </a:spcBef>
                <a:buClr>
                  <a:schemeClr val="tx2"/>
                </a:buClr>
                <a:buSzPct val="75000"/>
                <a:buFont typeface="Wingdings" pitchFamily="2" charset="2"/>
                <a:buNone/>
                <a:defRPr/>
              </a:pPr>
              <a:r>
                <a:rPr kumimoji="1" lang="en-US" altLang="zh-CN" sz="1800">
                  <a:solidFill>
                    <a:schemeClr val="tx1"/>
                  </a:solidFill>
                  <a:effectLst>
                    <a:outerShdw blurRad="38100" dist="38100" dir="2700000" algn="tl">
                      <a:srgbClr val="FFFFFF"/>
                    </a:outerShdw>
                  </a:effectLst>
                  <a:latin typeface="黑体" pitchFamily="2" charset="-122"/>
                  <a:ea typeface="黑体" pitchFamily="2" charset="-122"/>
                </a:rPr>
                <a:t>0</a:t>
              </a:r>
              <a:r>
                <a:rPr kumimoji="1" lang="zh-CN" altLang="en-US" sz="1800">
                  <a:solidFill>
                    <a:schemeClr val="tx1"/>
                  </a:solidFill>
                  <a:effectLst>
                    <a:outerShdw blurRad="38100" dist="38100" dir="2700000" algn="tl">
                      <a:srgbClr val="FFFFFF"/>
                    </a:outerShdw>
                  </a:effectLst>
                  <a:latin typeface="黑体" pitchFamily="2" charset="-122"/>
                  <a:ea typeface="黑体" pitchFamily="2" charset="-122"/>
                </a:rPr>
                <a:t>级</a:t>
              </a:r>
            </a:p>
          </p:txBody>
        </p:sp>
        <p:sp>
          <p:nvSpPr>
            <p:cNvPr id="248864" name="Text Box 32">
              <a:extLst>
                <a:ext uri="{FF2B5EF4-FFF2-40B4-BE49-F238E27FC236}">
                  <a16:creationId xmlns:a16="http://schemas.microsoft.com/office/drawing/2014/main" id="{7FCCB859-8981-6E34-266C-1946D6550C9B}"/>
                </a:ext>
              </a:extLst>
            </p:cNvPr>
            <p:cNvSpPr txBox="1">
              <a:spLocks noChangeArrowheads="1"/>
            </p:cNvSpPr>
            <p:nvPr/>
          </p:nvSpPr>
          <p:spPr bwMode="auto">
            <a:xfrm>
              <a:off x="272" y="2156"/>
              <a:ext cx="408" cy="231"/>
            </a:xfrm>
            <a:prstGeom prst="rect">
              <a:avLst/>
            </a:prstGeom>
            <a:solidFill>
              <a:srgbClr val="FFCC00"/>
            </a:solidFill>
            <a:ln w="12700" cap="sq" algn="ctr">
              <a:noFill/>
              <a:miter lim="800000"/>
              <a:headEnd/>
              <a:tailEnd/>
            </a:ln>
            <a:effectLst/>
          </p:spPr>
          <p:txBody>
            <a:bodyPr>
              <a:spAutoFit/>
            </a:bodyPr>
            <a:lstStyle/>
            <a:p>
              <a:pPr marL="342900" indent="-342900" eaLnBrk="1" hangingPunct="1">
                <a:spcBef>
                  <a:spcPct val="50000"/>
                </a:spcBef>
                <a:buClr>
                  <a:schemeClr val="tx2"/>
                </a:buClr>
                <a:buSzPct val="75000"/>
                <a:buFont typeface="Wingdings" pitchFamily="2" charset="2"/>
                <a:buNone/>
                <a:defRPr/>
              </a:pPr>
              <a:r>
                <a:rPr kumimoji="1" lang="en-US" altLang="zh-CN" sz="1800">
                  <a:solidFill>
                    <a:schemeClr val="tx1"/>
                  </a:solidFill>
                  <a:effectLst>
                    <a:outerShdw blurRad="38100" dist="38100" dir="2700000" algn="tl">
                      <a:srgbClr val="FFFFFF"/>
                    </a:outerShdw>
                  </a:effectLst>
                  <a:latin typeface="黑体" pitchFamily="2" charset="-122"/>
                  <a:ea typeface="黑体" pitchFamily="2" charset="-122"/>
                </a:rPr>
                <a:t>1</a:t>
              </a:r>
              <a:r>
                <a:rPr kumimoji="1" lang="zh-CN" altLang="en-US" sz="1800">
                  <a:solidFill>
                    <a:schemeClr val="tx1"/>
                  </a:solidFill>
                  <a:effectLst>
                    <a:outerShdw blurRad="38100" dist="38100" dir="2700000" algn="tl">
                      <a:srgbClr val="FFFFFF"/>
                    </a:outerShdw>
                  </a:effectLst>
                  <a:latin typeface="黑体" pitchFamily="2" charset="-122"/>
                  <a:ea typeface="黑体" pitchFamily="2" charset="-122"/>
                </a:rPr>
                <a:t>级</a:t>
              </a:r>
            </a:p>
          </p:txBody>
        </p:sp>
        <p:sp>
          <p:nvSpPr>
            <p:cNvPr id="248865" name="Text Box 33">
              <a:extLst>
                <a:ext uri="{FF2B5EF4-FFF2-40B4-BE49-F238E27FC236}">
                  <a16:creationId xmlns:a16="http://schemas.microsoft.com/office/drawing/2014/main" id="{19984111-A09C-5FFC-17D0-E4CA71291138}"/>
                </a:ext>
              </a:extLst>
            </p:cNvPr>
            <p:cNvSpPr txBox="1">
              <a:spLocks noChangeArrowheads="1"/>
            </p:cNvSpPr>
            <p:nvPr/>
          </p:nvSpPr>
          <p:spPr bwMode="auto">
            <a:xfrm>
              <a:off x="272" y="3199"/>
              <a:ext cx="408" cy="231"/>
            </a:xfrm>
            <a:prstGeom prst="rect">
              <a:avLst/>
            </a:prstGeom>
            <a:solidFill>
              <a:srgbClr val="FFCC00"/>
            </a:solidFill>
            <a:ln w="12700" cap="sq" algn="ctr">
              <a:noFill/>
              <a:miter lim="800000"/>
              <a:headEnd/>
              <a:tailEnd/>
            </a:ln>
            <a:effectLst/>
          </p:spPr>
          <p:txBody>
            <a:bodyPr>
              <a:spAutoFit/>
            </a:bodyPr>
            <a:lstStyle/>
            <a:p>
              <a:pPr marL="342900" indent="-342900" eaLnBrk="1" hangingPunct="1">
                <a:spcBef>
                  <a:spcPct val="50000"/>
                </a:spcBef>
                <a:buClr>
                  <a:schemeClr val="tx2"/>
                </a:buClr>
                <a:buSzPct val="75000"/>
                <a:buFont typeface="Wingdings" pitchFamily="2" charset="2"/>
                <a:buNone/>
                <a:defRPr/>
              </a:pPr>
              <a:r>
                <a:rPr kumimoji="1" lang="en-US" altLang="zh-CN" sz="1800">
                  <a:solidFill>
                    <a:schemeClr val="tx1"/>
                  </a:solidFill>
                  <a:effectLst>
                    <a:outerShdw blurRad="38100" dist="38100" dir="2700000" algn="tl">
                      <a:srgbClr val="FFFFFF"/>
                    </a:outerShdw>
                  </a:effectLst>
                  <a:latin typeface="黑体" pitchFamily="2" charset="-122"/>
                  <a:ea typeface="黑体" pitchFamily="2" charset="-122"/>
                </a:rPr>
                <a:t>2</a:t>
              </a:r>
              <a:r>
                <a:rPr kumimoji="1" lang="zh-CN" altLang="en-US" sz="1800">
                  <a:solidFill>
                    <a:schemeClr val="tx1"/>
                  </a:solidFill>
                  <a:effectLst>
                    <a:outerShdw blurRad="38100" dist="38100" dir="2700000" algn="tl">
                      <a:srgbClr val="FFFFFF"/>
                    </a:outerShdw>
                  </a:effectLst>
                  <a:latin typeface="黑体" pitchFamily="2" charset="-122"/>
                  <a:ea typeface="黑体" pitchFamily="2" charset="-122"/>
                </a:rPr>
                <a:t>级</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2623C6E5-88B7-9F4E-53BC-6EA074EB3C85}"/>
              </a:ext>
            </a:extLst>
          </p:cNvPr>
          <p:cNvSpPr>
            <a:spLocks noGrp="1" noChangeArrowheads="1"/>
          </p:cNvSpPr>
          <p:nvPr>
            <p:ph type="title"/>
          </p:nvPr>
        </p:nvSpPr>
        <p:spPr/>
        <p:txBody>
          <a:bodyPr/>
          <a:lstStyle/>
          <a:p>
            <a:pPr eaLnBrk="1" hangingPunct="1"/>
            <a:r>
              <a:rPr kumimoji="1" lang="zh-CN" altLang="en-US"/>
              <a:t>软件项目分解</a:t>
            </a:r>
          </a:p>
        </p:txBody>
      </p:sp>
      <p:sp>
        <p:nvSpPr>
          <p:cNvPr id="12291" name="Rectangle 3">
            <a:extLst>
              <a:ext uri="{FF2B5EF4-FFF2-40B4-BE49-F238E27FC236}">
                <a16:creationId xmlns:a16="http://schemas.microsoft.com/office/drawing/2014/main" id="{444E11C0-423F-8536-926F-C77ECA1152A0}"/>
              </a:ext>
            </a:extLst>
          </p:cNvPr>
          <p:cNvSpPr>
            <a:spLocks noGrp="1" noChangeArrowheads="1"/>
          </p:cNvSpPr>
          <p:nvPr>
            <p:ph type="body" idx="1"/>
          </p:nvPr>
        </p:nvSpPr>
        <p:spPr>
          <a:xfrm>
            <a:off x="323850" y="2060575"/>
            <a:ext cx="8820150" cy="4797425"/>
          </a:xfrm>
        </p:spPr>
        <p:txBody>
          <a:bodyPr/>
          <a:lstStyle/>
          <a:p>
            <a:pPr eaLnBrk="1" hangingPunct="1"/>
            <a:r>
              <a:rPr lang="zh-CN" altLang="en-US" sz="2000">
                <a:solidFill>
                  <a:srgbClr val="CA5B08"/>
                </a:solidFill>
                <a:ea typeface="黑体" panose="02010609060101010101" pitchFamily="49" charset="-122"/>
              </a:rPr>
              <a:t>基于工作过程的划分</a:t>
            </a:r>
            <a:r>
              <a:rPr lang="en-US" altLang="zh-CN" sz="2000">
                <a:solidFill>
                  <a:srgbClr val="CA5B08"/>
                </a:solidFill>
                <a:ea typeface="黑体" panose="02010609060101010101" pitchFamily="49" charset="-122"/>
              </a:rPr>
              <a:t>——</a:t>
            </a:r>
            <a:r>
              <a:rPr lang="en-US" altLang="zh-CN" sz="2000"/>
              <a:t>WBS</a:t>
            </a:r>
            <a:r>
              <a:rPr lang="zh-CN" altLang="en-US" sz="2000"/>
              <a:t>举例</a:t>
            </a:r>
            <a:r>
              <a:rPr lang="en-US" altLang="zh-CN" sz="2000"/>
              <a:t>:</a:t>
            </a:r>
            <a:r>
              <a:rPr lang="zh-CN" altLang="en-US" sz="2000"/>
              <a:t>网络系统工程</a:t>
            </a:r>
          </a:p>
        </p:txBody>
      </p:sp>
      <p:grpSp>
        <p:nvGrpSpPr>
          <p:cNvPr id="2" name="Group 4">
            <a:extLst>
              <a:ext uri="{FF2B5EF4-FFF2-40B4-BE49-F238E27FC236}">
                <a16:creationId xmlns:a16="http://schemas.microsoft.com/office/drawing/2014/main" id="{6AFB1724-104D-0589-6226-BCBBBEE7010F}"/>
              </a:ext>
            </a:extLst>
          </p:cNvPr>
          <p:cNvGrpSpPr>
            <a:grpSpLocks/>
          </p:cNvGrpSpPr>
          <p:nvPr/>
        </p:nvGrpSpPr>
        <p:grpSpPr bwMode="auto">
          <a:xfrm>
            <a:off x="777875" y="2744788"/>
            <a:ext cx="7610475" cy="3924300"/>
            <a:chOff x="385" y="1570"/>
            <a:chExt cx="4794" cy="2472"/>
          </a:xfrm>
        </p:grpSpPr>
        <p:sp>
          <p:nvSpPr>
            <p:cNvPr id="12293" name="Text Box 5">
              <a:extLst>
                <a:ext uri="{FF2B5EF4-FFF2-40B4-BE49-F238E27FC236}">
                  <a16:creationId xmlns:a16="http://schemas.microsoft.com/office/drawing/2014/main" id="{578FB0F0-57A3-9C2B-28DB-924720B43DCD}"/>
                </a:ext>
              </a:extLst>
            </p:cNvPr>
            <p:cNvSpPr txBox="1">
              <a:spLocks noChangeArrowheads="1"/>
            </p:cNvSpPr>
            <p:nvPr/>
          </p:nvSpPr>
          <p:spPr bwMode="auto">
            <a:xfrm>
              <a:off x="3039" y="1583"/>
              <a:ext cx="526" cy="225"/>
            </a:xfrm>
            <a:prstGeom prst="rect">
              <a:avLst/>
            </a:prstGeom>
            <a:solidFill>
              <a:srgbClr val="FFCC00"/>
            </a:solidFill>
            <a:ln w="9525">
              <a:solidFill>
                <a:schemeClr val="tx1"/>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kumimoji="1" lang="zh-CN" altLang="en-US" sz="1200">
                  <a:latin typeface="Times New Roman" panose="02020603050405020304" pitchFamily="18" charset="0"/>
                </a:rPr>
                <a:t>网络系统</a:t>
              </a:r>
            </a:p>
          </p:txBody>
        </p:sp>
        <p:sp>
          <p:nvSpPr>
            <p:cNvPr id="12294" name="Line 6">
              <a:extLst>
                <a:ext uri="{FF2B5EF4-FFF2-40B4-BE49-F238E27FC236}">
                  <a16:creationId xmlns:a16="http://schemas.microsoft.com/office/drawing/2014/main" id="{FA5DE72D-7D57-2C52-E0BB-85246977A964}"/>
                </a:ext>
              </a:extLst>
            </p:cNvPr>
            <p:cNvSpPr>
              <a:spLocks noChangeShapeType="1"/>
            </p:cNvSpPr>
            <p:nvPr/>
          </p:nvSpPr>
          <p:spPr bwMode="auto">
            <a:xfrm>
              <a:off x="1375" y="2159"/>
              <a:ext cx="3501"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2295" name="Group 7">
              <a:extLst>
                <a:ext uri="{FF2B5EF4-FFF2-40B4-BE49-F238E27FC236}">
                  <a16:creationId xmlns:a16="http://schemas.microsoft.com/office/drawing/2014/main" id="{6F2AAA4B-231C-8F60-2715-FC21811A8EAD}"/>
                </a:ext>
              </a:extLst>
            </p:cNvPr>
            <p:cNvGrpSpPr>
              <a:grpSpLocks/>
            </p:cNvGrpSpPr>
            <p:nvPr/>
          </p:nvGrpSpPr>
          <p:grpSpPr bwMode="auto">
            <a:xfrm>
              <a:off x="4037" y="2159"/>
              <a:ext cx="375" cy="605"/>
              <a:chOff x="4302" y="2159"/>
              <a:chExt cx="375" cy="605"/>
            </a:xfrm>
          </p:grpSpPr>
          <p:sp>
            <p:nvSpPr>
              <p:cNvPr id="12340" name="Text Box 8">
                <a:extLst>
                  <a:ext uri="{FF2B5EF4-FFF2-40B4-BE49-F238E27FC236}">
                    <a16:creationId xmlns:a16="http://schemas.microsoft.com/office/drawing/2014/main" id="{C79280CC-1F66-7B03-3C23-B4A5BEC22295}"/>
                  </a:ext>
                </a:extLst>
              </p:cNvPr>
              <p:cNvSpPr txBox="1">
                <a:spLocks noChangeArrowheads="1"/>
              </p:cNvSpPr>
              <p:nvPr/>
            </p:nvSpPr>
            <p:spPr bwMode="auto">
              <a:xfrm>
                <a:off x="4302" y="2539"/>
                <a:ext cx="375" cy="225"/>
              </a:xfrm>
              <a:prstGeom prst="rect">
                <a:avLst/>
              </a:prstGeom>
              <a:solidFill>
                <a:srgbClr val="FFCC00"/>
              </a:solidFill>
              <a:ln w="9525">
                <a:solidFill>
                  <a:schemeClr val="tx1"/>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kumimoji="1" lang="zh-CN" altLang="en-US" sz="1200">
                    <a:latin typeface="Times New Roman" panose="02020603050405020304" pitchFamily="18" charset="0"/>
                  </a:rPr>
                  <a:t>培训</a:t>
                </a:r>
              </a:p>
            </p:txBody>
          </p:sp>
          <p:sp>
            <p:nvSpPr>
              <p:cNvPr id="12341" name="Line 9">
                <a:extLst>
                  <a:ext uri="{FF2B5EF4-FFF2-40B4-BE49-F238E27FC236}">
                    <a16:creationId xmlns:a16="http://schemas.microsoft.com/office/drawing/2014/main" id="{D245D15D-B7D5-8BEB-248B-13BBD1AF5F92}"/>
                  </a:ext>
                </a:extLst>
              </p:cNvPr>
              <p:cNvSpPr>
                <a:spLocks noChangeShapeType="1"/>
              </p:cNvSpPr>
              <p:nvPr/>
            </p:nvSpPr>
            <p:spPr bwMode="auto">
              <a:xfrm>
                <a:off x="4468" y="2159"/>
                <a:ext cx="0" cy="3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2296" name="Line 10">
              <a:extLst>
                <a:ext uri="{FF2B5EF4-FFF2-40B4-BE49-F238E27FC236}">
                  <a16:creationId xmlns:a16="http://schemas.microsoft.com/office/drawing/2014/main" id="{2A70330B-3879-C425-9541-536135899BCF}"/>
                </a:ext>
              </a:extLst>
            </p:cNvPr>
            <p:cNvSpPr>
              <a:spLocks noChangeShapeType="1"/>
            </p:cNvSpPr>
            <p:nvPr/>
          </p:nvSpPr>
          <p:spPr bwMode="auto">
            <a:xfrm>
              <a:off x="3274" y="1808"/>
              <a:ext cx="0" cy="35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2297" name="Group 11">
              <a:extLst>
                <a:ext uri="{FF2B5EF4-FFF2-40B4-BE49-F238E27FC236}">
                  <a16:creationId xmlns:a16="http://schemas.microsoft.com/office/drawing/2014/main" id="{291AF0A2-83EE-1C1E-96A7-1E60EFC566C9}"/>
                </a:ext>
              </a:extLst>
            </p:cNvPr>
            <p:cNvGrpSpPr>
              <a:grpSpLocks/>
            </p:cNvGrpSpPr>
            <p:nvPr/>
          </p:nvGrpSpPr>
          <p:grpSpPr bwMode="auto">
            <a:xfrm>
              <a:off x="1065" y="2159"/>
              <a:ext cx="613" cy="1883"/>
              <a:chOff x="453" y="2159"/>
              <a:chExt cx="613" cy="1883"/>
            </a:xfrm>
          </p:grpSpPr>
          <p:sp>
            <p:nvSpPr>
              <p:cNvPr id="12331" name="Line 12">
                <a:extLst>
                  <a:ext uri="{FF2B5EF4-FFF2-40B4-BE49-F238E27FC236}">
                    <a16:creationId xmlns:a16="http://schemas.microsoft.com/office/drawing/2014/main" id="{0A5E198D-9534-F003-8294-883E33C91AA1}"/>
                  </a:ext>
                </a:extLst>
              </p:cNvPr>
              <p:cNvSpPr>
                <a:spLocks noChangeShapeType="1"/>
              </p:cNvSpPr>
              <p:nvPr/>
            </p:nvSpPr>
            <p:spPr bwMode="auto">
              <a:xfrm>
                <a:off x="764" y="2159"/>
                <a:ext cx="0" cy="3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2332" name="Group 13">
                <a:extLst>
                  <a:ext uri="{FF2B5EF4-FFF2-40B4-BE49-F238E27FC236}">
                    <a16:creationId xmlns:a16="http://schemas.microsoft.com/office/drawing/2014/main" id="{03C37DE7-9FC1-E3BD-1AB3-2C089CFEF11B}"/>
                  </a:ext>
                </a:extLst>
              </p:cNvPr>
              <p:cNvGrpSpPr>
                <a:grpSpLocks/>
              </p:cNvGrpSpPr>
              <p:nvPr/>
            </p:nvGrpSpPr>
            <p:grpSpPr bwMode="auto">
              <a:xfrm>
                <a:off x="453" y="2511"/>
                <a:ext cx="613" cy="1531"/>
                <a:chOff x="453" y="2511"/>
                <a:chExt cx="613" cy="1531"/>
              </a:xfrm>
            </p:grpSpPr>
            <p:sp>
              <p:nvSpPr>
                <p:cNvPr id="12333" name="Text Box 14">
                  <a:extLst>
                    <a:ext uri="{FF2B5EF4-FFF2-40B4-BE49-F238E27FC236}">
                      <a16:creationId xmlns:a16="http://schemas.microsoft.com/office/drawing/2014/main" id="{F572339B-8875-71FD-1B48-5B967FBF5AF6}"/>
                    </a:ext>
                  </a:extLst>
                </p:cNvPr>
                <p:cNvSpPr txBox="1">
                  <a:spLocks noChangeArrowheads="1"/>
                </p:cNvSpPr>
                <p:nvPr/>
              </p:nvSpPr>
              <p:spPr bwMode="auto">
                <a:xfrm>
                  <a:off x="520" y="2511"/>
                  <a:ext cx="506" cy="239"/>
                </a:xfrm>
                <a:prstGeom prst="rect">
                  <a:avLst/>
                </a:prstGeom>
                <a:solidFill>
                  <a:srgbClr val="FFCC00"/>
                </a:solidFill>
                <a:ln w="9525">
                  <a:solidFill>
                    <a:schemeClr val="tx1"/>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kumimoji="1" lang="zh-CN" altLang="en-US" sz="1200">
                      <a:latin typeface="Times New Roman" panose="02020603050405020304" pitchFamily="18" charset="0"/>
                    </a:rPr>
                    <a:t>设备准备</a:t>
                  </a:r>
                </a:p>
              </p:txBody>
            </p:sp>
            <p:sp>
              <p:nvSpPr>
                <p:cNvPr id="12334" name="Text Box 15">
                  <a:extLst>
                    <a:ext uri="{FF2B5EF4-FFF2-40B4-BE49-F238E27FC236}">
                      <a16:creationId xmlns:a16="http://schemas.microsoft.com/office/drawing/2014/main" id="{3A8ADB53-1930-89EF-82A3-3B1DF9A05B72}"/>
                    </a:ext>
                  </a:extLst>
                </p:cNvPr>
                <p:cNvSpPr txBox="1">
                  <a:spLocks noChangeArrowheads="1"/>
                </p:cNvSpPr>
                <p:nvPr/>
              </p:nvSpPr>
              <p:spPr bwMode="auto">
                <a:xfrm>
                  <a:off x="453" y="3228"/>
                  <a:ext cx="250" cy="588"/>
                </a:xfrm>
                <a:prstGeom prst="rect">
                  <a:avLst/>
                </a:prstGeom>
                <a:solidFill>
                  <a:srgbClr val="FFCC00"/>
                </a:solidFill>
                <a:ln w="9525">
                  <a:solidFill>
                    <a:schemeClr val="tx1"/>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kumimoji="1" lang="zh-CN" altLang="en-US" sz="1200">
                      <a:latin typeface="Times New Roman" panose="02020603050405020304" pitchFamily="18" charset="0"/>
                    </a:rPr>
                    <a:t>设备采购</a:t>
                  </a:r>
                </a:p>
              </p:txBody>
            </p:sp>
            <p:sp>
              <p:nvSpPr>
                <p:cNvPr id="12335" name="Text Box 16">
                  <a:extLst>
                    <a:ext uri="{FF2B5EF4-FFF2-40B4-BE49-F238E27FC236}">
                      <a16:creationId xmlns:a16="http://schemas.microsoft.com/office/drawing/2014/main" id="{D49F6290-E439-9456-EFBF-642ED0732E1B}"/>
                    </a:ext>
                  </a:extLst>
                </p:cNvPr>
                <p:cNvSpPr txBox="1">
                  <a:spLocks noChangeArrowheads="1"/>
                </p:cNvSpPr>
                <p:nvPr/>
              </p:nvSpPr>
              <p:spPr bwMode="auto">
                <a:xfrm>
                  <a:off x="839" y="3228"/>
                  <a:ext cx="227" cy="814"/>
                </a:xfrm>
                <a:prstGeom prst="rect">
                  <a:avLst/>
                </a:prstGeom>
                <a:solidFill>
                  <a:srgbClr val="FFCC00"/>
                </a:solidFill>
                <a:ln w="9525">
                  <a:solidFill>
                    <a:schemeClr val="tx1"/>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kumimoji="1" lang="zh-CN" altLang="en-US" sz="1200">
                      <a:latin typeface="Times New Roman" panose="02020603050405020304" pitchFamily="18" charset="0"/>
                    </a:rPr>
                    <a:t>设备验收交接</a:t>
                  </a:r>
                </a:p>
              </p:txBody>
            </p:sp>
            <p:sp>
              <p:nvSpPr>
                <p:cNvPr id="12336" name="Line 17">
                  <a:extLst>
                    <a:ext uri="{FF2B5EF4-FFF2-40B4-BE49-F238E27FC236}">
                      <a16:creationId xmlns:a16="http://schemas.microsoft.com/office/drawing/2014/main" id="{341D489E-6362-9D26-E3AB-7145E0914BCC}"/>
                    </a:ext>
                  </a:extLst>
                </p:cNvPr>
                <p:cNvSpPr>
                  <a:spLocks noChangeShapeType="1"/>
                </p:cNvSpPr>
                <p:nvPr/>
              </p:nvSpPr>
              <p:spPr bwMode="auto">
                <a:xfrm>
                  <a:off x="576" y="2975"/>
                  <a:ext cx="376"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37" name="Line 18">
                  <a:extLst>
                    <a:ext uri="{FF2B5EF4-FFF2-40B4-BE49-F238E27FC236}">
                      <a16:creationId xmlns:a16="http://schemas.microsoft.com/office/drawing/2014/main" id="{2663E333-A5B6-5B2B-3389-B924391A4ED8}"/>
                    </a:ext>
                  </a:extLst>
                </p:cNvPr>
                <p:cNvSpPr>
                  <a:spLocks noChangeShapeType="1"/>
                </p:cNvSpPr>
                <p:nvPr/>
              </p:nvSpPr>
              <p:spPr bwMode="auto">
                <a:xfrm>
                  <a:off x="567" y="2975"/>
                  <a:ext cx="0" cy="25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38" name="Line 19">
                  <a:extLst>
                    <a:ext uri="{FF2B5EF4-FFF2-40B4-BE49-F238E27FC236}">
                      <a16:creationId xmlns:a16="http://schemas.microsoft.com/office/drawing/2014/main" id="{7F913335-B67A-0EFF-1EB9-B200A3064E93}"/>
                    </a:ext>
                  </a:extLst>
                </p:cNvPr>
                <p:cNvSpPr>
                  <a:spLocks noChangeShapeType="1"/>
                </p:cNvSpPr>
                <p:nvPr/>
              </p:nvSpPr>
              <p:spPr bwMode="auto">
                <a:xfrm>
                  <a:off x="952" y="2975"/>
                  <a:ext cx="0" cy="25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39" name="Line 20">
                  <a:extLst>
                    <a:ext uri="{FF2B5EF4-FFF2-40B4-BE49-F238E27FC236}">
                      <a16:creationId xmlns:a16="http://schemas.microsoft.com/office/drawing/2014/main" id="{8C40C789-4B1F-E984-432E-CD3A13BC806C}"/>
                    </a:ext>
                  </a:extLst>
                </p:cNvPr>
                <p:cNvSpPr>
                  <a:spLocks noChangeShapeType="1"/>
                </p:cNvSpPr>
                <p:nvPr/>
              </p:nvSpPr>
              <p:spPr bwMode="auto">
                <a:xfrm>
                  <a:off x="756" y="2750"/>
                  <a:ext cx="0" cy="2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2298" name="Group 21">
              <a:extLst>
                <a:ext uri="{FF2B5EF4-FFF2-40B4-BE49-F238E27FC236}">
                  <a16:creationId xmlns:a16="http://schemas.microsoft.com/office/drawing/2014/main" id="{AA12104D-BD49-3F50-7261-A92B069BF0F7}"/>
                </a:ext>
              </a:extLst>
            </p:cNvPr>
            <p:cNvGrpSpPr>
              <a:grpSpLocks/>
            </p:cNvGrpSpPr>
            <p:nvPr/>
          </p:nvGrpSpPr>
          <p:grpSpPr bwMode="auto">
            <a:xfrm>
              <a:off x="1920" y="2159"/>
              <a:ext cx="711" cy="1634"/>
              <a:chOff x="1647" y="2159"/>
              <a:chExt cx="711" cy="1634"/>
            </a:xfrm>
          </p:grpSpPr>
          <p:sp>
            <p:nvSpPr>
              <p:cNvPr id="12323" name="Text Box 22">
                <a:extLst>
                  <a:ext uri="{FF2B5EF4-FFF2-40B4-BE49-F238E27FC236}">
                    <a16:creationId xmlns:a16="http://schemas.microsoft.com/office/drawing/2014/main" id="{C0DB1F93-1599-F7FE-3A94-0EC82C6B284E}"/>
                  </a:ext>
                </a:extLst>
              </p:cNvPr>
              <p:cNvSpPr txBox="1">
                <a:spLocks noChangeArrowheads="1"/>
              </p:cNvSpPr>
              <p:nvPr/>
            </p:nvSpPr>
            <p:spPr bwMode="auto">
              <a:xfrm>
                <a:off x="1647" y="2511"/>
                <a:ext cx="711" cy="253"/>
              </a:xfrm>
              <a:prstGeom prst="rect">
                <a:avLst/>
              </a:prstGeom>
              <a:solidFill>
                <a:srgbClr val="FFCC00"/>
              </a:solidFill>
              <a:ln w="9525">
                <a:solidFill>
                  <a:schemeClr val="tx1"/>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kumimoji="1" lang="zh-CN" altLang="en-US" sz="1200">
                    <a:latin typeface="Times New Roman" panose="02020603050405020304" pitchFamily="18" charset="0"/>
                  </a:rPr>
                  <a:t>网络系统设计</a:t>
                </a:r>
              </a:p>
            </p:txBody>
          </p:sp>
          <p:sp>
            <p:nvSpPr>
              <p:cNvPr id="12324" name="Text Box 23">
                <a:extLst>
                  <a:ext uri="{FF2B5EF4-FFF2-40B4-BE49-F238E27FC236}">
                    <a16:creationId xmlns:a16="http://schemas.microsoft.com/office/drawing/2014/main" id="{0D52C690-D028-32C2-3384-935F277A7571}"/>
                  </a:ext>
                </a:extLst>
              </p:cNvPr>
              <p:cNvSpPr txBox="1">
                <a:spLocks noChangeArrowheads="1"/>
              </p:cNvSpPr>
              <p:nvPr/>
            </p:nvSpPr>
            <p:spPr bwMode="auto">
              <a:xfrm>
                <a:off x="1680" y="3228"/>
                <a:ext cx="225" cy="565"/>
              </a:xfrm>
              <a:prstGeom prst="rect">
                <a:avLst/>
              </a:prstGeom>
              <a:solidFill>
                <a:srgbClr val="FFCC00"/>
              </a:solidFill>
              <a:ln w="9525">
                <a:solidFill>
                  <a:schemeClr val="tx1"/>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kumimoji="1" lang="zh-CN" altLang="en-US" sz="1200">
                    <a:latin typeface="Times New Roman" panose="02020603050405020304" pitchFamily="18" charset="0"/>
                  </a:rPr>
                  <a:t>布线设计</a:t>
                </a:r>
              </a:p>
            </p:txBody>
          </p:sp>
          <p:sp>
            <p:nvSpPr>
              <p:cNvPr id="12325" name="Text Box 24">
                <a:extLst>
                  <a:ext uri="{FF2B5EF4-FFF2-40B4-BE49-F238E27FC236}">
                    <a16:creationId xmlns:a16="http://schemas.microsoft.com/office/drawing/2014/main" id="{CC00CC99-6527-E56A-DE2A-BFE5F8C1BDD7}"/>
                  </a:ext>
                </a:extLst>
              </p:cNvPr>
              <p:cNvSpPr txBox="1">
                <a:spLocks noChangeArrowheads="1"/>
              </p:cNvSpPr>
              <p:nvPr/>
            </p:nvSpPr>
            <p:spPr bwMode="auto">
              <a:xfrm>
                <a:off x="2096" y="3228"/>
                <a:ext cx="217" cy="565"/>
              </a:xfrm>
              <a:prstGeom prst="rect">
                <a:avLst/>
              </a:prstGeom>
              <a:solidFill>
                <a:srgbClr val="FFCC00"/>
              </a:solidFill>
              <a:ln w="9525">
                <a:solidFill>
                  <a:schemeClr val="tx1"/>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kumimoji="1" lang="zh-CN" altLang="en-US" sz="1200">
                    <a:latin typeface="Times New Roman" panose="02020603050405020304" pitchFamily="18" charset="0"/>
                  </a:rPr>
                  <a:t>平台设计</a:t>
                </a:r>
              </a:p>
            </p:txBody>
          </p:sp>
          <p:sp>
            <p:nvSpPr>
              <p:cNvPr id="12326" name="Line 25">
                <a:extLst>
                  <a:ext uri="{FF2B5EF4-FFF2-40B4-BE49-F238E27FC236}">
                    <a16:creationId xmlns:a16="http://schemas.microsoft.com/office/drawing/2014/main" id="{C3697252-5219-5D91-1336-E365BAA1B9D7}"/>
                  </a:ext>
                </a:extLst>
              </p:cNvPr>
              <p:cNvSpPr>
                <a:spLocks noChangeShapeType="1"/>
              </p:cNvSpPr>
              <p:nvPr/>
            </p:nvSpPr>
            <p:spPr bwMode="auto">
              <a:xfrm>
                <a:off x="1987" y="2159"/>
                <a:ext cx="0" cy="3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27" name="Line 26">
                <a:extLst>
                  <a:ext uri="{FF2B5EF4-FFF2-40B4-BE49-F238E27FC236}">
                    <a16:creationId xmlns:a16="http://schemas.microsoft.com/office/drawing/2014/main" id="{666FC319-58B4-176B-3133-DA747B97656A}"/>
                  </a:ext>
                </a:extLst>
              </p:cNvPr>
              <p:cNvSpPr>
                <a:spLocks noChangeShapeType="1"/>
              </p:cNvSpPr>
              <p:nvPr/>
            </p:nvSpPr>
            <p:spPr bwMode="auto">
              <a:xfrm flipV="1">
                <a:off x="1769" y="2975"/>
                <a:ext cx="445"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28" name="Line 27">
                <a:extLst>
                  <a:ext uri="{FF2B5EF4-FFF2-40B4-BE49-F238E27FC236}">
                    <a16:creationId xmlns:a16="http://schemas.microsoft.com/office/drawing/2014/main" id="{BFD07427-1525-43C0-4B6A-874CC1931D86}"/>
                  </a:ext>
                </a:extLst>
              </p:cNvPr>
              <p:cNvSpPr>
                <a:spLocks noChangeShapeType="1"/>
              </p:cNvSpPr>
              <p:nvPr/>
            </p:nvSpPr>
            <p:spPr bwMode="auto">
              <a:xfrm>
                <a:off x="1769" y="2975"/>
                <a:ext cx="0" cy="25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29" name="Line 28">
                <a:extLst>
                  <a:ext uri="{FF2B5EF4-FFF2-40B4-BE49-F238E27FC236}">
                    <a16:creationId xmlns:a16="http://schemas.microsoft.com/office/drawing/2014/main" id="{8C21C0EA-F0E0-C80D-E2B2-AA545BFCFED8}"/>
                  </a:ext>
                </a:extLst>
              </p:cNvPr>
              <p:cNvSpPr>
                <a:spLocks noChangeShapeType="1"/>
              </p:cNvSpPr>
              <p:nvPr/>
            </p:nvSpPr>
            <p:spPr bwMode="auto">
              <a:xfrm>
                <a:off x="2214" y="2975"/>
                <a:ext cx="0" cy="25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30" name="Line 29">
                <a:extLst>
                  <a:ext uri="{FF2B5EF4-FFF2-40B4-BE49-F238E27FC236}">
                    <a16:creationId xmlns:a16="http://schemas.microsoft.com/office/drawing/2014/main" id="{E4C48294-0365-D1ED-2805-1666F7BA2BD5}"/>
                  </a:ext>
                </a:extLst>
              </p:cNvPr>
              <p:cNvSpPr>
                <a:spLocks noChangeShapeType="1"/>
              </p:cNvSpPr>
              <p:nvPr/>
            </p:nvSpPr>
            <p:spPr bwMode="auto">
              <a:xfrm>
                <a:off x="1987" y="2764"/>
                <a:ext cx="0" cy="21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299" name="Group 30">
              <a:extLst>
                <a:ext uri="{FF2B5EF4-FFF2-40B4-BE49-F238E27FC236}">
                  <a16:creationId xmlns:a16="http://schemas.microsoft.com/office/drawing/2014/main" id="{54E7790F-E72C-5274-60AC-39DF54E981DC}"/>
                </a:ext>
              </a:extLst>
            </p:cNvPr>
            <p:cNvGrpSpPr>
              <a:grpSpLocks/>
            </p:cNvGrpSpPr>
            <p:nvPr/>
          </p:nvGrpSpPr>
          <p:grpSpPr bwMode="auto">
            <a:xfrm>
              <a:off x="4604" y="2159"/>
              <a:ext cx="575" cy="1589"/>
              <a:chOff x="4868" y="2159"/>
              <a:chExt cx="575" cy="1589"/>
            </a:xfrm>
          </p:grpSpPr>
          <p:sp>
            <p:nvSpPr>
              <p:cNvPr id="12315" name="Text Box 31">
                <a:extLst>
                  <a:ext uri="{FF2B5EF4-FFF2-40B4-BE49-F238E27FC236}">
                    <a16:creationId xmlns:a16="http://schemas.microsoft.com/office/drawing/2014/main" id="{D622BE13-5DB7-A49E-5BFA-2783538F35AE}"/>
                  </a:ext>
                </a:extLst>
              </p:cNvPr>
              <p:cNvSpPr txBox="1">
                <a:spLocks noChangeArrowheads="1"/>
              </p:cNvSpPr>
              <p:nvPr/>
            </p:nvSpPr>
            <p:spPr bwMode="auto">
              <a:xfrm>
                <a:off x="4905" y="2539"/>
                <a:ext cx="538" cy="225"/>
              </a:xfrm>
              <a:prstGeom prst="rect">
                <a:avLst/>
              </a:prstGeom>
              <a:solidFill>
                <a:srgbClr val="FFCC00"/>
              </a:solidFill>
              <a:ln w="9525">
                <a:solidFill>
                  <a:schemeClr val="tx1"/>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kumimoji="1" lang="zh-CN" altLang="en-US" sz="1200">
                    <a:latin typeface="Times New Roman" panose="02020603050405020304" pitchFamily="18" charset="0"/>
                  </a:rPr>
                  <a:t>工程实施</a:t>
                </a:r>
              </a:p>
            </p:txBody>
          </p:sp>
          <p:sp>
            <p:nvSpPr>
              <p:cNvPr id="12316" name="Text Box 32">
                <a:extLst>
                  <a:ext uri="{FF2B5EF4-FFF2-40B4-BE49-F238E27FC236}">
                    <a16:creationId xmlns:a16="http://schemas.microsoft.com/office/drawing/2014/main" id="{B25A3A35-2063-4B62-22A9-372131A21E88}"/>
                  </a:ext>
                </a:extLst>
              </p:cNvPr>
              <p:cNvSpPr txBox="1">
                <a:spLocks noChangeArrowheads="1"/>
              </p:cNvSpPr>
              <p:nvPr/>
            </p:nvSpPr>
            <p:spPr bwMode="auto">
              <a:xfrm>
                <a:off x="4868" y="3228"/>
                <a:ext cx="212" cy="520"/>
              </a:xfrm>
              <a:prstGeom prst="rect">
                <a:avLst/>
              </a:prstGeom>
              <a:solidFill>
                <a:srgbClr val="FFCC00"/>
              </a:solidFill>
              <a:ln w="9525">
                <a:solidFill>
                  <a:schemeClr val="tx1"/>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kumimoji="1" lang="zh-CN" altLang="en-US" sz="1200">
                    <a:latin typeface="Times New Roman" panose="02020603050405020304" pitchFamily="18" charset="0"/>
                  </a:rPr>
                  <a:t>布线实施</a:t>
                </a:r>
              </a:p>
            </p:txBody>
          </p:sp>
          <p:sp>
            <p:nvSpPr>
              <p:cNvPr id="12317" name="Text Box 33">
                <a:extLst>
                  <a:ext uri="{FF2B5EF4-FFF2-40B4-BE49-F238E27FC236}">
                    <a16:creationId xmlns:a16="http://schemas.microsoft.com/office/drawing/2014/main" id="{1A6B05B3-A534-45AA-FAA1-3D5BC66A14C0}"/>
                  </a:ext>
                </a:extLst>
              </p:cNvPr>
              <p:cNvSpPr txBox="1">
                <a:spLocks noChangeArrowheads="1"/>
              </p:cNvSpPr>
              <p:nvPr/>
            </p:nvSpPr>
            <p:spPr bwMode="auto">
              <a:xfrm>
                <a:off x="5219" y="3228"/>
                <a:ext cx="201" cy="520"/>
              </a:xfrm>
              <a:prstGeom prst="rect">
                <a:avLst/>
              </a:prstGeom>
              <a:solidFill>
                <a:srgbClr val="FFCC00"/>
              </a:solidFill>
              <a:ln w="9525">
                <a:solidFill>
                  <a:schemeClr val="tx1"/>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kumimoji="1" lang="zh-CN" altLang="en-US" sz="1200">
                    <a:latin typeface="Times New Roman" panose="02020603050405020304" pitchFamily="18" charset="0"/>
                  </a:rPr>
                  <a:t>网络集成</a:t>
                </a:r>
              </a:p>
            </p:txBody>
          </p:sp>
          <p:sp>
            <p:nvSpPr>
              <p:cNvPr id="12318" name="Line 34">
                <a:extLst>
                  <a:ext uri="{FF2B5EF4-FFF2-40B4-BE49-F238E27FC236}">
                    <a16:creationId xmlns:a16="http://schemas.microsoft.com/office/drawing/2014/main" id="{ACF5B894-1EDA-82CC-FD3A-4A0999DCF947}"/>
                  </a:ext>
                </a:extLst>
              </p:cNvPr>
              <p:cNvSpPr>
                <a:spLocks noChangeShapeType="1"/>
              </p:cNvSpPr>
              <p:nvPr/>
            </p:nvSpPr>
            <p:spPr bwMode="auto">
              <a:xfrm>
                <a:off x="5149" y="2159"/>
                <a:ext cx="0" cy="3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19" name="Line 35">
                <a:extLst>
                  <a:ext uri="{FF2B5EF4-FFF2-40B4-BE49-F238E27FC236}">
                    <a16:creationId xmlns:a16="http://schemas.microsoft.com/office/drawing/2014/main" id="{D6E6EA0D-0F69-50CE-7116-74A7473E6092}"/>
                  </a:ext>
                </a:extLst>
              </p:cNvPr>
              <p:cNvSpPr>
                <a:spLocks noChangeShapeType="1"/>
              </p:cNvSpPr>
              <p:nvPr/>
            </p:nvSpPr>
            <p:spPr bwMode="auto">
              <a:xfrm flipV="1">
                <a:off x="4992" y="2954"/>
                <a:ext cx="337" cy="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20" name="Line 36">
                <a:extLst>
                  <a:ext uri="{FF2B5EF4-FFF2-40B4-BE49-F238E27FC236}">
                    <a16:creationId xmlns:a16="http://schemas.microsoft.com/office/drawing/2014/main" id="{0A61FA66-C4C4-3FCA-3B34-6520FB686B05}"/>
                  </a:ext>
                </a:extLst>
              </p:cNvPr>
              <p:cNvSpPr>
                <a:spLocks noChangeShapeType="1"/>
              </p:cNvSpPr>
              <p:nvPr/>
            </p:nvSpPr>
            <p:spPr bwMode="auto">
              <a:xfrm>
                <a:off x="4989" y="2961"/>
                <a:ext cx="0" cy="26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21" name="Line 37">
                <a:extLst>
                  <a:ext uri="{FF2B5EF4-FFF2-40B4-BE49-F238E27FC236}">
                    <a16:creationId xmlns:a16="http://schemas.microsoft.com/office/drawing/2014/main" id="{CEFDC9D5-4743-2B48-9DFF-2A7DD4E62777}"/>
                  </a:ext>
                </a:extLst>
              </p:cNvPr>
              <p:cNvSpPr>
                <a:spLocks noChangeShapeType="1"/>
              </p:cNvSpPr>
              <p:nvPr/>
            </p:nvSpPr>
            <p:spPr bwMode="auto">
              <a:xfrm>
                <a:off x="5329" y="2954"/>
                <a:ext cx="0" cy="26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22" name="Line 38">
                <a:extLst>
                  <a:ext uri="{FF2B5EF4-FFF2-40B4-BE49-F238E27FC236}">
                    <a16:creationId xmlns:a16="http://schemas.microsoft.com/office/drawing/2014/main" id="{EEA11421-4D21-EB38-A248-9EEAAB59E070}"/>
                  </a:ext>
                </a:extLst>
              </p:cNvPr>
              <p:cNvSpPr>
                <a:spLocks noChangeShapeType="1"/>
              </p:cNvSpPr>
              <p:nvPr/>
            </p:nvSpPr>
            <p:spPr bwMode="auto">
              <a:xfrm>
                <a:off x="5149" y="2764"/>
                <a:ext cx="0" cy="19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2300" name="Group 39">
              <a:extLst>
                <a:ext uri="{FF2B5EF4-FFF2-40B4-BE49-F238E27FC236}">
                  <a16:creationId xmlns:a16="http://schemas.microsoft.com/office/drawing/2014/main" id="{8F0C6567-924B-82FB-95B9-A5A8FF456753}"/>
                </a:ext>
              </a:extLst>
            </p:cNvPr>
            <p:cNvGrpSpPr>
              <a:grpSpLocks/>
            </p:cNvGrpSpPr>
            <p:nvPr/>
          </p:nvGrpSpPr>
          <p:grpSpPr bwMode="auto">
            <a:xfrm>
              <a:off x="2789" y="2159"/>
              <a:ext cx="1304" cy="1815"/>
              <a:chOff x="2914" y="2159"/>
              <a:chExt cx="1304" cy="1815"/>
            </a:xfrm>
          </p:grpSpPr>
          <p:sp>
            <p:nvSpPr>
              <p:cNvPr id="12304" name="Text Box 40">
                <a:extLst>
                  <a:ext uri="{FF2B5EF4-FFF2-40B4-BE49-F238E27FC236}">
                    <a16:creationId xmlns:a16="http://schemas.microsoft.com/office/drawing/2014/main" id="{1C067775-38D8-2738-7813-7ABA5C5C931C}"/>
                  </a:ext>
                </a:extLst>
              </p:cNvPr>
              <p:cNvSpPr txBox="1">
                <a:spLocks noChangeArrowheads="1"/>
              </p:cNvSpPr>
              <p:nvPr/>
            </p:nvSpPr>
            <p:spPr bwMode="auto">
              <a:xfrm>
                <a:off x="3149" y="2525"/>
                <a:ext cx="547" cy="239"/>
              </a:xfrm>
              <a:prstGeom prst="rect">
                <a:avLst/>
              </a:prstGeom>
              <a:solidFill>
                <a:srgbClr val="FFCC00"/>
              </a:solidFill>
              <a:ln w="9525">
                <a:solidFill>
                  <a:schemeClr val="tx1"/>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kumimoji="1" lang="zh-CN" altLang="en-US" sz="1200">
                    <a:latin typeface="Times New Roman" panose="02020603050405020304" pitchFamily="18" charset="0"/>
                  </a:rPr>
                  <a:t>软件开发</a:t>
                </a:r>
              </a:p>
            </p:txBody>
          </p:sp>
          <p:sp>
            <p:nvSpPr>
              <p:cNvPr id="12305" name="Text Box 41">
                <a:extLst>
                  <a:ext uri="{FF2B5EF4-FFF2-40B4-BE49-F238E27FC236}">
                    <a16:creationId xmlns:a16="http://schemas.microsoft.com/office/drawing/2014/main" id="{7D16FB17-155A-3E9F-82F0-40798044506B}"/>
                  </a:ext>
                </a:extLst>
              </p:cNvPr>
              <p:cNvSpPr txBox="1">
                <a:spLocks noChangeArrowheads="1"/>
              </p:cNvSpPr>
              <p:nvPr/>
            </p:nvSpPr>
            <p:spPr bwMode="auto">
              <a:xfrm>
                <a:off x="2914" y="3228"/>
                <a:ext cx="215" cy="746"/>
              </a:xfrm>
              <a:prstGeom prst="rect">
                <a:avLst/>
              </a:prstGeom>
              <a:solidFill>
                <a:srgbClr val="FFCC00"/>
              </a:solidFill>
              <a:ln w="9525">
                <a:solidFill>
                  <a:schemeClr val="tx1"/>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kumimoji="1" lang="zh-CN" altLang="en-US" sz="1200">
                    <a:latin typeface="Times New Roman" panose="02020603050405020304" pitchFamily="18" charset="0"/>
                  </a:rPr>
                  <a:t>软件需求确定</a:t>
                </a:r>
              </a:p>
            </p:txBody>
          </p:sp>
          <p:sp>
            <p:nvSpPr>
              <p:cNvPr id="12306" name="Text Box 42">
                <a:extLst>
                  <a:ext uri="{FF2B5EF4-FFF2-40B4-BE49-F238E27FC236}">
                    <a16:creationId xmlns:a16="http://schemas.microsoft.com/office/drawing/2014/main" id="{468EB6A0-1CD1-D2C7-339F-AD61AF0B9F94}"/>
                  </a:ext>
                </a:extLst>
              </p:cNvPr>
              <p:cNvSpPr txBox="1">
                <a:spLocks noChangeArrowheads="1"/>
              </p:cNvSpPr>
              <p:nvPr/>
            </p:nvSpPr>
            <p:spPr bwMode="auto">
              <a:xfrm>
                <a:off x="3279" y="3228"/>
                <a:ext cx="236" cy="520"/>
              </a:xfrm>
              <a:prstGeom prst="rect">
                <a:avLst/>
              </a:prstGeom>
              <a:solidFill>
                <a:srgbClr val="FFCC00"/>
              </a:solidFill>
              <a:ln w="9525">
                <a:solidFill>
                  <a:schemeClr val="tx1"/>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kumimoji="1" lang="zh-CN" altLang="en-US" sz="1200">
                    <a:latin typeface="Times New Roman" panose="02020603050405020304" pitchFamily="18" charset="0"/>
                  </a:rPr>
                  <a:t>系统设计</a:t>
                </a:r>
              </a:p>
            </p:txBody>
          </p:sp>
          <p:sp>
            <p:nvSpPr>
              <p:cNvPr id="12307" name="Text Box 43">
                <a:extLst>
                  <a:ext uri="{FF2B5EF4-FFF2-40B4-BE49-F238E27FC236}">
                    <a16:creationId xmlns:a16="http://schemas.microsoft.com/office/drawing/2014/main" id="{F1CF2C92-DA80-0BD0-7C41-3C798441CD01}"/>
                  </a:ext>
                </a:extLst>
              </p:cNvPr>
              <p:cNvSpPr txBox="1">
                <a:spLocks noChangeArrowheads="1"/>
              </p:cNvSpPr>
              <p:nvPr/>
            </p:nvSpPr>
            <p:spPr bwMode="auto">
              <a:xfrm>
                <a:off x="3664" y="3228"/>
                <a:ext cx="214" cy="361"/>
              </a:xfrm>
              <a:prstGeom prst="rect">
                <a:avLst/>
              </a:prstGeom>
              <a:solidFill>
                <a:srgbClr val="FFCC00"/>
              </a:solidFill>
              <a:ln w="9525">
                <a:solidFill>
                  <a:schemeClr val="tx1"/>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kumimoji="1" lang="zh-CN" altLang="en-US" sz="1200">
                    <a:latin typeface="Times New Roman" panose="02020603050405020304" pitchFamily="18" charset="0"/>
                  </a:rPr>
                  <a:t>编码</a:t>
                </a:r>
              </a:p>
            </p:txBody>
          </p:sp>
          <p:sp>
            <p:nvSpPr>
              <p:cNvPr id="12308" name="Text Box 44">
                <a:extLst>
                  <a:ext uri="{FF2B5EF4-FFF2-40B4-BE49-F238E27FC236}">
                    <a16:creationId xmlns:a16="http://schemas.microsoft.com/office/drawing/2014/main" id="{7CE961EB-80AC-BEC5-8F19-2151ACA720B7}"/>
                  </a:ext>
                </a:extLst>
              </p:cNvPr>
              <p:cNvSpPr txBox="1">
                <a:spLocks noChangeArrowheads="1"/>
              </p:cNvSpPr>
              <p:nvPr/>
            </p:nvSpPr>
            <p:spPr bwMode="auto">
              <a:xfrm>
                <a:off x="3996" y="3228"/>
                <a:ext cx="222" cy="361"/>
              </a:xfrm>
              <a:prstGeom prst="rect">
                <a:avLst/>
              </a:prstGeom>
              <a:solidFill>
                <a:srgbClr val="FFCC00"/>
              </a:solidFill>
              <a:ln w="9525">
                <a:solidFill>
                  <a:schemeClr val="tx1"/>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kumimoji="1" lang="zh-CN" altLang="en-US" sz="1200">
                    <a:latin typeface="Times New Roman" panose="02020603050405020304" pitchFamily="18" charset="0"/>
                  </a:rPr>
                  <a:t>测试</a:t>
                </a:r>
              </a:p>
            </p:txBody>
          </p:sp>
          <p:sp>
            <p:nvSpPr>
              <p:cNvPr id="12309" name="Line 45">
                <a:extLst>
                  <a:ext uri="{FF2B5EF4-FFF2-40B4-BE49-F238E27FC236}">
                    <a16:creationId xmlns:a16="http://schemas.microsoft.com/office/drawing/2014/main" id="{BFA3BDDA-2C9E-6ADE-A32A-35D1FE5CDF22}"/>
                  </a:ext>
                </a:extLst>
              </p:cNvPr>
              <p:cNvSpPr>
                <a:spLocks noChangeShapeType="1"/>
              </p:cNvSpPr>
              <p:nvPr/>
            </p:nvSpPr>
            <p:spPr bwMode="auto">
              <a:xfrm>
                <a:off x="3402" y="2159"/>
                <a:ext cx="0" cy="3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10" name="Line 46">
                <a:extLst>
                  <a:ext uri="{FF2B5EF4-FFF2-40B4-BE49-F238E27FC236}">
                    <a16:creationId xmlns:a16="http://schemas.microsoft.com/office/drawing/2014/main" id="{62CDA01F-9187-C704-A8BA-0B1477F989B7}"/>
                  </a:ext>
                </a:extLst>
              </p:cNvPr>
              <p:cNvSpPr>
                <a:spLocks noChangeShapeType="1"/>
              </p:cNvSpPr>
              <p:nvPr/>
            </p:nvSpPr>
            <p:spPr bwMode="auto">
              <a:xfrm>
                <a:off x="3016" y="2961"/>
                <a:ext cx="0" cy="26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11" name="Line 47">
                <a:extLst>
                  <a:ext uri="{FF2B5EF4-FFF2-40B4-BE49-F238E27FC236}">
                    <a16:creationId xmlns:a16="http://schemas.microsoft.com/office/drawing/2014/main" id="{C8236287-AFE3-031D-85A1-8D2010910E32}"/>
                  </a:ext>
                </a:extLst>
              </p:cNvPr>
              <p:cNvSpPr>
                <a:spLocks noChangeShapeType="1"/>
              </p:cNvSpPr>
              <p:nvPr/>
            </p:nvSpPr>
            <p:spPr bwMode="auto">
              <a:xfrm>
                <a:off x="3402" y="2764"/>
                <a:ext cx="0" cy="46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12" name="Line 48">
                <a:extLst>
                  <a:ext uri="{FF2B5EF4-FFF2-40B4-BE49-F238E27FC236}">
                    <a16:creationId xmlns:a16="http://schemas.microsoft.com/office/drawing/2014/main" id="{B3E0B6B7-580E-2F06-F7CF-AED9E515A9E7}"/>
                  </a:ext>
                </a:extLst>
              </p:cNvPr>
              <p:cNvSpPr>
                <a:spLocks noChangeShapeType="1"/>
              </p:cNvSpPr>
              <p:nvPr/>
            </p:nvSpPr>
            <p:spPr bwMode="auto">
              <a:xfrm>
                <a:off x="3765" y="2961"/>
                <a:ext cx="0" cy="26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13" name="Line 49">
                <a:extLst>
                  <a:ext uri="{FF2B5EF4-FFF2-40B4-BE49-F238E27FC236}">
                    <a16:creationId xmlns:a16="http://schemas.microsoft.com/office/drawing/2014/main" id="{26C336E9-9E20-137A-578A-AFF095C9D461}"/>
                  </a:ext>
                </a:extLst>
              </p:cNvPr>
              <p:cNvSpPr>
                <a:spLocks noChangeShapeType="1"/>
              </p:cNvSpPr>
              <p:nvPr/>
            </p:nvSpPr>
            <p:spPr bwMode="auto">
              <a:xfrm>
                <a:off x="4110" y="2961"/>
                <a:ext cx="0" cy="26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14" name="Line 50">
                <a:extLst>
                  <a:ext uri="{FF2B5EF4-FFF2-40B4-BE49-F238E27FC236}">
                    <a16:creationId xmlns:a16="http://schemas.microsoft.com/office/drawing/2014/main" id="{1A0E2568-D53F-A079-9895-84A9C1E9C91A}"/>
                  </a:ext>
                </a:extLst>
              </p:cNvPr>
              <p:cNvSpPr>
                <a:spLocks noChangeShapeType="1"/>
              </p:cNvSpPr>
              <p:nvPr/>
            </p:nvSpPr>
            <p:spPr bwMode="auto">
              <a:xfrm>
                <a:off x="3016" y="2954"/>
                <a:ext cx="1089"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49907" name="Text Box 51">
              <a:extLst>
                <a:ext uri="{FF2B5EF4-FFF2-40B4-BE49-F238E27FC236}">
                  <a16:creationId xmlns:a16="http://schemas.microsoft.com/office/drawing/2014/main" id="{650476CB-05D0-1721-5CED-27757952817C}"/>
                </a:ext>
              </a:extLst>
            </p:cNvPr>
            <p:cNvSpPr txBox="1">
              <a:spLocks noChangeArrowheads="1"/>
            </p:cNvSpPr>
            <p:nvPr/>
          </p:nvSpPr>
          <p:spPr bwMode="auto">
            <a:xfrm>
              <a:off x="385" y="1570"/>
              <a:ext cx="363" cy="231"/>
            </a:xfrm>
            <a:prstGeom prst="rect">
              <a:avLst/>
            </a:prstGeom>
            <a:solidFill>
              <a:srgbClr val="CA5B08"/>
            </a:solidFill>
            <a:ln w="12700" cap="sq" algn="ctr">
              <a:noFill/>
              <a:miter lim="800000"/>
              <a:headEnd/>
              <a:tailEnd/>
            </a:ln>
            <a:effectLst/>
          </p:spPr>
          <p:txBody>
            <a:bodyPr>
              <a:spAutoFit/>
            </a:bodyPr>
            <a:lstStyle/>
            <a:p>
              <a:pPr marL="342900" indent="-342900" eaLnBrk="1" hangingPunct="1">
                <a:spcBef>
                  <a:spcPct val="50000"/>
                </a:spcBef>
                <a:buClr>
                  <a:schemeClr val="tx2"/>
                </a:buClr>
                <a:buSzPct val="75000"/>
                <a:buFont typeface="Wingdings" pitchFamily="2" charset="2"/>
                <a:buNone/>
                <a:defRPr/>
              </a:pPr>
              <a:r>
                <a:rPr kumimoji="1" lang="en-US" altLang="zh-CN" sz="1800">
                  <a:solidFill>
                    <a:schemeClr val="bg1"/>
                  </a:solidFill>
                  <a:effectLst>
                    <a:outerShdw blurRad="38100" dist="38100" dir="2700000" algn="tl">
                      <a:srgbClr val="000000"/>
                    </a:outerShdw>
                  </a:effectLst>
                  <a:latin typeface="Times New Roman" pitchFamily="18" charset="0"/>
                </a:rPr>
                <a:t>0</a:t>
              </a:r>
              <a:r>
                <a:rPr kumimoji="1" lang="zh-CN" altLang="en-US" sz="1800">
                  <a:solidFill>
                    <a:schemeClr val="bg1"/>
                  </a:solidFill>
                  <a:effectLst>
                    <a:outerShdw blurRad="38100" dist="38100" dir="2700000" algn="tl">
                      <a:srgbClr val="000000"/>
                    </a:outerShdw>
                  </a:effectLst>
                  <a:latin typeface="Times New Roman" pitchFamily="18" charset="0"/>
                </a:rPr>
                <a:t>级</a:t>
              </a:r>
            </a:p>
          </p:txBody>
        </p:sp>
        <p:sp>
          <p:nvSpPr>
            <p:cNvPr id="249908" name="Text Box 52">
              <a:extLst>
                <a:ext uri="{FF2B5EF4-FFF2-40B4-BE49-F238E27FC236}">
                  <a16:creationId xmlns:a16="http://schemas.microsoft.com/office/drawing/2014/main" id="{2DEF4851-B810-D8CF-57D8-1B4A30A0B19C}"/>
                </a:ext>
              </a:extLst>
            </p:cNvPr>
            <p:cNvSpPr txBox="1">
              <a:spLocks noChangeArrowheads="1"/>
            </p:cNvSpPr>
            <p:nvPr/>
          </p:nvSpPr>
          <p:spPr bwMode="auto">
            <a:xfrm>
              <a:off x="385" y="2478"/>
              <a:ext cx="363" cy="231"/>
            </a:xfrm>
            <a:prstGeom prst="rect">
              <a:avLst/>
            </a:prstGeom>
            <a:solidFill>
              <a:srgbClr val="CA5B08"/>
            </a:solidFill>
            <a:ln w="12700" cap="sq" algn="ctr">
              <a:noFill/>
              <a:miter lim="800000"/>
              <a:headEnd/>
              <a:tailEnd/>
            </a:ln>
            <a:effectLst/>
          </p:spPr>
          <p:txBody>
            <a:bodyPr>
              <a:spAutoFit/>
            </a:bodyPr>
            <a:lstStyle/>
            <a:p>
              <a:pPr marL="342900" indent="-342900" eaLnBrk="1" hangingPunct="1">
                <a:spcBef>
                  <a:spcPct val="50000"/>
                </a:spcBef>
                <a:buClr>
                  <a:schemeClr val="tx2"/>
                </a:buClr>
                <a:buSzPct val="75000"/>
                <a:buFont typeface="Wingdings" pitchFamily="2" charset="2"/>
                <a:buNone/>
                <a:defRPr/>
              </a:pPr>
              <a:r>
                <a:rPr kumimoji="1" lang="en-US" altLang="zh-CN" sz="1800">
                  <a:solidFill>
                    <a:schemeClr val="bg1"/>
                  </a:solidFill>
                  <a:effectLst>
                    <a:outerShdw blurRad="38100" dist="38100" dir="2700000" algn="tl">
                      <a:srgbClr val="000000"/>
                    </a:outerShdw>
                  </a:effectLst>
                  <a:latin typeface="Times New Roman" pitchFamily="18" charset="0"/>
                </a:rPr>
                <a:t>1</a:t>
              </a:r>
              <a:r>
                <a:rPr kumimoji="1" lang="zh-CN" altLang="en-US" sz="1800">
                  <a:solidFill>
                    <a:schemeClr val="bg1"/>
                  </a:solidFill>
                  <a:effectLst>
                    <a:outerShdw blurRad="38100" dist="38100" dir="2700000" algn="tl">
                      <a:srgbClr val="000000"/>
                    </a:outerShdw>
                  </a:effectLst>
                  <a:latin typeface="Times New Roman" pitchFamily="18" charset="0"/>
                </a:rPr>
                <a:t>级</a:t>
              </a:r>
            </a:p>
          </p:txBody>
        </p:sp>
        <p:sp>
          <p:nvSpPr>
            <p:cNvPr id="249909" name="Text Box 53">
              <a:extLst>
                <a:ext uri="{FF2B5EF4-FFF2-40B4-BE49-F238E27FC236}">
                  <a16:creationId xmlns:a16="http://schemas.microsoft.com/office/drawing/2014/main" id="{360E4E01-DDC2-53CC-41DE-E2E158E7107E}"/>
                </a:ext>
              </a:extLst>
            </p:cNvPr>
            <p:cNvSpPr txBox="1">
              <a:spLocks noChangeArrowheads="1"/>
            </p:cNvSpPr>
            <p:nvPr/>
          </p:nvSpPr>
          <p:spPr bwMode="auto">
            <a:xfrm>
              <a:off x="385" y="3358"/>
              <a:ext cx="363" cy="231"/>
            </a:xfrm>
            <a:prstGeom prst="rect">
              <a:avLst/>
            </a:prstGeom>
            <a:solidFill>
              <a:srgbClr val="CA5B08"/>
            </a:solidFill>
            <a:ln w="12700" cap="sq" algn="ctr">
              <a:noFill/>
              <a:miter lim="800000"/>
              <a:headEnd/>
              <a:tailEnd/>
            </a:ln>
            <a:effectLst/>
          </p:spPr>
          <p:txBody>
            <a:bodyPr>
              <a:spAutoFit/>
            </a:bodyPr>
            <a:lstStyle/>
            <a:p>
              <a:pPr marL="342900" indent="-342900" eaLnBrk="1" hangingPunct="1">
                <a:spcBef>
                  <a:spcPct val="50000"/>
                </a:spcBef>
                <a:buClr>
                  <a:schemeClr val="tx2"/>
                </a:buClr>
                <a:buSzPct val="75000"/>
                <a:buFont typeface="Wingdings" pitchFamily="2" charset="2"/>
                <a:buNone/>
                <a:defRPr/>
              </a:pPr>
              <a:r>
                <a:rPr kumimoji="1" lang="en-US" altLang="zh-CN" sz="1800">
                  <a:solidFill>
                    <a:schemeClr val="bg1"/>
                  </a:solidFill>
                  <a:effectLst>
                    <a:outerShdw blurRad="38100" dist="38100" dir="2700000" algn="tl">
                      <a:srgbClr val="000000"/>
                    </a:outerShdw>
                  </a:effectLst>
                  <a:latin typeface="Times New Roman" pitchFamily="18" charset="0"/>
                </a:rPr>
                <a:t>2</a:t>
              </a:r>
              <a:r>
                <a:rPr kumimoji="1" lang="zh-CN" altLang="en-US" sz="1800">
                  <a:solidFill>
                    <a:schemeClr val="bg1"/>
                  </a:solidFill>
                  <a:effectLst>
                    <a:outerShdw blurRad="38100" dist="38100" dir="2700000" algn="tl">
                      <a:srgbClr val="000000"/>
                    </a:outerShdw>
                  </a:effectLst>
                  <a:latin typeface="Times New Roman" pitchFamily="18" charset="0"/>
                </a:rPr>
                <a:t>级</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F05F5FE0-B02C-24D5-2C9F-028733239691}"/>
              </a:ext>
            </a:extLst>
          </p:cNvPr>
          <p:cNvSpPr>
            <a:spLocks noGrp="1" noChangeArrowheads="1"/>
          </p:cNvSpPr>
          <p:nvPr>
            <p:ph type="title"/>
          </p:nvPr>
        </p:nvSpPr>
        <p:spPr/>
        <p:txBody>
          <a:bodyPr/>
          <a:lstStyle/>
          <a:p>
            <a:pPr eaLnBrk="1" hangingPunct="1"/>
            <a:r>
              <a:rPr kumimoji="1" lang="zh-CN" altLang="en-US"/>
              <a:t>软件项目分解</a:t>
            </a:r>
          </a:p>
        </p:txBody>
      </p:sp>
      <p:sp>
        <p:nvSpPr>
          <p:cNvPr id="13315" name="Rectangle 3">
            <a:extLst>
              <a:ext uri="{FF2B5EF4-FFF2-40B4-BE49-F238E27FC236}">
                <a16:creationId xmlns:a16="http://schemas.microsoft.com/office/drawing/2014/main" id="{A66C0D11-0B10-214F-B92E-5F6F64E828AB}"/>
              </a:ext>
            </a:extLst>
          </p:cNvPr>
          <p:cNvSpPr>
            <a:spLocks noGrp="1" noChangeArrowheads="1"/>
          </p:cNvSpPr>
          <p:nvPr>
            <p:ph type="body" idx="1"/>
          </p:nvPr>
        </p:nvSpPr>
        <p:spPr>
          <a:xfrm>
            <a:off x="323850" y="1989138"/>
            <a:ext cx="8640763" cy="4868862"/>
          </a:xfrm>
        </p:spPr>
        <p:txBody>
          <a:bodyPr/>
          <a:lstStyle/>
          <a:p>
            <a:pPr eaLnBrk="1" hangingPunct="1"/>
            <a:r>
              <a:rPr lang="en-US" altLang="zh-CN" sz="2400">
                <a:solidFill>
                  <a:schemeClr val="accent2"/>
                </a:solidFill>
              </a:rPr>
              <a:t>WBS</a:t>
            </a:r>
            <a:r>
              <a:rPr lang="zh-CN" altLang="en-US" sz="2400">
                <a:solidFill>
                  <a:schemeClr val="accent2"/>
                </a:solidFill>
                <a:ea typeface="黑体" panose="02010609060101010101" pitchFamily="49" charset="-122"/>
              </a:rPr>
              <a:t>表达形式</a:t>
            </a:r>
            <a:r>
              <a:rPr lang="en-US" altLang="zh-CN" sz="2400"/>
              <a:t>——</a:t>
            </a:r>
            <a:r>
              <a:rPr lang="zh-CN" altLang="en-US" sz="2400"/>
              <a:t>层次结构图和锯齿列表（清单）</a:t>
            </a:r>
          </a:p>
        </p:txBody>
      </p:sp>
      <p:grpSp>
        <p:nvGrpSpPr>
          <p:cNvPr id="13316" name="Group 40">
            <a:extLst>
              <a:ext uri="{FF2B5EF4-FFF2-40B4-BE49-F238E27FC236}">
                <a16:creationId xmlns:a16="http://schemas.microsoft.com/office/drawing/2014/main" id="{8FE34C12-9D0C-69C5-AE59-E5D9FF57C54A}"/>
              </a:ext>
            </a:extLst>
          </p:cNvPr>
          <p:cNvGrpSpPr>
            <a:grpSpLocks/>
          </p:cNvGrpSpPr>
          <p:nvPr/>
        </p:nvGrpSpPr>
        <p:grpSpPr bwMode="auto">
          <a:xfrm>
            <a:off x="1308100" y="2757488"/>
            <a:ext cx="7164388" cy="3911600"/>
            <a:chOff x="824" y="1616"/>
            <a:chExt cx="4513" cy="2464"/>
          </a:xfrm>
        </p:grpSpPr>
        <p:sp>
          <p:nvSpPr>
            <p:cNvPr id="13317" name="Rectangle 23">
              <a:extLst>
                <a:ext uri="{FF2B5EF4-FFF2-40B4-BE49-F238E27FC236}">
                  <a16:creationId xmlns:a16="http://schemas.microsoft.com/office/drawing/2014/main" id="{CF454B0E-9EBB-90C2-034E-3C21EF52D9FC}"/>
                </a:ext>
              </a:extLst>
            </p:cNvPr>
            <p:cNvSpPr>
              <a:spLocks noChangeArrowheads="1"/>
            </p:cNvSpPr>
            <p:nvPr/>
          </p:nvSpPr>
          <p:spPr bwMode="auto">
            <a:xfrm>
              <a:off x="824" y="1616"/>
              <a:ext cx="2175" cy="2464"/>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lang="en-US" altLang="zh-CN" sz="2000">
                  <a:solidFill>
                    <a:schemeClr val="tx2"/>
                  </a:solidFill>
                  <a:latin typeface="Times New Roman" panose="02020603050405020304" pitchFamily="18" charset="0"/>
                </a:rPr>
                <a:t>                 </a:t>
              </a:r>
              <a:r>
                <a:rPr lang="zh-CN" altLang="en-US" sz="2000">
                  <a:solidFill>
                    <a:schemeClr val="accent2"/>
                  </a:solidFill>
                  <a:latin typeface="Times New Roman" panose="02020603050405020304" pitchFamily="18" charset="0"/>
                  <a:ea typeface="黑体" panose="02010609060101010101" pitchFamily="49" charset="-122"/>
                </a:rPr>
                <a:t>图形显示</a:t>
              </a:r>
            </a:p>
          </p:txBody>
        </p:sp>
        <p:sp>
          <p:nvSpPr>
            <p:cNvPr id="13318" name="Rectangle 24">
              <a:extLst>
                <a:ext uri="{FF2B5EF4-FFF2-40B4-BE49-F238E27FC236}">
                  <a16:creationId xmlns:a16="http://schemas.microsoft.com/office/drawing/2014/main" id="{DCD75929-2C58-2360-106E-767E647B0E21}"/>
                </a:ext>
              </a:extLst>
            </p:cNvPr>
            <p:cNvSpPr>
              <a:spLocks noChangeArrowheads="1"/>
            </p:cNvSpPr>
            <p:nvPr/>
          </p:nvSpPr>
          <p:spPr bwMode="auto">
            <a:xfrm>
              <a:off x="3243" y="1616"/>
              <a:ext cx="2094" cy="2464"/>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lang="en-US" altLang="zh-CN" sz="1800" b="0">
                  <a:solidFill>
                    <a:schemeClr val="bg2"/>
                  </a:solidFill>
                  <a:latin typeface="Times New Roman" panose="02020603050405020304" pitchFamily="18" charset="0"/>
                </a:rPr>
                <a:t>                 </a:t>
              </a:r>
              <a:r>
                <a:rPr lang="zh-CN" altLang="en-US" sz="2000">
                  <a:solidFill>
                    <a:schemeClr val="accent2"/>
                  </a:solidFill>
                  <a:latin typeface="Times New Roman" panose="02020603050405020304" pitchFamily="18" charset="0"/>
                  <a:ea typeface="黑体" panose="02010609060101010101" pitchFamily="49" charset="-122"/>
                </a:rPr>
                <a:t>锯齿列表</a:t>
              </a:r>
            </a:p>
            <a:p>
              <a:pPr algn="just">
                <a:spcBef>
                  <a:spcPct val="0"/>
                </a:spcBef>
                <a:buClrTx/>
                <a:buFontTx/>
                <a:buNone/>
              </a:pPr>
              <a:endParaRPr lang="zh-CN" altLang="en-US" sz="1800" b="0">
                <a:solidFill>
                  <a:schemeClr val="bg2"/>
                </a:solidFill>
                <a:latin typeface="Times New Roman" panose="02020603050405020304" pitchFamily="18" charset="0"/>
              </a:endParaRPr>
            </a:p>
            <a:p>
              <a:pPr algn="just">
                <a:spcBef>
                  <a:spcPct val="0"/>
                </a:spcBef>
                <a:buClrTx/>
                <a:buFontTx/>
                <a:buNone/>
              </a:pPr>
              <a:r>
                <a:rPr lang="zh-CN" altLang="en-US" sz="1800" b="0">
                  <a:solidFill>
                    <a:schemeClr val="bg2"/>
                  </a:solidFill>
                  <a:latin typeface="Times New Roman" panose="02020603050405020304" pitchFamily="18" charset="0"/>
                </a:rPr>
                <a:t> </a:t>
              </a:r>
            </a:p>
            <a:p>
              <a:pPr algn="just">
                <a:spcBef>
                  <a:spcPct val="0"/>
                </a:spcBef>
                <a:buClrTx/>
                <a:buFontTx/>
                <a:buNone/>
              </a:pPr>
              <a:r>
                <a:rPr lang="zh-CN" altLang="en-US" sz="1800" b="0">
                  <a:solidFill>
                    <a:schemeClr val="bg2"/>
                  </a:solidFill>
                  <a:latin typeface="Times New Roman" panose="02020603050405020304" pitchFamily="18" charset="0"/>
                </a:rPr>
                <a:t>  </a:t>
              </a:r>
            </a:p>
            <a:p>
              <a:pPr algn="just">
                <a:spcBef>
                  <a:spcPct val="0"/>
                </a:spcBef>
                <a:buClrTx/>
                <a:buFontTx/>
                <a:buNone/>
              </a:pPr>
              <a:r>
                <a:rPr lang="en-US" altLang="zh-CN" sz="1800">
                  <a:solidFill>
                    <a:srgbClr val="CA5B08"/>
                  </a:solidFill>
                  <a:latin typeface="Times New Roman" panose="02020603050405020304" pitchFamily="18" charset="0"/>
                </a:rPr>
                <a:t>1</a:t>
              </a:r>
              <a:r>
                <a:rPr lang="zh-CN" altLang="en-US" sz="1800">
                  <a:solidFill>
                    <a:srgbClr val="CA5B08"/>
                  </a:solidFill>
                  <a:latin typeface="Times New Roman" panose="02020603050405020304" pitchFamily="18" charset="0"/>
                </a:rPr>
                <a:t>．</a:t>
              </a:r>
              <a:r>
                <a:rPr lang="en-US" altLang="zh-CN" sz="1800">
                  <a:solidFill>
                    <a:srgbClr val="CA5B08"/>
                  </a:solidFill>
                  <a:latin typeface="Times New Roman" panose="02020603050405020304" pitchFamily="18" charset="0"/>
                </a:rPr>
                <a:t>0</a:t>
              </a:r>
              <a:r>
                <a:rPr lang="zh-CN" altLang="en-US" sz="1800">
                  <a:solidFill>
                    <a:srgbClr val="CA5B08"/>
                  </a:solidFill>
                  <a:latin typeface="Times New Roman" panose="02020603050405020304" pitchFamily="18" charset="0"/>
                </a:rPr>
                <a:t>系统</a:t>
              </a:r>
            </a:p>
            <a:p>
              <a:pPr algn="just">
                <a:spcBef>
                  <a:spcPct val="0"/>
                </a:spcBef>
                <a:buClrTx/>
                <a:buFontTx/>
                <a:buNone/>
              </a:pPr>
              <a:r>
                <a:rPr lang="zh-CN" altLang="en-US" sz="1800">
                  <a:solidFill>
                    <a:srgbClr val="CA5B08"/>
                  </a:solidFill>
                  <a:latin typeface="Times New Roman" panose="02020603050405020304" pitchFamily="18" charset="0"/>
                </a:rPr>
                <a:t>        </a:t>
              </a:r>
              <a:r>
                <a:rPr lang="en-US" altLang="zh-CN" sz="1800">
                  <a:solidFill>
                    <a:srgbClr val="CA5B08"/>
                  </a:solidFill>
                  <a:latin typeface="Times New Roman" panose="02020603050405020304" pitchFamily="18" charset="0"/>
                </a:rPr>
                <a:t>1</a:t>
              </a:r>
              <a:r>
                <a:rPr lang="zh-CN" altLang="en-US" sz="1800">
                  <a:solidFill>
                    <a:srgbClr val="CA5B08"/>
                  </a:solidFill>
                  <a:latin typeface="Times New Roman" panose="02020603050405020304" pitchFamily="18" charset="0"/>
                </a:rPr>
                <a:t>．</a:t>
              </a:r>
              <a:r>
                <a:rPr lang="en-US" altLang="zh-CN" sz="1800">
                  <a:solidFill>
                    <a:srgbClr val="CA5B08"/>
                  </a:solidFill>
                  <a:latin typeface="Times New Roman" panose="02020603050405020304" pitchFamily="18" charset="0"/>
                </a:rPr>
                <a:t>1</a:t>
              </a:r>
              <a:r>
                <a:rPr lang="zh-CN" altLang="en-US" sz="1800">
                  <a:solidFill>
                    <a:srgbClr val="CA5B08"/>
                  </a:solidFill>
                  <a:latin typeface="Times New Roman" panose="02020603050405020304" pitchFamily="18" charset="0"/>
                </a:rPr>
                <a:t>元素</a:t>
              </a:r>
              <a:r>
                <a:rPr lang="en-US" altLang="zh-CN" sz="1800">
                  <a:solidFill>
                    <a:srgbClr val="CA5B08"/>
                  </a:solidFill>
                  <a:latin typeface="Times New Roman" panose="02020603050405020304" pitchFamily="18" charset="0"/>
                </a:rPr>
                <a:t>A</a:t>
              </a:r>
            </a:p>
            <a:p>
              <a:pPr algn="just">
                <a:spcBef>
                  <a:spcPct val="0"/>
                </a:spcBef>
                <a:buClrTx/>
                <a:buFont typeface="宋体" panose="02010600030101010101" pitchFamily="2" charset="-122"/>
                <a:buNone/>
              </a:pPr>
              <a:r>
                <a:rPr lang="en-US" altLang="zh-CN" sz="1800">
                  <a:solidFill>
                    <a:srgbClr val="CA5B08"/>
                  </a:solidFill>
                  <a:latin typeface="Times New Roman" panose="02020603050405020304" pitchFamily="18" charset="0"/>
                </a:rPr>
                <a:t>                1.1.1</a:t>
              </a:r>
              <a:r>
                <a:rPr lang="zh-CN" altLang="en-US" sz="1800">
                  <a:solidFill>
                    <a:srgbClr val="CA5B08"/>
                  </a:solidFill>
                  <a:latin typeface="Times New Roman" panose="02020603050405020304" pitchFamily="18" charset="0"/>
                </a:rPr>
                <a:t>任务</a:t>
              </a:r>
            </a:p>
            <a:p>
              <a:pPr algn="just">
                <a:spcBef>
                  <a:spcPct val="0"/>
                </a:spcBef>
                <a:buClrTx/>
                <a:buFont typeface="宋体" panose="02010600030101010101" pitchFamily="2" charset="-122"/>
                <a:buNone/>
              </a:pPr>
              <a:r>
                <a:rPr lang="zh-CN" altLang="en-US" sz="1800">
                  <a:solidFill>
                    <a:srgbClr val="CA5B08"/>
                  </a:solidFill>
                  <a:latin typeface="Times New Roman" panose="02020603050405020304" pitchFamily="18" charset="0"/>
                </a:rPr>
                <a:t>                </a:t>
              </a:r>
              <a:r>
                <a:rPr lang="en-US" altLang="zh-CN" sz="1800">
                  <a:solidFill>
                    <a:srgbClr val="CA5B08"/>
                  </a:solidFill>
                  <a:latin typeface="Times New Roman" panose="02020603050405020304" pitchFamily="18" charset="0"/>
                </a:rPr>
                <a:t>1.1.2</a:t>
              </a:r>
              <a:r>
                <a:rPr lang="zh-CN" altLang="en-US" sz="1800">
                  <a:solidFill>
                    <a:srgbClr val="CA5B08"/>
                  </a:solidFill>
                  <a:latin typeface="Times New Roman" panose="02020603050405020304" pitchFamily="18" charset="0"/>
                </a:rPr>
                <a:t>任务</a:t>
              </a:r>
            </a:p>
            <a:p>
              <a:pPr algn="just">
                <a:spcBef>
                  <a:spcPct val="0"/>
                </a:spcBef>
                <a:buClrTx/>
                <a:buFontTx/>
                <a:buNone/>
              </a:pPr>
              <a:r>
                <a:rPr lang="zh-CN" altLang="en-US" sz="1800">
                  <a:solidFill>
                    <a:srgbClr val="CA5B08"/>
                  </a:solidFill>
                  <a:latin typeface="Times New Roman" panose="02020603050405020304" pitchFamily="18" charset="0"/>
                </a:rPr>
                <a:t>        </a:t>
              </a:r>
              <a:r>
                <a:rPr lang="en-US" altLang="zh-CN" sz="1800">
                  <a:solidFill>
                    <a:srgbClr val="CA5B08"/>
                  </a:solidFill>
                  <a:latin typeface="Times New Roman" panose="02020603050405020304" pitchFamily="18" charset="0"/>
                </a:rPr>
                <a:t>1</a:t>
              </a:r>
              <a:r>
                <a:rPr lang="zh-CN" altLang="en-US" sz="1800">
                  <a:solidFill>
                    <a:srgbClr val="CA5B08"/>
                  </a:solidFill>
                  <a:latin typeface="Times New Roman" panose="02020603050405020304" pitchFamily="18" charset="0"/>
                </a:rPr>
                <a:t>．</a:t>
              </a:r>
              <a:r>
                <a:rPr lang="en-US" altLang="zh-CN" sz="1800">
                  <a:solidFill>
                    <a:srgbClr val="CA5B08"/>
                  </a:solidFill>
                  <a:latin typeface="Times New Roman" panose="02020603050405020304" pitchFamily="18" charset="0"/>
                </a:rPr>
                <a:t>2</a:t>
              </a:r>
              <a:r>
                <a:rPr lang="zh-CN" altLang="en-US" sz="1800">
                  <a:solidFill>
                    <a:srgbClr val="CA5B08"/>
                  </a:solidFill>
                  <a:latin typeface="Times New Roman" panose="02020603050405020304" pitchFamily="18" charset="0"/>
                </a:rPr>
                <a:t>元素</a:t>
              </a:r>
              <a:r>
                <a:rPr lang="en-US" altLang="zh-CN" sz="1800">
                  <a:solidFill>
                    <a:srgbClr val="CA5B08"/>
                  </a:solidFill>
                  <a:latin typeface="Times New Roman" panose="02020603050405020304" pitchFamily="18" charset="0"/>
                </a:rPr>
                <a:t>B</a:t>
              </a:r>
            </a:p>
          </p:txBody>
        </p:sp>
        <p:sp>
          <p:nvSpPr>
            <p:cNvPr id="13319" name="Line 25">
              <a:extLst>
                <a:ext uri="{FF2B5EF4-FFF2-40B4-BE49-F238E27FC236}">
                  <a16:creationId xmlns:a16="http://schemas.microsoft.com/office/drawing/2014/main" id="{6FB2C410-22C0-8DFA-E6CE-476930696945}"/>
                </a:ext>
              </a:extLst>
            </p:cNvPr>
            <p:cNvSpPr>
              <a:spLocks noChangeShapeType="1"/>
            </p:cNvSpPr>
            <p:nvPr/>
          </p:nvSpPr>
          <p:spPr bwMode="auto">
            <a:xfrm>
              <a:off x="824" y="2050"/>
              <a:ext cx="21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0" name="Rectangle 26">
              <a:extLst>
                <a:ext uri="{FF2B5EF4-FFF2-40B4-BE49-F238E27FC236}">
                  <a16:creationId xmlns:a16="http://schemas.microsoft.com/office/drawing/2014/main" id="{AC255CD8-647D-91F9-DF3F-B61BEED271BB}"/>
                </a:ext>
              </a:extLst>
            </p:cNvPr>
            <p:cNvSpPr>
              <a:spLocks noChangeArrowheads="1"/>
            </p:cNvSpPr>
            <p:nvPr/>
          </p:nvSpPr>
          <p:spPr bwMode="auto">
            <a:xfrm>
              <a:off x="1468" y="2167"/>
              <a:ext cx="725" cy="352"/>
            </a:xfrm>
            <a:prstGeom prst="rect">
              <a:avLst/>
            </a:prstGeom>
            <a:solidFill>
              <a:schemeClr val="bg1"/>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lang="en-US" altLang="zh-CN" sz="1800">
                  <a:solidFill>
                    <a:srgbClr val="CA5B08"/>
                  </a:solidFill>
                  <a:latin typeface="Times New Roman" panose="02020603050405020304" pitchFamily="18" charset="0"/>
                </a:rPr>
                <a:t>1.  0</a:t>
              </a:r>
              <a:r>
                <a:rPr lang="zh-CN" altLang="en-US" sz="1800">
                  <a:solidFill>
                    <a:srgbClr val="CA5B08"/>
                  </a:solidFill>
                  <a:latin typeface="Times New Roman" panose="02020603050405020304" pitchFamily="18" charset="0"/>
                </a:rPr>
                <a:t>系统</a:t>
              </a:r>
            </a:p>
          </p:txBody>
        </p:sp>
        <p:sp>
          <p:nvSpPr>
            <p:cNvPr id="13321" name="Rectangle 27">
              <a:extLst>
                <a:ext uri="{FF2B5EF4-FFF2-40B4-BE49-F238E27FC236}">
                  <a16:creationId xmlns:a16="http://schemas.microsoft.com/office/drawing/2014/main" id="{16A8AE3D-087C-02E6-9F9C-A35A401D6123}"/>
                </a:ext>
              </a:extLst>
            </p:cNvPr>
            <p:cNvSpPr>
              <a:spLocks noChangeArrowheads="1"/>
            </p:cNvSpPr>
            <p:nvPr/>
          </p:nvSpPr>
          <p:spPr bwMode="auto">
            <a:xfrm>
              <a:off x="1066" y="2871"/>
              <a:ext cx="725" cy="352"/>
            </a:xfrm>
            <a:prstGeom prst="rect">
              <a:avLst/>
            </a:prstGeom>
            <a:solidFill>
              <a:schemeClr val="bg1"/>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lang="en-US" altLang="zh-CN" sz="1800">
                  <a:solidFill>
                    <a:srgbClr val="CA5B08"/>
                  </a:solidFill>
                  <a:latin typeface="Times New Roman" panose="02020603050405020304" pitchFamily="18" charset="0"/>
                </a:rPr>
                <a:t>1</a:t>
              </a:r>
              <a:r>
                <a:rPr lang="zh-CN" altLang="en-US" sz="1800">
                  <a:solidFill>
                    <a:srgbClr val="CA5B08"/>
                  </a:solidFill>
                  <a:latin typeface="Times New Roman" panose="02020603050405020304" pitchFamily="18" charset="0"/>
                </a:rPr>
                <a:t>．</a:t>
              </a:r>
              <a:r>
                <a:rPr lang="en-US" altLang="zh-CN" sz="1800">
                  <a:solidFill>
                    <a:srgbClr val="CA5B08"/>
                  </a:solidFill>
                  <a:latin typeface="Times New Roman" panose="02020603050405020304" pitchFamily="18" charset="0"/>
                </a:rPr>
                <a:t>1</a:t>
              </a:r>
              <a:r>
                <a:rPr lang="zh-CN" altLang="en-US" sz="1800">
                  <a:solidFill>
                    <a:srgbClr val="CA5B08"/>
                  </a:solidFill>
                  <a:latin typeface="Times New Roman" panose="02020603050405020304" pitchFamily="18" charset="0"/>
                </a:rPr>
                <a:t>元素</a:t>
              </a:r>
              <a:r>
                <a:rPr lang="en-US" altLang="zh-CN" sz="1800">
                  <a:solidFill>
                    <a:srgbClr val="CA5B08"/>
                  </a:solidFill>
                  <a:latin typeface="Times New Roman" panose="02020603050405020304" pitchFamily="18" charset="0"/>
                </a:rPr>
                <a:t>A</a:t>
              </a:r>
            </a:p>
          </p:txBody>
        </p:sp>
        <p:sp>
          <p:nvSpPr>
            <p:cNvPr id="13322" name="Rectangle 28">
              <a:extLst>
                <a:ext uri="{FF2B5EF4-FFF2-40B4-BE49-F238E27FC236}">
                  <a16:creationId xmlns:a16="http://schemas.microsoft.com/office/drawing/2014/main" id="{8C042576-9909-25B0-E6C2-4DF577F3FBAD}"/>
                </a:ext>
              </a:extLst>
            </p:cNvPr>
            <p:cNvSpPr>
              <a:spLocks noChangeArrowheads="1"/>
            </p:cNvSpPr>
            <p:nvPr/>
          </p:nvSpPr>
          <p:spPr bwMode="auto">
            <a:xfrm>
              <a:off x="1952" y="2871"/>
              <a:ext cx="805" cy="352"/>
            </a:xfrm>
            <a:prstGeom prst="rect">
              <a:avLst/>
            </a:prstGeom>
            <a:solidFill>
              <a:schemeClr val="bg1"/>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lang="en-US" altLang="zh-CN" sz="1800">
                  <a:solidFill>
                    <a:srgbClr val="CA5B08"/>
                  </a:solidFill>
                  <a:latin typeface="Times New Roman" panose="02020603050405020304" pitchFamily="18" charset="0"/>
                </a:rPr>
                <a:t>1</a:t>
              </a:r>
              <a:r>
                <a:rPr lang="zh-CN" altLang="en-US" sz="1800">
                  <a:solidFill>
                    <a:srgbClr val="CA5B08"/>
                  </a:solidFill>
                  <a:latin typeface="Times New Roman" panose="02020603050405020304" pitchFamily="18" charset="0"/>
                </a:rPr>
                <a:t>．</a:t>
              </a:r>
              <a:r>
                <a:rPr lang="en-US" altLang="zh-CN" sz="1800">
                  <a:solidFill>
                    <a:srgbClr val="CA5B08"/>
                  </a:solidFill>
                  <a:latin typeface="Times New Roman" panose="02020603050405020304" pitchFamily="18" charset="0"/>
                </a:rPr>
                <a:t>2</a:t>
              </a:r>
              <a:r>
                <a:rPr lang="zh-CN" altLang="en-US" sz="1800">
                  <a:solidFill>
                    <a:srgbClr val="CA5B08"/>
                  </a:solidFill>
                  <a:latin typeface="Times New Roman" panose="02020603050405020304" pitchFamily="18" charset="0"/>
                </a:rPr>
                <a:t>元素</a:t>
              </a:r>
              <a:r>
                <a:rPr lang="en-US" altLang="zh-CN" sz="1800">
                  <a:solidFill>
                    <a:srgbClr val="CA5B08"/>
                  </a:solidFill>
                  <a:latin typeface="Times New Roman" panose="02020603050405020304" pitchFamily="18" charset="0"/>
                </a:rPr>
                <a:t>B</a:t>
              </a:r>
            </a:p>
          </p:txBody>
        </p:sp>
        <p:sp>
          <p:nvSpPr>
            <p:cNvPr id="13323" name="Rectangle 29">
              <a:extLst>
                <a:ext uri="{FF2B5EF4-FFF2-40B4-BE49-F238E27FC236}">
                  <a16:creationId xmlns:a16="http://schemas.microsoft.com/office/drawing/2014/main" id="{35355A1C-8F55-E527-21F1-69795D62DF2C}"/>
                </a:ext>
              </a:extLst>
            </p:cNvPr>
            <p:cNvSpPr>
              <a:spLocks noChangeArrowheads="1"/>
            </p:cNvSpPr>
            <p:nvPr/>
          </p:nvSpPr>
          <p:spPr bwMode="auto">
            <a:xfrm>
              <a:off x="1066" y="3693"/>
              <a:ext cx="644" cy="352"/>
            </a:xfrm>
            <a:prstGeom prst="rect">
              <a:avLst/>
            </a:prstGeom>
            <a:solidFill>
              <a:schemeClr val="bg1"/>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lang="en-US" altLang="zh-CN" sz="1800">
                  <a:solidFill>
                    <a:srgbClr val="CA5B08"/>
                  </a:solidFill>
                  <a:latin typeface="Times New Roman" panose="02020603050405020304" pitchFamily="18" charset="0"/>
                </a:rPr>
                <a:t>1.1.1</a:t>
              </a:r>
              <a:r>
                <a:rPr lang="zh-CN" altLang="en-US" sz="1800">
                  <a:solidFill>
                    <a:srgbClr val="CA5B08"/>
                  </a:solidFill>
                  <a:latin typeface="Times New Roman" panose="02020603050405020304" pitchFamily="18" charset="0"/>
                </a:rPr>
                <a:t>任务</a:t>
              </a:r>
            </a:p>
          </p:txBody>
        </p:sp>
        <p:sp>
          <p:nvSpPr>
            <p:cNvPr id="13324" name="Rectangle 30">
              <a:extLst>
                <a:ext uri="{FF2B5EF4-FFF2-40B4-BE49-F238E27FC236}">
                  <a16:creationId xmlns:a16="http://schemas.microsoft.com/office/drawing/2014/main" id="{99FA0333-3671-B040-EB6E-89B4441E724E}"/>
                </a:ext>
              </a:extLst>
            </p:cNvPr>
            <p:cNvSpPr>
              <a:spLocks noChangeArrowheads="1"/>
            </p:cNvSpPr>
            <p:nvPr/>
          </p:nvSpPr>
          <p:spPr bwMode="auto">
            <a:xfrm>
              <a:off x="2113" y="3693"/>
              <a:ext cx="644" cy="352"/>
            </a:xfrm>
            <a:prstGeom prst="rect">
              <a:avLst/>
            </a:prstGeom>
            <a:solidFill>
              <a:schemeClr val="bg1"/>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lang="en-US" altLang="zh-CN" sz="1800">
                  <a:solidFill>
                    <a:srgbClr val="CA5B08"/>
                  </a:solidFill>
                  <a:latin typeface="Times New Roman" panose="02020603050405020304" pitchFamily="18" charset="0"/>
                </a:rPr>
                <a:t>1.1.2</a:t>
              </a:r>
              <a:r>
                <a:rPr lang="zh-CN" altLang="en-US" sz="1800">
                  <a:solidFill>
                    <a:srgbClr val="CA5B08"/>
                  </a:solidFill>
                  <a:latin typeface="Times New Roman" panose="02020603050405020304" pitchFamily="18" charset="0"/>
                </a:rPr>
                <a:t>任务</a:t>
              </a:r>
            </a:p>
          </p:txBody>
        </p:sp>
        <p:sp>
          <p:nvSpPr>
            <p:cNvPr id="13325" name="Line 31">
              <a:extLst>
                <a:ext uri="{FF2B5EF4-FFF2-40B4-BE49-F238E27FC236}">
                  <a16:creationId xmlns:a16="http://schemas.microsoft.com/office/drawing/2014/main" id="{3082CE16-C73B-445F-1E42-508E2CBFA991}"/>
                </a:ext>
              </a:extLst>
            </p:cNvPr>
            <p:cNvSpPr>
              <a:spLocks noChangeShapeType="1"/>
            </p:cNvSpPr>
            <p:nvPr/>
          </p:nvSpPr>
          <p:spPr bwMode="auto">
            <a:xfrm>
              <a:off x="1871" y="2519"/>
              <a:ext cx="0" cy="11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6" name="Line 32">
              <a:extLst>
                <a:ext uri="{FF2B5EF4-FFF2-40B4-BE49-F238E27FC236}">
                  <a16:creationId xmlns:a16="http://schemas.microsoft.com/office/drawing/2014/main" id="{1EAB8899-63A4-57F9-064A-A55EF9349ED2}"/>
                </a:ext>
              </a:extLst>
            </p:cNvPr>
            <p:cNvSpPr>
              <a:spLocks noChangeShapeType="1"/>
            </p:cNvSpPr>
            <p:nvPr/>
          </p:nvSpPr>
          <p:spPr bwMode="auto">
            <a:xfrm>
              <a:off x="1468" y="2637"/>
              <a:ext cx="80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7" name="Line 33">
              <a:extLst>
                <a:ext uri="{FF2B5EF4-FFF2-40B4-BE49-F238E27FC236}">
                  <a16:creationId xmlns:a16="http://schemas.microsoft.com/office/drawing/2014/main" id="{80B13223-C679-BC06-EEFC-AC546AD335EE}"/>
                </a:ext>
              </a:extLst>
            </p:cNvPr>
            <p:cNvSpPr>
              <a:spLocks noChangeShapeType="1"/>
            </p:cNvSpPr>
            <p:nvPr/>
          </p:nvSpPr>
          <p:spPr bwMode="auto">
            <a:xfrm>
              <a:off x="2274" y="2637"/>
              <a:ext cx="0" cy="23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8" name="Line 34">
              <a:extLst>
                <a:ext uri="{FF2B5EF4-FFF2-40B4-BE49-F238E27FC236}">
                  <a16:creationId xmlns:a16="http://schemas.microsoft.com/office/drawing/2014/main" id="{80BC5D59-3EF3-7A05-9480-A840BD970064}"/>
                </a:ext>
              </a:extLst>
            </p:cNvPr>
            <p:cNvSpPr>
              <a:spLocks noChangeShapeType="1"/>
            </p:cNvSpPr>
            <p:nvPr/>
          </p:nvSpPr>
          <p:spPr bwMode="auto">
            <a:xfrm>
              <a:off x="1468" y="2637"/>
              <a:ext cx="0" cy="23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9" name="Line 35">
              <a:extLst>
                <a:ext uri="{FF2B5EF4-FFF2-40B4-BE49-F238E27FC236}">
                  <a16:creationId xmlns:a16="http://schemas.microsoft.com/office/drawing/2014/main" id="{F2248A82-A93D-AA90-1597-0ABE82133A1C}"/>
                </a:ext>
              </a:extLst>
            </p:cNvPr>
            <p:cNvSpPr>
              <a:spLocks noChangeShapeType="1"/>
            </p:cNvSpPr>
            <p:nvPr/>
          </p:nvSpPr>
          <p:spPr bwMode="auto">
            <a:xfrm>
              <a:off x="1468" y="3223"/>
              <a:ext cx="0" cy="11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0" name="Line 36">
              <a:extLst>
                <a:ext uri="{FF2B5EF4-FFF2-40B4-BE49-F238E27FC236}">
                  <a16:creationId xmlns:a16="http://schemas.microsoft.com/office/drawing/2014/main" id="{41E7029B-5125-D27C-0BD6-89C054E53FF3}"/>
                </a:ext>
              </a:extLst>
            </p:cNvPr>
            <p:cNvSpPr>
              <a:spLocks noChangeShapeType="1"/>
            </p:cNvSpPr>
            <p:nvPr/>
          </p:nvSpPr>
          <p:spPr bwMode="auto">
            <a:xfrm>
              <a:off x="1307" y="3341"/>
              <a:ext cx="104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1" name="Line 37">
              <a:extLst>
                <a:ext uri="{FF2B5EF4-FFF2-40B4-BE49-F238E27FC236}">
                  <a16:creationId xmlns:a16="http://schemas.microsoft.com/office/drawing/2014/main" id="{E43E538C-2B9B-6075-50D0-11CD8F925078}"/>
                </a:ext>
              </a:extLst>
            </p:cNvPr>
            <p:cNvSpPr>
              <a:spLocks noChangeShapeType="1"/>
            </p:cNvSpPr>
            <p:nvPr/>
          </p:nvSpPr>
          <p:spPr bwMode="auto">
            <a:xfrm>
              <a:off x="1307" y="3341"/>
              <a:ext cx="0" cy="35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2" name="Line 38">
              <a:extLst>
                <a:ext uri="{FF2B5EF4-FFF2-40B4-BE49-F238E27FC236}">
                  <a16:creationId xmlns:a16="http://schemas.microsoft.com/office/drawing/2014/main" id="{C343B663-60A7-0F30-48AF-9019CF2DA713}"/>
                </a:ext>
              </a:extLst>
            </p:cNvPr>
            <p:cNvSpPr>
              <a:spLocks noChangeShapeType="1"/>
            </p:cNvSpPr>
            <p:nvPr/>
          </p:nvSpPr>
          <p:spPr bwMode="auto">
            <a:xfrm>
              <a:off x="2354" y="3341"/>
              <a:ext cx="0" cy="35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3" name="Line 39">
              <a:extLst>
                <a:ext uri="{FF2B5EF4-FFF2-40B4-BE49-F238E27FC236}">
                  <a16:creationId xmlns:a16="http://schemas.microsoft.com/office/drawing/2014/main" id="{70EF4107-8FC3-08F6-AF99-EE6B37198A26}"/>
                </a:ext>
              </a:extLst>
            </p:cNvPr>
            <p:cNvSpPr>
              <a:spLocks noChangeShapeType="1"/>
            </p:cNvSpPr>
            <p:nvPr/>
          </p:nvSpPr>
          <p:spPr bwMode="auto">
            <a:xfrm>
              <a:off x="3243" y="2069"/>
              <a:ext cx="209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27BD65F0-74CF-6AA1-5CFF-48500570ACBE}"/>
              </a:ext>
            </a:extLst>
          </p:cNvPr>
          <p:cNvSpPr>
            <a:spLocks noGrp="1" noChangeArrowheads="1"/>
          </p:cNvSpPr>
          <p:nvPr>
            <p:ph type="title"/>
          </p:nvPr>
        </p:nvSpPr>
        <p:spPr/>
        <p:txBody>
          <a:bodyPr/>
          <a:lstStyle/>
          <a:p>
            <a:pPr eaLnBrk="1" hangingPunct="1"/>
            <a:r>
              <a:rPr kumimoji="1" lang="zh-CN" altLang="en-US"/>
              <a:t>软件项目分解</a:t>
            </a:r>
          </a:p>
        </p:txBody>
      </p:sp>
      <p:sp>
        <p:nvSpPr>
          <p:cNvPr id="14339" name="Rectangle 3">
            <a:extLst>
              <a:ext uri="{FF2B5EF4-FFF2-40B4-BE49-F238E27FC236}">
                <a16:creationId xmlns:a16="http://schemas.microsoft.com/office/drawing/2014/main" id="{131A958A-997A-C19C-5D57-D4519545B34D}"/>
              </a:ext>
            </a:extLst>
          </p:cNvPr>
          <p:cNvSpPr>
            <a:spLocks noGrp="1" noChangeArrowheads="1"/>
          </p:cNvSpPr>
          <p:nvPr>
            <p:ph type="body" idx="1"/>
          </p:nvPr>
        </p:nvSpPr>
        <p:spPr>
          <a:xfrm>
            <a:off x="1116013" y="1916113"/>
            <a:ext cx="7848600" cy="4941887"/>
          </a:xfrm>
        </p:spPr>
        <p:txBody>
          <a:bodyPr/>
          <a:lstStyle/>
          <a:p>
            <a:pPr eaLnBrk="1" hangingPunct="1">
              <a:lnSpc>
                <a:spcPct val="130000"/>
              </a:lnSpc>
            </a:pPr>
            <a:r>
              <a:rPr lang="en-US" altLang="zh-CN" sz="2400">
                <a:solidFill>
                  <a:schemeClr val="accent2"/>
                </a:solidFill>
              </a:rPr>
              <a:t>WBS</a:t>
            </a:r>
            <a:r>
              <a:rPr lang="zh-CN" altLang="en-US" sz="2400">
                <a:solidFill>
                  <a:schemeClr val="accent2"/>
                </a:solidFill>
                <a:ea typeface="黑体" panose="02010609060101010101" pitchFamily="49" charset="-122"/>
              </a:rPr>
              <a:t>工作编码</a:t>
            </a:r>
          </a:p>
          <a:p>
            <a:pPr eaLnBrk="1" hangingPunct="1">
              <a:lnSpc>
                <a:spcPct val="130000"/>
              </a:lnSpc>
              <a:buFont typeface="Wingdings 2" panose="05020102010507070707" pitchFamily="18" charset="2"/>
              <a:buNone/>
            </a:pPr>
            <a:r>
              <a:rPr lang="zh-CN" altLang="en-US" sz="2000"/>
              <a:t>      </a:t>
            </a:r>
            <a:r>
              <a:rPr lang="en-US" altLang="zh-CN" sz="2000">
                <a:solidFill>
                  <a:schemeClr val="accent1"/>
                </a:solidFill>
                <a:ea typeface="黑体" panose="02010609060101010101" pitchFamily="49" charset="-122"/>
              </a:rPr>
              <a:t>——</a:t>
            </a:r>
            <a:r>
              <a:rPr lang="zh-CN" altLang="en-US" sz="2000">
                <a:solidFill>
                  <a:schemeClr val="accent1"/>
                </a:solidFill>
                <a:ea typeface="黑体" panose="02010609060101010101" pitchFamily="49" charset="-122"/>
              </a:rPr>
              <a:t>由高层向下层用多位码编排，要求每项工作有唯一的编码。</a:t>
            </a:r>
          </a:p>
          <a:p>
            <a:pPr lvl="1" eaLnBrk="1" hangingPunct="1">
              <a:lnSpc>
                <a:spcPct val="130000"/>
              </a:lnSpc>
            </a:pPr>
            <a:r>
              <a:rPr lang="en-US" altLang="zh-CN" sz="2000"/>
              <a:t>1000</a:t>
            </a:r>
          </a:p>
          <a:p>
            <a:pPr lvl="2" eaLnBrk="1" hangingPunct="1"/>
            <a:r>
              <a:rPr lang="en-US" altLang="zh-CN"/>
              <a:t>1100</a:t>
            </a:r>
          </a:p>
          <a:p>
            <a:pPr lvl="3" eaLnBrk="1" hangingPunct="1"/>
            <a:r>
              <a:rPr lang="en-US" altLang="zh-CN" b="1"/>
              <a:t>1110</a:t>
            </a:r>
          </a:p>
          <a:p>
            <a:pPr lvl="4" eaLnBrk="1" hangingPunct="1"/>
            <a:r>
              <a:rPr lang="en-US" altLang="zh-CN" sz="2000" b="1"/>
              <a:t>1111</a:t>
            </a:r>
          </a:p>
          <a:p>
            <a:pPr lvl="4" eaLnBrk="1" hangingPunct="1"/>
            <a:r>
              <a:rPr lang="en-US" altLang="zh-CN" sz="2000" b="1"/>
              <a:t>1112</a:t>
            </a:r>
          </a:p>
          <a:p>
            <a:pPr lvl="4" eaLnBrk="1" hangingPunct="1"/>
            <a:r>
              <a:rPr lang="en-US" altLang="zh-CN" sz="2000" b="1"/>
              <a:t>1113</a:t>
            </a:r>
          </a:p>
          <a:p>
            <a:pPr lvl="3" eaLnBrk="1" hangingPunct="1"/>
            <a:r>
              <a:rPr lang="en-US" altLang="zh-CN" b="1"/>
              <a:t>1120</a:t>
            </a:r>
          </a:p>
          <a:p>
            <a:pPr lvl="4" eaLnBrk="1" hangingPunct="1"/>
            <a:r>
              <a:rPr lang="en-US" altLang="zh-CN" sz="2000" b="1"/>
              <a:t>1121</a:t>
            </a:r>
          </a:p>
          <a:p>
            <a:pPr lvl="4" eaLnBrk="1" hangingPunct="1"/>
            <a:r>
              <a:rPr lang="en-US" altLang="zh-CN" sz="2000" b="1"/>
              <a:t>1122</a:t>
            </a:r>
          </a:p>
          <a:p>
            <a:pPr lvl="4" eaLnBrk="1" hangingPunct="1"/>
            <a:r>
              <a:rPr lang="en-US" altLang="zh-CN" sz="2000" b="1"/>
              <a:t>1123</a:t>
            </a:r>
          </a:p>
          <a:p>
            <a:pPr lvl="2" eaLnBrk="1" hangingPunct="1"/>
            <a:r>
              <a:rPr lang="en-US" altLang="zh-CN"/>
              <a:t>1200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FE8B7FA4-4E24-FB54-C875-4778313FE6B7}"/>
              </a:ext>
            </a:extLst>
          </p:cNvPr>
          <p:cNvSpPr>
            <a:spLocks noGrp="1" noChangeArrowheads="1"/>
          </p:cNvSpPr>
          <p:nvPr>
            <p:ph type="title"/>
          </p:nvPr>
        </p:nvSpPr>
        <p:spPr/>
        <p:txBody>
          <a:bodyPr/>
          <a:lstStyle/>
          <a:p>
            <a:pPr eaLnBrk="1" hangingPunct="1"/>
            <a:r>
              <a:rPr kumimoji="1" lang="zh-CN" altLang="en-US"/>
              <a:t>软件项目分解</a:t>
            </a:r>
          </a:p>
        </p:txBody>
      </p:sp>
      <p:sp>
        <p:nvSpPr>
          <p:cNvPr id="15363" name="Rectangle 3">
            <a:extLst>
              <a:ext uri="{FF2B5EF4-FFF2-40B4-BE49-F238E27FC236}">
                <a16:creationId xmlns:a16="http://schemas.microsoft.com/office/drawing/2014/main" id="{5C29F3DD-20F5-4104-F556-C519B8C58315}"/>
              </a:ext>
            </a:extLst>
          </p:cNvPr>
          <p:cNvSpPr>
            <a:spLocks noGrp="1" noChangeArrowheads="1"/>
          </p:cNvSpPr>
          <p:nvPr>
            <p:ph type="body" idx="1"/>
          </p:nvPr>
        </p:nvSpPr>
        <p:spPr>
          <a:xfrm>
            <a:off x="323850" y="1844675"/>
            <a:ext cx="8640763" cy="5013325"/>
          </a:xfrm>
        </p:spPr>
        <p:txBody>
          <a:bodyPr/>
          <a:lstStyle/>
          <a:p>
            <a:pPr eaLnBrk="1" hangingPunct="1"/>
            <a:r>
              <a:rPr lang="en-US" altLang="zh-CN" sz="2000">
                <a:solidFill>
                  <a:schemeClr val="accent2"/>
                </a:solidFill>
              </a:rPr>
              <a:t>WBS</a:t>
            </a:r>
            <a:r>
              <a:rPr lang="zh-CN" altLang="en-US" sz="2000">
                <a:solidFill>
                  <a:schemeClr val="accent2"/>
                </a:solidFill>
                <a:ea typeface="黑体" panose="02010609060101010101" pitchFamily="49" charset="-122"/>
              </a:rPr>
              <a:t>工作编码举例</a:t>
            </a:r>
            <a:r>
              <a:rPr lang="zh-CN" altLang="en-US" sz="2400">
                <a:solidFill>
                  <a:schemeClr val="accent2"/>
                </a:solidFill>
                <a:ea typeface="黑体" panose="02010609060101010101" pitchFamily="49" charset="-122"/>
              </a:rPr>
              <a:t>：</a:t>
            </a:r>
            <a:r>
              <a:rPr lang="zh-CN" altLang="en-US" sz="2000">
                <a:solidFill>
                  <a:schemeClr val="hlink"/>
                </a:solidFill>
              </a:rPr>
              <a:t>企业经营评价系统项目</a:t>
            </a:r>
          </a:p>
        </p:txBody>
      </p:sp>
      <p:grpSp>
        <p:nvGrpSpPr>
          <p:cNvPr id="2" name="Group 4">
            <a:extLst>
              <a:ext uri="{FF2B5EF4-FFF2-40B4-BE49-F238E27FC236}">
                <a16:creationId xmlns:a16="http://schemas.microsoft.com/office/drawing/2014/main" id="{3EB672BB-2D24-F976-124A-5ABE796710C5}"/>
              </a:ext>
            </a:extLst>
          </p:cNvPr>
          <p:cNvGrpSpPr>
            <a:grpSpLocks/>
          </p:cNvGrpSpPr>
          <p:nvPr/>
        </p:nvGrpSpPr>
        <p:grpSpPr bwMode="auto">
          <a:xfrm>
            <a:off x="755650" y="2349500"/>
            <a:ext cx="7981950" cy="4430713"/>
            <a:chOff x="204" y="1049"/>
            <a:chExt cx="5028" cy="2791"/>
          </a:xfrm>
        </p:grpSpPr>
        <p:grpSp>
          <p:nvGrpSpPr>
            <p:cNvPr id="15365" name="Group 5">
              <a:extLst>
                <a:ext uri="{FF2B5EF4-FFF2-40B4-BE49-F238E27FC236}">
                  <a16:creationId xmlns:a16="http://schemas.microsoft.com/office/drawing/2014/main" id="{17D3F4BD-7449-1A93-CDD7-D5DA0ED9EF33}"/>
                </a:ext>
              </a:extLst>
            </p:cNvPr>
            <p:cNvGrpSpPr>
              <a:grpSpLocks/>
            </p:cNvGrpSpPr>
            <p:nvPr/>
          </p:nvGrpSpPr>
          <p:grpSpPr bwMode="auto">
            <a:xfrm>
              <a:off x="672" y="1056"/>
              <a:ext cx="4560" cy="2784"/>
              <a:chOff x="1800" y="1440"/>
              <a:chExt cx="8460" cy="4836"/>
            </a:xfrm>
          </p:grpSpPr>
          <p:sp>
            <p:nvSpPr>
              <p:cNvPr id="15370" name="Text Box 6">
                <a:extLst>
                  <a:ext uri="{FF2B5EF4-FFF2-40B4-BE49-F238E27FC236}">
                    <a16:creationId xmlns:a16="http://schemas.microsoft.com/office/drawing/2014/main" id="{7CFE67EA-AFAA-A35C-C6F4-BB138B2F2F4F}"/>
                  </a:ext>
                </a:extLst>
              </p:cNvPr>
              <p:cNvSpPr txBox="1">
                <a:spLocks noChangeArrowheads="1"/>
              </p:cNvSpPr>
              <p:nvPr/>
            </p:nvSpPr>
            <p:spPr bwMode="auto">
              <a:xfrm>
                <a:off x="4320" y="4092"/>
                <a:ext cx="900" cy="780"/>
              </a:xfrm>
              <a:prstGeom prst="rect">
                <a:avLst/>
              </a:prstGeom>
              <a:solidFill>
                <a:srgbClr val="CA5B08"/>
              </a:solidFill>
              <a:ln w="9525">
                <a:solidFill>
                  <a:schemeClr val="tx1"/>
                </a:solidFill>
                <a:miter lim="800000"/>
                <a:headEnd/>
                <a:tailEnd/>
              </a:ln>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1600">
                    <a:solidFill>
                      <a:schemeClr val="bg1"/>
                    </a:solidFill>
                    <a:latin typeface="Times New Roman" panose="02020603050405020304" pitchFamily="18" charset="0"/>
                  </a:rPr>
                  <a:t>网络</a:t>
                </a:r>
              </a:p>
              <a:p>
                <a:pPr algn="ctr">
                  <a:spcBef>
                    <a:spcPct val="0"/>
                  </a:spcBef>
                  <a:buClrTx/>
                  <a:buFontTx/>
                  <a:buNone/>
                </a:pPr>
                <a:r>
                  <a:rPr lang="en-US" altLang="zh-CN" sz="1600">
                    <a:solidFill>
                      <a:schemeClr val="bg1"/>
                    </a:solidFill>
                    <a:latin typeface="Times New Roman" panose="02020603050405020304" pitchFamily="18" charset="0"/>
                  </a:rPr>
                  <a:t>1430</a:t>
                </a:r>
              </a:p>
            </p:txBody>
          </p:sp>
          <p:sp>
            <p:nvSpPr>
              <p:cNvPr id="15371" name="Text Box 7">
                <a:extLst>
                  <a:ext uri="{FF2B5EF4-FFF2-40B4-BE49-F238E27FC236}">
                    <a16:creationId xmlns:a16="http://schemas.microsoft.com/office/drawing/2014/main" id="{D1CA0A4E-6A4B-997A-47B7-CA44738B195F}"/>
                  </a:ext>
                </a:extLst>
              </p:cNvPr>
              <p:cNvSpPr txBox="1">
                <a:spLocks noChangeArrowheads="1"/>
              </p:cNvSpPr>
              <p:nvPr/>
            </p:nvSpPr>
            <p:spPr bwMode="auto">
              <a:xfrm>
                <a:off x="2160" y="4092"/>
                <a:ext cx="900" cy="780"/>
              </a:xfrm>
              <a:prstGeom prst="rect">
                <a:avLst/>
              </a:prstGeom>
              <a:solidFill>
                <a:srgbClr val="CA5B08"/>
              </a:solidFill>
              <a:ln w="9525">
                <a:solidFill>
                  <a:schemeClr val="tx1"/>
                </a:solidFill>
                <a:miter lim="800000"/>
                <a:headEnd/>
                <a:tailEnd/>
              </a:ln>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1600">
                    <a:solidFill>
                      <a:schemeClr val="bg1"/>
                    </a:solidFill>
                    <a:latin typeface="Times New Roman" panose="02020603050405020304" pitchFamily="18" charset="0"/>
                  </a:rPr>
                  <a:t>软件</a:t>
                </a:r>
              </a:p>
              <a:p>
                <a:pPr algn="ctr">
                  <a:spcBef>
                    <a:spcPct val="0"/>
                  </a:spcBef>
                  <a:buClrTx/>
                  <a:buFontTx/>
                  <a:buNone/>
                </a:pPr>
                <a:r>
                  <a:rPr lang="en-US" altLang="zh-CN" sz="1600">
                    <a:solidFill>
                      <a:schemeClr val="bg1"/>
                    </a:solidFill>
                    <a:latin typeface="Times New Roman" panose="02020603050405020304" pitchFamily="18" charset="0"/>
                  </a:rPr>
                  <a:t>1410</a:t>
                </a:r>
              </a:p>
            </p:txBody>
          </p:sp>
          <p:sp>
            <p:nvSpPr>
              <p:cNvPr id="15372" name="Text Box 8">
                <a:extLst>
                  <a:ext uri="{FF2B5EF4-FFF2-40B4-BE49-F238E27FC236}">
                    <a16:creationId xmlns:a16="http://schemas.microsoft.com/office/drawing/2014/main" id="{2B9E685D-CA48-9A5D-C0BD-3C019BF3F362}"/>
                  </a:ext>
                </a:extLst>
              </p:cNvPr>
              <p:cNvSpPr txBox="1">
                <a:spLocks noChangeArrowheads="1"/>
              </p:cNvSpPr>
              <p:nvPr/>
            </p:nvSpPr>
            <p:spPr bwMode="auto">
              <a:xfrm>
                <a:off x="3240" y="4092"/>
                <a:ext cx="900" cy="780"/>
              </a:xfrm>
              <a:prstGeom prst="rect">
                <a:avLst/>
              </a:prstGeom>
              <a:solidFill>
                <a:srgbClr val="CA5B08"/>
              </a:solidFill>
              <a:ln w="9525">
                <a:solidFill>
                  <a:schemeClr val="tx1"/>
                </a:solidFill>
                <a:miter lim="800000"/>
                <a:headEnd/>
                <a:tailEnd/>
              </a:ln>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1600">
                    <a:solidFill>
                      <a:schemeClr val="bg1"/>
                    </a:solidFill>
                    <a:latin typeface="Times New Roman" panose="02020603050405020304" pitchFamily="18" charset="0"/>
                  </a:rPr>
                  <a:t>硬件</a:t>
                </a:r>
              </a:p>
              <a:p>
                <a:pPr algn="ctr">
                  <a:spcBef>
                    <a:spcPct val="0"/>
                  </a:spcBef>
                  <a:buClrTx/>
                  <a:buFontTx/>
                  <a:buNone/>
                </a:pPr>
                <a:r>
                  <a:rPr lang="en-US" altLang="zh-CN" sz="1600">
                    <a:solidFill>
                      <a:schemeClr val="bg1"/>
                    </a:solidFill>
                    <a:latin typeface="Times New Roman" panose="02020603050405020304" pitchFamily="18" charset="0"/>
                  </a:rPr>
                  <a:t>1420</a:t>
                </a:r>
              </a:p>
            </p:txBody>
          </p:sp>
          <p:sp>
            <p:nvSpPr>
              <p:cNvPr id="15373" name="Text Box 9">
                <a:extLst>
                  <a:ext uri="{FF2B5EF4-FFF2-40B4-BE49-F238E27FC236}">
                    <a16:creationId xmlns:a16="http://schemas.microsoft.com/office/drawing/2014/main" id="{4AB79D44-9848-1F46-FFB8-87E9C73BEA5B}"/>
                  </a:ext>
                </a:extLst>
              </p:cNvPr>
              <p:cNvSpPr txBox="1">
                <a:spLocks noChangeArrowheads="1"/>
              </p:cNvSpPr>
              <p:nvPr/>
            </p:nvSpPr>
            <p:spPr bwMode="auto">
              <a:xfrm>
                <a:off x="5940" y="2688"/>
                <a:ext cx="900" cy="780"/>
              </a:xfrm>
              <a:prstGeom prst="rect">
                <a:avLst/>
              </a:prstGeom>
              <a:solidFill>
                <a:srgbClr val="CA5B08"/>
              </a:solidFill>
              <a:ln w="9525">
                <a:solidFill>
                  <a:schemeClr val="tx1"/>
                </a:solidFill>
                <a:miter lim="800000"/>
                <a:headEnd/>
                <a:tailEnd/>
              </a:ln>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1600">
                    <a:solidFill>
                      <a:schemeClr val="bg1"/>
                    </a:solidFill>
                    <a:latin typeface="Times New Roman" panose="02020603050405020304" pitchFamily="18" charset="0"/>
                  </a:rPr>
                  <a:t>系统开发</a:t>
                </a:r>
              </a:p>
              <a:p>
                <a:pPr algn="ctr">
                  <a:spcBef>
                    <a:spcPct val="0"/>
                  </a:spcBef>
                  <a:buClrTx/>
                  <a:buFontTx/>
                  <a:buNone/>
                </a:pPr>
                <a:r>
                  <a:rPr lang="en-US" altLang="zh-CN" sz="1600">
                    <a:solidFill>
                      <a:schemeClr val="bg1"/>
                    </a:solidFill>
                    <a:latin typeface="Times New Roman" panose="02020603050405020304" pitchFamily="18" charset="0"/>
                  </a:rPr>
                  <a:t>1400</a:t>
                </a:r>
              </a:p>
            </p:txBody>
          </p:sp>
          <p:sp>
            <p:nvSpPr>
              <p:cNvPr id="15374" name="Text Box 10">
                <a:extLst>
                  <a:ext uri="{FF2B5EF4-FFF2-40B4-BE49-F238E27FC236}">
                    <a16:creationId xmlns:a16="http://schemas.microsoft.com/office/drawing/2014/main" id="{3E286A1B-2E3A-146B-6F14-0EB253181D3E}"/>
                  </a:ext>
                </a:extLst>
              </p:cNvPr>
              <p:cNvSpPr txBox="1">
                <a:spLocks noChangeArrowheads="1"/>
              </p:cNvSpPr>
              <p:nvPr/>
            </p:nvSpPr>
            <p:spPr bwMode="auto">
              <a:xfrm>
                <a:off x="7380" y="2688"/>
                <a:ext cx="900" cy="780"/>
              </a:xfrm>
              <a:prstGeom prst="rect">
                <a:avLst/>
              </a:prstGeom>
              <a:solidFill>
                <a:srgbClr val="CA5B08"/>
              </a:solidFill>
              <a:ln w="9525">
                <a:solidFill>
                  <a:schemeClr val="tx1"/>
                </a:solidFill>
                <a:miter lim="800000"/>
                <a:headEnd/>
                <a:tailEnd/>
              </a:ln>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1600">
                    <a:solidFill>
                      <a:schemeClr val="bg1"/>
                    </a:solidFill>
                    <a:latin typeface="Times New Roman" panose="02020603050405020304" pitchFamily="18" charset="0"/>
                  </a:rPr>
                  <a:t>测试</a:t>
                </a:r>
              </a:p>
              <a:p>
                <a:pPr algn="ctr">
                  <a:spcBef>
                    <a:spcPct val="0"/>
                  </a:spcBef>
                  <a:buClrTx/>
                  <a:buFontTx/>
                  <a:buNone/>
                </a:pPr>
                <a:r>
                  <a:rPr lang="en-US" altLang="zh-CN" sz="1600">
                    <a:solidFill>
                      <a:schemeClr val="bg1"/>
                    </a:solidFill>
                    <a:latin typeface="Times New Roman" panose="02020603050405020304" pitchFamily="18" charset="0"/>
                  </a:rPr>
                  <a:t>1500</a:t>
                </a:r>
              </a:p>
            </p:txBody>
          </p:sp>
          <p:sp>
            <p:nvSpPr>
              <p:cNvPr id="15375" name="Text Box 11">
                <a:extLst>
                  <a:ext uri="{FF2B5EF4-FFF2-40B4-BE49-F238E27FC236}">
                    <a16:creationId xmlns:a16="http://schemas.microsoft.com/office/drawing/2014/main" id="{36060194-250D-9DF1-0C2F-307A7C2FE503}"/>
                  </a:ext>
                </a:extLst>
              </p:cNvPr>
              <p:cNvSpPr txBox="1">
                <a:spLocks noChangeArrowheads="1"/>
              </p:cNvSpPr>
              <p:nvPr/>
            </p:nvSpPr>
            <p:spPr bwMode="auto">
              <a:xfrm>
                <a:off x="8820" y="2688"/>
                <a:ext cx="900" cy="780"/>
              </a:xfrm>
              <a:prstGeom prst="rect">
                <a:avLst/>
              </a:prstGeom>
              <a:solidFill>
                <a:srgbClr val="CA5B08"/>
              </a:solidFill>
              <a:ln w="9525">
                <a:solidFill>
                  <a:schemeClr val="tx1"/>
                </a:solidFill>
                <a:miter lim="800000"/>
                <a:headEnd/>
                <a:tailEnd/>
              </a:ln>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1600">
                    <a:solidFill>
                      <a:schemeClr val="bg1"/>
                    </a:solidFill>
                    <a:latin typeface="Times New Roman" panose="02020603050405020304" pitchFamily="18" charset="0"/>
                  </a:rPr>
                  <a:t>实施</a:t>
                </a:r>
              </a:p>
              <a:p>
                <a:pPr algn="ctr">
                  <a:spcBef>
                    <a:spcPct val="0"/>
                  </a:spcBef>
                  <a:buClrTx/>
                  <a:buFontTx/>
                  <a:buNone/>
                </a:pPr>
                <a:r>
                  <a:rPr lang="en-US" altLang="zh-CN" sz="1600">
                    <a:solidFill>
                      <a:schemeClr val="bg1"/>
                    </a:solidFill>
                    <a:latin typeface="Times New Roman" panose="02020603050405020304" pitchFamily="18" charset="0"/>
                  </a:rPr>
                  <a:t>1600</a:t>
                </a:r>
              </a:p>
            </p:txBody>
          </p:sp>
          <p:sp>
            <p:nvSpPr>
              <p:cNvPr id="15376" name="Text Box 12">
                <a:extLst>
                  <a:ext uri="{FF2B5EF4-FFF2-40B4-BE49-F238E27FC236}">
                    <a16:creationId xmlns:a16="http://schemas.microsoft.com/office/drawing/2014/main" id="{D82DC8C5-00B4-4E82-AA0C-081E5B1A7A1C}"/>
                  </a:ext>
                </a:extLst>
              </p:cNvPr>
              <p:cNvSpPr txBox="1">
                <a:spLocks noChangeArrowheads="1"/>
              </p:cNvSpPr>
              <p:nvPr/>
            </p:nvSpPr>
            <p:spPr bwMode="auto">
              <a:xfrm>
                <a:off x="4500" y="2688"/>
                <a:ext cx="900" cy="780"/>
              </a:xfrm>
              <a:prstGeom prst="rect">
                <a:avLst/>
              </a:prstGeom>
              <a:solidFill>
                <a:srgbClr val="CA5B08"/>
              </a:solidFill>
              <a:ln w="9525">
                <a:solidFill>
                  <a:schemeClr val="tx1"/>
                </a:solidFill>
                <a:miter lim="800000"/>
                <a:headEnd/>
                <a:tailEnd/>
              </a:ln>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1600">
                    <a:solidFill>
                      <a:schemeClr val="bg1"/>
                    </a:solidFill>
                    <a:latin typeface="Times New Roman" panose="02020603050405020304" pitchFamily="18" charset="0"/>
                  </a:rPr>
                  <a:t>系统设计</a:t>
                </a:r>
              </a:p>
              <a:p>
                <a:pPr algn="ctr">
                  <a:spcBef>
                    <a:spcPct val="0"/>
                  </a:spcBef>
                  <a:buClrTx/>
                  <a:buFontTx/>
                  <a:buNone/>
                </a:pPr>
                <a:r>
                  <a:rPr lang="en-US" altLang="zh-CN" sz="1600">
                    <a:solidFill>
                      <a:schemeClr val="bg1"/>
                    </a:solidFill>
                    <a:latin typeface="Times New Roman" panose="02020603050405020304" pitchFamily="18" charset="0"/>
                  </a:rPr>
                  <a:t>1300</a:t>
                </a:r>
              </a:p>
            </p:txBody>
          </p:sp>
          <p:sp>
            <p:nvSpPr>
              <p:cNvPr id="15377" name="Text Box 13">
                <a:extLst>
                  <a:ext uri="{FF2B5EF4-FFF2-40B4-BE49-F238E27FC236}">
                    <a16:creationId xmlns:a16="http://schemas.microsoft.com/office/drawing/2014/main" id="{75976C22-A335-D430-E6A2-D87754053AC7}"/>
                  </a:ext>
                </a:extLst>
              </p:cNvPr>
              <p:cNvSpPr txBox="1">
                <a:spLocks noChangeArrowheads="1"/>
              </p:cNvSpPr>
              <p:nvPr/>
            </p:nvSpPr>
            <p:spPr bwMode="auto">
              <a:xfrm>
                <a:off x="1980" y="2688"/>
                <a:ext cx="900" cy="780"/>
              </a:xfrm>
              <a:prstGeom prst="rect">
                <a:avLst/>
              </a:prstGeom>
              <a:solidFill>
                <a:srgbClr val="CA5B08"/>
              </a:solidFill>
              <a:ln w="9525">
                <a:solidFill>
                  <a:schemeClr val="tx1"/>
                </a:solidFill>
                <a:miter lim="800000"/>
                <a:headEnd/>
                <a:tailEnd/>
              </a:ln>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1600">
                    <a:solidFill>
                      <a:schemeClr val="bg1"/>
                    </a:solidFill>
                    <a:latin typeface="Times New Roman" panose="02020603050405020304" pitchFamily="18" charset="0"/>
                  </a:rPr>
                  <a:t>问题界定</a:t>
                </a:r>
              </a:p>
              <a:p>
                <a:pPr algn="ctr">
                  <a:spcBef>
                    <a:spcPct val="0"/>
                  </a:spcBef>
                  <a:buClrTx/>
                  <a:buFontTx/>
                  <a:buNone/>
                </a:pPr>
                <a:r>
                  <a:rPr lang="en-US" altLang="zh-CN" sz="1600">
                    <a:solidFill>
                      <a:schemeClr val="bg1"/>
                    </a:solidFill>
                    <a:latin typeface="Times New Roman" panose="02020603050405020304" pitchFamily="18" charset="0"/>
                  </a:rPr>
                  <a:t>1100</a:t>
                </a:r>
              </a:p>
            </p:txBody>
          </p:sp>
          <p:sp>
            <p:nvSpPr>
              <p:cNvPr id="15378" name="Text Box 14">
                <a:extLst>
                  <a:ext uri="{FF2B5EF4-FFF2-40B4-BE49-F238E27FC236}">
                    <a16:creationId xmlns:a16="http://schemas.microsoft.com/office/drawing/2014/main" id="{2257D3DC-11F3-D170-8258-6F8BEC1188EA}"/>
                  </a:ext>
                </a:extLst>
              </p:cNvPr>
              <p:cNvSpPr txBox="1">
                <a:spLocks noChangeArrowheads="1"/>
              </p:cNvSpPr>
              <p:nvPr/>
            </p:nvSpPr>
            <p:spPr bwMode="auto">
              <a:xfrm>
                <a:off x="4500" y="1440"/>
                <a:ext cx="2520" cy="624"/>
              </a:xfrm>
              <a:prstGeom prst="rect">
                <a:avLst/>
              </a:prstGeom>
              <a:solidFill>
                <a:srgbClr val="CA5B08"/>
              </a:solidFill>
              <a:ln w="9525">
                <a:solidFill>
                  <a:schemeClr val="tx1"/>
                </a:solidFill>
                <a:miter lim="800000"/>
                <a:headEnd/>
                <a:tailEnd/>
              </a:ln>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1600">
                    <a:solidFill>
                      <a:schemeClr val="bg1"/>
                    </a:solidFill>
                    <a:latin typeface="Times New Roman" panose="02020603050405020304" pitchFamily="18" charset="0"/>
                  </a:rPr>
                  <a:t>企业经营评价系统项目</a:t>
                </a:r>
              </a:p>
              <a:p>
                <a:pPr algn="ctr">
                  <a:spcBef>
                    <a:spcPct val="0"/>
                  </a:spcBef>
                  <a:buClrTx/>
                  <a:buFontTx/>
                  <a:buNone/>
                </a:pPr>
                <a:r>
                  <a:rPr lang="en-US" altLang="zh-CN" sz="1600">
                    <a:solidFill>
                      <a:schemeClr val="bg1"/>
                    </a:solidFill>
                    <a:latin typeface="Times New Roman" panose="02020603050405020304" pitchFamily="18" charset="0"/>
                  </a:rPr>
                  <a:t>1000</a:t>
                </a:r>
              </a:p>
            </p:txBody>
          </p:sp>
          <p:sp>
            <p:nvSpPr>
              <p:cNvPr id="15379" name="Text Box 15">
                <a:extLst>
                  <a:ext uri="{FF2B5EF4-FFF2-40B4-BE49-F238E27FC236}">
                    <a16:creationId xmlns:a16="http://schemas.microsoft.com/office/drawing/2014/main" id="{2CCEC251-BB86-BAFF-AC39-41BD64520CA2}"/>
                  </a:ext>
                </a:extLst>
              </p:cNvPr>
              <p:cNvSpPr txBox="1">
                <a:spLocks noChangeArrowheads="1"/>
              </p:cNvSpPr>
              <p:nvPr/>
            </p:nvSpPr>
            <p:spPr bwMode="auto">
              <a:xfrm>
                <a:off x="3240" y="2688"/>
                <a:ext cx="900" cy="780"/>
              </a:xfrm>
              <a:prstGeom prst="rect">
                <a:avLst/>
              </a:prstGeom>
              <a:solidFill>
                <a:srgbClr val="CA5B08"/>
              </a:solidFill>
              <a:ln w="9525">
                <a:solidFill>
                  <a:schemeClr val="tx1"/>
                </a:solidFill>
                <a:miter lim="800000"/>
                <a:headEnd/>
                <a:tailEnd/>
              </a:ln>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1600">
                    <a:solidFill>
                      <a:schemeClr val="bg1"/>
                    </a:solidFill>
                    <a:latin typeface="Times New Roman" panose="02020603050405020304" pitchFamily="18" charset="0"/>
                  </a:rPr>
                  <a:t>系统分析</a:t>
                </a:r>
              </a:p>
              <a:p>
                <a:pPr algn="ctr">
                  <a:spcBef>
                    <a:spcPct val="0"/>
                  </a:spcBef>
                  <a:buClrTx/>
                  <a:buFontTx/>
                  <a:buNone/>
                </a:pPr>
                <a:r>
                  <a:rPr lang="en-US" altLang="zh-CN" sz="1600">
                    <a:solidFill>
                      <a:schemeClr val="bg1"/>
                    </a:solidFill>
                    <a:latin typeface="Times New Roman" panose="02020603050405020304" pitchFamily="18" charset="0"/>
                  </a:rPr>
                  <a:t>1200</a:t>
                </a:r>
              </a:p>
            </p:txBody>
          </p:sp>
          <p:sp>
            <p:nvSpPr>
              <p:cNvPr id="15380" name="Text Box 16">
                <a:extLst>
                  <a:ext uri="{FF2B5EF4-FFF2-40B4-BE49-F238E27FC236}">
                    <a16:creationId xmlns:a16="http://schemas.microsoft.com/office/drawing/2014/main" id="{80D87D82-8806-BC38-F012-D5A42C056D64}"/>
                  </a:ext>
                </a:extLst>
              </p:cNvPr>
              <p:cNvSpPr txBox="1">
                <a:spLocks noChangeArrowheads="1"/>
              </p:cNvSpPr>
              <p:nvPr/>
            </p:nvSpPr>
            <p:spPr bwMode="auto">
              <a:xfrm>
                <a:off x="5580" y="4092"/>
                <a:ext cx="900" cy="780"/>
              </a:xfrm>
              <a:prstGeom prst="rect">
                <a:avLst/>
              </a:prstGeom>
              <a:solidFill>
                <a:srgbClr val="CA5B08"/>
              </a:solidFill>
              <a:ln w="9525">
                <a:solidFill>
                  <a:schemeClr val="tx1"/>
                </a:solidFill>
                <a:miter lim="800000"/>
                <a:headEnd/>
                <a:tailEnd/>
              </a:ln>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1600">
                    <a:solidFill>
                      <a:schemeClr val="bg1"/>
                    </a:solidFill>
                    <a:latin typeface="Times New Roman" panose="02020603050405020304" pitchFamily="18" charset="0"/>
                  </a:rPr>
                  <a:t>文档</a:t>
                </a:r>
              </a:p>
              <a:p>
                <a:pPr algn="ctr">
                  <a:spcBef>
                    <a:spcPct val="0"/>
                  </a:spcBef>
                  <a:buClrTx/>
                  <a:buFontTx/>
                  <a:buNone/>
                </a:pPr>
                <a:r>
                  <a:rPr lang="en-US" altLang="zh-CN" sz="1600">
                    <a:solidFill>
                      <a:schemeClr val="bg1"/>
                    </a:solidFill>
                    <a:latin typeface="Times New Roman" panose="02020603050405020304" pitchFamily="18" charset="0"/>
                  </a:rPr>
                  <a:t>1440</a:t>
                </a:r>
              </a:p>
            </p:txBody>
          </p:sp>
          <p:sp>
            <p:nvSpPr>
              <p:cNvPr id="15381" name="Text Box 17">
                <a:extLst>
                  <a:ext uri="{FF2B5EF4-FFF2-40B4-BE49-F238E27FC236}">
                    <a16:creationId xmlns:a16="http://schemas.microsoft.com/office/drawing/2014/main" id="{452AE343-607E-E123-6C1C-27388817F22D}"/>
                  </a:ext>
                </a:extLst>
              </p:cNvPr>
              <p:cNvSpPr txBox="1">
                <a:spLocks noChangeArrowheads="1"/>
              </p:cNvSpPr>
              <p:nvPr/>
            </p:nvSpPr>
            <p:spPr bwMode="auto">
              <a:xfrm>
                <a:off x="1800" y="5496"/>
                <a:ext cx="900" cy="780"/>
              </a:xfrm>
              <a:prstGeom prst="rect">
                <a:avLst/>
              </a:prstGeom>
              <a:solidFill>
                <a:srgbClr val="CA5B08"/>
              </a:solidFill>
              <a:ln w="9525">
                <a:solidFill>
                  <a:schemeClr val="tx1"/>
                </a:solidFill>
                <a:miter lim="800000"/>
                <a:headEnd/>
                <a:tailEnd/>
              </a:ln>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1600">
                    <a:solidFill>
                      <a:schemeClr val="bg1"/>
                    </a:solidFill>
                    <a:latin typeface="Times New Roman" panose="02020603050405020304" pitchFamily="18" charset="0"/>
                  </a:rPr>
                  <a:t>包装软件</a:t>
                </a:r>
              </a:p>
              <a:p>
                <a:pPr algn="ctr">
                  <a:spcBef>
                    <a:spcPct val="0"/>
                  </a:spcBef>
                  <a:buClrTx/>
                  <a:buFontTx/>
                  <a:buNone/>
                </a:pPr>
                <a:r>
                  <a:rPr lang="en-US" altLang="zh-CN" sz="1600">
                    <a:solidFill>
                      <a:schemeClr val="bg1"/>
                    </a:solidFill>
                    <a:latin typeface="Times New Roman" panose="02020603050405020304" pitchFamily="18" charset="0"/>
                  </a:rPr>
                  <a:t>1411</a:t>
                </a:r>
              </a:p>
            </p:txBody>
          </p:sp>
          <p:sp>
            <p:nvSpPr>
              <p:cNvPr id="15382" name="Text Box 18">
                <a:extLst>
                  <a:ext uri="{FF2B5EF4-FFF2-40B4-BE49-F238E27FC236}">
                    <a16:creationId xmlns:a16="http://schemas.microsoft.com/office/drawing/2014/main" id="{75A621F9-C9E9-81F1-E9EE-DC17D8689783}"/>
                  </a:ext>
                </a:extLst>
              </p:cNvPr>
              <p:cNvSpPr txBox="1">
                <a:spLocks noChangeArrowheads="1"/>
              </p:cNvSpPr>
              <p:nvPr/>
            </p:nvSpPr>
            <p:spPr bwMode="auto">
              <a:xfrm>
                <a:off x="6840" y="4092"/>
                <a:ext cx="900" cy="780"/>
              </a:xfrm>
              <a:prstGeom prst="rect">
                <a:avLst/>
              </a:prstGeom>
              <a:solidFill>
                <a:srgbClr val="CA5B08"/>
              </a:solidFill>
              <a:ln w="9525">
                <a:solidFill>
                  <a:schemeClr val="tx1"/>
                </a:solidFill>
                <a:miter lim="800000"/>
                <a:headEnd/>
                <a:tailEnd/>
              </a:ln>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1600">
                    <a:solidFill>
                      <a:schemeClr val="bg1"/>
                    </a:solidFill>
                    <a:latin typeface="Times New Roman" panose="02020603050405020304" pitchFamily="18" charset="0"/>
                  </a:rPr>
                  <a:t>培训</a:t>
                </a:r>
              </a:p>
              <a:p>
                <a:pPr algn="ctr">
                  <a:spcBef>
                    <a:spcPct val="0"/>
                  </a:spcBef>
                  <a:buClrTx/>
                  <a:buFontTx/>
                  <a:buNone/>
                </a:pPr>
                <a:r>
                  <a:rPr lang="en-US" altLang="zh-CN" sz="1600">
                    <a:solidFill>
                      <a:schemeClr val="bg1"/>
                    </a:solidFill>
                    <a:latin typeface="Times New Roman" panose="02020603050405020304" pitchFamily="18" charset="0"/>
                  </a:rPr>
                  <a:t>1610</a:t>
                </a:r>
              </a:p>
            </p:txBody>
          </p:sp>
          <p:sp>
            <p:nvSpPr>
              <p:cNvPr id="15383" name="Text Box 19">
                <a:extLst>
                  <a:ext uri="{FF2B5EF4-FFF2-40B4-BE49-F238E27FC236}">
                    <a16:creationId xmlns:a16="http://schemas.microsoft.com/office/drawing/2014/main" id="{872CB396-3414-4489-D4CA-6AD1AE239C41}"/>
                  </a:ext>
                </a:extLst>
              </p:cNvPr>
              <p:cNvSpPr txBox="1">
                <a:spLocks noChangeArrowheads="1"/>
              </p:cNvSpPr>
              <p:nvPr/>
            </p:nvSpPr>
            <p:spPr bwMode="auto">
              <a:xfrm>
                <a:off x="9360" y="4092"/>
                <a:ext cx="900" cy="780"/>
              </a:xfrm>
              <a:prstGeom prst="rect">
                <a:avLst/>
              </a:prstGeom>
              <a:solidFill>
                <a:srgbClr val="CA5B08"/>
              </a:solidFill>
              <a:ln w="9525">
                <a:solidFill>
                  <a:schemeClr val="tx1"/>
                </a:solidFill>
                <a:miter lim="800000"/>
                <a:headEnd/>
                <a:tailEnd/>
              </a:ln>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1600">
                    <a:solidFill>
                      <a:schemeClr val="bg1"/>
                    </a:solidFill>
                    <a:latin typeface="Times New Roman" panose="02020603050405020304" pitchFamily="18" charset="0"/>
                  </a:rPr>
                  <a:t>验收</a:t>
                </a:r>
              </a:p>
              <a:p>
                <a:pPr algn="ctr">
                  <a:spcBef>
                    <a:spcPct val="0"/>
                  </a:spcBef>
                  <a:buClrTx/>
                  <a:buFontTx/>
                  <a:buNone/>
                </a:pPr>
                <a:r>
                  <a:rPr lang="en-US" altLang="zh-CN" sz="1600">
                    <a:solidFill>
                      <a:schemeClr val="bg1"/>
                    </a:solidFill>
                    <a:latin typeface="Times New Roman" panose="02020603050405020304" pitchFamily="18" charset="0"/>
                  </a:rPr>
                  <a:t>1630</a:t>
                </a:r>
              </a:p>
            </p:txBody>
          </p:sp>
          <p:sp>
            <p:nvSpPr>
              <p:cNvPr id="15384" name="Text Box 20">
                <a:extLst>
                  <a:ext uri="{FF2B5EF4-FFF2-40B4-BE49-F238E27FC236}">
                    <a16:creationId xmlns:a16="http://schemas.microsoft.com/office/drawing/2014/main" id="{F9FA67BB-FD47-BD19-260A-1F7AD502AADF}"/>
                  </a:ext>
                </a:extLst>
              </p:cNvPr>
              <p:cNvSpPr txBox="1">
                <a:spLocks noChangeArrowheads="1"/>
              </p:cNvSpPr>
              <p:nvPr/>
            </p:nvSpPr>
            <p:spPr bwMode="auto">
              <a:xfrm>
                <a:off x="8100" y="4092"/>
                <a:ext cx="900" cy="780"/>
              </a:xfrm>
              <a:prstGeom prst="rect">
                <a:avLst/>
              </a:prstGeom>
              <a:solidFill>
                <a:srgbClr val="CA5B08"/>
              </a:solidFill>
              <a:ln w="9525">
                <a:solidFill>
                  <a:schemeClr val="tx1"/>
                </a:solidFill>
                <a:miter lim="800000"/>
                <a:headEnd/>
                <a:tailEnd/>
              </a:ln>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1600">
                    <a:solidFill>
                      <a:schemeClr val="bg1"/>
                    </a:solidFill>
                    <a:latin typeface="Times New Roman" panose="02020603050405020304" pitchFamily="18" charset="0"/>
                  </a:rPr>
                  <a:t>系统转换</a:t>
                </a:r>
              </a:p>
              <a:p>
                <a:pPr algn="ctr">
                  <a:spcBef>
                    <a:spcPct val="0"/>
                  </a:spcBef>
                  <a:buClrTx/>
                  <a:buFontTx/>
                  <a:buNone/>
                </a:pPr>
                <a:r>
                  <a:rPr lang="en-US" altLang="zh-CN" sz="1600">
                    <a:solidFill>
                      <a:schemeClr val="bg1"/>
                    </a:solidFill>
                    <a:latin typeface="Times New Roman" panose="02020603050405020304" pitchFamily="18" charset="0"/>
                  </a:rPr>
                  <a:t>1620</a:t>
                </a:r>
              </a:p>
            </p:txBody>
          </p:sp>
          <p:sp>
            <p:nvSpPr>
              <p:cNvPr id="15385" name="Text Box 21">
                <a:extLst>
                  <a:ext uri="{FF2B5EF4-FFF2-40B4-BE49-F238E27FC236}">
                    <a16:creationId xmlns:a16="http://schemas.microsoft.com/office/drawing/2014/main" id="{52140FEB-D1A6-293D-E0BA-05186583226B}"/>
                  </a:ext>
                </a:extLst>
              </p:cNvPr>
              <p:cNvSpPr txBox="1">
                <a:spLocks noChangeArrowheads="1"/>
              </p:cNvSpPr>
              <p:nvPr/>
            </p:nvSpPr>
            <p:spPr bwMode="auto">
              <a:xfrm>
                <a:off x="3240" y="5496"/>
                <a:ext cx="900" cy="780"/>
              </a:xfrm>
              <a:prstGeom prst="rect">
                <a:avLst/>
              </a:prstGeom>
              <a:solidFill>
                <a:srgbClr val="CA5B08"/>
              </a:solidFill>
              <a:ln w="9525">
                <a:solidFill>
                  <a:schemeClr val="tx1"/>
                </a:solidFill>
                <a:miter lim="800000"/>
                <a:headEnd/>
                <a:tailEnd/>
              </a:ln>
            </p:spPr>
            <p:txBody>
              <a:bodyPr lIns="0" tIns="0" rIns="0" bIns="0"/>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1600">
                    <a:solidFill>
                      <a:schemeClr val="bg1"/>
                    </a:solidFill>
                    <a:latin typeface="Times New Roman" panose="02020603050405020304" pitchFamily="18" charset="0"/>
                  </a:rPr>
                  <a:t>定制软件</a:t>
                </a:r>
              </a:p>
              <a:p>
                <a:pPr algn="ctr">
                  <a:spcBef>
                    <a:spcPct val="0"/>
                  </a:spcBef>
                  <a:buClrTx/>
                  <a:buFontTx/>
                  <a:buNone/>
                </a:pPr>
                <a:r>
                  <a:rPr lang="en-US" altLang="zh-CN" sz="1600">
                    <a:solidFill>
                      <a:schemeClr val="bg1"/>
                    </a:solidFill>
                    <a:latin typeface="Times New Roman" panose="02020603050405020304" pitchFamily="18" charset="0"/>
                  </a:rPr>
                  <a:t>1412</a:t>
                </a:r>
              </a:p>
            </p:txBody>
          </p:sp>
          <p:sp>
            <p:nvSpPr>
              <p:cNvPr id="15386" name="Line 22">
                <a:extLst>
                  <a:ext uri="{FF2B5EF4-FFF2-40B4-BE49-F238E27FC236}">
                    <a16:creationId xmlns:a16="http://schemas.microsoft.com/office/drawing/2014/main" id="{DEA9B690-BAF2-9BAC-65AD-277387346DC1}"/>
                  </a:ext>
                </a:extLst>
              </p:cNvPr>
              <p:cNvSpPr>
                <a:spLocks noChangeShapeType="1"/>
              </p:cNvSpPr>
              <p:nvPr/>
            </p:nvSpPr>
            <p:spPr bwMode="auto">
              <a:xfrm>
                <a:off x="6120" y="3468"/>
                <a:ext cx="0" cy="6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87" name="Line 23">
                <a:extLst>
                  <a:ext uri="{FF2B5EF4-FFF2-40B4-BE49-F238E27FC236}">
                    <a16:creationId xmlns:a16="http://schemas.microsoft.com/office/drawing/2014/main" id="{7E88A132-E8D4-DAF2-C73D-D7E2914BFD9A}"/>
                  </a:ext>
                </a:extLst>
              </p:cNvPr>
              <p:cNvSpPr>
                <a:spLocks noChangeShapeType="1"/>
              </p:cNvSpPr>
              <p:nvPr/>
            </p:nvSpPr>
            <p:spPr bwMode="auto">
              <a:xfrm>
                <a:off x="4680" y="3780"/>
                <a:ext cx="0" cy="3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88" name="Line 24">
                <a:extLst>
                  <a:ext uri="{FF2B5EF4-FFF2-40B4-BE49-F238E27FC236}">
                    <a16:creationId xmlns:a16="http://schemas.microsoft.com/office/drawing/2014/main" id="{3D0B4525-D812-FA19-D83C-BC60BB442D22}"/>
                  </a:ext>
                </a:extLst>
              </p:cNvPr>
              <p:cNvSpPr>
                <a:spLocks noChangeShapeType="1"/>
              </p:cNvSpPr>
              <p:nvPr/>
            </p:nvSpPr>
            <p:spPr bwMode="auto">
              <a:xfrm>
                <a:off x="3780" y="3780"/>
                <a:ext cx="0" cy="3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89" name="Line 25">
                <a:extLst>
                  <a:ext uri="{FF2B5EF4-FFF2-40B4-BE49-F238E27FC236}">
                    <a16:creationId xmlns:a16="http://schemas.microsoft.com/office/drawing/2014/main" id="{58D28D49-D838-3DF8-E7A2-A006D4AB9ABA}"/>
                  </a:ext>
                </a:extLst>
              </p:cNvPr>
              <p:cNvSpPr>
                <a:spLocks noChangeShapeType="1"/>
              </p:cNvSpPr>
              <p:nvPr/>
            </p:nvSpPr>
            <p:spPr bwMode="auto">
              <a:xfrm>
                <a:off x="2700" y="3780"/>
                <a:ext cx="0" cy="3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90" name="Line 26">
                <a:extLst>
                  <a:ext uri="{FF2B5EF4-FFF2-40B4-BE49-F238E27FC236}">
                    <a16:creationId xmlns:a16="http://schemas.microsoft.com/office/drawing/2014/main" id="{3DA04AEA-E6AB-394B-CDC0-80F56BC24B55}"/>
                  </a:ext>
                </a:extLst>
              </p:cNvPr>
              <p:cNvSpPr>
                <a:spLocks noChangeShapeType="1"/>
              </p:cNvSpPr>
              <p:nvPr/>
            </p:nvSpPr>
            <p:spPr bwMode="auto">
              <a:xfrm>
                <a:off x="2700" y="3780"/>
                <a:ext cx="34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91" name="Line 27">
                <a:extLst>
                  <a:ext uri="{FF2B5EF4-FFF2-40B4-BE49-F238E27FC236}">
                    <a16:creationId xmlns:a16="http://schemas.microsoft.com/office/drawing/2014/main" id="{EFB09659-E839-A3E3-E8D5-CBC6288CB015}"/>
                  </a:ext>
                </a:extLst>
              </p:cNvPr>
              <p:cNvSpPr>
                <a:spLocks noChangeShapeType="1"/>
              </p:cNvSpPr>
              <p:nvPr/>
            </p:nvSpPr>
            <p:spPr bwMode="auto">
              <a:xfrm>
                <a:off x="7380" y="3780"/>
                <a:ext cx="0" cy="3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92" name="Line 28">
                <a:extLst>
                  <a:ext uri="{FF2B5EF4-FFF2-40B4-BE49-F238E27FC236}">
                    <a16:creationId xmlns:a16="http://schemas.microsoft.com/office/drawing/2014/main" id="{481CBD11-0C70-7B51-A9A8-68F3E35178AC}"/>
                  </a:ext>
                </a:extLst>
              </p:cNvPr>
              <p:cNvSpPr>
                <a:spLocks noChangeShapeType="1"/>
              </p:cNvSpPr>
              <p:nvPr/>
            </p:nvSpPr>
            <p:spPr bwMode="auto">
              <a:xfrm>
                <a:off x="8460" y="3780"/>
                <a:ext cx="0" cy="3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93" name="Line 29">
                <a:extLst>
                  <a:ext uri="{FF2B5EF4-FFF2-40B4-BE49-F238E27FC236}">
                    <a16:creationId xmlns:a16="http://schemas.microsoft.com/office/drawing/2014/main" id="{014757D3-660D-82F4-40F9-5054AAC20908}"/>
                  </a:ext>
                </a:extLst>
              </p:cNvPr>
              <p:cNvSpPr>
                <a:spLocks noChangeShapeType="1"/>
              </p:cNvSpPr>
              <p:nvPr/>
            </p:nvSpPr>
            <p:spPr bwMode="auto">
              <a:xfrm>
                <a:off x="9540" y="3468"/>
                <a:ext cx="0" cy="6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94" name="Line 30">
                <a:extLst>
                  <a:ext uri="{FF2B5EF4-FFF2-40B4-BE49-F238E27FC236}">
                    <a16:creationId xmlns:a16="http://schemas.microsoft.com/office/drawing/2014/main" id="{455E893E-2CA0-0D11-1CC9-75E95CE36357}"/>
                  </a:ext>
                </a:extLst>
              </p:cNvPr>
              <p:cNvSpPr>
                <a:spLocks noChangeShapeType="1"/>
              </p:cNvSpPr>
              <p:nvPr/>
            </p:nvSpPr>
            <p:spPr bwMode="auto">
              <a:xfrm>
                <a:off x="7380" y="3780"/>
                <a:ext cx="216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95" name="Line 31">
                <a:extLst>
                  <a:ext uri="{FF2B5EF4-FFF2-40B4-BE49-F238E27FC236}">
                    <a16:creationId xmlns:a16="http://schemas.microsoft.com/office/drawing/2014/main" id="{E990AC37-7482-7656-0264-B006D079B6A3}"/>
                  </a:ext>
                </a:extLst>
              </p:cNvPr>
              <p:cNvSpPr>
                <a:spLocks noChangeShapeType="1"/>
              </p:cNvSpPr>
              <p:nvPr/>
            </p:nvSpPr>
            <p:spPr bwMode="auto">
              <a:xfrm>
                <a:off x="2340" y="2376"/>
                <a:ext cx="70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396" name="Line 32">
                <a:extLst>
                  <a:ext uri="{FF2B5EF4-FFF2-40B4-BE49-F238E27FC236}">
                    <a16:creationId xmlns:a16="http://schemas.microsoft.com/office/drawing/2014/main" id="{98FE0B25-58E8-2EAF-9E8E-97D9760F5D91}"/>
                  </a:ext>
                </a:extLst>
              </p:cNvPr>
              <p:cNvSpPr>
                <a:spLocks noChangeShapeType="1"/>
              </p:cNvSpPr>
              <p:nvPr/>
            </p:nvSpPr>
            <p:spPr bwMode="auto">
              <a:xfrm>
                <a:off x="2340" y="2376"/>
                <a:ext cx="0" cy="3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97" name="Line 33">
                <a:extLst>
                  <a:ext uri="{FF2B5EF4-FFF2-40B4-BE49-F238E27FC236}">
                    <a16:creationId xmlns:a16="http://schemas.microsoft.com/office/drawing/2014/main" id="{A407E456-CF74-BB74-3183-2F77F67EC19F}"/>
                  </a:ext>
                </a:extLst>
              </p:cNvPr>
              <p:cNvSpPr>
                <a:spLocks noChangeShapeType="1"/>
              </p:cNvSpPr>
              <p:nvPr/>
            </p:nvSpPr>
            <p:spPr bwMode="auto">
              <a:xfrm>
                <a:off x="3600" y="2376"/>
                <a:ext cx="0" cy="3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98" name="Line 34">
                <a:extLst>
                  <a:ext uri="{FF2B5EF4-FFF2-40B4-BE49-F238E27FC236}">
                    <a16:creationId xmlns:a16="http://schemas.microsoft.com/office/drawing/2014/main" id="{E1B42B2D-1C0E-1C2D-C49C-241A7B21FF1C}"/>
                  </a:ext>
                </a:extLst>
              </p:cNvPr>
              <p:cNvSpPr>
                <a:spLocks noChangeShapeType="1"/>
              </p:cNvSpPr>
              <p:nvPr/>
            </p:nvSpPr>
            <p:spPr bwMode="auto">
              <a:xfrm>
                <a:off x="5040" y="2376"/>
                <a:ext cx="0" cy="3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99" name="Line 35">
                <a:extLst>
                  <a:ext uri="{FF2B5EF4-FFF2-40B4-BE49-F238E27FC236}">
                    <a16:creationId xmlns:a16="http://schemas.microsoft.com/office/drawing/2014/main" id="{C67611CF-AD8B-2958-AB5A-FE31D6FE3224}"/>
                  </a:ext>
                </a:extLst>
              </p:cNvPr>
              <p:cNvSpPr>
                <a:spLocks noChangeShapeType="1"/>
              </p:cNvSpPr>
              <p:nvPr/>
            </p:nvSpPr>
            <p:spPr bwMode="auto">
              <a:xfrm>
                <a:off x="6480" y="2376"/>
                <a:ext cx="0" cy="3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400" name="Line 36">
                <a:extLst>
                  <a:ext uri="{FF2B5EF4-FFF2-40B4-BE49-F238E27FC236}">
                    <a16:creationId xmlns:a16="http://schemas.microsoft.com/office/drawing/2014/main" id="{9907473F-BD8A-D525-26B1-B220FC93C96D}"/>
                  </a:ext>
                </a:extLst>
              </p:cNvPr>
              <p:cNvSpPr>
                <a:spLocks noChangeShapeType="1"/>
              </p:cNvSpPr>
              <p:nvPr/>
            </p:nvSpPr>
            <p:spPr bwMode="auto">
              <a:xfrm>
                <a:off x="7740" y="2376"/>
                <a:ext cx="0" cy="3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401" name="Line 37">
                <a:extLst>
                  <a:ext uri="{FF2B5EF4-FFF2-40B4-BE49-F238E27FC236}">
                    <a16:creationId xmlns:a16="http://schemas.microsoft.com/office/drawing/2014/main" id="{B9504D7C-480F-B1F7-0807-B996723234CC}"/>
                  </a:ext>
                </a:extLst>
              </p:cNvPr>
              <p:cNvSpPr>
                <a:spLocks noChangeShapeType="1"/>
              </p:cNvSpPr>
              <p:nvPr/>
            </p:nvSpPr>
            <p:spPr bwMode="auto">
              <a:xfrm>
                <a:off x="9360" y="2376"/>
                <a:ext cx="0" cy="3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402" name="Line 38">
                <a:extLst>
                  <a:ext uri="{FF2B5EF4-FFF2-40B4-BE49-F238E27FC236}">
                    <a16:creationId xmlns:a16="http://schemas.microsoft.com/office/drawing/2014/main" id="{50C1FF91-22BF-1AC0-57FE-657EE1BC52CF}"/>
                  </a:ext>
                </a:extLst>
              </p:cNvPr>
              <p:cNvSpPr>
                <a:spLocks noChangeShapeType="1"/>
              </p:cNvSpPr>
              <p:nvPr/>
            </p:nvSpPr>
            <p:spPr bwMode="auto">
              <a:xfrm>
                <a:off x="5760" y="2064"/>
                <a:ext cx="0" cy="3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403" name="Line 39">
                <a:extLst>
                  <a:ext uri="{FF2B5EF4-FFF2-40B4-BE49-F238E27FC236}">
                    <a16:creationId xmlns:a16="http://schemas.microsoft.com/office/drawing/2014/main" id="{CF28D904-EEA9-C025-31D2-BC67B01D0116}"/>
                  </a:ext>
                </a:extLst>
              </p:cNvPr>
              <p:cNvSpPr>
                <a:spLocks noChangeShapeType="1"/>
              </p:cNvSpPr>
              <p:nvPr/>
            </p:nvSpPr>
            <p:spPr bwMode="auto">
              <a:xfrm>
                <a:off x="2160" y="5184"/>
                <a:ext cx="144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404" name="Line 40">
                <a:extLst>
                  <a:ext uri="{FF2B5EF4-FFF2-40B4-BE49-F238E27FC236}">
                    <a16:creationId xmlns:a16="http://schemas.microsoft.com/office/drawing/2014/main" id="{DA3D84D1-0516-89E6-AE24-058A19E7D898}"/>
                  </a:ext>
                </a:extLst>
              </p:cNvPr>
              <p:cNvSpPr>
                <a:spLocks noChangeShapeType="1"/>
              </p:cNvSpPr>
              <p:nvPr/>
            </p:nvSpPr>
            <p:spPr bwMode="auto">
              <a:xfrm>
                <a:off x="2160" y="5184"/>
                <a:ext cx="0" cy="3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405" name="Line 41">
                <a:extLst>
                  <a:ext uri="{FF2B5EF4-FFF2-40B4-BE49-F238E27FC236}">
                    <a16:creationId xmlns:a16="http://schemas.microsoft.com/office/drawing/2014/main" id="{BFCAE439-7DAF-2092-1E7B-4DD52782E79D}"/>
                  </a:ext>
                </a:extLst>
              </p:cNvPr>
              <p:cNvSpPr>
                <a:spLocks noChangeShapeType="1"/>
              </p:cNvSpPr>
              <p:nvPr/>
            </p:nvSpPr>
            <p:spPr bwMode="auto">
              <a:xfrm>
                <a:off x="3600" y="5184"/>
                <a:ext cx="0" cy="3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406" name="Line 42">
                <a:extLst>
                  <a:ext uri="{FF2B5EF4-FFF2-40B4-BE49-F238E27FC236}">
                    <a16:creationId xmlns:a16="http://schemas.microsoft.com/office/drawing/2014/main" id="{804336C2-E0A7-CBA1-481A-EF8B058F45A4}"/>
                  </a:ext>
                </a:extLst>
              </p:cNvPr>
              <p:cNvSpPr>
                <a:spLocks noChangeShapeType="1"/>
              </p:cNvSpPr>
              <p:nvPr/>
            </p:nvSpPr>
            <p:spPr bwMode="auto">
              <a:xfrm>
                <a:off x="2700" y="4872"/>
                <a:ext cx="0" cy="3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51947" name="Text Box 43">
              <a:extLst>
                <a:ext uri="{FF2B5EF4-FFF2-40B4-BE49-F238E27FC236}">
                  <a16:creationId xmlns:a16="http://schemas.microsoft.com/office/drawing/2014/main" id="{06CCC932-D224-0D1D-E415-F6DD34E48DE1}"/>
                </a:ext>
              </a:extLst>
            </p:cNvPr>
            <p:cNvSpPr txBox="1">
              <a:spLocks noChangeArrowheads="1"/>
            </p:cNvSpPr>
            <p:nvPr/>
          </p:nvSpPr>
          <p:spPr bwMode="auto">
            <a:xfrm>
              <a:off x="204" y="1049"/>
              <a:ext cx="408" cy="231"/>
            </a:xfrm>
            <a:prstGeom prst="rect">
              <a:avLst/>
            </a:prstGeom>
            <a:solidFill>
              <a:srgbClr val="FFCC00"/>
            </a:solidFill>
            <a:ln w="12700" cap="sq" algn="ctr">
              <a:noFill/>
              <a:miter lim="800000"/>
              <a:headEnd/>
              <a:tailEnd/>
            </a:ln>
            <a:effectLst/>
          </p:spPr>
          <p:txBody>
            <a:bodyPr>
              <a:spAutoFit/>
            </a:bodyPr>
            <a:lstStyle/>
            <a:p>
              <a:pPr marL="342900" indent="-342900" algn="ctr" eaLnBrk="1" hangingPunct="1">
                <a:spcBef>
                  <a:spcPct val="50000"/>
                </a:spcBef>
                <a:buClr>
                  <a:schemeClr val="tx2"/>
                </a:buClr>
                <a:buSzPct val="75000"/>
                <a:buFont typeface="Wingdings" pitchFamily="2" charset="2"/>
                <a:buNone/>
                <a:defRPr/>
              </a:pPr>
              <a:r>
                <a:rPr kumimoji="1" lang="en-US" altLang="zh-CN" sz="1800">
                  <a:solidFill>
                    <a:schemeClr val="bg1"/>
                  </a:solidFill>
                  <a:effectLst>
                    <a:outerShdw blurRad="38100" dist="38100" dir="2700000" algn="tl">
                      <a:srgbClr val="000000"/>
                    </a:outerShdw>
                  </a:effectLst>
                  <a:latin typeface="Times New Roman" pitchFamily="18" charset="0"/>
                </a:rPr>
                <a:t>0</a:t>
              </a:r>
              <a:r>
                <a:rPr kumimoji="1" lang="zh-CN" altLang="en-US" sz="1800">
                  <a:solidFill>
                    <a:schemeClr val="bg1"/>
                  </a:solidFill>
                  <a:effectLst>
                    <a:outerShdw blurRad="38100" dist="38100" dir="2700000" algn="tl">
                      <a:srgbClr val="000000"/>
                    </a:outerShdw>
                  </a:effectLst>
                  <a:latin typeface="Times New Roman" pitchFamily="18" charset="0"/>
                </a:rPr>
                <a:t>级</a:t>
              </a:r>
            </a:p>
          </p:txBody>
        </p:sp>
        <p:sp>
          <p:nvSpPr>
            <p:cNvPr id="251948" name="Text Box 44">
              <a:extLst>
                <a:ext uri="{FF2B5EF4-FFF2-40B4-BE49-F238E27FC236}">
                  <a16:creationId xmlns:a16="http://schemas.microsoft.com/office/drawing/2014/main" id="{95EC4ECD-74E7-C549-2AF6-8519E5861C2E}"/>
                </a:ext>
              </a:extLst>
            </p:cNvPr>
            <p:cNvSpPr txBox="1">
              <a:spLocks noChangeArrowheads="1"/>
            </p:cNvSpPr>
            <p:nvPr/>
          </p:nvSpPr>
          <p:spPr bwMode="auto">
            <a:xfrm>
              <a:off x="204" y="1861"/>
              <a:ext cx="408" cy="231"/>
            </a:xfrm>
            <a:prstGeom prst="rect">
              <a:avLst/>
            </a:prstGeom>
            <a:solidFill>
              <a:srgbClr val="FFCC00"/>
            </a:solidFill>
            <a:ln w="12700" cap="sq" algn="ctr">
              <a:noFill/>
              <a:miter lim="800000"/>
              <a:headEnd/>
              <a:tailEnd/>
            </a:ln>
            <a:effectLst/>
          </p:spPr>
          <p:txBody>
            <a:bodyPr>
              <a:spAutoFit/>
            </a:bodyPr>
            <a:lstStyle/>
            <a:p>
              <a:pPr marL="342900" indent="-342900" algn="ctr" eaLnBrk="1" hangingPunct="1">
                <a:spcBef>
                  <a:spcPct val="50000"/>
                </a:spcBef>
                <a:buClr>
                  <a:schemeClr val="tx2"/>
                </a:buClr>
                <a:buSzPct val="75000"/>
                <a:buFont typeface="Wingdings" pitchFamily="2" charset="2"/>
                <a:buNone/>
                <a:defRPr/>
              </a:pPr>
              <a:r>
                <a:rPr kumimoji="1" lang="en-US" altLang="zh-CN" sz="1800">
                  <a:solidFill>
                    <a:schemeClr val="bg1"/>
                  </a:solidFill>
                  <a:effectLst>
                    <a:outerShdw blurRad="38100" dist="38100" dir="2700000" algn="tl">
                      <a:srgbClr val="000000"/>
                    </a:outerShdw>
                  </a:effectLst>
                  <a:latin typeface="Times New Roman" pitchFamily="18" charset="0"/>
                </a:rPr>
                <a:t>1</a:t>
              </a:r>
              <a:r>
                <a:rPr kumimoji="1" lang="zh-CN" altLang="en-US" sz="1800">
                  <a:solidFill>
                    <a:schemeClr val="bg1"/>
                  </a:solidFill>
                  <a:effectLst>
                    <a:outerShdw blurRad="38100" dist="38100" dir="2700000" algn="tl">
                      <a:srgbClr val="000000"/>
                    </a:outerShdw>
                  </a:effectLst>
                  <a:latin typeface="Times New Roman" pitchFamily="18" charset="0"/>
                </a:rPr>
                <a:t>级</a:t>
              </a:r>
            </a:p>
          </p:txBody>
        </p:sp>
        <p:sp>
          <p:nvSpPr>
            <p:cNvPr id="251949" name="Text Box 45">
              <a:extLst>
                <a:ext uri="{FF2B5EF4-FFF2-40B4-BE49-F238E27FC236}">
                  <a16:creationId xmlns:a16="http://schemas.microsoft.com/office/drawing/2014/main" id="{79F750D1-A57B-1E03-8C3D-E6212414BF82}"/>
                </a:ext>
              </a:extLst>
            </p:cNvPr>
            <p:cNvSpPr txBox="1">
              <a:spLocks noChangeArrowheads="1"/>
            </p:cNvSpPr>
            <p:nvPr/>
          </p:nvSpPr>
          <p:spPr bwMode="auto">
            <a:xfrm>
              <a:off x="204" y="2655"/>
              <a:ext cx="408" cy="231"/>
            </a:xfrm>
            <a:prstGeom prst="rect">
              <a:avLst/>
            </a:prstGeom>
            <a:solidFill>
              <a:srgbClr val="FFCC00"/>
            </a:solidFill>
            <a:ln w="12700" cap="sq" algn="ctr">
              <a:noFill/>
              <a:miter lim="800000"/>
              <a:headEnd/>
              <a:tailEnd/>
            </a:ln>
            <a:effectLst/>
          </p:spPr>
          <p:txBody>
            <a:bodyPr>
              <a:spAutoFit/>
            </a:bodyPr>
            <a:lstStyle/>
            <a:p>
              <a:pPr marL="342900" indent="-342900" algn="ctr" eaLnBrk="1" hangingPunct="1">
                <a:spcBef>
                  <a:spcPct val="50000"/>
                </a:spcBef>
                <a:buClr>
                  <a:schemeClr val="tx2"/>
                </a:buClr>
                <a:buSzPct val="75000"/>
                <a:buFont typeface="Wingdings" pitchFamily="2" charset="2"/>
                <a:buNone/>
                <a:defRPr/>
              </a:pPr>
              <a:r>
                <a:rPr kumimoji="1" lang="en-US" altLang="zh-CN" sz="1800">
                  <a:solidFill>
                    <a:schemeClr val="bg1"/>
                  </a:solidFill>
                  <a:effectLst>
                    <a:outerShdw blurRad="38100" dist="38100" dir="2700000" algn="tl">
                      <a:srgbClr val="000000"/>
                    </a:outerShdw>
                  </a:effectLst>
                  <a:latin typeface="Times New Roman" pitchFamily="18" charset="0"/>
                </a:rPr>
                <a:t>2</a:t>
              </a:r>
              <a:r>
                <a:rPr kumimoji="1" lang="zh-CN" altLang="en-US" sz="1800">
                  <a:solidFill>
                    <a:schemeClr val="bg1"/>
                  </a:solidFill>
                  <a:effectLst>
                    <a:outerShdw blurRad="38100" dist="38100" dir="2700000" algn="tl">
                      <a:srgbClr val="000000"/>
                    </a:outerShdw>
                  </a:effectLst>
                  <a:latin typeface="Times New Roman" pitchFamily="18" charset="0"/>
                </a:rPr>
                <a:t>级</a:t>
              </a:r>
            </a:p>
          </p:txBody>
        </p:sp>
        <p:sp>
          <p:nvSpPr>
            <p:cNvPr id="251950" name="Text Box 46">
              <a:extLst>
                <a:ext uri="{FF2B5EF4-FFF2-40B4-BE49-F238E27FC236}">
                  <a16:creationId xmlns:a16="http://schemas.microsoft.com/office/drawing/2014/main" id="{37AC7FF1-3D8B-8867-4A7B-570C3321587D}"/>
                </a:ext>
              </a:extLst>
            </p:cNvPr>
            <p:cNvSpPr txBox="1">
              <a:spLocks noChangeArrowheads="1"/>
            </p:cNvSpPr>
            <p:nvPr/>
          </p:nvSpPr>
          <p:spPr bwMode="auto">
            <a:xfrm>
              <a:off x="204" y="3471"/>
              <a:ext cx="408" cy="231"/>
            </a:xfrm>
            <a:prstGeom prst="rect">
              <a:avLst/>
            </a:prstGeom>
            <a:solidFill>
              <a:srgbClr val="FFCC00"/>
            </a:solidFill>
            <a:ln w="12700" cap="sq" algn="ctr">
              <a:noFill/>
              <a:miter lim="800000"/>
              <a:headEnd/>
              <a:tailEnd/>
            </a:ln>
            <a:effectLst/>
          </p:spPr>
          <p:txBody>
            <a:bodyPr>
              <a:spAutoFit/>
            </a:bodyPr>
            <a:lstStyle/>
            <a:p>
              <a:pPr marL="342900" indent="-342900" algn="ctr" eaLnBrk="1" hangingPunct="1">
                <a:spcBef>
                  <a:spcPct val="50000"/>
                </a:spcBef>
                <a:buClr>
                  <a:schemeClr val="tx2"/>
                </a:buClr>
                <a:buSzPct val="75000"/>
                <a:buFont typeface="Wingdings" pitchFamily="2" charset="2"/>
                <a:buNone/>
                <a:defRPr/>
              </a:pPr>
              <a:r>
                <a:rPr kumimoji="1" lang="en-US" altLang="zh-CN" sz="1800">
                  <a:solidFill>
                    <a:schemeClr val="bg1"/>
                  </a:solidFill>
                  <a:effectLst>
                    <a:outerShdw blurRad="38100" dist="38100" dir="2700000" algn="tl">
                      <a:srgbClr val="000000"/>
                    </a:outerShdw>
                  </a:effectLst>
                  <a:latin typeface="Times New Roman" pitchFamily="18" charset="0"/>
                </a:rPr>
                <a:t>3</a:t>
              </a:r>
              <a:r>
                <a:rPr kumimoji="1" lang="zh-CN" altLang="en-US" sz="1800">
                  <a:solidFill>
                    <a:schemeClr val="bg1"/>
                  </a:solidFill>
                  <a:effectLst>
                    <a:outerShdw blurRad="38100" dist="38100" dir="2700000" algn="tl">
                      <a:srgbClr val="000000"/>
                    </a:outerShdw>
                  </a:effectLst>
                  <a:latin typeface="Times New Roman" pitchFamily="18" charset="0"/>
                </a:rPr>
                <a:t>级</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E28ECEEE-D6D3-16F4-5E3F-142D02C834DE}"/>
              </a:ext>
            </a:extLst>
          </p:cNvPr>
          <p:cNvSpPr>
            <a:spLocks noGrp="1" noChangeArrowheads="1"/>
          </p:cNvSpPr>
          <p:nvPr>
            <p:ph type="title"/>
          </p:nvPr>
        </p:nvSpPr>
        <p:spPr/>
        <p:txBody>
          <a:bodyPr/>
          <a:lstStyle/>
          <a:p>
            <a:pPr eaLnBrk="1" hangingPunct="1"/>
            <a:r>
              <a:rPr kumimoji="1" lang="zh-CN" altLang="en-US"/>
              <a:t>软件项目分解</a:t>
            </a:r>
          </a:p>
        </p:txBody>
      </p:sp>
      <p:sp>
        <p:nvSpPr>
          <p:cNvPr id="16387" name="Rectangle 3">
            <a:extLst>
              <a:ext uri="{FF2B5EF4-FFF2-40B4-BE49-F238E27FC236}">
                <a16:creationId xmlns:a16="http://schemas.microsoft.com/office/drawing/2014/main" id="{4C5460E1-69BE-2274-9631-A6D3B6FB3B97}"/>
              </a:ext>
            </a:extLst>
          </p:cNvPr>
          <p:cNvSpPr>
            <a:spLocks noGrp="1" noChangeArrowheads="1"/>
          </p:cNvSpPr>
          <p:nvPr>
            <p:ph type="body" idx="1"/>
          </p:nvPr>
        </p:nvSpPr>
        <p:spPr/>
        <p:txBody>
          <a:bodyPr/>
          <a:lstStyle/>
          <a:p>
            <a:pPr eaLnBrk="1" hangingPunct="1"/>
            <a:r>
              <a:rPr lang="zh-CN" altLang="en-US" sz="2400">
                <a:solidFill>
                  <a:schemeClr val="accent2"/>
                </a:solidFill>
                <a:ea typeface="黑体" panose="02010609060101010101" pitchFamily="49" charset="-122"/>
              </a:rPr>
              <a:t>项目工作分解结构表</a:t>
            </a:r>
          </a:p>
        </p:txBody>
      </p:sp>
      <p:grpSp>
        <p:nvGrpSpPr>
          <p:cNvPr id="2" name="Group 4">
            <a:extLst>
              <a:ext uri="{FF2B5EF4-FFF2-40B4-BE49-F238E27FC236}">
                <a16:creationId xmlns:a16="http://schemas.microsoft.com/office/drawing/2014/main" id="{06052149-42DA-8A17-FD12-0E4BA5AFE3FB}"/>
              </a:ext>
            </a:extLst>
          </p:cNvPr>
          <p:cNvGrpSpPr>
            <a:grpSpLocks/>
          </p:cNvGrpSpPr>
          <p:nvPr/>
        </p:nvGrpSpPr>
        <p:grpSpPr bwMode="auto">
          <a:xfrm>
            <a:off x="1055688" y="2349500"/>
            <a:ext cx="7620000" cy="4392613"/>
            <a:chOff x="-3" y="-3"/>
            <a:chExt cx="3408" cy="4710"/>
          </a:xfrm>
        </p:grpSpPr>
        <p:grpSp>
          <p:nvGrpSpPr>
            <p:cNvPr id="16389" name="Group 5">
              <a:extLst>
                <a:ext uri="{FF2B5EF4-FFF2-40B4-BE49-F238E27FC236}">
                  <a16:creationId xmlns:a16="http://schemas.microsoft.com/office/drawing/2014/main" id="{DE301C9A-11F7-B580-4703-09F4F7D5F3AE}"/>
                </a:ext>
              </a:extLst>
            </p:cNvPr>
            <p:cNvGrpSpPr>
              <a:grpSpLocks/>
            </p:cNvGrpSpPr>
            <p:nvPr/>
          </p:nvGrpSpPr>
          <p:grpSpPr bwMode="auto">
            <a:xfrm>
              <a:off x="0" y="0"/>
              <a:ext cx="3402" cy="4704"/>
              <a:chOff x="0" y="0"/>
              <a:chExt cx="3402" cy="4704"/>
            </a:xfrm>
          </p:grpSpPr>
          <p:grpSp>
            <p:nvGrpSpPr>
              <p:cNvPr id="16391" name="Group 6">
                <a:extLst>
                  <a:ext uri="{FF2B5EF4-FFF2-40B4-BE49-F238E27FC236}">
                    <a16:creationId xmlns:a16="http://schemas.microsoft.com/office/drawing/2014/main" id="{2091CB3A-F55A-694F-C7C6-27D0713F2C14}"/>
                  </a:ext>
                </a:extLst>
              </p:cNvPr>
              <p:cNvGrpSpPr>
                <a:grpSpLocks/>
              </p:cNvGrpSpPr>
              <p:nvPr/>
            </p:nvGrpSpPr>
            <p:grpSpPr bwMode="auto">
              <a:xfrm>
                <a:off x="0" y="0"/>
                <a:ext cx="1671" cy="384"/>
                <a:chOff x="0" y="0"/>
                <a:chExt cx="1671" cy="384"/>
              </a:xfrm>
            </p:grpSpPr>
            <p:sp>
              <p:nvSpPr>
                <p:cNvPr id="16467" name="Rectangle 7">
                  <a:extLst>
                    <a:ext uri="{FF2B5EF4-FFF2-40B4-BE49-F238E27FC236}">
                      <a16:creationId xmlns:a16="http://schemas.microsoft.com/office/drawing/2014/main" id="{42C83D5C-26C7-D0ED-B1ED-470006A4E471}"/>
                    </a:ext>
                  </a:extLst>
                </p:cNvPr>
                <p:cNvSpPr>
                  <a:spLocks noChangeArrowheads="1"/>
                </p:cNvSpPr>
                <p:nvPr/>
              </p:nvSpPr>
              <p:spPr bwMode="auto">
                <a:xfrm>
                  <a:off x="43" y="0"/>
                  <a:ext cx="158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kumimoji="1" lang="zh-CN" altLang="en-US" sz="1600">
                      <a:solidFill>
                        <a:srgbClr val="CC6600"/>
                      </a:solidFill>
                      <a:latin typeface="Times New Roman" panose="02020603050405020304" pitchFamily="18" charset="0"/>
                    </a:rPr>
                    <a:t>项目名称：</a:t>
                  </a:r>
                </a:p>
                <a:p>
                  <a:pPr algn="just">
                    <a:spcBef>
                      <a:spcPct val="0"/>
                    </a:spcBef>
                    <a:buClrTx/>
                    <a:buFontTx/>
                    <a:buNone/>
                  </a:pPr>
                  <a:endParaRPr kumimoji="1" lang="en-US" altLang="zh-CN" sz="1600">
                    <a:solidFill>
                      <a:srgbClr val="CC6600"/>
                    </a:solidFill>
                    <a:latin typeface="Times New Roman" panose="02020603050405020304" pitchFamily="18" charset="0"/>
                  </a:endParaRPr>
                </a:p>
              </p:txBody>
            </p:sp>
            <p:sp>
              <p:nvSpPr>
                <p:cNvPr id="16468" name="Rectangle 8">
                  <a:extLst>
                    <a:ext uri="{FF2B5EF4-FFF2-40B4-BE49-F238E27FC236}">
                      <a16:creationId xmlns:a16="http://schemas.microsoft.com/office/drawing/2014/main" id="{5D8D3B20-1A63-E095-8400-72BD8B2360B4}"/>
                    </a:ext>
                  </a:extLst>
                </p:cNvPr>
                <p:cNvSpPr>
                  <a:spLocks noChangeArrowheads="1"/>
                </p:cNvSpPr>
                <p:nvPr/>
              </p:nvSpPr>
              <p:spPr bwMode="auto">
                <a:xfrm>
                  <a:off x="0" y="0"/>
                  <a:ext cx="1671"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grpSp>
          <p:grpSp>
            <p:nvGrpSpPr>
              <p:cNvPr id="16392" name="Group 9">
                <a:extLst>
                  <a:ext uri="{FF2B5EF4-FFF2-40B4-BE49-F238E27FC236}">
                    <a16:creationId xmlns:a16="http://schemas.microsoft.com/office/drawing/2014/main" id="{6B172200-B365-30C8-253E-5FBE796F0761}"/>
                  </a:ext>
                </a:extLst>
              </p:cNvPr>
              <p:cNvGrpSpPr>
                <a:grpSpLocks/>
              </p:cNvGrpSpPr>
              <p:nvPr/>
            </p:nvGrpSpPr>
            <p:grpSpPr bwMode="auto">
              <a:xfrm>
                <a:off x="1671" y="0"/>
                <a:ext cx="1731" cy="384"/>
                <a:chOff x="1671" y="0"/>
                <a:chExt cx="1731" cy="384"/>
              </a:xfrm>
            </p:grpSpPr>
            <p:sp>
              <p:nvSpPr>
                <p:cNvPr id="16465" name="Rectangle 10">
                  <a:extLst>
                    <a:ext uri="{FF2B5EF4-FFF2-40B4-BE49-F238E27FC236}">
                      <a16:creationId xmlns:a16="http://schemas.microsoft.com/office/drawing/2014/main" id="{5118CCBB-ECAE-2F9A-FE21-018C8B316959}"/>
                    </a:ext>
                  </a:extLst>
                </p:cNvPr>
                <p:cNvSpPr>
                  <a:spLocks noChangeArrowheads="1"/>
                </p:cNvSpPr>
                <p:nvPr/>
              </p:nvSpPr>
              <p:spPr bwMode="auto">
                <a:xfrm>
                  <a:off x="1714" y="0"/>
                  <a:ext cx="164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kumimoji="1" lang="zh-CN" altLang="en-US" sz="1600">
                      <a:solidFill>
                        <a:srgbClr val="CC6600"/>
                      </a:solidFill>
                      <a:latin typeface="Times New Roman" panose="02020603050405020304" pitchFamily="18" charset="0"/>
                    </a:rPr>
                    <a:t>项目负责人：</a:t>
                  </a:r>
                </a:p>
                <a:p>
                  <a:pPr algn="just">
                    <a:spcBef>
                      <a:spcPct val="0"/>
                    </a:spcBef>
                    <a:buClrTx/>
                    <a:buFontTx/>
                    <a:buNone/>
                  </a:pPr>
                  <a:endParaRPr kumimoji="1" lang="en-US" altLang="zh-CN" sz="1600">
                    <a:solidFill>
                      <a:srgbClr val="CC6600"/>
                    </a:solidFill>
                    <a:latin typeface="Times New Roman" panose="02020603050405020304" pitchFamily="18" charset="0"/>
                  </a:endParaRPr>
                </a:p>
              </p:txBody>
            </p:sp>
            <p:sp>
              <p:nvSpPr>
                <p:cNvPr id="16466" name="Rectangle 11">
                  <a:extLst>
                    <a:ext uri="{FF2B5EF4-FFF2-40B4-BE49-F238E27FC236}">
                      <a16:creationId xmlns:a16="http://schemas.microsoft.com/office/drawing/2014/main" id="{37FC8E61-31A3-3683-7C46-6B4F907A5850}"/>
                    </a:ext>
                  </a:extLst>
                </p:cNvPr>
                <p:cNvSpPr>
                  <a:spLocks noChangeArrowheads="1"/>
                </p:cNvSpPr>
                <p:nvPr/>
              </p:nvSpPr>
              <p:spPr bwMode="auto">
                <a:xfrm>
                  <a:off x="1671" y="0"/>
                  <a:ext cx="1731"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grpSp>
          <p:grpSp>
            <p:nvGrpSpPr>
              <p:cNvPr id="16393" name="Group 12">
                <a:extLst>
                  <a:ext uri="{FF2B5EF4-FFF2-40B4-BE49-F238E27FC236}">
                    <a16:creationId xmlns:a16="http://schemas.microsoft.com/office/drawing/2014/main" id="{4C1D343E-32E0-BCB8-0D52-CC94F97F90EB}"/>
                  </a:ext>
                </a:extLst>
              </p:cNvPr>
              <p:cNvGrpSpPr>
                <a:grpSpLocks/>
              </p:cNvGrpSpPr>
              <p:nvPr/>
            </p:nvGrpSpPr>
            <p:grpSpPr bwMode="auto">
              <a:xfrm>
                <a:off x="0" y="384"/>
                <a:ext cx="1671" cy="384"/>
                <a:chOff x="0" y="384"/>
                <a:chExt cx="1671" cy="384"/>
              </a:xfrm>
            </p:grpSpPr>
            <p:sp>
              <p:nvSpPr>
                <p:cNvPr id="16463" name="Rectangle 13">
                  <a:extLst>
                    <a:ext uri="{FF2B5EF4-FFF2-40B4-BE49-F238E27FC236}">
                      <a16:creationId xmlns:a16="http://schemas.microsoft.com/office/drawing/2014/main" id="{4F3F9C2C-40BB-69B8-E585-B4FD822F29C5}"/>
                    </a:ext>
                  </a:extLst>
                </p:cNvPr>
                <p:cNvSpPr>
                  <a:spLocks noChangeArrowheads="1"/>
                </p:cNvSpPr>
                <p:nvPr/>
              </p:nvSpPr>
              <p:spPr bwMode="auto">
                <a:xfrm>
                  <a:off x="43" y="384"/>
                  <a:ext cx="158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kumimoji="1" lang="zh-CN" altLang="en-US" sz="1600">
                      <a:solidFill>
                        <a:srgbClr val="CC6600"/>
                      </a:solidFill>
                      <a:latin typeface="Times New Roman" panose="02020603050405020304" pitchFamily="18" charset="0"/>
                    </a:rPr>
                    <a:t>单位名称：</a:t>
                  </a:r>
                </a:p>
                <a:p>
                  <a:pPr algn="just">
                    <a:spcBef>
                      <a:spcPct val="0"/>
                    </a:spcBef>
                    <a:buClrTx/>
                    <a:buFontTx/>
                    <a:buNone/>
                  </a:pPr>
                  <a:endParaRPr kumimoji="1" lang="en-US" altLang="zh-CN" sz="1600">
                    <a:solidFill>
                      <a:srgbClr val="CC6600"/>
                    </a:solidFill>
                    <a:latin typeface="Times New Roman" panose="02020603050405020304" pitchFamily="18" charset="0"/>
                  </a:endParaRPr>
                </a:p>
              </p:txBody>
            </p:sp>
            <p:sp>
              <p:nvSpPr>
                <p:cNvPr id="16464" name="Rectangle 14">
                  <a:extLst>
                    <a:ext uri="{FF2B5EF4-FFF2-40B4-BE49-F238E27FC236}">
                      <a16:creationId xmlns:a16="http://schemas.microsoft.com/office/drawing/2014/main" id="{78340BA4-8950-71D4-0CCB-5E66E98B3555}"/>
                    </a:ext>
                  </a:extLst>
                </p:cNvPr>
                <p:cNvSpPr>
                  <a:spLocks noChangeArrowheads="1"/>
                </p:cNvSpPr>
                <p:nvPr/>
              </p:nvSpPr>
              <p:spPr bwMode="auto">
                <a:xfrm>
                  <a:off x="0" y="384"/>
                  <a:ext cx="1671"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grpSp>
          <p:grpSp>
            <p:nvGrpSpPr>
              <p:cNvPr id="16394" name="Group 15">
                <a:extLst>
                  <a:ext uri="{FF2B5EF4-FFF2-40B4-BE49-F238E27FC236}">
                    <a16:creationId xmlns:a16="http://schemas.microsoft.com/office/drawing/2014/main" id="{62239C8F-EC4E-02BC-092B-6DC75AE804A5}"/>
                  </a:ext>
                </a:extLst>
              </p:cNvPr>
              <p:cNvGrpSpPr>
                <a:grpSpLocks/>
              </p:cNvGrpSpPr>
              <p:nvPr/>
            </p:nvGrpSpPr>
            <p:grpSpPr bwMode="auto">
              <a:xfrm>
                <a:off x="1671" y="384"/>
                <a:ext cx="1731" cy="384"/>
                <a:chOff x="1671" y="384"/>
                <a:chExt cx="1731" cy="384"/>
              </a:xfrm>
            </p:grpSpPr>
            <p:sp>
              <p:nvSpPr>
                <p:cNvPr id="16461" name="Rectangle 16">
                  <a:extLst>
                    <a:ext uri="{FF2B5EF4-FFF2-40B4-BE49-F238E27FC236}">
                      <a16:creationId xmlns:a16="http://schemas.microsoft.com/office/drawing/2014/main" id="{9DBDFCC6-33E9-5CC5-CE84-B96BC3D82375}"/>
                    </a:ext>
                  </a:extLst>
                </p:cNvPr>
                <p:cNvSpPr>
                  <a:spLocks noChangeArrowheads="1"/>
                </p:cNvSpPr>
                <p:nvPr/>
              </p:nvSpPr>
              <p:spPr bwMode="auto">
                <a:xfrm>
                  <a:off x="1714" y="384"/>
                  <a:ext cx="164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kumimoji="1" lang="zh-CN" altLang="en-US" sz="1600">
                      <a:solidFill>
                        <a:srgbClr val="CC6600"/>
                      </a:solidFill>
                      <a:latin typeface="Times New Roman" panose="02020603050405020304" pitchFamily="18" charset="0"/>
                    </a:rPr>
                    <a:t>制表日期：</a:t>
                  </a:r>
                </a:p>
                <a:p>
                  <a:pPr algn="just">
                    <a:spcBef>
                      <a:spcPct val="0"/>
                    </a:spcBef>
                    <a:buClrTx/>
                    <a:buFontTx/>
                    <a:buNone/>
                  </a:pPr>
                  <a:endParaRPr kumimoji="1" lang="en-US" altLang="zh-CN" sz="1600">
                    <a:solidFill>
                      <a:srgbClr val="CC6600"/>
                    </a:solidFill>
                    <a:latin typeface="Times New Roman" panose="02020603050405020304" pitchFamily="18" charset="0"/>
                  </a:endParaRPr>
                </a:p>
              </p:txBody>
            </p:sp>
            <p:sp>
              <p:nvSpPr>
                <p:cNvPr id="16462" name="Rectangle 17">
                  <a:extLst>
                    <a:ext uri="{FF2B5EF4-FFF2-40B4-BE49-F238E27FC236}">
                      <a16:creationId xmlns:a16="http://schemas.microsoft.com/office/drawing/2014/main" id="{A139094F-B81D-425E-184B-FF1F60434932}"/>
                    </a:ext>
                  </a:extLst>
                </p:cNvPr>
                <p:cNvSpPr>
                  <a:spLocks noChangeArrowheads="1"/>
                </p:cNvSpPr>
                <p:nvPr/>
              </p:nvSpPr>
              <p:spPr bwMode="auto">
                <a:xfrm>
                  <a:off x="1671" y="384"/>
                  <a:ext cx="1731"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grpSp>
          <p:grpSp>
            <p:nvGrpSpPr>
              <p:cNvPr id="16395" name="Group 18">
                <a:extLst>
                  <a:ext uri="{FF2B5EF4-FFF2-40B4-BE49-F238E27FC236}">
                    <a16:creationId xmlns:a16="http://schemas.microsoft.com/office/drawing/2014/main" id="{7870EAD9-5F25-9423-179F-EEFFB247557C}"/>
                  </a:ext>
                </a:extLst>
              </p:cNvPr>
              <p:cNvGrpSpPr>
                <a:grpSpLocks/>
              </p:cNvGrpSpPr>
              <p:nvPr/>
            </p:nvGrpSpPr>
            <p:grpSpPr bwMode="auto">
              <a:xfrm>
                <a:off x="0" y="768"/>
                <a:ext cx="3402" cy="384"/>
                <a:chOff x="0" y="768"/>
                <a:chExt cx="3402" cy="384"/>
              </a:xfrm>
            </p:grpSpPr>
            <p:sp>
              <p:nvSpPr>
                <p:cNvPr id="16459" name="Rectangle 19">
                  <a:extLst>
                    <a:ext uri="{FF2B5EF4-FFF2-40B4-BE49-F238E27FC236}">
                      <a16:creationId xmlns:a16="http://schemas.microsoft.com/office/drawing/2014/main" id="{BDF36134-54BC-903F-1400-BA4840C779AB}"/>
                    </a:ext>
                  </a:extLst>
                </p:cNvPr>
                <p:cNvSpPr>
                  <a:spLocks noChangeArrowheads="1"/>
                </p:cNvSpPr>
                <p:nvPr/>
              </p:nvSpPr>
              <p:spPr bwMode="auto">
                <a:xfrm>
                  <a:off x="43" y="768"/>
                  <a:ext cx="331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a:solidFill>
                        <a:srgbClr val="CC6600"/>
                      </a:solidFill>
                      <a:latin typeface="Times New Roman" panose="02020603050405020304" pitchFamily="18" charset="0"/>
                    </a:rPr>
                    <a:t>工作分解结构</a:t>
                  </a:r>
                </a:p>
                <a:p>
                  <a:pPr algn="ctr">
                    <a:spcBef>
                      <a:spcPct val="0"/>
                    </a:spcBef>
                    <a:buClrTx/>
                    <a:buFontTx/>
                    <a:buNone/>
                  </a:pPr>
                  <a:endParaRPr kumimoji="1" lang="en-US" altLang="zh-CN" sz="1600">
                    <a:solidFill>
                      <a:srgbClr val="CC6600"/>
                    </a:solidFill>
                    <a:latin typeface="Times New Roman" panose="02020603050405020304" pitchFamily="18" charset="0"/>
                  </a:endParaRPr>
                </a:p>
              </p:txBody>
            </p:sp>
            <p:sp>
              <p:nvSpPr>
                <p:cNvPr id="16460" name="Rectangle 20">
                  <a:extLst>
                    <a:ext uri="{FF2B5EF4-FFF2-40B4-BE49-F238E27FC236}">
                      <a16:creationId xmlns:a16="http://schemas.microsoft.com/office/drawing/2014/main" id="{BFEFD203-565B-FE08-B207-2BD28BE36B0D}"/>
                    </a:ext>
                  </a:extLst>
                </p:cNvPr>
                <p:cNvSpPr>
                  <a:spLocks noChangeArrowheads="1"/>
                </p:cNvSpPr>
                <p:nvPr/>
              </p:nvSpPr>
              <p:spPr bwMode="auto">
                <a:xfrm>
                  <a:off x="0" y="768"/>
                  <a:ext cx="3402"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grpSp>
          <p:grpSp>
            <p:nvGrpSpPr>
              <p:cNvPr id="16396" name="Group 21">
                <a:extLst>
                  <a:ext uri="{FF2B5EF4-FFF2-40B4-BE49-F238E27FC236}">
                    <a16:creationId xmlns:a16="http://schemas.microsoft.com/office/drawing/2014/main" id="{F16E3EB6-3776-A2DB-A13F-2FB8C19F4EB6}"/>
                  </a:ext>
                </a:extLst>
              </p:cNvPr>
              <p:cNvGrpSpPr>
                <a:grpSpLocks/>
              </p:cNvGrpSpPr>
              <p:nvPr/>
            </p:nvGrpSpPr>
            <p:grpSpPr bwMode="auto">
              <a:xfrm>
                <a:off x="0" y="1152"/>
                <a:ext cx="744" cy="384"/>
                <a:chOff x="0" y="1152"/>
                <a:chExt cx="744" cy="384"/>
              </a:xfrm>
            </p:grpSpPr>
            <p:sp>
              <p:nvSpPr>
                <p:cNvPr id="16457" name="Rectangle 22">
                  <a:extLst>
                    <a:ext uri="{FF2B5EF4-FFF2-40B4-BE49-F238E27FC236}">
                      <a16:creationId xmlns:a16="http://schemas.microsoft.com/office/drawing/2014/main" id="{E9E430CA-D281-D095-2F85-FEE89B3F9602}"/>
                    </a:ext>
                  </a:extLst>
                </p:cNvPr>
                <p:cNvSpPr>
                  <a:spLocks noChangeArrowheads="1"/>
                </p:cNvSpPr>
                <p:nvPr/>
              </p:nvSpPr>
              <p:spPr bwMode="auto">
                <a:xfrm>
                  <a:off x="43" y="1152"/>
                  <a:ext cx="6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a:solidFill>
                        <a:srgbClr val="CC6600"/>
                      </a:solidFill>
                      <a:latin typeface="Times New Roman" panose="02020603050405020304" pitchFamily="18" charset="0"/>
                    </a:rPr>
                    <a:t>任务编码</a:t>
                  </a:r>
                </a:p>
                <a:p>
                  <a:pPr algn="ctr">
                    <a:spcBef>
                      <a:spcPct val="0"/>
                    </a:spcBef>
                    <a:buClrTx/>
                    <a:buFontTx/>
                    <a:buNone/>
                  </a:pPr>
                  <a:endParaRPr kumimoji="1" lang="en-US" altLang="zh-CN" sz="1600">
                    <a:solidFill>
                      <a:srgbClr val="CC6600"/>
                    </a:solidFill>
                    <a:latin typeface="Times New Roman" panose="02020603050405020304" pitchFamily="18" charset="0"/>
                  </a:endParaRPr>
                </a:p>
              </p:txBody>
            </p:sp>
            <p:sp>
              <p:nvSpPr>
                <p:cNvPr id="16458" name="Rectangle 23">
                  <a:extLst>
                    <a:ext uri="{FF2B5EF4-FFF2-40B4-BE49-F238E27FC236}">
                      <a16:creationId xmlns:a16="http://schemas.microsoft.com/office/drawing/2014/main" id="{1366EACF-20FB-F4E5-2196-675F5D5C1E4E}"/>
                    </a:ext>
                  </a:extLst>
                </p:cNvPr>
                <p:cNvSpPr>
                  <a:spLocks noChangeArrowheads="1"/>
                </p:cNvSpPr>
                <p:nvPr/>
              </p:nvSpPr>
              <p:spPr bwMode="auto">
                <a:xfrm>
                  <a:off x="0" y="1152"/>
                  <a:ext cx="74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grpSp>
          <p:grpSp>
            <p:nvGrpSpPr>
              <p:cNvPr id="16397" name="Group 24">
                <a:extLst>
                  <a:ext uri="{FF2B5EF4-FFF2-40B4-BE49-F238E27FC236}">
                    <a16:creationId xmlns:a16="http://schemas.microsoft.com/office/drawing/2014/main" id="{8C19DEB9-A746-F49C-C385-352992219525}"/>
                  </a:ext>
                </a:extLst>
              </p:cNvPr>
              <p:cNvGrpSpPr>
                <a:grpSpLocks/>
              </p:cNvGrpSpPr>
              <p:nvPr/>
            </p:nvGrpSpPr>
            <p:grpSpPr bwMode="auto">
              <a:xfrm>
                <a:off x="744" y="1152"/>
                <a:ext cx="927" cy="384"/>
                <a:chOff x="744" y="1152"/>
                <a:chExt cx="927" cy="384"/>
              </a:xfrm>
            </p:grpSpPr>
            <p:sp>
              <p:nvSpPr>
                <p:cNvPr id="16455" name="Rectangle 25">
                  <a:extLst>
                    <a:ext uri="{FF2B5EF4-FFF2-40B4-BE49-F238E27FC236}">
                      <a16:creationId xmlns:a16="http://schemas.microsoft.com/office/drawing/2014/main" id="{C7EF2BE4-F22E-74FC-17D3-6B472485F9B1}"/>
                    </a:ext>
                  </a:extLst>
                </p:cNvPr>
                <p:cNvSpPr>
                  <a:spLocks noChangeArrowheads="1"/>
                </p:cNvSpPr>
                <p:nvPr/>
              </p:nvSpPr>
              <p:spPr bwMode="auto">
                <a:xfrm>
                  <a:off x="787" y="1152"/>
                  <a:ext cx="841"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a:solidFill>
                        <a:srgbClr val="CC6600"/>
                      </a:solidFill>
                      <a:latin typeface="Times New Roman" panose="02020603050405020304" pitchFamily="18" charset="0"/>
                    </a:rPr>
                    <a:t>任务名称</a:t>
                  </a:r>
                </a:p>
                <a:p>
                  <a:pPr algn="ctr">
                    <a:spcBef>
                      <a:spcPct val="0"/>
                    </a:spcBef>
                    <a:buClrTx/>
                    <a:buFontTx/>
                    <a:buNone/>
                  </a:pPr>
                  <a:endParaRPr kumimoji="1" lang="en-US" altLang="zh-CN" sz="1600">
                    <a:solidFill>
                      <a:srgbClr val="CC6600"/>
                    </a:solidFill>
                    <a:latin typeface="Times New Roman" panose="02020603050405020304" pitchFamily="18" charset="0"/>
                  </a:endParaRPr>
                </a:p>
              </p:txBody>
            </p:sp>
            <p:sp>
              <p:nvSpPr>
                <p:cNvPr id="16456" name="Rectangle 26">
                  <a:extLst>
                    <a:ext uri="{FF2B5EF4-FFF2-40B4-BE49-F238E27FC236}">
                      <a16:creationId xmlns:a16="http://schemas.microsoft.com/office/drawing/2014/main" id="{F8B21452-0542-1499-0C6B-3C2BA7B9EDA6}"/>
                    </a:ext>
                  </a:extLst>
                </p:cNvPr>
                <p:cNvSpPr>
                  <a:spLocks noChangeArrowheads="1"/>
                </p:cNvSpPr>
                <p:nvPr/>
              </p:nvSpPr>
              <p:spPr bwMode="auto">
                <a:xfrm>
                  <a:off x="744" y="1152"/>
                  <a:ext cx="927"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grpSp>
          <p:grpSp>
            <p:nvGrpSpPr>
              <p:cNvPr id="16398" name="Group 27">
                <a:extLst>
                  <a:ext uri="{FF2B5EF4-FFF2-40B4-BE49-F238E27FC236}">
                    <a16:creationId xmlns:a16="http://schemas.microsoft.com/office/drawing/2014/main" id="{01B925D6-DF57-8BFF-CCB8-0E4E9F4F5DF2}"/>
                  </a:ext>
                </a:extLst>
              </p:cNvPr>
              <p:cNvGrpSpPr>
                <a:grpSpLocks/>
              </p:cNvGrpSpPr>
              <p:nvPr/>
            </p:nvGrpSpPr>
            <p:grpSpPr bwMode="auto">
              <a:xfrm>
                <a:off x="1671" y="1152"/>
                <a:ext cx="1020" cy="384"/>
                <a:chOff x="1671" y="1152"/>
                <a:chExt cx="1020" cy="384"/>
              </a:xfrm>
            </p:grpSpPr>
            <p:sp>
              <p:nvSpPr>
                <p:cNvPr id="16453" name="Rectangle 28">
                  <a:extLst>
                    <a:ext uri="{FF2B5EF4-FFF2-40B4-BE49-F238E27FC236}">
                      <a16:creationId xmlns:a16="http://schemas.microsoft.com/office/drawing/2014/main" id="{4ED3D307-C845-94B9-D9C4-5E4CFDDBEC7E}"/>
                    </a:ext>
                  </a:extLst>
                </p:cNvPr>
                <p:cNvSpPr>
                  <a:spLocks noChangeArrowheads="1"/>
                </p:cNvSpPr>
                <p:nvPr/>
              </p:nvSpPr>
              <p:spPr bwMode="auto">
                <a:xfrm>
                  <a:off x="1714" y="1152"/>
                  <a:ext cx="93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tabLst>
                      <a:tab pos="152400" algn="l"/>
                      <a:tab pos="822325" algn="ctr"/>
                    </a:tabLst>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tabLst>
                      <a:tab pos="152400" algn="l"/>
                      <a:tab pos="822325" algn="ctr"/>
                    </a:tabLst>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tabLst>
                      <a:tab pos="152400" algn="l"/>
                      <a:tab pos="822325" algn="ctr"/>
                    </a:tabLst>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tabLst>
                      <a:tab pos="152400" algn="l"/>
                      <a:tab pos="822325" algn="ctr"/>
                    </a:tabLst>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tabLst>
                      <a:tab pos="152400" algn="l"/>
                      <a:tab pos="822325" algn="ctr"/>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tabLst>
                      <a:tab pos="152400" algn="l"/>
                      <a:tab pos="822325" algn="ctr"/>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tabLst>
                      <a:tab pos="152400" algn="l"/>
                      <a:tab pos="822325" algn="ctr"/>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tabLst>
                      <a:tab pos="152400" algn="l"/>
                      <a:tab pos="822325" algn="ctr"/>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tabLst>
                      <a:tab pos="152400" algn="l"/>
                      <a:tab pos="822325" algn="ctr"/>
                    </a:tabLst>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a:solidFill>
                        <a:srgbClr val="CC6600"/>
                      </a:solidFill>
                      <a:latin typeface="Times New Roman" panose="02020603050405020304" pitchFamily="18" charset="0"/>
                    </a:rPr>
                    <a:t>主要活动描述</a:t>
                  </a:r>
                </a:p>
                <a:p>
                  <a:pPr algn="ctr">
                    <a:spcBef>
                      <a:spcPct val="0"/>
                    </a:spcBef>
                    <a:buClrTx/>
                    <a:buFontTx/>
                    <a:buNone/>
                  </a:pPr>
                  <a:endParaRPr kumimoji="1" lang="en-US" altLang="zh-CN" sz="1600">
                    <a:solidFill>
                      <a:srgbClr val="CC6600"/>
                    </a:solidFill>
                    <a:latin typeface="Times New Roman" panose="02020603050405020304" pitchFamily="18" charset="0"/>
                  </a:endParaRPr>
                </a:p>
              </p:txBody>
            </p:sp>
            <p:sp>
              <p:nvSpPr>
                <p:cNvPr id="16454" name="Rectangle 29">
                  <a:extLst>
                    <a:ext uri="{FF2B5EF4-FFF2-40B4-BE49-F238E27FC236}">
                      <a16:creationId xmlns:a16="http://schemas.microsoft.com/office/drawing/2014/main" id="{E55C870C-FF56-0E83-45BC-3C1E110CBA28}"/>
                    </a:ext>
                  </a:extLst>
                </p:cNvPr>
                <p:cNvSpPr>
                  <a:spLocks noChangeArrowheads="1"/>
                </p:cNvSpPr>
                <p:nvPr/>
              </p:nvSpPr>
              <p:spPr bwMode="auto">
                <a:xfrm>
                  <a:off x="1671" y="1152"/>
                  <a:ext cx="1020"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grpSp>
          <p:grpSp>
            <p:nvGrpSpPr>
              <p:cNvPr id="16399" name="Group 30">
                <a:extLst>
                  <a:ext uri="{FF2B5EF4-FFF2-40B4-BE49-F238E27FC236}">
                    <a16:creationId xmlns:a16="http://schemas.microsoft.com/office/drawing/2014/main" id="{569088C3-9A39-571F-43D8-2F2C13FE9C64}"/>
                  </a:ext>
                </a:extLst>
              </p:cNvPr>
              <p:cNvGrpSpPr>
                <a:grpSpLocks/>
              </p:cNvGrpSpPr>
              <p:nvPr/>
            </p:nvGrpSpPr>
            <p:grpSpPr bwMode="auto">
              <a:xfrm>
                <a:off x="2691" y="1152"/>
                <a:ext cx="711" cy="384"/>
                <a:chOff x="2691" y="1152"/>
                <a:chExt cx="711" cy="384"/>
              </a:xfrm>
            </p:grpSpPr>
            <p:sp>
              <p:nvSpPr>
                <p:cNvPr id="16451" name="Rectangle 31">
                  <a:extLst>
                    <a:ext uri="{FF2B5EF4-FFF2-40B4-BE49-F238E27FC236}">
                      <a16:creationId xmlns:a16="http://schemas.microsoft.com/office/drawing/2014/main" id="{F9745AAF-3248-C420-6B19-3B25C6D8146B}"/>
                    </a:ext>
                  </a:extLst>
                </p:cNvPr>
                <p:cNvSpPr>
                  <a:spLocks noChangeArrowheads="1"/>
                </p:cNvSpPr>
                <p:nvPr/>
              </p:nvSpPr>
              <p:spPr bwMode="auto">
                <a:xfrm>
                  <a:off x="2734" y="1152"/>
                  <a:ext cx="62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a:solidFill>
                        <a:srgbClr val="CC6600"/>
                      </a:solidFill>
                      <a:latin typeface="Times New Roman" panose="02020603050405020304" pitchFamily="18" charset="0"/>
                    </a:rPr>
                    <a:t>负责人</a:t>
                  </a:r>
                </a:p>
                <a:p>
                  <a:pPr algn="ctr">
                    <a:spcBef>
                      <a:spcPct val="0"/>
                    </a:spcBef>
                    <a:buClrTx/>
                    <a:buFontTx/>
                    <a:buNone/>
                  </a:pPr>
                  <a:endParaRPr kumimoji="1" lang="en-US" altLang="zh-CN" sz="1600">
                    <a:solidFill>
                      <a:srgbClr val="CC6600"/>
                    </a:solidFill>
                    <a:latin typeface="Times New Roman" panose="02020603050405020304" pitchFamily="18" charset="0"/>
                  </a:endParaRPr>
                </a:p>
              </p:txBody>
            </p:sp>
            <p:sp>
              <p:nvSpPr>
                <p:cNvPr id="16452" name="Rectangle 32">
                  <a:extLst>
                    <a:ext uri="{FF2B5EF4-FFF2-40B4-BE49-F238E27FC236}">
                      <a16:creationId xmlns:a16="http://schemas.microsoft.com/office/drawing/2014/main" id="{C962009C-BDC8-7708-B7C4-0407DA30B8A3}"/>
                    </a:ext>
                  </a:extLst>
                </p:cNvPr>
                <p:cNvSpPr>
                  <a:spLocks noChangeArrowheads="1"/>
                </p:cNvSpPr>
                <p:nvPr/>
              </p:nvSpPr>
              <p:spPr bwMode="auto">
                <a:xfrm>
                  <a:off x="2691" y="1152"/>
                  <a:ext cx="711"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grpSp>
          <p:grpSp>
            <p:nvGrpSpPr>
              <p:cNvPr id="16400" name="Group 33">
                <a:extLst>
                  <a:ext uri="{FF2B5EF4-FFF2-40B4-BE49-F238E27FC236}">
                    <a16:creationId xmlns:a16="http://schemas.microsoft.com/office/drawing/2014/main" id="{114B95C9-E3C8-3F4E-CDBF-D8A0B07C7B82}"/>
                  </a:ext>
                </a:extLst>
              </p:cNvPr>
              <p:cNvGrpSpPr>
                <a:grpSpLocks/>
              </p:cNvGrpSpPr>
              <p:nvPr/>
            </p:nvGrpSpPr>
            <p:grpSpPr bwMode="auto">
              <a:xfrm>
                <a:off x="0" y="1536"/>
                <a:ext cx="744" cy="384"/>
                <a:chOff x="0" y="1536"/>
                <a:chExt cx="744" cy="384"/>
              </a:xfrm>
            </p:grpSpPr>
            <p:sp>
              <p:nvSpPr>
                <p:cNvPr id="16449" name="Rectangle 34">
                  <a:extLst>
                    <a:ext uri="{FF2B5EF4-FFF2-40B4-BE49-F238E27FC236}">
                      <a16:creationId xmlns:a16="http://schemas.microsoft.com/office/drawing/2014/main" id="{C4B2E7FD-9881-6F37-CF76-FA35EDEAB885}"/>
                    </a:ext>
                  </a:extLst>
                </p:cNvPr>
                <p:cNvSpPr>
                  <a:spLocks noChangeArrowheads="1"/>
                </p:cNvSpPr>
                <p:nvPr/>
              </p:nvSpPr>
              <p:spPr bwMode="auto">
                <a:xfrm>
                  <a:off x="43" y="1536"/>
                  <a:ext cx="65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kumimoji="1" lang="en-US" altLang="zh-CN" sz="1600">
                      <a:solidFill>
                        <a:srgbClr val="CC6600"/>
                      </a:solidFill>
                      <a:latin typeface="Times New Roman" panose="02020603050405020304" pitchFamily="18" charset="0"/>
                    </a:rPr>
                    <a:t>1000</a:t>
                  </a:r>
                </a:p>
                <a:p>
                  <a:pPr algn="just">
                    <a:spcBef>
                      <a:spcPct val="0"/>
                    </a:spcBef>
                    <a:buClrTx/>
                    <a:buFontTx/>
                    <a:buNone/>
                  </a:pPr>
                  <a:endParaRPr kumimoji="1" lang="en-US" altLang="zh-CN" sz="1600">
                    <a:solidFill>
                      <a:srgbClr val="CC6600"/>
                    </a:solidFill>
                    <a:latin typeface="Times New Roman" panose="02020603050405020304" pitchFamily="18" charset="0"/>
                  </a:endParaRPr>
                </a:p>
              </p:txBody>
            </p:sp>
            <p:sp>
              <p:nvSpPr>
                <p:cNvPr id="16450" name="Rectangle 35">
                  <a:extLst>
                    <a:ext uri="{FF2B5EF4-FFF2-40B4-BE49-F238E27FC236}">
                      <a16:creationId xmlns:a16="http://schemas.microsoft.com/office/drawing/2014/main" id="{6EAD1616-2995-0C9F-E846-78DC6599C325}"/>
                    </a:ext>
                  </a:extLst>
                </p:cNvPr>
                <p:cNvSpPr>
                  <a:spLocks noChangeArrowheads="1"/>
                </p:cNvSpPr>
                <p:nvPr/>
              </p:nvSpPr>
              <p:spPr bwMode="auto">
                <a:xfrm>
                  <a:off x="0" y="1536"/>
                  <a:ext cx="74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grpSp>
          <p:grpSp>
            <p:nvGrpSpPr>
              <p:cNvPr id="16401" name="Group 36">
                <a:extLst>
                  <a:ext uri="{FF2B5EF4-FFF2-40B4-BE49-F238E27FC236}">
                    <a16:creationId xmlns:a16="http://schemas.microsoft.com/office/drawing/2014/main" id="{687E28B8-DAC1-FB53-80EE-9AC439D8518A}"/>
                  </a:ext>
                </a:extLst>
              </p:cNvPr>
              <p:cNvGrpSpPr>
                <a:grpSpLocks/>
              </p:cNvGrpSpPr>
              <p:nvPr/>
            </p:nvGrpSpPr>
            <p:grpSpPr bwMode="auto">
              <a:xfrm>
                <a:off x="744" y="1536"/>
                <a:ext cx="927" cy="384"/>
                <a:chOff x="744" y="1536"/>
                <a:chExt cx="927" cy="384"/>
              </a:xfrm>
            </p:grpSpPr>
            <p:sp>
              <p:nvSpPr>
                <p:cNvPr id="16447" name="Rectangle 37">
                  <a:extLst>
                    <a:ext uri="{FF2B5EF4-FFF2-40B4-BE49-F238E27FC236}">
                      <a16:creationId xmlns:a16="http://schemas.microsoft.com/office/drawing/2014/main" id="{254D57F1-F74F-0471-445D-0A642D2D4F48}"/>
                    </a:ext>
                  </a:extLst>
                </p:cNvPr>
                <p:cNvSpPr>
                  <a:spLocks noChangeArrowheads="1"/>
                </p:cNvSpPr>
                <p:nvPr/>
              </p:nvSpPr>
              <p:spPr bwMode="auto">
                <a:xfrm>
                  <a:off x="787" y="1536"/>
                  <a:ext cx="841"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kumimoji="1" lang="en-US" altLang="zh-CN" sz="1600">
                      <a:solidFill>
                        <a:srgbClr val="CC6600"/>
                      </a:solidFill>
                      <a:latin typeface="Times New Roman" panose="02020603050405020304" pitchFamily="18" charset="0"/>
                    </a:rPr>
                    <a:t> </a:t>
                  </a:r>
                </a:p>
                <a:p>
                  <a:pPr algn="just">
                    <a:spcBef>
                      <a:spcPct val="0"/>
                    </a:spcBef>
                    <a:buClrTx/>
                    <a:buFontTx/>
                    <a:buNone/>
                  </a:pPr>
                  <a:endParaRPr kumimoji="1" lang="en-US" altLang="zh-CN" sz="1600">
                    <a:solidFill>
                      <a:srgbClr val="CC6600"/>
                    </a:solidFill>
                    <a:latin typeface="Times New Roman" panose="02020603050405020304" pitchFamily="18" charset="0"/>
                  </a:endParaRPr>
                </a:p>
              </p:txBody>
            </p:sp>
            <p:sp>
              <p:nvSpPr>
                <p:cNvPr id="16448" name="Rectangle 38">
                  <a:extLst>
                    <a:ext uri="{FF2B5EF4-FFF2-40B4-BE49-F238E27FC236}">
                      <a16:creationId xmlns:a16="http://schemas.microsoft.com/office/drawing/2014/main" id="{7734E8B1-3D34-D818-2551-1282F39D4B90}"/>
                    </a:ext>
                  </a:extLst>
                </p:cNvPr>
                <p:cNvSpPr>
                  <a:spLocks noChangeArrowheads="1"/>
                </p:cNvSpPr>
                <p:nvPr/>
              </p:nvSpPr>
              <p:spPr bwMode="auto">
                <a:xfrm>
                  <a:off x="744" y="1536"/>
                  <a:ext cx="927"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grpSp>
          <p:grpSp>
            <p:nvGrpSpPr>
              <p:cNvPr id="16402" name="Group 39">
                <a:extLst>
                  <a:ext uri="{FF2B5EF4-FFF2-40B4-BE49-F238E27FC236}">
                    <a16:creationId xmlns:a16="http://schemas.microsoft.com/office/drawing/2014/main" id="{0BA672AF-59F6-71E8-F714-B56E9757243F}"/>
                  </a:ext>
                </a:extLst>
              </p:cNvPr>
              <p:cNvGrpSpPr>
                <a:grpSpLocks/>
              </p:cNvGrpSpPr>
              <p:nvPr/>
            </p:nvGrpSpPr>
            <p:grpSpPr bwMode="auto">
              <a:xfrm>
                <a:off x="1671" y="1536"/>
                <a:ext cx="1020" cy="384"/>
                <a:chOff x="1671" y="1536"/>
                <a:chExt cx="1020" cy="384"/>
              </a:xfrm>
            </p:grpSpPr>
            <p:sp>
              <p:nvSpPr>
                <p:cNvPr id="16445" name="Rectangle 40">
                  <a:extLst>
                    <a:ext uri="{FF2B5EF4-FFF2-40B4-BE49-F238E27FC236}">
                      <a16:creationId xmlns:a16="http://schemas.microsoft.com/office/drawing/2014/main" id="{F6153567-B98F-2FF3-4948-86A3FA62C6F4}"/>
                    </a:ext>
                  </a:extLst>
                </p:cNvPr>
                <p:cNvSpPr>
                  <a:spLocks noChangeArrowheads="1"/>
                </p:cNvSpPr>
                <p:nvPr/>
              </p:nvSpPr>
              <p:spPr bwMode="auto">
                <a:xfrm>
                  <a:off x="1714" y="1536"/>
                  <a:ext cx="93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1600">
                      <a:solidFill>
                        <a:srgbClr val="CC6600"/>
                      </a:solidFill>
                      <a:latin typeface="Times New Roman" panose="02020603050405020304" pitchFamily="18" charset="0"/>
                    </a:rPr>
                    <a:t> </a:t>
                  </a:r>
                </a:p>
                <a:p>
                  <a:pPr algn="ctr">
                    <a:spcBef>
                      <a:spcPct val="0"/>
                    </a:spcBef>
                    <a:buClrTx/>
                    <a:buFontTx/>
                    <a:buNone/>
                  </a:pPr>
                  <a:endParaRPr kumimoji="1" lang="en-US" altLang="zh-CN" sz="1600">
                    <a:solidFill>
                      <a:srgbClr val="CC6600"/>
                    </a:solidFill>
                    <a:latin typeface="Times New Roman" panose="02020603050405020304" pitchFamily="18" charset="0"/>
                  </a:endParaRPr>
                </a:p>
              </p:txBody>
            </p:sp>
            <p:sp>
              <p:nvSpPr>
                <p:cNvPr id="16446" name="Rectangle 41">
                  <a:extLst>
                    <a:ext uri="{FF2B5EF4-FFF2-40B4-BE49-F238E27FC236}">
                      <a16:creationId xmlns:a16="http://schemas.microsoft.com/office/drawing/2014/main" id="{882229B6-B28C-F74A-3F69-670AD102CBCF}"/>
                    </a:ext>
                  </a:extLst>
                </p:cNvPr>
                <p:cNvSpPr>
                  <a:spLocks noChangeArrowheads="1"/>
                </p:cNvSpPr>
                <p:nvPr/>
              </p:nvSpPr>
              <p:spPr bwMode="auto">
                <a:xfrm>
                  <a:off x="1671" y="1536"/>
                  <a:ext cx="1020"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grpSp>
          <p:grpSp>
            <p:nvGrpSpPr>
              <p:cNvPr id="16403" name="Group 42">
                <a:extLst>
                  <a:ext uri="{FF2B5EF4-FFF2-40B4-BE49-F238E27FC236}">
                    <a16:creationId xmlns:a16="http://schemas.microsoft.com/office/drawing/2014/main" id="{795AA67F-0A5C-913C-9B6E-53263BF5AAB5}"/>
                  </a:ext>
                </a:extLst>
              </p:cNvPr>
              <p:cNvGrpSpPr>
                <a:grpSpLocks/>
              </p:cNvGrpSpPr>
              <p:nvPr/>
            </p:nvGrpSpPr>
            <p:grpSpPr bwMode="auto">
              <a:xfrm>
                <a:off x="2691" y="1536"/>
                <a:ext cx="711" cy="384"/>
                <a:chOff x="2691" y="1536"/>
                <a:chExt cx="711" cy="384"/>
              </a:xfrm>
            </p:grpSpPr>
            <p:sp>
              <p:nvSpPr>
                <p:cNvPr id="16443" name="Rectangle 43">
                  <a:extLst>
                    <a:ext uri="{FF2B5EF4-FFF2-40B4-BE49-F238E27FC236}">
                      <a16:creationId xmlns:a16="http://schemas.microsoft.com/office/drawing/2014/main" id="{F748612F-7924-4790-9F28-4F420C5AE4D8}"/>
                    </a:ext>
                  </a:extLst>
                </p:cNvPr>
                <p:cNvSpPr>
                  <a:spLocks noChangeArrowheads="1"/>
                </p:cNvSpPr>
                <p:nvPr/>
              </p:nvSpPr>
              <p:spPr bwMode="auto">
                <a:xfrm>
                  <a:off x="2734" y="1536"/>
                  <a:ext cx="62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kumimoji="1" lang="en-US" altLang="zh-CN" sz="1600">
                      <a:solidFill>
                        <a:srgbClr val="CC6600"/>
                      </a:solidFill>
                      <a:latin typeface="Times New Roman" panose="02020603050405020304" pitchFamily="18" charset="0"/>
                    </a:rPr>
                    <a:t> </a:t>
                  </a:r>
                </a:p>
                <a:p>
                  <a:pPr algn="just">
                    <a:spcBef>
                      <a:spcPct val="0"/>
                    </a:spcBef>
                    <a:buClrTx/>
                    <a:buFontTx/>
                    <a:buNone/>
                  </a:pPr>
                  <a:endParaRPr kumimoji="1" lang="en-US" altLang="zh-CN" sz="1600">
                    <a:solidFill>
                      <a:srgbClr val="CC6600"/>
                    </a:solidFill>
                    <a:latin typeface="Times New Roman" panose="02020603050405020304" pitchFamily="18" charset="0"/>
                  </a:endParaRPr>
                </a:p>
              </p:txBody>
            </p:sp>
            <p:sp>
              <p:nvSpPr>
                <p:cNvPr id="16444" name="Rectangle 44">
                  <a:extLst>
                    <a:ext uri="{FF2B5EF4-FFF2-40B4-BE49-F238E27FC236}">
                      <a16:creationId xmlns:a16="http://schemas.microsoft.com/office/drawing/2014/main" id="{A7B129CD-2A89-0F9E-C124-6D562518D473}"/>
                    </a:ext>
                  </a:extLst>
                </p:cNvPr>
                <p:cNvSpPr>
                  <a:spLocks noChangeArrowheads="1"/>
                </p:cNvSpPr>
                <p:nvPr/>
              </p:nvSpPr>
              <p:spPr bwMode="auto">
                <a:xfrm>
                  <a:off x="2691" y="1536"/>
                  <a:ext cx="711"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grpSp>
          <p:grpSp>
            <p:nvGrpSpPr>
              <p:cNvPr id="16404" name="Group 45">
                <a:extLst>
                  <a:ext uri="{FF2B5EF4-FFF2-40B4-BE49-F238E27FC236}">
                    <a16:creationId xmlns:a16="http://schemas.microsoft.com/office/drawing/2014/main" id="{B18C543B-95B1-E3D3-EA78-A74BDEB6F9AF}"/>
                  </a:ext>
                </a:extLst>
              </p:cNvPr>
              <p:cNvGrpSpPr>
                <a:grpSpLocks/>
              </p:cNvGrpSpPr>
              <p:nvPr/>
            </p:nvGrpSpPr>
            <p:grpSpPr bwMode="auto">
              <a:xfrm>
                <a:off x="0" y="1920"/>
                <a:ext cx="744" cy="480"/>
                <a:chOff x="0" y="1920"/>
                <a:chExt cx="744" cy="480"/>
              </a:xfrm>
            </p:grpSpPr>
            <p:sp>
              <p:nvSpPr>
                <p:cNvPr id="16441" name="Rectangle 46">
                  <a:extLst>
                    <a:ext uri="{FF2B5EF4-FFF2-40B4-BE49-F238E27FC236}">
                      <a16:creationId xmlns:a16="http://schemas.microsoft.com/office/drawing/2014/main" id="{B6E241A9-CA8D-F7F4-E5A4-F89E17F3AC84}"/>
                    </a:ext>
                  </a:extLst>
                </p:cNvPr>
                <p:cNvSpPr>
                  <a:spLocks noChangeArrowheads="1"/>
                </p:cNvSpPr>
                <p:nvPr/>
              </p:nvSpPr>
              <p:spPr bwMode="auto">
                <a:xfrm>
                  <a:off x="43" y="1920"/>
                  <a:ext cx="658"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kumimoji="1" lang="en-US" altLang="zh-CN" sz="1600">
                      <a:solidFill>
                        <a:srgbClr val="CC6600"/>
                      </a:solidFill>
                      <a:latin typeface="Times New Roman" panose="02020603050405020304" pitchFamily="18" charset="0"/>
                    </a:rPr>
                    <a:t>1100</a:t>
                  </a:r>
                </a:p>
                <a:p>
                  <a:pPr algn="just">
                    <a:spcBef>
                      <a:spcPct val="0"/>
                    </a:spcBef>
                    <a:buClrTx/>
                    <a:buFontTx/>
                    <a:buNone/>
                  </a:pPr>
                  <a:r>
                    <a:rPr kumimoji="1" lang="en-US" altLang="zh-CN" sz="1600">
                      <a:solidFill>
                        <a:srgbClr val="CC6600"/>
                      </a:solidFill>
                      <a:latin typeface="Times New Roman" panose="02020603050405020304" pitchFamily="18" charset="0"/>
                    </a:rPr>
                    <a:t> </a:t>
                  </a:r>
                </a:p>
                <a:p>
                  <a:pPr algn="just">
                    <a:spcBef>
                      <a:spcPct val="0"/>
                    </a:spcBef>
                    <a:buClrTx/>
                    <a:buFontTx/>
                    <a:buNone/>
                  </a:pPr>
                  <a:endParaRPr kumimoji="1" lang="en-US" altLang="zh-CN" sz="1600">
                    <a:solidFill>
                      <a:srgbClr val="CC6600"/>
                    </a:solidFill>
                    <a:latin typeface="Times New Roman" panose="02020603050405020304" pitchFamily="18" charset="0"/>
                  </a:endParaRPr>
                </a:p>
              </p:txBody>
            </p:sp>
            <p:sp>
              <p:nvSpPr>
                <p:cNvPr id="16442" name="Rectangle 47">
                  <a:extLst>
                    <a:ext uri="{FF2B5EF4-FFF2-40B4-BE49-F238E27FC236}">
                      <a16:creationId xmlns:a16="http://schemas.microsoft.com/office/drawing/2014/main" id="{B0E2DC7C-64C1-171C-8ED9-9E9418A559AB}"/>
                    </a:ext>
                  </a:extLst>
                </p:cNvPr>
                <p:cNvSpPr>
                  <a:spLocks noChangeArrowheads="1"/>
                </p:cNvSpPr>
                <p:nvPr/>
              </p:nvSpPr>
              <p:spPr bwMode="auto">
                <a:xfrm>
                  <a:off x="0" y="1920"/>
                  <a:ext cx="744" cy="48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grpSp>
          <p:grpSp>
            <p:nvGrpSpPr>
              <p:cNvPr id="16405" name="Group 48">
                <a:extLst>
                  <a:ext uri="{FF2B5EF4-FFF2-40B4-BE49-F238E27FC236}">
                    <a16:creationId xmlns:a16="http://schemas.microsoft.com/office/drawing/2014/main" id="{01D5BFCA-38C3-11C1-8D13-51E06527B5EC}"/>
                  </a:ext>
                </a:extLst>
              </p:cNvPr>
              <p:cNvGrpSpPr>
                <a:grpSpLocks/>
              </p:cNvGrpSpPr>
              <p:nvPr/>
            </p:nvGrpSpPr>
            <p:grpSpPr bwMode="auto">
              <a:xfrm>
                <a:off x="744" y="1920"/>
                <a:ext cx="927" cy="480"/>
                <a:chOff x="744" y="1920"/>
                <a:chExt cx="927" cy="480"/>
              </a:xfrm>
            </p:grpSpPr>
            <p:sp>
              <p:nvSpPr>
                <p:cNvPr id="16439" name="Rectangle 49">
                  <a:extLst>
                    <a:ext uri="{FF2B5EF4-FFF2-40B4-BE49-F238E27FC236}">
                      <a16:creationId xmlns:a16="http://schemas.microsoft.com/office/drawing/2014/main" id="{D5ADE282-9983-F56C-6B0F-DC915133B207}"/>
                    </a:ext>
                  </a:extLst>
                </p:cNvPr>
                <p:cNvSpPr>
                  <a:spLocks noChangeArrowheads="1"/>
                </p:cNvSpPr>
                <p:nvPr/>
              </p:nvSpPr>
              <p:spPr bwMode="auto">
                <a:xfrm>
                  <a:off x="787" y="1920"/>
                  <a:ext cx="841"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kumimoji="1" lang="en-US" altLang="zh-CN" sz="1600">
                      <a:solidFill>
                        <a:srgbClr val="CC6600"/>
                      </a:solidFill>
                      <a:latin typeface="Times New Roman" panose="02020603050405020304" pitchFamily="18" charset="0"/>
                    </a:rPr>
                    <a:t> </a:t>
                  </a:r>
                </a:p>
                <a:p>
                  <a:pPr algn="just">
                    <a:spcBef>
                      <a:spcPct val="0"/>
                    </a:spcBef>
                    <a:buClrTx/>
                    <a:buFontTx/>
                    <a:buNone/>
                  </a:pPr>
                  <a:endParaRPr kumimoji="1" lang="en-US" altLang="zh-CN" sz="1600">
                    <a:solidFill>
                      <a:srgbClr val="CC6600"/>
                    </a:solidFill>
                    <a:latin typeface="Times New Roman" panose="02020603050405020304" pitchFamily="18" charset="0"/>
                  </a:endParaRPr>
                </a:p>
              </p:txBody>
            </p:sp>
            <p:sp>
              <p:nvSpPr>
                <p:cNvPr id="16440" name="Rectangle 50">
                  <a:extLst>
                    <a:ext uri="{FF2B5EF4-FFF2-40B4-BE49-F238E27FC236}">
                      <a16:creationId xmlns:a16="http://schemas.microsoft.com/office/drawing/2014/main" id="{7FCFDB4C-34A7-ED7D-8509-A43B2A35697C}"/>
                    </a:ext>
                  </a:extLst>
                </p:cNvPr>
                <p:cNvSpPr>
                  <a:spLocks noChangeArrowheads="1"/>
                </p:cNvSpPr>
                <p:nvPr/>
              </p:nvSpPr>
              <p:spPr bwMode="auto">
                <a:xfrm>
                  <a:off x="744" y="1920"/>
                  <a:ext cx="927" cy="48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grpSp>
          <p:grpSp>
            <p:nvGrpSpPr>
              <p:cNvPr id="16406" name="Group 51">
                <a:extLst>
                  <a:ext uri="{FF2B5EF4-FFF2-40B4-BE49-F238E27FC236}">
                    <a16:creationId xmlns:a16="http://schemas.microsoft.com/office/drawing/2014/main" id="{B7CD1F32-A401-8EB1-B08C-081319E52CEF}"/>
                  </a:ext>
                </a:extLst>
              </p:cNvPr>
              <p:cNvGrpSpPr>
                <a:grpSpLocks/>
              </p:cNvGrpSpPr>
              <p:nvPr/>
            </p:nvGrpSpPr>
            <p:grpSpPr bwMode="auto">
              <a:xfrm>
                <a:off x="1671" y="1920"/>
                <a:ext cx="1020" cy="480"/>
                <a:chOff x="1671" y="1920"/>
                <a:chExt cx="1020" cy="480"/>
              </a:xfrm>
            </p:grpSpPr>
            <p:sp>
              <p:nvSpPr>
                <p:cNvPr id="16437" name="Rectangle 52">
                  <a:extLst>
                    <a:ext uri="{FF2B5EF4-FFF2-40B4-BE49-F238E27FC236}">
                      <a16:creationId xmlns:a16="http://schemas.microsoft.com/office/drawing/2014/main" id="{07A9DB7B-878E-A6CD-73F1-91C094690F66}"/>
                    </a:ext>
                  </a:extLst>
                </p:cNvPr>
                <p:cNvSpPr>
                  <a:spLocks noChangeArrowheads="1"/>
                </p:cNvSpPr>
                <p:nvPr/>
              </p:nvSpPr>
              <p:spPr bwMode="auto">
                <a:xfrm>
                  <a:off x="1714" y="1920"/>
                  <a:ext cx="93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1600">
                      <a:solidFill>
                        <a:srgbClr val="CC6600"/>
                      </a:solidFill>
                      <a:latin typeface="Times New Roman" panose="02020603050405020304" pitchFamily="18" charset="0"/>
                    </a:rPr>
                    <a:t> </a:t>
                  </a:r>
                </a:p>
                <a:p>
                  <a:pPr algn="ctr">
                    <a:spcBef>
                      <a:spcPct val="0"/>
                    </a:spcBef>
                    <a:buClrTx/>
                    <a:buFontTx/>
                    <a:buNone/>
                  </a:pPr>
                  <a:endParaRPr kumimoji="1" lang="en-US" altLang="zh-CN" sz="1600">
                    <a:solidFill>
                      <a:srgbClr val="CC6600"/>
                    </a:solidFill>
                    <a:latin typeface="Times New Roman" panose="02020603050405020304" pitchFamily="18" charset="0"/>
                  </a:endParaRPr>
                </a:p>
              </p:txBody>
            </p:sp>
            <p:sp>
              <p:nvSpPr>
                <p:cNvPr id="16438" name="Rectangle 53">
                  <a:extLst>
                    <a:ext uri="{FF2B5EF4-FFF2-40B4-BE49-F238E27FC236}">
                      <a16:creationId xmlns:a16="http://schemas.microsoft.com/office/drawing/2014/main" id="{7262F8BA-CE7A-6E68-7B49-B5DD56AD7315}"/>
                    </a:ext>
                  </a:extLst>
                </p:cNvPr>
                <p:cNvSpPr>
                  <a:spLocks noChangeArrowheads="1"/>
                </p:cNvSpPr>
                <p:nvPr/>
              </p:nvSpPr>
              <p:spPr bwMode="auto">
                <a:xfrm>
                  <a:off x="1671" y="1920"/>
                  <a:ext cx="1020" cy="48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grpSp>
          <p:grpSp>
            <p:nvGrpSpPr>
              <p:cNvPr id="16407" name="Group 54">
                <a:extLst>
                  <a:ext uri="{FF2B5EF4-FFF2-40B4-BE49-F238E27FC236}">
                    <a16:creationId xmlns:a16="http://schemas.microsoft.com/office/drawing/2014/main" id="{31160067-2B9D-4879-5D11-7CA1756A2DB0}"/>
                  </a:ext>
                </a:extLst>
              </p:cNvPr>
              <p:cNvGrpSpPr>
                <a:grpSpLocks/>
              </p:cNvGrpSpPr>
              <p:nvPr/>
            </p:nvGrpSpPr>
            <p:grpSpPr bwMode="auto">
              <a:xfrm>
                <a:off x="2691" y="1920"/>
                <a:ext cx="711" cy="480"/>
                <a:chOff x="2691" y="1920"/>
                <a:chExt cx="711" cy="480"/>
              </a:xfrm>
            </p:grpSpPr>
            <p:sp>
              <p:nvSpPr>
                <p:cNvPr id="16435" name="Rectangle 55">
                  <a:extLst>
                    <a:ext uri="{FF2B5EF4-FFF2-40B4-BE49-F238E27FC236}">
                      <a16:creationId xmlns:a16="http://schemas.microsoft.com/office/drawing/2014/main" id="{66074F81-3751-2878-1ECC-84FC38A3C9FD}"/>
                    </a:ext>
                  </a:extLst>
                </p:cNvPr>
                <p:cNvSpPr>
                  <a:spLocks noChangeArrowheads="1"/>
                </p:cNvSpPr>
                <p:nvPr/>
              </p:nvSpPr>
              <p:spPr bwMode="auto">
                <a:xfrm>
                  <a:off x="2734" y="1920"/>
                  <a:ext cx="625"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kumimoji="1" lang="en-US" altLang="zh-CN" sz="1600">
                      <a:solidFill>
                        <a:srgbClr val="CC6600"/>
                      </a:solidFill>
                      <a:latin typeface="Times New Roman" panose="02020603050405020304" pitchFamily="18" charset="0"/>
                    </a:rPr>
                    <a:t> </a:t>
                  </a:r>
                </a:p>
                <a:p>
                  <a:pPr algn="just">
                    <a:spcBef>
                      <a:spcPct val="0"/>
                    </a:spcBef>
                    <a:buClrTx/>
                    <a:buFontTx/>
                    <a:buNone/>
                  </a:pPr>
                  <a:endParaRPr kumimoji="1" lang="en-US" altLang="zh-CN" sz="1600">
                    <a:solidFill>
                      <a:srgbClr val="CC6600"/>
                    </a:solidFill>
                    <a:latin typeface="Times New Roman" panose="02020603050405020304" pitchFamily="18" charset="0"/>
                  </a:endParaRPr>
                </a:p>
              </p:txBody>
            </p:sp>
            <p:sp>
              <p:nvSpPr>
                <p:cNvPr id="16436" name="Rectangle 56">
                  <a:extLst>
                    <a:ext uri="{FF2B5EF4-FFF2-40B4-BE49-F238E27FC236}">
                      <a16:creationId xmlns:a16="http://schemas.microsoft.com/office/drawing/2014/main" id="{2C07DA54-7CF7-315F-5DC9-B2712DEB1B5A}"/>
                    </a:ext>
                  </a:extLst>
                </p:cNvPr>
                <p:cNvSpPr>
                  <a:spLocks noChangeArrowheads="1"/>
                </p:cNvSpPr>
                <p:nvPr/>
              </p:nvSpPr>
              <p:spPr bwMode="auto">
                <a:xfrm>
                  <a:off x="2691" y="1920"/>
                  <a:ext cx="711" cy="48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grpSp>
          <p:grpSp>
            <p:nvGrpSpPr>
              <p:cNvPr id="16408" name="Group 57">
                <a:extLst>
                  <a:ext uri="{FF2B5EF4-FFF2-40B4-BE49-F238E27FC236}">
                    <a16:creationId xmlns:a16="http://schemas.microsoft.com/office/drawing/2014/main" id="{379E3928-8D0A-2CC8-0085-7F78B947ED10}"/>
                  </a:ext>
                </a:extLst>
              </p:cNvPr>
              <p:cNvGrpSpPr>
                <a:grpSpLocks/>
              </p:cNvGrpSpPr>
              <p:nvPr/>
            </p:nvGrpSpPr>
            <p:grpSpPr bwMode="auto">
              <a:xfrm>
                <a:off x="0" y="2400"/>
                <a:ext cx="744" cy="480"/>
                <a:chOff x="0" y="2400"/>
                <a:chExt cx="744" cy="480"/>
              </a:xfrm>
            </p:grpSpPr>
            <p:sp>
              <p:nvSpPr>
                <p:cNvPr id="16433" name="Rectangle 58">
                  <a:extLst>
                    <a:ext uri="{FF2B5EF4-FFF2-40B4-BE49-F238E27FC236}">
                      <a16:creationId xmlns:a16="http://schemas.microsoft.com/office/drawing/2014/main" id="{51000D91-7281-025E-36F4-A06B074E43D4}"/>
                    </a:ext>
                  </a:extLst>
                </p:cNvPr>
                <p:cNvSpPr>
                  <a:spLocks noChangeArrowheads="1"/>
                </p:cNvSpPr>
                <p:nvPr/>
              </p:nvSpPr>
              <p:spPr bwMode="auto">
                <a:xfrm>
                  <a:off x="43" y="2400"/>
                  <a:ext cx="658"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kumimoji="1" lang="en-US" altLang="zh-CN" sz="1600">
                      <a:solidFill>
                        <a:srgbClr val="CC6600"/>
                      </a:solidFill>
                      <a:latin typeface="Times New Roman" panose="02020603050405020304" pitchFamily="18" charset="0"/>
                    </a:rPr>
                    <a:t>1200</a:t>
                  </a:r>
                </a:p>
                <a:p>
                  <a:pPr algn="just">
                    <a:spcBef>
                      <a:spcPct val="0"/>
                    </a:spcBef>
                    <a:buClrTx/>
                    <a:buFontTx/>
                    <a:buNone/>
                  </a:pPr>
                  <a:r>
                    <a:rPr kumimoji="1" lang="en-US" altLang="zh-CN" sz="1600">
                      <a:solidFill>
                        <a:srgbClr val="CC6600"/>
                      </a:solidFill>
                      <a:latin typeface="Times New Roman" panose="02020603050405020304" pitchFamily="18" charset="0"/>
                    </a:rPr>
                    <a:t> </a:t>
                  </a:r>
                </a:p>
                <a:p>
                  <a:pPr algn="just">
                    <a:spcBef>
                      <a:spcPct val="0"/>
                    </a:spcBef>
                    <a:buClrTx/>
                    <a:buFontTx/>
                    <a:buNone/>
                  </a:pPr>
                  <a:endParaRPr kumimoji="1" lang="en-US" altLang="zh-CN" sz="1600">
                    <a:solidFill>
                      <a:srgbClr val="CC6600"/>
                    </a:solidFill>
                    <a:latin typeface="Times New Roman" panose="02020603050405020304" pitchFamily="18" charset="0"/>
                  </a:endParaRPr>
                </a:p>
              </p:txBody>
            </p:sp>
            <p:sp>
              <p:nvSpPr>
                <p:cNvPr id="16434" name="Rectangle 59">
                  <a:extLst>
                    <a:ext uri="{FF2B5EF4-FFF2-40B4-BE49-F238E27FC236}">
                      <a16:creationId xmlns:a16="http://schemas.microsoft.com/office/drawing/2014/main" id="{CCADE76B-9E9B-A0AC-1F2B-CD9609E5C8C3}"/>
                    </a:ext>
                  </a:extLst>
                </p:cNvPr>
                <p:cNvSpPr>
                  <a:spLocks noChangeArrowheads="1"/>
                </p:cNvSpPr>
                <p:nvPr/>
              </p:nvSpPr>
              <p:spPr bwMode="auto">
                <a:xfrm>
                  <a:off x="0" y="2400"/>
                  <a:ext cx="744" cy="48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grpSp>
          <p:grpSp>
            <p:nvGrpSpPr>
              <p:cNvPr id="16409" name="Group 60">
                <a:extLst>
                  <a:ext uri="{FF2B5EF4-FFF2-40B4-BE49-F238E27FC236}">
                    <a16:creationId xmlns:a16="http://schemas.microsoft.com/office/drawing/2014/main" id="{FF04B915-C5B1-C142-A941-78BE438E848A}"/>
                  </a:ext>
                </a:extLst>
              </p:cNvPr>
              <p:cNvGrpSpPr>
                <a:grpSpLocks/>
              </p:cNvGrpSpPr>
              <p:nvPr/>
            </p:nvGrpSpPr>
            <p:grpSpPr bwMode="auto">
              <a:xfrm>
                <a:off x="744" y="2400"/>
                <a:ext cx="927" cy="480"/>
                <a:chOff x="744" y="2400"/>
                <a:chExt cx="927" cy="480"/>
              </a:xfrm>
            </p:grpSpPr>
            <p:sp>
              <p:nvSpPr>
                <p:cNvPr id="16431" name="Rectangle 61">
                  <a:extLst>
                    <a:ext uri="{FF2B5EF4-FFF2-40B4-BE49-F238E27FC236}">
                      <a16:creationId xmlns:a16="http://schemas.microsoft.com/office/drawing/2014/main" id="{90E6721A-083C-F3B6-7E51-30488915BB63}"/>
                    </a:ext>
                  </a:extLst>
                </p:cNvPr>
                <p:cNvSpPr>
                  <a:spLocks noChangeArrowheads="1"/>
                </p:cNvSpPr>
                <p:nvPr/>
              </p:nvSpPr>
              <p:spPr bwMode="auto">
                <a:xfrm>
                  <a:off x="787" y="2400"/>
                  <a:ext cx="841"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kumimoji="1" lang="en-US" altLang="zh-CN" sz="1600">
                      <a:solidFill>
                        <a:srgbClr val="CC6600"/>
                      </a:solidFill>
                      <a:latin typeface="Times New Roman" panose="02020603050405020304" pitchFamily="18" charset="0"/>
                    </a:rPr>
                    <a:t> </a:t>
                  </a:r>
                </a:p>
                <a:p>
                  <a:pPr algn="just">
                    <a:spcBef>
                      <a:spcPct val="0"/>
                    </a:spcBef>
                    <a:buClrTx/>
                    <a:buFontTx/>
                    <a:buNone/>
                  </a:pPr>
                  <a:endParaRPr kumimoji="1" lang="en-US" altLang="zh-CN" sz="1600">
                    <a:solidFill>
                      <a:srgbClr val="CC6600"/>
                    </a:solidFill>
                    <a:latin typeface="Times New Roman" panose="02020603050405020304" pitchFamily="18" charset="0"/>
                  </a:endParaRPr>
                </a:p>
              </p:txBody>
            </p:sp>
            <p:sp>
              <p:nvSpPr>
                <p:cNvPr id="16432" name="Rectangle 62">
                  <a:extLst>
                    <a:ext uri="{FF2B5EF4-FFF2-40B4-BE49-F238E27FC236}">
                      <a16:creationId xmlns:a16="http://schemas.microsoft.com/office/drawing/2014/main" id="{CB768A1F-D812-CC92-C521-51046A954C03}"/>
                    </a:ext>
                  </a:extLst>
                </p:cNvPr>
                <p:cNvSpPr>
                  <a:spLocks noChangeArrowheads="1"/>
                </p:cNvSpPr>
                <p:nvPr/>
              </p:nvSpPr>
              <p:spPr bwMode="auto">
                <a:xfrm>
                  <a:off x="744" y="2400"/>
                  <a:ext cx="927" cy="48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grpSp>
          <p:grpSp>
            <p:nvGrpSpPr>
              <p:cNvPr id="16410" name="Group 63">
                <a:extLst>
                  <a:ext uri="{FF2B5EF4-FFF2-40B4-BE49-F238E27FC236}">
                    <a16:creationId xmlns:a16="http://schemas.microsoft.com/office/drawing/2014/main" id="{AB8D8988-E673-3D0E-09CF-A78BFE359C85}"/>
                  </a:ext>
                </a:extLst>
              </p:cNvPr>
              <p:cNvGrpSpPr>
                <a:grpSpLocks/>
              </p:cNvGrpSpPr>
              <p:nvPr/>
            </p:nvGrpSpPr>
            <p:grpSpPr bwMode="auto">
              <a:xfrm>
                <a:off x="1671" y="2400"/>
                <a:ext cx="1020" cy="480"/>
                <a:chOff x="1671" y="2400"/>
                <a:chExt cx="1020" cy="480"/>
              </a:xfrm>
            </p:grpSpPr>
            <p:sp>
              <p:nvSpPr>
                <p:cNvPr id="16429" name="Rectangle 64">
                  <a:extLst>
                    <a:ext uri="{FF2B5EF4-FFF2-40B4-BE49-F238E27FC236}">
                      <a16:creationId xmlns:a16="http://schemas.microsoft.com/office/drawing/2014/main" id="{9DEA3747-E01B-84BD-93B6-04AAECD45811}"/>
                    </a:ext>
                  </a:extLst>
                </p:cNvPr>
                <p:cNvSpPr>
                  <a:spLocks noChangeArrowheads="1"/>
                </p:cNvSpPr>
                <p:nvPr/>
              </p:nvSpPr>
              <p:spPr bwMode="auto">
                <a:xfrm>
                  <a:off x="1714" y="2400"/>
                  <a:ext cx="93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1600">
                      <a:solidFill>
                        <a:srgbClr val="CC6600"/>
                      </a:solidFill>
                      <a:latin typeface="Times New Roman" panose="02020603050405020304" pitchFamily="18" charset="0"/>
                    </a:rPr>
                    <a:t> </a:t>
                  </a:r>
                </a:p>
                <a:p>
                  <a:pPr algn="ctr">
                    <a:spcBef>
                      <a:spcPct val="0"/>
                    </a:spcBef>
                    <a:buClrTx/>
                    <a:buFontTx/>
                    <a:buNone/>
                  </a:pPr>
                  <a:endParaRPr kumimoji="1" lang="en-US" altLang="zh-CN" sz="1600">
                    <a:solidFill>
                      <a:srgbClr val="CC6600"/>
                    </a:solidFill>
                    <a:latin typeface="Times New Roman" panose="02020603050405020304" pitchFamily="18" charset="0"/>
                  </a:endParaRPr>
                </a:p>
              </p:txBody>
            </p:sp>
            <p:sp>
              <p:nvSpPr>
                <p:cNvPr id="16430" name="Rectangle 65">
                  <a:extLst>
                    <a:ext uri="{FF2B5EF4-FFF2-40B4-BE49-F238E27FC236}">
                      <a16:creationId xmlns:a16="http://schemas.microsoft.com/office/drawing/2014/main" id="{CCAA0564-7AE0-171F-736D-746DC5A781E1}"/>
                    </a:ext>
                  </a:extLst>
                </p:cNvPr>
                <p:cNvSpPr>
                  <a:spLocks noChangeArrowheads="1"/>
                </p:cNvSpPr>
                <p:nvPr/>
              </p:nvSpPr>
              <p:spPr bwMode="auto">
                <a:xfrm>
                  <a:off x="1671" y="2400"/>
                  <a:ext cx="1020" cy="48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grpSp>
          <p:grpSp>
            <p:nvGrpSpPr>
              <p:cNvPr id="16411" name="Group 66">
                <a:extLst>
                  <a:ext uri="{FF2B5EF4-FFF2-40B4-BE49-F238E27FC236}">
                    <a16:creationId xmlns:a16="http://schemas.microsoft.com/office/drawing/2014/main" id="{FFD34290-8912-9CC0-C458-F9D96CE2E31C}"/>
                  </a:ext>
                </a:extLst>
              </p:cNvPr>
              <p:cNvGrpSpPr>
                <a:grpSpLocks/>
              </p:cNvGrpSpPr>
              <p:nvPr/>
            </p:nvGrpSpPr>
            <p:grpSpPr bwMode="auto">
              <a:xfrm>
                <a:off x="2691" y="2400"/>
                <a:ext cx="711" cy="480"/>
                <a:chOff x="2691" y="2400"/>
                <a:chExt cx="711" cy="480"/>
              </a:xfrm>
            </p:grpSpPr>
            <p:sp>
              <p:nvSpPr>
                <p:cNvPr id="16427" name="Rectangle 67">
                  <a:extLst>
                    <a:ext uri="{FF2B5EF4-FFF2-40B4-BE49-F238E27FC236}">
                      <a16:creationId xmlns:a16="http://schemas.microsoft.com/office/drawing/2014/main" id="{83CA9C39-6158-CEF1-C944-5331A16A8446}"/>
                    </a:ext>
                  </a:extLst>
                </p:cNvPr>
                <p:cNvSpPr>
                  <a:spLocks noChangeArrowheads="1"/>
                </p:cNvSpPr>
                <p:nvPr/>
              </p:nvSpPr>
              <p:spPr bwMode="auto">
                <a:xfrm>
                  <a:off x="2734" y="2400"/>
                  <a:ext cx="625"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kumimoji="1" lang="en-US" altLang="zh-CN" sz="1600">
                      <a:solidFill>
                        <a:srgbClr val="CC6600"/>
                      </a:solidFill>
                      <a:latin typeface="Times New Roman" panose="02020603050405020304" pitchFamily="18" charset="0"/>
                    </a:rPr>
                    <a:t> </a:t>
                  </a:r>
                </a:p>
                <a:p>
                  <a:pPr algn="just">
                    <a:spcBef>
                      <a:spcPct val="0"/>
                    </a:spcBef>
                    <a:buClrTx/>
                    <a:buFontTx/>
                    <a:buNone/>
                  </a:pPr>
                  <a:endParaRPr kumimoji="1" lang="en-US" altLang="zh-CN" sz="1600">
                    <a:solidFill>
                      <a:srgbClr val="CC6600"/>
                    </a:solidFill>
                    <a:latin typeface="Times New Roman" panose="02020603050405020304" pitchFamily="18" charset="0"/>
                  </a:endParaRPr>
                </a:p>
              </p:txBody>
            </p:sp>
            <p:sp>
              <p:nvSpPr>
                <p:cNvPr id="16428" name="Rectangle 68">
                  <a:extLst>
                    <a:ext uri="{FF2B5EF4-FFF2-40B4-BE49-F238E27FC236}">
                      <a16:creationId xmlns:a16="http://schemas.microsoft.com/office/drawing/2014/main" id="{4F6FD92F-A6CE-572F-8B65-1D832C6E9A40}"/>
                    </a:ext>
                  </a:extLst>
                </p:cNvPr>
                <p:cNvSpPr>
                  <a:spLocks noChangeArrowheads="1"/>
                </p:cNvSpPr>
                <p:nvPr/>
              </p:nvSpPr>
              <p:spPr bwMode="auto">
                <a:xfrm>
                  <a:off x="2691" y="2400"/>
                  <a:ext cx="711" cy="48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grpSp>
          <p:grpSp>
            <p:nvGrpSpPr>
              <p:cNvPr id="16412" name="Group 69">
                <a:extLst>
                  <a:ext uri="{FF2B5EF4-FFF2-40B4-BE49-F238E27FC236}">
                    <a16:creationId xmlns:a16="http://schemas.microsoft.com/office/drawing/2014/main" id="{288F76B7-500F-4076-155D-6551E4B742AC}"/>
                  </a:ext>
                </a:extLst>
              </p:cNvPr>
              <p:cNvGrpSpPr>
                <a:grpSpLocks/>
              </p:cNvGrpSpPr>
              <p:nvPr/>
            </p:nvGrpSpPr>
            <p:grpSpPr bwMode="auto">
              <a:xfrm>
                <a:off x="0" y="2880"/>
                <a:ext cx="744" cy="1248"/>
                <a:chOff x="0" y="2880"/>
                <a:chExt cx="744" cy="1248"/>
              </a:xfrm>
            </p:grpSpPr>
            <p:sp>
              <p:nvSpPr>
                <p:cNvPr id="16425" name="Rectangle 70">
                  <a:extLst>
                    <a:ext uri="{FF2B5EF4-FFF2-40B4-BE49-F238E27FC236}">
                      <a16:creationId xmlns:a16="http://schemas.microsoft.com/office/drawing/2014/main" id="{AD86E1A5-4281-9554-C9ED-7D2A9CE88B42}"/>
                    </a:ext>
                  </a:extLst>
                </p:cNvPr>
                <p:cNvSpPr>
                  <a:spLocks noChangeArrowheads="1"/>
                </p:cNvSpPr>
                <p:nvPr/>
              </p:nvSpPr>
              <p:spPr bwMode="auto">
                <a:xfrm>
                  <a:off x="43" y="2880"/>
                  <a:ext cx="658" cy="1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kumimoji="1" lang="en-US" altLang="zh-CN" sz="1600">
                      <a:solidFill>
                        <a:srgbClr val="CC6600"/>
                      </a:solidFill>
                      <a:latin typeface="Times New Roman" panose="02020603050405020304" pitchFamily="18" charset="0"/>
                    </a:rPr>
                    <a:t>1x00</a:t>
                  </a:r>
                </a:p>
                <a:p>
                  <a:pPr algn="just">
                    <a:spcBef>
                      <a:spcPct val="0"/>
                    </a:spcBef>
                    <a:buClrTx/>
                    <a:buFontTx/>
                    <a:buNone/>
                  </a:pPr>
                  <a:r>
                    <a:rPr kumimoji="1" lang="en-US" altLang="zh-CN" sz="1600">
                      <a:solidFill>
                        <a:srgbClr val="CC6600"/>
                      </a:solidFill>
                      <a:latin typeface="Times New Roman" panose="02020603050405020304" pitchFamily="18" charset="0"/>
                    </a:rPr>
                    <a:t> 1x10 </a:t>
                  </a:r>
                </a:p>
                <a:p>
                  <a:pPr algn="just">
                    <a:spcBef>
                      <a:spcPct val="0"/>
                    </a:spcBef>
                    <a:buClrTx/>
                    <a:buFontTx/>
                    <a:buNone/>
                  </a:pPr>
                  <a:r>
                    <a:rPr kumimoji="1" lang="en-US" altLang="zh-CN" sz="1600">
                      <a:solidFill>
                        <a:srgbClr val="CC6600"/>
                      </a:solidFill>
                      <a:latin typeface="Times New Roman" panose="02020603050405020304" pitchFamily="18" charset="0"/>
                    </a:rPr>
                    <a:t>  1x11</a:t>
                  </a:r>
                </a:p>
                <a:p>
                  <a:pPr algn="just">
                    <a:spcBef>
                      <a:spcPct val="0"/>
                    </a:spcBef>
                    <a:buClrTx/>
                    <a:buFontTx/>
                    <a:buNone/>
                  </a:pPr>
                  <a:r>
                    <a:rPr kumimoji="1" lang="en-US" altLang="zh-CN" sz="1600">
                      <a:solidFill>
                        <a:srgbClr val="CC6600"/>
                      </a:solidFill>
                      <a:latin typeface="Times New Roman" panose="02020603050405020304" pitchFamily="18" charset="0"/>
                    </a:rPr>
                    <a:t>  1x12</a:t>
                  </a:r>
                </a:p>
              </p:txBody>
            </p:sp>
            <p:sp>
              <p:nvSpPr>
                <p:cNvPr id="16426" name="Rectangle 71">
                  <a:extLst>
                    <a:ext uri="{FF2B5EF4-FFF2-40B4-BE49-F238E27FC236}">
                      <a16:creationId xmlns:a16="http://schemas.microsoft.com/office/drawing/2014/main" id="{53C1C994-CAA2-C4E9-824B-324721364373}"/>
                    </a:ext>
                  </a:extLst>
                </p:cNvPr>
                <p:cNvSpPr>
                  <a:spLocks noChangeArrowheads="1"/>
                </p:cNvSpPr>
                <p:nvPr/>
              </p:nvSpPr>
              <p:spPr bwMode="auto">
                <a:xfrm>
                  <a:off x="0" y="2880"/>
                  <a:ext cx="744" cy="124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grpSp>
          <p:grpSp>
            <p:nvGrpSpPr>
              <p:cNvPr id="16413" name="Group 72">
                <a:extLst>
                  <a:ext uri="{FF2B5EF4-FFF2-40B4-BE49-F238E27FC236}">
                    <a16:creationId xmlns:a16="http://schemas.microsoft.com/office/drawing/2014/main" id="{C9464232-7A62-424C-735E-EB5DEC143145}"/>
                  </a:ext>
                </a:extLst>
              </p:cNvPr>
              <p:cNvGrpSpPr>
                <a:grpSpLocks/>
              </p:cNvGrpSpPr>
              <p:nvPr/>
            </p:nvGrpSpPr>
            <p:grpSpPr bwMode="auto">
              <a:xfrm>
                <a:off x="744" y="2880"/>
                <a:ext cx="927" cy="1248"/>
                <a:chOff x="744" y="2880"/>
                <a:chExt cx="927" cy="1248"/>
              </a:xfrm>
            </p:grpSpPr>
            <p:sp>
              <p:nvSpPr>
                <p:cNvPr id="16423" name="Rectangle 73">
                  <a:extLst>
                    <a:ext uri="{FF2B5EF4-FFF2-40B4-BE49-F238E27FC236}">
                      <a16:creationId xmlns:a16="http://schemas.microsoft.com/office/drawing/2014/main" id="{F57636B5-0856-01CC-C64F-4674FC249F03}"/>
                    </a:ext>
                  </a:extLst>
                </p:cNvPr>
                <p:cNvSpPr>
                  <a:spLocks noChangeArrowheads="1"/>
                </p:cNvSpPr>
                <p:nvPr/>
              </p:nvSpPr>
              <p:spPr bwMode="auto">
                <a:xfrm>
                  <a:off x="787" y="2880"/>
                  <a:ext cx="841" cy="1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kumimoji="1" lang="en-US" altLang="zh-CN" sz="1600">
                      <a:solidFill>
                        <a:srgbClr val="CC6600"/>
                      </a:solidFill>
                      <a:latin typeface="Times New Roman" panose="02020603050405020304" pitchFamily="18" charset="0"/>
                    </a:rPr>
                    <a:t> </a:t>
                  </a:r>
                </a:p>
                <a:p>
                  <a:pPr algn="just">
                    <a:spcBef>
                      <a:spcPct val="0"/>
                    </a:spcBef>
                    <a:buClrTx/>
                    <a:buFontTx/>
                    <a:buNone/>
                  </a:pPr>
                  <a:endParaRPr kumimoji="1" lang="en-US" altLang="zh-CN" sz="1600">
                    <a:solidFill>
                      <a:srgbClr val="CC6600"/>
                    </a:solidFill>
                    <a:latin typeface="Times New Roman" panose="02020603050405020304" pitchFamily="18" charset="0"/>
                  </a:endParaRPr>
                </a:p>
              </p:txBody>
            </p:sp>
            <p:sp>
              <p:nvSpPr>
                <p:cNvPr id="16424" name="Rectangle 74">
                  <a:extLst>
                    <a:ext uri="{FF2B5EF4-FFF2-40B4-BE49-F238E27FC236}">
                      <a16:creationId xmlns:a16="http://schemas.microsoft.com/office/drawing/2014/main" id="{53D18B10-56A7-3374-E547-3CC6400607AD}"/>
                    </a:ext>
                  </a:extLst>
                </p:cNvPr>
                <p:cNvSpPr>
                  <a:spLocks noChangeArrowheads="1"/>
                </p:cNvSpPr>
                <p:nvPr/>
              </p:nvSpPr>
              <p:spPr bwMode="auto">
                <a:xfrm>
                  <a:off x="744" y="2880"/>
                  <a:ext cx="927" cy="124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grpSp>
          <p:grpSp>
            <p:nvGrpSpPr>
              <p:cNvPr id="16414" name="Group 75">
                <a:extLst>
                  <a:ext uri="{FF2B5EF4-FFF2-40B4-BE49-F238E27FC236}">
                    <a16:creationId xmlns:a16="http://schemas.microsoft.com/office/drawing/2014/main" id="{BC379761-D7D6-0BDC-CB8D-6EF2AD78124F}"/>
                  </a:ext>
                </a:extLst>
              </p:cNvPr>
              <p:cNvGrpSpPr>
                <a:grpSpLocks/>
              </p:cNvGrpSpPr>
              <p:nvPr/>
            </p:nvGrpSpPr>
            <p:grpSpPr bwMode="auto">
              <a:xfrm>
                <a:off x="1671" y="2880"/>
                <a:ext cx="1020" cy="1248"/>
                <a:chOff x="1671" y="2880"/>
                <a:chExt cx="1020" cy="1248"/>
              </a:xfrm>
            </p:grpSpPr>
            <p:sp>
              <p:nvSpPr>
                <p:cNvPr id="16421" name="Rectangle 76">
                  <a:extLst>
                    <a:ext uri="{FF2B5EF4-FFF2-40B4-BE49-F238E27FC236}">
                      <a16:creationId xmlns:a16="http://schemas.microsoft.com/office/drawing/2014/main" id="{816D580C-B631-CFC4-4DF3-A1A0FD3AAC37}"/>
                    </a:ext>
                  </a:extLst>
                </p:cNvPr>
                <p:cNvSpPr>
                  <a:spLocks noChangeArrowheads="1"/>
                </p:cNvSpPr>
                <p:nvPr/>
              </p:nvSpPr>
              <p:spPr bwMode="auto">
                <a:xfrm>
                  <a:off x="1714" y="2880"/>
                  <a:ext cx="934" cy="1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1600">
                      <a:solidFill>
                        <a:srgbClr val="CC6600"/>
                      </a:solidFill>
                      <a:latin typeface="Times New Roman" panose="02020603050405020304" pitchFamily="18" charset="0"/>
                    </a:rPr>
                    <a:t> </a:t>
                  </a:r>
                </a:p>
                <a:p>
                  <a:pPr algn="ctr">
                    <a:spcBef>
                      <a:spcPct val="0"/>
                    </a:spcBef>
                    <a:buClrTx/>
                    <a:buFontTx/>
                    <a:buNone/>
                  </a:pPr>
                  <a:endParaRPr kumimoji="1" lang="en-US" altLang="zh-CN" sz="1600">
                    <a:solidFill>
                      <a:srgbClr val="CC6600"/>
                    </a:solidFill>
                    <a:latin typeface="Times New Roman" panose="02020603050405020304" pitchFamily="18" charset="0"/>
                  </a:endParaRPr>
                </a:p>
              </p:txBody>
            </p:sp>
            <p:sp>
              <p:nvSpPr>
                <p:cNvPr id="16422" name="Rectangle 77">
                  <a:extLst>
                    <a:ext uri="{FF2B5EF4-FFF2-40B4-BE49-F238E27FC236}">
                      <a16:creationId xmlns:a16="http://schemas.microsoft.com/office/drawing/2014/main" id="{DC5F1238-D0D9-0D22-F6A0-B70B61DE841B}"/>
                    </a:ext>
                  </a:extLst>
                </p:cNvPr>
                <p:cNvSpPr>
                  <a:spLocks noChangeArrowheads="1"/>
                </p:cNvSpPr>
                <p:nvPr/>
              </p:nvSpPr>
              <p:spPr bwMode="auto">
                <a:xfrm>
                  <a:off x="1671" y="2880"/>
                  <a:ext cx="1020" cy="124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grpSp>
          <p:grpSp>
            <p:nvGrpSpPr>
              <p:cNvPr id="16415" name="Group 78">
                <a:extLst>
                  <a:ext uri="{FF2B5EF4-FFF2-40B4-BE49-F238E27FC236}">
                    <a16:creationId xmlns:a16="http://schemas.microsoft.com/office/drawing/2014/main" id="{E0246F4B-F911-9C12-F4A5-8373571AF9BC}"/>
                  </a:ext>
                </a:extLst>
              </p:cNvPr>
              <p:cNvGrpSpPr>
                <a:grpSpLocks/>
              </p:cNvGrpSpPr>
              <p:nvPr/>
            </p:nvGrpSpPr>
            <p:grpSpPr bwMode="auto">
              <a:xfrm>
                <a:off x="2691" y="2880"/>
                <a:ext cx="711" cy="1248"/>
                <a:chOff x="2691" y="2880"/>
                <a:chExt cx="711" cy="1248"/>
              </a:xfrm>
            </p:grpSpPr>
            <p:sp>
              <p:nvSpPr>
                <p:cNvPr id="16419" name="Rectangle 79">
                  <a:extLst>
                    <a:ext uri="{FF2B5EF4-FFF2-40B4-BE49-F238E27FC236}">
                      <a16:creationId xmlns:a16="http://schemas.microsoft.com/office/drawing/2014/main" id="{AB92DE2F-7CD2-43F2-8AF4-907A8D462EDC}"/>
                    </a:ext>
                  </a:extLst>
                </p:cNvPr>
                <p:cNvSpPr>
                  <a:spLocks noChangeArrowheads="1"/>
                </p:cNvSpPr>
                <p:nvPr/>
              </p:nvSpPr>
              <p:spPr bwMode="auto">
                <a:xfrm>
                  <a:off x="2734" y="2880"/>
                  <a:ext cx="625" cy="1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kumimoji="1" lang="en-US" altLang="zh-CN" sz="1600">
                      <a:solidFill>
                        <a:srgbClr val="CC6600"/>
                      </a:solidFill>
                      <a:latin typeface="Times New Roman" panose="02020603050405020304" pitchFamily="18" charset="0"/>
                    </a:rPr>
                    <a:t> </a:t>
                  </a:r>
                </a:p>
                <a:p>
                  <a:pPr algn="just">
                    <a:spcBef>
                      <a:spcPct val="0"/>
                    </a:spcBef>
                    <a:buClrTx/>
                    <a:buFontTx/>
                    <a:buNone/>
                  </a:pPr>
                  <a:endParaRPr kumimoji="1" lang="en-US" altLang="zh-CN" sz="1600">
                    <a:solidFill>
                      <a:srgbClr val="CC6600"/>
                    </a:solidFill>
                    <a:latin typeface="Times New Roman" panose="02020603050405020304" pitchFamily="18" charset="0"/>
                  </a:endParaRPr>
                </a:p>
              </p:txBody>
            </p:sp>
            <p:sp>
              <p:nvSpPr>
                <p:cNvPr id="16420" name="Rectangle 80">
                  <a:extLst>
                    <a:ext uri="{FF2B5EF4-FFF2-40B4-BE49-F238E27FC236}">
                      <a16:creationId xmlns:a16="http://schemas.microsoft.com/office/drawing/2014/main" id="{73999593-397F-19D7-8E10-2D4763D00893}"/>
                    </a:ext>
                  </a:extLst>
                </p:cNvPr>
                <p:cNvSpPr>
                  <a:spLocks noChangeArrowheads="1"/>
                </p:cNvSpPr>
                <p:nvPr/>
              </p:nvSpPr>
              <p:spPr bwMode="auto">
                <a:xfrm>
                  <a:off x="2691" y="2880"/>
                  <a:ext cx="711" cy="1248"/>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grpSp>
          <p:grpSp>
            <p:nvGrpSpPr>
              <p:cNvPr id="16416" name="Group 81">
                <a:extLst>
                  <a:ext uri="{FF2B5EF4-FFF2-40B4-BE49-F238E27FC236}">
                    <a16:creationId xmlns:a16="http://schemas.microsoft.com/office/drawing/2014/main" id="{CA4AA869-D095-562C-1DA0-F9CA487578A3}"/>
                  </a:ext>
                </a:extLst>
              </p:cNvPr>
              <p:cNvGrpSpPr>
                <a:grpSpLocks/>
              </p:cNvGrpSpPr>
              <p:nvPr/>
            </p:nvGrpSpPr>
            <p:grpSpPr bwMode="auto">
              <a:xfrm>
                <a:off x="0" y="4128"/>
                <a:ext cx="3402" cy="576"/>
                <a:chOff x="0" y="4128"/>
                <a:chExt cx="3402" cy="576"/>
              </a:xfrm>
            </p:grpSpPr>
            <p:sp>
              <p:nvSpPr>
                <p:cNvPr id="16417" name="Rectangle 82">
                  <a:extLst>
                    <a:ext uri="{FF2B5EF4-FFF2-40B4-BE49-F238E27FC236}">
                      <a16:creationId xmlns:a16="http://schemas.microsoft.com/office/drawing/2014/main" id="{9D952C44-3CD9-162C-4408-645DEE3971B6}"/>
                    </a:ext>
                  </a:extLst>
                </p:cNvPr>
                <p:cNvSpPr>
                  <a:spLocks noChangeArrowheads="1"/>
                </p:cNvSpPr>
                <p:nvPr/>
              </p:nvSpPr>
              <p:spPr bwMode="auto">
                <a:xfrm>
                  <a:off x="43" y="4128"/>
                  <a:ext cx="3316"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eaLnBrk="1" hangingPunct="1">
                    <a:spcBef>
                      <a:spcPct val="0"/>
                    </a:spcBef>
                    <a:buClrTx/>
                    <a:buFontTx/>
                    <a:buNone/>
                  </a:pPr>
                  <a:r>
                    <a:rPr kumimoji="1" lang="zh-CN" altLang="en-US" sz="1600">
                      <a:solidFill>
                        <a:srgbClr val="CC6600"/>
                      </a:solidFill>
                      <a:latin typeface="Times New Roman" panose="02020603050405020304" pitchFamily="18" charset="0"/>
                    </a:rPr>
                    <a:t>项目负责人审核意见：</a:t>
                  </a:r>
                </a:p>
                <a:p>
                  <a:pPr algn="just">
                    <a:spcBef>
                      <a:spcPct val="0"/>
                    </a:spcBef>
                    <a:buClrTx/>
                    <a:buFontTx/>
                    <a:buNone/>
                  </a:pPr>
                  <a:r>
                    <a:rPr kumimoji="1" lang="zh-CN" altLang="en-US" sz="1600">
                      <a:solidFill>
                        <a:srgbClr val="CC6600"/>
                      </a:solidFill>
                      <a:latin typeface="Times New Roman" panose="02020603050405020304" pitchFamily="18" charset="0"/>
                    </a:rPr>
                    <a:t>                                                                签名：               日期：</a:t>
                  </a:r>
                </a:p>
              </p:txBody>
            </p:sp>
            <p:sp>
              <p:nvSpPr>
                <p:cNvPr id="16418" name="Rectangle 83">
                  <a:extLst>
                    <a:ext uri="{FF2B5EF4-FFF2-40B4-BE49-F238E27FC236}">
                      <a16:creationId xmlns:a16="http://schemas.microsoft.com/office/drawing/2014/main" id="{5B18BC04-4EF7-160E-491C-CBF202DD34CA}"/>
                    </a:ext>
                  </a:extLst>
                </p:cNvPr>
                <p:cNvSpPr>
                  <a:spLocks noChangeArrowheads="1"/>
                </p:cNvSpPr>
                <p:nvPr/>
              </p:nvSpPr>
              <p:spPr bwMode="auto">
                <a:xfrm>
                  <a:off x="0" y="4128"/>
                  <a:ext cx="3402" cy="57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grpSp>
        </p:grpSp>
        <p:sp>
          <p:nvSpPr>
            <p:cNvPr id="16390" name="Rectangle 84">
              <a:extLst>
                <a:ext uri="{FF2B5EF4-FFF2-40B4-BE49-F238E27FC236}">
                  <a16:creationId xmlns:a16="http://schemas.microsoft.com/office/drawing/2014/main" id="{A690A3AE-2872-0FA2-F972-98E6DF694C55}"/>
                </a:ext>
              </a:extLst>
            </p:cNvPr>
            <p:cNvSpPr>
              <a:spLocks noChangeArrowheads="1"/>
            </p:cNvSpPr>
            <p:nvPr/>
          </p:nvSpPr>
          <p:spPr bwMode="auto">
            <a:xfrm>
              <a:off x="-3" y="-3"/>
              <a:ext cx="3408" cy="4710"/>
            </a:xfrm>
            <a:prstGeom prst="rect">
              <a:avLst/>
            </a:prstGeom>
            <a:noFill/>
            <a:ln w="38100">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501AB208-696E-DE2F-EFCC-674FDB5B4C50}"/>
              </a:ext>
            </a:extLst>
          </p:cNvPr>
          <p:cNvSpPr>
            <a:spLocks noGrp="1" noChangeArrowheads="1"/>
          </p:cNvSpPr>
          <p:nvPr>
            <p:ph type="title"/>
          </p:nvPr>
        </p:nvSpPr>
        <p:spPr/>
        <p:txBody>
          <a:bodyPr/>
          <a:lstStyle/>
          <a:p>
            <a:pPr eaLnBrk="1" hangingPunct="1"/>
            <a:r>
              <a:rPr kumimoji="1" lang="zh-CN" altLang="en-US"/>
              <a:t>软件项目分解</a:t>
            </a:r>
          </a:p>
        </p:txBody>
      </p:sp>
      <p:sp>
        <p:nvSpPr>
          <p:cNvPr id="17411" name="Rectangle 3">
            <a:extLst>
              <a:ext uri="{FF2B5EF4-FFF2-40B4-BE49-F238E27FC236}">
                <a16:creationId xmlns:a16="http://schemas.microsoft.com/office/drawing/2014/main" id="{62A98BB1-29CF-A501-7102-62F725B83D78}"/>
              </a:ext>
            </a:extLst>
          </p:cNvPr>
          <p:cNvSpPr>
            <a:spLocks noGrp="1" noChangeArrowheads="1"/>
          </p:cNvSpPr>
          <p:nvPr>
            <p:ph type="body" idx="1"/>
          </p:nvPr>
        </p:nvSpPr>
        <p:spPr>
          <a:xfrm>
            <a:off x="971550" y="1989138"/>
            <a:ext cx="7993063" cy="4868862"/>
          </a:xfrm>
        </p:spPr>
        <p:txBody>
          <a:bodyPr/>
          <a:lstStyle/>
          <a:p>
            <a:pPr marL="533400" indent="-533400" eaLnBrk="1" hangingPunct="1"/>
            <a:r>
              <a:rPr lang="en-US" altLang="zh-CN" sz="2400">
                <a:solidFill>
                  <a:schemeClr val="accent2"/>
                </a:solidFill>
              </a:rPr>
              <a:t>WBS</a:t>
            </a:r>
            <a:r>
              <a:rPr lang="zh-CN" altLang="en-US" sz="2400">
                <a:solidFill>
                  <a:schemeClr val="accent2"/>
                </a:solidFill>
                <a:ea typeface="黑体" panose="02010609060101010101" pitchFamily="49" charset="-122"/>
              </a:rPr>
              <a:t>分解的一般步骤</a:t>
            </a:r>
          </a:p>
          <a:p>
            <a:pPr marL="533400" indent="-533400" eaLnBrk="1" hangingPunct="1">
              <a:lnSpc>
                <a:spcPct val="120000"/>
              </a:lnSpc>
              <a:spcBef>
                <a:spcPct val="80000"/>
              </a:spcBef>
            </a:pPr>
            <a:r>
              <a:rPr lang="zh-CN" altLang="en-US" sz="2000">
                <a:ea typeface="黑体" panose="02010609060101010101" pitchFamily="49" charset="-122"/>
              </a:rPr>
              <a:t>总项目</a:t>
            </a:r>
          </a:p>
          <a:p>
            <a:pPr marL="533400" indent="-533400" eaLnBrk="1" hangingPunct="1">
              <a:lnSpc>
                <a:spcPct val="120000"/>
              </a:lnSpc>
              <a:spcBef>
                <a:spcPct val="50000"/>
              </a:spcBef>
            </a:pPr>
            <a:r>
              <a:rPr lang="zh-CN" altLang="en-US" sz="2000">
                <a:ea typeface="黑体" panose="02010609060101010101" pitchFamily="49" charset="-122"/>
              </a:rPr>
              <a:t>子项目或主体工作任务</a:t>
            </a:r>
          </a:p>
          <a:p>
            <a:pPr marL="533400" indent="-533400" eaLnBrk="1" hangingPunct="1">
              <a:lnSpc>
                <a:spcPct val="120000"/>
              </a:lnSpc>
              <a:spcBef>
                <a:spcPct val="50000"/>
              </a:spcBef>
            </a:pPr>
            <a:r>
              <a:rPr lang="zh-CN" altLang="en-US" sz="2000">
                <a:ea typeface="黑体" panose="02010609060101010101" pitchFamily="49" charset="-122"/>
              </a:rPr>
              <a:t>主要工作任务</a:t>
            </a:r>
          </a:p>
          <a:p>
            <a:pPr marL="533400" indent="-533400" eaLnBrk="1" hangingPunct="1">
              <a:lnSpc>
                <a:spcPct val="120000"/>
              </a:lnSpc>
              <a:spcBef>
                <a:spcPct val="50000"/>
              </a:spcBef>
            </a:pPr>
            <a:r>
              <a:rPr lang="zh-CN" altLang="en-US" sz="2000">
                <a:ea typeface="黑体" panose="02010609060101010101" pitchFamily="49" charset="-122"/>
              </a:rPr>
              <a:t>次要工作任务</a:t>
            </a:r>
          </a:p>
          <a:p>
            <a:pPr marL="533400" indent="-533400" eaLnBrk="1" hangingPunct="1">
              <a:lnSpc>
                <a:spcPct val="120000"/>
              </a:lnSpc>
              <a:spcBef>
                <a:spcPct val="50000"/>
              </a:spcBef>
            </a:pPr>
            <a:r>
              <a:rPr lang="zh-CN" altLang="en-US" sz="2000">
                <a:ea typeface="黑体" panose="02010609060101010101" pitchFamily="49" charset="-122"/>
              </a:rPr>
              <a:t>小工作任务或工作元素</a:t>
            </a:r>
          </a:p>
          <a:p>
            <a:pPr marL="533400" indent="-533400" eaLnBrk="1" hangingPunct="1"/>
            <a:endParaRPr lang="en-US" altLang="zh-CN" sz="2000">
              <a:solidFill>
                <a:schemeClr val="accent2"/>
              </a:solidFill>
              <a:ea typeface="黑体" panose="02010609060101010101" pitchFamily="49"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679068C6-7665-F864-C1DD-BBD93D0878B3}"/>
              </a:ext>
            </a:extLst>
          </p:cNvPr>
          <p:cNvSpPr>
            <a:spLocks noGrp="1" noChangeArrowheads="1"/>
          </p:cNvSpPr>
          <p:nvPr>
            <p:ph type="title"/>
          </p:nvPr>
        </p:nvSpPr>
        <p:spPr/>
        <p:txBody>
          <a:bodyPr/>
          <a:lstStyle/>
          <a:p>
            <a:pPr eaLnBrk="1" hangingPunct="1"/>
            <a:r>
              <a:rPr kumimoji="1" lang="zh-CN" altLang="en-US"/>
              <a:t>软件项目分解</a:t>
            </a:r>
          </a:p>
        </p:txBody>
      </p:sp>
      <p:sp>
        <p:nvSpPr>
          <p:cNvPr id="18435" name="Rectangle 3">
            <a:extLst>
              <a:ext uri="{FF2B5EF4-FFF2-40B4-BE49-F238E27FC236}">
                <a16:creationId xmlns:a16="http://schemas.microsoft.com/office/drawing/2014/main" id="{00D6EACC-E099-9880-501B-EA922D1B50D3}"/>
              </a:ext>
            </a:extLst>
          </p:cNvPr>
          <p:cNvSpPr>
            <a:spLocks noGrp="1" noChangeArrowheads="1"/>
          </p:cNvSpPr>
          <p:nvPr>
            <p:ph type="body" idx="1"/>
          </p:nvPr>
        </p:nvSpPr>
        <p:spPr>
          <a:xfrm>
            <a:off x="1042988" y="1916113"/>
            <a:ext cx="7921625" cy="4941887"/>
          </a:xfrm>
        </p:spPr>
        <p:txBody>
          <a:bodyPr/>
          <a:lstStyle/>
          <a:p>
            <a:pPr eaLnBrk="1" hangingPunct="1">
              <a:lnSpc>
                <a:spcPct val="130000"/>
              </a:lnSpc>
            </a:pPr>
            <a:r>
              <a:rPr lang="en-US" altLang="zh-CN" sz="2400">
                <a:solidFill>
                  <a:schemeClr val="accent2"/>
                </a:solidFill>
              </a:rPr>
              <a:t>WBS</a:t>
            </a:r>
            <a:r>
              <a:rPr lang="zh-CN" altLang="en-US" sz="2400">
                <a:solidFill>
                  <a:schemeClr val="accent2"/>
                </a:solidFill>
                <a:ea typeface="黑体" panose="02010609060101010101" pitchFamily="49" charset="-122"/>
              </a:rPr>
              <a:t>分解注意事项</a:t>
            </a:r>
            <a:endParaRPr lang="zh-CN" altLang="en-US" sz="2000">
              <a:latin typeface="宋体" panose="02010600030101010101" pitchFamily="2" charset="-122"/>
            </a:endParaRPr>
          </a:p>
          <a:p>
            <a:pPr eaLnBrk="1" hangingPunct="1">
              <a:lnSpc>
                <a:spcPct val="130000"/>
              </a:lnSpc>
            </a:pPr>
            <a:r>
              <a:rPr lang="en-US" altLang="zh-CN" sz="2000"/>
              <a:t>WBS</a:t>
            </a:r>
            <a:r>
              <a:rPr lang="zh-CN" altLang="en-US" sz="2000">
                <a:latin typeface="宋体" panose="02010600030101010101" pitchFamily="2" charset="-122"/>
              </a:rPr>
              <a:t>分解的规模和数量因项目而异</a:t>
            </a:r>
          </a:p>
          <a:p>
            <a:pPr eaLnBrk="1" hangingPunct="1">
              <a:lnSpc>
                <a:spcPct val="130000"/>
              </a:lnSpc>
            </a:pPr>
            <a:r>
              <a:rPr lang="zh-CN" altLang="en-US" sz="2000">
                <a:latin typeface="宋体" panose="02010600030101010101" pitchFamily="2" charset="-122"/>
              </a:rPr>
              <a:t>收集与项目相关的所有信息</a:t>
            </a:r>
          </a:p>
          <a:p>
            <a:pPr eaLnBrk="1" hangingPunct="1">
              <a:lnSpc>
                <a:spcPct val="130000"/>
              </a:lnSpc>
            </a:pPr>
            <a:r>
              <a:rPr lang="zh-CN" altLang="en-US" sz="2000">
                <a:latin typeface="宋体" panose="02010600030101010101" pitchFamily="2" charset="-122"/>
              </a:rPr>
              <a:t>参看一下类似的项目的</a:t>
            </a:r>
            <a:r>
              <a:rPr lang="en-US" altLang="zh-CN" sz="2000"/>
              <a:t>WBS</a:t>
            </a:r>
            <a:r>
              <a:rPr lang="en-US" altLang="zh-CN" sz="2000">
                <a:latin typeface="宋体" panose="02010600030101010101" pitchFamily="2" charset="-122"/>
              </a:rPr>
              <a:t>,</a:t>
            </a:r>
            <a:r>
              <a:rPr lang="zh-CN" altLang="en-US" sz="2000">
                <a:latin typeface="宋体" panose="02010600030101010101" pitchFamily="2" charset="-122"/>
              </a:rPr>
              <a:t>与相关人员讨论</a:t>
            </a:r>
          </a:p>
          <a:p>
            <a:pPr eaLnBrk="1" hangingPunct="1">
              <a:lnSpc>
                <a:spcPct val="130000"/>
              </a:lnSpc>
            </a:pPr>
            <a:r>
              <a:rPr lang="zh-CN" altLang="en-US" sz="2000">
                <a:latin typeface="宋体" panose="02010600030101010101" pitchFamily="2" charset="-122"/>
              </a:rPr>
              <a:t>可以参照相关</a:t>
            </a:r>
            <a:r>
              <a:rPr lang="zh-CN" altLang="en-US" sz="2000">
                <a:solidFill>
                  <a:srgbClr val="CC6600"/>
                </a:solidFill>
                <a:latin typeface="宋体" panose="02010600030101010101" pitchFamily="2" charset="-122"/>
              </a:rPr>
              <a:t>模板</a:t>
            </a:r>
          </a:p>
          <a:p>
            <a:pPr eaLnBrk="1" hangingPunct="1">
              <a:lnSpc>
                <a:spcPct val="130000"/>
              </a:lnSpc>
            </a:pPr>
            <a:r>
              <a:rPr lang="zh-CN" altLang="en-US" sz="2000">
                <a:latin typeface="宋体" panose="02010600030101010101" pitchFamily="2" charset="-122"/>
              </a:rPr>
              <a:t>最低层是可控的和可管理的，但是避免不必要的过细，最好不要超过</a:t>
            </a:r>
            <a:r>
              <a:rPr lang="en-US" altLang="zh-CN" sz="2000">
                <a:latin typeface="宋体" panose="02010600030101010101" pitchFamily="2" charset="-122"/>
              </a:rPr>
              <a:t>7</a:t>
            </a:r>
            <a:r>
              <a:rPr lang="zh-CN" altLang="en-US" sz="2000">
                <a:latin typeface="宋体" panose="02010600030101010101" pitchFamily="2" charset="-122"/>
              </a:rPr>
              <a:t>层，</a:t>
            </a:r>
          </a:p>
          <a:p>
            <a:pPr eaLnBrk="1" hangingPunct="1">
              <a:lnSpc>
                <a:spcPct val="130000"/>
              </a:lnSpc>
            </a:pPr>
            <a:r>
              <a:rPr lang="zh-CN" altLang="en-US" sz="2000">
                <a:latin typeface="宋体" panose="02010600030101010101" pitchFamily="2" charset="-122"/>
              </a:rPr>
              <a:t>软件项目推荐分解到</a:t>
            </a:r>
            <a:r>
              <a:rPr lang="en-US" altLang="zh-CN" sz="2000"/>
              <a:t>40</a:t>
            </a:r>
            <a:r>
              <a:rPr lang="zh-CN" altLang="en-US" sz="2000">
                <a:latin typeface="宋体" panose="02010600030101010101" pitchFamily="2" charset="-122"/>
              </a:rPr>
              <a:t>小时的任务</a:t>
            </a:r>
          </a:p>
          <a:p>
            <a:pPr eaLnBrk="1" hangingPunct="1">
              <a:lnSpc>
                <a:spcPct val="130000"/>
              </a:lnSpc>
            </a:pPr>
            <a:r>
              <a:rPr lang="zh-CN" altLang="en-US" sz="2000">
                <a:latin typeface="宋体" panose="02010600030101010101" pitchFamily="2" charset="-122"/>
              </a:rPr>
              <a:t>每个</a:t>
            </a:r>
            <a:r>
              <a:rPr lang="en-US" altLang="zh-CN" sz="2000"/>
              <a:t>Work package</a:t>
            </a:r>
            <a:r>
              <a:rPr lang="zh-CN" altLang="en-US" sz="2000">
                <a:latin typeface="宋体" panose="02010600030101010101" pitchFamily="2" charset="-122"/>
              </a:rPr>
              <a:t>必须有一个提交物</a:t>
            </a:r>
          </a:p>
          <a:p>
            <a:pPr eaLnBrk="1" hangingPunct="1">
              <a:lnSpc>
                <a:spcPct val="130000"/>
              </a:lnSpc>
            </a:pPr>
            <a:endParaRPr lang="en-US" altLang="zh-CN" sz="2000">
              <a:latin typeface="宋体" panose="0201060003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75196461-4403-F304-8BC2-17A8C67E35DA}"/>
              </a:ext>
            </a:extLst>
          </p:cNvPr>
          <p:cNvSpPr>
            <a:spLocks noGrp="1" noChangeArrowheads="1"/>
          </p:cNvSpPr>
          <p:nvPr>
            <p:ph type="title"/>
          </p:nvPr>
        </p:nvSpPr>
        <p:spPr/>
        <p:txBody>
          <a:bodyPr/>
          <a:lstStyle/>
          <a:p>
            <a:pPr eaLnBrk="1" hangingPunct="1"/>
            <a:r>
              <a:rPr kumimoji="1" lang="zh-CN" altLang="en-US"/>
              <a:t>软件项目分解</a:t>
            </a:r>
          </a:p>
        </p:txBody>
      </p:sp>
      <p:sp>
        <p:nvSpPr>
          <p:cNvPr id="19459" name="Rectangle 3">
            <a:extLst>
              <a:ext uri="{FF2B5EF4-FFF2-40B4-BE49-F238E27FC236}">
                <a16:creationId xmlns:a16="http://schemas.microsoft.com/office/drawing/2014/main" id="{C646A621-9C15-BA71-BFCE-5CC2CBA07559}"/>
              </a:ext>
            </a:extLst>
          </p:cNvPr>
          <p:cNvSpPr>
            <a:spLocks noGrp="1" noChangeArrowheads="1"/>
          </p:cNvSpPr>
          <p:nvPr>
            <p:ph type="body" idx="1"/>
          </p:nvPr>
        </p:nvSpPr>
        <p:spPr>
          <a:xfrm>
            <a:off x="1187450" y="2205038"/>
            <a:ext cx="7777163" cy="4652962"/>
          </a:xfrm>
        </p:spPr>
        <p:txBody>
          <a:bodyPr/>
          <a:lstStyle/>
          <a:p>
            <a:pPr eaLnBrk="1" hangingPunct="1">
              <a:lnSpc>
                <a:spcPct val="130000"/>
              </a:lnSpc>
              <a:spcBef>
                <a:spcPct val="50000"/>
              </a:spcBef>
            </a:pPr>
            <a:r>
              <a:rPr lang="zh-CN" altLang="en-US" sz="2000">
                <a:latin typeface="宋体" panose="02010600030101010101" pitchFamily="2" charset="-122"/>
              </a:rPr>
              <a:t>定义任务完成的标准</a:t>
            </a:r>
          </a:p>
          <a:p>
            <a:pPr eaLnBrk="1" hangingPunct="1">
              <a:lnSpc>
                <a:spcPct val="130000"/>
              </a:lnSpc>
              <a:spcBef>
                <a:spcPct val="50000"/>
              </a:spcBef>
            </a:pPr>
            <a:r>
              <a:rPr lang="zh-CN" altLang="en-US" sz="2000">
                <a:latin typeface="宋体" panose="02010600030101010101" pitchFamily="2" charset="-122"/>
              </a:rPr>
              <a:t>每个</a:t>
            </a:r>
            <a:r>
              <a:rPr lang="en-US" altLang="zh-CN" sz="2000"/>
              <a:t>WBS</a:t>
            </a:r>
            <a:r>
              <a:rPr lang="zh-CN" altLang="en-US" sz="2000">
                <a:latin typeface="宋体" panose="02010600030101010101" pitchFamily="2" charset="-122"/>
              </a:rPr>
              <a:t>必须有利于责任分配</a:t>
            </a:r>
          </a:p>
          <a:p>
            <a:pPr eaLnBrk="1" hangingPunct="1">
              <a:lnSpc>
                <a:spcPct val="130000"/>
              </a:lnSpc>
              <a:spcBef>
                <a:spcPct val="50000"/>
              </a:spcBef>
            </a:pPr>
            <a:r>
              <a:rPr lang="zh-CN" altLang="en-US" sz="2000">
                <a:latin typeface="宋体" panose="02010600030101010101" pitchFamily="2" charset="-122"/>
              </a:rPr>
              <a:t>可以准备</a:t>
            </a:r>
            <a:r>
              <a:rPr lang="en-US" altLang="zh-CN" sz="2000"/>
              <a:t>WBS</a:t>
            </a:r>
            <a:r>
              <a:rPr lang="zh-CN" altLang="en-US" sz="2000">
                <a:latin typeface="宋体" panose="02010600030101010101" pitchFamily="2" charset="-122"/>
              </a:rPr>
              <a:t>的字典</a:t>
            </a:r>
          </a:p>
          <a:p>
            <a:pPr eaLnBrk="1" hangingPunct="1">
              <a:lnSpc>
                <a:spcPct val="130000"/>
              </a:lnSpc>
              <a:spcBef>
                <a:spcPct val="50000"/>
              </a:spcBef>
            </a:pPr>
            <a:r>
              <a:rPr lang="zh-CN" altLang="en-US" sz="2000">
                <a:latin typeface="宋体" panose="02010600030101010101" pitchFamily="2" charset="-122"/>
              </a:rPr>
              <a:t>最后与相关人员进行评审</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CC325057-B829-628F-FBC4-851363983F5C}"/>
              </a:ext>
            </a:extLst>
          </p:cNvPr>
          <p:cNvSpPr>
            <a:spLocks noGrp="1" noChangeArrowheads="1"/>
          </p:cNvSpPr>
          <p:nvPr>
            <p:ph type="title"/>
          </p:nvPr>
        </p:nvSpPr>
        <p:spPr/>
        <p:txBody>
          <a:bodyPr/>
          <a:lstStyle/>
          <a:p>
            <a:pPr eaLnBrk="1" hangingPunct="1"/>
            <a:r>
              <a:rPr kumimoji="1" lang="zh-CN" altLang="en-US"/>
              <a:t>软件项目分解</a:t>
            </a:r>
          </a:p>
        </p:txBody>
      </p:sp>
      <p:sp>
        <p:nvSpPr>
          <p:cNvPr id="20483" name="Rectangle 3">
            <a:extLst>
              <a:ext uri="{FF2B5EF4-FFF2-40B4-BE49-F238E27FC236}">
                <a16:creationId xmlns:a16="http://schemas.microsoft.com/office/drawing/2014/main" id="{C0272AB1-E8DB-46F2-3701-CB368BC549B7}"/>
              </a:ext>
            </a:extLst>
          </p:cNvPr>
          <p:cNvSpPr>
            <a:spLocks noGrp="1" noChangeArrowheads="1"/>
          </p:cNvSpPr>
          <p:nvPr>
            <p:ph type="body" idx="1"/>
          </p:nvPr>
        </p:nvSpPr>
        <p:spPr>
          <a:xfrm>
            <a:off x="684213" y="2060575"/>
            <a:ext cx="8280400" cy="4797425"/>
          </a:xfrm>
        </p:spPr>
        <p:txBody>
          <a:bodyPr/>
          <a:lstStyle/>
          <a:p>
            <a:pPr eaLnBrk="1" hangingPunct="1">
              <a:lnSpc>
                <a:spcPct val="150000"/>
              </a:lnSpc>
              <a:spcBef>
                <a:spcPct val="70000"/>
              </a:spcBef>
            </a:pPr>
            <a:r>
              <a:rPr lang="zh-CN" altLang="en-US" sz="2400">
                <a:solidFill>
                  <a:schemeClr val="accent2"/>
                </a:solidFill>
                <a:ea typeface="黑体" panose="02010609060101010101" pitchFamily="49" charset="-122"/>
              </a:rPr>
              <a:t>案例讨论</a:t>
            </a:r>
          </a:p>
          <a:p>
            <a:pPr eaLnBrk="1" hangingPunct="1">
              <a:lnSpc>
                <a:spcPct val="150000"/>
              </a:lnSpc>
              <a:spcBef>
                <a:spcPct val="70000"/>
              </a:spcBef>
            </a:pPr>
            <a:r>
              <a:rPr lang="zh-CN" altLang="en-US" sz="2000"/>
              <a:t>假如您要在自己的家里举行一次生日宴会，请按</a:t>
            </a:r>
            <a:r>
              <a:rPr lang="en-US" altLang="zh-CN" sz="2000"/>
              <a:t>WBS</a:t>
            </a:r>
            <a:r>
              <a:rPr lang="zh-CN" altLang="en-US" sz="2000"/>
              <a:t>为你制定一份工作的分解计划？</a:t>
            </a:r>
          </a:p>
          <a:p>
            <a:pPr eaLnBrk="1" hangingPunct="1">
              <a:lnSpc>
                <a:spcPct val="150000"/>
              </a:lnSpc>
              <a:spcBef>
                <a:spcPct val="70000"/>
              </a:spcBef>
            </a:pPr>
            <a:r>
              <a:rPr lang="zh-CN" altLang="en-US" sz="2000"/>
              <a:t>假如贵公司进行成立</a:t>
            </a:r>
            <a:r>
              <a:rPr lang="en-US" altLang="zh-CN" sz="2000"/>
              <a:t>10</a:t>
            </a:r>
            <a:r>
              <a:rPr lang="zh-CN" altLang="en-US" sz="2000"/>
              <a:t>周年庆典活动，如果请你负责此次活动，你将如何分析此次活动所应包含的工作？</a:t>
            </a:r>
          </a:p>
          <a:p>
            <a:pPr eaLnBrk="1" hangingPunct="1">
              <a:lnSpc>
                <a:spcPct val="150000"/>
              </a:lnSpc>
              <a:spcBef>
                <a:spcPct val="70000"/>
              </a:spcBef>
            </a:pPr>
            <a:endParaRPr lang="en-US" altLang="zh-CN" sz="2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6B5E98AA-33A9-EA9B-93C9-FA69E2E451C7}"/>
              </a:ext>
            </a:extLst>
          </p:cNvPr>
          <p:cNvSpPr>
            <a:spLocks noGrp="1" noChangeArrowheads="1"/>
          </p:cNvSpPr>
          <p:nvPr>
            <p:ph type="title"/>
          </p:nvPr>
        </p:nvSpPr>
        <p:spPr/>
        <p:txBody>
          <a:bodyPr/>
          <a:lstStyle/>
          <a:p>
            <a:pPr eaLnBrk="1" hangingPunct="1"/>
            <a:r>
              <a:rPr lang="zh-CN" altLang="en-US"/>
              <a:t>本章内容提要</a:t>
            </a:r>
          </a:p>
        </p:txBody>
      </p:sp>
      <p:grpSp>
        <p:nvGrpSpPr>
          <p:cNvPr id="21507" name="Group 42">
            <a:extLst>
              <a:ext uri="{FF2B5EF4-FFF2-40B4-BE49-F238E27FC236}">
                <a16:creationId xmlns:a16="http://schemas.microsoft.com/office/drawing/2014/main" id="{A4B418FB-3723-24E9-CC91-80CBA788C027}"/>
              </a:ext>
            </a:extLst>
          </p:cNvPr>
          <p:cNvGrpSpPr>
            <a:grpSpLocks/>
          </p:cNvGrpSpPr>
          <p:nvPr/>
        </p:nvGrpSpPr>
        <p:grpSpPr bwMode="auto">
          <a:xfrm>
            <a:off x="1042988" y="2395537"/>
            <a:ext cx="5689600" cy="3409950"/>
            <a:chOff x="385" y="1299"/>
            <a:chExt cx="3584" cy="2148"/>
          </a:xfrm>
        </p:grpSpPr>
        <p:grpSp>
          <p:nvGrpSpPr>
            <p:cNvPr id="21508" name="Group 4">
              <a:extLst>
                <a:ext uri="{FF2B5EF4-FFF2-40B4-BE49-F238E27FC236}">
                  <a16:creationId xmlns:a16="http://schemas.microsoft.com/office/drawing/2014/main" id="{B3689C4D-2A75-4537-E5F9-A5C526CD291F}"/>
                </a:ext>
              </a:extLst>
            </p:cNvPr>
            <p:cNvGrpSpPr>
              <a:grpSpLocks/>
            </p:cNvGrpSpPr>
            <p:nvPr/>
          </p:nvGrpSpPr>
          <p:grpSpPr bwMode="auto">
            <a:xfrm>
              <a:off x="385" y="1299"/>
              <a:ext cx="3572" cy="233"/>
              <a:chOff x="385" y="1428"/>
              <a:chExt cx="3572" cy="367"/>
            </a:xfrm>
          </p:grpSpPr>
          <p:sp>
            <p:nvSpPr>
              <p:cNvPr id="21538" name="AutoShape 5">
                <a:extLst>
                  <a:ext uri="{FF2B5EF4-FFF2-40B4-BE49-F238E27FC236}">
                    <a16:creationId xmlns:a16="http://schemas.microsoft.com/office/drawing/2014/main" id="{9CFAF0FC-36FB-D904-B9CF-6D865A0565BA}"/>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21539" name="Text Box 6">
                <a:extLst>
                  <a:ext uri="{FF2B5EF4-FFF2-40B4-BE49-F238E27FC236}">
                    <a16:creationId xmlns:a16="http://schemas.microsoft.com/office/drawing/2014/main" id="{FC220449-81ED-6212-E45A-9D49A2B9CFC7}"/>
                  </a:ext>
                </a:extLst>
              </p:cNvPr>
              <p:cNvSpPr txBox="1">
                <a:spLocks noChangeArrowheads="1"/>
              </p:cNvSpPr>
              <p:nvPr/>
            </p:nvSpPr>
            <p:spPr bwMode="auto">
              <a:xfrm>
                <a:off x="626" y="1428"/>
                <a:ext cx="3099"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软件项目分解</a:t>
                </a:r>
                <a:r>
                  <a:rPr kumimoji="1" lang="zh-CN" altLang="en-US" sz="2400" b="0">
                    <a:latin typeface="Times New Roman" panose="02020603050405020304" pitchFamily="18" charset="0"/>
                  </a:rPr>
                  <a:t> </a:t>
                </a:r>
              </a:p>
            </p:txBody>
          </p:sp>
          <p:sp>
            <p:nvSpPr>
              <p:cNvPr id="21540" name="Rectangle 7">
                <a:extLst>
                  <a:ext uri="{FF2B5EF4-FFF2-40B4-BE49-F238E27FC236}">
                    <a16:creationId xmlns:a16="http://schemas.microsoft.com/office/drawing/2014/main" id="{82F586AF-6A16-6816-FDB2-5F94F89A80A8}"/>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7.1</a:t>
                </a:r>
                <a:endParaRPr kumimoji="1" lang="en-US" altLang="zh-CN" sz="1800">
                  <a:solidFill>
                    <a:srgbClr val="000000"/>
                  </a:solidFill>
                </a:endParaRPr>
              </a:p>
            </p:txBody>
          </p:sp>
        </p:grpSp>
        <p:grpSp>
          <p:nvGrpSpPr>
            <p:cNvPr id="21509" name="Group 8">
              <a:extLst>
                <a:ext uri="{FF2B5EF4-FFF2-40B4-BE49-F238E27FC236}">
                  <a16:creationId xmlns:a16="http://schemas.microsoft.com/office/drawing/2014/main" id="{84786911-9B13-AFF3-4B5E-0B283B274B62}"/>
                </a:ext>
              </a:extLst>
            </p:cNvPr>
            <p:cNvGrpSpPr>
              <a:grpSpLocks/>
            </p:cNvGrpSpPr>
            <p:nvPr/>
          </p:nvGrpSpPr>
          <p:grpSpPr bwMode="auto">
            <a:xfrm>
              <a:off x="385" y="1600"/>
              <a:ext cx="3572" cy="203"/>
              <a:chOff x="385" y="1829"/>
              <a:chExt cx="3572" cy="321"/>
            </a:xfrm>
          </p:grpSpPr>
          <p:grpSp>
            <p:nvGrpSpPr>
              <p:cNvPr id="21534" name="Group 9">
                <a:extLst>
                  <a:ext uri="{FF2B5EF4-FFF2-40B4-BE49-F238E27FC236}">
                    <a16:creationId xmlns:a16="http://schemas.microsoft.com/office/drawing/2014/main" id="{8E152079-27B8-E96B-65ED-FD49AEA52778}"/>
                  </a:ext>
                </a:extLst>
              </p:cNvPr>
              <p:cNvGrpSpPr>
                <a:grpSpLocks/>
              </p:cNvGrpSpPr>
              <p:nvPr/>
            </p:nvGrpSpPr>
            <p:grpSpPr bwMode="auto">
              <a:xfrm>
                <a:off x="464" y="1829"/>
                <a:ext cx="3493" cy="321"/>
                <a:chOff x="464" y="1829"/>
                <a:chExt cx="3493" cy="321"/>
              </a:xfrm>
            </p:grpSpPr>
            <p:sp>
              <p:nvSpPr>
                <p:cNvPr id="21536" name="AutoShape 10">
                  <a:extLst>
                    <a:ext uri="{FF2B5EF4-FFF2-40B4-BE49-F238E27FC236}">
                      <a16:creationId xmlns:a16="http://schemas.microsoft.com/office/drawing/2014/main" id="{60049ECC-7B46-F7FA-D2C4-67DDC34A1EF0}"/>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21537" name="Text Box 11">
                  <a:extLst>
                    <a:ext uri="{FF2B5EF4-FFF2-40B4-BE49-F238E27FC236}">
                      <a16:creationId xmlns:a16="http://schemas.microsoft.com/office/drawing/2014/main" id="{F3D4A642-8C2B-676E-D213-560840558D6A}"/>
                    </a:ext>
                  </a:extLst>
                </p:cNvPr>
                <p:cNvSpPr txBox="1">
                  <a:spLocks noChangeArrowheads="1"/>
                </p:cNvSpPr>
                <p:nvPr/>
              </p:nvSpPr>
              <p:spPr bwMode="auto">
                <a:xfrm>
                  <a:off x="626" y="1829"/>
                  <a:ext cx="3099"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软件项目估算概念  </a:t>
                  </a:r>
                </a:p>
              </p:txBody>
            </p:sp>
          </p:grpSp>
          <p:sp>
            <p:nvSpPr>
              <p:cNvPr id="21535" name="Rectangle 12">
                <a:extLst>
                  <a:ext uri="{FF2B5EF4-FFF2-40B4-BE49-F238E27FC236}">
                    <a16:creationId xmlns:a16="http://schemas.microsoft.com/office/drawing/2014/main" id="{5C8FBB93-F4EE-227B-4D23-F28F1F71602A}"/>
                  </a:ext>
                </a:extLst>
              </p:cNvPr>
              <p:cNvSpPr>
                <a:spLocks noChangeArrowheads="1"/>
              </p:cNvSpPr>
              <p:nvPr/>
            </p:nvSpPr>
            <p:spPr bwMode="auto">
              <a:xfrm>
                <a:off x="385" y="1915"/>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7.2</a:t>
                </a:r>
                <a:endParaRPr kumimoji="1" lang="en-US" altLang="zh-CN" sz="1800">
                  <a:solidFill>
                    <a:srgbClr val="000000"/>
                  </a:solidFill>
                </a:endParaRPr>
              </a:p>
            </p:txBody>
          </p:sp>
        </p:grpSp>
        <p:grpSp>
          <p:nvGrpSpPr>
            <p:cNvPr id="21510" name="Group 13">
              <a:extLst>
                <a:ext uri="{FF2B5EF4-FFF2-40B4-BE49-F238E27FC236}">
                  <a16:creationId xmlns:a16="http://schemas.microsoft.com/office/drawing/2014/main" id="{87DB7FCE-C7B8-02A0-9A76-AE8C76A77B3B}"/>
                </a:ext>
              </a:extLst>
            </p:cNvPr>
            <p:cNvGrpSpPr>
              <a:grpSpLocks/>
            </p:cNvGrpSpPr>
            <p:nvPr/>
          </p:nvGrpSpPr>
          <p:grpSpPr bwMode="auto">
            <a:xfrm>
              <a:off x="385" y="1875"/>
              <a:ext cx="3584" cy="198"/>
              <a:chOff x="385" y="2209"/>
              <a:chExt cx="3584" cy="313"/>
            </a:xfrm>
          </p:grpSpPr>
          <p:sp>
            <p:nvSpPr>
              <p:cNvPr id="21531" name="AutoShape 14">
                <a:extLst>
                  <a:ext uri="{FF2B5EF4-FFF2-40B4-BE49-F238E27FC236}">
                    <a16:creationId xmlns:a16="http://schemas.microsoft.com/office/drawing/2014/main" id="{9CA2C708-743E-74FC-7EFC-3144A9948142}"/>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21532" name="Text Box 15">
                <a:extLst>
                  <a:ext uri="{FF2B5EF4-FFF2-40B4-BE49-F238E27FC236}">
                    <a16:creationId xmlns:a16="http://schemas.microsoft.com/office/drawing/2014/main" id="{A90C27E7-9375-1179-B1CC-55066B411268}"/>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软件项目规模估算  </a:t>
                </a:r>
              </a:p>
            </p:txBody>
          </p:sp>
          <p:sp>
            <p:nvSpPr>
              <p:cNvPr id="21533" name="Rectangle 16">
                <a:extLst>
                  <a:ext uri="{FF2B5EF4-FFF2-40B4-BE49-F238E27FC236}">
                    <a16:creationId xmlns:a16="http://schemas.microsoft.com/office/drawing/2014/main" id="{0791EC41-45A8-35F5-DD54-B7500F13E923}"/>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7.3</a:t>
                </a:r>
                <a:endParaRPr kumimoji="1" lang="en-US" altLang="zh-CN" sz="1800">
                  <a:solidFill>
                    <a:srgbClr val="000000"/>
                  </a:solidFill>
                </a:endParaRPr>
              </a:p>
            </p:txBody>
          </p:sp>
        </p:grpSp>
        <p:grpSp>
          <p:nvGrpSpPr>
            <p:cNvPr id="21511" name="Group 17">
              <a:extLst>
                <a:ext uri="{FF2B5EF4-FFF2-40B4-BE49-F238E27FC236}">
                  <a16:creationId xmlns:a16="http://schemas.microsoft.com/office/drawing/2014/main" id="{74B8D3AD-7502-9AF9-0ECC-AFC605C32EDF}"/>
                </a:ext>
              </a:extLst>
            </p:cNvPr>
            <p:cNvGrpSpPr>
              <a:grpSpLocks/>
            </p:cNvGrpSpPr>
            <p:nvPr/>
          </p:nvGrpSpPr>
          <p:grpSpPr bwMode="auto">
            <a:xfrm>
              <a:off x="385" y="2147"/>
              <a:ext cx="3584" cy="198"/>
              <a:chOff x="385" y="2209"/>
              <a:chExt cx="3584" cy="313"/>
            </a:xfrm>
          </p:grpSpPr>
          <p:sp>
            <p:nvSpPr>
              <p:cNvPr id="21528" name="AutoShape 18">
                <a:extLst>
                  <a:ext uri="{FF2B5EF4-FFF2-40B4-BE49-F238E27FC236}">
                    <a16:creationId xmlns:a16="http://schemas.microsoft.com/office/drawing/2014/main" id="{6D56A1A1-E58E-394A-F09E-AE1C2D7DA230}"/>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21529" name="Text Box 19">
                <a:extLst>
                  <a:ext uri="{FF2B5EF4-FFF2-40B4-BE49-F238E27FC236}">
                    <a16:creationId xmlns:a16="http://schemas.microsoft.com/office/drawing/2014/main" id="{4D5C0081-8929-F984-C2DD-C2057749D81B}"/>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软件项目成本估算  </a:t>
                </a:r>
              </a:p>
            </p:txBody>
          </p:sp>
          <p:sp>
            <p:nvSpPr>
              <p:cNvPr id="21530" name="Rectangle 20">
                <a:extLst>
                  <a:ext uri="{FF2B5EF4-FFF2-40B4-BE49-F238E27FC236}">
                    <a16:creationId xmlns:a16="http://schemas.microsoft.com/office/drawing/2014/main" id="{A09A9435-079C-8853-FA3F-F7054DA122AA}"/>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7.4</a:t>
                </a:r>
                <a:endParaRPr kumimoji="1" lang="en-US" altLang="zh-CN" sz="1800">
                  <a:solidFill>
                    <a:srgbClr val="000000"/>
                  </a:solidFill>
                </a:endParaRPr>
              </a:p>
            </p:txBody>
          </p:sp>
        </p:grpSp>
        <p:grpSp>
          <p:nvGrpSpPr>
            <p:cNvPr id="21512" name="Group 21">
              <a:extLst>
                <a:ext uri="{FF2B5EF4-FFF2-40B4-BE49-F238E27FC236}">
                  <a16:creationId xmlns:a16="http://schemas.microsoft.com/office/drawing/2014/main" id="{61233E4C-5715-9E42-2960-C7822F6214D7}"/>
                </a:ext>
              </a:extLst>
            </p:cNvPr>
            <p:cNvGrpSpPr>
              <a:grpSpLocks/>
            </p:cNvGrpSpPr>
            <p:nvPr/>
          </p:nvGrpSpPr>
          <p:grpSpPr bwMode="auto">
            <a:xfrm>
              <a:off x="385" y="2419"/>
              <a:ext cx="3584" cy="198"/>
              <a:chOff x="385" y="2209"/>
              <a:chExt cx="3584" cy="313"/>
            </a:xfrm>
          </p:grpSpPr>
          <p:sp>
            <p:nvSpPr>
              <p:cNvPr id="21525" name="AutoShape 22">
                <a:extLst>
                  <a:ext uri="{FF2B5EF4-FFF2-40B4-BE49-F238E27FC236}">
                    <a16:creationId xmlns:a16="http://schemas.microsoft.com/office/drawing/2014/main" id="{E8E95EF7-E56F-1DCC-0002-DDED9D7F7DEC}"/>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21526" name="Text Box 23">
                <a:extLst>
                  <a:ext uri="{FF2B5EF4-FFF2-40B4-BE49-F238E27FC236}">
                    <a16:creationId xmlns:a16="http://schemas.microsoft.com/office/drawing/2014/main" id="{81C06DF4-5338-B3C1-0ED1-C9CFC24E5FE8}"/>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软件项目进度估算 </a:t>
                </a:r>
              </a:p>
            </p:txBody>
          </p:sp>
          <p:sp>
            <p:nvSpPr>
              <p:cNvPr id="21527" name="Rectangle 24">
                <a:extLst>
                  <a:ext uri="{FF2B5EF4-FFF2-40B4-BE49-F238E27FC236}">
                    <a16:creationId xmlns:a16="http://schemas.microsoft.com/office/drawing/2014/main" id="{A7E6B76A-D073-3FB5-F423-9DEA6F608F2D}"/>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7.5</a:t>
                </a:r>
                <a:endParaRPr kumimoji="1" lang="en-US" altLang="zh-CN" sz="1800">
                  <a:solidFill>
                    <a:srgbClr val="000000"/>
                  </a:solidFill>
                </a:endParaRPr>
              </a:p>
            </p:txBody>
          </p:sp>
        </p:grpSp>
        <p:grpSp>
          <p:nvGrpSpPr>
            <p:cNvPr id="21513" name="Group 25">
              <a:extLst>
                <a:ext uri="{FF2B5EF4-FFF2-40B4-BE49-F238E27FC236}">
                  <a16:creationId xmlns:a16="http://schemas.microsoft.com/office/drawing/2014/main" id="{D85ED0E1-3628-16BB-A728-5948037BD338}"/>
                </a:ext>
              </a:extLst>
            </p:cNvPr>
            <p:cNvGrpSpPr>
              <a:grpSpLocks/>
            </p:cNvGrpSpPr>
            <p:nvPr/>
          </p:nvGrpSpPr>
          <p:grpSpPr bwMode="auto">
            <a:xfrm>
              <a:off x="385" y="2689"/>
              <a:ext cx="3572" cy="206"/>
              <a:chOff x="385" y="1458"/>
              <a:chExt cx="3572" cy="326"/>
            </a:xfrm>
          </p:grpSpPr>
          <p:sp>
            <p:nvSpPr>
              <p:cNvPr id="21522" name="AutoShape 26">
                <a:extLst>
                  <a:ext uri="{FF2B5EF4-FFF2-40B4-BE49-F238E27FC236}">
                    <a16:creationId xmlns:a16="http://schemas.microsoft.com/office/drawing/2014/main" id="{50AD919A-8E79-EE0D-0DE6-D22B78341795}"/>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21523" name="Text Box 27">
                <a:extLst>
                  <a:ext uri="{FF2B5EF4-FFF2-40B4-BE49-F238E27FC236}">
                    <a16:creationId xmlns:a16="http://schemas.microsoft.com/office/drawing/2014/main" id="{2FFF9668-903E-BA40-A103-BFD639D586DC}"/>
                  </a:ext>
                </a:extLst>
              </p:cNvPr>
              <p:cNvSpPr txBox="1">
                <a:spLocks noChangeArrowheads="1"/>
              </p:cNvSpPr>
              <p:nvPr/>
            </p:nvSpPr>
            <p:spPr bwMode="auto">
              <a:xfrm>
                <a:off x="626" y="1458"/>
                <a:ext cx="3099"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软件项目进度计划 </a:t>
                </a:r>
              </a:p>
            </p:txBody>
          </p:sp>
          <p:sp>
            <p:nvSpPr>
              <p:cNvPr id="21524" name="Rectangle 28">
                <a:extLst>
                  <a:ext uri="{FF2B5EF4-FFF2-40B4-BE49-F238E27FC236}">
                    <a16:creationId xmlns:a16="http://schemas.microsoft.com/office/drawing/2014/main" id="{2936FD56-CF85-6113-877B-EC05C3E77E40}"/>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7.6</a:t>
                </a:r>
                <a:endParaRPr kumimoji="1" lang="en-US" altLang="zh-CN" sz="1800">
                  <a:solidFill>
                    <a:srgbClr val="000000"/>
                  </a:solidFill>
                </a:endParaRPr>
              </a:p>
            </p:txBody>
          </p:sp>
        </p:grpSp>
        <p:grpSp>
          <p:nvGrpSpPr>
            <p:cNvPr id="21514" name="Group 34">
              <a:extLst>
                <a:ext uri="{FF2B5EF4-FFF2-40B4-BE49-F238E27FC236}">
                  <a16:creationId xmlns:a16="http://schemas.microsoft.com/office/drawing/2014/main" id="{F66A9219-3220-B21A-1E7D-F74AC1C0442C}"/>
                </a:ext>
              </a:extLst>
            </p:cNvPr>
            <p:cNvGrpSpPr>
              <a:grpSpLocks/>
            </p:cNvGrpSpPr>
            <p:nvPr/>
          </p:nvGrpSpPr>
          <p:grpSpPr bwMode="auto">
            <a:xfrm>
              <a:off x="385" y="2976"/>
              <a:ext cx="3584" cy="198"/>
              <a:chOff x="385" y="2209"/>
              <a:chExt cx="3584" cy="313"/>
            </a:xfrm>
          </p:grpSpPr>
          <p:sp>
            <p:nvSpPr>
              <p:cNvPr id="21519" name="AutoShape 35">
                <a:extLst>
                  <a:ext uri="{FF2B5EF4-FFF2-40B4-BE49-F238E27FC236}">
                    <a16:creationId xmlns:a16="http://schemas.microsoft.com/office/drawing/2014/main" id="{6AFFD442-AB3F-FF0E-4D69-E506BADFA0EB}"/>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21520" name="Text Box 36">
                <a:extLst>
                  <a:ext uri="{FF2B5EF4-FFF2-40B4-BE49-F238E27FC236}">
                    <a16:creationId xmlns:a16="http://schemas.microsoft.com/office/drawing/2014/main" id="{5EC56000-D460-9348-8598-830CA35B5A03}"/>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本章小结  </a:t>
                </a:r>
              </a:p>
            </p:txBody>
          </p:sp>
          <p:sp>
            <p:nvSpPr>
              <p:cNvPr id="21521" name="Rectangle 37">
                <a:extLst>
                  <a:ext uri="{FF2B5EF4-FFF2-40B4-BE49-F238E27FC236}">
                    <a16:creationId xmlns:a16="http://schemas.microsoft.com/office/drawing/2014/main" id="{69CA48BD-4C8E-40EA-BC8C-DB7C2FAC1E72}"/>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7.7</a:t>
                </a:r>
                <a:endParaRPr kumimoji="1" lang="en-US" altLang="zh-CN" sz="1800">
                  <a:solidFill>
                    <a:srgbClr val="000000"/>
                  </a:solidFill>
                </a:endParaRPr>
              </a:p>
            </p:txBody>
          </p:sp>
        </p:grpSp>
        <p:grpSp>
          <p:nvGrpSpPr>
            <p:cNvPr id="21515" name="Group 38">
              <a:extLst>
                <a:ext uri="{FF2B5EF4-FFF2-40B4-BE49-F238E27FC236}">
                  <a16:creationId xmlns:a16="http://schemas.microsoft.com/office/drawing/2014/main" id="{B122D2D9-438E-A14B-C55C-0EE046A35E12}"/>
                </a:ext>
              </a:extLst>
            </p:cNvPr>
            <p:cNvGrpSpPr>
              <a:grpSpLocks/>
            </p:cNvGrpSpPr>
            <p:nvPr/>
          </p:nvGrpSpPr>
          <p:grpSpPr bwMode="auto">
            <a:xfrm>
              <a:off x="385" y="3249"/>
              <a:ext cx="3584" cy="198"/>
              <a:chOff x="385" y="2209"/>
              <a:chExt cx="3584" cy="313"/>
            </a:xfrm>
          </p:grpSpPr>
          <p:sp>
            <p:nvSpPr>
              <p:cNvPr id="21516" name="AutoShape 39">
                <a:extLst>
                  <a:ext uri="{FF2B5EF4-FFF2-40B4-BE49-F238E27FC236}">
                    <a16:creationId xmlns:a16="http://schemas.microsoft.com/office/drawing/2014/main" id="{30CF3E55-1BDB-0D47-7BB8-770C835B74A9}"/>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21517" name="Text Box 40">
                <a:extLst>
                  <a:ext uri="{FF2B5EF4-FFF2-40B4-BE49-F238E27FC236}">
                    <a16:creationId xmlns:a16="http://schemas.microsoft.com/office/drawing/2014/main" id="{2C309067-376F-4D15-7CBE-E0C12B726C01}"/>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复习思考题 </a:t>
                </a:r>
              </a:p>
            </p:txBody>
          </p:sp>
          <p:sp>
            <p:nvSpPr>
              <p:cNvPr id="21518" name="Rectangle 41">
                <a:extLst>
                  <a:ext uri="{FF2B5EF4-FFF2-40B4-BE49-F238E27FC236}">
                    <a16:creationId xmlns:a16="http://schemas.microsoft.com/office/drawing/2014/main" id="{B2EB297E-CF1D-9545-0D23-2F1B627DD1CD}"/>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7.8</a:t>
                </a:r>
                <a:endParaRPr kumimoji="1" lang="en-US" altLang="zh-CN" sz="1800">
                  <a:solidFill>
                    <a:srgbClr val="000000"/>
                  </a:solidFill>
                </a:endParaRPr>
              </a:p>
            </p:txBody>
          </p:sp>
        </p:gr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5938A61A-EB71-7A09-7B73-D4F81C84D3AF}"/>
              </a:ext>
            </a:extLst>
          </p:cNvPr>
          <p:cNvSpPr>
            <a:spLocks noGrp="1" noChangeArrowheads="1"/>
          </p:cNvSpPr>
          <p:nvPr>
            <p:ph type="title"/>
          </p:nvPr>
        </p:nvSpPr>
        <p:spPr/>
        <p:txBody>
          <a:bodyPr/>
          <a:lstStyle/>
          <a:p>
            <a:pPr eaLnBrk="1" hangingPunct="1"/>
            <a:r>
              <a:rPr kumimoji="1" lang="en-US" altLang="zh-CN"/>
              <a:t> 7.2  </a:t>
            </a:r>
            <a:r>
              <a:rPr kumimoji="1" lang="zh-CN" altLang="en-US"/>
              <a:t>软件项目估算概念</a:t>
            </a:r>
          </a:p>
        </p:txBody>
      </p:sp>
      <p:sp>
        <p:nvSpPr>
          <p:cNvPr id="23555" name="Rectangle 3">
            <a:extLst>
              <a:ext uri="{FF2B5EF4-FFF2-40B4-BE49-F238E27FC236}">
                <a16:creationId xmlns:a16="http://schemas.microsoft.com/office/drawing/2014/main" id="{B1D50CB5-232B-AF35-CE8D-8492654D8313}"/>
              </a:ext>
            </a:extLst>
          </p:cNvPr>
          <p:cNvSpPr>
            <a:spLocks noGrp="1" noChangeArrowheads="1"/>
          </p:cNvSpPr>
          <p:nvPr>
            <p:ph type="body" idx="1"/>
          </p:nvPr>
        </p:nvSpPr>
        <p:spPr>
          <a:xfrm>
            <a:off x="900113" y="2060575"/>
            <a:ext cx="7920037" cy="4537075"/>
          </a:xfrm>
        </p:spPr>
        <p:txBody>
          <a:bodyPr/>
          <a:lstStyle/>
          <a:p>
            <a:pPr eaLnBrk="1" hangingPunct="1">
              <a:lnSpc>
                <a:spcPct val="140000"/>
              </a:lnSpc>
              <a:spcBef>
                <a:spcPct val="50000"/>
              </a:spcBef>
            </a:pPr>
            <a:r>
              <a:rPr lang="zh-CN" altLang="en-US" sz="2400">
                <a:solidFill>
                  <a:schemeClr val="accent2"/>
                </a:solidFill>
                <a:ea typeface="黑体" panose="02010609060101010101" pitchFamily="49" charset="-122"/>
              </a:rPr>
              <a:t>软件项目估算 </a:t>
            </a:r>
            <a:r>
              <a:rPr lang="en-US" altLang="zh-CN" sz="2400">
                <a:solidFill>
                  <a:schemeClr val="accent2"/>
                </a:solidFill>
                <a:ea typeface="黑体" panose="02010609060101010101" pitchFamily="49" charset="-122"/>
              </a:rPr>
              <a:t>——</a:t>
            </a:r>
            <a:r>
              <a:rPr lang="zh-CN" altLang="en-US" sz="2000">
                <a:ea typeface="黑体" panose="02010609060101010101" pitchFamily="49" charset="-122"/>
              </a:rPr>
              <a:t>是指预测构造软件项目所需要的工作量以及任务经历时间的过程。主要包括三个方面：</a:t>
            </a:r>
          </a:p>
          <a:p>
            <a:pPr eaLnBrk="1" hangingPunct="1">
              <a:lnSpc>
                <a:spcPct val="140000"/>
              </a:lnSpc>
              <a:spcBef>
                <a:spcPct val="50000"/>
              </a:spcBef>
            </a:pPr>
            <a:r>
              <a:rPr lang="zh-CN" altLang="en-US" sz="2000">
                <a:solidFill>
                  <a:srgbClr val="CA5B08"/>
                </a:solidFill>
                <a:ea typeface="黑体" panose="02010609060101010101" pitchFamily="49" charset="-122"/>
              </a:rPr>
              <a:t>规模（即工作量）的估算</a:t>
            </a:r>
            <a:r>
              <a:rPr lang="zh-CN" altLang="en-US" sz="2000">
                <a:solidFill>
                  <a:schemeClr val="accent2"/>
                </a:solidFill>
                <a:ea typeface="黑体" panose="02010609060101010101" pitchFamily="49" charset="-122"/>
              </a:rPr>
              <a:t>    </a:t>
            </a:r>
            <a:r>
              <a:rPr lang="zh-CN" altLang="en-US" sz="2000"/>
              <a:t>确定每个软件功能所必须执行的一系列软件工程任务 </a:t>
            </a:r>
          </a:p>
          <a:p>
            <a:pPr eaLnBrk="1" hangingPunct="1">
              <a:lnSpc>
                <a:spcPct val="140000"/>
              </a:lnSpc>
              <a:spcBef>
                <a:spcPct val="50000"/>
              </a:spcBef>
            </a:pPr>
            <a:r>
              <a:rPr lang="zh-CN" altLang="en-US" sz="2000">
                <a:solidFill>
                  <a:srgbClr val="CA5B08"/>
                </a:solidFill>
                <a:ea typeface="黑体" panose="02010609060101010101" pitchFamily="49" charset="-122"/>
              </a:rPr>
              <a:t>成本的估算</a:t>
            </a:r>
            <a:r>
              <a:rPr lang="zh-CN" altLang="en-US" sz="2000">
                <a:solidFill>
                  <a:schemeClr val="accent2"/>
                </a:solidFill>
                <a:ea typeface="黑体" panose="02010609060101010101" pitchFamily="49" charset="-122"/>
              </a:rPr>
              <a:t>   </a:t>
            </a:r>
            <a:r>
              <a:rPr lang="zh-CN" altLang="en-US" sz="2000"/>
              <a:t>确定完成软件项目规模相应付出的代价 </a:t>
            </a:r>
            <a:endParaRPr lang="zh-CN" altLang="en-US" sz="2000">
              <a:solidFill>
                <a:schemeClr val="accent2"/>
              </a:solidFill>
              <a:ea typeface="黑体" panose="02010609060101010101" pitchFamily="49" charset="-122"/>
            </a:endParaRPr>
          </a:p>
          <a:p>
            <a:pPr eaLnBrk="1" hangingPunct="1">
              <a:lnSpc>
                <a:spcPct val="140000"/>
              </a:lnSpc>
              <a:spcBef>
                <a:spcPct val="50000"/>
              </a:spcBef>
            </a:pPr>
            <a:r>
              <a:rPr lang="zh-CN" altLang="en-US" sz="2000">
                <a:solidFill>
                  <a:srgbClr val="CA5B08"/>
                </a:solidFill>
                <a:ea typeface="黑体" panose="02010609060101010101" pitchFamily="49" charset="-122"/>
              </a:rPr>
              <a:t>进度的估算</a:t>
            </a:r>
            <a:r>
              <a:rPr lang="zh-CN" altLang="en-US" sz="2000">
                <a:solidFill>
                  <a:schemeClr val="accent2"/>
                </a:solidFill>
                <a:ea typeface="黑体" panose="02010609060101010101" pitchFamily="49" charset="-122"/>
              </a:rPr>
              <a:t>   </a:t>
            </a:r>
            <a:r>
              <a:rPr lang="zh-CN" altLang="en-US" sz="2000"/>
              <a:t>估计任务的持续时间，即历时估计 </a:t>
            </a:r>
          </a:p>
          <a:p>
            <a:pPr eaLnBrk="1" hangingPunct="1">
              <a:lnSpc>
                <a:spcPct val="110000"/>
              </a:lnSpc>
            </a:pPr>
            <a:endParaRPr lang="en-US" altLang="zh-CN" sz="20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465F960C-C5B8-D322-9A74-36A0F19FDF75}"/>
              </a:ext>
            </a:extLst>
          </p:cNvPr>
          <p:cNvSpPr>
            <a:spLocks noGrp="1" noChangeArrowheads="1"/>
          </p:cNvSpPr>
          <p:nvPr>
            <p:ph type="title"/>
          </p:nvPr>
        </p:nvSpPr>
        <p:spPr/>
        <p:txBody>
          <a:bodyPr/>
          <a:lstStyle/>
          <a:p>
            <a:pPr eaLnBrk="1" hangingPunct="1"/>
            <a:r>
              <a:rPr kumimoji="1" lang="zh-CN" altLang="en-US"/>
              <a:t>软件项目估算概念</a:t>
            </a:r>
          </a:p>
        </p:txBody>
      </p:sp>
      <p:sp>
        <p:nvSpPr>
          <p:cNvPr id="25603" name="Rectangle 3">
            <a:extLst>
              <a:ext uri="{FF2B5EF4-FFF2-40B4-BE49-F238E27FC236}">
                <a16:creationId xmlns:a16="http://schemas.microsoft.com/office/drawing/2014/main" id="{B6B8AC83-115C-42E4-7603-47C021F2872C}"/>
              </a:ext>
            </a:extLst>
          </p:cNvPr>
          <p:cNvSpPr>
            <a:spLocks noGrp="1" noChangeArrowheads="1"/>
          </p:cNvSpPr>
          <p:nvPr>
            <p:ph type="body" idx="1"/>
          </p:nvPr>
        </p:nvSpPr>
        <p:spPr>
          <a:xfrm>
            <a:off x="539750" y="1844675"/>
            <a:ext cx="8424863" cy="5013325"/>
          </a:xfrm>
        </p:spPr>
        <p:txBody>
          <a:bodyPr/>
          <a:lstStyle/>
          <a:p>
            <a:pPr eaLnBrk="1" hangingPunct="1">
              <a:lnSpc>
                <a:spcPct val="130000"/>
              </a:lnSpc>
            </a:pPr>
            <a:r>
              <a:rPr lang="zh-CN" altLang="en-US" sz="2400">
                <a:solidFill>
                  <a:schemeClr val="accent2"/>
                </a:solidFill>
                <a:ea typeface="黑体" panose="02010609060101010101" pitchFamily="49" charset="-122"/>
              </a:rPr>
              <a:t>估算方法</a:t>
            </a:r>
          </a:p>
          <a:p>
            <a:pPr eaLnBrk="1" hangingPunct="1">
              <a:lnSpc>
                <a:spcPct val="140000"/>
              </a:lnSpc>
            </a:pPr>
            <a:r>
              <a:rPr lang="zh-CN" altLang="en-US" sz="2000">
                <a:solidFill>
                  <a:srgbClr val="CA5B08"/>
                </a:solidFill>
                <a:ea typeface="黑体" panose="02010609060101010101" pitchFamily="49" charset="-122"/>
              </a:rPr>
              <a:t>规模估算方法   </a:t>
            </a:r>
            <a:r>
              <a:rPr lang="zh-CN" altLang="en-US" sz="2000"/>
              <a:t>代码行（</a:t>
            </a:r>
            <a:r>
              <a:rPr lang="en-US" altLang="zh-CN" sz="2000"/>
              <a:t>LOC</a:t>
            </a:r>
            <a:r>
              <a:rPr lang="zh-CN" altLang="en-US" sz="2000"/>
              <a:t>，</a:t>
            </a:r>
            <a:r>
              <a:rPr lang="en-US" altLang="zh-CN" sz="2000"/>
              <a:t>Lines of Code</a:t>
            </a:r>
            <a:r>
              <a:rPr lang="zh-CN" altLang="en-US" sz="2000"/>
              <a:t>）估算法、功能点（</a:t>
            </a:r>
            <a:r>
              <a:rPr lang="en-US" altLang="zh-CN" sz="2000"/>
              <a:t>FP</a:t>
            </a:r>
            <a:r>
              <a:rPr lang="zh-CN" altLang="en-US" sz="2000"/>
              <a:t>，</a:t>
            </a:r>
            <a:r>
              <a:rPr lang="en-US" altLang="zh-CN" sz="2000"/>
              <a:t>Function Points</a:t>
            </a:r>
            <a:r>
              <a:rPr lang="zh-CN" altLang="en-US" sz="2000"/>
              <a:t>）估算法和计划评审技术（</a:t>
            </a:r>
            <a:r>
              <a:rPr lang="en-US" altLang="zh-CN" sz="2000"/>
              <a:t>PERT</a:t>
            </a:r>
            <a:r>
              <a:rPr lang="zh-CN" altLang="en-US" sz="2000"/>
              <a:t>，</a:t>
            </a:r>
            <a:r>
              <a:rPr lang="en-US" altLang="zh-CN" sz="2000"/>
              <a:t>Program Evaluation and Review Technique</a:t>
            </a:r>
            <a:r>
              <a:rPr lang="zh-CN" altLang="en-US" sz="2000"/>
              <a:t>）估算法</a:t>
            </a:r>
          </a:p>
          <a:p>
            <a:pPr eaLnBrk="1" hangingPunct="1">
              <a:lnSpc>
                <a:spcPct val="140000"/>
              </a:lnSpc>
            </a:pPr>
            <a:r>
              <a:rPr lang="zh-CN" altLang="en-US" sz="2000">
                <a:solidFill>
                  <a:srgbClr val="CA5B08"/>
                </a:solidFill>
                <a:ea typeface="黑体" panose="02010609060101010101" pitchFamily="49" charset="-122"/>
              </a:rPr>
              <a:t>成本估算方法   </a:t>
            </a:r>
            <a:r>
              <a:rPr lang="zh-CN" altLang="en-US" sz="2000"/>
              <a:t>自顶向下（类比）估算法、自下而上估算法、参数估算法、专家估算法、猜测估算法等 </a:t>
            </a:r>
          </a:p>
          <a:p>
            <a:pPr eaLnBrk="1" hangingPunct="1">
              <a:lnSpc>
                <a:spcPct val="140000"/>
              </a:lnSpc>
            </a:pPr>
            <a:r>
              <a:rPr lang="zh-CN" altLang="en-US" sz="2000">
                <a:solidFill>
                  <a:srgbClr val="CA5B08"/>
                </a:solidFill>
                <a:ea typeface="黑体" panose="02010609060101010101" pitchFamily="49" charset="-122"/>
              </a:rPr>
              <a:t>进度估算方法   </a:t>
            </a:r>
            <a:r>
              <a:rPr lang="zh-CN" altLang="en-US" sz="2000"/>
              <a:t>基于规模的进度估算、工程评价技术、关键路径法、专家估算方法、类推估算方法、模拟估算方法、进度表估算方法、基于承诺的进度估算方法和</a:t>
            </a:r>
            <a:r>
              <a:rPr lang="en-US" altLang="zh-CN" sz="2000"/>
              <a:t>Jones</a:t>
            </a:r>
            <a:r>
              <a:rPr lang="zh-CN" altLang="en-US" sz="2000"/>
              <a:t>的一阶估算准则等 </a:t>
            </a:r>
          </a:p>
          <a:p>
            <a:pPr lvl="1" eaLnBrk="1" hangingPunct="1">
              <a:lnSpc>
                <a:spcPct val="130000"/>
              </a:lnSpc>
            </a:pPr>
            <a:endParaRPr lang="zh-CN" altLang="en-US" sz="2000"/>
          </a:p>
          <a:p>
            <a:pPr eaLnBrk="1" hangingPunct="1"/>
            <a:endParaRPr lang="en-US" altLang="zh-CN" sz="24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06B4090B-CC5B-71D3-E34B-737573D7E47B}"/>
              </a:ext>
            </a:extLst>
          </p:cNvPr>
          <p:cNvSpPr>
            <a:spLocks noGrp="1" noChangeArrowheads="1"/>
          </p:cNvSpPr>
          <p:nvPr>
            <p:ph type="title"/>
          </p:nvPr>
        </p:nvSpPr>
        <p:spPr/>
        <p:txBody>
          <a:bodyPr/>
          <a:lstStyle/>
          <a:p>
            <a:pPr eaLnBrk="1" hangingPunct="1"/>
            <a:r>
              <a:rPr lang="zh-CN" altLang="en-US"/>
              <a:t>本章内容提要</a:t>
            </a:r>
          </a:p>
        </p:txBody>
      </p:sp>
      <p:grpSp>
        <p:nvGrpSpPr>
          <p:cNvPr id="26627" name="Group 42">
            <a:extLst>
              <a:ext uri="{FF2B5EF4-FFF2-40B4-BE49-F238E27FC236}">
                <a16:creationId xmlns:a16="http://schemas.microsoft.com/office/drawing/2014/main" id="{B8473A6B-7599-A063-6F67-FDF308B5B3EB}"/>
              </a:ext>
            </a:extLst>
          </p:cNvPr>
          <p:cNvGrpSpPr>
            <a:grpSpLocks/>
          </p:cNvGrpSpPr>
          <p:nvPr/>
        </p:nvGrpSpPr>
        <p:grpSpPr bwMode="auto">
          <a:xfrm>
            <a:off x="969963" y="2466976"/>
            <a:ext cx="5689600" cy="3409950"/>
            <a:chOff x="611" y="1299"/>
            <a:chExt cx="3584" cy="2148"/>
          </a:xfrm>
        </p:grpSpPr>
        <p:grpSp>
          <p:nvGrpSpPr>
            <p:cNvPr id="26628" name="Group 4">
              <a:extLst>
                <a:ext uri="{FF2B5EF4-FFF2-40B4-BE49-F238E27FC236}">
                  <a16:creationId xmlns:a16="http://schemas.microsoft.com/office/drawing/2014/main" id="{16D3B20C-7F9F-28F4-0099-76C8205C20AC}"/>
                </a:ext>
              </a:extLst>
            </p:cNvPr>
            <p:cNvGrpSpPr>
              <a:grpSpLocks/>
            </p:cNvGrpSpPr>
            <p:nvPr/>
          </p:nvGrpSpPr>
          <p:grpSpPr bwMode="auto">
            <a:xfrm>
              <a:off x="611" y="1299"/>
              <a:ext cx="3572" cy="233"/>
              <a:chOff x="385" y="1428"/>
              <a:chExt cx="3572" cy="367"/>
            </a:xfrm>
          </p:grpSpPr>
          <p:sp>
            <p:nvSpPr>
              <p:cNvPr id="26658" name="AutoShape 5">
                <a:extLst>
                  <a:ext uri="{FF2B5EF4-FFF2-40B4-BE49-F238E27FC236}">
                    <a16:creationId xmlns:a16="http://schemas.microsoft.com/office/drawing/2014/main" id="{EBEE38A5-0984-4BDE-0D40-EF05E0BA6E96}"/>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26659" name="Text Box 6">
                <a:extLst>
                  <a:ext uri="{FF2B5EF4-FFF2-40B4-BE49-F238E27FC236}">
                    <a16:creationId xmlns:a16="http://schemas.microsoft.com/office/drawing/2014/main" id="{D86CC00F-D4BB-F334-DD9E-E620DB5A2E52}"/>
                  </a:ext>
                </a:extLst>
              </p:cNvPr>
              <p:cNvSpPr txBox="1">
                <a:spLocks noChangeArrowheads="1"/>
              </p:cNvSpPr>
              <p:nvPr/>
            </p:nvSpPr>
            <p:spPr bwMode="auto">
              <a:xfrm>
                <a:off x="626" y="1428"/>
                <a:ext cx="3099"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软件项目分解</a:t>
                </a:r>
                <a:r>
                  <a:rPr kumimoji="1" lang="zh-CN" altLang="en-US" sz="2400" b="0">
                    <a:latin typeface="Times New Roman" panose="02020603050405020304" pitchFamily="18" charset="0"/>
                  </a:rPr>
                  <a:t> </a:t>
                </a:r>
              </a:p>
            </p:txBody>
          </p:sp>
          <p:sp>
            <p:nvSpPr>
              <p:cNvPr id="26660" name="Rectangle 7">
                <a:extLst>
                  <a:ext uri="{FF2B5EF4-FFF2-40B4-BE49-F238E27FC236}">
                    <a16:creationId xmlns:a16="http://schemas.microsoft.com/office/drawing/2014/main" id="{8750A83B-7C9D-1151-9218-DD9317B21D90}"/>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7.1</a:t>
                </a:r>
                <a:endParaRPr kumimoji="1" lang="en-US" altLang="zh-CN" sz="1800">
                  <a:solidFill>
                    <a:srgbClr val="000000"/>
                  </a:solidFill>
                </a:endParaRPr>
              </a:p>
            </p:txBody>
          </p:sp>
        </p:grpSp>
        <p:grpSp>
          <p:nvGrpSpPr>
            <p:cNvPr id="26629" name="Group 8">
              <a:extLst>
                <a:ext uri="{FF2B5EF4-FFF2-40B4-BE49-F238E27FC236}">
                  <a16:creationId xmlns:a16="http://schemas.microsoft.com/office/drawing/2014/main" id="{FFBA40B0-F31D-93C1-AF4F-16AD82C3E0D9}"/>
                </a:ext>
              </a:extLst>
            </p:cNvPr>
            <p:cNvGrpSpPr>
              <a:grpSpLocks/>
            </p:cNvGrpSpPr>
            <p:nvPr/>
          </p:nvGrpSpPr>
          <p:grpSpPr bwMode="auto">
            <a:xfrm>
              <a:off x="611" y="1600"/>
              <a:ext cx="3572" cy="203"/>
              <a:chOff x="385" y="1829"/>
              <a:chExt cx="3572" cy="321"/>
            </a:xfrm>
          </p:grpSpPr>
          <p:grpSp>
            <p:nvGrpSpPr>
              <p:cNvPr id="26654" name="Group 9">
                <a:extLst>
                  <a:ext uri="{FF2B5EF4-FFF2-40B4-BE49-F238E27FC236}">
                    <a16:creationId xmlns:a16="http://schemas.microsoft.com/office/drawing/2014/main" id="{EC3F1611-C310-ECAB-D175-092E3FBFC8E0}"/>
                  </a:ext>
                </a:extLst>
              </p:cNvPr>
              <p:cNvGrpSpPr>
                <a:grpSpLocks/>
              </p:cNvGrpSpPr>
              <p:nvPr/>
            </p:nvGrpSpPr>
            <p:grpSpPr bwMode="auto">
              <a:xfrm>
                <a:off x="464" y="1829"/>
                <a:ext cx="3493" cy="321"/>
                <a:chOff x="464" y="1829"/>
                <a:chExt cx="3493" cy="321"/>
              </a:xfrm>
            </p:grpSpPr>
            <p:sp>
              <p:nvSpPr>
                <p:cNvPr id="26656" name="AutoShape 10">
                  <a:extLst>
                    <a:ext uri="{FF2B5EF4-FFF2-40B4-BE49-F238E27FC236}">
                      <a16:creationId xmlns:a16="http://schemas.microsoft.com/office/drawing/2014/main" id="{53F22125-8C65-BBE9-46C9-625888DAA336}"/>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26657" name="Text Box 11">
                  <a:extLst>
                    <a:ext uri="{FF2B5EF4-FFF2-40B4-BE49-F238E27FC236}">
                      <a16:creationId xmlns:a16="http://schemas.microsoft.com/office/drawing/2014/main" id="{293A75C2-BB38-A657-F6C7-6B54B695D7AF}"/>
                    </a:ext>
                  </a:extLst>
                </p:cNvPr>
                <p:cNvSpPr txBox="1">
                  <a:spLocks noChangeArrowheads="1"/>
                </p:cNvSpPr>
                <p:nvPr/>
              </p:nvSpPr>
              <p:spPr bwMode="auto">
                <a:xfrm>
                  <a:off x="626" y="1829"/>
                  <a:ext cx="3099"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软件项目估算概念  </a:t>
                  </a:r>
                </a:p>
              </p:txBody>
            </p:sp>
          </p:grpSp>
          <p:sp>
            <p:nvSpPr>
              <p:cNvPr id="26655" name="Rectangle 12">
                <a:extLst>
                  <a:ext uri="{FF2B5EF4-FFF2-40B4-BE49-F238E27FC236}">
                    <a16:creationId xmlns:a16="http://schemas.microsoft.com/office/drawing/2014/main" id="{243F185D-D5BA-A668-CFD7-F0E119F31AD1}"/>
                  </a:ext>
                </a:extLst>
              </p:cNvPr>
              <p:cNvSpPr>
                <a:spLocks noChangeArrowheads="1"/>
              </p:cNvSpPr>
              <p:nvPr/>
            </p:nvSpPr>
            <p:spPr bwMode="auto">
              <a:xfrm>
                <a:off x="385" y="1915"/>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7.2</a:t>
                </a:r>
                <a:endParaRPr kumimoji="1" lang="en-US" altLang="zh-CN" sz="1800">
                  <a:solidFill>
                    <a:srgbClr val="000000"/>
                  </a:solidFill>
                </a:endParaRPr>
              </a:p>
            </p:txBody>
          </p:sp>
        </p:grpSp>
        <p:grpSp>
          <p:nvGrpSpPr>
            <p:cNvPr id="26630" name="Group 13">
              <a:extLst>
                <a:ext uri="{FF2B5EF4-FFF2-40B4-BE49-F238E27FC236}">
                  <a16:creationId xmlns:a16="http://schemas.microsoft.com/office/drawing/2014/main" id="{29944BFB-F6A9-7FC1-6D7F-F5B0DA4FCC88}"/>
                </a:ext>
              </a:extLst>
            </p:cNvPr>
            <p:cNvGrpSpPr>
              <a:grpSpLocks/>
            </p:cNvGrpSpPr>
            <p:nvPr/>
          </p:nvGrpSpPr>
          <p:grpSpPr bwMode="auto">
            <a:xfrm>
              <a:off x="611" y="1875"/>
              <a:ext cx="3584" cy="198"/>
              <a:chOff x="385" y="2209"/>
              <a:chExt cx="3584" cy="313"/>
            </a:xfrm>
          </p:grpSpPr>
          <p:sp>
            <p:nvSpPr>
              <p:cNvPr id="26651" name="AutoShape 14">
                <a:extLst>
                  <a:ext uri="{FF2B5EF4-FFF2-40B4-BE49-F238E27FC236}">
                    <a16:creationId xmlns:a16="http://schemas.microsoft.com/office/drawing/2014/main" id="{A36E371A-5BC0-F235-E0A1-D5F233D5CE71}"/>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26652" name="Text Box 15">
                <a:extLst>
                  <a:ext uri="{FF2B5EF4-FFF2-40B4-BE49-F238E27FC236}">
                    <a16:creationId xmlns:a16="http://schemas.microsoft.com/office/drawing/2014/main" id="{132FEED9-71BD-6B4E-59A9-16364BFA8AEF}"/>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软件项目规模估算  </a:t>
                </a:r>
              </a:p>
            </p:txBody>
          </p:sp>
          <p:sp>
            <p:nvSpPr>
              <p:cNvPr id="26653" name="Rectangle 16">
                <a:extLst>
                  <a:ext uri="{FF2B5EF4-FFF2-40B4-BE49-F238E27FC236}">
                    <a16:creationId xmlns:a16="http://schemas.microsoft.com/office/drawing/2014/main" id="{6FCF2E0E-7AA9-0A81-3421-0FA55C02CF04}"/>
                  </a:ext>
                </a:extLst>
              </p:cNvPr>
              <p:cNvSpPr>
                <a:spLocks noChangeArrowheads="1"/>
              </p:cNvSpPr>
              <p:nvPr/>
            </p:nvSpPr>
            <p:spPr bwMode="auto">
              <a:xfrm>
                <a:off x="385" y="2282"/>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7.3</a:t>
                </a:r>
                <a:endParaRPr kumimoji="1" lang="en-US" altLang="zh-CN" sz="1800">
                  <a:solidFill>
                    <a:srgbClr val="000000"/>
                  </a:solidFill>
                </a:endParaRPr>
              </a:p>
            </p:txBody>
          </p:sp>
        </p:grpSp>
        <p:grpSp>
          <p:nvGrpSpPr>
            <p:cNvPr id="26631" name="Group 17">
              <a:extLst>
                <a:ext uri="{FF2B5EF4-FFF2-40B4-BE49-F238E27FC236}">
                  <a16:creationId xmlns:a16="http://schemas.microsoft.com/office/drawing/2014/main" id="{41EB99D1-119E-8751-6AA9-D35A6952F0F9}"/>
                </a:ext>
              </a:extLst>
            </p:cNvPr>
            <p:cNvGrpSpPr>
              <a:grpSpLocks/>
            </p:cNvGrpSpPr>
            <p:nvPr/>
          </p:nvGrpSpPr>
          <p:grpSpPr bwMode="auto">
            <a:xfrm>
              <a:off x="611" y="2147"/>
              <a:ext cx="3584" cy="198"/>
              <a:chOff x="385" y="2209"/>
              <a:chExt cx="3584" cy="313"/>
            </a:xfrm>
          </p:grpSpPr>
          <p:sp>
            <p:nvSpPr>
              <p:cNvPr id="26648" name="AutoShape 18">
                <a:extLst>
                  <a:ext uri="{FF2B5EF4-FFF2-40B4-BE49-F238E27FC236}">
                    <a16:creationId xmlns:a16="http://schemas.microsoft.com/office/drawing/2014/main" id="{873AF48E-A13D-BB81-1D6C-B0E9CA90CE14}"/>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26649" name="Text Box 19">
                <a:extLst>
                  <a:ext uri="{FF2B5EF4-FFF2-40B4-BE49-F238E27FC236}">
                    <a16:creationId xmlns:a16="http://schemas.microsoft.com/office/drawing/2014/main" id="{4F7FEA2C-C05F-83DF-2B25-8B717272FE62}"/>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软件项目成本估算  </a:t>
                </a:r>
              </a:p>
            </p:txBody>
          </p:sp>
          <p:sp>
            <p:nvSpPr>
              <p:cNvPr id="26650" name="Rectangle 20">
                <a:extLst>
                  <a:ext uri="{FF2B5EF4-FFF2-40B4-BE49-F238E27FC236}">
                    <a16:creationId xmlns:a16="http://schemas.microsoft.com/office/drawing/2014/main" id="{FFE37F5A-5CEF-A12E-52FB-BCE06B85D5ED}"/>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7.4</a:t>
                </a:r>
                <a:endParaRPr kumimoji="1" lang="en-US" altLang="zh-CN" sz="1800">
                  <a:solidFill>
                    <a:srgbClr val="000000"/>
                  </a:solidFill>
                </a:endParaRPr>
              </a:p>
            </p:txBody>
          </p:sp>
        </p:grpSp>
        <p:grpSp>
          <p:nvGrpSpPr>
            <p:cNvPr id="26632" name="Group 21">
              <a:extLst>
                <a:ext uri="{FF2B5EF4-FFF2-40B4-BE49-F238E27FC236}">
                  <a16:creationId xmlns:a16="http://schemas.microsoft.com/office/drawing/2014/main" id="{DA8FA7FE-2EDE-F96F-2816-0F2DD69F70AF}"/>
                </a:ext>
              </a:extLst>
            </p:cNvPr>
            <p:cNvGrpSpPr>
              <a:grpSpLocks/>
            </p:cNvGrpSpPr>
            <p:nvPr/>
          </p:nvGrpSpPr>
          <p:grpSpPr bwMode="auto">
            <a:xfrm>
              <a:off x="611" y="2419"/>
              <a:ext cx="3584" cy="198"/>
              <a:chOff x="385" y="2209"/>
              <a:chExt cx="3584" cy="313"/>
            </a:xfrm>
          </p:grpSpPr>
          <p:sp>
            <p:nvSpPr>
              <p:cNvPr id="26645" name="AutoShape 22">
                <a:extLst>
                  <a:ext uri="{FF2B5EF4-FFF2-40B4-BE49-F238E27FC236}">
                    <a16:creationId xmlns:a16="http://schemas.microsoft.com/office/drawing/2014/main" id="{9DA9FA94-80CF-B55D-3044-28C81220EE7D}"/>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26646" name="Text Box 23">
                <a:extLst>
                  <a:ext uri="{FF2B5EF4-FFF2-40B4-BE49-F238E27FC236}">
                    <a16:creationId xmlns:a16="http://schemas.microsoft.com/office/drawing/2014/main" id="{E61EB236-02CA-B1FE-A7AE-F6F5517DCE73}"/>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软件项目进度估算 </a:t>
                </a:r>
              </a:p>
            </p:txBody>
          </p:sp>
          <p:sp>
            <p:nvSpPr>
              <p:cNvPr id="26647" name="Rectangle 24">
                <a:extLst>
                  <a:ext uri="{FF2B5EF4-FFF2-40B4-BE49-F238E27FC236}">
                    <a16:creationId xmlns:a16="http://schemas.microsoft.com/office/drawing/2014/main" id="{3F55F4C1-EBC1-DB25-E73F-B73EB5B926D1}"/>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7.5</a:t>
                </a:r>
                <a:endParaRPr kumimoji="1" lang="en-US" altLang="zh-CN" sz="1800">
                  <a:solidFill>
                    <a:srgbClr val="000000"/>
                  </a:solidFill>
                </a:endParaRPr>
              </a:p>
            </p:txBody>
          </p:sp>
        </p:grpSp>
        <p:grpSp>
          <p:nvGrpSpPr>
            <p:cNvPr id="26633" name="Group 25">
              <a:extLst>
                <a:ext uri="{FF2B5EF4-FFF2-40B4-BE49-F238E27FC236}">
                  <a16:creationId xmlns:a16="http://schemas.microsoft.com/office/drawing/2014/main" id="{802F1F9E-7E91-9E0A-7A26-39CBE8DCF24B}"/>
                </a:ext>
              </a:extLst>
            </p:cNvPr>
            <p:cNvGrpSpPr>
              <a:grpSpLocks/>
            </p:cNvGrpSpPr>
            <p:nvPr/>
          </p:nvGrpSpPr>
          <p:grpSpPr bwMode="auto">
            <a:xfrm>
              <a:off x="611" y="2689"/>
              <a:ext cx="3572" cy="206"/>
              <a:chOff x="385" y="1458"/>
              <a:chExt cx="3572" cy="326"/>
            </a:xfrm>
          </p:grpSpPr>
          <p:sp>
            <p:nvSpPr>
              <p:cNvPr id="26642" name="AutoShape 26">
                <a:extLst>
                  <a:ext uri="{FF2B5EF4-FFF2-40B4-BE49-F238E27FC236}">
                    <a16:creationId xmlns:a16="http://schemas.microsoft.com/office/drawing/2014/main" id="{24E204A7-4466-D096-976C-C82ED3DE790C}"/>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26643" name="Text Box 27">
                <a:extLst>
                  <a:ext uri="{FF2B5EF4-FFF2-40B4-BE49-F238E27FC236}">
                    <a16:creationId xmlns:a16="http://schemas.microsoft.com/office/drawing/2014/main" id="{ABFA99FE-AAF2-4DFF-036C-82E44611A3A0}"/>
                  </a:ext>
                </a:extLst>
              </p:cNvPr>
              <p:cNvSpPr txBox="1">
                <a:spLocks noChangeArrowheads="1"/>
              </p:cNvSpPr>
              <p:nvPr/>
            </p:nvSpPr>
            <p:spPr bwMode="auto">
              <a:xfrm>
                <a:off x="626" y="1458"/>
                <a:ext cx="3099"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软件项目进度计划 </a:t>
                </a:r>
              </a:p>
            </p:txBody>
          </p:sp>
          <p:sp>
            <p:nvSpPr>
              <p:cNvPr id="26644" name="Rectangle 28">
                <a:extLst>
                  <a:ext uri="{FF2B5EF4-FFF2-40B4-BE49-F238E27FC236}">
                    <a16:creationId xmlns:a16="http://schemas.microsoft.com/office/drawing/2014/main" id="{5F3F5005-1254-CFF7-2FF0-425BB47A97C3}"/>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7.6</a:t>
                </a:r>
                <a:endParaRPr kumimoji="1" lang="en-US" altLang="zh-CN" sz="1800">
                  <a:solidFill>
                    <a:srgbClr val="000000"/>
                  </a:solidFill>
                </a:endParaRPr>
              </a:p>
            </p:txBody>
          </p:sp>
        </p:grpSp>
        <p:grpSp>
          <p:nvGrpSpPr>
            <p:cNvPr id="26634" name="Group 34">
              <a:extLst>
                <a:ext uri="{FF2B5EF4-FFF2-40B4-BE49-F238E27FC236}">
                  <a16:creationId xmlns:a16="http://schemas.microsoft.com/office/drawing/2014/main" id="{E463AE51-6E61-7D87-DBDF-156D787EACB9}"/>
                </a:ext>
              </a:extLst>
            </p:cNvPr>
            <p:cNvGrpSpPr>
              <a:grpSpLocks/>
            </p:cNvGrpSpPr>
            <p:nvPr/>
          </p:nvGrpSpPr>
          <p:grpSpPr bwMode="auto">
            <a:xfrm>
              <a:off x="611" y="2976"/>
              <a:ext cx="3584" cy="198"/>
              <a:chOff x="385" y="2209"/>
              <a:chExt cx="3584" cy="313"/>
            </a:xfrm>
          </p:grpSpPr>
          <p:sp>
            <p:nvSpPr>
              <p:cNvPr id="26639" name="AutoShape 35">
                <a:extLst>
                  <a:ext uri="{FF2B5EF4-FFF2-40B4-BE49-F238E27FC236}">
                    <a16:creationId xmlns:a16="http://schemas.microsoft.com/office/drawing/2014/main" id="{BCF75F03-418B-B088-09B2-F66CC1D916C4}"/>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26640" name="Text Box 36">
                <a:extLst>
                  <a:ext uri="{FF2B5EF4-FFF2-40B4-BE49-F238E27FC236}">
                    <a16:creationId xmlns:a16="http://schemas.microsoft.com/office/drawing/2014/main" id="{0F8C6634-0D40-593E-C974-CF931D3ACF15}"/>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本章小结  </a:t>
                </a:r>
              </a:p>
            </p:txBody>
          </p:sp>
          <p:sp>
            <p:nvSpPr>
              <p:cNvPr id="26641" name="Rectangle 37">
                <a:extLst>
                  <a:ext uri="{FF2B5EF4-FFF2-40B4-BE49-F238E27FC236}">
                    <a16:creationId xmlns:a16="http://schemas.microsoft.com/office/drawing/2014/main" id="{0F70F1C6-191B-FEDA-523B-EB6F1B7F5660}"/>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7.7</a:t>
                </a:r>
                <a:endParaRPr kumimoji="1" lang="en-US" altLang="zh-CN" sz="1800">
                  <a:solidFill>
                    <a:srgbClr val="000000"/>
                  </a:solidFill>
                </a:endParaRPr>
              </a:p>
            </p:txBody>
          </p:sp>
        </p:grpSp>
        <p:grpSp>
          <p:nvGrpSpPr>
            <p:cNvPr id="26635" name="Group 38">
              <a:extLst>
                <a:ext uri="{FF2B5EF4-FFF2-40B4-BE49-F238E27FC236}">
                  <a16:creationId xmlns:a16="http://schemas.microsoft.com/office/drawing/2014/main" id="{9515164C-19F5-CB92-81DD-7D619F0BFCCE}"/>
                </a:ext>
              </a:extLst>
            </p:cNvPr>
            <p:cNvGrpSpPr>
              <a:grpSpLocks/>
            </p:cNvGrpSpPr>
            <p:nvPr/>
          </p:nvGrpSpPr>
          <p:grpSpPr bwMode="auto">
            <a:xfrm>
              <a:off x="611" y="3249"/>
              <a:ext cx="3584" cy="198"/>
              <a:chOff x="385" y="2209"/>
              <a:chExt cx="3584" cy="313"/>
            </a:xfrm>
          </p:grpSpPr>
          <p:sp>
            <p:nvSpPr>
              <p:cNvPr id="26636" name="AutoShape 39">
                <a:extLst>
                  <a:ext uri="{FF2B5EF4-FFF2-40B4-BE49-F238E27FC236}">
                    <a16:creationId xmlns:a16="http://schemas.microsoft.com/office/drawing/2014/main" id="{5DADD465-600A-AE25-9E5D-4274AB4E4ABC}"/>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26637" name="Text Box 40">
                <a:extLst>
                  <a:ext uri="{FF2B5EF4-FFF2-40B4-BE49-F238E27FC236}">
                    <a16:creationId xmlns:a16="http://schemas.microsoft.com/office/drawing/2014/main" id="{B428C50C-849B-4582-7FCE-ED7EF10C442E}"/>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复习思考题 </a:t>
                </a:r>
              </a:p>
            </p:txBody>
          </p:sp>
          <p:sp>
            <p:nvSpPr>
              <p:cNvPr id="26638" name="Rectangle 41">
                <a:extLst>
                  <a:ext uri="{FF2B5EF4-FFF2-40B4-BE49-F238E27FC236}">
                    <a16:creationId xmlns:a16="http://schemas.microsoft.com/office/drawing/2014/main" id="{CD74B197-0FD6-18AA-7FE4-B84D192BC9A8}"/>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7.8</a:t>
                </a:r>
                <a:endParaRPr kumimoji="1" lang="en-US" altLang="zh-CN" sz="1800">
                  <a:solidFill>
                    <a:srgbClr val="000000"/>
                  </a:solidFill>
                </a:endParaRPr>
              </a:p>
            </p:txBody>
          </p:sp>
        </p:gr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1640056C-22FF-6B6D-7680-32CC687C36E1}"/>
              </a:ext>
            </a:extLst>
          </p:cNvPr>
          <p:cNvSpPr>
            <a:spLocks noGrp="1" noChangeArrowheads="1"/>
          </p:cNvSpPr>
          <p:nvPr>
            <p:ph type="title"/>
          </p:nvPr>
        </p:nvSpPr>
        <p:spPr/>
        <p:txBody>
          <a:bodyPr/>
          <a:lstStyle/>
          <a:p>
            <a:pPr eaLnBrk="1" hangingPunct="1"/>
            <a:r>
              <a:rPr kumimoji="1" lang="en-US" altLang="zh-CN"/>
              <a:t>7.3 </a:t>
            </a:r>
            <a:r>
              <a:rPr kumimoji="1" lang="zh-CN" altLang="en-US"/>
              <a:t>软件项目规模估算</a:t>
            </a:r>
          </a:p>
        </p:txBody>
      </p:sp>
      <p:sp>
        <p:nvSpPr>
          <p:cNvPr id="28675" name="Rectangle 3">
            <a:extLst>
              <a:ext uri="{FF2B5EF4-FFF2-40B4-BE49-F238E27FC236}">
                <a16:creationId xmlns:a16="http://schemas.microsoft.com/office/drawing/2014/main" id="{BB0AEF77-3C65-28E5-1791-802710956585}"/>
              </a:ext>
            </a:extLst>
          </p:cNvPr>
          <p:cNvSpPr>
            <a:spLocks noGrp="1" noChangeArrowheads="1"/>
          </p:cNvSpPr>
          <p:nvPr>
            <p:ph type="body" idx="1"/>
          </p:nvPr>
        </p:nvSpPr>
        <p:spPr>
          <a:xfrm>
            <a:off x="1042988" y="2133600"/>
            <a:ext cx="7924800" cy="4508500"/>
          </a:xfrm>
        </p:spPr>
        <p:txBody>
          <a:bodyPr/>
          <a:lstStyle/>
          <a:p>
            <a:pPr eaLnBrk="1" hangingPunct="1">
              <a:lnSpc>
                <a:spcPct val="140000"/>
              </a:lnSpc>
              <a:spcBef>
                <a:spcPct val="40000"/>
              </a:spcBef>
            </a:pPr>
            <a:r>
              <a:rPr lang="zh-CN" altLang="en-US" sz="2400">
                <a:solidFill>
                  <a:schemeClr val="accent2"/>
                </a:solidFill>
                <a:ea typeface="黑体" panose="02010609060101010101" pitchFamily="49" charset="-122"/>
              </a:rPr>
              <a:t>估算的步骤 </a:t>
            </a:r>
          </a:p>
          <a:p>
            <a:pPr eaLnBrk="1" hangingPunct="1">
              <a:lnSpc>
                <a:spcPct val="140000"/>
              </a:lnSpc>
              <a:spcBef>
                <a:spcPct val="40000"/>
              </a:spcBef>
            </a:pPr>
            <a:r>
              <a:rPr lang="zh-CN" altLang="en-US" sz="2000">
                <a:solidFill>
                  <a:srgbClr val="B9490B"/>
                </a:solidFill>
                <a:ea typeface="黑体" panose="02010609060101010101" pitchFamily="49" charset="-122"/>
              </a:rPr>
              <a:t>在技术允许的条件下，应从最详细的工作分解结构开始</a:t>
            </a:r>
          </a:p>
          <a:p>
            <a:pPr eaLnBrk="1" hangingPunct="1">
              <a:lnSpc>
                <a:spcPct val="140000"/>
              </a:lnSpc>
              <a:spcBef>
                <a:spcPct val="40000"/>
              </a:spcBef>
            </a:pPr>
            <a:r>
              <a:rPr lang="zh-CN" altLang="en-US" sz="2000">
                <a:solidFill>
                  <a:srgbClr val="B9490B"/>
                </a:solidFill>
                <a:ea typeface="黑体" panose="02010609060101010101" pitchFamily="49" charset="-122"/>
              </a:rPr>
              <a:t>精确定义度量的标准</a:t>
            </a:r>
          </a:p>
          <a:p>
            <a:pPr eaLnBrk="1" hangingPunct="1">
              <a:lnSpc>
                <a:spcPct val="140000"/>
              </a:lnSpc>
              <a:spcBef>
                <a:spcPct val="40000"/>
              </a:spcBef>
            </a:pPr>
            <a:r>
              <a:rPr lang="zh-CN" altLang="en-US" sz="2000">
                <a:solidFill>
                  <a:srgbClr val="B9490B"/>
                </a:solidFill>
                <a:ea typeface="黑体" panose="02010609060101010101" pitchFamily="49" charset="-122"/>
              </a:rPr>
              <a:t>估计底层每一模块的规模，汇总已得到总体的估算</a:t>
            </a:r>
          </a:p>
          <a:p>
            <a:pPr eaLnBrk="1" hangingPunct="1">
              <a:lnSpc>
                <a:spcPct val="140000"/>
              </a:lnSpc>
              <a:spcBef>
                <a:spcPct val="40000"/>
              </a:spcBef>
            </a:pPr>
            <a:r>
              <a:rPr lang="zh-CN" altLang="en-US" sz="2000">
                <a:solidFill>
                  <a:srgbClr val="B9490B"/>
                </a:solidFill>
                <a:ea typeface="黑体" panose="02010609060101010101" pitchFamily="49" charset="-122"/>
              </a:rPr>
              <a:t>适当考虑偶然因素的影响</a:t>
            </a:r>
            <a:r>
              <a:rPr lang="zh-CN" altLang="en-US" sz="2000"/>
              <a:t> </a:t>
            </a:r>
            <a:endParaRPr lang="zh-CN" altLang="en-US" sz="2000">
              <a:solidFill>
                <a:srgbClr val="B9490B"/>
              </a:solidFill>
              <a:ea typeface="黑体" panose="02010609060101010101" pitchFamily="49" charset="-122"/>
            </a:endParaRPr>
          </a:p>
          <a:p>
            <a:pPr eaLnBrk="1" hangingPunct="1">
              <a:lnSpc>
                <a:spcPct val="140000"/>
              </a:lnSpc>
              <a:spcBef>
                <a:spcPct val="40000"/>
              </a:spcBef>
            </a:pPr>
            <a:endParaRPr lang="en-US" altLang="zh-CN" sz="20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BDFCC9BD-86D0-7AF2-BE6F-2820E38461C9}"/>
              </a:ext>
            </a:extLst>
          </p:cNvPr>
          <p:cNvSpPr>
            <a:spLocks noGrp="1" noChangeArrowheads="1"/>
          </p:cNvSpPr>
          <p:nvPr>
            <p:ph type="title"/>
          </p:nvPr>
        </p:nvSpPr>
        <p:spPr/>
        <p:txBody>
          <a:bodyPr/>
          <a:lstStyle/>
          <a:p>
            <a:pPr eaLnBrk="1" hangingPunct="1"/>
            <a:r>
              <a:rPr kumimoji="1" lang="zh-CN" altLang="en-US"/>
              <a:t>软件项目规模估算</a:t>
            </a:r>
          </a:p>
        </p:txBody>
      </p:sp>
      <p:sp>
        <p:nvSpPr>
          <p:cNvPr id="31747" name="Rectangle 3">
            <a:extLst>
              <a:ext uri="{FF2B5EF4-FFF2-40B4-BE49-F238E27FC236}">
                <a16:creationId xmlns:a16="http://schemas.microsoft.com/office/drawing/2014/main" id="{1C31C6AC-153E-1C43-E241-84F7EE25CA66}"/>
              </a:ext>
            </a:extLst>
          </p:cNvPr>
          <p:cNvSpPr>
            <a:spLocks noGrp="1" noChangeArrowheads="1"/>
          </p:cNvSpPr>
          <p:nvPr>
            <p:ph type="body" idx="1"/>
          </p:nvPr>
        </p:nvSpPr>
        <p:spPr>
          <a:xfrm>
            <a:off x="971550" y="2060575"/>
            <a:ext cx="7993063" cy="4797425"/>
          </a:xfrm>
        </p:spPr>
        <p:txBody>
          <a:bodyPr/>
          <a:lstStyle/>
          <a:p>
            <a:pPr eaLnBrk="1" hangingPunct="1">
              <a:lnSpc>
                <a:spcPct val="130000"/>
              </a:lnSpc>
              <a:spcBef>
                <a:spcPct val="40000"/>
              </a:spcBef>
            </a:pPr>
            <a:r>
              <a:rPr lang="zh-CN" altLang="en-US" sz="2400">
                <a:solidFill>
                  <a:schemeClr val="accent2"/>
                </a:solidFill>
                <a:latin typeface="黑体" panose="02010609060101010101" pitchFamily="49" charset="-122"/>
                <a:ea typeface="黑体" panose="02010609060101010101" pitchFamily="49" charset="-122"/>
              </a:rPr>
              <a:t>规模的单位</a:t>
            </a:r>
          </a:p>
          <a:p>
            <a:pPr lvl="1" eaLnBrk="1" hangingPunct="1">
              <a:lnSpc>
                <a:spcPct val="130000"/>
              </a:lnSpc>
              <a:spcBef>
                <a:spcPct val="40000"/>
              </a:spcBef>
            </a:pPr>
            <a:r>
              <a:rPr lang="en-US" altLang="zh-CN" sz="1800">
                <a:ea typeface="黑体" panose="02010609060101010101" pitchFamily="49" charset="-122"/>
              </a:rPr>
              <a:t>LOC ( Lines of Code)</a:t>
            </a:r>
          </a:p>
          <a:p>
            <a:pPr lvl="2" eaLnBrk="1" hangingPunct="1">
              <a:lnSpc>
                <a:spcPct val="130000"/>
              </a:lnSpc>
              <a:spcBef>
                <a:spcPct val="40000"/>
              </a:spcBef>
            </a:pPr>
            <a:r>
              <a:rPr lang="zh-CN" altLang="en-US" sz="1600">
                <a:solidFill>
                  <a:schemeClr val="accent2"/>
                </a:solidFill>
                <a:latin typeface="黑体" panose="02010609060101010101" pitchFamily="49" charset="-122"/>
                <a:ea typeface="黑体" panose="02010609060101010101" pitchFamily="49" charset="-122"/>
              </a:rPr>
              <a:t>源代码程序长度的测量</a:t>
            </a:r>
          </a:p>
          <a:p>
            <a:pPr lvl="1" eaLnBrk="1" hangingPunct="1">
              <a:lnSpc>
                <a:spcPct val="130000"/>
              </a:lnSpc>
              <a:spcBef>
                <a:spcPct val="40000"/>
              </a:spcBef>
            </a:pPr>
            <a:r>
              <a:rPr lang="en-US" altLang="zh-CN" sz="1800">
                <a:ea typeface="黑体" panose="02010609060101010101" pitchFamily="49" charset="-122"/>
              </a:rPr>
              <a:t>FP (Function Point)</a:t>
            </a:r>
          </a:p>
          <a:p>
            <a:pPr lvl="2" eaLnBrk="1" hangingPunct="1">
              <a:lnSpc>
                <a:spcPct val="130000"/>
              </a:lnSpc>
              <a:spcBef>
                <a:spcPct val="40000"/>
              </a:spcBef>
            </a:pPr>
            <a:r>
              <a:rPr lang="zh-CN" altLang="en-US" sz="1600">
                <a:solidFill>
                  <a:schemeClr val="accent2"/>
                </a:solidFill>
                <a:latin typeface="黑体" panose="02010609060101010101" pitchFamily="49" charset="-122"/>
                <a:ea typeface="黑体" panose="02010609060101010101" pitchFamily="49" charset="-122"/>
              </a:rPr>
              <a:t>用系统的功能数量来测量</a:t>
            </a:r>
            <a:endParaRPr lang="en-US" altLang="zh-CN" sz="1600">
              <a:solidFill>
                <a:schemeClr val="accent2"/>
              </a:solidFill>
              <a:latin typeface="黑体" panose="02010609060101010101" pitchFamily="49" charset="-122"/>
              <a:ea typeface="黑体" panose="02010609060101010101" pitchFamily="49" charset="-122"/>
            </a:endParaRPr>
          </a:p>
          <a:p>
            <a:pPr lvl="1" eaLnBrk="1" hangingPunct="1">
              <a:lnSpc>
                <a:spcPct val="130000"/>
              </a:lnSpc>
              <a:spcBef>
                <a:spcPct val="40000"/>
              </a:spcBef>
            </a:pPr>
            <a:r>
              <a:rPr lang="en-US" altLang="zh-CN" sz="2000">
                <a:latin typeface="黑体" panose="02010609060101010101" pitchFamily="49" charset="-122"/>
                <a:ea typeface="黑体" panose="02010609060101010101" pitchFamily="49" charset="-122"/>
              </a:rPr>
              <a:t>PERT</a:t>
            </a:r>
            <a:r>
              <a:rPr lang="zh-CN" altLang="en-US" sz="2000">
                <a:latin typeface="黑体" panose="02010609060101010101" pitchFamily="49" charset="-122"/>
                <a:ea typeface="黑体" panose="02010609060101010101" pitchFamily="49" charset="-122"/>
              </a:rPr>
              <a:t>估算法</a:t>
            </a:r>
          </a:p>
          <a:p>
            <a:pPr lvl="1" eaLnBrk="1" hangingPunct="1">
              <a:lnSpc>
                <a:spcPct val="130000"/>
              </a:lnSpc>
              <a:spcBef>
                <a:spcPct val="40000"/>
              </a:spcBef>
            </a:pPr>
            <a:r>
              <a:rPr lang="zh-CN" altLang="en-US" sz="1800">
                <a:latin typeface="黑体" panose="02010609060101010101" pitchFamily="49" charset="-122"/>
                <a:ea typeface="黑体" panose="02010609060101010101" pitchFamily="49" charset="-122"/>
              </a:rPr>
              <a:t>人月</a:t>
            </a:r>
          </a:p>
          <a:p>
            <a:pPr lvl="1" eaLnBrk="1" hangingPunct="1">
              <a:lnSpc>
                <a:spcPct val="130000"/>
              </a:lnSpc>
              <a:spcBef>
                <a:spcPct val="40000"/>
              </a:spcBef>
            </a:pPr>
            <a:r>
              <a:rPr lang="zh-CN" altLang="en-US" sz="1800">
                <a:latin typeface="黑体" panose="02010609060101010101" pitchFamily="49" charset="-122"/>
                <a:ea typeface="黑体" panose="02010609060101010101" pitchFamily="49" charset="-122"/>
              </a:rPr>
              <a:t>人天</a:t>
            </a:r>
          </a:p>
          <a:p>
            <a:pPr lvl="1" eaLnBrk="1" hangingPunct="1">
              <a:lnSpc>
                <a:spcPct val="130000"/>
              </a:lnSpc>
              <a:spcBef>
                <a:spcPct val="40000"/>
              </a:spcBef>
            </a:pPr>
            <a:r>
              <a:rPr lang="zh-CN" altLang="en-US" sz="1800">
                <a:latin typeface="黑体" panose="02010609060101010101" pitchFamily="49" charset="-122"/>
                <a:ea typeface="黑体" panose="02010609060101010101" pitchFamily="49" charset="-122"/>
              </a:rPr>
              <a:t>人年</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8A335300-6131-70DC-4D06-3C698E9330C5}"/>
              </a:ext>
            </a:extLst>
          </p:cNvPr>
          <p:cNvSpPr>
            <a:spLocks noGrp="1" noChangeArrowheads="1"/>
          </p:cNvSpPr>
          <p:nvPr>
            <p:ph type="title"/>
          </p:nvPr>
        </p:nvSpPr>
        <p:spPr/>
        <p:txBody>
          <a:bodyPr/>
          <a:lstStyle/>
          <a:p>
            <a:pPr eaLnBrk="1" hangingPunct="1"/>
            <a:r>
              <a:rPr kumimoji="1" lang="zh-CN" altLang="en-US"/>
              <a:t>软件项目规模估算</a:t>
            </a:r>
          </a:p>
        </p:txBody>
      </p:sp>
      <p:sp>
        <p:nvSpPr>
          <p:cNvPr id="30723" name="Rectangle 3">
            <a:extLst>
              <a:ext uri="{FF2B5EF4-FFF2-40B4-BE49-F238E27FC236}">
                <a16:creationId xmlns:a16="http://schemas.microsoft.com/office/drawing/2014/main" id="{83CF31A2-F7E2-1F41-A309-00F20198B25E}"/>
              </a:ext>
            </a:extLst>
          </p:cNvPr>
          <p:cNvSpPr>
            <a:spLocks noGrp="1" noChangeArrowheads="1"/>
          </p:cNvSpPr>
          <p:nvPr>
            <p:ph type="body" idx="1"/>
          </p:nvPr>
        </p:nvSpPr>
        <p:spPr>
          <a:xfrm>
            <a:off x="755650" y="2205038"/>
            <a:ext cx="7920038" cy="4652962"/>
          </a:xfrm>
        </p:spPr>
        <p:txBody>
          <a:bodyPr/>
          <a:lstStyle/>
          <a:p>
            <a:pPr eaLnBrk="1" hangingPunct="1">
              <a:lnSpc>
                <a:spcPct val="130000"/>
              </a:lnSpc>
            </a:pPr>
            <a:r>
              <a:rPr lang="en-US" altLang="zh-CN" sz="2000">
                <a:solidFill>
                  <a:schemeClr val="accent2"/>
                </a:solidFill>
              </a:rPr>
              <a:t>LOC</a:t>
            </a:r>
            <a:r>
              <a:rPr lang="zh-CN" altLang="en-US" sz="2000">
                <a:solidFill>
                  <a:schemeClr val="accent2"/>
                </a:solidFill>
                <a:ea typeface="黑体" panose="02010609060101010101" pitchFamily="49" charset="-122"/>
              </a:rPr>
              <a:t>估算法   </a:t>
            </a:r>
            <a:r>
              <a:rPr lang="zh-CN" altLang="en-US" sz="2000"/>
              <a:t>代码行可以分为无注释的源代码行（</a:t>
            </a:r>
            <a:r>
              <a:rPr lang="en-US" altLang="zh-CN" sz="2000"/>
              <a:t>NCLOC, Non-Commented Source Lines Of Code</a:t>
            </a:r>
            <a:r>
              <a:rPr lang="zh-CN" altLang="en-US" sz="2000"/>
              <a:t>）和注释的源代码行（</a:t>
            </a:r>
            <a:r>
              <a:rPr lang="en-US" altLang="zh-CN" sz="2000"/>
              <a:t>CLOC: Commented Source Lines Of Code</a:t>
            </a:r>
            <a:r>
              <a:rPr lang="zh-CN" altLang="en-US" sz="2000"/>
              <a:t>），源代码的总行数</a:t>
            </a:r>
            <a:r>
              <a:rPr lang="en-US" altLang="zh-CN" sz="2000"/>
              <a:t>LOC</a:t>
            </a:r>
            <a:r>
              <a:rPr lang="zh-CN" altLang="en-US" sz="2000"/>
              <a:t>即为</a:t>
            </a:r>
            <a:r>
              <a:rPr lang="en-US" altLang="zh-CN" sz="2000"/>
              <a:t>NCLOC</a:t>
            </a:r>
            <a:r>
              <a:rPr lang="zh-CN" altLang="en-US" sz="2000"/>
              <a:t>与</a:t>
            </a:r>
            <a:r>
              <a:rPr lang="en-US" altLang="zh-CN" sz="2000"/>
              <a:t>CLOC</a:t>
            </a:r>
            <a:r>
              <a:rPr lang="zh-CN" altLang="en-US" sz="2000"/>
              <a:t>之和</a:t>
            </a:r>
          </a:p>
          <a:p>
            <a:pPr eaLnBrk="1" hangingPunct="1">
              <a:lnSpc>
                <a:spcPct val="150000"/>
              </a:lnSpc>
            </a:pPr>
            <a:r>
              <a:rPr lang="en-US" altLang="zh-CN" sz="2000">
                <a:solidFill>
                  <a:schemeClr val="accent2"/>
                </a:solidFill>
              </a:rPr>
              <a:t>FP</a:t>
            </a:r>
            <a:r>
              <a:rPr lang="zh-CN" altLang="en-US" sz="2000">
                <a:solidFill>
                  <a:schemeClr val="accent2"/>
                </a:solidFill>
                <a:ea typeface="黑体" panose="02010609060101010101" pitchFamily="49" charset="-122"/>
              </a:rPr>
              <a:t>估算法   </a:t>
            </a:r>
            <a:r>
              <a:rPr lang="zh-CN" altLang="en-US" sz="2000"/>
              <a:t>功能点度量是在需求分析阶段基于系统功能的一种规模估计方法，该方法通过研究初始应用需求来确定各种输入、输出、查询、外部文件和内部文件的数目，从而确定功能点数量</a:t>
            </a:r>
          </a:p>
          <a:p>
            <a:pPr eaLnBrk="1" hangingPunct="1"/>
            <a:endParaRPr lang="en-US" altLang="zh-CN" sz="20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8A335300-6131-70DC-4D06-3C698E9330C5}"/>
              </a:ext>
            </a:extLst>
          </p:cNvPr>
          <p:cNvSpPr>
            <a:spLocks noGrp="1" noChangeArrowheads="1"/>
          </p:cNvSpPr>
          <p:nvPr>
            <p:ph type="title"/>
          </p:nvPr>
        </p:nvSpPr>
        <p:spPr/>
        <p:txBody>
          <a:bodyPr/>
          <a:lstStyle/>
          <a:p>
            <a:pPr eaLnBrk="1" hangingPunct="1"/>
            <a:r>
              <a:rPr kumimoji="1" lang="zh-CN" altLang="en-US"/>
              <a:t>软件项目规模估算</a:t>
            </a:r>
          </a:p>
        </p:txBody>
      </p:sp>
      <p:sp>
        <p:nvSpPr>
          <p:cNvPr id="30723" name="Rectangle 3">
            <a:extLst>
              <a:ext uri="{FF2B5EF4-FFF2-40B4-BE49-F238E27FC236}">
                <a16:creationId xmlns:a16="http://schemas.microsoft.com/office/drawing/2014/main" id="{83CF31A2-F7E2-1F41-A309-00F20198B25E}"/>
              </a:ext>
            </a:extLst>
          </p:cNvPr>
          <p:cNvSpPr>
            <a:spLocks noGrp="1" noChangeArrowheads="1"/>
          </p:cNvSpPr>
          <p:nvPr>
            <p:ph type="body" idx="1"/>
          </p:nvPr>
        </p:nvSpPr>
        <p:spPr>
          <a:xfrm>
            <a:off x="755650" y="2205038"/>
            <a:ext cx="7920038" cy="4652962"/>
          </a:xfrm>
        </p:spPr>
        <p:txBody>
          <a:bodyPr/>
          <a:lstStyle/>
          <a:p>
            <a:pPr eaLnBrk="1" hangingPunct="1">
              <a:lnSpc>
                <a:spcPct val="130000"/>
              </a:lnSpc>
            </a:pPr>
            <a:r>
              <a:rPr lang="en-US" altLang="zh-CN" sz="2000" dirty="0">
                <a:solidFill>
                  <a:schemeClr val="accent2"/>
                </a:solidFill>
              </a:rPr>
              <a:t>1. LOC</a:t>
            </a:r>
            <a:r>
              <a:rPr lang="zh-CN" altLang="en-US" sz="2000" dirty="0">
                <a:solidFill>
                  <a:schemeClr val="accent2"/>
                </a:solidFill>
                <a:ea typeface="黑体" panose="02010609060101010101" pitchFamily="49" charset="-122"/>
              </a:rPr>
              <a:t>估算法   </a:t>
            </a:r>
            <a:endParaRPr lang="en-US" altLang="zh-CN" sz="2000" dirty="0">
              <a:solidFill>
                <a:schemeClr val="accent2"/>
              </a:solidFill>
              <a:ea typeface="黑体" panose="02010609060101010101" pitchFamily="49" charset="-122"/>
            </a:endParaRPr>
          </a:p>
          <a:p>
            <a:pPr lvl="1" eaLnBrk="1" hangingPunct="1">
              <a:lnSpc>
                <a:spcPct val="130000"/>
              </a:lnSpc>
            </a:pPr>
            <a:r>
              <a:rPr lang="zh-CN" altLang="en-US" sz="1800" dirty="0">
                <a:ea typeface="黑体" panose="02010609060101010101" pitchFamily="49" charset="-122"/>
              </a:rPr>
              <a:t>虽然根据高层需求说明估计源代码行数非常困难，但这种度量方法确实有利于提高估计的准确性。随着</a:t>
            </a:r>
            <a:r>
              <a:rPr lang="zh-CN" altLang="en-US" sz="1800" dirty="0">
                <a:solidFill>
                  <a:srgbClr val="FF0000"/>
                </a:solidFill>
                <a:ea typeface="黑体" panose="02010609060101010101" pitchFamily="49" charset="-122"/>
              </a:rPr>
              <a:t>开发经验的增加</a:t>
            </a:r>
            <a:r>
              <a:rPr lang="zh-CN" altLang="en-US" sz="1800" dirty="0">
                <a:ea typeface="黑体" panose="02010609060101010101" pitchFamily="49" charset="-122"/>
              </a:rPr>
              <a:t>，软件组织可以积累很多源码代估计的功能实例，从而为新的估计提供了比较好的基础。</a:t>
            </a:r>
            <a:endParaRPr lang="en-US" altLang="zh-CN" sz="1800" dirty="0">
              <a:ea typeface="黑体" panose="02010609060101010101" pitchFamily="49" charset="-122"/>
            </a:endParaRPr>
          </a:p>
          <a:p>
            <a:pPr lvl="1" eaLnBrk="1" hangingPunct="1">
              <a:lnSpc>
                <a:spcPct val="130000"/>
              </a:lnSpc>
            </a:pPr>
            <a:endParaRPr lang="en-US" altLang="zh-CN" sz="1800" dirty="0">
              <a:ea typeface="黑体" panose="02010609060101010101" pitchFamily="49" charset="-122"/>
            </a:endParaRPr>
          </a:p>
          <a:p>
            <a:pPr lvl="1" eaLnBrk="1" hangingPunct="1">
              <a:lnSpc>
                <a:spcPct val="130000"/>
              </a:lnSpc>
            </a:pPr>
            <a:r>
              <a:rPr lang="zh-CN" altLang="en-US" sz="1800" dirty="0">
                <a:ea typeface="黑体" panose="02010609060101010101" pitchFamily="49" charset="-122"/>
              </a:rPr>
              <a:t>人们已经设计出了很多计算源代码行数的</a:t>
            </a:r>
            <a:r>
              <a:rPr lang="zh-CN" altLang="en-US" sz="1800" dirty="0">
                <a:solidFill>
                  <a:srgbClr val="FF0000"/>
                </a:solidFill>
                <a:ea typeface="黑体" panose="02010609060101010101" pitchFamily="49" charset="-122"/>
              </a:rPr>
              <a:t>自动化工具</a:t>
            </a:r>
            <a:r>
              <a:rPr lang="zh-CN" altLang="en-US" sz="1800" dirty="0">
                <a:ea typeface="黑体" panose="02010609060101010101" pitchFamily="49" charset="-122"/>
              </a:rPr>
              <a:t>。</a:t>
            </a:r>
            <a:r>
              <a:rPr lang="en-US" altLang="zh-CN" sz="1800" dirty="0">
                <a:ea typeface="黑体" panose="02010609060101010101" pitchFamily="49" charset="-122"/>
              </a:rPr>
              <a:t>LOC</a:t>
            </a:r>
            <a:r>
              <a:rPr lang="zh-CN" altLang="en-US" sz="1800" dirty="0">
                <a:ea typeface="黑体" panose="02010609060101010101" pitchFamily="49" charset="-122"/>
              </a:rPr>
              <a:t>作为度量标准简单明了，而且与即将生产的软件产品直接相关，可以及时度量并和最初的计划进行对比。</a:t>
            </a:r>
            <a:endParaRPr lang="en-US" altLang="zh-CN" sz="1800" dirty="0"/>
          </a:p>
        </p:txBody>
      </p:sp>
    </p:spTree>
    <p:extLst>
      <p:ext uri="{BB962C8B-B14F-4D97-AF65-F5344CB8AC3E}">
        <p14:creationId xmlns:p14="http://schemas.microsoft.com/office/powerpoint/2010/main" val="17466867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8A335300-6131-70DC-4D06-3C698E9330C5}"/>
              </a:ext>
            </a:extLst>
          </p:cNvPr>
          <p:cNvSpPr>
            <a:spLocks noGrp="1" noChangeArrowheads="1"/>
          </p:cNvSpPr>
          <p:nvPr>
            <p:ph type="title"/>
          </p:nvPr>
        </p:nvSpPr>
        <p:spPr/>
        <p:txBody>
          <a:bodyPr/>
          <a:lstStyle/>
          <a:p>
            <a:pPr eaLnBrk="1" hangingPunct="1"/>
            <a:r>
              <a:rPr kumimoji="1" lang="zh-CN" altLang="en-US"/>
              <a:t>软件项目规模估算</a:t>
            </a:r>
          </a:p>
        </p:txBody>
      </p:sp>
      <p:sp>
        <p:nvSpPr>
          <p:cNvPr id="30723" name="Rectangle 3">
            <a:extLst>
              <a:ext uri="{FF2B5EF4-FFF2-40B4-BE49-F238E27FC236}">
                <a16:creationId xmlns:a16="http://schemas.microsoft.com/office/drawing/2014/main" id="{83CF31A2-F7E2-1F41-A309-00F20198B25E}"/>
              </a:ext>
            </a:extLst>
          </p:cNvPr>
          <p:cNvSpPr>
            <a:spLocks noGrp="1" noChangeArrowheads="1"/>
          </p:cNvSpPr>
          <p:nvPr>
            <p:ph type="body" idx="1"/>
          </p:nvPr>
        </p:nvSpPr>
        <p:spPr>
          <a:xfrm>
            <a:off x="755650" y="2205038"/>
            <a:ext cx="7920038" cy="4652962"/>
          </a:xfrm>
        </p:spPr>
        <p:txBody>
          <a:bodyPr/>
          <a:lstStyle/>
          <a:p>
            <a:pPr eaLnBrk="1" hangingPunct="1">
              <a:lnSpc>
                <a:spcPct val="130000"/>
              </a:lnSpc>
            </a:pPr>
            <a:r>
              <a:rPr lang="en-US" altLang="zh-CN" sz="2000" dirty="0">
                <a:solidFill>
                  <a:schemeClr val="accent2"/>
                </a:solidFill>
              </a:rPr>
              <a:t>2.</a:t>
            </a:r>
            <a:r>
              <a:rPr lang="zh-CN" altLang="en-US" sz="2000" dirty="0">
                <a:solidFill>
                  <a:schemeClr val="accent2"/>
                </a:solidFill>
              </a:rPr>
              <a:t> </a:t>
            </a:r>
            <a:r>
              <a:rPr lang="en-US" altLang="zh-CN" sz="2000" dirty="0">
                <a:solidFill>
                  <a:schemeClr val="accent2"/>
                </a:solidFill>
              </a:rPr>
              <a:t>FP</a:t>
            </a:r>
            <a:r>
              <a:rPr lang="zh-CN" altLang="en-US" sz="2000" dirty="0">
                <a:solidFill>
                  <a:schemeClr val="accent2"/>
                </a:solidFill>
              </a:rPr>
              <a:t>（</a:t>
            </a:r>
            <a:r>
              <a:rPr lang="en-US" altLang="zh-CN" sz="2000" dirty="0">
                <a:solidFill>
                  <a:schemeClr val="accent2"/>
                </a:solidFill>
              </a:rPr>
              <a:t>Function Point</a:t>
            </a:r>
            <a:r>
              <a:rPr lang="zh-CN" altLang="en-US" sz="2000" dirty="0">
                <a:solidFill>
                  <a:schemeClr val="accent2"/>
                </a:solidFill>
              </a:rPr>
              <a:t>）</a:t>
            </a:r>
            <a:r>
              <a:rPr lang="zh-CN" altLang="en-US" sz="2000" dirty="0">
                <a:solidFill>
                  <a:schemeClr val="accent2"/>
                </a:solidFill>
                <a:ea typeface="黑体" panose="02010609060101010101" pitchFamily="49" charset="-122"/>
              </a:rPr>
              <a:t>估算法   </a:t>
            </a:r>
            <a:endParaRPr lang="en-US" altLang="zh-CN" sz="2000" dirty="0">
              <a:solidFill>
                <a:schemeClr val="accent2"/>
              </a:solidFill>
              <a:ea typeface="黑体" panose="02010609060101010101" pitchFamily="49" charset="-122"/>
            </a:endParaRPr>
          </a:p>
          <a:p>
            <a:pPr lvl="1" eaLnBrk="1" hangingPunct="1">
              <a:lnSpc>
                <a:spcPct val="130000"/>
              </a:lnSpc>
            </a:pPr>
            <a:r>
              <a:rPr lang="zh-CN" altLang="en-US" sz="1800" dirty="0"/>
              <a:t>（</a:t>
            </a:r>
            <a:r>
              <a:rPr lang="en-US" altLang="zh-CN" sz="1800" dirty="0"/>
              <a:t>1</a:t>
            </a:r>
            <a:r>
              <a:rPr lang="zh-CN" altLang="en-US" sz="1800" dirty="0"/>
              <a:t>）计算所需要的外部输入、外部输出、外部查询、外部文件、内部文件的数量。</a:t>
            </a:r>
            <a:endParaRPr lang="en-US" altLang="zh-CN" sz="1800" dirty="0"/>
          </a:p>
          <a:p>
            <a:pPr lvl="2" eaLnBrk="1" hangingPunct="1">
              <a:lnSpc>
                <a:spcPct val="130000"/>
              </a:lnSpc>
            </a:pPr>
            <a:r>
              <a:rPr lang="en-US" altLang="zh-CN" sz="1600" dirty="0"/>
              <a:t>N1</a:t>
            </a:r>
            <a:r>
              <a:rPr lang="zh-CN" altLang="en-US" sz="1600" dirty="0"/>
              <a:t>：外部输入是由用户提供的、描述面向应用的数据项（文件名和菜单选项）</a:t>
            </a:r>
            <a:endParaRPr lang="en-US" altLang="zh-CN" sz="1600" dirty="0"/>
          </a:p>
          <a:p>
            <a:pPr lvl="2" eaLnBrk="1" hangingPunct="1">
              <a:lnSpc>
                <a:spcPct val="130000"/>
              </a:lnSpc>
            </a:pPr>
            <a:r>
              <a:rPr lang="en-US" altLang="zh-CN" sz="1600" dirty="0"/>
              <a:t>N2</a:t>
            </a:r>
            <a:r>
              <a:rPr lang="zh-CN" altLang="en-US" sz="1600" dirty="0"/>
              <a:t>：外部输出是向用户提供的、用于生成面向应用的数据项（报告、信息）</a:t>
            </a:r>
            <a:endParaRPr lang="en-US" altLang="zh-CN" sz="1600" dirty="0"/>
          </a:p>
          <a:p>
            <a:pPr lvl="2" eaLnBrk="1" hangingPunct="1">
              <a:lnSpc>
                <a:spcPct val="130000"/>
              </a:lnSpc>
            </a:pPr>
            <a:r>
              <a:rPr lang="en-US" altLang="zh-CN" sz="1600" dirty="0"/>
              <a:t>N3</a:t>
            </a:r>
            <a:r>
              <a:rPr lang="zh-CN" altLang="en-US" sz="1600" dirty="0"/>
              <a:t>：外部查询是要求回答的交互式输入</a:t>
            </a:r>
            <a:endParaRPr lang="en-US" altLang="zh-CN" sz="1600" dirty="0"/>
          </a:p>
          <a:p>
            <a:pPr lvl="2" eaLnBrk="1" hangingPunct="1">
              <a:lnSpc>
                <a:spcPct val="130000"/>
              </a:lnSpc>
            </a:pPr>
            <a:r>
              <a:rPr lang="en-US" altLang="zh-CN" sz="1600" dirty="0"/>
              <a:t>N4</a:t>
            </a:r>
            <a:r>
              <a:rPr lang="zh-CN" altLang="en-US" sz="1600" dirty="0"/>
              <a:t>：外部文件是对其他系统的计算机可读界面</a:t>
            </a:r>
            <a:endParaRPr lang="en-US" altLang="zh-CN" sz="1600" dirty="0"/>
          </a:p>
          <a:p>
            <a:pPr lvl="2" eaLnBrk="1" hangingPunct="1">
              <a:lnSpc>
                <a:spcPct val="130000"/>
              </a:lnSpc>
            </a:pPr>
            <a:r>
              <a:rPr lang="en-US" altLang="zh-CN" sz="1600" dirty="0"/>
              <a:t>N5</a:t>
            </a:r>
            <a:r>
              <a:rPr lang="zh-CN" altLang="en-US" sz="1600" dirty="0"/>
              <a:t>：内部文件是系统里的逻辑文件</a:t>
            </a:r>
            <a:endParaRPr lang="en-US" altLang="zh-CN" sz="1600" dirty="0"/>
          </a:p>
        </p:txBody>
      </p:sp>
    </p:spTree>
    <p:extLst>
      <p:ext uri="{BB962C8B-B14F-4D97-AF65-F5344CB8AC3E}">
        <p14:creationId xmlns:p14="http://schemas.microsoft.com/office/powerpoint/2010/main" val="20044324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8A335300-6131-70DC-4D06-3C698E9330C5}"/>
              </a:ext>
            </a:extLst>
          </p:cNvPr>
          <p:cNvSpPr>
            <a:spLocks noGrp="1" noChangeArrowheads="1"/>
          </p:cNvSpPr>
          <p:nvPr>
            <p:ph type="title"/>
          </p:nvPr>
        </p:nvSpPr>
        <p:spPr/>
        <p:txBody>
          <a:bodyPr/>
          <a:lstStyle/>
          <a:p>
            <a:pPr eaLnBrk="1" hangingPunct="1"/>
            <a:r>
              <a:rPr kumimoji="1" lang="zh-CN" altLang="en-US"/>
              <a:t>软件项目规模估算</a:t>
            </a:r>
          </a:p>
        </p:txBody>
      </p:sp>
      <mc:AlternateContent xmlns:mc="http://schemas.openxmlformats.org/markup-compatibility/2006" xmlns:a14="http://schemas.microsoft.com/office/drawing/2010/main">
        <mc:Choice Requires="a14">
          <p:sp>
            <p:nvSpPr>
              <p:cNvPr id="30723" name="Rectangle 3">
                <a:extLst>
                  <a:ext uri="{FF2B5EF4-FFF2-40B4-BE49-F238E27FC236}">
                    <a16:creationId xmlns:a16="http://schemas.microsoft.com/office/drawing/2014/main" id="{83CF31A2-F7E2-1F41-A309-00F20198B25E}"/>
                  </a:ext>
                </a:extLst>
              </p:cNvPr>
              <p:cNvSpPr>
                <a:spLocks noGrp="1" noChangeArrowheads="1"/>
              </p:cNvSpPr>
              <p:nvPr>
                <p:ph type="body" idx="1"/>
              </p:nvPr>
            </p:nvSpPr>
            <p:spPr>
              <a:xfrm>
                <a:off x="755576" y="1916832"/>
                <a:ext cx="7920038" cy="4941168"/>
              </a:xfrm>
            </p:spPr>
            <p:txBody>
              <a:bodyPr/>
              <a:lstStyle/>
              <a:p>
                <a:pPr eaLnBrk="1" hangingPunct="1">
                  <a:lnSpc>
                    <a:spcPct val="130000"/>
                  </a:lnSpc>
                </a:pPr>
                <a:r>
                  <a:rPr lang="en-US" altLang="zh-CN" sz="2000" dirty="0">
                    <a:solidFill>
                      <a:schemeClr val="accent2"/>
                    </a:solidFill>
                  </a:rPr>
                  <a:t>2.</a:t>
                </a:r>
                <a:r>
                  <a:rPr lang="zh-CN" altLang="en-US" sz="2000" dirty="0">
                    <a:solidFill>
                      <a:schemeClr val="accent2"/>
                    </a:solidFill>
                  </a:rPr>
                  <a:t> </a:t>
                </a:r>
                <a:r>
                  <a:rPr lang="en-US" altLang="zh-CN" sz="2000" dirty="0">
                    <a:solidFill>
                      <a:schemeClr val="accent2"/>
                    </a:solidFill>
                  </a:rPr>
                  <a:t>FP</a:t>
                </a:r>
                <a:r>
                  <a:rPr lang="zh-CN" altLang="en-US" sz="2000" dirty="0">
                    <a:solidFill>
                      <a:schemeClr val="accent2"/>
                    </a:solidFill>
                  </a:rPr>
                  <a:t>（</a:t>
                </a:r>
                <a:r>
                  <a:rPr lang="en-US" altLang="zh-CN" sz="2000" dirty="0">
                    <a:solidFill>
                      <a:schemeClr val="accent2"/>
                    </a:solidFill>
                  </a:rPr>
                  <a:t>Function Point</a:t>
                </a:r>
                <a:r>
                  <a:rPr lang="zh-CN" altLang="en-US" sz="2000" dirty="0">
                    <a:solidFill>
                      <a:schemeClr val="accent2"/>
                    </a:solidFill>
                  </a:rPr>
                  <a:t>）</a:t>
                </a:r>
                <a:r>
                  <a:rPr lang="zh-CN" altLang="en-US" sz="2000" dirty="0">
                    <a:solidFill>
                      <a:schemeClr val="accent2"/>
                    </a:solidFill>
                    <a:ea typeface="黑体" panose="02010609060101010101" pitchFamily="49" charset="-122"/>
                  </a:rPr>
                  <a:t>估算法   </a:t>
                </a:r>
                <a:endParaRPr lang="en-US" altLang="zh-CN" sz="2000" dirty="0">
                  <a:solidFill>
                    <a:schemeClr val="accent2"/>
                  </a:solidFill>
                  <a:ea typeface="黑体" panose="02010609060101010101" pitchFamily="49" charset="-122"/>
                </a:endParaRPr>
              </a:p>
              <a:p>
                <a:pPr lvl="1" eaLnBrk="1" hangingPunct="1">
                  <a:lnSpc>
                    <a:spcPct val="130000"/>
                  </a:lnSpc>
                </a:pPr>
                <a:r>
                  <a:rPr lang="zh-CN" altLang="en-US" sz="1800" dirty="0"/>
                  <a:t>（</a:t>
                </a:r>
                <a:r>
                  <a:rPr lang="en-US" altLang="zh-CN" sz="1800" dirty="0"/>
                  <a:t>2</a:t>
                </a:r>
                <a:r>
                  <a:rPr lang="zh-CN" altLang="en-US" sz="1800" dirty="0"/>
                  <a:t>）有了以上五个功能项的数量后，再由估计人员对项目的复杂性做出判断，大致划分为简单、一般和复杂三种情况，然后根据表</a:t>
                </a:r>
                <a:r>
                  <a:rPr lang="en-US" altLang="zh-CN" sz="1800" dirty="0"/>
                  <a:t>7-1</a:t>
                </a:r>
                <a:r>
                  <a:rPr lang="zh-CN" altLang="en-US" sz="1800" dirty="0"/>
                  <a:t>求出功能项的加权和，即为</a:t>
                </a:r>
                <a:r>
                  <a:rPr lang="en-US" altLang="zh-CN" sz="1800" dirty="0"/>
                  <a:t>UFC</a:t>
                </a:r>
                <a:r>
                  <a:rPr lang="zh-CN" altLang="en-US" sz="1800" dirty="0"/>
                  <a:t>（未调整的功能点数）。</a:t>
                </a:r>
                <a:endParaRPr lang="en-US" altLang="zh-CN" sz="1800" dirty="0"/>
              </a:p>
              <a:p>
                <a:pPr lvl="1" eaLnBrk="1" hangingPunct="1">
                  <a:lnSpc>
                    <a:spcPct val="130000"/>
                  </a:lnSpc>
                </a:pPr>
                <a:endParaRPr lang="en-US" altLang="zh-CN" sz="1800" dirty="0"/>
              </a:p>
              <a:p>
                <a:pPr lvl="1" eaLnBrk="1" hangingPunct="1">
                  <a:lnSpc>
                    <a:spcPct val="130000"/>
                  </a:lnSpc>
                </a:pPr>
                <a:endParaRPr lang="en-US" altLang="zh-CN" sz="1800" dirty="0"/>
              </a:p>
              <a:p>
                <a:pPr lvl="1" eaLnBrk="1" hangingPunct="1">
                  <a:lnSpc>
                    <a:spcPct val="130000"/>
                  </a:lnSpc>
                </a:pPr>
                <a:endParaRPr lang="en-US" altLang="zh-CN" sz="1800" dirty="0"/>
              </a:p>
              <a:p>
                <a:pPr lvl="1" eaLnBrk="1" hangingPunct="1">
                  <a:lnSpc>
                    <a:spcPct val="130000"/>
                  </a:lnSpc>
                </a:pPr>
                <a:endParaRPr lang="en-US" altLang="zh-CN" sz="1800" dirty="0"/>
              </a:p>
              <a:p>
                <a:pPr lvl="1" eaLnBrk="1" hangingPunct="1">
                  <a:lnSpc>
                    <a:spcPct val="130000"/>
                  </a:lnSpc>
                </a:pPr>
                <a:endParaRPr lang="en-US" altLang="zh-CN" sz="1800" dirty="0"/>
              </a:p>
              <a:p>
                <a:pPr lvl="1" eaLnBrk="1" hangingPunct="1">
                  <a:lnSpc>
                    <a:spcPct val="130000"/>
                  </a:lnSpc>
                </a:pPr>
                <a:endParaRPr lang="en-US" altLang="zh-CN" sz="1800" dirty="0"/>
              </a:p>
              <a:p>
                <a:pPr lvl="1" eaLnBrk="1" hangingPunct="1">
                  <a:lnSpc>
                    <a:spcPct val="130000"/>
                  </a:lnSpc>
                </a:pPr>
                <a:endParaRPr lang="en-US" altLang="zh-CN" sz="1800" dirty="0"/>
              </a:p>
              <a:p>
                <a:pPr lvl="8">
                  <a:lnSpc>
                    <a:spcPct val="130000"/>
                  </a:lnSpc>
                </a:pPr>
                <a14:m>
                  <m:oMath xmlns:m="http://schemas.openxmlformats.org/officeDocument/2006/math">
                    <m:r>
                      <a:rPr lang="en-US" altLang="zh-CN" b="1" i="1" smtClean="0">
                        <a:latin typeface="Cambria Math" panose="02040503050406030204" pitchFamily="18" charset="0"/>
                      </a:rPr>
                      <m:t>𝑼𝑭𝑪</m:t>
                    </m:r>
                    <m:r>
                      <a:rPr lang="en-US" altLang="zh-CN" b="1" i="1" smtClean="0">
                        <a:latin typeface="Cambria Math" panose="02040503050406030204" pitchFamily="18" charset="0"/>
                      </a:rPr>
                      <m:t>=</m:t>
                    </m:r>
                    <m:nary>
                      <m:naryPr>
                        <m:chr m:val="∑"/>
                        <m:ctrlPr>
                          <a:rPr lang="en-US" altLang="zh-CN" b="1" i="1" smtClean="0">
                            <a:latin typeface="Cambria Math" panose="02040503050406030204" pitchFamily="18" charset="0"/>
                          </a:rPr>
                        </m:ctrlPr>
                      </m:naryPr>
                      <m:sub>
                        <m:r>
                          <m:rPr>
                            <m:sty m:val="p"/>
                            <m:brk m:alnAt="23"/>
                          </m:rPr>
                          <a:rPr lang="en-US" altLang="zh-CN" i="1">
                            <a:latin typeface="Cambria Math" panose="02040503050406030204" pitchFamily="18" charset="0"/>
                          </a:rPr>
                          <m:t>i</m:t>
                        </m:r>
                        <m:r>
                          <m:rPr>
                            <m:brk m:alnAt="23"/>
                          </m:rPr>
                          <a:rPr lang="en-US" altLang="zh-CN" b="1" i="1" smtClean="0">
                            <a:latin typeface="Cambria Math" panose="02040503050406030204" pitchFamily="18" charset="0"/>
                          </a:rPr>
                          <m:t>=</m:t>
                        </m:r>
                        <m:r>
                          <a:rPr lang="en-US" altLang="zh-CN" b="1" i="1" smtClean="0">
                            <a:latin typeface="Cambria Math" panose="02040503050406030204" pitchFamily="18" charset="0"/>
                          </a:rPr>
                          <m:t>𝟏</m:t>
                        </m:r>
                      </m:sub>
                      <m:sup>
                        <m:r>
                          <a:rPr lang="en-US" altLang="zh-CN" b="1" i="1" smtClean="0">
                            <a:latin typeface="Cambria Math" panose="02040503050406030204" pitchFamily="18" charset="0"/>
                          </a:rPr>
                          <m:t>𝟓</m:t>
                        </m:r>
                      </m:sup>
                      <m:e>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𝑵</m:t>
                            </m:r>
                          </m:e>
                          <m:sub>
                            <m:r>
                              <a:rPr lang="en-US" altLang="zh-CN" b="1" i="1" smtClean="0">
                                <a:latin typeface="Cambria Math" panose="02040503050406030204" pitchFamily="18" charset="0"/>
                              </a:rPr>
                              <m:t>𝒊</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𝑾</m:t>
                            </m:r>
                          </m:e>
                          <m:sub>
                            <m:r>
                              <a:rPr lang="en-US" altLang="zh-CN" b="1" i="1" smtClean="0">
                                <a:latin typeface="Cambria Math" panose="02040503050406030204" pitchFamily="18" charset="0"/>
                              </a:rPr>
                              <m:t>𝒊</m:t>
                            </m:r>
                          </m:sub>
                        </m:sSub>
                      </m:e>
                    </m:nary>
                  </m:oMath>
                </a14:m>
                <a:endParaRPr lang="en-US" altLang="zh-CN" sz="1200" dirty="0"/>
              </a:p>
              <a:p>
                <a:pPr lvl="1" eaLnBrk="1" hangingPunct="1">
                  <a:lnSpc>
                    <a:spcPct val="130000"/>
                  </a:lnSpc>
                </a:pPr>
                <a:endParaRPr lang="en-US" altLang="zh-CN" sz="1800" dirty="0"/>
              </a:p>
              <a:p>
                <a:pPr lvl="1" eaLnBrk="1" hangingPunct="1">
                  <a:lnSpc>
                    <a:spcPct val="130000"/>
                  </a:lnSpc>
                </a:pPr>
                <a:endParaRPr lang="en-US" altLang="zh-CN" sz="1800" dirty="0"/>
              </a:p>
              <a:p>
                <a:pPr lvl="1" eaLnBrk="1" hangingPunct="1">
                  <a:lnSpc>
                    <a:spcPct val="130000"/>
                  </a:lnSpc>
                </a:pPr>
                <a:endParaRPr lang="en-US" altLang="zh-CN" sz="1800" dirty="0"/>
              </a:p>
              <a:p>
                <a:pPr lvl="1" eaLnBrk="1" hangingPunct="1">
                  <a:lnSpc>
                    <a:spcPct val="130000"/>
                  </a:lnSpc>
                </a:pPr>
                <a:endParaRPr lang="en-US" altLang="zh-CN" sz="1800" dirty="0"/>
              </a:p>
            </p:txBody>
          </p:sp>
        </mc:Choice>
        <mc:Fallback xmlns="">
          <p:sp>
            <p:nvSpPr>
              <p:cNvPr id="30723" name="Rectangle 3">
                <a:extLst>
                  <a:ext uri="{FF2B5EF4-FFF2-40B4-BE49-F238E27FC236}">
                    <a16:creationId xmlns:a16="http://schemas.microsoft.com/office/drawing/2014/main" id="{83CF31A2-F7E2-1F41-A309-00F20198B25E}"/>
                  </a:ext>
                </a:extLst>
              </p:cNvPr>
              <p:cNvSpPr>
                <a:spLocks noGrp="1" noRot="1" noChangeAspect="1" noMove="1" noResize="1" noEditPoints="1" noAdjustHandles="1" noChangeArrowheads="1" noChangeShapeType="1" noTextEdit="1"/>
              </p:cNvSpPr>
              <p:nvPr>
                <p:ph type="body" idx="1"/>
              </p:nvPr>
            </p:nvSpPr>
            <p:spPr>
              <a:xfrm>
                <a:off x="755576" y="1916832"/>
                <a:ext cx="7920038" cy="4941168"/>
              </a:xfrm>
              <a:blipFill>
                <a:blip r:embed="rId2"/>
                <a:stretch>
                  <a:fillRect l="-616" b="-11961"/>
                </a:stretch>
              </a:blipFill>
            </p:spPr>
            <p:txBody>
              <a:bodyPr/>
              <a:lstStyle/>
              <a:p>
                <a:r>
                  <a:rPr lang="zh-CN" altLang="en-US">
                    <a:noFill/>
                  </a:rPr>
                  <a:t> </a:t>
                </a:r>
              </a:p>
            </p:txBody>
          </p:sp>
        </mc:Fallback>
      </mc:AlternateContent>
      <p:graphicFrame>
        <p:nvGraphicFramePr>
          <p:cNvPr id="2" name="表格 2">
            <a:extLst>
              <a:ext uri="{FF2B5EF4-FFF2-40B4-BE49-F238E27FC236}">
                <a16:creationId xmlns:a16="http://schemas.microsoft.com/office/drawing/2014/main" id="{1EE41615-12FF-4728-6FA2-96BF3CE84C20}"/>
              </a:ext>
            </a:extLst>
          </p:cNvPr>
          <p:cNvGraphicFramePr>
            <a:graphicFrameLocks noGrp="1"/>
          </p:cNvGraphicFramePr>
          <p:nvPr>
            <p:extLst>
              <p:ext uri="{D42A27DB-BD31-4B8C-83A1-F6EECF244321}">
                <p14:modId xmlns:p14="http://schemas.microsoft.com/office/powerpoint/2010/main" val="542903360"/>
              </p:ext>
            </p:extLst>
          </p:nvPr>
        </p:nvGraphicFramePr>
        <p:xfrm>
          <a:off x="1763688" y="3501008"/>
          <a:ext cx="6096000" cy="259588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275090252"/>
                    </a:ext>
                  </a:extLst>
                </a:gridCol>
                <a:gridCol w="1524000">
                  <a:extLst>
                    <a:ext uri="{9D8B030D-6E8A-4147-A177-3AD203B41FA5}">
                      <a16:colId xmlns:a16="http://schemas.microsoft.com/office/drawing/2014/main" val="1053367824"/>
                    </a:ext>
                  </a:extLst>
                </a:gridCol>
                <a:gridCol w="1524000">
                  <a:extLst>
                    <a:ext uri="{9D8B030D-6E8A-4147-A177-3AD203B41FA5}">
                      <a16:colId xmlns:a16="http://schemas.microsoft.com/office/drawing/2014/main" val="1847867376"/>
                    </a:ext>
                  </a:extLst>
                </a:gridCol>
                <a:gridCol w="1524000">
                  <a:extLst>
                    <a:ext uri="{9D8B030D-6E8A-4147-A177-3AD203B41FA5}">
                      <a16:colId xmlns:a16="http://schemas.microsoft.com/office/drawing/2014/main" val="962659998"/>
                    </a:ext>
                  </a:extLst>
                </a:gridCol>
              </a:tblGrid>
              <a:tr h="370840">
                <a:tc rowSpan="2">
                  <a:txBody>
                    <a:bodyPr/>
                    <a:lstStyle/>
                    <a:p>
                      <a:pPr algn="ctr"/>
                      <a:r>
                        <a:rPr lang="zh-CN" altLang="en-US" dirty="0"/>
                        <a:t>功能项</a:t>
                      </a:r>
                    </a:p>
                  </a:txBody>
                  <a:tcPr/>
                </a:tc>
                <a:tc gridSpan="3">
                  <a:txBody>
                    <a:bodyPr/>
                    <a:lstStyle/>
                    <a:p>
                      <a:pPr algn="ctr"/>
                      <a:r>
                        <a:rPr lang="zh-CN" altLang="en-US" dirty="0"/>
                        <a:t>权重</a:t>
                      </a:r>
                    </a:p>
                  </a:txBody>
                  <a:tcPr/>
                </a:tc>
                <a:tc hMerge="1">
                  <a:txBody>
                    <a:bodyPr/>
                    <a:lstStyle/>
                    <a:p>
                      <a:endParaRPr lang="zh-CN" altLang="en-US" dirty="0"/>
                    </a:p>
                  </a:txBody>
                  <a:tcPr/>
                </a:tc>
                <a:tc hMerge="1">
                  <a:txBody>
                    <a:bodyPr/>
                    <a:lstStyle/>
                    <a:p>
                      <a:endParaRPr lang="zh-CN" altLang="en-US" dirty="0"/>
                    </a:p>
                  </a:txBody>
                  <a:tcPr/>
                </a:tc>
                <a:extLst>
                  <a:ext uri="{0D108BD9-81ED-4DB2-BD59-A6C34878D82A}">
                    <a16:rowId xmlns:a16="http://schemas.microsoft.com/office/drawing/2014/main" val="2197765715"/>
                  </a:ext>
                </a:extLst>
              </a:tr>
              <a:tr h="370840">
                <a:tc vMerge="1">
                  <a:txBody>
                    <a:bodyPr/>
                    <a:lstStyle/>
                    <a:p>
                      <a:endParaRPr lang="zh-CN" altLang="en-US" dirty="0"/>
                    </a:p>
                  </a:txBody>
                  <a:tcPr/>
                </a:tc>
                <a:tc>
                  <a:txBody>
                    <a:bodyPr/>
                    <a:lstStyle/>
                    <a:p>
                      <a:pPr algn="ctr"/>
                      <a:r>
                        <a:rPr lang="zh-CN" altLang="en-US" dirty="0"/>
                        <a:t>简单</a:t>
                      </a:r>
                    </a:p>
                  </a:txBody>
                  <a:tcPr/>
                </a:tc>
                <a:tc>
                  <a:txBody>
                    <a:bodyPr/>
                    <a:lstStyle/>
                    <a:p>
                      <a:pPr algn="ctr"/>
                      <a:r>
                        <a:rPr lang="zh-CN" altLang="en-US" dirty="0"/>
                        <a:t>一般</a:t>
                      </a:r>
                    </a:p>
                  </a:txBody>
                  <a:tcPr/>
                </a:tc>
                <a:tc>
                  <a:txBody>
                    <a:bodyPr/>
                    <a:lstStyle/>
                    <a:p>
                      <a:pPr algn="ctr"/>
                      <a:r>
                        <a:rPr lang="zh-CN" altLang="en-US" dirty="0"/>
                        <a:t>复杂</a:t>
                      </a:r>
                    </a:p>
                  </a:txBody>
                  <a:tcPr/>
                </a:tc>
                <a:extLst>
                  <a:ext uri="{0D108BD9-81ED-4DB2-BD59-A6C34878D82A}">
                    <a16:rowId xmlns:a16="http://schemas.microsoft.com/office/drawing/2014/main" val="925348721"/>
                  </a:ext>
                </a:extLst>
              </a:tr>
              <a:tr h="370840">
                <a:tc>
                  <a:txBody>
                    <a:bodyPr/>
                    <a:lstStyle/>
                    <a:p>
                      <a:pPr algn="ctr"/>
                      <a:r>
                        <a:rPr lang="zh-CN" altLang="en-US" dirty="0"/>
                        <a:t>外部输入</a:t>
                      </a:r>
                      <a:r>
                        <a:rPr lang="en-US" altLang="zh-CN" dirty="0"/>
                        <a:t>W1</a:t>
                      </a:r>
                      <a:endParaRPr lang="zh-CN" altLang="en-US" dirty="0"/>
                    </a:p>
                  </a:txBody>
                  <a:tcPr/>
                </a:tc>
                <a:tc>
                  <a:txBody>
                    <a:bodyPr/>
                    <a:lstStyle/>
                    <a:p>
                      <a:pPr algn="ctr"/>
                      <a:r>
                        <a:rPr lang="en-US" altLang="zh-CN" dirty="0"/>
                        <a:t>3</a:t>
                      </a:r>
                      <a:endParaRPr lang="zh-CN" altLang="en-US" dirty="0"/>
                    </a:p>
                  </a:txBody>
                  <a:tcPr/>
                </a:tc>
                <a:tc>
                  <a:txBody>
                    <a:bodyPr/>
                    <a:lstStyle/>
                    <a:p>
                      <a:pPr algn="ctr"/>
                      <a:r>
                        <a:rPr lang="en-US" altLang="zh-CN" dirty="0"/>
                        <a:t>4</a:t>
                      </a:r>
                      <a:endParaRPr lang="zh-CN" altLang="en-US" dirty="0"/>
                    </a:p>
                  </a:txBody>
                  <a:tcPr/>
                </a:tc>
                <a:tc>
                  <a:txBody>
                    <a:bodyPr/>
                    <a:lstStyle/>
                    <a:p>
                      <a:pPr algn="ctr"/>
                      <a:r>
                        <a:rPr lang="en-US" altLang="zh-CN" dirty="0"/>
                        <a:t>6</a:t>
                      </a:r>
                      <a:endParaRPr lang="zh-CN" altLang="en-US" dirty="0"/>
                    </a:p>
                  </a:txBody>
                  <a:tcPr/>
                </a:tc>
                <a:extLst>
                  <a:ext uri="{0D108BD9-81ED-4DB2-BD59-A6C34878D82A}">
                    <a16:rowId xmlns:a16="http://schemas.microsoft.com/office/drawing/2014/main" val="185556129"/>
                  </a:ext>
                </a:extLst>
              </a:tr>
              <a:tr h="370840">
                <a:tc>
                  <a:txBody>
                    <a:bodyPr/>
                    <a:lstStyle/>
                    <a:p>
                      <a:pPr algn="ctr"/>
                      <a:r>
                        <a:rPr lang="zh-CN" altLang="en-US" dirty="0"/>
                        <a:t>外部输出</a:t>
                      </a:r>
                      <a:r>
                        <a:rPr lang="en-US" altLang="zh-CN" dirty="0"/>
                        <a:t>W2</a:t>
                      </a:r>
                      <a:endParaRPr lang="zh-CN" altLang="en-US" dirty="0"/>
                    </a:p>
                  </a:txBody>
                  <a:tcPr/>
                </a:tc>
                <a:tc>
                  <a:txBody>
                    <a:bodyPr/>
                    <a:lstStyle/>
                    <a:p>
                      <a:pPr algn="ctr"/>
                      <a:r>
                        <a:rPr lang="en-US" altLang="zh-CN" dirty="0"/>
                        <a:t>4</a:t>
                      </a:r>
                      <a:endParaRPr lang="zh-CN" altLang="en-US" dirty="0"/>
                    </a:p>
                  </a:txBody>
                  <a:tcPr/>
                </a:tc>
                <a:tc>
                  <a:txBody>
                    <a:bodyPr/>
                    <a:lstStyle/>
                    <a:p>
                      <a:pPr algn="ctr"/>
                      <a:r>
                        <a:rPr lang="en-US" altLang="zh-CN" dirty="0"/>
                        <a:t>5</a:t>
                      </a:r>
                      <a:endParaRPr lang="zh-CN" altLang="en-US" dirty="0"/>
                    </a:p>
                  </a:txBody>
                  <a:tcPr/>
                </a:tc>
                <a:tc>
                  <a:txBody>
                    <a:bodyPr/>
                    <a:lstStyle/>
                    <a:p>
                      <a:pPr algn="ctr"/>
                      <a:r>
                        <a:rPr lang="en-US" altLang="zh-CN" dirty="0"/>
                        <a:t>7</a:t>
                      </a:r>
                      <a:endParaRPr lang="zh-CN" altLang="en-US" dirty="0"/>
                    </a:p>
                  </a:txBody>
                  <a:tcPr/>
                </a:tc>
                <a:extLst>
                  <a:ext uri="{0D108BD9-81ED-4DB2-BD59-A6C34878D82A}">
                    <a16:rowId xmlns:a16="http://schemas.microsoft.com/office/drawing/2014/main" val="202170658"/>
                  </a:ext>
                </a:extLst>
              </a:tr>
              <a:tr h="370840">
                <a:tc>
                  <a:txBody>
                    <a:bodyPr/>
                    <a:lstStyle/>
                    <a:p>
                      <a:pPr algn="ctr"/>
                      <a:r>
                        <a:rPr lang="zh-CN" altLang="en-US" dirty="0"/>
                        <a:t>外部查询</a:t>
                      </a:r>
                      <a:r>
                        <a:rPr lang="en-US" altLang="zh-CN" dirty="0"/>
                        <a:t>W3</a:t>
                      </a:r>
                      <a:endParaRPr lang="zh-CN" altLang="en-US" dirty="0"/>
                    </a:p>
                  </a:txBody>
                  <a:tcPr/>
                </a:tc>
                <a:tc>
                  <a:txBody>
                    <a:bodyPr/>
                    <a:lstStyle/>
                    <a:p>
                      <a:pPr algn="ctr"/>
                      <a:r>
                        <a:rPr lang="en-US" altLang="zh-CN" dirty="0"/>
                        <a:t>3</a:t>
                      </a:r>
                      <a:endParaRPr lang="zh-CN" altLang="en-US" dirty="0"/>
                    </a:p>
                  </a:txBody>
                  <a:tcPr/>
                </a:tc>
                <a:tc>
                  <a:txBody>
                    <a:bodyPr/>
                    <a:lstStyle/>
                    <a:p>
                      <a:pPr algn="ctr"/>
                      <a:r>
                        <a:rPr lang="en-US" altLang="zh-CN" dirty="0"/>
                        <a:t>4</a:t>
                      </a:r>
                      <a:endParaRPr lang="zh-CN" altLang="en-US" dirty="0"/>
                    </a:p>
                  </a:txBody>
                  <a:tcPr/>
                </a:tc>
                <a:tc>
                  <a:txBody>
                    <a:bodyPr/>
                    <a:lstStyle/>
                    <a:p>
                      <a:pPr algn="ctr"/>
                      <a:r>
                        <a:rPr lang="en-US" altLang="zh-CN" dirty="0"/>
                        <a:t>6</a:t>
                      </a:r>
                      <a:endParaRPr lang="zh-CN" altLang="en-US" dirty="0"/>
                    </a:p>
                  </a:txBody>
                  <a:tcPr/>
                </a:tc>
                <a:extLst>
                  <a:ext uri="{0D108BD9-81ED-4DB2-BD59-A6C34878D82A}">
                    <a16:rowId xmlns:a16="http://schemas.microsoft.com/office/drawing/2014/main" val="626092299"/>
                  </a:ext>
                </a:extLst>
              </a:tr>
              <a:tr h="370840">
                <a:tc>
                  <a:txBody>
                    <a:bodyPr/>
                    <a:lstStyle/>
                    <a:p>
                      <a:pPr algn="ctr"/>
                      <a:r>
                        <a:rPr lang="zh-CN" altLang="en-US" dirty="0"/>
                        <a:t>外部文件</a:t>
                      </a:r>
                      <a:r>
                        <a:rPr lang="en-US" altLang="zh-CN" dirty="0"/>
                        <a:t>W4</a:t>
                      </a:r>
                      <a:endParaRPr lang="zh-CN" altLang="en-US" dirty="0"/>
                    </a:p>
                  </a:txBody>
                  <a:tcPr/>
                </a:tc>
                <a:tc>
                  <a:txBody>
                    <a:bodyPr/>
                    <a:lstStyle/>
                    <a:p>
                      <a:pPr algn="ctr"/>
                      <a:r>
                        <a:rPr lang="en-US" altLang="zh-CN" dirty="0"/>
                        <a:t>7</a:t>
                      </a:r>
                      <a:endParaRPr lang="zh-CN" altLang="en-US" dirty="0"/>
                    </a:p>
                  </a:txBody>
                  <a:tcPr/>
                </a:tc>
                <a:tc>
                  <a:txBody>
                    <a:bodyPr/>
                    <a:lstStyle/>
                    <a:p>
                      <a:pPr algn="ctr"/>
                      <a:r>
                        <a:rPr lang="en-US" altLang="zh-CN" dirty="0"/>
                        <a:t>10</a:t>
                      </a:r>
                      <a:endParaRPr lang="zh-CN" altLang="en-US" dirty="0"/>
                    </a:p>
                  </a:txBody>
                  <a:tcPr/>
                </a:tc>
                <a:tc>
                  <a:txBody>
                    <a:bodyPr/>
                    <a:lstStyle/>
                    <a:p>
                      <a:pPr algn="ctr"/>
                      <a:r>
                        <a:rPr lang="en-US" altLang="zh-CN" dirty="0"/>
                        <a:t>15</a:t>
                      </a:r>
                      <a:endParaRPr lang="zh-CN" altLang="en-US" dirty="0"/>
                    </a:p>
                  </a:txBody>
                  <a:tcPr/>
                </a:tc>
                <a:extLst>
                  <a:ext uri="{0D108BD9-81ED-4DB2-BD59-A6C34878D82A}">
                    <a16:rowId xmlns:a16="http://schemas.microsoft.com/office/drawing/2014/main" val="1075506402"/>
                  </a:ext>
                </a:extLst>
              </a:tr>
              <a:tr h="370840">
                <a:tc>
                  <a:txBody>
                    <a:bodyPr/>
                    <a:lstStyle/>
                    <a:p>
                      <a:pPr algn="ctr"/>
                      <a:r>
                        <a:rPr lang="zh-CN" altLang="en-US" dirty="0"/>
                        <a:t>内部文件</a:t>
                      </a:r>
                      <a:r>
                        <a:rPr lang="en-US" altLang="zh-CN" dirty="0"/>
                        <a:t>W5</a:t>
                      </a:r>
                      <a:endParaRPr lang="zh-CN" altLang="en-US" dirty="0"/>
                    </a:p>
                  </a:txBody>
                  <a:tcPr/>
                </a:tc>
                <a:tc>
                  <a:txBody>
                    <a:bodyPr/>
                    <a:lstStyle/>
                    <a:p>
                      <a:pPr algn="ctr"/>
                      <a:r>
                        <a:rPr lang="en-US" altLang="zh-CN" dirty="0"/>
                        <a:t>5</a:t>
                      </a:r>
                      <a:endParaRPr lang="zh-CN" altLang="en-US" dirty="0"/>
                    </a:p>
                  </a:txBody>
                  <a:tcPr/>
                </a:tc>
                <a:tc>
                  <a:txBody>
                    <a:bodyPr/>
                    <a:lstStyle/>
                    <a:p>
                      <a:pPr algn="ctr"/>
                      <a:r>
                        <a:rPr lang="en-US" altLang="zh-CN" dirty="0"/>
                        <a:t>7</a:t>
                      </a:r>
                      <a:endParaRPr lang="zh-CN" altLang="en-US" dirty="0"/>
                    </a:p>
                  </a:txBody>
                  <a:tcPr/>
                </a:tc>
                <a:tc>
                  <a:txBody>
                    <a:bodyPr/>
                    <a:lstStyle/>
                    <a:p>
                      <a:pPr algn="ctr"/>
                      <a:r>
                        <a:rPr lang="en-US" altLang="zh-CN" dirty="0"/>
                        <a:t>10</a:t>
                      </a:r>
                      <a:endParaRPr lang="zh-CN" altLang="en-US" dirty="0"/>
                    </a:p>
                  </a:txBody>
                  <a:tcPr/>
                </a:tc>
                <a:extLst>
                  <a:ext uri="{0D108BD9-81ED-4DB2-BD59-A6C34878D82A}">
                    <a16:rowId xmlns:a16="http://schemas.microsoft.com/office/drawing/2014/main" val="2163846799"/>
                  </a:ext>
                </a:extLst>
              </a:tr>
            </a:tbl>
          </a:graphicData>
        </a:graphic>
      </p:graphicFrame>
    </p:spTree>
    <p:extLst>
      <p:ext uri="{BB962C8B-B14F-4D97-AF65-F5344CB8AC3E}">
        <p14:creationId xmlns:p14="http://schemas.microsoft.com/office/powerpoint/2010/main" val="3118341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8A335300-6131-70DC-4D06-3C698E9330C5}"/>
              </a:ext>
            </a:extLst>
          </p:cNvPr>
          <p:cNvSpPr>
            <a:spLocks noGrp="1" noChangeArrowheads="1"/>
          </p:cNvSpPr>
          <p:nvPr>
            <p:ph type="title"/>
          </p:nvPr>
        </p:nvSpPr>
        <p:spPr/>
        <p:txBody>
          <a:bodyPr/>
          <a:lstStyle/>
          <a:p>
            <a:pPr eaLnBrk="1" hangingPunct="1"/>
            <a:r>
              <a:rPr kumimoji="1" lang="zh-CN" altLang="en-US"/>
              <a:t>软件项目规模估算</a:t>
            </a:r>
          </a:p>
        </p:txBody>
      </p:sp>
      <mc:AlternateContent xmlns:mc="http://schemas.openxmlformats.org/markup-compatibility/2006" xmlns:a14="http://schemas.microsoft.com/office/drawing/2010/main">
        <mc:Choice Requires="a14">
          <p:sp>
            <p:nvSpPr>
              <p:cNvPr id="30723" name="Rectangle 3">
                <a:extLst>
                  <a:ext uri="{FF2B5EF4-FFF2-40B4-BE49-F238E27FC236}">
                    <a16:creationId xmlns:a16="http://schemas.microsoft.com/office/drawing/2014/main" id="{83CF31A2-F7E2-1F41-A309-00F20198B25E}"/>
                  </a:ext>
                </a:extLst>
              </p:cNvPr>
              <p:cNvSpPr>
                <a:spLocks noGrp="1" noChangeArrowheads="1"/>
              </p:cNvSpPr>
              <p:nvPr>
                <p:ph type="body" idx="1"/>
              </p:nvPr>
            </p:nvSpPr>
            <p:spPr>
              <a:xfrm>
                <a:off x="755650" y="2205038"/>
                <a:ext cx="7920038" cy="4652962"/>
              </a:xfrm>
            </p:spPr>
            <p:txBody>
              <a:bodyPr/>
              <a:lstStyle/>
              <a:p>
                <a:pPr eaLnBrk="1" hangingPunct="1">
                  <a:lnSpc>
                    <a:spcPct val="130000"/>
                  </a:lnSpc>
                </a:pPr>
                <a:r>
                  <a:rPr lang="en-US" altLang="zh-CN" sz="2000" dirty="0">
                    <a:solidFill>
                      <a:schemeClr val="accent2"/>
                    </a:solidFill>
                  </a:rPr>
                  <a:t>2.</a:t>
                </a:r>
                <a:r>
                  <a:rPr lang="zh-CN" altLang="en-US" sz="2000" dirty="0">
                    <a:solidFill>
                      <a:schemeClr val="accent2"/>
                    </a:solidFill>
                  </a:rPr>
                  <a:t> </a:t>
                </a:r>
                <a:r>
                  <a:rPr lang="en-US" altLang="zh-CN" sz="2000" dirty="0">
                    <a:solidFill>
                      <a:schemeClr val="accent2"/>
                    </a:solidFill>
                  </a:rPr>
                  <a:t>FP</a:t>
                </a:r>
                <a:r>
                  <a:rPr lang="zh-CN" altLang="en-US" sz="2000" dirty="0">
                    <a:solidFill>
                      <a:schemeClr val="accent2"/>
                    </a:solidFill>
                  </a:rPr>
                  <a:t>（</a:t>
                </a:r>
                <a:r>
                  <a:rPr lang="en-US" altLang="zh-CN" sz="2000" dirty="0">
                    <a:solidFill>
                      <a:schemeClr val="accent2"/>
                    </a:solidFill>
                  </a:rPr>
                  <a:t>Function Point</a:t>
                </a:r>
                <a:r>
                  <a:rPr lang="zh-CN" altLang="en-US" sz="2000" dirty="0">
                    <a:solidFill>
                      <a:schemeClr val="accent2"/>
                    </a:solidFill>
                  </a:rPr>
                  <a:t>）</a:t>
                </a:r>
                <a:r>
                  <a:rPr lang="zh-CN" altLang="en-US" sz="2000" dirty="0">
                    <a:solidFill>
                      <a:schemeClr val="accent2"/>
                    </a:solidFill>
                    <a:ea typeface="黑体" panose="02010609060101010101" pitchFamily="49" charset="-122"/>
                  </a:rPr>
                  <a:t>估算法   </a:t>
                </a:r>
                <a:endParaRPr lang="en-US" altLang="zh-CN" sz="2000" dirty="0">
                  <a:solidFill>
                    <a:schemeClr val="accent2"/>
                  </a:solidFill>
                  <a:ea typeface="黑体" panose="02010609060101010101" pitchFamily="49" charset="-122"/>
                </a:endParaRPr>
              </a:p>
              <a:p>
                <a:pPr lvl="1" eaLnBrk="1" hangingPunct="1">
                  <a:lnSpc>
                    <a:spcPct val="130000"/>
                  </a:lnSpc>
                </a:pPr>
                <a:r>
                  <a:rPr lang="zh-CN" altLang="en-US" sz="1800" dirty="0"/>
                  <a:t>（</a:t>
                </a:r>
                <a:r>
                  <a:rPr lang="en-US" altLang="zh-CN" sz="1800" dirty="0"/>
                  <a:t>3</a:t>
                </a:r>
                <a:r>
                  <a:rPr lang="zh-CN" altLang="en-US" sz="1800" dirty="0"/>
                  <a:t>）计算</a:t>
                </a:r>
                <a:r>
                  <a:rPr lang="en-US" altLang="zh-CN" sz="1800" dirty="0"/>
                  <a:t>TCF</a:t>
                </a:r>
                <a:r>
                  <a:rPr lang="zh-CN" altLang="en-US" sz="1800" dirty="0"/>
                  <a:t>：技术复杂度因子</a:t>
                </a:r>
                <a:r>
                  <a:rPr lang="en-US" altLang="zh-CN" sz="1800" dirty="0"/>
                  <a:t>TCF</a:t>
                </a:r>
                <a:r>
                  <a:rPr lang="zh-CN" altLang="en-US" sz="1800" dirty="0"/>
                  <a:t>共有</a:t>
                </a:r>
                <a:r>
                  <a:rPr lang="en-US" altLang="zh-CN" sz="1800" dirty="0"/>
                  <a:t>14</a:t>
                </a:r>
                <a:r>
                  <a:rPr lang="zh-CN" altLang="en-US" sz="1800" dirty="0"/>
                  <a:t>个组成部分，即</a:t>
                </a:r>
                <a:r>
                  <a:rPr lang="en-US" altLang="zh-CN" sz="1800" dirty="0"/>
                  <a:t>F1-F14</a:t>
                </a:r>
                <a:r>
                  <a:rPr lang="zh-CN" altLang="en-US" sz="1800" dirty="0"/>
                  <a:t>。每个组成部分按照其对系统的重要成都分为</a:t>
                </a:r>
                <a:r>
                  <a:rPr lang="en-US" altLang="zh-CN" sz="1800" dirty="0"/>
                  <a:t>6</a:t>
                </a:r>
                <a:r>
                  <a:rPr lang="zh-CN" altLang="en-US" sz="1800" dirty="0"/>
                  <a:t>个级别：无影响、影响很小、有一定影响、重要、比较重要、很重要；相应地赋予数值</a:t>
                </a:r>
                <a:r>
                  <a:rPr lang="en-US" altLang="zh-CN" sz="1800" dirty="0"/>
                  <a:t>0</a:t>
                </a:r>
                <a:r>
                  <a:rPr lang="zh-CN" altLang="en-US" sz="1800" dirty="0"/>
                  <a:t>，</a:t>
                </a:r>
                <a:r>
                  <a:rPr lang="en-US" altLang="zh-CN" sz="1800" dirty="0"/>
                  <a:t>1</a:t>
                </a:r>
                <a:r>
                  <a:rPr lang="zh-CN" altLang="en-US" sz="1800" dirty="0"/>
                  <a:t>，</a:t>
                </a:r>
                <a:r>
                  <a:rPr lang="en-US" altLang="zh-CN" sz="1800" dirty="0"/>
                  <a:t>2</a:t>
                </a:r>
                <a:r>
                  <a:rPr lang="zh-CN" altLang="en-US" sz="1800" dirty="0"/>
                  <a:t>，</a:t>
                </a:r>
                <a:r>
                  <a:rPr lang="en-US" altLang="zh-CN" sz="1800" dirty="0"/>
                  <a:t>3</a:t>
                </a:r>
                <a:r>
                  <a:rPr lang="zh-CN" altLang="en-US" sz="1800" dirty="0"/>
                  <a:t>，</a:t>
                </a:r>
                <a:r>
                  <a:rPr lang="en-US" altLang="zh-CN" sz="1800" dirty="0"/>
                  <a:t>4</a:t>
                </a:r>
                <a:r>
                  <a:rPr lang="zh-CN" altLang="en-US" sz="1800" dirty="0"/>
                  <a:t>，</a:t>
                </a:r>
                <a:r>
                  <a:rPr lang="en-US" altLang="zh-CN" sz="1800" dirty="0"/>
                  <a:t>5</a:t>
                </a:r>
              </a:p>
              <a:p>
                <a:pPr lvl="1" eaLnBrk="1" hangingPunct="1">
                  <a:lnSpc>
                    <a:spcPct val="130000"/>
                  </a:lnSpc>
                </a:pPr>
                <a:endParaRPr lang="en-US" altLang="zh-CN" sz="1800" dirty="0"/>
              </a:p>
              <a:p>
                <a:pPr lvl="1" eaLnBrk="1" hangingPunct="1">
                  <a:lnSpc>
                    <a:spcPct val="130000"/>
                  </a:lnSpc>
                  <a:spcBef>
                    <a:spcPct val="0"/>
                  </a:spcBef>
                </a:pPr>
                <a:r>
                  <a:rPr lang="en-US" altLang="zh-CN" sz="1800" dirty="0"/>
                  <a:t>                                                         </a:t>
                </a:r>
                <a14:m>
                  <m:oMath xmlns:m="http://schemas.openxmlformats.org/officeDocument/2006/math">
                    <m:r>
                      <a:rPr lang="en-US" altLang="zh-CN" sz="1800" b="1" i="1" smtClean="0">
                        <a:latin typeface="Cambria Math" panose="02040503050406030204" pitchFamily="18" charset="0"/>
                      </a:rPr>
                      <m:t>𝑻𝑪𝑭</m:t>
                    </m:r>
                    <m:r>
                      <a:rPr lang="en-US" altLang="zh-CN" sz="1800" b="1" i="1" smtClean="0">
                        <a:latin typeface="Cambria Math" panose="02040503050406030204" pitchFamily="18" charset="0"/>
                      </a:rPr>
                      <m:t>=</m:t>
                    </m:r>
                    <m:r>
                      <a:rPr lang="en-US" altLang="zh-CN" sz="1800" b="1" i="1" smtClean="0">
                        <a:latin typeface="Cambria Math" panose="02040503050406030204" pitchFamily="18" charset="0"/>
                      </a:rPr>
                      <m:t>𝟎</m:t>
                    </m:r>
                    <m:r>
                      <a:rPr lang="en-US" altLang="zh-CN" sz="1800" b="1" i="1" smtClean="0">
                        <a:latin typeface="Cambria Math" panose="02040503050406030204" pitchFamily="18" charset="0"/>
                      </a:rPr>
                      <m:t>.</m:t>
                    </m:r>
                    <m:r>
                      <a:rPr lang="en-US" altLang="zh-CN" sz="1800" b="1" i="1" smtClean="0">
                        <a:latin typeface="Cambria Math" panose="02040503050406030204" pitchFamily="18" charset="0"/>
                      </a:rPr>
                      <m:t>𝟔𝟓</m:t>
                    </m:r>
                    <m:r>
                      <a:rPr lang="en-US" altLang="zh-CN" sz="1800" b="1" i="1" smtClean="0">
                        <a:latin typeface="Cambria Math" panose="02040503050406030204" pitchFamily="18" charset="0"/>
                      </a:rPr>
                      <m:t>+</m:t>
                    </m:r>
                    <m:r>
                      <a:rPr lang="en-US" altLang="zh-CN" sz="1800" b="1" i="1" smtClean="0">
                        <a:latin typeface="Cambria Math" panose="02040503050406030204" pitchFamily="18" charset="0"/>
                      </a:rPr>
                      <m:t>𝟎</m:t>
                    </m:r>
                    <m:r>
                      <a:rPr lang="en-US" altLang="zh-CN" sz="1800" b="1" i="1" smtClean="0">
                        <a:latin typeface="Cambria Math" panose="02040503050406030204" pitchFamily="18" charset="0"/>
                      </a:rPr>
                      <m:t>.</m:t>
                    </m:r>
                    <m:r>
                      <a:rPr lang="en-US" altLang="zh-CN" sz="1800" b="1" i="1" smtClean="0">
                        <a:latin typeface="Cambria Math" panose="02040503050406030204" pitchFamily="18" charset="0"/>
                      </a:rPr>
                      <m:t>𝟎𝟏</m:t>
                    </m:r>
                    <m:r>
                      <a:rPr lang="en-US" altLang="zh-CN" sz="1800" b="1" i="1" smtClean="0">
                        <a:latin typeface="Cambria Math" panose="02040503050406030204" pitchFamily="18" charset="0"/>
                      </a:rPr>
                      <m:t>∗(</m:t>
                    </m:r>
                    <m:r>
                      <a:rPr lang="en-US" altLang="zh-CN" sz="1800" b="1" i="1" smtClean="0">
                        <a:latin typeface="Cambria Math" panose="02040503050406030204" pitchFamily="18" charset="0"/>
                      </a:rPr>
                      <m:t>𝑺𝑼𝑴</m:t>
                    </m:r>
                    <m:r>
                      <a:rPr lang="en-US" altLang="zh-CN" sz="1800" b="1" i="1" smtClean="0">
                        <a:latin typeface="Cambria Math" panose="02040503050406030204" pitchFamily="18" charset="0"/>
                      </a:rPr>
                      <m:t>(</m:t>
                    </m:r>
                    <m:r>
                      <a:rPr lang="en-US" altLang="zh-CN" sz="1800" b="1" i="1" smtClean="0">
                        <a:latin typeface="Cambria Math" panose="02040503050406030204" pitchFamily="18" charset="0"/>
                      </a:rPr>
                      <m:t>𝑭𝒊</m:t>
                    </m:r>
                    <m:r>
                      <a:rPr lang="en-US" altLang="zh-CN" sz="1800" b="1" i="1" smtClean="0">
                        <a:latin typeface="Cambria Math" panose="02040503050406030204" pitchFamily="18" charset="0"/>
                      </a:rPr>
                      <m:t>))</m:t>
                    </m:r>
                  </m:oMath>
                </a14:m>
                <a:endParaRPr lang="en-US" altLang="zh-CN" sz="1600" dirty="0"/>
              </a:p>
            </p:txBody>
          </p:sp>
        </mc:Choice>
        <mc:Fallback xmlns="">
          <p:sp>
            <p:nvSpPr>
              <p:cNvPr id="30723" name="Rectangle 3">
                <a:extLst>
                  <a:ext uri="{FF2B5EF4-FFF2-40B4-BE49-F238E27FC236}">
                    <a16:creationId xmlns:a16="http://schemas.microsoft.com/office/drawing/2014/main" id="{83CF31A2-F7E2-1F41-A309-00F20198B25E}"/>
                  </a:ext>
                </a:extLst>
              </p:cNvPr>
              <p:cNvSpPr>
                <a:spLocks noGrp="1" noRot="1" noChangeAspect="1" noMove="1" noResize="1" noEditPoints="1" noAdjustHandles="1" noChangeArrowheads="1" noChangeShapeType="1" noTextEdit="1"/>
              </p:cNvSpPr>
              <p:nvPr>
                <p:ph type="body" idx="1"/>
              </p:nvPr>
            </p:nvSpPr>
            <p:spPr>
              <a:xfrm>
                <a:off x="755650" y="2205038"/>
                <a:ext cx="7920038" cy="4652962"/>
              </a:xfrm>
              <a:blipFill>
                <a:blip r:embed="rId2"/>
                <a:stretch>
                  <a:fillRect l="-616" r="-2771"/>
                </a:stretch>
              </a:blipFill>
            </p:spPr>
            <p:txBody>
              <a:bodyPr/>
              <a:lstStyle/>
              <a:p>
                <a:r>
                  <a:rPr lang="zh-CN" altLang="en-US">
                    <a:noFill/>
                  </a:rPr>
                  <a:t> </a:t>
                </a:r>
              </a:p>
            </p:txBody>
          </p:sp>
        </mc:Fallback>
      </mc:AlternateContent>
      <p:pic>
        <p:nvPicPr>
          <p:cNvPr id="2" name="图片 2">
            <a:extLst>
              <a:ext uri="{FF2B5EF4-FFF2-40B4-BE49-F238E27FC236}">
                <a16:creationId xmlns:a16="http://schemas.microsoft.com/office/drawing/2014/main" id="{B09064E9-6C3D-40EF-46E3-9D8C8DBB67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4149080"/>
            <a:ext cx="4298950" cy="25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706830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8A335300-6131-70DC-4D06-3C698E9330C5}"/>
              </a:ext>
            </a:extLst>
          </p:cNvPr>
          <p:cNvSpPr>
            <a:spLocks noGrp="1" noChangeArrowheads="1"/>
          </p:cNvSpPr>
          <p:nvPr>
            <p:ph type="title"/>
          </p:nvPr>
        </p:nvSpPr>
        <p:spPr/>
        <p:txBody>
          <a:bodyPr/>
          <a:lstStyle/>
          <a:p>
            <a:pPr eaLnBrk="1" hangingPunct="1"/>
            <a:r>
              <a:rPr kumimoji="1" lang="zh-CN" altLang="en-US"/>
              <a:t>软件项目规模估算</a:t>
            </a:r>
          </a:p>
        </p:txBody>
      </p:sp>
      <mc:AlternateContent xmlns:mc="http://schemas.openxmlformats.org/markup-compatibility/2006" xmlns:a14="http://schemas.microsoft.com/office/drawing/2010/main">
        <mc:Choice Requires="a14">
          <p:sp>
            <p:nvSpPr>
              <p:cNvPr id="30723" name="Rectangle 3">
                <a:extLst>
                  <a:ext uri="{FF2B5EF4-FFF2-40B4-BE49-F238E27FC236}">
                    <a16:creationId xmlns:a16="http://schemas.microsoft.com/office/drawing/2014/main" id="{83CF31A2-F7E2-1F41-A309-00F20198B25E}"/>
                  </a:ext>
                </a:extLst>
              </p:cNvPr>
              <p:cNvSpPr>
                <a:spLocks noGrp="1" noChangeArrowheads="1"/>
              </p:cNvSpPr>
              <p:nvPr>
                <p:ph type="body" idx="1"/>
              </p:nvPr>
            </p:nvSpPr>
            <p:spPr>
              <a:xfrm>
                <a:off x="755650" y="2205038"/>
                <a:ext cx="7920038" cy="4652962"/>
              </a:xfrm>
            </p:spPr>
            <p:txBody>
              <a:bodyPr/>
              <a:lstStyle/>
              <a:p>
                <a:pPr eaLnBrk="1" hangingPunct="1">
                  <a:lnSpc>
                    <a:spcPct val="130000"/>
                  </a:lnSpc>
                </a:pPr>
                <a:r>
                  <a:rPr lang="en-US" altLang="zh-CN" sz="2000" dirty="0">
                    <a:solidFill>
                      <a:schemeClr val="accent2"/>
                    </a:solidFill>
                  </a:rPr>
                  <a:t>2.</a:t>
                </a:r>
                <a:r>
                  <a:rPr lang="zh-CN" altLang="en-US" sz="2000" dirty="0">
                    <a:solidFill>
                      <a:schemeClr val="accent2"/>
                    </a:solidFill>
                  </a:rPr>
                  <a:t> </a:t>
                </a:r>
                <a:r>
                  <a:rPr lang="en-US" altLang="zh-CN" sz="2000" dirty="0">
                    <a:solidFill>
                      <a:schemeClr val="accent2"/>
                    </a:solidFill>
                  </a:rPr>
                  <a:t>FP</a:t>
                </a:r>
                <a:r>
                  <a:rPr lang="zh-CN" altLang="en-US" sz="2000" dirty="0">
                    <a:solidFill>
                      <a:schemeClr val="accent2"/>
                    </a:solidFill>
                  </a:rPr>
                  <a:t>（</a:t>
                </a:r>
                <a:r>
                  <a:rPr lang="en-US" altLang="zh-CN" sz="2000" dirty="0">
                    <a:solidFill>
                      <a:schemeClr val="accent2"/>
                    </a:solidFill>
                  </a:rPr>
                  <a:t>Function Point</a:t>
                </a:r>
                <a:r>
                  <a:rPr lang="zh-CN" altLang="en-US" sz="2000" dirty="0">
                    <a:solidFill>
                      <a:schemeClr val="accent2"/>
                    </a:solidFill>
                  </a:rPr>
                  <a:t>）</a:t>
                </a:r>
                <a:r>
                  <a:rPr lang="zh-CN" altLang="en-US" sz="2000" dirty="0">
                    <a:solidFill>
                      <a:schemeClr val="accent2"/>
                    </a:solidFill>
                    <a:ea typeface="黑体" panose="02010609060101010101" pitchFamily="49" charset="-122"/>
                  </a:rPr>
                  <a:t>估算法   </a:t>
                </a:r>
                <a:endParaRPr lang="en-US" altLang="zh-CN" sz="2000" dirty="0">
                  <a:solidFill>
                    <a:schemeClr val="accent2"/>
                  </a:solidFill>
                  <a:ea typeface="黑体" panose="02010609060101010101" pitchFamily="49" charset="-122"/>
                </a:endParaRPr>
              </a:p>
              <a:p>
                <a:pPr lvl="1" eaLnBrk="1" hangingPunct="1">
                  <a:lnSpc>
                    <a:spcPct val="130000"/>
                  </a:lnSpc>
                  <a:spcBef>
                    <a:spcPct val="0"/>
                  </a:spcBef>
                </a:pPr>
                <a:r>
                  <a:rPr lang="zh-CN" altLang="en-US" sz="1800" dirty="0"/>
                  <a:t>（</a:t>
                </a:r>
                <a:r>
                  <a:rPr lang="en-US" altLang="zh-CN" sz="1800" dirty="0"/>
                  <a:t>4</a:t>
                </a:r>
                <a:r>
                  <a:rPr lang="zh-CN" altLang="en-US" sz="1800" dirty="0"/>
                  <a:t>）计算最终的功能点数：</a:t>
                </a:r>
                <a:endParaRPr lang="en-US" altLang="zh-CN" sz="1800" dirty="0"/>
              </a:p>
              <a:p>
                <a:pPr lvl="1" eaLnBrk="1" hangingPunct="1">
                  <a:lnSpc>
                    <a:spcPct val="130000"/>
                  </a:lnSpc>
                </a:pPr>
                <a14:m>
                  <m:oMath xmlns:m="http://schemas.openxmlformats.org/officeDocument/2006/math">
                    <m:r>
                      <a:rPr lang="en-US" altLang="zh-CN" sz="1800" b="1" i="1" smtClean="0">
                        <a:latin typeface="Cambria Math" panose="02040503050406030204" pitchFamily="18" charset="0"/>
                      </a:rPr>
                      <m:t>𝑭𝑷</m:t>
                    </m:r>
                    <m:r>
                      <a:rPr lang="en-US" altLang="zh-CN" sz="1800" b="1" i="1" smtClean="0">
                        <a:latin typeface="Cambria Math" panose="02040503050406030204" pitchFamily="18" charset="0"/>
                      </a:rPr>
                      <m:t>=</m:t>
                    </m:r>
                    <m:r>
                      <a:rPr lang="en-US" altLang="zh-CN" sz="1800" b="1" i="1" smtClean="0">
                        <a:latin typeface="Cambria Math" panose="02040503050406030204" pitchFamily="18" charset="0"/>
                      </a:rPr>
                      <m:t>𝑼𝑭𝑪</m:t>
                    </m:r>
                    <m:r>
                      <a:rPr lang="en-US" altLang="zh-CN" sz="1800" b="1" i="1" smtClean="0">
                        <a:latin typeface="Cambria Math" panose="02040503050406030204" pitchFamily="18" charset="0"/>
                      </a:rPr>
                      <m:t>∗</m:t>
                    </m:r>
                    <m:r>
                      <a:rPr lang="en-US" altLang="zh-CN" sz="1800" b="1" i="1" smtClean="0">
                        <a:latin typeface="Cambria Math" panose="02040503050406030204" pitchFamily="18" charset="0"/>
                      </a:rPr>
                      <m:t>𝑻𝑪𝑭</m:t>
                    </m:r>
                  </m:oMath>
                </a14:m>
                <a:endParaRPr lang="en-US" altLang="zh-CN" sz="1800" dirty="0"/>
              </a:p>
              <a:p>
                <a:pPr lvl="1" eaLnBrk="1" hangingPunct="1">
                  <a:lnSpc>
                    <a:spcPct val="130000"/>
                  </a:lnSpc>
                </a:pPr>
                <a14:m>
                  <m:oMath xmlns:m="http://schemas.openxmlformats.org/officeDocument/2006/math">
                    <m:r>
                      <a:rPr lang="en-US" altLang="zh-CN" sz="1800" b="1" i="1" smtClean="0">
                        <a:latin typeface="Cambria Math" panose="02040503050406030204" pitchFamily="18" charset="0"/>
                      </a:rPr>
                      <m:t>𝑼𝑭𝑪</m:t>
                    </m:r>
                  </m:oMath>
                </a14:m>
                <a:r>
                  <a:rPr lang="zh-CN" altLang="en-US" sz="1800" dirty="0"/>
                  <a:t>和</a:t>
                </a:r>
                <a14:m>
                  <m:oMath xmlns:m="http://schemas.openxmlformats.org/officeDocument/2006/math">
                    <m:r>
                      <a:rPr lang="en-US" altLang="zh-CN" sz="1800" i="1">
                        <a:latin typeface="Cambria Math" panose="02040503050406030204" pitchFamily="18" charset="0"/>
                      </a:rPr>
                      <m:t>𝑻𝑪𝑭</m:t>
                    </m:r>
                  </m:oMath>
                </a14:m>
                <a:r>
                  <a:rPr lang="zh-CN" altLang="en-US" sz="1800" dirty="0"/>
                  <a:t>皆为前面几个步骤计算所得</a:t>
                </a:r>
                <a:endParaRPr lang="en-US" altLang="zh-CN" sz="1800" dirty="0"/>
              </a:p>
              <a:p>
                <a:pPr lvl="1" eaLnBrk="1" hangingPunct="1">
                  <a:lnSpc>
                    <a:spcPct val="130000"/>
                  </a:lnSpc>
                </a:pPr>
                <a:endParaRPr lang="en-US" altLang="zh-CN" sz="1800" dirty="0"/>
              </a:p>
              <a:p>
                <a:pPr lvl="1" eaLnBrk="1" hangingPunct="1">
                  <a:lnSpc>
                    <a:spcPct val="130000"/>
                  </a:lnSpc>
                </a:pPr>
                <a:r>
                  <a:rPr lang="zh-CN" altLang="en-US" sz="1800" dirty="0"/>
                  <a:t>功能点数有助于在软件项目的早期做出规模估计，但却无法自动度量。一般的做法是在早期的估计中使用功能点，然后依据经验将功能点转化为代码行，再使用代码行继续进行估计。</a:t>
                </a:r>
                <a:endParaRPr lang="en-US" altLang="zh-CN" sz="1800" dirty="0"/>
              </a:p>
              <a:p>
                <a:pPr lvl="1" eaLnBrk="1" hangingPunct="1">
                  <a:lnSpc>
                    <a:spcPct val="130000"/>
                  </a:lnSpc>
                </a:pPr>
                <a:endParaRPr lang="en-US" altLang="zh-CN" sz="1600" dirty="0"/>
              </a:p>
              <a:p>
                <a:pPr lvl="1" eaLnBrk="1" hangingPunct="1">
                  <a:lnSpc>
                    <a:spcPct val="130000"/>
                  </a:lnSpc>
                </a:pPr>
                <a:endParaRPr lang="en-US" altLang="zh-CN" sz="1600" dirty="0"/>
              </a:p>
            </p:txBody>
          </p:sp>
        </mc:Choice>
        <mc:Fallback xmlns="">
          <p:sp>
            <p:nvSpPr>
              <p:cNvPr id="30723" name="Rectangle 3">
                <a:extLst>
                  <a:ext uri="{FF2B5EF4-FFF2-40B4-BE49-F238E27FC236}">
                    <a16:creationId xmlns:a16="http://schemas.microsoft.com/office/drawing/2014/main" id="{83CF31A2-F7E2-1F41-A309-00F20198B25E}"/>
                  </a:ext>
                </a:extLst>
              </p:cNvPr>
              <p:cNvSpPr>
                <a:spLocks noGrp="1" noRot="1" noChangeAspect="1" noMove="1" noResize="1" noEditPoints="1" noAdjustHandles="1" noChangeArrowheads="1" noChangeShapeType="1" noTextEdit="1"/>
              </p:cNvSpPr>
              <p:nvPr>
                <p:ph type="body" idx="1"/>
              </p:nvPr>
            </p:nvSpPr>
            <p:spPr>
              <a:xfrm>
                <a:off x="755650" y="2205038"/>
                <a:ext cx="7920038" cy="4652962"/>
              </a:xfrm>
              <a:blipFill>
                <a:blip r:embed="rId2"/>
                <a:stretch>
                  <a:fillRect l="-616" r="-261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163510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8A335300-6131-70DC-4D06-3C698E9330C5}"/>
              </a:ext>
            </a:extLst>
          </p:cNvPr>
          <p:cNvSpPr>
            <a:spLocks noGrp="1" noChangeArrowheads="1"/>
          </p:cNvSpPr>
          <p:nvPr>
            <p:ph type="title"/>
          </p:nvPr>
        </p:nvSpPr>
        <p:spPr/>
        <p:txBody>
          <a:bodyPr/>
          <a:lstStyle/>
          <a:p>
            <a:pPr eaLnBrk="1" hangingPunct="1"/>
            <a:r>
              <a:rPr kumimoji="1" lang="zh-CN" altLang="en-US"/>
              <a:t>软件项目规模估算</a:t>
            </a:r>
          </a:p>
        </p:txBody>
      </p:sp>
      <p:sp>
        <p:nvSpPr>
          <p:cNvPr id="30723" name="Rectangle 3">
            <a:extLst>
              <a:ext uri="{FF2B5EF4-FFF2-40B4-BE49-F238E27FC236}">
                <a16:creationId xmlns:a16="http://schemas.microsoft.com/office/drawing/2014/main" id="{83CF31A2-F7E2-1F41-A309-00F20198B25E}"/>
              </a:ext>
            </a:extLst>
          </p:cNvPr>
          <p:cNvSpPr>
            <a:spLocks noGrp="1" noChangeArrowheads="1"/>
          </p:cNvSpPr>
          <p:nvPr>
            <p:ph type="body" idx="1"/>
          </p:nvPr>
        </p:nvSpPr>
        <p:spPr>
          <a:xfrm>
            <a:off x="755650" y="2205038"/>
            <a:ext cx="7920038" cy="4652962"/>
          </a:xfrm>
        </p:spPr>
        <p:txBody>
          <a:bodyPr/>
          <a:lstStyle/>
          <a:p>
            <a:pPr eaLnBrk="1" hangingPunct="1">
              <a:lnSpc>
                <a:spcPct val="130000"/>
              </a:lnSpc>
            </a:pPr>
            <a:r>
              <a:rPr lang="en-US" altLang="zh-CN" sz="2000" dirty="0">
                <a:solidFill>
                  <a:schemeClr val="accent2"/>
                </a:solidFill>
              </a:rPr>
              <a:t>2.</a:t>
            </a:r>
            <a:r>
              <a:rPr lang="zh-CN" altLang="en-US" sz="2000" dirty="0">
                <a:solidFill>
                  <a:schemeClr val="accent2"/>
                </a:solidFill>
              </a:rPr>
              <a:t> </a:t>
            </a:r>
            <a:r>
              <a:rPr lang="en-US" altLang="zh-CN" sz="2000" dirty="0">
                <a:solidFill>
                  <a:schemeClr val="accent2"/>
                </a:solidFill>
              </a:rPr>
              <a:t>FP</a:t>
            </a:r>
            <a:r>
              <a:rPr lang="zh-CN" altLang="en-US" sz="2000" dirty="0">
                <a:solidFill>
                  <a:schemeClr val="accent2"/>
                </a:solidFill>
              </a:rPr>
              <a:t>（</a:t>
            </a:r>
            <a:r>
              <a:rPr lang="en-US" altLang="zh-CN" sz="2000" dirty="0">
                <a:solidFill>
                  <a:schemeClr val="accent2"/>
                </a:solidFill>
              </a:rPr>
              <a:t>Function Point</a:t>
            </a:r>
            <a:r>
              <a:rPr lang="zh-CN" altLang="en-US" sz="2000" dirty="0">
                <a:solidFill>
                  <a:schemeClr val="accent2"/>
                </a:solidFill>
              </a:rPr>
              <a:t>）</a:t>
            </a:r>
            <a:r>
              <a:rPr lang="zh-CN" altLang="en-US" sz="2000" dirty="0">
                <a:solidFill>
                  <a:schemeClr val="accent2"/>
                </a:solidFill>
                <a:ea typeface="黑体" panose="02010609060101010101" pitchFamily="49" charset="-122"/>
              </a:rPr>
              <a:t>估算法   </a:t>
            </a:r>
            <a:endParaRPr lang="en-US" altLang="zh-CN" sz="2000" dirty="0">
              <a:solidFill>
                <a:schemeClr val="accent2"/>
              </a:solidFill>
              <a:ea typeface="黑体" panose="02010609060101010101" pitchFamily="49" charset="-122"/>
            </a:endParaRPr>
          </a:p>
          <a:p>
            <a:pPr lvl="1" eaLnBrk="1" hangingPunct="1">
              <a:lnSpc>
                <a:spcPct val="130000"/>
              </a:lnSpc>
            </a:pPr>
            <a:r>
              <a:rPr lang="zh-CN" altLang="en-US" sz="1800" dirty="0"/>
              <a:t>功能点度量在以下情况下特别有用：</a:t>
            </a:r>
            <a:endParaRPr lang="en-US" altLang="zh-CN" sz="1800" dirty="0"/>
          </a:p>
          <a:p>
            <a:pPr lvl="1" eaLnBrk="1" hangingPunct="1">
              <a:lnSpc>
                <a:spcPct val="130000"/>
              </a:lnSpc>
            </a:pPr>
            <a:r>
              <a:rPr lang="zh-CN" altLang="en-US" sz="1800" dirty="0"/>
              <a:t>（</a:t>
            </a:r>
            <a:r>
              <a:rPr lang="en-US" altLang="zh-CN" sz="1800" dirty="0"/>
              <a:t>1</a:t>
            </a:r>
            <a:r>
              <a:rPr lang="zh-CN" altLang="en-US" sz="1800" dirty="0"/>
              <a:t>）估计新的软件开发项目</a:t>
            </a:r>
            <a:endParaRPr lang="en-US" altLang="zh-CN" sz="1800" dirty="0"/>
          </a:p>
          <a:p>
            <a:pPr lvl="1" eaLnBrk="1" hangingPunct="1">
              <a:lnSpc>
                <a:spcPct val="130000"/>
              </a:lnSpc>
            </a:pPr>
            <a:r>
              <a:rPr lang="zh-CN" altLang="en-US" sz="1800" dirty="0"/>
              <a:t>（</a:t>
            </a:r>
            <a:r>
              <a:rPr lang="en-US" altLang="zh-CN" sz="1800" dirty="0"/>
              <a:t>2</a:t>
            </a:r>
            <a:r>
              <a:rPr lang="zh-CN" altLang="en-US" sz="1800" dirty="0"/>
              <a:t>）应用软件包括很多输入输出或文件活动</a:t>
            </a:r>
            <a:endParaRPr lang="en-US" altLang="zh-CN" sz="1800" dirty="0"/>
          </a:p>
          <a:p>
            <a:pPr lvl="1" eaLnBrk="1" hangingPunct="1">
              <a:lnSpc>
                <a:spcPct val="130000"/>
              </a:lnSpc>
            </a:pPr>
            <a:r>
              <a:rPr lang="zh-CN" altLang="en-US" sz="1800" dirty="0"/>
              <a:t>（</a:t>
            </a:r>
            <a:r>
              <a:rPr lang="en-US" altLang="zh-CN" sz="1800" dirty="0"/>
              <a:t>3</a:t>
            </a:r>
            <a:r>
              <a:rPr lang="zh-CN" altLang="en-US" sz="1800" dirty="0"/>
              <a:t>）拥有经验丰富的功能点估计专家</a:t>
            </a:r>
            <a:endParaRPr lang="en-US" altLang="zh-CN" sz="1800" dirty="0"/>
          </a:p>
          <a:p>
            <a:pPr lvl="1" eaLnBrk="1" hangingPunct="1">
              <a:lnSpc>
                <a:spcPct val="130000"/>
              </a:lnSpc>
            </a:pPr>
            <a:r>
              <a:rPr lang="zh-CN" altLang="en-US" sz="1800" dirty="0"/>
              <a:t>（</a:t>
            </a:r>
            <a:r>
              <a:rPr lang="en-US" altLang="zh-CN" sz="1800" dirty="0"/>
              <a:t>4</a:t>
            </a:r>
            <a:r>
              <a:rPr lang="zh-CN" altLang="en-US" sz="1800" dirty="0"/>
              <a:t>）拥有充分的数据资料，可以相当准确地将共功能点转化为</a:t>
            </a:r>
            <a:r>
              <a:rPr lang="en-US" altLang="zh-CN" sz="1800" dirty="0"/>
              <a:t>LOC</a:t>
            </a:r>
            <a:r>
              <a:rPr lang="zh-CN" altLang="en-US" sz="1800" dirty="0"/>
              <a:t>（代码行）。</a:t>
            </a:r>
            <a:endParaRPr lang="en-US" altLang="zh-CN" sz="1800" dirty="0"/>
          </a:p>
          <a:p>
            <a:pPr lvl="1" eaLnBrk="1" hangingPunct="1">
              <a:lnSpc>
                <a:spcPct val="130000"/>
              </a:lnSpc>
            </a:pPr>
            <a:endParaRPr lang="en-US" altLang="zh-CN" sz="1600" dirty="0"/>
          </a:p>
        </p:txBody>
      </p:sp>
    </p:spTree>
    <p:extLst>
      <p:ext uri="{BB962C8B-B14F-4D97-AF65-F5344CB8AC3E}">
        <p14:creationId xmlns:p14="http://schemas.microsoft.com/office/powerpoint/2010/main" val="40621635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8A335300-6131-70DC-4D06-3C698E9330C5}"/>
              </a:ext>
            </a:extLst>
          </p:cNvPr>
          <p:cNvSpPr>
            <a:spLocks noGrp="1" noChangeArrowheads="1"/>
          </p:cNvSpPr>
          <p:nvPr>
            <p:ph type="title"/>
          </p:nvPr>
        </p:nvSpPr>
        <p:spPr/>
        <p:txBody>
          <a:bodyPr/>
          <a:lstStyle/>
          <a:p>
            <a:pPr eaLnBrk="1" hangingPunct="1"/>
            <a:r>
              <a:rPr kumimoji="1" lang="zh-CN" altLang="en-US"/>
              <a:t>软件项目规模估算</a:t>
            </a:r>
          </a:p>
        </p:txBody>
      </p:sp>
      <mc:AlternateContent xmlns:mc="http://schemas.openxmlformats.org/markup-compatibility/2006" xmlns:a14="http://schemas.microsoft.com/office/drawing/2010/main">
        <mc:Choice Requires="a14">
          <p:sp>
            <p:nvSpPr>
              <p:cNvPr id="30723" name="Rectangle 3">
                <a:extLst>
                  <a:ext uri="{FF2B5EF4-FFF2-40B4-BE49-F238E27FC236}">
                    <a16:creationId xmlns:a16="http://schemas.microsoft.com/office/drawing/2014/main" id="{83CF31A2-F7E2-1F41-A309-00F20198B25E}"/>
                  </a:ext>
                </a:extLst>
              </p:cNvPr>
              <p:cNvSpPr>
                <a:spLocks noGrp="1" noChangeArrowheads="1"/>
              </p:cNvSpPr>
              <p:nvPr>
                <p:ph type="body" idx="1"/>
              </p:nvPr>
            </p:nvSpPr>
            <p:spPr>
              <a:xfrm>
                <a:off x="755650" y="2205038"/>
                <a:ext cx="7920038" cy="4652962"/>
              </a:xfrm>
            </p:spPr>
            <p:txBody>
              <a:bodyPr/>
              <a:lstStyle/>
              <a:p>
                <a:pPr eaLnBrk="1" hangingPunct="1">
                  <a:lnSpc>
                    <a:spcPct val="130000"/>
                  </a:lnSpc>
                </a:pPr>
                <a:r>
                  <a:rPr lang="en-US" altLang="zh-CN" sz="2000" dirty="0">
                    <a:solidFill>
                      <a:schemeClr val="accent2"/>
                    </a:solidFill>
                  </a:rPr>
                  <a:t>3.</a:t>
                </a:r>
                <a:r>
                  <a:rPr lang="zh-CN" altLang="en-US" sz="2000" dirty="0">
                    <a:solidFill>
                      <a:schemeClr val="accent2"/>
                    </a:solidFill>
                  </a:rPr>
                  <a:t> </a:t>
                </a:r>
                <a:r>
                  <a:rPr lang="en-US" altLang="zh-CN" sz="2000" dirty="0">
                    <a:solidFill>
                      <a:schemeClr val="accent2"/>
                    </a:solidFill>
                  </a:rPr>
                  <a:t>PERT</a:t>
                </a:r>
                <a:r>
                  <a:rPr lang="zh-CN" altLang="en-US" sz="2000" dirty="0">
                    <a:solidFill>
                      <a:schemeClr val="accent2"/>
                    </a:solidFill>
                  </a:rPr>
                  <a:t>估算法</a:t>
                </a:r>
                <a:endParaRPr lang="en-US" altLang="zh-CN" sz="2000" dirty="0">
                  <a:solidFill>
                    <a:schemeClr val="accent2"/>
                  </a:solidFill>
                  <a:ea typeface="黑体" panose="02010609060101010101" pitchFamily="49" charset="-122"/>
                </a:endParaRPr>
              </a:p>
              <a:p>
                <a:pPr lvl="1" eaLnBrk="1" hangingPunct="1">
                  <a:lnSpc>
                    <a:spcPct val="130000"/>
                  </a:lnSpc>
                </a:pPr>
                <a:r>
                  <a:rPr lang="zh-CN" altLang="en-US" sz="1600" dirty="0"/>
                  <a:t>计划评审技术是</a:t>
                </a:r>
                <a:r>
                  <a:rPr lang="en-US" altLang="zh-CN" sz="1600" dirty="0"/>
                  <a:t>20</a:t>
                </a:r>
                <a:r>
                  <a:rPr lang="zh-CN" altLang="en-US" sz="1600" dirty="0"/>
                  <a:t>世纪</a:t>
                </a:r>
                <a:r>
                  <a:rPr lang="en-US" altLang="zh-CN" sz="1600" dirty="0"/>
                  <a:t>50</a:t>
                </a:r>
                <a:r>
                  <a:rPr lang="zh-CN" altLang="en-US" sz="1600" dirty="0"/>
                  <a:t>年代末美国海军开发北极星潜艇系统时为协调三千多个承包商和研究机构而开发的、用于项目进度规划的一种技术。</a:t>
                </a:r>
                <a:r>
                  <a:rPr lang="en-US" altLang="zh-CN" sz="1600" dirty="0"/>
                  <a:t>PERT</a:t>
                </a:r>
                <a:r>
                  <a:rPr lang="zh-CN" altLang="en-US" sz="1600" dirty="0"/>
                  <a:t>可以估计整个项目在某个时间内完成的概率。一种简单的</a:t>
                </a:r>
                <a:r>
                  <a:rPr lang="en-US" altLang="zh-CN" sz="1600" dirty="0"/>
                  <a:t>PERT</a:t>
                </a:r>
                <a:r>
                  <a:rPr lang="zh-CN" altLang="en-US" sz="1600" dirty="0"/>
                  <a:t>规模估算技术是假设软件规模满足正态分布。在此假设下，只需估算两个量：</a:t>
                </a:r>
                <a:endParaRPr lang="en-US" altLang="zh-CN" sz="1600" dirty="0"/>
              </a:p>
              <a:p>
                <a:pPr lvl="1" eaLnBrk="1" hangingPunct="1">
                  <a:lnSpc>
                    <a:spcPct val="130000"/>
                  </a:lnSpc>
                </a:pPr>
                <a:r>
                  <a:rPr lang="zh-CN" altLang="en-US" sz="1600" dirty="0"/>
                  <a:t>（</a:t>
                </a:r>
                <a:r>
                  <a:rPr lang="en-US" altLang="zh-CN" sz="1600" dirty="0"/>
                  <a:t>1</a:t>
                </a:r>
                <a:r>
                  <a:rPr lang="zh-CN" altLang="en-US" sz="1600" dirty="0"/>
                  <a:t>）其一是软件可能的最低估摸</a:t>
                </a:r>
                <a:r>
                  <a:rPr lang="en-US" altLang="zh-CN" sz="1600" dirty="0"/>
                  <a:t>a</a:t>
                </a:r>
                <a:r>
                  <a:rPr lang="zh-CN" altLang="en-US" sz="1600" dirty="0"/>
                  <a:t>；</a:t>
                </a:r>
                <a:endParaRPr lang="en-US" altLang="zh-CN" sz="1600" dirty="0"/>
              </a:p>
              <a:p>
                <a:pPr lvl="1" eaLnBrk="1" hangingPunct="1">
                  <a:lnSpc>
                    <a:spcPct val="130000"/>
                  </a:lnSpc>
                </a:pPr>
                <a:r>
                  <a:rPr lang="zh-CN" altLang="en-US" sz="1600" dirty="0"/>
                  <a:t>（</a:t>
                </a:r>
                <a:r>
                  <a:rPr lang="en-US" altLang="zh-CN" sz="1600" dirty="0"/>
                  <a:t>2</a:t>
                </a:r>
                <a:r>
                  <a:rPr lang="zh-CN" altLang="en-US" sz="1600" dirty="0"/>
                  <a:t>）其二是软件可能的最大规模</a:t>
                </a:r>
                <a:r>
                  <a:rPr lang="en-US" altLang="zh-CN" sz="1600" dirty="0"/>
                  <a:t>b</a:t>
                </a:r>
                <a:r>
                  <a:rPr lang="zh-CN" altLang="en-US" sz="1600" dirty="0"/>
                  <a:t>；</a:t>
                </a:r>
                <a:endParaRPr lang="en-US" altLang="zh-CN" sz="1600" dirty="0"/>
              </a:p>
              <a:p>
                <a:pPr lvl="1" eaLnBrk="1" hangingPunct="1">
                  <a:lnSpc>
                    <a:spcPct val="130000"/>
                  </a:lnSpc>
                </a:pPr>
                <a:r>
                  <a:rPr lang="zh-CN" altLang="en-US" sz="1600" dirty="0"/>
                  <a:t>然后利用以下公式计算软件的期望规模：</a:t>
                </a:r>
                <a:endParaRPr lang="en-US" altLang="zh-CN" sz="1600" dirty="0"/>
              </a:p>
              <a:p>
                <a:pPr lvl="1" eaLnBrk="1" hangingPunct="1">
                  <a:lnSpc>
                    <a:spcPct val="130000"/>
                  </a:lnSpc>
                  <a:spcBef>
                    <a:spcPct val="0"/>
                  </a:spcBef>
                </a:pPr>
                <a:r>
                  <a:rPr lang="zh-CN" altLang="en-US" sz="1600" dirty="0"/>
                  <a:t>                                   </a:t>
                </a:r>
                <a:r>
                  <a:rPr lang="en-US" altLang="zh-CN" sz="1600" dirty="0"/>
                  <a:t>E</a:t>
                </a:r>
                <a14:m>
                  <m:oMath xmlns:m="http://schemas.openxmlformats.org/officeDocument/2006/math">
                    <m:r>
                      <a:rPr lang="en-US" altLang="zh-CN" sz="1600" b="1" i="1" smtClean="0">
                        <a:latin typeface="Cambria Math" panose="02040503050406030204" pitchFamily="18" charset="0"/>
                      </a:rPr>
                      <m:t>=(</m:t>
                    </m:r>
                    <m:r>
                      <a:rPr lang="en-US" altLang="zh-CN" sz="1600" b="1" i="1" smtClean="0">
                        <a:latin typeface="Cambria Math" panose="02040503050406030204" pitchFamily="18" charset="0"/>
                      </a:rPr>
                      <m:t>𝒂</m:t>
                    </m:r>
                    <m:r>
                      <a:rPr lang="en-US" altLang="zh-CN" sz="1600" b="1" i="1" smtClean="0">
                        <a:latin typeface="Cambria Math" panose="02040503050406030204" pitchFamily="18" charset="0"/>
                      </a:rPr>
                      <m:t>+</m:t>
                    </m:r>
                    <m:r>
                      <a:rPr lang="en-US" altLang="zh-CN" sz="1600" b="1" i="1" smtClean="0">
                        <a:latin typeface="Cambria Math" panose="02040503050406030204" pitchFamily="18" charset="0"/>
                      </a:rPr>
                      <m:t>𝒃</m:t>
                    </m:r>
                    <m:r>
                      <a:rPr lang="en-US" altLang="zh-CN" sz="1600" b="1" i="1" smtClean="0">
                        <a:latin typeface="Cambria Math" panose="02040503050406030204" pitchFamily="18" charset="0"/>
                      </a:rPr>
                      <m:t>)/</m:t>
                    </m:r>
                    <m:r>
                      <a:rPr lang="en-US" altLang="zh-CN" sz="1600" b="1" i="1" smtClean="0">
                        <a:latin typeface="Cambria Math" panose="02040503050406030204" pitchFamily="18" charset="0"/>
                      </a:rPr>
                      <m:t>𝟐</m:t>
                    </m:r>
                  </m:oMath>
                </a14:m>
                <a:endParaRPr lang="en-US" altLang="zh-CN" sz="1600" dirty="0"/>
              </a:p>
              <a:p>
                <a:pPr lvl="1" eaLnBrk="1" hangingPunct="1">
                  <a:lnSpc>
                    <a:spcPct val="130000"/>
                  </a:lnSpc>
                </a:pPr>
                <a:r>
                  <a:rPr lang="zh-CN" altLang="en-US" sz="1600" dirty="0"/>
                  <a:t>该估算值的标准偏差为：</a:t>
                </a:r>
                <a:endParaRPr lang="en-US" altLang="zh-CN" sz="1600" dirty="0"/>
              </a:p>
              <a:p>
                <a:pPr lvl="1" eaLnBrk="1" hangingPunct="1">
                  <a:lnSpc>
                    <a:spcPct val="130000"/>
                  </a:lnSpc>
                </a:pPr>
                <a:r>
                  <a:rPr lang="en-US" altLang="zh-CN" sz="1600" dirty="0"/>
                  <a:t>                                    </a:t>
                </a:r>
                <a14:m>
                  <m:oMath xmlns:m="http://schemas.openxmlformats.org/officeDocument/2006/math">
                    <m:r>
                      <a:rPr lang="zh-CN" altLang="en-US" sz="1600" i="1" smtClean="0">
                        <a:latin typeface="Cambria Math" panose="02040503050406030204" pitchFamily="18" charset="0"/>
                      </a:rPr>
                      <m:t>𝝈</m:t>
                    </m:r>
                    <m:r>
                      <a:rPr lang="en-US" altLang="zh-CN" sz="1600" b="1" i="1" smtClean="0">
                        <a:latin typeface="Cambria Math" panose="02040503050406030204" pitchFamily="18" charset="0"/>
                      </a:rPr>
                      <m:t>=(</m:t>
                    </m:r>
                    <m:r>
                      <a:rPr lang="en-US" altLang="zh-CN" sz="1600" b="1" i="1" smtClean="0">
                        <a:latin typeface="Cambria Math" panose="02040503050406030204" pitchFamily="18" charset="0"/>
                      </a:rPr>
                      <m:t>𝒃</m:t>
                    </m:r>
                    <m:r>
                      <a:rPr lang="en-US" altLang="zh-CN" sz="1600" b="1" i="1" smtClean="0">
                        <a:latin typeface="Cambria Math" panose="02040503050406030204" pitchFamily="18" charset="0"/>
                      </a:rPr>
                      <m:t>−</m:t>
                    </m:r>
                    <m:r>
                      <a:rPr lang="en-US" altLang="zh-CN" sz="1600" b="1" i="1" smtClean="0">
                        <a:latin typeface="Cambria Math" panose="02040503050406030204" pitchFamily="18" charset="0"/>
                      </a:rPr>
                      <m:t>𝒂</m:t>
                    </m:r>
                    <m:r>
                      <a:rPr lang="en-US" altLang="zh-CN" sz="1600" b="1" i="1" smtClean="0">
                        <a:latin typeface="Cambria Math" panose="02040503050406030204" pitchFamily="18" charset="0"/>
                      </a:rPr>
                      <m:t>)/</m:t>
                    </m:r>
                    <m:r>
                      <a:rPr lang="en-US" altLang="zh-CN" sz="1600" b="1" i="1" smtClean="0">
                        <a:latin typeface="Cambria Math" panose="02040503050406030204" pitchFamily="18" charset="0"/>
                      </a:rPr>
                      <m:t>𝟔</m:t>
                    </m:r>
                  </m:oMath>
                </a14:m>
                <a:endParaRPr lang="en-US" altLang="zh-CN" sz="1600" dirty="0"/>
              </a:p>
              <a:p>
                <a:pPr lvl="1" eaLnBrk="1" hangingPunct="1">
                  <a:lnSpc>
                    <a:spcPct val="130000"/>
                  </a:lnSpc>
                </a:pPr>
                <a:r>
                  <a:rPr lang="zh-CN" altLang="en-US" sz="1400" dirty="0"/>
                  <a:t>以上公式基于如下条件：最低估计值</a:t>
                </a:r>
                <a:r>
                  <a:rPr lang="en-US" altLang="zh-CN" sz="1400" dirty="0"/>
                  <a:t>a</a:t>
                </a:r>
                <a:r>
                  <a:rPr lang="zh-CN" altLang="en-US" sz="1400" dirty="0"/>
                  <a:t>和最高估计值</a:t>
                </a:r>
                <a:r>
                  <a:rPr lang="en-US" altLang="zh-CN" sz="1400" dirty="0"/>
                  <a:t>b</a:t>
                </a:r>
                <a:r>
                  <a:rPr lang="zh-CN" altLang="en-US" sz="1400" dirty="0"/>
                  <a:t>在软件实际规模的概率分布上代表三个标准差</a:t>
                </a:r>
                <a:r>
                  <a:rPr lang="en-US" altLang="zh-CN" sz="1400" dirty="0"/>
                  <a:t>3</a:t>
                </a:r>
                <a14:m>
                  <m:oMath xmlns:m="http://schemas.openxmlformats.org/officeDocument/2006/math">
                    <m:r>
                      <a:rPr lang="zh-CN" altLang="en-US" sz="1400" i="1" smtClean="0">
                        <a:latin typeface="Cambria Math" panose="02040503050406030204" pitchFamily="18" charset="0"/>
                      </a:rPr>
                      <m:t>𝝈</m:t>
                    </m:r>
                  </m:oMath>
                </a14:m>
                <a:r>
                  <a:rPr lang="zh-CN" altLang="en-US" sz="1400" dirty="0"/>
                  <a:t>的范围。因为假设符合正态分布，所以实际规模在</a:t>
                </a:r>
                <a:r>
                  <a:rPr lang="en-US" altLang="zh-CN" sz="1400" dirty="0"/>
                  <a:t>a</a:t>
                </a:r>
                <a:r>
                  <a:rPr lang="zh-CN" altLang="en-US" sz="1400" dirty="0"/>
                  <a:t>、</a:t>
                </a:r>
                <a:r>
                  <a:rPr lang="en-US" altLang="zh-CN" sz="1400" dirty="0"/>
                  <a:t>b</a:t>
                </a:r>
                <a:r>
                  <a:rPr lang="zh-CN" altLang="en-US" sz="1400" dirty="0"/>
                  <a:t>间的概率为</a:t>
                </a:r>
                <a:r>
                  <a:rPr lang="en-US" altLang="zh-CN" sz="1400" dirty="0"/>
                  <a:t>0.997</a:t>
                </a:r>
                <a:r>
                  <a:rPr lang="zh-CN" altLang="en-US" sz="1400" dirty="0"/>
                  <a:t>。</a:t>
                </a:r>
                <a:endParaRPr lang="en-US" altLang="zh-CN" sz="1400" dirty="0"/>
              </a:p>
            </p:txBody>
          </p:sp>
        </mc:Choice>
        <mc:Fallback xmlns="">
          <p:sp>
            <p:nvSpPr>
              <p:cNvPr id="30723" name="Rectangle 3">
                <a:extLst>
                  <a:ext uri="{FF2B5EF4-FFF2-40B4-BE49-F238E27FC236}">
                    <a16:creationId xmlns:a16="http://schemas.microsoft.com/office/drawing/2014/main" id="{83CF31A2-F7E2-1F41-A309-00F20198B25E}"/>
                  </a:ext>
                </a:extLst>
              </p:cNvPr>
              <p:cNvSpPr>
                <a:spLocks noGrp="1" noRot="1" noChangeAspect="1" noMove="1" noResize="1" noEditPoints="1" noAdjustHandles="1" noChangeArrowheads="1" noChangeShapeType="1" noTextEdit="1"/>
              </p:cNvSpPr>
              <p:nvPr>
                <p:ph type="body" idx="1"/>
              </p:nvPr>
            </p:nvSpPr>
            <p:spPr>
              <a:xfrm>
                <a:off x="755650" y="2205038"/>
                <a:ext cx="7920038" cy="4652962"/>
              </a:xfrm>
              <a:blipFill>
                <a:blip r:embed="rId2"/>
                <a:stretch>
                  <a:fillRect l="-616" r="-7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249672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8A335300-6131-70DC-4D06-3C698E9330C5}"/>
              </a:ext>
            </a:extLst>
          </p:cNvPr>
          <p:cNvSpPr>
            <a:spLocks noGrp="1" noChangeArrowheads="1"/>
          </p:cNvSpPr>
          <p:nvPr>
            <p:ph type="title"/>
          </p:nvPr>
        </p:nvSpPr>
        <p:spPr/>
        <p:txBody>
          <a:bodyPr/>
          <a:lstStyle/>
          <a:p>
            <a:pPr eaLnBrk="1" hangingPunct="1"/>
            <a:r>
              <a:rPr kumimoji="1" lang="zh-CN" altLang="en-US"/>
              <a:t>软件项目规模估算</a:t>
            </a:r>
          </a:p>
        </p:txBody>
      </p:sp>
      <mc:AlternateContent xmlns:mc="http://schemas.openxmlformats.org/markup-compatibility/2006" xmlns:a14="http://schemas.microsoft.com/office/drawing/2010/main">
        <mc:Choice Requires="a14">
          <p:sp>
            <p:nvSpPr>
              <p:cNvPr id="30723" name="Rectangle 3">
                <a:extLst>
                  <a:ext uri="{FF2B5EF4-FFF2-40B4-BE49-F238E27FC236}">
                    <a16:creationId xmlns:a16="http://schemas.microsoft.com/office/drawing/2014/main" id="{83CF31A2-F7E2-1F41-A309-00F20198B25E}"/>
                  </a:ext>
                </a:extLst>
              </p:cNvPr>
              <p:cNvSpPr>
                <a:spLocks noGrp="1" noChangeArrowheads="1"/>
              </p:cNvSpPr>
              <p:nvPr>
                <p:ph type="body" idx="1"/>
              </p:nvPr>
            </p:nvSpPr>
            <p:spPr>
              <a:xfrm>
                <a:off x="755650" y="2205038"/>
                <a:ext cx="7920038" cy="4652962"/>
              </a:xfrm>
            </p:spPr>
            <p:txBody>
              <a:bodyPr/>
              <a:lstStyle/>
              <a:p>
                <a:pPr eaLnBrk="1" hangingPunct="1">
                  <a:lnSpc>
                    <a:spcPct val="130000"/>
                  </a:lnSpc>
                </a:pPr>
                <a:r>
                  <a:rPr lang="en-US" altLang="zh-CN" sz="2000" dirty="0">
                    <a:solidFill>
                      <a:schemeClr val="accent2"/>
                    </a:solidFill>
                  </a:rPr>
                  <a:t>3.</a:t>
                </a:r>
                <a:r>
                  <a:rPr lang="zh-CN" altLang="en-US" sz="2000" dirty="0">
                    <a:solidFill>
                      <a:schemeClr val="accent2"/>
                    </a:solidFill>
                  </a:rPr>
                  <a:t> </a:t>
                </a:r>
                <a:r>
                  <a:rPr lang="en-US" altLang="zh-CN" sz="2000" dirty="0">
                    <a:solidFill>
                      <a:schemeClr val="accent2"/>
                    </a:solidFill>
                  </a:rPr>
                  <a:t>PERT</a:t>
                </a:r>
                <a:r>
                  <a:rPr lang="zh-CN" altLang="en-US" sz="2000" dirty="0">
                    <a:solidFill>
                      <a:schemeClr val="accent2"/>
                    </a:solidFill>
                  </a:rPr>
                  <a:t>估算法</a:t>
                </a:r>
                <a:endParaRPr lang="en-US" altLang="zh-CN" sz="2000" dirty="0">
                  <a:solidFill>
                    <a:schemeClr val="accent2"/>
                  </a:solidFill>
                  <a:ea typeface="黑体" panose="02010609060101010101" pitchFamily="49" charset="-122"/>
                </a:endParaRPr>
              </a:p>
              <a:p>
                <a:pPr lvl="1" eaLnBrk="1" hangingPunct="1">
                  <a:lnSpc>
                    <a:spcPct val="130000"/>
                  </a:lnSpc>
                  <a:spcBef>
                    <a:spcPct val="0"/>
                  </a:spcBef>
                </a:pPr>
                <a:r>
                  <a:rPr lang="zh-CN" altLang="en-US" sz="1600" dirty="0"/>
                  <a:t>较好的</a:t>
                </a:r>
                <a:r>
                  <a:rPr lang="en-US" altLang="zh-CN" sz="1600" dirty="0"/>
                  <a:t>PERT</a:t>
                </a:r>
                <a:r>
                  <a:rPr lang="zh-CN" altLang="en-US" sz="1600" dirty="0"/>
                  <a:t>规模估算技术是一种基于正态分布和软件各部分单独估算的技术。应用该技术时，对于每个软件部分要产生三个规模估算量：</a:t>
                </a:r>
                <a:endParaRPr lang="en-US" altLang="zh-CN" sz="1600" dirty="0"/>
              </a:p>
              <a:p>
                <a:pPr lvl="1" eaLnBrk="1" hangingPunct="1">
                  <a:lnSpc>
                    <a:spcPct val="130000"/>
                  </a:lnSpc>
                </a:pPr>
                <a14:m>
                  <m:oMath xmlns:m="http://schemas.openxmlformats.org/officeDocument/2006/math">
                    <m:sSub>
                      <m:sSubPr>
                        <m:ctrlPr>
                          <a:rPr lang="en-US" altLang="zh-CN" sz="1400" i="1" smtClean="0">
                            <a:latin typeface="Cambria Math" panose="02040503050406030204" pitchFamily="18" charset="0"/>
                          </a:rPr>
                        </m:ctrlPr>
                      </m:sSubPr>
                      <m:e>
                        <m:r>
                          <m:rPr>
                            <m:sty m:val="p"/>
                          </m:rPr>
                          <a:rPr lang="en-US" altLang="zh-CN" sz="1400" i="1" smtClean="0">
                            <a:latin typeface="Cambria Math" panose="02040503050406030204" pitchFamily="18" charset="0"/>
                          </a:rPr>
                          <m:t>a</m:t>
                        </m:r>
                      </m:e>
                      <m:sub>
                        <m:r>
                          <a:rPr lang="en-US" altLang="zh-CN" sz="1400" b="1" i="1" smtClean="0">
                            <a:latin typeface="Cambria Math" panose="02040503050406030204" pitchFamily="18" charset="0"/>
                          </a:rPr>
                          <m:t>𝒊</m:t>
                        </m:r>
                      </m:sub>
                    </m:sSub>
                  </m:oMath>
                </a14:m>
                <a:r>
                  <a:rPr lang="zh-CN" altLang="en-US" sz="1400" dirty="0"/>
                  <a:t>：软件第</a:t>
                </a:r>
                <a:r>
                  <a:rPr lang="en-US" altLang="zh-CN" sz="1400" dirty="0" err="1"/>
                  <a:t>i</a:t>
                </a:r>
                <a:r>
                  <a:rPr lang="zh-CN" altLang="en-US" sz="1400" dirty="0"/>
                  <a:t>部分可能的最低规模：</a:t>
                </a:r>
                <a:endParaRPr lang="en-US" altLang="zh-CN" sz="1400" dirty="0"/>
              </a:p>
              <a:p>
                <a:pPr lvl="1" eaLnBrk="1" hangingPunct="1">
                  <a:lnSpc>
                    <a:spcPct val="130000"/>
                  </a:lnSpc>
                </a:pPr>
                <a14:m>
                  <m:oMath xmlns:m="http://schemas.openxmlformats.org/officeDocument/2006/math">
                    <m:sSub>
                      <m:sSubPr>
                        <m:ctrlPr>
                          <a:rPr lang="en-US" altLang="zh-CN" sz="1400" i="1">
                            <a:latin typeface="Cambria Math" panose="02040503050406030204" pitchFamily="18" charset="0"/>
                          </a:rPr>
                        </m:ctrlPr>
                      </m:sSubPr>
                      <m:e>
                        <m:r>
                          <a:rPr lang="en-US" altLang="zh-CN" sz="1400" b="1" i="1" smtClean="0">
                            <a:latin typeface="Cambria Math" panose="02040503050406030204" pitchFamily="18" charset="0"/>
                          </a:rPr>
                          <m:t>𝒎</m:t>
                        </m:r>
                      </m:e>
                      <m:sub>
                        <m:r>
                          <a:rPr lang="en-US" altLang="zh-CN" sz="1400" i="1">
                            <a:latin typeface="Cambria Math" panose="02040503050406030204" pitchFamily="18" charset="0"/>
                          </a:rPr>
                          <m:t>𝒊</m:t>
                        </m:r>
                      </m:sub>
                    </m:sSub>
                  </m:oMath>
                </a14:m>
                <a:r>
                  <a:rPr lang="zh-CN" altLang="en-US" sz="1400" dirty="0"/>
                  <a:t>：软件第</a:t>
                </a:r>
                <a:r>
                  <a:rPr lang="en-US" altLang="zh-CN" sz="1400" dirty="0" err="1"/>
                  <a:t>i</a:t>
                </a:r>
                <a:r>
                  <a:rPr lang="zh-CN" altLang="en-US" sz="1400" dirty="0"/>
                  <a:t>部分最可能的规模：</a:t>
                </a:r>
                <a:endParaRPr lang="en-US" altLang="zh-CN" sz="1400" dirty="0"/>
              </a:p>
              <a:p>
                <a:pPr lvl="1" eaLnBrk="1" hangingPunct="1">
                  <a:lnSpc>
                    <a:spcPct val="130000"/>
                  </a:lnSpc>
                </a:pPr>
                <a14:m>
                  <m:oMath xmlns:m="http://schemas.openxmlformats.org/officeDocument/2006/math">
                    <m:sSub>
                      <m:sSubPr>
                        <m:ctrlPr>
                          <a:rPr lang="en-US" altLang="zh-CN" sz="1400" i="1" smtClean="0">
                            <a:latin typeface="Cambria Math" panose="02040503050406030204" pitchFamily="18" charset="0"/>
                          </a:rPr>
                        </m:ctrlPr>
                      </m:sSubPr>
                      <m:e>
                        <m:r>
                          <a:rPr lang="en-US" altLang="zh-CN" sz="1400" b="1" i="1" smtClean="0">
                            <a:latin typeface="Cambria Math" panose="02040503050406030204" pitchFamily="18" charset="0"/>
                          </a:rPr>
                          <m:t>𝒃</m:t>
                        </m:r>
                      </m:e>
                      <m:sub>
                        <m:r>
                          <a:rPr lang="en-US" altLang="zh-CN" sz="1400" b="1" i="1" smtClean="0">
                            <a:latin typeface="Cambria Math" panose="02040503050406030204" pitchFamily="18" charset="0"/>
                          </a:rPr>
                          <m:t>𝒊</m:t>
                        </m:r>
                      </m:sub>
                    </m:sSub>
                  </m:oMath>
                </a14:m>
                <a:r>
                  <a:rPr lang="zh-CN" altLang="en-US" sz="1400" dirty="0"/>
                  <a:t>：软件第</a:t>
                </a:r>
                <a:r>
                  <a:rPr lang="en-US" altLang="zh-CN" sz="1400" dirty="0" err="1"/>
                  <a:t>i</a:t>
                </a:r>
                <a:r>
                  <a:rPr lang="zh-CN" altLang="en-US" sz="1400" dirty="0"/>
                  <a:t>部分可能的最高规模：</a:t>
                </a:r>
                <a:endParaRPr lang="en-US" altLang="zh-CN" sz="1400" dirty="0"/>
              </a:p>
              <a:p>
                <a:pPr lvl="1" eaLnBrk="1" hangingPunct="1">
                  <a:lnSpc>
                    <a:spcPct val="130000"/>
                  </a:lnSpc>
                </a:pPr>
                <a:endParaRPr lang="en-US" altLang="zh-CN" sz="1400" dirty="0"/>
              </a:p>
              <a:p>
                <a:pPr lvl="1" eaLnBrk="1" hangingPunct="1">
                  <a:lnSpc>
                    <a:spcPct val="130000"/>
                  </a:lnSpc>
                </a:pPr>
                <a:r>
                  <a:rPr lang="zh-CN" altLang="en-US" sz="1400" dirty="0"/>
                  <a:t>利用公式计算每一软件部分的期望规模和标准偏差。第</a:t>
                </a:r>
                <a:r>
                  <a:rPr lang="en-US" altLang="zh-CN" sz="1400" dirty="0" err="1"/>
                  <a:t>i</a:t>
                </a:r>
                <a:r>
                  <a:rPr lang="zh-CN" altLang="en-US" sz="1400" dirty="0"/>
                  <a:t>部分的期望规模</a:t>
                </a:r>
                <a14:m>
                  <m:oMath xmlns:m="http://schemas.openxmlformats.org/officeDocument/2006/math">
                    <m:sSub>
                      <m:sSubPr>
                        <m:ctrlPr>
                          <a:rPr lang="en-US" altLang="zh-CN" sz="1400" i="1" smtClean="0">
                            <a:latin typeface="Cambria Math" panose="02040503050406030204" pitchFamily="18" charset="0"/>
                          </a:rPr>
                        </m:ctrlPr>
                      </m:sSubPr>
                      <m:e>
                        <m:r>
                          <a:rPr lang="en-US" altLang="zh-CN" sz="1400" b="1" i="1" smtClean="0">
                            <a:latin typeface="Cambria Math" panose="02040503050406030204" pitchFamily="18" charset="0"/>
                          </a:rPr>
                          <m:t>𝑬</m:t>
                        </m:r>
                      </m:e>
                      <m:sub>
                        <m:r>
                          <a:rPr lang="en-US" altLang="zh-CN" sz="1400" b="1" i="1" smtClean="0">
                            <a:latin typeface="Cambria Math" panose="02040503050406030204" pitchFamily="18" charset="0"/>
                          </a:rPr>
                          <m:t>𝒊</m:t>
                        </m:r>
                      </m:sub>
                    </m:sSub>
                  </m:oMath>
                </a14:m>
                <a:r>
                  <a:rPr lang="zh-CN" altLang="en-US" sz="1400" dirty="0"/>
                  <a:t>和标准偏差</a:t>
                </a:r>
                <a14:m>
                  <m:oMath xmlns:m="http://schemas.openxmlformats.org/officeDocument/2006/math">
                    <m:sSub>
                      <m:sSubPr>
                        <m:ctrlPr>
                          <a:rPr lang="en-US" altLang="zh-CN" sz="1400" i="1">
                            <a:latin typeface="Cambria Math" panose="02040503050406030204" pitchFamily="18" charset="0"/>
                          </a:rPr>
                        </m:ctrlPr>
                      </m:sSubPr>
                      <m:e>
                        <m:r>
                          <a:rPr lang="zh-CN" altLang="en-US" sz="1400" i="1" smtClean="0">
                            <a:latin typeface="Cambria Math" panose="02040503050406030204" pitchFamily="18" charset="0"/>
                          </a:rPr>
                          <m:t>𝝈</m:t>
                        </m:r>
                      </m:e>
                      <m:sub>
                        <m:r>
                          <a:rPr lang="en-US" altLang="zh-CN" sz="1400" i="1">
                            <a:latin typeface="Cambria Math" panose="02040503050406030204" pitchFamily="18" charset="0"/>
                          </a:rPr>
                          <m:t>𝒊</m:t>
                        </m:r>
                      </m:sub>
                    </m:sSub>
                  </m:oMath>
                </a14:m>
                <a:r>
                  <a:rPr lang="zh-CN" altLang="en-US" sz="1400" dirty="0"/>
                  <a:t>为：</a:t>
                </a:r>
                <a:endParaRPr lang="en-US" altLang="zh-CN" sz="1400" dirty="0"/>
              </a:p>
              <a:p>
                <a:pPr lvl="1" eaLnBrk="1" hangingPunct="1">
                  <a:lnSpc>
                    <a:spcPct val="130000"/>
                  </a:lnSpc>
                </a:pPr>
                <a14:m>
                  <m:oMath xmlns:m="http://schemas.openxmlformats.org/officeDocument/2006/math">
                    <m:sSub>
                      <m:sSubPr>
                        <m:ctrlPr>
                          <a:rPr lang="en-US" altLang="zh-CN" sz="1400" i="1" smtClean="0">
                            <a:latin typeface="Cambria Math" panose="02040503050406030204" pitchFamily="18" charset="0"/>
                          </a:rPr>
                        </m:ctrlPr>
                      </m:sSubPr>
                      <m:e>
                        <m:r>
                          <a:rPr lang="en-US" altLang="zh-CN" sz="1400" b="1" i="1" smtClean="0">
                            <a:latin typeface="Cambria Math" panose="02040503050406030204" pitchFamily="18" charset="0"/>
                          </a:rPr>
                          <m:t>𝑬</m:t>
                        </m:r>
                      </m:e>
                      <m:sub>
                        <m:r>
                          <m:rPr>
                            <m:sty m:val="p"/>
                          </m:rPr>
                          <a:rPr lang="en-US" altLang="zh-CN" sz="1400" i="1">
                            <a:latin typeface="Cambria Math" panose="02040503050406030204" pitchFamily="18" charset="0"/>
                          </a:rPr>
                          <m:t>i</m:t>
                        </m:r>
                      </m:sub>
                    </m:sSub>
                    <m:r>
                      <a:rPr lang="en-US" altLang="zh-CN" sz="1400" b="1" i="1" smtClean="0">
                        <a:latin typeface="Cambria Math" panose="02040503050406030204" pitchFamily="18" charset="0"/>
                      </a:rPr>
                      <m:t>=(</m:t>
                    </m:r>
                    <m:sSub>
                      <m:sSubPr>
                        <m:ctrlPr>
                          <a:rPr lang="en-US" altLang="zh-CN" sz="1400" i="1">
                            <a:latin typeface="Cambria Math" panose="02040503050406030204" pitchFamily="18" charset="0"/>
                          </a:rPr>
                        </m:ctrlPr>
                      </m:sSubPr>
                      <m:e>
                        <m:r>
                          <a:rPr lang="en-US" altLang="zh-CN" sz="1400" b="1" i="1" smtClean="0">
                            <a:latin typeface="Cambria Math" panose="02040503050406030204" pitchFamily="18" charset="0"/>
                          </a:rPr>
                          <m:t>𝒂</m:t>
                        </m:r>
                      </m:e>
                      <m:sub>
                        <m:r>
                          <a:rPr lang="en-US" altLang="zh-CN" sz="1400" i="1">
                            <a:latin typeface="Cambria Math" panose="02040503050406030204" pitchFamily="18" charset="0"/>
                          </a:rPr>
                          <m:t>𝒊</m:t>
                        </m:r>
                      </m:sub>
                    </m:sSub>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𝟒</m:t>
                    </m:r>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𝒎</m:t>
                        </m:r>
                      </m:e>
                      <m:sub>
                        <m:r>
                          <a:rPr lang="en-US" altLang="zh-CN" sz="1400" i="1">
                            <a:latin typeface="Cambria Math" panose="02040503050406030204" pitchFamily="18" charset="0"/>
                          </a:rPr>
                          <m:t>𝒊</m:t>
                        </m:r>
                      </m:sub>
                    </m:sSub>
                    <m:r>
                      <a:rPr lang="en-US" altLang="zh-CN" sz="1400" b="1" i="1" smtClean="0">
                        <a:latin typeface="Cambria Math" panose="02040503050406030204" pitchFamily="18" charset="0"/>
                      </a:rPr>
                      <m:t>+</m:t>
                    </m:r>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𝒃</m:t>
                        </m:r>
                      </m:e>
                      <m:sub>
                        <m:r>
                          <a:rPr lang="en-US" altLang="zh-CN" sz="1400" i="1">
                            <a:latin typeface="Cambria Math" panose="02040503050406030204" pitchFamily="18" charset="0"/>
                          </a:rPr>
                          <m:t>𝒊</m:t>
                        </m:r>
                      </m:sub>
                    </m:sSub>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𝟔</m:t>
                    </m:r>
                  </m:oMath>
                </a14:m>
                <a:endParaRPr lang="en-US" altLang="zh-CN" sz="1400" dirty="0"/>
              </a:p>
              <a:p>
                <a:pPr lvl="1" eaLnBrk="1" hangingPunct="1">
                  <a:lnSpc>
                    <a:spcPct val="130000"/>
                  </a:lnSpc>
                </a:pPr>
                <a14:m>
                  <m:oMath xmlns:m="http://schemas.openxmlformats.org/officeDocument/2006/math">
                    <m:sSub>
                      <m:sSubPr>
                        <m:ctrlPr>
                          <a:rPr lang="en-US" altLang="zh-CN" sz="1400" i="1" smtClean="0">
                            <a:latin typeface="Cambria Math" panose="02040503050406030204" pitchFamily="18" charset="0"/>
                          </a:rPr>
                        </m:ctrlPr>
                      </m:sSubPr>
                      <m:e>
                        <m:r>
                          <a:rPr lang="zh-CN" altLang="en-US" sz="1400" i="1" smtClean="0">
                            <a:latin typeface="Cambria Math" panose="02040503050406030204" pitchFamily="18" charset="0"/>
                          </a:rPr>
                          <m:t>𝝈</m:t>
                        </m:r>
                      </m:e>
                      <m:sub>
                        <m:r>
                          <m:rPr>
                            <m:sty m:val="p"/>
                          </m:rPr>
                          <a:rPr lang="en-US" altLang="zh-CN" sz="1400" i="1">
                            <a:latin typeface="Cambria Math" panose="02040503050406030204" pitchFamily="18" charset="0"/>
                          </a:rPr>
                          <m:t>i</m:t>
                        </m:r>
                      </m:sub>
                    </m:sSub>
                    <m:r>
                      <a:rPr lang="en-US" altLang="zh-CN" sz="1400" b="1" i="1" smtClean="0">
                        <a:latin typeface="Cambria Math" panose="02040503050406030204" pitchFamily="18" charset="0"/>
                      </a:rPr>
                      <m:t>=(</m:t>
                    </m:r>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𝒃</m:t>
                        </m:r>
                      </m:e>
                      <m:sub>
                        <m:r>
                          <a:rPr lang="en-US" altLang="zh-CN" sz="1400" i="1">
                            <a:latin typeface="Cambria Math" panose="02040503050406030204" pitchFamily="18" charset="0"/>
                          </a:rPr>
                          <m:t>𝒊</m:t>
                        </m:r>
                      </m:sub>
                    </m:sSub>
                    <m:r>
                      <a:rPr lang="en-US" altLang="zh-CN" sz="1400" b="1" i="1" smtClean="0">
                        <a:latin typeface="Cambria Math" panose="02040503050406030204" pitchFamily="18" charset="0"/>
                      </a:rPr>
                      <m:t>−</m:t>
                    </m:r>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𝒂</m:t>
                        </m:r>
                      </m:e>
                      <m:sub>
                        <m:r>
                          <a:rPr lang="en-US" altLang="zh-CN" sz="1400" i="1">
                            <a:latin typeface="Cambria Math" panose="02040503050406030204" pitchFamily="18" charset="0"/>
                          </a:rPr>
                          <m:t>𝒊</m:t>
                        </m:r>
                      </m:sub>
                    </m:sSub>
                    <m: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𝟔</m:t>
                    </m:r>
                  </m:oMath>
                </a14:m>
                <a:endParaRPr lang="en-US" altLang="zh-CN" sz="1400" dirty="0"/>
              </a:p>
              <a:p>
                <a:pPr lvl="1" eaLnBrk="1" hangingPunct="1">
                  <a:lnSpc>
                    <a:spcPct val="130000"/>
                  </a:lnSpc>
                </a:pPr>
                <a:endParaRPr lang="en-US" altLang="zh-CN" sz="1400" dirty="0"/>
              </a:p>
              <a:p>
                <a:pPr lvl="1" eaLnBrk="1" hangingPunct="1">
                  <a:lnSpc>
                    <a:spcPct val="130000"/>
                  </a:lnSpc>
                </a:pPr>
                <a:r>
                  <a:rPr lang="zh-CN" altLang="en-US" sz="1400" dirty="0"/>
                  <a:t>总的软件规模</a:t>
                </a:r>
                <a:r>
                  <a:rPr lang="en-US" altLang="zh-CN" sz="1400" dirty="0"/>
                  <a:t>E</a:t>
                </a:r>
                <a:r>
                  <a:rPr lang="zh-CN" altLang="en-US" sz="1400" dirty="0"/>
                  <a:t>和标准偏差为</a:t>
                </a:r>
                <a14:m>
                  <m:oMath xmlns:m="http://schemas.openxmlformats.org/officeDocument/2006/math">
                    <m:r>
                      <a:rPr lang="zh-CN" altLang="en-US" sz="1400" i="1" smtClean="0">
                        <a:latin typeface="Cambria Math" panose="02040503050406030204" pitchFamily="18" charset="0"/>
                      </a:rPr>
                      <m:t>𝝈</m:t>
                    </m:r>
                  </m:oMath>
                </a14:m>
                <a:r>
                  <a:rPr lang="en-US" altLang="zh-CN" sz="1400" dirty="0"/>
                  <a:t>E</a:t>
                </a:r>
                <a:r>
                  <a:rPr lang="zh-CN" altLang="en-US" sz="1400" dirty="0"/>
                  <a:t>为，其中</a:t>
                </a:r>
                <a:r>
                  <a:rPr lang="en-US" altLang="zh-CN" sz="1400" dirty="0"/>
                  <a:t>n</a:t>
                </a:r>
                <a:r>
                  <a:rPr lang="zh-CN" altLang="en-US" sz="1400" dirty="0"/>
                  <a:t>为软件划分成的软件部分：</a:t>
                </a:r>
                <a:endParaRPr lang="en-US" altLang="zh-CN" sz="1400" dirty="0"/>
              </a:p>
              <a:p>
                <a:pPr lvl="1" eaLnBrk="1" hangingPunct="1">
                  <a:lnSpc>
                    <a:spcPct val="130000"/>
                  </a:lnSpc>
                </a:pPr>
                <a:r>
                  <a:rPr lang="en-US" altLang="zh-CN" sz="1400" b="1" dirty="0"/>
                  <a:t>                     </a:t>
                </a:r>
                <a14:m>
                  <m:oMath xmlns:m="http://schemas.openxmlformats.org/officeDocument/2006/math">
                    <m:r>
                      <a:rPr lang="en-US" altLang="zh-CN" sz="1400" b="1" i="1" smtClean="0">
                        <a:latin typeface="Cambria Math" panose="02040503050406030204" pitchFamily="18" charset="0"/>
                      </a:rPr>
                      <m:t>𝑬</m:t>
                    </m:r>
                    <m:r>
                      <a:rPr lang="en-US" altLang="zh-CN" sz="1400" b="1" i="1" smtClean="0">
                        <a:latin typeface="Cambria Math" panose="02040503050406030204" pitchFamily="18" charset="0"/>
                      </a:rPr>
                      <m:t>=</m:t>
                    </m:r>
                    <m:nary>
                      <m:naryPr>
                        <m:chr m:val="∑"/>
                        <m:ctrlPr>
                          <a:rPr lang="en-US" altLang="zh-CN" sz="1400" b="1" i="1" smtClean="0">
                            <a:latin typeface="Cambria Math" panose="02040503050406030204" pitchFamily="18" charset="0"/>
                          </a:rPr>
                        </m:ctrlPr>
                      </m:naryPr>
                      <m:sub>
                        <m:r>
                          <m:rPr>
                            <m:sty m:val="p"/>
                            <m:brk m:alnAt="23"/>
                          </m:rPr>
                          <a:rPr lang="en-US" altLang="zh-CN" sz="1400" i="1">
                            <a:latin typeface="Cambria Math" panose="02040503050406030204" pitchFamily="18" charset="0"/>
                          </a:rPr>
                          <m:t>i</m:t>
                        </m:r>
                        <m:r>
                          <m:rPr>
                            <m:brk m:alnAt="23"/>
                          </m:rP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𝟏</m:t>
                        </m:r>
                      </m:sub>
                      <m:sup>
                        <m:r>
                          <a:rPr lang="en-US" altLang="zh-CN" sz="1400" b="1" i="1" smtClean="0">
                            <a:latin typeface="Cambria Math" panose="02040503050406030204" pitchFamily="18" charset="0"/>
                          </a:rPr>
                          <m:t>𝒏</m:t>
                        </m:r>
                      </m:sup>
                      <m:e>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𝑬</m:t>
                            </m:r>
                          </m:e>
                          <m:sub>
                            <m:r>
                              <m:rPr>
                                <m:sty m:val="p"/>
                              </m:rPr>
                              <a:rPr lang="en-US" altLang="zh-CN" sz="1400" i="1">
                                <a:latin typeface="Cambria Math" panose="02040503050406030204" pitchFamily="18" charset="0"/>
                              </a:rPr>
                              <m:t>i</m:t>
                            </m:r>
                          </m:sub>
                        </m:sSub>
                      </m:e>
                    </m:nary>
                  </m:oMath>
                </a14:m>
                <a:r>
                  <a:rPr lang="en-US" altLang="zh-CN" sz="1400" dirty="0"/>
                  <a:t>                                  </a:t>
                </a:r>
                <a14:m>
                  <m:oMath xmlns:m="http://schemas.openxmlformats.org/officeDocument/2006/math">
                    <m:r>
                      <a:rPr lang="zh-CN" altLang="en-US" sz="1400" i="1" smtClean="0">
                        <a:latin typeface="Cambria Math" panose="02040503050406030204" pitchFamily="18" charset="0"/>
                      </a:rPr>
                      <m:t>𝝈</m:t>
                    </m:r>
                    <m:r>
                      <a:rPr lang="en-US" altLang="zh-CN" sz="1400" b="1" i="1" smtClean="0">
                        <a:latin typeface="Cambria Math" panose="02040503050406030204" pitchFamily="18" charset="0"/>
                      </a:rPr>
                      <m:t>𝑬</m:t>
                    </m:r>
                    <m:r>
                      <a:rPr lang="en-US" altLang="zh-CN" sz="1400" b="1" i="1" smtClean="0">
                        <a:latin typeface="Cambria Math" panose="02040503050406030204" pitchFamily="18" charset="0"/>
                      </a:rPr>
                      <m:t>=</m:t>
                    </m:r>
                    <m:sSup>
                      <m:sSupPr>
                        <m:ctrlPr>
                          <a:rPr lang="en-US" altLang="zh-CN" sz="1400" b="1" i="1" smtClean="0">
                            <a:latin typeface="Cambria Math" panose="02040503050406030204" pitchFamily="18" charset="0"/>
                          </a:rPr>
                        </m:ctrlPr>
                      </m:sSupPr>
                      <m:e>
                        <m:r>
                          <a:rPr lang="en-US" altLang="zh-CN" sz="1400" b="1" i="1" smtClean="0">
                            <a:latin typeface="Cambria Math" panose="02040503050406030204" pitchFamily="18" charset="0"/>
                          </a:rPr>
                          <m:t>(</m:t>
                        </m:r>
                        <m:nary>
                          <m:naryPr>
                            <m:chr m:val="∑"/>
                            <m:ctrlPr>
                              <a:rPr lang="en-US" altLang="zh-CN" sz="1400" b="1" i="1" smtClean="0">
                                <a:latin typeface="Cambria Math" panose="02040503050406030204" pitchFamily="18" charset="0"/>
                              </a:rPr>
                            </m:ctrlPr>
                          </m:naryPr>
                          <m:sub>
                            <m:r>
                              <m:rPr>
                                <m:sty m:val="p"/>
                                <m:brk m:alnAt="23"/>
                              </m:rPr>
                              <a:rPr lang="en-US" altLang="zh-CN" sz="1400" i="1">
                                <a:latin typeface="Cambria Math" panose="02040503050406030204" pitchFamily="18" charset="0"/>
                              </a:rPr>
                              <m:t>i</m:t>
                            </m:r>
                            <m:r>
                              <m:rPr>
                                <m:brk m:alnAt="23"/>
                              </m:rPr>
                              <a:rPr lang="en-US" altLang="zh-CN" sz="1400" b="1" i="1" smtClean="0">
                                <a:latin typeface="Cambria Math" panose="02040503050406030204" pitchFamily="18" charset="0"/>
                              </a:rPr>
                              <m:t>=</m:t>
                            </m:r>
                            <m:r>
                              <a:rPr lang="en-US" altLang="zh-CN" sz="1400" b="1" i="1" smtClean="0">
                                <a:latin typeface="Cambria Math" panose="02040503050406030204" pitchFamily="18" charset="0"/>
                              </a:rPr>
                              <m:t>𝟏</m:t>
                            </m:r>
                          </m:sub>
                          <m:sup>
                            <m:r>
                              <a:rPr lang="en-US" altLang="zh-CN" sz="1400" b="1" i="1" smtClean="0">
                                <a:latin typeface="Cambria Math" panose="02040503050406030204" pitchFamily="18" charset="0"/>
                              </a:rPr>
                              <m:t>𝒏</m:t>
                            </m:r>
                          </m:sup>
                          <m:e>
                            <m:sSubSup>
                              <m:sSubSupPr>
                                <m:ctrlPr>
                                  <a:rPr lang="en-US" altLang="zh-CN" sz="1400" b="1" i="1" smtClean="0">
                                    <a:latin typeface="Cambria Math" panose="02040503050406030204" pitchFamily="18" charset="0"/>
                                  </a:rPr>
                                </m:ctrlPr>
                              </m:sSubSupPr>
                              <m:e>
                                <m:r>
                                  <a:rPr lang="zh-CN" altLang="en-US" sz="1400" b="1" i="1" smtClean="0">
                                    <a:latin typeface="Cambria Math" panose="02040503050406030204" pitchFamily="18" charset="0"/>
                                  </a:rPr>
                                  <m:t>𝝈</m:t>
                                </m:r>
                              </m:e>
                              <m:sub>
                                <m:r>
                                  <a:rPr lang="en-US" altLang="zh-CN" sz="1400" b="1" i="1" smtClean="0">
                                    <a:latin typeface="Cambria Math" panose="02040503050406030204" pitchFamily="18" charset="0"/>
                                  </a:rPr>
                                  <m:t>𝒊</m:t>
                                </m:r>
                              </m:sub>
                              <m:sup>
                                <m:r>
                                  <a:rPr lang="en-US" altLang="zh-CN" sz="1400" b="1" i="1" smtClean="0">
                                    <a:latin typeface="Cambria Math" panose="02040503050406030204" pitchFamily="18" charset="0"/>
                                  </a:rPr>
                                  <m:t>𝟐</m:t>
                                </m:r>
                              </m:sup>
                            </m:sSubSup>
                          </m:e>
                        </m:nary>
                        <m:r>
                          <a:rPr lang="en-US" altLang="zh-CN" sz="1400" b="1" i="1" smtClean="0">
                            <a:latin typeface="Cambria Math" panose="02040503050406030204" pitchFamily="18" charset="0"/>
                          </a:rPr>
                          <m:t>)</m:t>
                        </m:r>
                      </m:e>
                      <m:sup>
                        <m:f>
                          <m:fPr>
                            <m:ctrlPr>
                              <a:rPr lang="en-US" altLang="zh-CN" sz="1400" b="1" i="1" smtClean="0">
                                <a:latin typeface="Cambria Math" panose="02040503050406030204" pitchFamily="18" charset="0"/>
                              </a:rPr>
                            </m:ctrlPr>
                          </m:fPr>
                          <m:num>
                            <m:r>
                              <a:rPr lang="en-US" altLang="zh-CN" sz="1400" b="1" i="1" smtClean="0">
                                <a:latin typeface="Cambria Math" panose="02040503050406030204" pitchFamily="18" charset="0"/>
                              </a:rPr>
                              <m:t>𝟏</m:t>
                            </m:r>
                          </m:num>
                          <m:den>
                            <m:r>
                              <a:rPr lang="en-US" altLang="zh-CN" sz="1400" b="1" i="1" smtClean="0">
                                <a:latin typeface="Cambria Math" panose="02040503050406030204" pitchFamily="18" charset="0"/>
                              </a:rPr>
                              <m:t>𝟐</m:t>
                            </m:r>
                          </m:den>
                        </m:f>
                      </m:sup>
                    </m:sSup>
                  </m:oMath>
                </a14:m>
                <a:endParaRPr lang="en-US" altLang="zh-CN" sz="1400" dirty="0"/>
              </a:p>
              <a:p>
                <a:pPr lvl="1" eaLnBrk="1" hangingPunct="1">
                  <a:lnSpc>
                    <a:spcPct val="130000"/>
                  </a:lnSpc>
                </a:pPr>
                <a:endParaRPr lang="en-US" altLang="zh-CN" sz="1400" dirty="0"/>
              </a:p>
              <a:p>
                <a:pPr lvl="1" eaLnBrk="1" hangingPunct="1">
                  <a:lnSpc>
                    <a:spcPct val="130000"/>
                  </a:lnSpc>
                </a:pPr>
                <a:endParaRPr lang="en-US" altLang="zh-CN" sz="1400" dirty="0"/>
              </a:p>
              <a:p>
                <a:pPr lvl="1" eaLnBrk="1" hangingPunct="1">
                  <a:lnSpc>
                    <a:spcPct val="130000"/>
                  </a:lnSpc>
                </a:pPr>
                <a:endParaRPr lang="en-US" altLang="zh-CN" sz="1400" dirty="0"/>
              </a:p>
            </p:txBody>
          </p:sp>
        </mc:Choice>
        <mc:Fallback xmlns="">
          <p:sp>
            <p:nvSpPr>
              <p:cNvPr id="30723" name="Rectangle 3">
                <a:extLst>
                  <a:ext uri="{FF2B5EF4-FFF2-40B4-BE49-F238E27FC236}">
                    <a16:creationId xmlns:a16="http://schemas.microsoft.com/office/drawing/2014/main" id="{83CF31A2-F7E2-1F41-A309-00F20198B25E}"/>
                  </a:ext>
                </a:extLst>
              </p:cNvPr>
              <p:cNvSpPr>
                <a:spLocks noGrp="1" noRot="1" noChangeAspect="1" noMove="1" noResize="1" noEditPoints="1" noAdjustHandles="1" noChangeArrowheads="1" noChangeShapeType="1" noTextEdit="1"/>
              </p:cNvSpPr>
              <p:nvPr>
                <p:ph type="body" idx="1"/>
              </p:nvPr>
            </p:nvSpPr>
            <p:spPr>
              <a:xfrm>
                <a:off x="755650" y="2205038"/>
                <a:ext cx="7920038" cy="4652962"/>
              </a:xfrm>
              <a:blipFill>
                <a:blip r:embed="rId2"/>
                <a:stretch>
                  <a:fillRect l="-616" r="-2463" b="-537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88219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8A335300-6131-70DC-4D06-3C698E9330C5}"/>
              </a:ext>
            </a:extLst>
          </p:cNvPr>
          <p:cNvSpPr>
            <a:spLocks noGrp="1" noChangeArrowheads="1"/>
          </p:cNvSpPr>
          <p:nvPr>
            <p:ph type="title"/>
          </p:nvPr>
        </p:nvSpPr>
        <p:spPr/>
        <p:txBody>
          <a:bodyPr/>
          <a:lstStyle/>
          <a:p>
            <a:pPr eaLnBrk="1" hangingPunct="1"/>
            <a:r>
              <a:rPr kumimoji="1" lang="zh-CN" altLang="en-US"/>
              <a:t>软件项目规模估算</a:t>
            </a:r>
          </a:p>
        </p:txBody>
      </p:sp>
      <p:sp>
        <p:nvSpPr>
          <p:cNvPr id="30723" name="Rectangle 3">
            <a:extLst>
              <a:ext uri="{FF2B5EF4-FFF2-40B4-BE49-F238E27FC236}">
                <a16:creationId xmlns:a16="http://schemas.microsoft.com/office/drawing/2014/main" id="{83CF31A2-F7E2-1F41-A309-00F20198B25E}"/>
              </a:ext>
            </a:extLst>
          </p:cNvPr>
          <p:cNvSpPr>
            <a:spLocks noGrp="1" noChangeArrowheads="1"/>
          </p:cNvSpPr>
          <p:nvPr>
            <p:ph type="body" idx="1"/>
          </p:nvPr>
        </p:nvSpPr>
        <p:spPr>
          <a:xfrm>
            <a:off x="755650" y="2205038"/>
            <a:ext cx="7920038" cy="4652962"/>
          </a:xfrm>
        </p:spPr>
        <p:txBody>
          <a:bodyPr/>
          <a:lstStyle/>
          <a:p>
            <a:pPr eaLnBrk="1" hangingPunct="1">
              <a:lnSpc>
                <a:spcPct val="130000"/>
              </a:lnSpc>
            </a:pPr>
            <a:r>
              <a:rPr lang="zh-CN" altLang="en-US" sz="2000" dirty="0">
                <a:ea typeface="黑体" panose="02010609060101010101" pitchFamily="49" charset="-122"/>
              </a:rPr>
              <a:t>估计出软件项目的代码数量之后，</a:t>
            </a:r>
            <a:r>
              <a:rPr lang="zh-CN" altLang="en-US" sz="2000" dirty="0">
                <a:solidFill>
                  <a:srgbClr val="FF0000"/>
                </a:solidFill>
                <a:ea typeface="黑体" panose="02010609060101010101" pitchFamily="49" charset="-122"/>
              </a:rPr>
              <a:t>需要将其转换为人月数</a:t>
            </a:r>
            <a:r>
              <a:rPr lang="zh-CN" altLang="en-US" sz="2000" dirty="0">
                <a:ea typeface="黑体" panose="02010609060101010101" pitchFamily="49" charset="-122"/>
              </a:rPr>
              <a:t>，以确定影响每个人月平均完成代码数量的因素，即</a:t>
            </a:r>
            <a:r>
              <a:rPr lang="zh-CN" altLang="en-US" sz="2000" dirty="0">
                <a:solidFill>
                  <a:srgbClr val="FF0000"/>
                </a:solidFill>
                <a:ea typeface="黑体" panose="02010609060101010101" pitchFamily="49" charset="-122"/>
              </a:rPr>
              <a:t>确定生成率</a:t>
            </a:r>
            <a:r>
              <a:rPr lang="zh-CN" altLang="en-US" sz="2000" dirty="0">
                <a:ea typeface="黑体" panose="02010609060101010101" pitchFamily="49" charset="-122"/>
              </a:rPr>
              <a:t>。影响软件生成率的因素很多，每个软件组织都应该根据自身的剧情情况进行分析。</a:t>
            </a:r>
            <a:endParaRPr lang="en-US" altLang="zh-CN" sz="2000" dirty="0">
              <a:ea typeface="黑体" panose="02010609060101010101" pitchFamily="49" charset="-122"/>
            </a:endParaRPr>
          </a:p>
          <a:p>
            <a:pPr eaLnBrk="1" hangingPunct="1">
              <a:lnSpc>
                <a:spcPct val="130000"/>
              </a:lnSpc>
            </a:pPr>
            <a:r>
              <a:rPr lang="zh-CN" altLang="en-US" sz="2000" dirty="0">
                <a:ea typeface="黑体" panose="02010609060101010101" pitchFamily="49" charset="-122"/>
              </a:rPr>
              <a:t>生产率因素各不相同，包括：</a:t>
            </a:r>
            <a:endParaRPr lang="en-US" altLang="zh-CN" sz="2000" dirty="0">
              <a:ea typeface="黑体" panose="02010609060101010101" pitchFamily="49" charset="-122"/>
            </a:endParaRPr>
          </a:p>
          <a:p>
            <a:pPr lvl="1" eaLnBrk="1" hangingPunct="1">
              <a:lnSpc>
                <a:spcPct val="130000"/>
              </a:lnSpc>
            </a:pPr>
            <a:r>
              <a:rPr lang="zh-CN" altLang="en-US" sz="1800" dirty="0">
                <a:ea typeface="黑体" panose="02010609060101010101" pitchFamily="49" charset="-122"/>
              </a:rPr>
              <a:t>产品类型</a:t>
            </a:r>
            <a:endParaRPr lang="en-US" altLang="zh-CN" sz="1800" dirty="0">
              <a:ea typeface="黑体" panose="02010609060101010101" pitchFamily="49" charset="-122"/>
            </a:endParaRPr>
          </a:p>
          <a:p>
            <a:pPr lvl="1" eaLnBrk="1" hangingPunct="1">
              <a:lnSpc>
                <a:spcPct val="130000"/>
              </a:lnSpc>
            </a:pPr>
            <a:r>
              <a:rPr lang="zh-CN" altLang="en-US" sz="1800" dirty="0">
                <a:ea typeface="黑体" panose="02010609060101010101" pitchFamily="49" charset="-122"/>
              </a:rPr>
              <a:t>项目规模</a:t>
            </a:r>
            <a:endParaRPr lang="en-US" altLang="zh-CN" sz="1800" dirty="0">
              <a:ea typeface="黑体" panose="02010609060101010101" pitchFamily="49" charset="-122"/>
            </a:endParaRPr>
          </a:p>
          <a:p>
            <a:pPr lvl="1" eaLnBrk="1" hangingPunct="1">
              <a:lnSpc>
                <a:spcPct val="130000"/>
              </a:lnSpc>
            </a:pPr>
            <a:r>
              <a:rPr lang="zh-CN" altLang="en-US" sz="1800" dirty="0">
                <a:ea typeface="黑体" panose="02010609060101010101" pitchFamily="49" charset="-122"/>
              </a:rPr>
              <a:t>软件变更的程度</a:t>
            </a:r>
            <a:endParaRPr lang="en-US" altLang="zh-CN" sz="1800" dirty="0">
              <a:ea typeface="黑体" panose="02010609060101010101" pitchFamily="49" charset="-122"/>
            </a:endParaRPr>
          </a:p>
          <a:p>
            <a:pPr lvl="1" eaLnBrk="1" hangingPunct="1">
              <a:lnSpc>
                <a:spcPct val="130000"/>
              </a:lnSpc>
            </a:pPr>
            <a:endParaRPr lang="en-US" altLang="zh-CN" sz="1400" dirty="0"/>
          </a:p>
          <a:p>
            <a:pPr lvl="1" eaLnBrk="1" hangingPunct="1">
              <a:lnSpc>
                <a:spcPct val="130000"/>
              </a:lnSpc>
            </a:pPr>
            <a:endParaRPr lang="en-US" altLang="zh-CN" sz="1400" dirty="0"/>
          </a:p>
          <a:p>
            <a:pPr lvl="1" eaLnBrk="1" hangingPunct="1">
              <a:lnSpc>
                <a:spcPct val="130000"/>
              </a:lnSpc>
            </a:pPr>
            <a:endParaRPr lang="en-US" altLang="zh-CN" sz="1400" dirty="0"/>
          </a:p>
          <a:p>
            <a:pPr lvl="1" eaLnBrk="1" hangingPunct="1">
              <a:lnSpc>
                <a:spcPct val="130000"/>
              </a:lnSpc>
            </a:pPr>
            <a:endParaRPr lang="en-US" altLang="zh-CN" sz="1400" dirty="0"/>
          </a:p>
        </p:txBody>
      </p:sp>
    </p:spTree>
    <p:extLst>
      <p:ext uri="{BB962C8B-B14F-4D97-AF65-F5344CB8AC3E}">
        <p14:creationId xmlns:p14="http://schemas.microsoft.com/office/powerpoint/2010/main" val="20321694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8A335300-6131-70DC-4D06-3C698E9330C5}"/>
              </a:ext>
            </a:extLst>
          </p:cNvPr>
          <p:cNvSpPr>
            <a:spLocks noGrp="1" noChangeArrowheads="1"/>
          </p:cNvSpPr>
          <p:nvPr>
            <p:ph type="title"/>
          </p:nvPr>
        </p:nvSpPr>
        <p:spPr/>
        <p:txBody>
          <a:bodyPr/>
          <a:lstStyle/>
          <a:p>
            <a:pPr eaLnBrk="1" hangingPunct="1"/>
            <a:r>
              <a:rPr kumimoji="1" lang="zh-CN" altLang="en-US"/>
              <a:t>软件项目规模估算</a:t>
            </a:r>
          </a:p>
        </p:txBody>
      </p:sp>
      <p:sp>
        <p:nvSpPr>
          <p:cNvPr id="30723" name="Rectangle 3">
            <a:extLst>
              <a:ext uri="{FF2B5EF4-FFF2-40B4-BE49-F238E27FC236}">
                <a16:creationId xmlns:a16="http://schemas.microsoft.com/office/drawing/2014/main" id="{83CF31A2-F7E2-1F41-A309-00F20198B25E}"/>
              </a:ext>
            </a:extLst>
          </p:cNvPr>
          <p:cNvSpPr>
            <a:spLocks noGrp="1" noChangeArrowheads="1"/>
          </p:cNvSpPr>
          <p:nvPr>
            <p:ph type="body" idx="1"/>
          </p:nvPr>
        </p:nvSpPr>
        <p:spPr>
          <a:xfrm>
            <a:off x="755650" y="2205038"/>
            <a:ext cx="7920038" cy="4652962"/>
          </a:xfrm>
        </p:spPr>
        <p:txBody>
          <a:bodyPr/>
          <a:lstStyle/>
          <a:p>
            <a:pPr eaLnBrk="1" hangingPunct="1">
              <a:lnSpc>
                <a:spcPct val="130000"/>
              </a:lnSpc>
            </a:pPr>
            <a:r>
              <a:rPr lang="zh-CN" altLang="en-US" sz="2000" dirty="0">
                <a:ea typeface="黑体" panose="02010609060101010101" pitchFamily="49" charset="-122"/>
              </a:rPr>
              <a:t>获得较好的生产率数据的步骤：</a:t>
            </a:r>
            <a:endParaRPr lang="en-US" altLang="zh-CN" sz="2000" dirty="0">
              <a:ea typeface="黑体" panose="02010609060101010101" pitchFamily="49" charset="-122"/>
            </a:endParaRPr>
          </a:p>
          <a:p>
            <a:pPr lvl="1" eaLnBrk="1" hangingPunct="1">
              <a:lnSpc>
                <a:spcPct val="130000"/>
              </a:lnSpc>
            </a:pPr>
            <a:r>
              <a:rPr lang="zh-CN" altLang="en-US" sz="1600" dirty="0">
                <a:ea typeface="黑体" panose="02010609060101010101" pitchFamily="49" charset="-122"/>
              </a:rPr>
              <a:t>（</a:t>
            </a:r>
            <a:r>
              <a:rPr lang="en-US" altLang="zh-CN" sz="1600" dirty="0">
                <a:ea typeface="黑体" panose="02010609060101010101" pitchFamily="49" charset="-122"/>
              </a:rPr>
              <a:t>1</a:t>
            </a:r>
            <a:r>
              <a:rPr lang="zh-CN" altLang="en-US" sz="1600" dirty="0">
                <a:ea typeface="黑体" panose="02010609060101010101" pitchFamily="49" charset="-122"/>
              </a:rPr>
              <a:t>）选择一些最近完成的项目，这些项目在规模、使用的语音、应用类型、团队开发经验等方面要和待完成的项目相似；</a:t>
            </a:r>
            <a:endParaRPr lang="en-US" altLang="zh-CN" sz="1600" dirty="0">
              <a:ea typeface="黑体" panose="02010609060101010101" pitchFamily="49" charset="-122"/>
            </a:endParaRPr>
          </a:p>
          <a:p>
            <a:pPr lvl="1" eaLnBrk="1" hangingPunct="1">
              <a:lnSpc>
                <a:spcPct val="130000"/>
              </a:lnSpc>
            </a:pPr>
            <a:r>
              <a:rPr lang="zh-CN" altLang="en-US" sz="1600" dirty="0">
                <a:ea typeface="黑体" panose="02010609060101010101" pitchFamily="49" charset="-122"/>
              </a:rPr>
              <a:t>（</a:t>
            </a:r>
            <a:r>
              <a:rPr lang="en-US" altLang="zh-CN" sz="1600" dirty="0">
                <a:ea typeface="黑体" panose="02010609060101010101" pitchFamily="49" charset="-122"/>
              </a:rPr>
              <a:t>2</a:t>
            </a:r>
            <a:r>
              <a:rPr lang="zh-CN" altLang="en-US" sz="1600" dirty="0">
                <a:ea typeface="黑体" panose="02010609060101010101" pitchFamily="49" charset="-122"/>
              </a:rPr>
              <a:t>）获得各个项目的</a:t>
            </a:r>
            <a:r>
              <a:rPr lang="en-US" altLang="zh-CN" sz="1600" dirty="0">
                <a:ea typeface="黑体" panose="02010609060101010101" pitchFamily="49" charset="-122"/>
              </a:rPr>
              <a:t>LOC</a:t>
            </a:r>
            <a:r>
              <a:rPr lang="zh-CN" altLang="en-US" sz="1600" dirty="0">
                <a:ea typeface="黑体" panose="02010609060101010101" pitchFamily="49" charset="-122"/>
              </a:rPr>
              <a:t>数据，各项目都要使用相同的计数方案；</a:t>
            </a:r>
            <a:endParaRPr lang="en-US" altLang="zh-CN" sz="1600" dirty="0">
              <a:ea typeface="黑体" panose="02010609060101010101" pitchFamily="49" charset="-122"/>
            </a:endParaRPr>
          </a:p>
          <a:p>
            <a:pPr lvl="1" eaLnBrk="1" hangingPunct="1">
              <a:lnSpc>
                <a:spcPct val="130000"/>
              </a:lnSpc>
            </a:pPr>
            <a:r>
              <a:rPr lang="zh-CN" altLang="en-US" sz="1600" dirty="0">
                <a:ea typeface="黑体" panose="02010609060101010101" pitchFamily="49" charset="-122"/>
              </a:rPr>
              <a:t>（</a:t>
            </a:r>
            <a:r>
              <a:rPr lang="en-US" altLang="zh-CN" sz="1600" dirty="0">
                <a:ea typeface="黑体" panose="02010609060101010101" pitchFamily="49" charset="-122"/>
              </a:rPr>
              <a:t>3</a:t>
            </a:r>
            <a:r>
              <a:rPr lang="zh-CN" altLang="en-US" sz="1600" dirty="0">
                <a:ea typeface="黑体" panose="02010609060101010101" pitchFamily="49" charset="-122"/>
              </a:rPr>
              <a:t>）对于更改过的程序，记录更改代码所占比例，仅计算新增或更改部分</a:t>
            </a:r>
            <a:r>
              <a:rPr lang="en-US" altLang="zh-CN" sz="1600" dirty="0">
                <a:ea typeface="黑体" panose="02010609060101010101" pitchFamily="49" charset="-122"/>
              </a:rPr>
              <a:t>LOC</a:t>
            </a:r>
            <a:r>
              <a:rPr lang="zh-CN" altLang="en-US" sz="1600" dirty="0">
                <a:ea typeface="黑体" panose="02010609060101010101" pitchFamily="49" charset="-122"/>
              </a:rPr>
              <a:t>的数量</a:t>
            </a:r>
            <a:endParaRPr lang="en-US" altLang="zh-CN" sz="1600" dirty="0">
              <a:ea typeface="黑体" panose="02010609060101010101" pitchFamily="49" charset="-122"/>
            </a:endParaRPr>
          </a:p>
          <a:p>
            <a:pPr lvl="1" eaLnBrk="1" hangingPunct="1">
              <a:lnSpc>
                <a:spcPct val="130000"/>
              </a:lnSpc>
            </a:pPr>
            <a:r>
              <a:rPr lang="zh-CN" altLang="en-US" sz="1600" dirty="0">
                <a:ea typeface="黑体" panose="02010609060101010101" pitchFamily="49" charset="-122"/>
              </a:rPr>
              <a:t>（</a:t>
            </a:r>
            <a:r>
              <a:rPr lang="en-US" altLang="zh-CN" sz="1600" dirty="0">
                <a:ea typeface="黑体" panose="02010609060101010101" pitchFamily="49" charset="-122"/>
              </a:rPr>
              <a:t>4</a:t>
            </a:r>
            <a:r>
              <a:rPr lang="zh-CN" altLang="en-US" sz="1600" dirty="0">
                <a:ea typeface="黑体" panose="02010609060101010101" pitchFamily="49" charset="-122"/>
              </a:rPr>
              <a:t>）计算投入到每个项目上的人员数量，一般包括直接设计人员、实现人员、测试人员、文档人员（不包括软件质量保证人员、管理人员、需求人员等，特别是需求活动的人员，因为其受客户关系和应用知识影响很大）；</a:t>
            </a:r>
            <a:endParaRPr lang="en-US" altLang="zh-CN" sz="1600" dirty="0">
              <a:ea typeface="黑体" panose="02010609060101010101" pitchFamily="49" charset="-122"/>
            </a:endParaRPr>
          </a:p>
          <a:p>
            <a:pPr lvl="1" eaLnBrk="1" hangingPunct="1">
              <a:lnSpc>
                <a:spcPct val="130000"/>
              </a:lnSpc>
            </a:pPr>
            <a:r>
              <a:rPr lang="zh-CN" altLang="en-US" sz="1600" dirty="0">
                <a:ea typeface="黑体" panose="02010609060101010101" pitchFamily="49" charset="-122"/>
              </a:rPr>
              <a:t>（</a:t>
            </a:r>
            <a:r>
              <a:rPr lang="en-US" altLang="zh-CN" sz="1600" dirty="0">
                <a:ea typeface="黑体" panose="02010609060101010101" pitchFamily="49" charset="-122"/>
              </a:rPr>
              <a:t>5</a:t>
            </a:r>
            <a:r>
              <a:rPr lang="zh-CN" altLang="en-US" sz="1600" dirty="0">
                <a:ea typeface="黑体" panose="02010609060101010101" pitchFamily="49" charset="-122"/>
              </a:rPr>
              <a:t>）计算各个项目的软件生产率，即</a:t>
            </a:r>
            <a:r>
              <a:rPr lang="en-US" altLang="zh-CN" sz="1600" dirty="0">
                <a:ea typeface="黑体" panose="02010609060101010101" pitchFamily="49" charset="-122"/>
              </a:rPr>
              <a:t>LOC/PM</a:t>
            </a:r>
            <a:r>
              <a:rPr lang="zh-CN" altLang="en-US" sz="1600" dirty="0">
                <a:ea typeface="黑体" panose="02010609060101010101" pitchFamily="49" charset="-122"/>
              </a:rPr>
              <a:t>（每个人月生产代码的数量），进而求出平均值座位类似项目的典型软件生产率。</a:t>
            </a:r>
            <a:endParaRPr lang="en-US" altLang="zh-CN" sz="1000" dirty="0"/>
          </a:p>
          <a:p>
            <a:pPr lvl="1" eaLnBrk="1" hangingPunct="1">
              <a:lnSpc>
                <a:spcPct val="130000"/>
              </a:lnSpc>
            </a:pPr>
            <a:endParaRPr lang="en-US" altLang="zh-CN" sz="1400" dirty="0"/>
          </a:p>
          <a:p>
            <a:pPr lvl="1" eaLnBrk="1" hangingPunct="1">
              <a:lnSpc>
                <a:spcPct val="130000"/>
              </a:lnSpc>
            </a:pPr>
            <a:endParaRPr lang="en-US" altLang="zh-CN" sz="1400" dirty="0"/>
          </a:p>
          <a:p>
            <a:pPr lvl="1" eaLnBrk="1" hangingPunct="1">
              <a:lnSpc>
                <a:spcPct val="130000"/>
              </a:lnSpc>
            </a:pPr>
            <a:endParaRPr lang="en-US" altLang="zh-CN" sz="1400" dirty="0"/>
          </a:p>
        </p:txBody>
      </p:sp>
    </p:spTree>
    <p:extLst>
      <p:ext uri="{BB962C8B-B14F-4D97-AF65-F5344CB8AC3E}">
        <p14:creationId xmlns:p14="http://schemas.microsoft.com/office/powerpoint/2010/main" val="3810142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7929889C-F8CD-5305-E330-0314F0AFDEF6}"/>
              </a:ext>
            </a:extLst>
          </p:cNvPr>
          <p:cNvSpPr>
            <a:spLocks noGrp="1" noChangeArrowheads="1"/>
          </p:cNvSpPr>
          <p:nvPr>
            <p:ph type="title"/>
          </p:nvPr>
        </p:nvSpPr>
        <p:spPr/>
        <p:txBody>
          <a:bodyPr/>
          <a:lstStyle/>
          <a:p>
            <a:pPr eaLnBrk="1" hangingPunct="1"/>
            <a:r>
              <a:rPr lang="zh-CN" altLang="en-US"/>
              <a:t>本章内容提要</a:t>
            </a:r>
          </a:p>
        </p:txBody>
      </p:sp>
      <p:grpSp>
        <p:nvGrpSpPr>
          <p:cNvPr id="35843" name="Group 42">
            <a:extLst>
              <a:ext uri="{FF2B5EF4-FFF2-40B4-BE49-F238E27FC236}">
                <a16:creationId xmlns:a16="http://schemas.microsoft.com/office/drawing/2014/main" id="{1C6081E1-C08F-AF44-58F1-1054389FC78B}"/>
              </a:ext>
            </a:extLst>
          </p:cNvPr>
          <p:cNvGrpSpPr>
            <a:grpSpLocks/>
          </p:cNvGrpSpPr>
          <p:nvPr/>
        </p:nvGrpSpPr>
        <p:grpSpPr bwMode="auto">
          <a:xfrm>
            <a:off x="1042988" y="2395537"/>
            <a:ext cx="5689600" cy="3409950"/>
            <a:chOff x="657" y="1299"/>
            <a:chExt cx="3584" cy="2148"/>
          </a:xfrm>
        </p:grpSpPr>
        <p:grpSp>
          <p:nvGrpSpPr>
            <p:cNvPr id="35844" name="Group 4">
              <a:extLst>
                <a:ext uri="{FF2B5EF4-FFF2-40B4-BE49-F238E27FC236}">
                  <a16:creationId xmlns:a16="http://schemas.microsoft.com/office/drawing/2014/main" id="{956D042D-12C7-EB62-F56D-688B01DE5D7B}"/>
                </a:ext>
              </a:extLst>
            </p:cNvPr>
            <p:cNvGrpSpPr>
              <a:grpSpLocks/>
            </p:cNvGrpSpPr>
            <p:nvPr/>
          </p:nvGrpSpPr>
          <p:grpSpPr bwMode="auto">
            <a:xfrm>
              <a:off x="657" y="1299"/>
              <a:ext cx="3572" cy="233"/>
              <a:chOff x="385" y="1428"/>
              <a:chExt cx="3572" cy="367"/>
            </a:xfrm>
          </p:grpSpPr>
          <p:sp>
            <p:nvSpPr>
              <p:cNvPr id="35874" name="AutoShape 5">
                <a:extLst>
                  <a:ext uri="{FF2B5EF4-FFF2-40B4-BE49-F238E27FC236}">
                    <a16:creationId xmlns:a16="http://schemas.microsoft.com/office/drawing/2014/main" id="{59489C22-4053-A4A9-379B-858F19AE4356}"/>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35875" name="Text Box 6">
                <a:extLst>
                  <a:ext uri="{FF2B5EF4-FFF2-40B4-BE49-F238E27FC236}">
                    <a16:creationId xmlns:a16="http://schemas.microsoft.com/office/drawing/2014/main" id="{F8ED006A-BDA4-2982-BAC8-F5F3F194FB38}"/>
                  </a:ext>
                </a:extLst>
              </p:cNvPr>
              <p:cNvSpPr txBox="1">
                <a:spLocks noChangeArrowheads="1"/>
              </p:cNvSpPr>
              <p:nvPr/>
            </p:nvSpPr>
            <p:spPr bwMode="auto">
              <a:xfrm>
                <a:off x="626" y="1428"/>
                <a:ext cx="3099"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软件项目分解</a:t>
                </a:r>
                <a:r>
                  <a:rPr kumimoji="1" lang="zh-CN" altLang="en-US" sz="2400" b="0">
                    <a:latin typeface="Times New Roman" panose="02020603050405020304" pitchFamily="18" charset="0"/>
                  </a:rPr>
                  <a:t> </a:t>
                </a:r>
              </a:p>
            </p:txBody>
          </p:sp>
          <p:sp>
            <p:nvSpPr>
              <p:cNvPr id="35876" name="Rectangle 7">
                <a:extLst>
                  <a:ext uri="{FF2B5EF4-FFF2-40B4-BE49-F238E27FC236}">
                    <a16:creationId xmlns:a16="http://schemas.microsoft.com/office/drawing/2014/main" id="{BC4C7687-48EF-252D-9C33-23CCDF2984D5}"/>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7.1</a:t>
                </a:r>
                <a:endParaRPr kumimoji="1" lang="en-US" altLang="zh-CN" sz="1800">
                  <a:solidFill>
                    <a:srgbClr val="000000"/>
                  </a:solidFill>
                </a:endParaRPr>
              </a:p>
            </p:txBody>
          </p:sp>
        </p:grpSp>
        <p:grpSp>
          <p:nvGrpSpPr>
            <p:cNvPr id="35845" name="Group 8">
              <a:extLst>
                <a:ext uri="{FF2B5EF4-FFF2-40B4-BE49-F238E27FC236}">
                  <a16:creationId xmlns:a16="http://schemas.microsoft.com/office/drawing/2014/main" id="{B69B70DB-99AC-53A3-0DE9-EAE5464D951C}"/>
                </a:ext>
              </a:extLst>
            </p:cNvPr>
            <p:cNvGrpSpPr>
              <a:grpSpLocks/>
            </p:cNvGrpSpPr>
            <p:nvPr/>
          </p:nvGrpSpPr>
          <p:grpSpPr bwMode="auto">
            <a:xfrm>
              <a:off x="657" y="1600"/>
              <a:ext cx="3572" cy="203"/>
              <a:chOff x="385" y="1829"/>
              <a:chExt cx="3572" cy="321"/>
            </a:xfrm>
          </p:grpSpPr>
          <p:grpSp>
            <p:nvGrpSpPr>
              <p:cNvPr id="35870" name="Group 9">
                <a:extLst>
                  <a:ext uri="{FF2B5EF4-FFF2-40B4-BE49-F238E27FC236}">
                    <a16:creationId xmlns:a16="http://schemas.microsoft.com/office/drawing/2014/main" id="{687D918B-0694-1CCA-B6D6-6FD9253D5532}"/>
                  </a:ext>
                </a:extLst>
              </p:cNvPr>
              <p:cNvGrpSpPr>
                <a:grpSpLocks/>
              </p:cNvGrpSpPr>
              <p:nvPr/>
            </p:nvGrpSpPr>
            <p:grpSpPr bwMode="auto">
              <a:xfrm>
                <a:off x="464" y="1829"/>
                <a:ext cx="3493" cy="321"/>
                <a:chOff x="464" y="1829"/>
                <a:chExt cx="3493" cy="321"/>
              </a:xfrm>
            </p:grpSpPr>
            <p:sp>
              <p:nvSpPr>
                <p:cNvPr id="35872" name="AutoShape 10">
                  <a:extLst>
                    <a:ext uri="{FF2B5EF4-FFF2-40B4-BE49-F238E27FC236}">
                      <a16:creationId xmlns:a16="http://schemas.microsoft.com/office/drawing/2014/main" id="{E619128F-3ADB-0223-62FC-C249677019CC}"/>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35873" name="Text Box 11">
                  <a:extLst>
                    <a:ext uri="{FF2B5EF4-FFF2-40B4-BE49-F238E27FC236}">
                      <a16:creationId xmlns:a16="http://schemas.microsoft.com/office/drawing/2014/main" id="{EF1DD6F6-9EC6-54B2-14C3-CB553B1BAA6E}"/>
                    </a:ext>
                  </a:extLst>
                </p:cNvPr>
                <p:cNvSpPr txBox="1">
                  <a:spLocks noChangeArrowheads="1"/>
                </p:cNvSpPr>
                <p:nvPr/>
              </p:nvSpPr>
              <p:spPr bwMode="auto">
                <a:xfrm>
                  <a:off x="626" y="1829"/>
                  <a:ext cx="3099"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软件项目估算概念  </a:t>
                  </a:r>
                </a:p>
              </p:txBody>
            </p:sp>
          </p:grpSp>
          <p:sp>
            <p:nvSpPr>
              <p:cNvPr id="35871" name="Rectangle 12">
                <a:extLst>
                  <a:ext uri="{FF2B5EF4-FFF2-40B4-BE49-F238E27FC236}">
                    <a16:creationId xmlns:a16="http://schemas.microsoft.com/office/drawing/2014/main" id="{C89BF3AC-E957-3559-D7D2-CEF8ED3212AF}"/>
                  </a:ext>
                </a:extLst>
              </p:cNvPr>
              <p:cNvSpPr>
                <a:spLocks noChangeArrowheads="1"/>
              </p:cNvSpPr>
              <p:nvPr/>
            </p:nvSpPr>
            <p:spPr bwMode="auto">
              <a:xfrm>
                <a:off x="385" y="1915"/>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7.2</a:t>
                </a:r>
                <a:endParaRPr kumimoji="1" lang="en-US" altLang="zh-CN" sz="1800">
                  <a:solidFill>
                    <a:srgbClr val="000000"/>
                  </a:solidFill>
                </a:endParaRPr>
              </a:p>
            </p:txBody>
          </p:sp>
        </p:grpSp>
        <p:grpSp>
          <p:nvGrpSpPr>
            <p:cNvPr id="35846" name="Group 13">
              <a:extLst>
                <a:ext uri="{FF2B5EF4-FFF2-40B4-BE49-F238E27FC236}">
                  <a16:creationId xmlns:a16="http://schemas.microsoft.com/office/drawing/2014/main" id="{AB4FDD07-AE98-499D-95DE-AEEC3E078B20}"/>
                </a:ext>
              </a:extLst>
            </p:cNvPr>
            <p:cNvGrpSpPr>
              <a:grpSpLocks/>
            </p:cNvGrpSpPr>
            <p:nvPr/>
          </p:nvGrpSpPr>
          <p:grpSpPr bwMode="auto">
            <a:xfrm>
              <a:off x="657" y="1875"/>
              <a:ext cx="3584" cy="198"/>
              <a:chOff x="385" y="2209"/>
              <a:chExt cx="3584" cy="313"/>
            </a:xfrm>
          </p:grpSpPr>
          <p:sp>
            <p:nvSpPr>
              <p:cNvPr id="35867" name="AutoShape 14">
                <a:extLst>
                  <a:ext uri="{FF2B5EF4-FFF2-40B4-BE49-F238E27FC236}">
                    <a16:creationId xmlns:a16="http://schemas.microsoft.com/office/drawing/2014/main" id="{F93B0FD2-6732-F28F-FC02-2D83A93FCE87}"/>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35868" name="Text Box 15">
                <a:extLst>
                  <a:ext uri="{FF2B5EF4-FFF2-40B4-BE49-F238E27FC236}">
                    <a16:creationId xmlns:a16="http://schemas.microsoft.com/office/drawing/2014/main" id="{FC795F05-85F6-DF4A-2281-16BB23034954}"/>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软件项目规模估算  </a:t>
                </a:r>
              </a:p>
            </p:txBody>
          </p:sp>
          <p:sp>
            <p:nvSpPr>
              <p:cNvPr id="35869" name="Rectangle 16">
                <a:extLst>
                  <a:ext uri="{FF2B5EF4-FFF2-40B4-BE49-F238E27FC236}">
                    <a16:creationId xmlns:a16="http://schemas.microsoft.com/office/drawing/2014/main" id="{916D13CA-D057-B517-C7B0-EA0BEB8971D9}"/>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7.3</a:t>
                </a:r>
                <a:endParaRPr kumimoji="1" lang="en-US" altLang="zh-CN" sz="1800">
                  <a:solidFill>
                    <a:srgbClr val="000000"/>
                  </a:solidFill>
                </a:endParaRPr>
              </a:p>
            </p:txBody>
          </p:sp>
        </p:grpSp>
        <p:grpSp>
          <p:nvGrpSpPr>
            <p:cNvPr id="35847" name="Group 17">
              <a:extLst>
                <a:ext uri="{FF2B5EF4-FFF2-40B4-BE49-F238E27FC236}">
                  <a16:creationId xmlns:a16="http://schemas.microsoft.com/office/drawing/2014/main" id="{32CE818F-2A33-BC6B-ADA3-E205D58B2545}"/>
                </a:ext>
              </a:extLst>
            </p:cNvPr>
            <p:cNvGrpSpPr>
              <a:grpSpLocks/>
            </p:cNvGrpSpPr>
            <p:nvPr/>
          </p:nvGrpSpPr>
          <p:grpSpPr bwMode="auto">
            <a:xfrm>
              <a:off x="657" y="2147"/>
              <a:ext cx="3584" cy="198"/>
              <a:chOff x="385" y="2209"/>
              <a:chExt cx="3584" cy="313"/>
            </a:xfrm>
          </p:grpSpPr>
          <p:sp>
            <p:nvSpPr>
              <p:cNvPr id="35864" name="AutoShape 18">
                <a:extLst>
                  <a:ext uri="{FF2B5EF4-FFF2-40B4-BE49-F238E27FC236}">
                    <a16:creationId xmlns:a16="http://schemas.microsoft.com/office/drawing/2014/main" id="{FF38E969-C416-97CC-91C0-1DC0BA96C1DC}"/>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35865" name="Text Box 19">
                <a:extLst>
                  <a:ext uri="{FF2B5EF4-FFF2-40B4-BE49-F238E27FC236}">
                    <a16:creationId xmlns:a16="http://schemas.microsoft.com/office/drawing/2014/main" id="{FC4F7A0B-C65B-F3FD-DC1C-BFC43A581F1B}"/>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软件项目成本估算  </a:t>
                </a:r>
              </a:p>
            </p:txBody>
          </p:sp>
          <p:sp>
            <p:nvSpPr>
              <p:cNvPr id="35866" name="Rectangle 20">
                <a:extLst>
                  <a:ext uri="{FF2B5EF4-FFF2-40B4-BE49-F238E27FC236}">
                    <a16:creationId xmlns:a16="http://schemas.microsoft.com/office/drawing/2014/main" id="{436046AD-DA6E-FB20-DD8C-F3BC1662B958}"/>
                  </a:ext>
                </a:extLst>
              </p:cNvPr>
              <p:cNvSpPr>
                <a:spLocks noChangeArrowheads="1"/>
              </p:cNvSpPr>
              <p:nvPr/>
            </p:nvSpPr>
            <p:spPr bwMode="auto">
              <a:xfrm>
                <a:off x="385" y="2282"/>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7.4</a:t>
                </a:r>
                <a:endParaRPr kumimoji="1" lang="en-US" altLang="zh-CN" sz="1800">
                  <a:solidFill>
                    <a:srgbClr val="000000"/>
                  </a:solidFill>
                </a:endParaRPr>
              </a:p>
            </p:txBody>
          </p:sp>
        </p:grpSp>
        <p:grpSp>
          <p:nvGrpSpPr>
            <p:cNvPr id="35848" name="Group 21">
              <a:extLst>
                <a:ext uri="{FF2B5EF4-FFF2-40B4-BE49-F238E27FC236}">
                  <a16:creationId xmlns:a16="http://schemas.microsoft.com/office/drawing/2014/main" id="{FB234668-12E2-A187-0776-CA5A1001477D}"/>
                </a:ext>
              </a:extLst>
            </p:cNvPr>
            <p:cNvGrpSpPr>
              <a:grpSpLocks/>
            </p:cNvGrpSpPr>
            <p:nvPr/>
          </p:nvGrpSpPr>
          <p:grpSpPr bwMode="auto">
            <a:xfrm>
              <a:off x="657" y="2419"/>
              <a:ext cx="3584" cy="198"/>
              <a:chOff x="385" y="2209"/>
              <a:chExt cx="3584" cy="313"/>
            </a:xfrm>
          </p:grpSpPr>
          <p:sp>
            <p:nvSpPr>
              <p:cNvPr id="35861" name="AutoShape 22">
                <a:extLst>
                  <a:ext uri="{FF2B5EF4-FFF2-40B4-BE49-F238E27FC236}">
                    <a16:creationId xmlns:a16="http://schemas.microsoft.com/office/drawing/2014/main" id="{38E2B866-7CFF-1AAB-7375-4252993BF74E}"/>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35862" name="Text Box 23">
                <a:extLst>
                  <a:ext uri="{FF2B5EF4-FFF2-40B4-BE49-F238E27FC236}">
                    <a16:creationId xmlns:a16="http://schemas.microsoft.com/office/drawing/2014/main" id="{4D5E7C97-7966-B08B-5D45-64EA89C0DF3B}"/>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软件项目进度估算 </a:t>
                </a:r>
              </a:p>
            </p:txBody>
          </p:sp>
          <p:sp>
            <p:nvSpPr>
              <p:cNvPr id="35863" name="Rectangle 24">
                <a:extLst>
                  <a:ext uri="{FF2B5EF4-FFF2-40B4-BE49-F238E27FC236}">
                    <a16:creationId xmlns:a16="http://schemas.microsoft.com/office/drawing/2014/main" id="{0187480D-3C4E-9953-2059-115F0EF1E3E2}"/>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7.5</a:t>
                </a:r>
                <a:endParaRPr kumimoji="1" lang="en-US" altLang="zh-CN" sz="1800">
                  <a:solidFill>
                    <a:srgbClr val="000000"/>
                  </a:solidFill>
                </a:endParaRPr>
              </a:p>
            </p:txBody>
          </p:sp>
        </p:grpSp>
        <p:grpSp>
          <p:nvGrpSpPr>
            <p:cNvPr id="35849" name="Group 25">
              <a:extLst>
                <a:ext uri="{FF2B5EF4-FFF2-40B4-BE49-F238E27FC236}">
                  <a16:creationId xmlns:a16="http://schemas.microsoft.com/office/drawing/2014/main" id="{6B765D1C-2962-0A3A-8F91-96B7B17D8DB0}"/>
                </a:ext>
              </a:extLst>
            </p:cNvPr>
            <p:cNvGrpSpPr>
              <a:grpSpLocks/>
            </p:cNvGrpSpPr>
            <p:nvPr/>
          </p:nvGrpSpPr>
          <p:grpSpPr bwMode="auto">
            <a:xfrm>
              <a:off x="657" y="2689"/>
              <a:ext cx="3572" cy="206"/>
              <a:chOff x="385" y="1458"/>
              <a:chExt cx="3572" cy="326"/>
            </a:xfrm>
          </p:grpSpPr>
          <p:sp>
            <p:nvSpPr>
              <p:cNvPr id="35858" name="AutoShape 26">
                <a:extLst>
                  <a:ext uri="{FF2B5EF4-FFF2-40B4-BE49-F238E27FC236}">
                    <a16:creationId xmlns:a16="http://schemas.microsoft.com/office/drawing/2014/main" id="{568200EE-97E5-5DE6-ADC2-F9ECCCF2AFF7}"/>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35859" name="Text Box 27">
                <a:extLst>
                  <a:ext uri="{FF2B5EF4-FFF2-40B4-BE49-F238E27FC236}">
                    <a16:creationId xmlns:a16="http://schemas.microsoft.com/office/drawing/2014/main" id="{6488B5CE-1BFB-F8CE-EBFD-55FD68B2B2E4}"/>
                  </a:ext>
                </a:extLst>
              </p:cNvPr>
              <p:cNvSpPr txBox="1">
                <a:spLocks noChangeArrowheads="1"/>
              </p:cNvSpPr>
              <p:nvPr/>
            </p:nvSpPr>
            <p:spPr bwMode="auto">
              <a:xfrm>
                <a:off x="626" y="1458"/>
                <a:ext cx="3099"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软件项目进度计划 </a:t>
                </a:r>
              </a:p>
            </p:txBody>
          </p:sp>
          <p:sp>
            <p:nvSpPr>
              <p:cNvPr id="35860" name="Rectangle 28">
                <a:extLst>
                  <a:ext uri="{FF2B5EF4-FFF2-40B4-BE49-F238E27FC236}">
                    <a16:creationId xmlns:a16="http://schemas.microsoft.com/office/drawing/2014/main" id="{980C2F1B-B09F-A9D2-E211-84498340E4E1}"/>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7.6</a:t>
                </a:r>
                <a:endParaRPr kumimoji="1" lang="en-US" altLang="zh-CN" sz="1800">
                  <a:solidFill>
                    <a:srgbClr val="000000"/>
                  </a:solidFill>
                </a:endParaRPr>
              </a:p>
            </p:txBody>
          </p:sp>
        </p:grpSp>
        <p:grpSp>
          <p:nvGrpSpPr>
            <p:cNvPr id="35850" name="Group 34">
              <a:extLst>
                <a:ext uri="{FF2B5EF4-FFF2-40B4-BE49-F238E27FC236}">
                  <a16:creationId xmlns:a16="http://schemas.microsoft.com/office/drawing/2014/main" id="{367BEA83-7356-FCDF-9F96-C5B2D13D3B0B}"/>
                </a:ext>
              </a:extLst>
            </p:cNvPr>
            <p:cNvGrpSpPr>
              <a:grpSpLocks/>
            </p:cNvGrpSpPr>
            <p:nvPr/>
          </p:nvGrpSpPr>
          <p:grpSpPr bwMode="auto">
            <a:xfrm>
              <a:off x="657" y="2976"/>
              <a:ext cx="3584" cy="198"/>
              <a:chOff x="385" y="2209"/>
              <a:chExt cx="3584" cy="313"/>
            </a:xfrm>
          </p:grpSpPr>
          <p:sp>
            <p:nvSpPr>
              <p:cNvPr id="35855" name="AutoShape 35">
                <a:extLst>
                  <a:ext uri="{FF2B5EF4-FFF2-40B4-BE49-F238E27FC236}">
                    <a16:creationId xmlns:a16="http://schemas.microsoft.com/office/drawing/2014/main" id="{D09612D3-F220-2CD5-2E0B-AACD74D09274}"/>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35856" name="Text Box 36">
                <a:extLst>
                  <a:ext uri="{FF2B5EF4-FFF2-40B4-BE49-F238E27FC236}">
                    <a16:creationId xmlns:a16="http://schemas.microsoft.com/office/drawing/2014/main" id="{1AC5AC93-7422-D131-F40B-13063CA18D0E}"/>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本章小结  </a:t>
                </a:r>
              </a:p>
            </p:txBody>
          </p:sp>
          <p:sp>
            <p:nvSpPr>
              <p:cNvPr id="35857" name="Rectangle 37">
                <a:extLst>
                  <a:ext uri="{FF2B5EF4-FFF2-40B4-BE49-F238E27FC236}">
                    <a16:creationId xmlns:a16="http://schemas.microsoft.com/office/drawing/2014/main" id="{1982927E-2BCB-AF21-E4E8-9EC1CDADE3B8}"/>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7.7</a:t>
                </a:r>
                <a:endParaRPr kumimoji="1" lang="en-US" altLang="zh-CN" sz="1800">
                  <a:solidFill>
                    <a:srgbClr val="000000"/>
                  </a:solidFill>
                </a:endParaRPr>
              </a:p>
            </p:txBody>
          </p:sp>
        </p:grpSp>
        <p:grpSp>
          <p:nvGrpSpPr>
            <p:cNvPr id="35851" name="Group 38">
              <a:extLst>
                <a:ext uri="{FF2B5EF4-FFF2-40B4-BE49-F238E27FC236}">
                  <a16:creationId xmlns:a16="http://schemas.microsoft.com/office/drawing/2014/main" id="{042DBA0C-B9EF-A357-9168-9A805705F562}"/>
                </a:ext>
              </a:extLst>
            </p:cNvPr>
            <p:cNvGrpSpPr>
              <a:grpSpLocks/>
            </p:cNvGrpSpPr>
            <p:nvPr/>
          </p:nvGrpSpPr>
          <p:grpSpPr bwMode="auto">
            <a:xfrm>
              <a:off x="657" y="3249"/>
              <a:ext cx="3584" cy="198"/>
              <a:chOff x="385" y="2209"/>
              <a:chExt cx="3584" cy="313"/>
            </a:xfrm>
          </p:grpSpPr>
          <p:sp>
            <p:nvSpPr>
              <p:cNvPr id="35852" name="AutoShape 39">
                <a:extLst>
                  <a:ext uri="{FF2B5EF4-FFF2-40B4-BE49-F238E27FC236}">
                    <a16:creationId xmlns:a16="http://schemas.microsoft.com/office/drawing/2014/main" id="{A6B54372-E487-35E8-BA77-399E7ED317D3}"/>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35853" name="Text Box 40">
                <a:extLst>
                  <a:ext uri="{FF2B5EF4-FFF2-40B4-BE49-F238E27FC236}">
                    <a16:creationId xmlns:a16="http://schemas.microsoft.com/office/drawing/2014/main" id="{3BCA96A3-C91C-194E-387D-9E777D03A705}"/>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复习思考题 </a:t>
                </a:r>
              </a:p>
            </p:txBody>
          </p:sp>
          <p:sp>
            <p:nvSpPr>
              <p:cNvPr id="35854" name="Rectangle 41">
                <a:extLst>
                  <a:ext uri="{FF2B5EF4-FFF2-40B4-BE49-F238E27FC236}">
                    <a16:creationId xmlns:a16="http://schemas.microsoft.com/office/drawing/2014/main" id="{C9F20B09-8638-4091-583A-EAB035C518FA}"/>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7.8</a:t>
                </a:r>
                <a:endParaRPr kumimoji="1" lang="en-US" altLang="zh-CN" sz="1800">
                  <a:solidFill>
                    <a:srgbClr val="000000"/>
                  </a:solidFill>
                </a:endParaRPr>
              </a:p>
            </p:txBody>
          </p:sp>
        </p:gr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77E00F89-8629-3DA6-1BC9-99D33A03D66B}"/>
              </a:ext>
            </a:extLst>
          </p:cNvPr>
          <p:cNvSpPr>
            <a:spLocks noGrp="1" noChangeArrowheads="1"/>
          </p:cNvSpPr>
          <p:nvPr>
            <p:ph type="title"/>
          </p:nvPr>
        </p:nvSpPr>
        <p:spPr/>
        <p:txBody>
          <a:bodyPr/>
          <a:lstStyle/>
          <a:p>
            <a:pPr eaLnBrk="1" hangingPunct="1"/>
            <a:r>
              <a:rPr kumimoji="1" lang="en-US" altLang="zh-CN"/>
              <a:t>7.4 </a:t>
            </a:r>
            <a:r>
              <a:rPr kumimoji="1" lang="zh-CN" altLang="en-US"/>
              <a:t>软件项目成本估算</a:t>
            </a:r>
          </a:p>
        </p:txBody>
      </p:sp>
      <p:sp>
        <p:nvSpPr>
          <p:cNvPr id="37891" name="Rectangle 3">
            <a:extLst>
              <a:ext uri="{FF2B5EF4-FFF2-40B4-BE49-F238E27FC236}">
                <a16:creationId xmlns:a16="http://schemas.microsoft.com/office/drawing/2014/main" id="{29C7A2DB-DB8E-A2AF-A4D2-19C1060D3577}"/>
              </a:ext>
            </a:extLst>
          </p:cNvPr>
          <p:cNvSpPr>
            <a:spLocks noGrp="1" noChangeArrowheads="1"/>
          </p:cNvSpPr>
          <p:nvPr>
            <p:ph type="body" idx="1"/>
          </p:nvPr>
        </p:nvSpPr>
        <p:spPr>
          <a:xfrm>
            <a:off x="1403350" y="2133600"/>
            <a:ext cx="7491413" cy="4724400"/>
          </a:xfrm>
        </p:spPr>
        <p:txBody>
          <a:bodyPr/>
          <a:lstStyle/>
          <a:p>
            <a:pPr eaLnBrk="1" hangingPunct="1">
              <a:spcBef>
                <a:spcPct val="60000"/>
              </a:spcBef>
            </a:pPr>
            <a:r>
              <a:rPr lang="zh-CN" altLang="en-US" sz="2400" dirty="0">
                <a:solidFill>
                  <a:schemeClr val="accent2"/>
                </a:solidFill>
                <a:latin typeface="黑体" panose="02010609060101010101" pitchFamily="49" charset="-122"/>
                <a:ea typeface="黑体" panose="02010609060101010101" pitchFamily="49" charset="-122"/>
              </a:rPr>
              <a:t>成本估算方法</a:t>
            </a:r>
          </a:p>
          <a:p>
            <a:pPr eaLnBrk="1" hangingPunct="1">
              <a:lnSpc>
                <a:spcPct val="120000"/>
              </a:lnSpc>
              <a:spcBef>
                <a:spcPct val="60000"/>
              </a:spcBef>
            </a:pPr>
            <a:r>
              <a:rPr lang="zh-CN" altLang="en-US" sz="2000" dirty="0">
                <a:latin typeface="黑体" panose="02010609060101010101" pitchFamily="49" charset="-122"/>
                <a:ea typeface="黑体" panose="02010609060101010101" pitchFamily="49" charset="-122"/>
              </a:rPr>
              <a:t>算法模型：代公式 </a:t>
            </a:r>
          </a:p>
          <a:p>
            <a:pPr eaLnBrk="1" hangingPunct="1">
              <a:lnSpc>
                <a:spcPct val="120000"/>
              </a:lnSpc>
            </a:pPr>
            <a:r>
              <a:rPr lang="zh-CN" altLang="en-US" sz="2000" dirty="0">
                <a:latin typeface="黑体" panose="02010609060101010101" pitchFamily="49" charset="-122"/>
                <a:ea typeface="黑体" panose="02010609060101010101" pitchFamily="49" charset="-122"/>
              </a:rPr>
              <a:t>专家判定：专家开会讨论</a:t>
            </a:r>
          </a:p>
          <a:p>
            <a:pPr eaLnBrk="1" hangingPunct="1">
              <a:lnSpc>
                <a:spcPct val="120000"/>
              </a:lnSpc>
            </a:pPr>
            <a:r>
              <a:rPr lang="zh-CN" altLang="en-US" sz="2000" dirty="0">
                <a:latin typeface="黑体" panose="02010609060101010101" pitchFamily="49" charset="-122"/>
                <a:ea typeface="黑体" panose="02010609060101010101" pitchFamily="49" charset="-122"/>
              </a:rPr>
              <a:t>类比：和以前做过的类似项目进行比较进而估算</a:t>
            </a:r>
          </a:p>
          <a:p>
            <a:pPr eaLnBrk="1" hangingPunct="1">
              <a:lnSpc>
                <a:spcPct val="120000"/>
              </a:lnSpc>
            </a:pPr>
            <a:r>
              <a:rPr lang="zh-CN" altLang="en-US" sz="2000" dirty="0">
                <a:latin typeface="黑体" panose="02010609060101010101" pitchFamily="49" charset="-122"/>
                <a:ea typeface="黑体" panose="02010609060101010101" pitchFamily="49" charset="-122"/>
              </a:rPr>
              <a:t>自顶向下：从项目整体出发，然后按比例将成本分配到各个组成部分中去</a:t>
            </a:r>
          </a:p>
          <a:p>
            <a:pPr eaLnBrk="1" hangingPunct="1">
              <a:lnSpc>
                <a:spcPct val="120000"/>
              </a:lnSpc>
            </a:pPr>
            <a:r>
              <a:rPr lang="zh-CN" altLang="en-US" sz="2000" dirty="0">
                <a:latin typeface="黑体" panose="02010609060101010101" pitchFamily="49" charset="-122"/>
                <a:ea typeface="黑体" panose="02010609060101010101" pitchFamily="49" charset="-122"/>
              </a:rPr>
              <a:t>自底向上：把待开发的软件逐步细化，直到明确工作量，由负责该部分的人给出工作量的估计值，然后把所有部分相加，就得到了软件开发的总量。</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5AE47075-1DBA-C3B4-BA5F-84CFAF241B67}"/>
              </a:ext>
            </a:extLst>
          </p:cNvPr>
          <p:cNvSpPr>
            <a:spLocks noGrp="1" noChangeArrowheads="1"/>
          </p:cNvSpPr>
          <p:nvPr>
            <p:ph type="title"/>
          </p:nvPr>
        </p:nvSpPr>
        <p:spPr/>
        <p:txBody>
          <a:bodyPr/>
          <a:lstStyle/>
          <a:p>
            <a:pPr eaLnBrk="1" hangingPunct="1"/>
            <a:r>
              <a:rPr kumimoji="1" lang="zh-CN" altLang="en-US"/>
              <a:t>软件项目成本估算</a:t>
            </a:r>
          </a:p>
        </p:txBody>
      </p:sp>
      <p:sp>
        <p:nvSpPr>
          <p:cNvPr id="39939" name="Rectangle 3">
            <a:extLst>
              <a:ext uri="{FF2B5EF4-FFF2-40B4-BE49-F238E27FC236}">
                <a16:creationId xmlns:a16="http://schemas.microsoft.com/office/drawing/2014/main" id="{A4C93EA2-0E29-2FBE-7A36-63E9AC7885AF}"/>
              </a:ext>
            </a:extLst>
          </p:cNvPr>
          <p:cNvSpPr>
            <a:spLocks noGrp="1" noChangeArrowheads="1"/>
          </p:cNvSpPr>
          <p:nvPr>
            <p:ph type="body" idx="1"/>
          </p:nvPr>
        </p:nvSpPr>
        <p:spPr>
          <a:xfrm>
            <a:off x="611188" y="2060575"/>
            <a:ext cx="8137525" cy="4797425"/>
          </a:xfrm>
        </p:spPr>
        <p:txBody>
          <a:bodyPr/>
          <a:lstStyle/>
          <a:p>
            <a:pPr eaLnBrk="1" hangingPunct="1">
              <a:lnSpc>
                <a:spcPct val="120000"/>
              </a:lnSpc>
              <a:spcBef>
                <a:spcPct val="60000"/>
              </a:spcBef>
            </a:pPr>
            <a:r>
              <a:rPr lang="zh-CN" altLang="en-US" sz="2000">
                <a:solidFill>
                  <a:schemeClr val="accent2"/>
                </a:solidFill>
                <a:latin typeface="黑体" panose="02010609060101010101" pitchFamily="49" charset="-122"/>
                <a:ea typeface="黑体" panose="02010609060101010101" pitchFamily="49" charset="-122"/>
              </a:rPr>
              <a:t>成本估算模型</a:t>
            </a:r>
            <a:r>
              <a:rPr lang="en-US" altLang="zh-CN" sz="2000">
                <a:solidFill>
                  <a:schemeClr val="accent2"/>
                </a:solidFill>
                <a:latin typeface="宋体" panose="02010600030101010101" pitchFamily="2" charset="-122"/>
                <a:ea typeface="黑体" panose="02010609060101010101" pitchFamily="49" charset="-122"/>
              </a:rPr>
              <a:t>——</a:t>
            </a:r>
            <a:r>
              <a:rPr lang="zh-CN" altLang="en-US" sz="2000"/>
              <a:t>静态模型和动态模型</a:t>
            </a:r>
            <a:endParaRPr lang="zh-CN" altLang="en-US" sz="2000">
              <a:solidFill>
                <a:schemeClr val="accent2"/>
              </a:solidFill>
              <a:latin typeface="黑体" panose="02010609060101010101" pitchFamily="49" charset="-122"/>
              <a:ea typeface="黑体" panose="02010609060101010101" pitchFamily="49" charset="-122"/>
            </a:endParaRPr>
          </a:p>
          <a:p>
            <a:pPr lvl="1" eaLnBrk="1" hangingPunct="1">
              <a:lnSpc>
                <a:spcPct val="150000"/>
              </a:lnSpc>
              <a:spcBef>
                <a:spcPct val="50000"/>
              </a:spcBef>
            </a:pPr>
            <a:r>
              <a:rPr lang="zh-CN" altLang="en-US" sz="2000">
                <a:solidFill>
                  <a:schemeClr val="accent2"/>
                </a:solidFill>
                <a:latin typeface="黑体" panose="02010609060101010101" pitchFamily="49" charset="-122"/>
                <a:ea typeface="黑体" panose="02010609060101010101" pitchFamily="49" charset="-122"/>
              </a:rPr>
              <a:t>静态模型  </a:t>
            </a:r>
            <a:r>
              <a:rPr lang="zh-CN" altLang="en-US" sz="2000"/>
              <a:t>用一个唯一的变量（如程序规模）作为初始元素来计算所有其他变量（如成本、时间），且所用计算公式的形式对于所有变量都是相同的</a:t>
            </a:r>
          </a:p>
          <a:p>
            <a:pPr lvl="1" eaLnBrk="1" hangingPunct="1">
              <a:lnSpc>
                <a:spcPct val="150000"/>
              </a:lnSpc>
              <a:spcBef>
                <a:spcPct val="50000"/>
              </a:spcBef>
            </a:pPr>
            <a:r>
              <a:rPr lang="zh-CN" altLang="en-US" sz="2000">
                <a:solidFill>
                  <a:schemeClr val="accent2"/>
                </a:solidFill>
                <a:latin typeface="黑体" panose="02010609060101010101" pitchFamily="49" charset="-122"/>
                <a:ea typeface="黑体" panose="02010609060101010101" pitchFamily="49" charset="-122"/>
              </a:rPr>
              <a:t>动态模型  </a:t>
            </a:r>
            <a:r>
              <a:rPr lang="zh-CN" altLang="en-US" sz="2000"/>
              <a:t>没有类似静态模型中的惟一基础变量，所有变量都是相互依存的</a:t>
            </a:r>
          </a:p>
          <a:p>
            <a:pPr lvl="1" eaLnBrk="1" hangingPunct="1">
              <a:lnSpc>
                <a:spcPct val="150000"/>
              </a:lnSpc>
              <a:spcBef>
                <a:spcPct val="50000"/>
              </a:spcBef>
            </a:pPr>
            <a:r>
              <a:rPr lang="zh-CN" altLang="en-US" sz="2000">
                <a:solidFill>
                  <a:schemeClr val="accent2"/>
                </a:solidFill>
                <a:latin typeface="黑体" panose="02010609060101010101" pitchFamily="49" charset="-122"/>
                <a:ea typeface="黑体" panose="02010609060101010101" pitchFamily="49" charset="-122"/>
              </a:rPr>
              <a:t>已有的模型</a:t>
            </a:r>
            <a:r>
              <a:rPr lang="zh-CN" altLang="en-US" sz="2000"/>
              <a:t>   </a:t>
            </a:r>
            <a:r>
              <a:rPr lang="en-US" altLang="zh-CN" sz="2000"/>
              <a:t>1) Farr-Zagorski</a:t>
            </a:r>
            <a:r>
              <a:rPr lang="zh-CN" altLang="en-US" sz="2000"/>
              <a:t>模型； </a:t>
            </a:r>
            <a:r>
              <a:rPr lang="en-US" altLang="zh-CN" sz="2000"/>
              <a:t>2) Price-S</a:t>
            </a:r>
            <a:r>
              <a:rPr lang="zh-CN" altLang="en-US" sz="2000"/>
              <a:t>模型；</a:t>
            </a:r>
            <a:r>
              <a:rPr lang="en-US" altLang="zh-CN" sz="2000"/>
              <a:t>3) Walston-Felix</a:t>
            </a:r>
            <a:r>
              <a:rPr lang="zh-CN" altLang="en-US" sz="2000"/>
              <a:t>模型 ；</a:t>
            </a:r>
            <a:r>
              <a:rPr lang="en-US" altLang="zh-CN" sz="2000"/>
              <a:t>4) Putnam</a:t>
            </a:r>
            <a:r>
              <a:rPr lang="zh-CN" altLang="en-US" sz="2000"/>
              <a:t>模型；</a:t>
            </a:r>
            <a:r>
              <a:rPr lang="en-US" altLang="zh-CN" sz="2000"/>
              <a:t>5) COCOMO</a:t>
            </a:r>
            <a:r>
              <a:rPr lang="zh-CN" altLang="en-US" sz="2000"/>
              <a:t>模型 </a:t>
            </a:r>
          </a:p>
          <a:p>
            <a:pPr eaLnBrk="1" hangingPunct="1">
              <a:lnSpc>
                <a:spcPct val="150000"/>
              </a:lnSpc>
              <a:spcBef>
                <a:spcPct val="50000"/>
              </a:spcBef>
              <a:buFont typeface="Wingdings 2" panose="05020102010507070707" pitchFamily="18" charset="2"/>
              <a:buNone/>
            </a:pPr>
            <a:r>
              <a:rPr lang="zh-CN" altLang="en-US" sz="2000"/>
              <a:t>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D847CEF3-A9A9-0F8D-01E4-45D8A5273BF3}"/>
              </a:ext>
            </a:extLst>
          </p:cNvPr>
          <p:cNvSpPr>
            <a:spLocks noGrp="1" noChangeArrowheads="1"/>
          </p:cNvSpPr>
          <p:nvPr>
            <p:ph type="title"/>
          </p:nvPr>
        </p:nvSpPr>
        <p:spPr/>
        <p:txBody>
          <a:bodyPr/>
          <a:lstStyle/>
          <a:p>
            <a:pPr eaLnBrk="1" hangingPunct="1"/>
            <a:r>
              <a:rPr kumimoji="1" lang="zh-CN" altLang="en-US"/>
              <a:t>软件项目成本估算</a:t>
            </a:r>
          </a:p>
        </p:txBody>
      </p:sp>
      <p:sp>
        <p:nvSpPr>
          <p:cNvPr id="41987" name="Rectangle 3">
            <a:extLst>
              <a:ext uri="{FF2B5EF4-FFF2-40B4-BE49-F238E27FC236}">
                <a16:creationId xmlns:a16="http://schemas.microsoft.com/office/drawing/2014/main" id="{B7E98E09-8658-3A35-A463-92FFA94D7185}"/>
              </a:ext>
            </a:extLst>
          </p:cNvPr>
          <p:cNvSpPr>
            <a:spLocks noGrp="1" noChangeArrowheads="1"/>
          </p:cNvSpPr>
          <p:nvPr>
            <p:ph type="body" idx="1"/>
          </p:nvPr>
        </p:nvSpPr>
        <p:spPr>
          <a:xfrm>
            <a:off x="684213" y="2060575"/>
            <a:ext cx="8280400" cy="4797425"/>
          </a:xfrm>
        </p:spPr>
        <p:txBody>
          <a:bodyPr/>
          <a:lstStyle/>
          <a:p>
            <a:pPr eaLnBrk="1" hangingPunct="1">
              <a:lnSpc>
                <a:spcPct val="150000"/>
              </a:lnSpc>
              <a:spcBef>
                <a:spcPct val="50000"/>
              </a:spcBef>
            </a:pPr>
            <a:r>
              <a:rPr lang="en-US" altLang="zh-CN" sz="2000" dirty="0" err="1">
                <a:solidFill>
                  <a:schemeClr val="accent2"/>
                </a:solidFill>
              </a:rPr>
              <a:t>COCOMOⅡ</a:t>
            </a:r>
            <a:r>
              <a:rPr lang="zh-CN" altLang="en-US" sz="2000" u="sng" dirty="0">
                <a:solidFill>
                  <a:schemeClr val="accent2"/>
                </a:solidFill>
                <a:ea typeface="黑体" panose="02010609060101010101" pitchFamily="49" charset="-122"/>
              </a:rPr>
              <a:t>模</a:t>
            </a:r>
            <a:r>
              <a:rPr lang="zh-CN" altLang="en-US" sz="2000" dirty="0">
                <a:solidFill>
                  <a:schemeClr val="accent2"/>
                </a:solidFill>
                <a:ea typeface="黑体" panose="02010609060101010101" pitchFamily="49" charset="-122"/>
              </a:rPr>
              <a:t>型</a:t>
            </a:r>
            <a:r>
              <a:rPr lang="zh-CN" altLang="en-US" sz="2000" dirty="0"/>
              <a:t>   </a:t>
            </a:r>
          </a:p>
          <a:p>
            <a:pPr eaLnBrk="1" hangingPunct="1">
              <a:lnSpc>
                <a:spcPct val="150000"/>
              </a:lnSpc>
              <a:spcBef>
                <a:spcPct val="50000"/>
              </a:spcBef>
              <a:buFont typeface="Wingdings 2" panose="05020102010507070707" pitchFamily="18" charset="2"/>
              <a:buNone/>
            </a:pPr>
            <a:r>
              <a:rPr lang="zh-CN" altLang="en-US" sz="2000" dirty="0"/>
              <a:t>     </a:t>
            </a:r>
            <a:r>
              <a:rPr lang="en-US" altLang="zh-CN" sz="2000" dirty="0">
                <a:solidFill>
                  <a:schemeClr val="accent2"/>
                </a:solidFill>
              </a:rPr>
              <a:t>——</a:t>
            </a:r>
            <a:r>
              <a:rPr lang="zh-CN" altLang="en-US" sz="2000" dirty="0"/>
              <a:t>在现代软件工程研究结果的基础上，将未来软件市场划分为基础软件、系统集成、程序自动化生成、应用集成、最终用户编程五个部分，</a:t>
            </a:r>
            <a:r>
              <a:rPr lang="en-US" altLang="zh-CN" sz="2000" dirty="0"/>
              <a:t>COCOMO II</a:t>
            </a:r>
            <a:r>
              <a:rPr lang="zh-CN" altLang="en-US" sz="2000" dirty="0"/>
              <a:t>通过三个生命周期模型 （估算早期原型工作量的应用组合模型，早期设计模型，后体系结构模型 ）支持上述的五种软件项目。</a:t>
            </a:r>
            <a:r>
              <a:rPr lang="zh-CN" altLang="en-US" dirty="0"/>
              <a:t> </a:t>
            </a:r>
            <a:r>
              <a:rPr lang="zh-CN" altLang="en-US" sz="2000" dirty="0"/>
              <a:t>（书上的公式）</a:t>
            </a:r>
            <a:endParaRPr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C14AF901-2B2C-373D-A3E6-E5785B4B9440}"/>
              </a:ext>
            </a:extLst>
          </p:cNvPr>
          <p:cNvSpPr>
            <a:spLocks noGrp="1" noChangeArrowheads="1"/>
          </p:cNvSpPr>
          <p:nvPr>
            <p:ph type="title"/>
          </p:nvPr>
        </p:nvSpPr>
        <p:spPr/>
        <p:txBody>
          <a:bodyPr/>
          <a:lstStyle/>
          <a:p>
            <a:pPr eaLnBrk="1" hangingPunct="1"/>
            <a:r>
              <a:rPr kumimoji="1" lang="zh-CN" altLang="en-US"/>
              <a:t>软件项目成本估算</a:t>
            </a:r>
          </a:p>
        </p:txBody>
      </p:sp>
      <p:sp>
        <p:nvSpPr>
          <p:cNvPr id="44035" name="Rectangle 3">
            <a:extLst>
              <a:ext uri="{FF2B5EF4-FFF2-40B4-BE49-F238E27FC236}">
                <a16:creationId xmlns:a16="http://schemas.microsoft.com/office/drawing/2014/main" id="{FB3F93F9-549B-8154-9338-BE5AFB880425}"/>
              </a:ext>
            </a:extLst>
          </p:cNvPr>
          <p:cNvSpPr>
            <a:spLocks noGrp="1" noChangeArrowheads="1"/>
          </p:cNvSpPr>
          <p:nvPr>
            <p:ph type="body" idx="1"/>
          </p:nvPr>
        </p:nvSpPr>
        <p:spPr>
          <a:xfrm>
            <a:off x="611188" y="1989138"/>
            <a:ext cx="8353425" cy="4868862"/>
          </a:xfrm>
        </p:spPr>
        <p:txBody>
          <a:bodyPr/>
          <a:lstStyle/>
          <a:p>
            <a:pPr eaLnBrk="1" hangingPunct="1">
              <a:lnSpc>
                <a:spcPct val="150000"/>
              </a:lnSpc>
              <a:spcBef>
                <a:spcPct val="50000"/>
              </a:spcBef>
            </a:pPr>
            <a:r>
              <a:rPr lang="en-US" altLang="zh-CN" sz="2000" dirty="0">
                <a:solidFill>
                  <a:schemeClr val="accent2"/>
                </a:solidFill>
              </a:rPr>
              <a:t>Putnam</a:t>
            </a:r>
            <a:r>
              <a:rPr lang="zh-CN" altLang="en-US" sz="2000" dirty="0">
                <a:solidFill>
                  <a:schemeClr val="accent2"/>
                </a:solidFill>
                <a:ea typeface="黑体" panose="02010609060101010101" pitchFamily="49" charset="-122"/>
              </a:rPr>
              <a:t>模型</a:t>
            </a:r>
            <a:r>
              <a:rPr lang="zh-CN" altLang="en-US" sz="2000" dirty="0"/>
              <a:t>   </a:t>
            </a:r>
          </a:p>
          <a:p>
            <a:pPr eaLnBrk="1" hangingPunct="1">
              <a:lnSpc>
                <a:spcPct val="150000"/>
              </a:lnSpc>
              <a:spcBef>
                <a:spcPct val="50000"/>
              </a:spcBef>
              <a:buFont typeface="Wingdings 2" panose="05020102010507070707" pitchFamily="18" charset="2"/>
              <a:buNone/>
            </a:pPr>
            <a:r>
              <a:rPr lang="zh-CN" altLang="en-US" sz="2000" dirty="0"/>
              <a:t>      </a:t>
            </a:r>
            <a:r>
              <a:rPr lang="en-US" altLang="zh-CN" sz="2000" dirty="0">
                <a:solidFill>
                  <a:schemeClr val="accent2"/>
                </a:solidFill>
              </a:rPr>
              <a:t>——</a:t>
            </a:r>
            <a:r>
              <a:rPr lang="en-US" altLang="zh-CN" sz="2000" dirty="0"/>
              <a:t>Putnam</a:t>
            </a:r>
            <a:r>
              <a:rPr lang="zh-CN" altLang="en-US" sz="2000" dirty="0"/>
              <a:t>模型是</a:t>
            </a:r>
            <a:r>
              <a:rPr lang="en-US" altLang="zh-CN" sz="2000" dirty="0"/>
              <a:t>Putnam</a:t>
            </a:r>
            <a:r>
              <a:rPr lang="zh-CN" altLang="en-US" sz="2000" dirty="0"/>
              <a:t>于</a:t>
            </a:r>
            <a:r>
              <a:rPr lang="en-US" altLang="zh-CN" sz="2000" dirty="0"/>
              <a:t>1978</a:t>
            </a:r>
            <a:r>
              <a:rPr lang="zh-CN" altLang="en-US" sz="2000" dirty="0"/>
              <a:t>在来自美国计算机系统指挥部的</a:t>
            </a:r>
            <a:r>
              <a:rPr lang="en-US" altLang="zh-CN" sz="2000" dirty="0"/>
              <a:t>200</a:t>
            </a:r>
            <a:r>
              <a:rPr lang="zh-CN" altLang="en-US" sz="2000" dirty="0"/>
              <a:t>多个大型项目（项目的工作量在</a:t>
            </a:r>
            <a:r>
              <a:rPr lang="en-US" altLang="zh-CN" sz="2000" dirty="0"/>
              <a:t>30~1000</a:t>
            </a:r>
            <a:r>
              <a:rPr lang="zh-CN" altLang="en-US" sz="2000" dirty="0"/>
              <a:t>人年之间）数据的基础上推导出来的一种动态多变量模型。</a:t>
            </a:r>
            <a:r>
              <a:rPr lang="en-US" altLang="zh-CN" sz="2000" dirty="0"/>
              <a:t>Putnam</a:t>
            </a:r>
            <a:r>
              <a:rPr lang="zh-CN" altLang="en-US" sz="2000" dirty="0"/>
              <a:t>模型假设软件项目的工作量分布类似于</a:t>
            </a:r>
            <a:r>
              <a:rPr lang="en-US" altLang="zh-CN" sz="2000" dirty="0"/>
              <a:t>Rayleigh</a:t>
            </a:r>
            <a:r>
              <a:rPr lang="zh-CN" altLang="en-US" sz="2000" dirty="0"/>
              <a:t>曲线。</a:t>
            </a:r>
          </a:p>
          <a:p>
            <a:pPr eaLnBrk="1" hangingPunct="1">
              <a:lnSpc>
                <a:spcPct val="130000"/>
              </a:lnSpc>
              <a:spcBef>
                <a:spcPct val="20000"/>
              </a:spcBef>
              <a:buFont typeface="Wingdings 2" panose="05020102010507070707" pitchFamily="18" charset="2"/>
              <a:buNone/>
            </a:pPr>
            <a:r>
              <a:rPr lang="zh-CN" altLang="en-US" sz="2000" dirty="0"/>
              <a:t>         </a:t>
            </a:r>
            <a:r>
              <a:rPr lang="en-US" altLang="zh-CN" sz="2000" dirty="0"/>
              <a:t>Putnam</a:t>
            </a:r>
            <a:r>
              <a:rPr lang="zh-CN" altLang="en-US" sz="2000" dirty="0"/>
              <a:t>模型包含两个方程：软件方程和人力增加方程</a:t>
            </a:r>
            <a:r>
              <a:rPr lang="zh-CN" altLang="en-US" dirty="0"/>
              <a:t>。</a:t>
            </a:r>
            <a:r>
              <a:rPr lang="zh-CN" altLang="en-US" sz="2000" dirty="0"/>
              <a:t>（书上公式） </a:t>
            </a:r>
            <a:r>
              <a:rPr lang="zh-CN" altLang="en-US" sz="2400" dirty="0">
                <a:latin typeface="宋体" panose="02010600030101010101" pitchFamily="2" charset="-122"/>
              </a:rPr>
              <a:t>  </a:t>
            </a:r>
          </a:p>
          <a:p>
            <a:pPr eaLnBrk="1" hangingPunct="1">
              <a:lnSpc>
                <a:spcPct val="130000"/>
              </a:lnSpc>
              <a:spcBef>
                <a:spcPct val="20000"/>
              </a:spcBef>
              <a:buFont typeface="Wingdings 2" panose="05020102010507070707" pitchFamily="18" charset="2"/>
              <a:buNone/>
            </a:pPr>
            <a:r>
              <a:rPr lang="zh-CN" altLang="en-US" dirty="0"/>
              <a:t>      </a:t>
            </a:r>
            <a:endParaRPr lang="zh-CN" altLang="en-US" sz="3600" dirty="0">
              <a:latin typeface="黑体" panose="02010609060101010101" pitchFamily="49" charset="-122"/>
              <a:ea typeface="黑体" panose="02010609060101010101" pitchFamily="49" charset="-122"/>
            </a:endParaRPr>
          </a:p>
        </p:txBody>
      </p:sp>
      <p:sp>
        <p:nvSpPr>
          <p:cNvPr id="44036" name="Rectangle 48">
            <a:extLst>
              <a:ext uri="{FF2B5EF4-FFF2-40B4-BE49-F238E27FC236}">
                <a16:creationId xmlns:a16="http://schemas.microsoft.com/office/drawing/2014/main" id="{E8419CBF-3622-9C7D-D25E-DE6652D91A3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wrap="none"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graphicFrame>
        <p:nvGraphicFramePr>
          <p:cNvPr id="44037" name="Object 47">
            <a:extLst>
              <a:ext uri="{FF2B5EF4-FFF2-40B4-BE49-F238E27FC236}">
                <a16:creationId xmlns:a16="http://schemas.microsoft.com/office/drawing/2014/main" id="{8B2E51C3-E6B3-2E2F-80C9-8EA35FA91985}"/>
              </a:ext>
            </a:extLst>
          </p:cNvPr>
          <p:cNvGraphicFramePr>
            <a:graphicFrameLocks noChangeAspect="1"/>
          </p:cNvGraphicFramePr>
          <p:nvPr/>
        </p:nvGraphicFramePr>
        <p:xfrm>
          <a:off x="0" y="0"/>
          <a:ext cx="771525" cy="304800"/>
        </p:xfrm>
        <a:graphic>
          <a:graphicData uri="http://schemas.openxmlformats.org/presentationml/2006/ole">
            <mc:AlternateContent xmlns:mc="http://schemas.openxmlformats.org/markup-compatibility/2006">
              <mc:Choice xmlns:v="urn:schemas-microsoft-com:vml" Requires="v">
                <p:oleObj r:id="rId3" imgW="774364" imgH="304668" progId="Equation.DSMT4">
                  <p:embed/>
                </p:oleObj>
              </mc:Choice>
              <mc:Fallback>
                <p:oleObj r:id="rId3" imgW="774364" imgH="304668" progId="Equation.DSMT4">
                  <p:embed/>
                  <p:pic>
                    <p:nvPicPr>
                      <p:cNvPr id="0" name="Object 4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7715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C7D3379C-3427-C3BE-B103-E72EF003FABD}"/>
              </a:ext>
            </a:extLst>
          </p:cNvPr>
          <p:cNvSpPr>
            <a:spLocks noGrp="1" noChangeArrowheads="1"/>
          </p:cNvSpPr>
          <p:nvPr>
            <p:ph type="title"/>
          </p:nvPr>
        </p:nvSpPr>
        <p:spPr/>
        <p:txBody>
          <a:bodyPr/>
          <a:lstStyle/>
          <a:p>
            <a:pPr eaLnBrk="1" hangingPunct="1"/>
            <a:r>
              <a:rPr kumimoji="1" lang="zh-CN" altLang="en-US"/>
              <a:t>软件项目成本估算</a:t>
            </a:r>
          </a:p>
        </p:txBody>
      </p:sp>
      <p:sp>
        <p:nvSpPr>
          <p:cNvPr id="46083" name="Rectangle 3">
            <a:extLst>
              <a:ext uri="{FF2B5EF4-FFF2-40B4-BE49-F238E27FC236}">
                <a16:creationId xmlns:a16="http://schemas.microsoft.com/office/drawing/2014/main" id="{6F2889AE-8524-AAF6-4CB4-375AF83DB0C5}"/>
              </a:ext>
            </a:extLst>
          </p:cNvPr>
          <p:cNvSpPr>
            <a:spLocks noGrp="1" noChangeArrowheads="1"/>
          </p:cNvSpPr>
          <p:nvPr>
            <p:ph type="body" idx="1"/>
          </p:nvPr>
        </p:nvSpPr>
        <p:spPr>
          <a:xfrm>
            <a:off x="827088" y="1916113"/>
            <a:ext cx="8137525" cy="4797425"/>
          </a:xfrm>
        </p:spPr>
        <p:txBody>
          <a:bodyPr/>
          <a:lstStyle/>
          <a:p>
            <a:pPr marL="457200" indent="-457200" eaLnBrk="1" hangingPunct="1">
              <a:lnSpc>
                <a:spcPct val="120000"/>
              </a:lnSpc>
            </a:pPr>
            <a:r>
              <a:rPr lang="zh-CN" altLang="en-US" sz="2400" dirty="0">
                <a:solidFill>
                  <a:schemeClr val="accent2"/>
                </a:solidFill>
                <a:latin typeface="黑体" panose="02010609060101010101" pitchFamily="49" charset="-122"/>
                <a:ea typeface="黑体" panose="02010609060101010101" pitchFamily="49" charset="-122"/>
              </a:rPr>
              <a:t>实用软件估算模型</a:t>
            </a:r>
            <a:r>
              <a:rPr lang="en-US" altLang="zh-CN" sz="2400" dirty="0">
                <a:solidFill>
                  <a:schemeClr val="accent2"/>
                </a:solidFill>
                <a:ea typeface="黑体" panose="02010609060101010101" pitchFamily="49" charset="-122"/>
              </a:rPr>
              <a:t>——</a:t>
            </a:r>
            <a:r>
              <a:rPr lang="zh-CN" altLang="en-US" sz="2000" dirty="0">
                <a:latin typeface="宋体" panose="02010600030101010101" pitchFamily="2" charset="-122"/>
              </a:rPr>
              <a:t>是一种自下而上和参数法的结合模型，步骤如下：</a:t>
            </a:r>
            <a:r>
              <a:rPr lang="zh-CN" altLang="en-US" sz="2000" dirty="0">
                <a:solidFill>
                  <a:srgbClr val="FF0000"/>
                </a:solidFill>
                <a:latin typeface="宋体" panose="02010600030101010101" pitchFamily="2" charset="-122"/>
              </a:rPr>
              <a:t>（类似</a:t>
            </a:r>
            <a:r>
              <a:rPr lang="en-US" altLang="zh-CN" sz="2000" dirty="0">
                <a:solidFill>
                  <a:srgbClr val="FF0000"/>
                </a:solidFill>
                <a:latin typeface="宋体" panose="02010600030101010101" pitchFamily="2" charset="-122"/>
              </a:rPr>
              <a:t>PERT</a:t>
            </a:r>
            <a:r>
              <a:rPr lang="zh-CN" altLang="en-US" sz="2000" dirty="0">
                <a:solidFill>
                  <a:srgbClr val="FF0000"/>
                </a:solidFill>
                <a:latin typeface="宋体" panose="02010600030101010101" pitchFamily="2" charset="-122"/>
              </a:rPr>
              <a:t>估算法对规模的估算）</a:t>
            </a:r>
          </a:p>
          <a:p>
            <a:pPr marL="903288" lvl="1" indent="-381000" eaLnBrk="1" hangingPunct="1">
              <a:lnSpc>
                <a:spcPct val="120000"/>
              </a:lnSpc>
              <a:spcBef>
                <a:spcPct val="40000"/>
              </a:spcBef>
            </a:pPr>
            <a:r>
              <a:rPr lang="zh-CN" altLang="en-US" sz="2000" dirty="0">
                <a:latin typeface="宋体" panose="02010600030101010101" pitchFamily="2" charset="-122"/>
              </a:rPr>
              <a:t>对任务进行分解</a:t>
            </a:r>
          </a:p>
          <a:p>
            <a:pPr marL="903288" lvl="1" indent="-381000" eaLnBrk="1" hangingPunct="1">
              <a:lnSpc>
                <a:spcPct val="120000"/>
              </a:lnSpc>
              <a:spcBef>
                <a:spcPct val="40000"/>
              </a:spcBef>
            </a:pPr>
            <a:r>
              <a:rPr lang="zh-CN" altLang="en-US" sz="2000" dirty="0">
                <a:latin typeface="宋体" panose="02010600030101010101" pitchFamily="2" charset="-122"/>
              </a:rPr>
              <a:t>估算每个任务</a:t>
            </a:r>
            <a:r>
              <a:rPr lang="en-US" altLang="zh-CN" sz="2000" dirty="0" err="1">
                <a:latin typeface="宋体" panose="02010600030101010101" pitchFamily="2" charset="-122"/>
              </a:rPr>
              <a:t>i</a:t>
            </a:r>
            <a:r>
              <a:rPr lang="zh-CN" altLang="en-US" sz="2000" dirty="0">
                <a:latin typeface="宋体" panose="02010600030101010101" pitchFamily="2" charset="-122"/>
              </a:rPr>
              <a:t>的最大值</a:t>
            </a:r>
            <a:r>
              <a:rPr lang="en-US" altLang="zh-CN" sz="2000" dirty="0">
                <a:latin typeface="宋体" panose="02010600030101010101" pitchFamily="2" charset="-122"/>
              </a:rPr>
              <a:t>Max</a:t>
            </a:r>
            <a:r>
              <a:rPr lang="zh-CN" altLang="en-US" sz="2000" dirty="0">
                <a:latin typeface="宋体" panose="02010600030101010101" pitchFamily="2" charset="-122"/>
              </a:rPr>
              <a:t>、最小值</a:t>
            </a:r>
            <a:r>
              <a:rPr lang="en-US" altLang="zh-CN" sz="2000" dirty="0">
                <a:latin typeface="宋体" panose="02010600030101010101" pitchFamily="2" charset="-122"/>
              </a:rPr>
              <a:t>Min</a:t>
            </a:r>
            <a:r>
              <a:rPr lang="zh-CN" altLang="en-US" sz="2000" dirty="0">
                <a:latin typeface="宋体" panose="02010600030101010101" pitchFamily="2" charset="-122"/>
              </a:rPr>
              <a:t>、最可能值</a:t>
            </a:r>
            <a:r>
              <a:rPr lang="en-US" altLang="zh-CN" sz="2000" dirty="0">
                <a:latin typeface="宋体" panose="02010600030101010101" pitchFamily="2" charset="-122"/>
              </a:rPr>
              <a:t>Avg</a:t>
            </a:r>
            <a:r>
              <a:rPr lang="zh-CN" altLang="en-US" sz="2000" dirty="0">
                <a:latin typeface="宋体" panose="02010600030101010101" pitchFamily="2" charset="-122"/>
              </a:rPr>
              <a:t>，</a:t>
            </a:r>
            <a:r>
              <a:rPr lang="en-US" altLang="zh-CN" sz="2000" dirty="0" err="1">
                <a:latin typeface="宋体" panose="02010600030101010101" pitchFamily="2" charset="-122"/>
              </a:rPr>
              <a:t>Ei</a:t>
            </a:r>
            <a:r>
              <a:rPr lang="en-US" altLang="zh-CN" sz="2000" dirty="0">
                <a:latin typeface="宋体" panose="02010600030101010101" pitchFamily="2" charset="-122"/>
              </a:rPr>
              <a:t>=(Max +4 Avg + Min)/6</a:t>
            </a:r>
            <a:r>
              <a:rPr lang="zh-CN" altLang="en-US" sz="2000" dirty="0">
                <a:latin typeface="宋体" panose="02010600030101010101" pitchFamily="2" charset="-122"/>
              </a:rPr>
              <a:t>（或者使用唯一的估计值：最可能值）</a:t>
            </a:r>
          </a:p>
          <a:p>
            <a:pPr marL="903288" lvl="1" indent="-381000" eaLnBrk="1" hangingPunct="1">
              <a:lnSpc>
                <a:spcPct val="120000"/>
              </a:lnSpc>
              <a:spcBef>
                <a:spcPct val="40000"/>
              </a:spcBef>
            </a:pPr>
            <a:r>
              <a:rPr lang="zh-CN" altLang="en-US" sz="2000" dirty="0">
                <a:latin typeface="宋体" panose="02010600030101010101" pitchFamily="2" charset="-122"/>
              </a:rPr>
              <a:t>直接成本</a:t>
            </a:r>
            <a:r>
              <a:rPr lang="en-US" altLang="zh-CN" sz="2000" dirty="0">
                <a:latin typeface="宋体" panose="02010600030101010101" pitchFamily="2" charset="-122"/>
              </a:rPr>
              <a:t>=E1+E2+……+ </a:t>
            </a:r>
            <a:r>
              <a:rPr lang="en-US" altLang="zh-CN" sz="2000" dirty="0" err="1">
                <a:latin typeface="宋体" panose="02010600030101010101" pitchFamily="2" charset="-122"/>
              </a:rPr>
              <a:t>Ei</a:t>
            </a:r>
            <a:r>
              <a:rPr lang="en-US" altLang="zh-CN" sz="2000" dirty="0">
                <a:latin typeface="宋体" panose="02010600030101010101" pitchFamily="2" charset="-122"/>
              </a:rPr>
              <a:t>+……+ </a:t>
            </a:r>
            <a:r>
              <a:rPr lang="en-US" altLang="zh-CN" sz="2000" dirty="0" err="1">
                <a:latin typeface="宋体" panose="02010600030101010101" pitchFamily="2" charset="-122"/>
              </a:rPr>
              <a:t>En</a:t>
            </a:r>
            <a:endParaRPr lang="en-US" altLang="zh-CN" sz="2000" dirty="0">
              <a:latin typeface="宋体" panose="02010600030101010101" pitchFamily="2" charset="-122"/>
            </a:endParaRPr>
          </a:p>
          <a:p>
            <a:pPr marL="903288" lvl="1" indent="-381000" eaLnBrk="1" hangingPunct="1">
              <a:lnSpc>
                <a:spcPct val="120000"/>
              </a:lnSpc>
              <a:spcBef>
                <a:spcPct val="40000"/>
              </a:spcBef>
            </a:pPr>
            <a:r>
              <a:rPr lang="zh-CN" altLang="en-US" sz="2000" dirty="0">
                <a:latin typeface="宋体" panose="02010600030101010101" pitchFamily="2" charset="-122"/>
              </a:rPr>
              <a:t>项目总估算成本</a:t>
            </a:r>
            <a:r>
              <a:rPr lang="en-US" altLang="zh-CN" sz="2000" dirty="0">
                <a:latin typeface="宋体" panose="02010600030101010101" pitchFamily="2" charset="-122"/>
              </a:rPr>
              <a:t>= </a:t>
            </a:r>
            <a:r>
              <a:rPr lang="zh-CN" altLang="en-US" sz="2000" dirty="0">
                <a:latin typeface="宋体" panose="02010600030101010101" pitchFamily="2" charset="-122"/>
              </a:rPr>
              <a:t>直接成本</a:t>
            </a:r>
            <a:r>
              <a:rPr lang="en-US" altLang="zh-CN" sz="2000" dirty="0">
                <a:latin typeface="宋体" panose="02010600030101010101" pitchFamily="2" charset="-122"/>
              </a:rPr>
              <a:t>+</a:t>
            </a:r>
            <a:r>
              <a:rPr lang="zh-CN" altLang="en-US" sz="2000" dirty="0">
                <a:latin typeface="宋体" panose="02010600030101010101" pitchFamily="2" charset="-122"/>
              </a:rPr>
              <a:t>间接成本</a:t>
            </a:r>
          </a:p>
          <a:p>
            <a:pPr marL="903288" lvl="1" indent="-381000" eaLnBrk="1" hangingPunct="1">
              <a:lnSpc>
                <a:spcPct val="120000"/>
              </a:lnSpc>
              <a:spcBef>
                <a:spcPct val="40000"/>
              </a:spcBef>
            </a:pPr>
            <a:r>
              <a:rPr lang="zh-CN" altLang="en-US" sz="2000" dirty="0">
                <a:latin typeface="宋体" panose="02010600030101010101" pitchFamily="2" charset="-122"/>
              </a:rPr>
              <a:t>项目总报价</a:t>
            </a:r>
            <a:r>
              <a:rPr lang="en-US" altLang="zh-CN" sz="2000" dirty="0">
                <a:latin typeface="宋体" panose="02010600030101010101" pitchFamily="2" charset="-122"/>
              </a:rPr>
              <a:t>=</a:t>
            </a:r>
            <a:r>
              <a:rPr lang="zh-CN" altLang="en-US" sz="2000" dirty="0">
                <a:latin typeface="宋体" panose="02010600030101010101" pitchFamily="2" charset="-122"/>
              </a:rPr>
              <a:t>项目总估算成本</a:t>
            </a:r>
            <a:r>
              <a:rPr lang="en-US" altLang="zh-CN" sz="2000" dirty="0">
                <a:latin typeface="宋体" panose="02010600030101010101" pitchFamily="2" charset="-122"/>
              </a:rPr>
              <a:t>+</a:t>
            </a:r>
            <a:r>
              <a:rPr lang="zh-CN" altLang="en-US" sz="2000" dirty="0">
                <a:latin typeface="宋体" panose="02010600030101010101" pitchFamily="2" charset="-122"/>
              </a:rPr>
              <a:t>风险利润 </a:t>
            </a:r>
          </a:p>
          <a:p>
            <a:pPr marL="1265238" lvl="2" indent="-342900" eaLnBrk="1" hangingPunct="1">
              <a:lnSpc>
                <a:spcPct val="120000"/>
              </a:lnSpc>
              <a:spcBef>
                <a:spcPct val="40000"/>
              </a:spcBef>
            </a:pPr>
            <a:r>
              <a:rPr lang="zh-CN" altLang="en-US" dirty="0">
                <a:latin typeface="宋体" panose="02010600030101010101" pitchFamily="2" charset="-122"/>
              </a:rPr>
              <a:t>风险利润</a:t>
            </a:r>
            <a:r>
              <a:rPr lang="en-US" altLang="zh-CN" dirty="0">
                <a:latin typeface="宋体" panose="02010600030101010101" pitchFamily="2" charset="-122"/>
              </a:rPr>
              <a:t>=</a:t>
            </a:r>
            <a:r>
              <a:rPr lang="zh-CN" altLang="en-US" dirty="0">
                <a:latin typeface="宋体" panose="02010600030101010101" pitchFamily="2" charset="-122"/>
              </a:rPr>
              <a:t>利润</a:t>
            </a:r>
            <a:r>
              <a:rPr lang="en-US" altLang="zh-CN" dirty="0">
                <a:latin typeface="宋体" panose="02010600030101010101" pitchFamily="2" charset="-122"/>
              </a:rPr>
              <a:t>+</a:t>
            </a:r>
            <a:r>
              <a:rPr lang="zh-CN" altLang="en-US" dirty="0">
                <a:latin typeface="宋体" panose="02010600030101010101" pitchFamily="2" charset="-122"/>
              </a:rPr>
              <a:t>风险基金</a:t>
            </a:r>
            <a:r>
              <a:rPr lang="en-US" altLang="zh-CN" dirty="0">
                <a:latin typeface="宋体" panose="02010600030101010101" pitchFamily="2" charset="-122"/>
              </a:rPr>
              <a:t>+</a:t>
            </a:r>
            <a:r>
              <a:rPr lang="zh-CN" altLang="en-US" dirty="0">
                <a:latin typeface="宋体" panose="02010600030101010101" pitchFamily="2" charset="-122"/>
              </a:rPr>
              <a:t>税</a:t>
            </a:r>
          </a:p>
          <a:p>
            <a:pPr marL="457200" indent="-457200" eaLnBrk="1" hangingPunct="1">
              <a:lnSpc>
                <a:spcPct val="120000"/>
              </a:lnSpc>
              <a:spcBef>
                <a:spcPct val="50000"/>
              </a:spcBef>
            </a:pPr>
            <a:endParaRPr lang="en-US" altLang="zh-CN" sz="2000" dirty="0">
              <a:solidFill>
                <a:schemeClr val="accent2"/>
              </a:solidFill>
              <a:latin typeface="宋体" panose="02010600030101010101"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4FFF6180-DF84-7A1D-285F-3EBF0523AC07}"/>
              </a:ext>
            </a:extLst>
          </p:cNvPr>
          <p:cNvSpPr>
            <a:spLocks noGrp="1" noChangeArrowheads="1"/>
          </p:cNvSpPr>
          <p:nvPr>
            <p:ph type="title"/>
          </p:nvPr>
        </p:nvSpPr>
        <p:spPr/>
        <p:txBody>
          <a:bodyPr/>
          <a:lstStyle/>
          <a:p>
            <a:pPr eaLnBrk="1" hangingPunct="1"/>
            <a:r>
              <a:rPr kumimoji="1" lang="zh-CN" altLang="en-US"/>
              <a:t>软件项目成本估算</a:t>
            </a:r>
          </a:p>
        </p:txBody>
      </p:sp>
      <p:sp>
        <p:nvSpPr>
          <p:cNvPr id="47107" name="Rectangle 3">
            <a:extLst>
              <a:ext uri="{FF2B5EF4-FFF2-40B4-BE49-F238E27FC236}">
                <a16:creationId xmlns:a16="http://schemas.microsoft.com/office/drawing/2014/main" id="{DD44EBA2-9ACA-BE86-9348-DE29C84268C9}"/>
              </a:ext>
            </a:extLst>
          </p:cNvPr>
          <p:cNvSpPr>
            <a:spLocks noGrp="1" noChangeArrowheads="1"/>
          </p:cNvSpPr>
          <p:nvPr>
            <p:ph type="body" idx="1"/>
          </p:nvPr>
        </p:nvSpPr>
        <p:spPr>
          <a:xfrm>
            <a:off x="539750" y="1844675"/>
            <a:ext cx="8604250" cy="5013325"/>
          </a:xfrm>
        </p:spPr>
        <p:txBody>
          <a:bodyPr/>
          <a:lstStyle/>
          <a:p>
            <a:pPr eaLnBrk="1" hangingPunct="1">
              <a:lnSpc>
                <a:spcPct val="130000"/>
              </a:lnSpc>
              <a:spcBef>
                <a:spcPct val="50000"/>
              </a:spcBef>
            </a:pPr>
            <a:r>
              <a:rPr lang="zh-CN" altLang="en-US" sz="2000">
                <a:solidFill>
                  <a:schemeClr val="accent2"/>
                </a:solidFill>
                <a:latin typeface="黑体" panose="02010609060101010101" pitchFamily="49" charset="-122"/>
                <a:ea typeface="黑体" panose="02010609060101010101" pitchFamily="49" charset="-122"/>
              </a:rPr>
              <a:t>直接成本</a:t>
            </a:r>
          </a:p>
          <a:p>
            <a:pPr lvl="1" eaLnBrk="1" hangingPunct="1">
              <a:lnSpc>
                <a:spcPct val="130000"/>
              </a:lnSpc>
              <a:spcBef>
                <a:spcPct val="50000"/>
              </a:spcBef>
            </a:pPr>
            <a:r>
              <a:rPr lang="zh-CN" altLang="en-US" sz="2000">
                <a:solidFill>
                  <a:srgbClr val="CC6600"/>
                </a:solidFill>
                <a:latin typeface="黑体" panose="02010609060101010101" pitchFamily="49" charset="-122"/>
                <a:ea typeface="黑体" panose="02010609060101010101" pitchFamily="49" charset="-122"/>
              </a:rPr>
              <a:t>直接成本</a:t>
            </a:r>
            <a:r>
              <a:rPr lang="en-US" altLang="zh-CN" sz="2000">
                <a:solidFill>
                  <a:srgbClr val="CC6600"/>
                </a:solidFill>
                <a:latin typeface="黑体" panose="02010609060101010101" pitchFamily="49" charset="-122"/>
                <a:ea typeface="黑体" panose="02010609060101010101" pitchFamily="49" charset="-122"/>
              </a:rPr>
              <a:t>=</a:t>
            </a:r>
            <a:r>
              <a:rPr lang="zh-CN" altLang="en-US" sz="2000">
                <a:solidFill>
                  <a:srgbClr val="CC6600"/>
                </a:solidFill>
                <a:latin typeface="黑体" panose="02010609060101010101" pitchFamily="49" charset="-122"/>
                <a:ea typeface="黑体" panose="02010609060101010101" pitchFamily="49" charset="-122"/>
              </a:rPr>
              <a:t>开发成本</a:t>
            </a:r>
            <a:r>
              <a:rPr lang="en-US" altLang="zh-CN" sz="2000">
                <a:solidFill>
                  <a:srgbClr val="CC6600"/>
                </a:solidFill>
                <a:latin typeface="黑体" panose="02010609060101010101" pitchFamily="49" charset="-122"/>
                <a:ea typeface="黑体" panose="02010609060101010101" pitchFamily="49" charset="-122"/>
              </a:rPr>
              <a:t>+</a:t>
            </a:r>
            <a:r>
              <a:rPr lang="zh-CN" altLang="en-US" sz="2000">
                <a:solidFill>
                  <a:srgbClr val="CC6600"/>
                </a:solidFill>
                <a:latin typeface="黑体" panose="02010609060101010101" pitchFamily="49" charset="-122"/>
                <a:ea typeface="黑体" panose="02010609060101010101" pitchFamily="49" charset="-122"/>
              </a:rPr>
              <a:t>管理成本</a:t>
            </a:r>
            <a:r>
              <a:rPr lang="en-US" altLang="zh-CN" sz="2000">
                <a:solidFill>
                  <a:srgbClr val="CC6600"/>
                </a:solidFill>
                <a:latin typeface="黑体" panose="02010609060101010101" pitchFamily="49" charset="-122"/>
                <a:ea typeface="黑体" panose="02010609060101010101" pitchFamily="49" charset="-122"/>
              </a:rPr>
              <a:t>+</a:t>
            </a:r>
            <a:r>
              <a:rPr lang="zh-CN" altLang="en-US" sz="2000">
                <a:solidFill>
                  <a:srgbClr val="CC6600"/>
                </a:solidFill>
                <a:latin typeface="黑体" panose="02010609060101010101" pitchFamily="49" charset="-122"/>
                <a:ea typeface="黑体" panose="02010609060101010101" pitchFamily="49" charset="-122"/>
              </a:rPr>
              <a:t>质量成本</a:t>
            </a:r>
          </a:p>
          <a:p>
            <a:pPr lvl="1" eaLnBrk="1" hangingPunct="1">
              <a:lnSpc>
                <a:spcPct val="130000"/>
              </a:lnSpc>
              <a:spcBef>
                <a:spcPct val="50000"/>
              </a:spcBef>
            </a:pPr>
            <a:r>
              <a:rPr lang="zh-CN" altLang="en-US" sz="2000">
                <a:solidFill>
                  <a:srgbClr val="CC6600"/>
                </a:solidFill>
                <a:latin typeface="黑体" panose="02010609060101010101" pitchFamily="49" charset="-122"/>
                <a:ea typeface="黑体" panose="02010609060101010101" pitchFamily="49" charset="-122"/>
              </a:rPr>
              <a:t>直接成本</a:t>
            </a:r>
            <a:r>
              <a:rPr lang="en-US" altLang="zh-CN" sz="2000">
                <a:solidFill>
                  <a:srgbClr val="CC6600"/>
                </a:solidFill>
                <a:latin typeface="黑体" panose="02010609060101010101" pitchFamily="49" charset="-122"/>
                <a:ea typeface="黑体" panose="02010609060101010101" pitchFamily="49" charset="-122"/>
              </a:rPr>
              <a:t>=</a:t>
            </a:r>
            <a:r>
              <a:rPr lang="zh-CN" altLang="en-US" sz="2000">
                <a:solidFill>
                  <a:srgbClr val="CC6600"/>
                </a:solidFill>
                <a:latin typeface="黑体" panose="02010609060101010101" pitchFamily="49" charset="-122"/>
                <a:ea typeface="黑体" panose="02010609060101010101" pitchFamily="49" charset="-122"/>
              </a:rPr>
              <a:t>规模*人力成本参数</a:t>
            </a:r>
          </a:p>
          <a:p>
            <a:pPr lvl="1" eaLnBrk="1" hangingPunct="1">
              <a:lnSpc>
                <a:spcPct val="130000"/>
              </a:lnSpc>
              <a:spcBef>
                <a:spcPct val="50000"/>
              </a:spcBef>
            </a:pPr>
            <a:r>
              <a:rPr lang="zh-CN" altLang="en-US" sz="2000">
                <a:solidFill>
                  <a:srgbClr val="CC6600"/>
                </a:solidFill>
                <a:latin typeface="黑体" panose="02010609060101010101" pitchFamily="49" charset="-122"/>
                <a:ea typeface="黑体" panose="02010609060101010101" pitchFamily="49" charset="-122"/>
              </a:rPr>
              <a:t>例如：人力成本参数</a:t>
            </a:r>
            <a:r>
              <a:rPr lang="en-US" altLang="zh-CN" sz="2000">
                <a:solidFill>
                  <a:srgbClr val="CC6600"/>
                </a:solidFill>
                <a:latin typeface="黑体" panose="02010609060101010101" pitchFamily="49" charset="-122"/>
                <a:ea typeface="黑体" panose="02010609060101010101" pitchFamily="49" charset="-122"/>
              </a:rPr>
              <a:t>=2</a:t>
            </a:r>
            <a:r>
              <a:rPr lang="zh-CN" altLang="en-US" sz="2000">
                <a:solidFill>
                  <a:srgbClr val="CC6600"/>
                </a:solidFill>
                <a:latin typeface="黑体" panose="02010609060101010101" pitchFamily="49" charset="-122"/>
                <a:ea typeface="黑体" panose="02010609060101010101" pitchFamily="49" charset="-122"/>
              </a:rPr>
              <a:t>万</a:t>
            </a:r>
            <a:r>
              <a:rPr lang="en-US" altLang="zh-CN" sz="2000">
                <a:solidFill>
                  <a:srgbClr val="CC6600"/>
                </a:solidFill>
                <a:latin typeface="黑体" panose="02010609060101010101" pitchFamily="49" charset="-122"/>
                <a:ea typeface="黑体" panose="02010609060101010101" pitchFamily="49" charset="-122"/>
              </a:rPr>
              <a:t>/</a:t>
            </a:r>
            <a:r>
              <a:rPr lang="zh-CN" altLang="en-US" sz="2000">
                <a:solidFill>
                  <a:srgbClr val="CC6600"/>
                </a:solidFill>
                <a:latin typeface="黑体" panose="02010609060101010101" pitchFamily="49" charset="-122"/>
                <a:ea typeface="黑体" panose="02010609060101010101" pitchFamily="49" charset="-122"/>
              </a:rPr>
              <a:t>人月，</a:t>
            </a:r>
            <a:r>
              <a:rPr lang="en-US" altLang="zh-CN" sz="2000">
                <a:solidFill>
                  <a:srgbClr val="CC6600"/>
                </a:solidFill>
                <a:latin typeface="黑体" panose="02010609060101010101" pitchFamily="49" charset="-122"/>
                <a:ea typeface="黑体" panose="02010609060101010101" pitchFamily="49" charset="-122"/>
              </a:rPr>
              <a:t>30</a:t>
            </a:r>
            <a:r>
              <a:rPr lang="zh-CN" altLang="en-US" sz="2000">
                <a:solidFill>
                  <a:srgbClr val="CC6600"/>
                </a:solidFill>
                <a:latin typeface="黑体" panose="02010609060101010101" pitchFamily="49" charset="-122"/>
                <a:ea typeface="黑体" panose="02010609060101010101" pitchFamily="49" charset="-122"/>
              </a:rPr>
              <a:t>人月的项目的直接成本是 </a:t>
            </a:r>
            <a:r>
              <a:rPr lang="en-US" altLang="zh-CN" sz="2000">
                <a:solidFill>
                  <a:srgbClr val="CC6600"/>
                </a:solidFill>
                <a:latin typeface="黑体" panose="02010609060101010101" pitchFamily="49" charset="-122"/>
                <a:ea typeface="黑体" panose="02010609060101010101" pitchFamily="49" charset="-122"/>
              </a:rPr>
              <a:t>60</a:t>
            </a:r>
            <a:r>
              <a:rPr lang="zh-CN" altLang="en-US" sz="2000">
                <a:solidFill>
                  <a:srgbClr val="CC6600"/>
                </a:solidFill>
                <a:latin typeface="黑体" panose="02010609060101010101" pitchFamily="49" charset="-122"/>
                <a:ea typeface="黑体" panose="02010609060101010101" pitchFamily="49" charset="-122"/>
              </a:rPr>
              <a:t>万</a:t>
            </a:r>
          </a:p>
          <a:p>
            <a:pPr eaLnBrk="1" hangingPunct="1">
              <a:lnSpc>
                <a:spcPct val="130000"/>
              </a:lnSpc>
              <a:spcBef>
                <a:spcPct val="50000"/>
              </a:spcBef>
            </a:pPr>
            <a:r>
              <a:rPr lang="zh-CN" altLang="en-US" sz="2000">
                <a:solidFill>
                  <a:schemeClr val="accent2"/>
                </a:solidFill>
                <a:latin typeface="黑体" panose="02010609060101010101" pitchFamily="49" charset="-122"/>
                <a:ea typeface="黑体" panose="02010609060101010101" pitchFamily="49" charset="-122"/>
              </a:rPr>
              <a:t>间接成本</a:t>
            </a:r>
          </a:p>
          <a:p>
            <a:pPr lvl="1" eaLnBrk="1" hangingPunct="1">
              <a:spcBef>
                <a:spcPct val="60000"/>
              </a:spcBef>
            </a:pPr>
            <a:r>
              <a:rPr lang="zh-CN" altLang="en-US" sz="2000">
                <a:solidFill>
                  <a:srgbClr val="CC6600"/>
                </a:solidFill>
                <a:latin typeface="黑体" panose="02010609060101010101" pitchFamily="49" charset="-122"/>
                <a:ea typeface="黑体" panose="02010609060101010101" pitchFamily="49" charset="-122"/>
              </a:rPr>
              <a:t>间接成本</a:t>
            </a:r>
            <a:r>
              <a:rPr lang="en-US" altLang="zh-CN" sz="2000">
                <a:solidFill>
                  <a:srgbClr val="CC6600"/>
                </a:solidFill>
                <a:latin typeface="黑体" panose="02010609060101010101" pitchFamily="49" charset="-122"/>
                <a:ea typeface="黑体" panose="02010609060101010101" pitchFamily="49" charset="-122"/>
              </a:rPr>
              <a:t>=</a:t>
            </a:r>
            <a:r>
              <a:rPr lang="zh-CN" altLang="en-US" sz="2000">
                <a:solidFill>
                  <a:srgbClr val="CC6600"/>
                </a:solidFill>
                <a:latin typeface="黑体" panose="02010609060101010101" pitchFamily="49" charset="-122"/>
                <a:ea typeface="黑体" panose="02010609060101010101" pitchFamily="49" charset="-122"/>
              </a:rPr>
              <a:t>直接成本*间接成本系数</a:t>
            </a:r>
          </a:p>
          <a:p>
            <a:pPr lvl="1" eaLnBrk="1" hangingPunct="1">
              <a:spcBef>
                <a:spcPct val="60000"/>
              </a:spcBef>
            </a:pPr>
            <a:r>
              <a:rPr lang="zh-CN" altLang="en-US" sz="2000">
                <a:solidFill>
                  <a:srgbClr val="CC6600"/>
                </a:solidFill>
                <a:latin typeface="黑体" panose="02010609060101010101" pitchFamily="49" charset="-122"/>
                <a:ea typeface="黑体" panose="02010609060101010101" pitchFamily="49" charset="-122"/>
              </a:rPr>
              <a:t>间接成本</a:t>
            </a:r>
            <a:r>
              <a:rPr lang="en-US" altLang="zh-CN" sz="2000">
                <a:solidFill>
                  <a:srgbClr val="CC6600"/>
                </a:solidFill>
                <a:latin typeface="黑体" panose="02010609060101010101" pitchFamily="49" charset="-122"/>
                <a:ea typeface="黑体" panose="02010609060101010101" pitchFamily="49" charset="-122"/>
              </a:rPr>
              <a:t>= </a:t>
            </a:r>
            <a:r>
              <a:rPr lang="zh-CN" altLang="en-US" sz="2000">
                <a:solidFill>
                  <a:srgbClr val="CC6600"/>
                </a:solidFill>
                <a:latin typeface="黑体" panose="02010609060101010101" pitchFamily="49" charset="-122"/>
                <a:ea typeface="黑体" panose="02010609060101010101" pitchFamily="49" charset="-122"/>
              </a:rPr>
              <a:t>规模*人力成本参数*间接成本系数</a:t>
            </a:r>
          </a:p>
          <a:p>
            <a:pPr lvl="1" eaLnBrk="1" hangingPunct="1">
              <a:spcBef>
                <a:spcPct val="60000"/>
              </a:spcBef>
            </a:pPr>
            <a:r>
              <a:rPr lang="zh-CN" altLang="en-US" sz="2000">
                <a:solidFill>
                  <a:srgbClr val="CC6600"/>
                </a:solidFill>
                <a:latin typeface="黑体" panose="02010609060101010101" pitchFamily="49" charset="-122"/>
                <a:ea typeface="黑体" panose="02010609060101010101" pitchFamily="49" charset="-122"/>
              </a:rPr>
              <a:t>例如：间接成本系数</a:t>
            </a:r>
            <a:r>
              <a:rPr lang="en-US" altLang="zh-CN" sz="2000">
                <a:solidFill>
                  <a:srgbClr val="CC6600"/>
                </a:solidFill>
                <a:latin typeface="黑体" panose="02010609060101010101" pitchFamily="49" charset="-122"/>
                <a:ea typeface="黑体" panose="02010609060101010101" pitchFamily="49" charset="-122"/>
              </a:rPr>
              <a:t>=1.5--3</a:t>
            </a:r>
            <a:endParaRPr lang="en-US" altLang="zh-CN" sz="1800">
              <a:solidFill>
                <a:srgbClr val="CC6600"/>
              </a:solidFill>
              <a:latin typeface="黑体" panose="02010609060101010101" pitchFamily="49" charset="-122"/>
              <a:ea typeface="黑体" panose="02010609060101010101" pitchFamily="49" charset="-122"/>
            </a:endParaRPr>
          </a:p>
          <a:p>
            <a:pPr eaLnBrk="1" hangingPunct="1">
              <a:lnSpc>
                <a:spcPct val="130000"/>
              </a:lnSpc>
              <a:spcBef>
                <a:spcPct val="60000"/>
              </a:spcBef>
            </a:pPr>
            <a:endParaRPr lang="en-US" altLang="zh-CN" sz="2000">
              <a:solidFill>
                <a:srgbClr val="CC6600"/>
              </a:solidFill>
              <a:latin typeface="黑体" panose="02010609060101010101" pitchFamily="49" charset="-122"/>
              <a:ea typeface="黑体" panose="02010609060101010101" pitchFamily="49"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4C3FD498-FFB0-C4A9-6967-D7C259E06883}"/>
              </a:ext>
            </a:extLst>
          </p:cNvPr>
          <p:cNvSpPr>
            <a:spLocks noGrp="1" noChangeArrowheads="1"/>
          </p:cNvSpPr>
          <p:nvPr>
            <p:ph type="title"/>
          </p:nvPr>
        </p:nvSpPr>
        <p:spPr/>
        <p:txBody>
          <a:bodyPr/>
          <a:lstStyle/>
          <a:p>
            <a:pPr eaLnBrk="1" hangingPunct="1"/>
            <a:r>
              <a:rPr kumimoji="1" lang="zh-CN" altLang="en-US"/>
              <a:t>软件项目成本估算</a:t>
            </a:r>
          </a:p>
        </p:txBody>
      </p:sp>
      <p:sp>
        <p:nvSpPr>
          <p:cNvPr id="48131" name="Rectangle 3">
            <a:extLst>
              <a:ext uri="{FF2B5EF4-FFF2-40B4-BE49-F238E27FC236}">
                <a16:creationId xmlns:a16="http://schemas.microsoft.com/office/drawing/2014/main" id="{FAE2F6FB-7327-012D-66F8-39D6B7DF1116}"/>
              </a:ext>
            </a:extLst>
          </p:cNvPr>
          <p:cNvSpPr>
            <a:spLocks noGrp="1" noChangeArrowheads="1"/>
          </p:cNvSpPr>
          <p:nvPr>
            <p:ph type="body" idx="1"/>
          </p:nvPr>
        </p:nvSpPr>
        <p:spPr>
          <a:xfrm>
            <a:off x="1187450" y="2060575"/>
            <a:ext cx="7777163" cy="4797425"/>
          </a:xfrm>
        </p:spPr>
        <p:txBody>
          <a:bodyPr/>
          <a:lstStyle/>
          <a:p>
            <a:pPr eaLnBrk="1" hangingPunct="1"/>
            <a:r>
              <a:rPr lang="zh-CN" altLang="en-US" sz="2400">
                <a:solidFill>
                  <a:schemeClr val="accent2"/>
                </a:solidFill>
                <a:ea typeface="黑体" panose="02010609060101010101" pitchFamily="49" charset="-122"/>
              </a:rPr>
              <a:t>成本估算步骤</a:t>
            </a:r>
            <a:r>
              <a:rPr lang="zh-CN" altLang="en-US"/>
              <a:t> </a:t>
            </a:r>
          </a:p>
          <a:p>
            <a:pPr eaLnBrk="1" hangingPunct="1">
              <a:lnSpc>
                <a:spcPct val="130000"/>
              </a:lnSpc>
              <a:spcBef>
                <a:spcPct val="20000"/>
              </a:spcBef>
            </a:pPr>
            <a:r>
              <a:rPr lang="zh-CN" altLang="en-US" sz="2000"/>
              <a:t>建立目标</a:t>
            </a:r>
          </a:p>
          <a:p>
            <a:pPr eaLnBrk="1" hangingPunct="1">
              <a:lnSpc>
                <a:spcPct val="130000"/>
              </a:lnSpc>
              <a:spcBef>
                <a:spcPct val="20000"/>
              </a:spcBef>
            </a:pPr>
            <a:r>
              <a:rPr lang="zh-CN" altLang="en-US" sz="2000"/>
              <a:t>规划需要的数据和资源 </a:t>
            </a:r>
          </a:p>
          <a:p>
            <a:pPr eaLnBrk="1" hangingPunct="1">
              <a:lnSpc>
                <a:spcPct val="130000"/>
              </a:lnSpc>
              <a:spcBef>
                <a:spcPct val="20000"/>
              </a:spcBef>
            </a:pPr>
            <a:r>
              <a:rPr lang="zh-CN" altLang="en-US" sz="2000"/>
              <a:t>确定软件需求</a:t>
            </a:r>
          </a:p>
          <a:p>
            <a:pPr eaLnBrk="1" hangingPunct="1">
              <a:lnSpc>
                <a:spcPct val="130000"/>
              </a:lnSpc>
              <a:spcBef>
                <a:spcPct val="20000"/>
              </a:spcBef>
            </a:pPr>
            <a:r>
              <a:rPr lang="zh-CN" altLang="en-US" sz="2000"/>
              <a:t>拟定可行的细节 </a:t>
            </a:r>
          </a:p>
          <a:p>
            <a:pPr eaLnBrk="1" hangingPunct="1">
              <a:lnSpc>
                <a:spcPct val="130000"/>
              </a:lnSpc>
              <a:spcBef>
                <a:spcPct val="20000"/>
              </a:spcBef>
            </a:pPr>
            <a:r>
              <a:rPr lang="zh-CN" altLang="en-US" sz="2000"/>
              <a:t>运用多种独立的技术和原始资料 </a:t>
            </a:r>
          </a:p>
          <a:p>
            <a:pPr eaLnBrk="1" hangingPunct="1">
              <a:lnSpc>
                <a:spcPct val="130000"/>
              </a:lnSpc>
              <a:spcBef>
                <a:spcPct val="20000"/>
              </a:spcBef>
            </a:pPr>
            <a:r>
              <a:rPr lang="zh-CN" altLang="en-US" sz="2000"/>
              <a:t>比较并迭代各个估算值 </a:t>
            </a:r>
          </a:p>
          <a:p>
            <a:pPr eaLnBrk="1" hangingPunct="1">
              <a:spcBef>
                <a:spcPct val="20000"/>
              </a:spcBef>
            </a:pPr>
            <a:r>
              <a:rPr lang="zh-CN" altLang="en-US" sz="2000"/>
              <a:t>随访跟踪</a:t>
            </a:r>
            <a:r>
              <a:rPr lang="zh-CN" altLang="en-US"/>
              <a:t>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AD220BEE-09B6-9169-3D1C-96579CC0A118}"/>
              </a:ext>
            </a:extLst>
          </p:cNvPr>
          <p:cNvSpPr>
            <a:spLocks noGrp="1" noChangeArrowheads="1"/>
          </p:cNvSpPr>
          <p:nvPr>
            <p:ph type="title"/>
          </p:nvPr>
        </p:nvSpPr>
        <p:spPr/>
        <p:txBody>
          <a:bodyPr/>
          <a:lstStyle/>
          <a:p>
            <a:pPr eaLnBrk="1" hangingPunct="1"/>
            <a:r>
              <a:rPr kumimoji="1" lang="zh-CN" altLang="en-US"/>
              <a:t>软件项目成本估算</a:t>
            </a:r>
          </a:p>
        </p:txBody>
      </p:sp>
      <p:sp>
        <p:nvSpPr>
          <p:cNvPr id="50179" name="Rectangle 3">
            <a:extLst>
              <a:ext uri="{FF2B5EF4-FFF2-40B4-BE49-F238E27FC236}">
                <a16:creationId xmlns:a16="http://schemas.microsoft.com/office/drawing/2014/main" id="{A4E2A310-2B98-71D7-95C3-BCB171156E58}"/>
              </a:ext>
            </a:extLst>
          </p:cNvPr>
          <p:cNvSpPr>
            <a:spLocks noGrp="1" noChangeArrowheads="1"/>
          </p:cNvSpPr>
          <p:nvPr>
            <p:ph type="body" idx="1"/>
          </p:nvPr>
        </p:nvSpPr>
        <p:spPr>
          <a:xfrm>
            <a:off x="1331913" y="1989138"/>
            <a:ext cx="7632700" cy="4868862"/>
          </a:xfrm>
        </p:spPr>
        <p:txBody>
          <a:bodyPr/>
          <a:lstStyle/>
          <a:p>
            <a:pPr eaLnBrk="1" hangingPunct="1"/>
            <a:r>
              <a:rPr lang="zh-CN" altLang="en-US" sz="2400" dirty="0">
                <a:solidFill>
                  <a:schemeClr val="accent2"/>
                </a:solidFill>
                <a:ea typeface="黑体" panose="02010609060101010101" pitchFamily="49" charset="-122"/>
              </a:rPr>
              <a:t>成本模型的评价准则</a:t>
            </a:r>
          </a:p>
          <a:p>
            <a:pPr eaLnBrk="1" hangingPunct="1">
              <a:spcBef>
                <a:spcPct val="50000"/>
              </a:spcBef>
            </a:pPr>
            <a:r>
              <a:rPr lang="zh-CN" altLang="en-US" sz="1600" dirty="0">
                <a:solidFill>
                  <a:srgbClr val="FF0000"/>
                </a:solidFill>
              </a:rPr>
              <a:t>定义</a:t>
            </a:r>
            <a:r>
              <a:rPr lang="zh-CN" altLang="en-US" sz="1600" dirty="0"/>
              <a:t>：模型是否清楚定义了估算的成本和排除的成本</a:t>
            </a:r>
          </a:p>
          <a:p>
            <a:pPr eaLnBrk="1" hangingPunct="1">
              <a:spcBef>
                <a:spcPct val="20000"/>
              </a:spcBef>
            </a:pPr>
            <a:r>
              <a:rPr lang="zh-CN" altLang="en-US" sz="1600" dirty="0">
                <a:solidFill>
                  <a:srgbClr val="FF0000"/>
                </a:solidFill>
              </a:rPr>
              <a:t>正确性</a:t>
            </a:r>
            <a:r>
              <a:rPr lang="zh-CN" altLang="en-US" sz="1600" dirty="0"/>
              <a:t>：估算是否接近于项目的实际成本</a:t>
            </a:r>
          </a:p>
          <a:p>
            <a:pPr eaLnBrk="1" hangingPunct="1">
              <a:spcBef>
                <a:spcPct val="20000"/>
              </a:spcBef>
            </a:pPr>
            <a:r>
              <a:rPr lang="zh-CN" altLang="en-US" sz="1600" dirty="0">
                <a:solidFill>
                  <a:srgbClr val="FF0000"/>
                </a:solidFill>
              </a:rPr>
              <a:t>客观性</a:t>
            </a:r>
            <a:r>
              <a:rPr lang="zh-CN" altLang="en-US" sz="1600" dirty="0"/>
              <a:t>：模型是否避免将大部分软件成本的变化归纳为校准很差的主观因素，如复杂性；是否很难调整模型来获得想要的结果。</a:t>
            </a:r>
          </a:p>
          <a:p>
            <a:pPr eaLnBrk="1" hangingPunct="1">
              <a:spcBef>
                <a:spcPct val="20000"/>
              </a:spcBef>
            </a:pPr>
            <a:r>
              <a:rPr lang="zh-CN" altLang="en-US" sz="1600" dirty="0">
                <a:solidFill>
                  <a:srgbClr val="FF0000"/>
                </a:solidFill>
              </a:rPr>
              <a:t>构造性</a:t>
            </a:r>
            <a:r>
              <a:rPr lang="zh-CN" altLang="en-US" sz="1600" dirty="0"/>
              <a:t>：用户是否了解为什么模型能进行估计，是否有助于理解即将着手的软件项目。</a:t>
            </a:r>
          </a:p>
          <a:p>
            <a:pPr eaLnBrk="1" hangingPunct="1">
              <a:spcBef>
                <a:spcPct val="20000"/>
              </a:spcBef>
            </a:pPr>
            <a:r>
              <a:rPr lang="zh-CN" altLang="en-US" sz="1600" dirty="0">
                <a:solidFill>
                  <a:srgbClr val="FF0000"/>
                </a:solidFill>
              </a:rPr>
              <a:t>细节</a:t>
            </a:r>
            <a:r>
              <a:rPr lang="zh-CN" altLang="en-US" sz="1600" dirty="0"/>
              <a:t>：模型能否方便地对一个由很多子系统和单元组成的软件进行估算；是否能准确地分出阶段并相应地将活动分阶段。</a:t>
            </a:r>
          </a:p>
          <a:p>
            <a:pPr eaLnBrk="1" hangingPunct="1">
              <a:spcBef>
                <a:spcPct val="20000"/>
              </a:spcBef>
            </a:pPr>
            <a:r>
              <a:rPr lang="zh-CN" altLang="en-US" sz="1600" dirty="0">
                <a:solidFill>
                  <a:srgbClr val="FF0000"/>
                </a:solidFill>
              </a:rPr>
              <a:t>稳定性</a:t>
            </a:r>
            <a:r>
              <a:rPr lang="zh-CN" altLang="en-US" sz="1600" dirty="0"/>
              <a:t>：输入数据的微小变化是否产生输出成本估算值的微小变化，即输出对输入是否敏感。</a:t>
            </a:r>
          </a:p>
          <a:p>
            <a:pPr eaLnBrk="1" hangingPunct="1">
              <a:spcBef>
                <a:spcPct val="20000"/>
              </a:spcBef>
            </a:pPr>
            <a:r>
              <a:rPr lang="zh-CN" altLang="en-US" sz="1600" dirty="0">
                <a:solidFill>
                  <a:srgbClr val="FF0000"/>
                </a:solidFill>
              </a:rPr>
              <a:t>范围</a:t>
            </a:r>
            <a:r>
              <a:rPr lang="zh-CN" altLang="en-US" sz="1600" dirty="0"/>
              <a:t>：模型是否包含了需要你估算的软件项目类型</a:t>
            </a:r>
          </a:p>
          <a:p>
            <a:pPr eaLnBrk="1" hangingPunct="1">
              <a:spcBef>
                <a:spcPct val="20000"/>
              </a:spcBef>
            </a:pPr>
            <a:r>
              <a:rPr lang="zh-CN" altLang="en-US" sz="1600" dirty="0">
                <a:solidFill>
                  <a:srgbClr val="FF0000"/>
                </a:solidFill>
              </a:rPr>
              <a:t>易用性</a:t>
            </a:r>
            <a:r>
              <a:rPr lang="zh-CN" altLang="en-US" sz="1600" dirty="0"/>
              <a:t>：模型的输入和选项是否易于理解和赋值</a:t>
            </a:r>
          </a:p>
          <a:p>
            <a:pPr eaLnBrk="1" hangingPunct="1">
              <a:spcBef>
                <a:spcPct val="20000"/>
              </a:spcBef>
            </a:pPr>
            <a:r>
              <a:rPr lang="zh-CN" altLang="en-US" sz="1600" dirty="0">
                <a:solidFill>
                  <a:srgbClr val="FF0000"/>
                </a:solidFill>
              </a:rPr>
              <a:t>可预期性</a:t>
            </a:r>
            <a:r>
              <a:rPr lang="zh-CN" altLang="en-US" sz="1600" dirty="0"/>
              <a:t>：模型是否避免使用那些直到项目完成才能清楚了解的信息</a:t>
            </a:r>
          </a:p>
          <a:p>
            <a:pPr eaLnBrk="1" hangingPunct="1">
              <a:spcBef>
                <a:spcPct val="20000"/>
              </a:spcBef>
            </a:pPr>
            <a:r>
              <a:rPr lang="zh-CN" altLang="en-US" sz="1600" dirty="0">
                <a:solidFill>
                  <a:srgbClr val="FF0000"/>
                </a:solidFill>
              </a:rPr>
              <a:t>节约性</a:t>
            </a:r>
            <a:r>
              <a:rPr lang="zh-CN" altLang="en-US" sz="1600" dirty="0"/>
              <a:t> ：模型是否避免使用冗余的因素或对于结果没有重要影响的因素</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2AF8DF00-8E36-11CE-DE41-F179B43DA801}"/>
              </a:ext>
            </a:extLst>
          </p:cNvPr>
          <p:cNvSpPr>
            <a:spLocks noGrp="1" noChangeArrowheads="1"/>
          </p:cNvSpPr>
          <p:nvPr>
            <p:ph type="title"/>
          </p:nvPr>
        </p:nvSpPr>
        <p:spPr/>
        <p:txBody>
          <a:bodyPr/>
          <a:lstStyle/>
          <a:p>
            <a:pPr eaLnBrk="1" hangingPunct="1"/>
            <a:r>
              <a:rPr lang="zh-CN" altLang="en-US"/>
              <a:t>本章内容提要</a:t>
            </a:r>
          </a:p>
        </p:txBody>
      </p:sp>
      <p:grpSp>
        <p:nvGrpSpPr>
          <p:cNvPr id="52227" name="Group 43">
            <a:extLst>
              <a:ext uri="{FF2B5EF4-FFF2-40B4-BE49-F238E27FC236}">
                <a16:creationId xmlns:a16="http://schemas.microsoft.com/office/drawing/2014/main" id="{488C666E-A9F2-77AF-CC18-190E48D44164}"/>
              </a:ext>
            </a:extLst>
          </p:cNvPr>
          <p:cNvGrpSpPr>
            <a:grpSpLocks/>
          </p:cNvGrpSpPr>
          <p:nvPr/>
        </p:nvGrpSpPr>
        <p:grpSpPr bwMode="auto">
          <a:xfrm>
            <a:off x="971550" y="2395537"/>
            <a:ext cx="5689600" cy="3409950"/>
            <a:chOff x="657" y="1299"/>
            <a:chExt cx="3584" cy="2148"/>
          </a:xfrm>
        </p:grpSpPr>
        <p:grpSp>
          <p:nvGrpSpPr>
            <p:cNvPr id="52228" name="Group 5">
              <a:extLst>
                <a:ext uri="{FF2B5EF4-FFF2-40B4-BE49-F238E27FC236}">
                  <a16:creationId xmlns:a16="http://schemas.microsoft.com/office/drawing/2014/main" id="{C3C24D4F-1DA0-9F23-8ED5-7AE762A8898A}"/>
                </a:ext>
              </a:extLst>
            </p:cNvPr>
            <p:cNvGrpSpPr>
              <a:grpSpLocks/>
            </p:cNvGrpSpPr>
            <p:nvPr/>
          </p:nvGrpSpPr>
          <p:grpSpPr bwMode="auto">
            <a:xfrm>
              <a:off x="657" y="1299"/>
              <a:ext cx="3572" cy="233"/>
              <a:chOff x="385" y="1428"/>
              <a:chExt cx="3572" cy="367"/>
            </a:xfrm>
          </p:grpSpPr>
          <p:sp>
            <p:nvSpPr>
              <p:cNvPr id="52258" name="AutoShape 6">
                <a:extLst>
                  <a:ext uri="{FF2B5EF4-FFF2-40B4-BE49-F238E27FC236}">
                    <a16:creationId xmlns:a16="http://schemas.microsoft.com/office/drawing/2014/main" id="{4E4B4DFE-1731-F274-25A6-136189FBEC55}"/>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52259" name="Text Box 7">
                <a:extLst>
                  <a:ext uri="{FF2B5EF4-FFF2-40B4-BE49-F238E27FC236}">
                    <a16:creationId xmlns:a16="http://schemas.microsoft.com/office/drawing/2014/main" id="{601A141E-6174-4FF3-C55A-C777D62F7C6F}"/>
                  </a:ext>
                </a:extLst>
              </p:cNvPr>
              <p:cNvSpPr txBox="1">
                <a:spLocks noChangeArrowheads="1"/>
              </p:cNvSpPr>
              <p:nvPr/>
            </p:nvSpPr>
            <p:spPr bwMode="auto">
              <a:xfrm>
                <a:off x="626" y="1428"/>
                <a:ext cx="3099"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软件项目分解</a:t>
                </a:r>
                <a:r>
                  <a:rPr kumimoji="1" lang="zh-CN" altLang="en-US" sz="2400" b="0">
                    <a:latin typeface="Times New Roman" panose="02020603050405020304" pitchFamily="18" charset="0"/>
                  </a:rPr>
                  <a:t> </a:t>
                </a:r>
              </a:p>
            </p:txBody>
          </p:sp>
          <p:sp>
            <p:nvSpPr>
              <p:cNvPr id="52260" name="Rectangle 8">
                <a:extLst>
                  <a:ext uri="{FF2B5EF4-FFF2-40B4-BE49-F238E27FC236}">
                    <a16:creationId xmlns:a16="http://schemas.microsoft.com/office/drawing/2014/main" id="{CD9EA533-F9F7-5C43-0761-46BEB728A826}"/>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7.1</a:t>
                </a:r>
                <a:endParaRPr kumimoji="1" lang="en-US" altLang="zh-CN" sz="1800">
                  <a:solidFill>
                    <a:srgbClr val="000000"/>
                  </a:solidFill>
                </a:endParaRPr>
              </a:p>
            </p:txBody>
          </p:sp>
        </p:grpSp>
        <p:grpSp>
          <p:nvGrpSpPr>
            <p:cNvPr id="52229" name="Group 9">
              <a:extLst>
                <a:ext uri="{FF2B5EF4-FFF2-40B4-BE49-F238E27FC236}">
                  <a16:creationId xmlns:a16="http://schemas.microsoft.com/office/drawing/2014/main" id="{2DBAF4C4-DD8C-085A-6831-810EC40C01B5}"/>
                </a:ext>
              </a:extLst>
            </p:cNvPr>
            <p:cNvGrpSpPr>
              <a:grpSpLocks/>
            </p:cNvGrpSpPr>
            <p:nvPr/>
          </p:nvGrpSpPr>
          <p:grpSpPr bwMode="auto">
            <a:xfrm>
              <a:off x="657" y="1600"/>
              <a:ext cx="3572" cy="203"/>
              <a:chOff x="385" y="1829"/>
              <a:chExt cx="3572" cy="321"/>
            </a:xfrm>
          </p:grpSpPr>
          <p:grpSp>
            <p:nvGrpSpPr>
              <p:cNvPr id="52254" name="Group 10">
                <a:extLst>
                  <a:ext uri="{FF2B5EF4-FFF2-40B4-BE49-F238E27FC236}">
                    <a16:creationId xmlns:a16="http://schemas.microsoft.com/office/drawing/2014/main" id="{AE2EA3A9-C87C-1195-FB4A-C07045231E25}"/>
                  </a:ext>
                </a:extLst>
              </p:cNvPr>
              <p:cNvGrpSpPr>
                <a:grpSpLocks/>
              </p:cNvGrpSpPr>
              <p:nvPr/>
            </p:nvGrpSpPr>
            <p:grpSpPr bwMode="auto">
              <a:xfrm>
                <a:off x="464" y="1829"/>
                <a:ext cx="3493" cy="321"/>
                <a:chOff x="464" y="1829"/>
                <a:chExt cx="3493" cy="321"/>
              </a:xfrm>
            </p:grpSpPr>
            <p:sp>
              <p:nvSpPr>
                <p:cNvPr id="52256" name="AutoShape 11">
                  <a:extLst>
                    <a:ext uri="{FF2B5EF4-FFF2-40B4-BE49-F238E27FC236}">
                      <a16:creationId xmlns:a16="http://schemas.microsoft.com/office/drawing/2014/main" id="{8EB17203-59D2-57C3-21D3-4B24340B1355}"/>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52257" name="Text Box 12">
                  <a:extLst>
                    <a:ext uri="{FF2B5EF4-FFF2-40B4-BE49-F238E27FC236}">
                      <a16:creationId xmlns:a16="http://schemas.microsoft.com/office/drawing/2014/main" id="{E7BDD2D3-7850-BCF6-2A5D-C4D1FBB28ECD}"/>
                    </a:ext>
                  </a:extLst>
                </p:cNvPr>
                <p:cNvSpPr txBox="1">
                  <a:spLocks noChangeArrowheads="1"/>
                </p:cNvSpPr>
                <p:nvPr/>
              </p:nvSpPr>
              <p:spPr bwMode="auto">
                <a:xfrm>
                  <a:off x="626" y="1829"/>
                  <a:ext cx="3099"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软件项目估算概念  </a:t>
                  </a:r>
                </a:p>
              </p:txBody>
            </p:sp>
          </p:grpSp>
          <p:sp>
            <p:nvSpPr>
              <p:cNvPr id="52255" name="Rectangle 13">
                <a:extLst>
                  <a:ext uri="{FF2B5EF4-FFF2-40B4-BE49-F238E27FC236}">
                    <a16:creationId xmlns:a16="http://schemas.microsoft.com/office/drawing/2014/main" id="{00CCCB73-E8E9-ED55-B9BD-47180E206D69}"/>
                  </a:ext>
                </a:extLst>
              </p:cNvPr>
              <p:cNvSpPr>
                <a:spLocks noChangeArrowheads="1"/>
              </p:cNvSpPr>
              <p:nvPr/>
            </p:nvSpPr>
            <p:spPr bwMode="auto">
              <a:xfrm>
                <a:off x="385" y="1915"/>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7.2</a:t>
                </a:r>
                <a:endParaRPr kumimoji="1" lang="en-US" altLang="zh-CN" sz="1800">
                  <a:solidFill>
                    <a:srgbClr val="000000"/>
                  </a:solidFill>
                </a:endParaRPr>
              </a:p>
            </p:txBody>
          </p:sp>
        </p:grpSp>
        <p:grpSp>
          <p:nvGrpSpPr>
            <p:cNvPr id="52230" name="Group 14">
              <a:extLst>
                <a:ext uri="{FF2B5EF4-FFF2-40B4-BE49-F238E27FC236}">
                  <a16:creationId xmlns:a16="http://schemas.microsoft.com/office/drawing/2014/main" id="{206B3C33-A5F5-689B-5D18-BF71A75601C9}"/>
                </a:ext>
              </a:extLst>
            </p:cNvPr>
            <p:cNvGrpSpPr>
              <a:grpSpLocks/>
            </p:cNvGrpSpPr>
            <p:nvPr/>
          </p:nvGrpSpPr>
          <p:grpSpPr bwMode="auto">
            <a:xfrm>
              <a:off x="657" y="1875"/>
              <a:ext cx="3584" cy="198"/>
              <a:chOff x="385" y="2209"/>
              <a:chExt cx="3584" cy="313"/>
            </a:xfrm>
          </p:grpSpPr>
          <p:sp>
            <p:nvSpPr>
              <p:cNvPr id="52251" name="AutoShape 15">
                <a:extLst>
                  <a:ext uri="{FF2B5EF4-FFF2-40B4-BE49-F238E27FC236}">
                    <a16:creationId xmlns:a16="http://schemas.microsoft.com/office/drawing/2014/main" id="{F254ABDA-4A81-78E8-8545-170864522DE4}"/>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52252" name="Text Box 16">
                <a:extLst>
                  <a:ext uri="{FF2B5EF4-FFF2-40B4-BE49-F238E27FC236}">
                    <a16:creationId xmlns:a16="http://schemas.microsoft.com/office/drawing/2014/main" id="{96A2E0B0-BE9F-9E0C-F302-97D0D04CF540}"/>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软件项目规模估算  </a:t>
                </a:r>
              </a:p>
            </p:txBody>
          </p:sp>
          <p:sp>
            <p:nvSpPr>
              <p:cNvPr id="52253" name="Rectangle 17">
                <a:extLst>
                  <a:ext uri="{FF2B5EF4-FFF2-40B4-BE49-F238E27FC236}">
                    <a16:creationId xmlns:a16="http://schemas.microsoft.com/office/drawing/2014/main" id="{557A1BD0-3F9C-D042-045F-171DE374E72C}"/>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7.3</a:t>
                </a:r>
                <a:endParaRPr kumimoji="1" lang="en-US" altLang="zh-CN" sz="1800">
                  <a:solidFill>
                    <a:srgbClr val="000000"/>
                  </a:solidFill>
                </a:endParaRPr>
              </a:p>
            </p:txBody>
          </p:sp>
        </p:grpSp>
        <p:grpSp>
          <p:nvGrpSpPr>
            <p:cNvPr id="52231" name="Group 18">
              <a:extLst>
                <a:ext uri="{FF2B5EF4-FFF2-40B4-BE49-F238E27FC236}">
                  <a16:creationId xmlns:a16="http://schemas.microsoft.com/office/drawing/2014/main" id="{D20B64E0-05BD-1103-5857-1719A5DDE28E}"/>
                </a:ext>
              </a:extLst>
            </p:cNvPr>
            <p:cNvGrpSpPr>
              <a:grpSpLocks/>
            </p:cNvGrpSpPr>
            <p:nvPr/>
          </p:nvGrpSpPr>
          <p:grpSpPr bwMode="auto">
            <a:xfrm>
              <a:off x="657" y="2147"/>
              <a:ext cx="3584" cy="198"/>
              <a:chOff x="385" y="2209"/>
              <a:chExt cx="3584" cy="313"/>
            </a:xfrm>
          </p:grpSpPr>
          <p:sp>
            <p:nvSpPr>
              <p:cNvPr id="52248" name="AutoShape 19">
                <a:extLst>
                  <a:ext uri="{FF2B5EF4-FFF2-40B4-BE49-F238E27FC236}">
                    <a16:creationId xmlns:a16="http://schemas.microsoft.com/office/drawing/2014/main" id="{B7617E1D-7229-1797-00C4-2ADB451D9661}"/>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52249" name="Text Box 20">
                <a:extLst>
                  <a:ext uri="{FF2B5EF4-FFF2-40B4-BE49-F238E27FC236}">
                    <a16:creationId xmlns:a16="http://schemas.microsoft.com/office/drawing/2014/main" id="{8800A062-08CA-5A3D-456C-410A115CB71E}"/>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软件项目成本估算  </a:t>
                </a:r>
              </a:p>
            </p:txBody>
          </p:sp>
          <p:sp>
            <p:nvSpPr>
              <p:cNvPr id="52250" name="Rectangle 21">
                <a:extLst>
                  <a:ext uri="{FF2B5EF4-FFF2-40B4-BE49-F238E27FC236}">
                    <a16:creationId xmlns:a16="http://schemas.microsoft.com/office/drawing/2014/main" id="{30AB2822-68D5-69B6-E10F-4F3BD6318AED}"/>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7.4</a:t>
                </a:r>
                <a:endParaRPr kumimoji="1" lang="en-US" altLang="zh-CN" sz="1800">
                  <a:solidFill>
                    <a:srgbClr val="000000"/>
                  </a:solidFill>
                </a:endParaRPr>
              </a:p>
            </p:txBody>
          </p:sp>
        </p:grpSp>
        <p:grpSp>
          <p:nvGrpSpPr>
            <p:cNvPr id="52232" name="Group 22">
              <a:extLst>
                <a:ext uri="{FF2B5EF4-FFF2-40B4-BE49-F238E27FC236}">
                  <a16:creationId xmlns:a16="http://schemas.microsoft.com/office/drawing/2014/main" id="{081F2274-4453-1587-ED47-284F1EC7C947}"/>
                </a:ext>
              </a:extLst>
            </p:cNvPr>
            <p:cNvGrpSpPr>
              <a:grpSpLocks/>
            </p:cNvGrpSpPr>
            <p:nvPr/>
          </p:nvGrpSpPr>
          <p:grpSpPr bwMode="auto">
            <a:xfrm>
              <a:off x="657" y="2419"/>
              <a:ext cx="3584" cy="198"/>
              <a:chOff x="385" y="2209"/>
              <a:chExt cx="3584" cy="313"/>
            </a:xfrm>
          </p:grpSpPr>
          <p:sp>
            <p:nvSpPr>
              <p:cNvPr id="52245" name="AutoShape 23">
                <a:extLst>
                  <a:ext uri="{FF2B5EF4-FFF2-40B4-BE49-F238E27FC236}">
                    <a16:creationId xmlns:a16="http://schemas.microsoft.com/office/drawing/2014/main" id="{BE05D8B2-698E-E85E-3D7E-EF28AC1DA972}"/>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52246" name="Text Box 24">
                <a:extLst>
                  <a:ext uri="{FF2B5EF4-FFF2-40B4-BE49-F238E27FC236}">
                    <a16:creationId xmlns:a16="http://schemas.microsoft.com/office/drawing/2014/main" id="{3ED06A46-795E-52A4-825C-F8DC9DF82B7F}"/>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软件项目进度估算 </a:t>
                </a:r>
              </a:p>
            </p:txBody>
          </p:sp>
          <p:sp>
            <p:nvSpPr>
              <p:cNvPr id="52247" name="Rectangle 25">
                <a:extLst>
                  <a:ext uri="{FF2B5EF4-FFF2-40B4-BE49-F238E27FC236}">
                    <a16:creationId xmlns:a16="http://schemas.microsoft.com/office/drawing/2014/main" id="{155AF0DE-BA5C-68F6-964F-EB85B646E390}"/>
                  </a:ext>
                </a:extLst>
              </p:cNvPr>
              <p:cNvSpPr>
                <a:spLocks noChangeArrowheads="1"/>
              </p:cNvSpPr>
              <p:nvPr/>
            </p:nvSpPr>
            <p:spPr bwMode="auto">
              <a:xfrm>
                <a:off x="385" y="2282"/>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7.5</a:t>
                </a:r>
                <a:endParaRPr kumimoji="1" lang="en-US" altLang="zh-CN" sz="1800">
                  <a:solidFill>
                    <a:srgbClr val="000000"/>
                  </a:solidFill>
                </a:endParaRPr>
              </a:p>
            </p:txBody>
          </p:sp>
        </p:grpSp>
        <p:grpSp>
          <p:nvGrpSpPr>
            <p:cNvPr id="52233" name="Group 26">
              <a:extLst>
                <a:ext uri="{FF2B5EF4-FFF2-40B4-BE49-F238E27FC236}">
                  <a16:creationId xmlns:a16="http://schemas.microsoft.com/office/drawing/2014/main" id="{4C6C0642-0E82-9095-3A9D-2CD48ECF5685}"/>
                </a:ext>
              </a:extLst>
            </p:cNvPr>
            <p:cNvGrpSpPr>
              <a:grpSpLocks/>
            </p:cNvGrpSpPr>
            <p:nvPr/>
          </p:nvGrpSpPr>
          <p:grpSpPr bwMode="auto">
            <a:xfrm>
              <a:off x="657" y="2689"/>
              <a:ext cx="3572" cy="206"/>
              <a:chOff x="385" y="1458"/>
              <a:chExt cx="3572" cy="326"/>
            </a:xfrm>
          </p:grpSpPr>
          <p:sp>
            <p:nvSpPr>
              <p:cNvPr id="52242" name="AutoShape 27">
                <a:extLst>
                  <a:ext uri="{FF2B5EF4-FFF2-40B4-BE49-F238E27FC236}">
                    <a16:creationId xmlns:a16="http://schemas.microsoft.com/office/drawing/2014/main" id="{112309B3-CF64-B490-4059-BEA0102FD87E}"/>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52243" name="Text Box 28">
                <a:extLst>
                  <a:ext uri="{FF2B5EF4-FFF2-40B4-BE49-F238E27FC236}">
                    <a16:creationId xmlns:a16="http://schemas.microsoft.com/office/drawing/2014/main" id="{54C43A95-3573-5CF0-E511-4E2F65C0D2C5}"/>
                  </a:ext>
                </a:extLst>
              </p:cNvPr>
              <p:cNvSpPr txBox="1">
                <a:spLocks noChangeArrowheads="1"/>
              </p:cNvSpPr>
              <p:nvPr/>
            </p:nvSpPr>
            <p:spPr bwMode="auto">
              <a:xfrm>
                <a:off x="626" y="1458"/>
                <a:ext cx="3099"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软件项目进度计划 </a:t>
                </a:r>
              </a:p>
            </p:txBody>
          </p:sp>
          <p:sp>
            <p:nvSpPr>
              <p:cNvPr id="52244" name="Rectangle 29">
                <a:extLst>
                  <a:ext uri="{FF2B5EF4-FFF2-40B4-BE49-F238E27FC236}">
                    <a16:creationId xmlns:a16="http://schemas.microsoft.com/office/drawing/2014/main" id="{67C654DC-66A0-E4EA-BD43-EDFC781FF71B}"/>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7.6</a:t>
                </a:r>
                <a:endParaRPr kumimoji="1" lang="en-US" altLang="zh-CN" sz="1800">
                  <a:solidFill>
                    <a:srgbClr val="000000"/>
                  </a:solidFill>
                </a:endParaRPr>
              </a:p>
            </p:txBody>
          </p:sp>
        </p:grpSp>
        <p:grpSp>
          <p:nvGrpSpPr>
            <p:cNvPr id="52234" name="Group 35">
              <a:extLst>
                <a:ext uri="{FF2B5EF4-FFF2-40B4-BE49-F238E27FC236}">
                  <a16:creationId xmlns:a16="http://schemas.microsoft.com/office/drawing/2014/main" id="{A74A121C-DAC6-E895-C3D4-6135605D4FBC}"/>
                </a:ext>
              </a:extLst>
            </p:cNvPr>
            <p:cNvGrpSpPr>
              <a:grpSpLocks/>
            </p:cNvGrpSpPr>
            <p:nvPr/>
          </p:nvGrpSpPr>
          <p:grpSpPr bwMode="auto">
            <a:xfrm>
              <a:off x="657" y="2976"/>
              <a:ext cx="3584" cy="198"/>
              <a:chOff x="385" y="2209"/>
              <a:chExt cx="3584" cy="313"/>
            </a:xfrm>
          </p:grpSpPr>
          <p:sp>
            <p:nvSpPr>
              <p:cNvPr id="52239" name="AutoShape 36">
                <a:extLst>
                  <a:ext uri="{FF2B5EF4-FFF2-40B4-BE49-F238E27FC236}">
                    <a16:creationId xmlns:a16="http://schemas.microsoft.com/office/drawing/2014/main" id="{B1E7EBD8-4BCE-E8F0-0C57-018453D98211}"/>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52240" name="Text Box 37">
                <a:extLst>
                  <a:ext uri="{FF2B5EF4-FFF2-40B4-BE49-F238E27FC236}">
                    <a16:creationId xmlns:a16="http://schemas.microsoft.com/office/drawing/2014/main" id="{164BA51B-2985-870E-008F-FE7ED29F356F}"/>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本章小结  </a:t>
                </a:r>
              </a:p>
            </p:txBody>
          </p:sp>
          <p:sp>
            <p:nvSpPr>
              <p:cNvPr id="52241" name="Rectangle 38">
                <a:extLst>
                  <a:ext uri="{FF2B5EF4-FFF2-40B4-BE49-F238E27FC236}">
                    <a16:creationId xmlns:a16="http://schemas.microsoft.com/office/drawing/2014/main" id="{685051F5-EA6F-1DDA-5405-FA2B5A0CED48}"/>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7.7</a:t>
                </a:r>
                <a:endParaRPr kumimoji="1" lang="en-US" altLang="zh-CN" sz="1800">
                  <a:solidFill>
                    <a:srgbClr val="000000"/>
                  </a:solidFill>
                </a:endParaRPr>
              </a:p>
            </p:txBody>
          </p:sp>
        </p:grpSp>
        <p:grpSp>
          <p:nvGrpSpPr>
            <p:cNvPr id="52235" name="Group 39">
              <a:extLst>
                <a:ext uri="{FF2B5EF4-FFF2-40B4-BE49-F238E27FC236}">
                  <a16:creationId xmlns:a16="http://schemas.microsoft.com/office/drawing/2014/main" id="{E0B302EA-74A4-F2FD-2163-DAA2F837FC44}"/>
                </a:ext>
              </a:extLst>
            </p:cNvPr>
            <p:cNvGrpSpPr>
              <a:grpSpLocks/>
            </p:cNvGrpSpPr>
            <p:nvPr/>
          </p:nvGrpSpPr>
          <p:grpSpPr bwMode="auto">
            <a:xfrm>
              <a:off x="657" y="3249"/>
              <a:ext cx="3584" cy="198"/>
              <a:chOff x="385" y="2209"/>
              <a:chExt cx="3584" cy="313"/>
            </a:xfrm>
          </p:grpSpPr>
          <p:sp>
            <p:nvSpPr>
              <p:cNvPr id="52236" name="AutoShape 40">
                <a:extLst>
                  <a:ext uri="{FF2B5EF4-FFF2-40B4-BE49-F238E27FC236}">
                    <a16:creationId xmlns:a16="http://schemas.microsoft.com/office/drawing/2014/main" id="{C5B4574A-1AE1-67B5-5A00-C5F61F27747E}"/>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52237" name="Text Box 41">
                <a:extLst>
                  <a:ext uri="{FF2B5EF4-FFF2-40B4-BE49-F238E27FC236}">
                    <a16:creationId xmlns:a16="http://schemas.microsoft.com/office/drawing/2014/main" id="{E313877A-97DF-C139-BD27-6A1332AEBCD8}"/>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复习思考题 </a:t>
                </a:r>
              </a:p>
            </p:txBody>
          </p:sp>
          <p:sp>
            <p:nvSpPr>
              <p:cNvPr id="52238" name="Rectangle 42">
                <a:extLst>
                  <a:ext uri="{FF2B5EF4-FFF2-40B4-BE49-F238E27FC236}">
                    <a16:creationId xmlns:a16="http://schemas.microsoft.com/office/drawing/2014/main" id="{2332E7B2-8604-717D-7EB1-E72AC2A1EFF8}"/>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7.8</a:t>
                </a:r>
                <a:endParaRPr kumimoji="1" lang="en-US" altLang="zh-CN" sz="1800">
                  <a:solidFill>
                    <a:srgbClr val="000000"/>
                  </a:solidFill>
                </a:endParaRPr>
              </a:p>
            </p:txBody>
          </p:sp>
        </p:gr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8FDBABEE-404B-3202-E398-789690E1F5CB}"/>
              </a:ext>
            </a:extLst>
          </p:cNvPr>
          <p:cNvSpPr>
            <a:spLocks noGrp="1" noChangeArrowheads="1"/>
          </p:cNvSpPr>
          <p:nvPr>
            <p:ph type="title"/>
          </p:nvPr>
        </p:nvSpPr>
        <p:spPr/>
        <p:txBody>
          <a:bodyPr/>
          <a:lstStyle/>
          <a:p>
            <a:pPr eaLnBrk="1" hangingPunct="1"/>
            <a:r>
              <a:rPr kumimoji="1" lang="en-US" altLang="zh-CN"/>
              <a:t>7.5 </a:t>
            </a:r>
            <a:r>
              <a:rPr kumimoji="1" lang="zh-CN" altLang="en-US"/>
              <a:t>软件项目进度估算</a:t>
            </a:r>
          </a:p>
        </p:txBody>
      </p:sp>
      <p:sp>
        <p:nvSpPr>
          <p:cNvPr id="54275" name="Rectangle 3">
            <a:extLst>
              <a:ext uri="{FF2B5EF4-FFF2-40B4-BE49-F238E27FC236}">
                <a16:creationId xmlns:a16="http://schemas.microsoft.com/office/drawing/2014/main" id="{725ED8D6-FCDB-F19A-59C0-E5D9CF81E729}"/>
              </a:ext>
            </a:extLst>
          </p:cNvPr>
          <p:cNvSpPr>
            <a:spLocks noGrp="1" noRot="1" noChangeAspect="1" noMove="1" noResize="1" noEditPoints="1" noAdjustHandles="1" noChangeArrowheads="1" noChangeShapeType="1" noTextEdit="1"/>
          </p:cNvSpPr>
          <p:nvPr>
            <p:ph type="body" idx="1"/>
          </p:nvPr>
        </p:nvSpPr>
        <p:spPr>
          <a:xfrm>
            <a:off x="539750" y="1844675"/>
            <a:ext cx="8424863" cy="5013325"/>
          </a:xfrm>
          <a:blipFill>
            <a:blip r:embed="rId3"/>
            <a:stretch>
              <a:fillRect l="-868" t="-730" r="-2533"/>
            </a:stretch>
          </a:blipFill>
        </p:spPr>
        <p:txBody>
          <a:bodyPr/>
          <a:lstStyle/>
          <a:p>
            <a:pPr>
              <a:defRPr/>
            </a:pPr>
            <a:r>
              <a:rPr lang="zh-CN" altLang="en-US" dirty="0">
                <a:noFill/>
              </a:rPr>
              <a:t>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273ACD39-C9D5-F37E-35BD-53A49871DFC5}"/>
              </a:ext>
            </a:extLst>
          </p:cNvPr>
          <p:cNvSpPr>
            <a:spLocks noGrp="1" noChangeArrowheads="1"/>
          </p:cNvSpPr>
          <p:nvPr>
            <p:ph type="title"/>
          </p:nvPr>
        </p:nvSpPr>
        <p:spPr/>
        <p:txBody>
          <a:bodyPr/>
          <a:lstStyle/>
          <a:p>
            <a:pPr eaLnBrk="1" hangingPunct="1"/>
            <a:r>
              <a:rPr kumimoji="1" lang="en-US" altLang="zh-CN"/>
              <a:t>7.5 </a:t>
            </a:r>
            <a:r>
              <a:rPr kumimoji="1" lang="zh-CN" altLang="en-US"/>
              <a:t>软件项目进度估算</a:t>
            </a:r>
          </a:p>
        </p:txBody>
      </p:sp>
      <p:sp>
        <p:nvSpPr>
          <p:cNvPr id="52227" name="Rectangle 3">
            <a:extLst>
              <a:ext uri="{FF2B5EF4-FFF2-40B4-BE49-F238E27FC236}">
                <a16:creationId xmlns:a16="http://schemas.microsoft.com/office/drawing/2014/main" id="{74EEFC8A-A78A-4B26-A29C-98E8F6802E88}"/>
              </a:ext>
            </a:extLst>
          </p:cNvPr>
          <p:cNvSpPr>
            <a:spLocks noGrp="1" noRot="1" noChangeAspect="1" noMove="1" noResize="1" noEditPoints="1" noAdjustHandles="1" noChangeArrowheads="1" noChangeShapeType="1" noTextEdit="1"/>
          </p:cNvSpPr>
          <p:nvPr>
            <p:ph type="body" idx="1"/>
          </p:nvPr>
        </p:nvSpPr>
        <p:spPr>
          <a:xfrm>
            <a:off x="539750" y="1844675"/>
            <a:ext cx="8424863" cy="5013325"/>
          </a:xfrm>
          <a:blipFill>
            <a:blip r:embed="rId3"/>
            <a:stretch>
              <a:fillRect l="-868" t="-730"/>
            </a:stretch>
          </a:blipFill>
        </p:spPr>
        <p:txBody>
          <a:bodyPr/>
          <a:lstStyle/>
          <a:p>
            <a:pPr>
              <a:defRPr/>
            </a:pPr>
            <a:r>
              <a:rPr lang="zh-CN" altLang="en-US" dirty="0">
                <a:noFill/>
              </a:rPr>
              <a:t> </a:t>
            </a:r>
          </a:p>
        </p:txBody>
      </p:sp>
      <p:graphicFrame>
        <p:nvGraphicFramePr>
          <p:cNvPr id="4" name="表格 2">
            <a:extLst>
              <a:ext uri="{FF2B5EF4-FFF2-40B4-BE49-F238E27FC236}">
                <a16:creationId xmlns:a16="http://schemas.microsoft.com/office/drawing/2014/main" id="{4D621F73-5915-6FFE-60D4-D5A8ECE9AD39}"/>
              </a:ext>
            </a:extLst>
          </p:cNvPr>
          <p:cNvGraphicFramePr>
            <a:graphicFrameLocks noGrp="1"/>
          </p:cNvGraphicFramePr>
          <p:nvPr/>
        </p:nvGraphicFramePr>
        <p:xfrm>
          <a:off x="1595438" y="5229225"/>
          <a:ext cx="6096000" cy="1482724"/>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370681">
                <a:tc>
                  <a:txBody>
                    <a:bodyPr/>
                    <a:lstStyle/>
                    <a:p>
                      <a:r>
                        <a:rPr lang="zh-CN" altLang="en-US" sz="1200" dirty="0"/>
                        <a:t>任务</a:t>
                      </a:r>
                      <a:r>
                        <a:rPr lang="en-US" altLang="zh-CN" sz="1200" dirty="0"/>
                        <a:t>/</a:t>
                      </a:r>
                      <a:r>
                        <a:rPr lang="zh-CN" altLang="en-US" sz="1200" dirty="0"/>
                        <a:t>估计值项</a:t>
                      </a:r>
                    </a:p>
                  </a:txBody>
                  <a:tcPr marT="45700" marB="45700"/>
                </a:tc>
                <a:tc>
                  <a:txBody>
                    <a:bodyPr/>
                    <a:lstStyle/>
                    <a:p>
                      <a:r>
                        <a:rPr lang="zh-CN" altLang="en-US" sz="1200" dirty="0"/>
                        <a:t>最乐观值</a:t>
                      </a:r>
                    </a:p>
                  </a:txBody>
                  <a:tcPr marT="45700" marB="45700"/>
                </a:tc>
                <a:tc>
                  <a:txBody>
                    <a:bodyPr/>
                    <a:lstStyle/>
                    <a:p>
                      <a:r>
                        <a:rPr lang="zh-CN" altLang="en-US" sz="1200" dirty="0"/>
                        <a:t>最可能值</a:t>
                      </a:r>
                    </a:p>
                  </a:txBody>
                  <a:tcPr marT="45700" marB="45700"/>
                </a:tc>
                <a:tc>
                  <a:txBody>
                    <a:bodyPr/>
                    <a:lstStyle/>
                    <a:p>
                      <a:r>
                        <a:rPr lang="zh-CN" altLang="en-US" sz="1200" dirty="0"/>
                        <a:t>最悲观值</a:t>
                      </a:r>
                    </a:p>
                  </a:txBody>
                  <a:tcPr marT="45700" marB="45700"/>
                </a:tc>
                <a:tc>
                  <a:txBody>
                    <a:bodyPr/>
                    <a:lstStyle/>
                    <a:p>
                      <a:r>
                        <a:rPr lang="en-US" altLang="zh-CN" sz="1200" dirty="0"/>
                        <a:t>PERT</a:t>
                      </a:r>
                      <a:r>
                        <a:rPr lang="zh-CN" altLang="en-US" sz="1200" dirty="0"/>
                        <a:t>估计值</a:t>
                      </a:r>
                    </a:p>
                  </a:txBody>
                  <a:tcPr marT="45700" marB="45700"/>
                </a:tc>
                <a:extLst>
                  <a:ext uri="{0D108BD9-81ED-4DB2-BD59-A6C34878D82A}">
                    <a16:rowId xmlns:a16="http://schemas.microsoft.com/office/drawing/2014/main" val="10000"/>
                  </a:ext>
                </a:extLst>
              </a:tr>
              <a:tr h="370681">
                <a:tc>
                  <a:txBody>
                    <a:bodyPr/>
                    <a:lstStyle/>
                    <a:p>
                      <a:r>
                        <a:rPr lang="zh-CN" altLang="en-US" sz="1200" dirty="0"/>
                        <a:t>活动</a:t>
                      </a:r>
                      <a:r>
                        <a:rPr lang="en-US" altLang="zh-CN" sz="1200" dirty="0"/>
                        <a:t>1</a:t>
                      </a:r>
                      <a:endParaRPr lang="zh-CN" altLang="en-US" sz="1200" dirty="0"/>
                    </a:p>
                  </a:txBody>
                  <a:tcPr marT="45700" marB="45700"/>
                </a:tc>
                <a:tc>
                  <a:txBody>
                    <a:bodyPr/>
                    <a:lstStyle/>
                    <a:p>
                      <a:r>
                        <a:rPr lang="en-US" altLang="zh-CN" sz="1200" dirty="0"/>
                        <a:t>8</a:t>
                      </a:r>
                      <a:endParaRPr lang="zh-CN" altLang="en-US" sz="1200" dirty="0"/>
                    </a:p>
                  </a:txBody>
                  <a:tcPr marT="45700" marB="45700"/>
                </a:tc>
                <a:tc>
                  <a:txBody>
                    <a:bodyPr/>
                    <a:lstStyle/>
                    <a:p>
                      <a:r>
                        <a:rPr lang="en-US" altLang="zh-CN" sz="1200" dirty="0"/>
                        <a:t>10</a:t>
                      </a:r>
                      <a:endParaRPr lang="zh-CN" altLang="en-US" sz="1200" dirty="0"/>
                    </a:p>
                  </a:txBody>
                  <a:tcPr marT="45700" marB="45700"/>
                </a:tc>
                <a:tc>
                  <a:txBody>
                    <a:bodyPr/>
                    <a:lstStyle/>
                    <a:p>
                      <a:r>
                        <a:rPr lang="en-US" altLang="zh-CN" sz="1200" dirty="0"/>
                        <a:t>24</a:t>
                      </a:r>
                      <a:endParaRPr lang="zh-CN" altLang="en-US" sz="1200" dirty="0"/>
                    </a:p>
                  </a:txBody>
                  <a:tcPr marT="45700" marB="45700"/>
                </a:tc>
                <a:tc>
                  <a:txBody>
                    <a:bodyPr/>
                    <a:lstStyle/>
                    <a:p>
                      <a:r>
                        <a:rPr lang="en-US" altLang="zh-CN" sz="1200" dirty="0"/>
                        <a:t>12</a:t>
                      </a:r>
                      <a:endParaRPr lang="zh-CN" altLang="en-US" sz="1200" dirty="0"/>
                    </a:p>
                  </a:txBody>
                  <a:tcPr marT="45700" marB="45700"/>
                </a:tc>
                <a:extLst>
                  <a:ext uri="{0D108BD9-81ED-4DB2-BD59-A6C34878D82A}">
                    <a16:rowId xmlns:a16="http://schemas.microsoft.com/office/drawing/2014/main" val="10001"/>
                  </a:ext>
                </a:extLst>
              </a:tr>
              <a:tr h="370681">
                <a:tc>
                  <a:txBody>
                    <a:bodyPr/>
                    <a:lstStyle/>
                    <a:p>
                      <a:r>
                        <a:rPr lang="zh-CN" altLang="en-US" sz="1200" dirty="0"/>
                        <a:t>活动</a:t>
                      </a:r>
                      <a:r>
                        <a:rPr lang="en-US" altLang="zh-CN" sz="1200" dirty="0"/>
                        <a:t>2</a:t>
                      </a:r>
                      <a:endParaRPr lang="zh-CN" altLang="en-US" sz="1200" dirty="0"/>
                    </a:p>
                  </a:txBody>
                  <a:tcPr marT="45700" marB="45700"/>
                </a:tc>
                <a:tc>
                  <a:txBody>
                    <a:bodyPr/>
                    <a:lstStyle/>
                    <a:p>
                      <a:r>
                        <a:rPr lang="en-US" altLang="zh-CN" sz="1200" dirty="0"/>
                        <a:t>1</a:t>
                      </a:r>
                      <a:endParaRPr lang="zh-CN" altLang="en-US" sz="1200" dirty="0"/>
                    </a:p>
                  </a:txBody>
                  <a:tcPr marT="45700" marB="45700"/>
                </a:tc>
                <a:tc>
                  <a:txBody>
                    <a:bodyPr/>
                    <a:lstStyle/>
                    <a:p>
                      <a:r>
                        <a:rPr lang="en-US" altLang="zh-CN" sz="1200" dirty="0"/>
                        <a:t>5</a:t>
                      </a:r>
                      <a:endParaRPr lang="zh-CN" altLang="en-US" sz="1200" dirty="0"/>
                    </a:p>
                  </a:txBody>
                  <a:tcPr marT="45700" marB="45700"/>
                </a:tc>
                <a:tc>
                  <a:txBody>
                    <a:bodyPr/>
                    <a:lstStyle/>
                    <a:p>
                      <a:r>
                        <a:rPr lang="en-US" altLang="zh-CN" sz="1200" dirty="0"/>
                        <a:t>9</a:t>
                      </a:r>
                      <a:endParaRPr lang="zh-CN" altLang="en-US" sz="1200" dirty="0"/>
                    </a:p>
                  </a:txBody>
                  <a:tcPr marT="45700" marB="45700"/>
                </a:tc>
                <a:tc>
                  <a:txBody>
                    <a:bodyPr/>
                    <a:lstStyle/>
                    <a:p>
                      <a:r>
                        <a:rPr lang="en-US" altLang="zh-CN" sz="1200" dirty="0"/>
                        <a:t>5</a:t>
                      </a:r>
                      <a:endParaRPr lang="zh-CN" altLang="en-US" sz="1200" dirty="0"/>
                    </a:p>
                  </a:txBody>
                  <a:tcPr marT="45700" marB="45700"/>
                </a:tc>
                <a:extLst>
                  <a:ext uri="{0D108BD9-81ED-4DB2-BD59-A6C34878D82A}">
                    <a16:rowId xmlns:a16="http://schemas.microsoft.com/office/drawing/2014/main" val="10002"/>
                  </a:ext>
                </a:extLst>
              </a:tr>
              <a:tr h="370681">
                <a:tc>
                  <a:txBody>
                    <a:bodyPr/>
                    <a:lstStyle/>
                    <a:p>
                      <a:r>
                        <a:rPr lang="zh-CN" altLang="en-US" sz="1200" dirty="0"/>
                        <a:t>整个项目</a:t>
                      </a:r>
                    </a:p>
                  </a:txBody>
                  <a:tcPr marT="45700" marB="45700"/>
                </a:tc>
                <a:tc>
                  <a:txBody>
                    <a:bodyPr/>
                    <a:lstStyle/>
                    <a:p>
                      <a:r>
                        <a:rPr lang="en-US" altLang="zh-CN" sz="1200" dirty="0"/>
                        <a:t>9</a:t>
                      </a:r>
                      <a:endParaRPr lang="zh-CN" altLang="en-US" sz="1200" dirty="0"/>
                    </a:p>
                  </a:txBody>
                  <a:tcPr marT="45700" marB="45700"/>
                </a:tc>
                <a:tc>
                  <a:txBody>
                    <a:bodyPr/>
                    <a:lstStyle/>
                    <a:p>
                      <a:r>
                        <a:rPr lang="en-US" altLang="zh-CN" sz="1200" dirty="0"/>
                        <a:t>15</a:t>
                      </a:r>
                      <a:endParaRPr lang="zh-CN" altLang="en-US" sz="1200" dirty="0"/>
                    </a:p>
                  </a:txBody>
                  <a:tcPr marT="45700" marB="45700"/>
                </a:tc>
                <a:tc>
                  <a:txBody>
                    <a:bodyPr/>
                    <a:lstStyle/>
                    <a:p>
                      <a:r>
                        <a:rPr lang="en-US" altLang="zh-CN" sz="1200" dirty="0"/>
                        <a:t>33</a:t>
                      </a:r>
                      <a:endParaRPr lang="zh-CN" altLang="en-US" sz="1200" dirty="0"/>
                    </a:p>
                  </a:txBody>
                  <a:tcPr marT="45700" marB="45700"/>
                </a:tc>
                <a:tc>
                  <a:txBody>
                    <a:bodyPr/>
                    <a:lstStyle/>
                    <a:p>
                      <a:r>
                        <a:rPr lang="en-US" altLang="zh-CN" sz="1200" dirty="0"/>
                        <a:t>17</a:t>
                      </a:r>
                      <a:endParaRPr lang="zh-CN" altLang="en-US" sz="1200" dirty="0"/>
                    </a:p>
                  </a:txBody>
                  <a:tcPr marT="45700" marB="45700"/>
                </a:tc>
                <a:extLst>
                  <a:ext uri="{0D108BD9-81ED-4DB2-BD59-A6C34878D82A}">
                    <a16:rowId xmlns:a16="http://schemas.microsoft.com/office/drawing/2014/main" val="10003"/>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B61EB9FE-D589-810C-17BA-198FA0F0CFAF}"/>
              </a:ext>
            </a:extLst>
          </p:cNvPr>
          <p:cNvSpPr>
            <a:spLocks noGrp="1" noChangeArrowheads="1"/>
          </p:cNvSpPr>
          <p:nvPr>
            <p:ph type="title"/>
          </p:nvPr>
        </p:nvSpPr>
        <p:spPr/>
        <p:txBody>
          <a:bodyPr/>
          <a:lstStyle/>
          <a:p>
            <a:pPr eaLnBrk="1" hangingPunct="1"/>
            <a:r>
              <a:rPr kumimoji="1" lang="en-US" altLang="zh-CN"/>
              <a:t>7.5 </a:t>
            </a:r>
            <a:r>
              <a:rPr kumimoji="1" lang="zh-CN" altLang="en-US"/>
              <a:t>软件项目进度估算</a:t>
            </a:r>
          </a:p>
        </p:txBody>
      </p:sp>
      <p:sp>
        <p:nvSpPr>
          <p:cNvPr id="52227" name="Rectangle 3">
            <a:extLst>
              <a:ext uri="{FF2B5EF4-FFF2-40B4-BE49-F238E27FC236}">
                <a16:creationId xmlns:a16="http://schemas.microsoft.com/office/drawing/2014/main" id="{5ABDF518-FEC3-21D6-0D5C-AB18AE989B3B}"/>
              </a:ext>
            </a:extLst>
          </p:cNvPr>
          <p:cNvSpPr>
            <a:spLocks noGrp="1" noRot="1" noChangeAspect="1" noMove="1" noResize="1" noEditPoints="1" noAdjustHandles="1" noChangeArrowheads="1" noChangeShapeType="1" noTextEdit="1"/>
          </p:cNvSpPr>
          <p:nvPr>
            <p:ph type="body" idx="1"/>
          </p:nvPr>
        </p:nvSpPr>
        <p:spPr>
          <a:xfrm>
            <a:off x="539750" y="1844675"/>
            <a:ext cx="8424863" cy="5013325"/>
          </a:xfrm>
          <a:blipFill>
            <a:blip r:embed="rId3"/>
            <a:stretch>
              <a:fillRect l="-868" t="-730" r="-3256"/>
            </a:stretch>
          </a:blipFill>
        </p:spPr>
        <p:txBody>
          <a:bodyPr/>
          <a:lstStyle/>
          <a:p>
            <a:pPr>
              <a:defRPr/>
            </a:pPr>
            <a:r>
              <a:rPr lang="zh-CN" altLang="en-US" dirty="0">
                <a:noFill/>
              </a:rPr>
              <a:t> </a:t>
            </a:r>
          </a:p>
        </p:txBody>
      </p:sp>
      <p:sp>
        <p:nvSpPr>
          <p:cNvPr id="58372" name="矩形 1">
            <a:extLst>
              <a:ext uri="{FF2B5EF4-FFF2-40B4-BE49-F238E27FC236}">
                <a16:creationId xmlns:a16="http://schemas.microsoft.com/office/drawing/2014/main" id="{505D0161-AACA-1B7C-518C-6A87457507F5}"/>
              </a:ext>
            </a:extLst>
          </p:cNvPr>
          <p:cNvSpPr>
            <a:spLocks noChangeArrowheads="1"/>
          </p:cNvSpPr>
          <p:nvPr/>
        </p:nvSpPr>
        <p:spPr bwMode="auto">
          <a:xfrm>
            <a:off x="3924300" y="3543300"/>
            <a:ext cx="1295400" cy="24606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marL="342900" indent="-342900">
              <a:defRPr sz="2400" b="1">
                <a:solidFill>
                  <a:schemeClr val="accent1"/>
                </a:solidFill>
                <a:latin typeface="宋体" panose="02010600030101010101" pitchFamily="2" charset="-122"/>
                <a:ea typeface="宋体" panose="02010600030101010101" pitchFamily="2" charset="-122"/>
              </a:defRPr>
            </a:lvl1pPr>
            <a:lvl2pPr marL="742950" indent="-285750">
              <a:defRPr sz="2400" b="1">
                <a:solidFill>
                  <a:schemeClr val="accent1"/>
                </a:solidFill>
                <a:latin typeface="宋体" panose="02010600030101010101" pitchFamily="2" charset="-122"/>
                <a:ea typeface="宋体" panose="02010600030101010101" pitchFamily="2" charset="-122"/>
              </a:defRPr>
            </a:lvl2pPr>
            <a:lvl3pPr marL="1143000" indent="-228600">
              <a:defRPr sz="2400" b="1">
                <a:solidFill>
                  <a:schemeClr val="accent1"/>
                </a:solidFill>
                <a:latin typeface="宋体" panose="02010600030101010101" pitchFamily="2" charset="-122"/>
                <a:ea typeface="宋体" panose="02010600030101010101" pitchFamily="2" charset="-122"/>
              </a:defRPr>
            </a:lvl3pPr>
            <a:lvl4pPr marL="1600200" indent="-228600">
              <a:defRPr sz="2400" b="1">
                <a:solidFill>
                  <a:schemeClr val="accent1"/>
                </a:solidFill>
                <a:latin typeface="宋体" panose="02010600030101010101" pitchFamily="2" charset="-122"/>
                <a:ea typeface="宋体" panose="02010600030101010101" pitchFamily="2" charset="-122"/>
              </a:defRPr>
            </a:lvl4pPr>
            <a:lvl5pPr marL="2057400" indent="-228600">
              <a:defRPr sz="2400" b="1">
                <a:solidFill>
                  <a:schemeClr val="accent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400" b="1">
                <a:solidFill>
                  <a:schemeClr val="accent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400" b="1">
                <a:solidFill>
                  <a:schemeClr val="accent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400" b="1">
                <a:solidFill>
                  <a:schemeClr val="accent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400" b="1">
                <a:solidFill>
                  <a:schemeClr val="accent1"/>
                </a:solidFill>
                <a:latin typeface="宋体" panose="02010600030101010101" pitchFamily="2" charset="-122"/>
                <a:ea typeface="宋体" panose="02010600030101010101" pitchFamily="2" charset="-122"/>
              </a:defRPr>
            </a:lvl9pPr>
          </a:lstStyle>
          <a:p>
            <a:pPr eaLnBrk="1" hangingPunct="1">
              <a:spcBef>
                <a:spcPct val="30000"/>
              </a:spcBef>
              <a:buClr>
                <a:srgbClr val="0000FF"/>
              </a:buClr>
              <a:buFont typeface="Wingdings 2" panose="05020102010507070707" pitchFamily="18" charset="2"/>
              <a:buNone/>
            </a:pPr>
            <a:endParaRPr lang="zh-CN"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B61EB9FE-D589-810C-17BA-198FA0F0CFAF}"/>
              </a:ext>
            </a:extLst>
          </p:cNvPr>
          <p:cNvSpPr>
            <a:spLocks noGrp="1" noChangeArrowheads="1"/>
          </p:cNvSpPr>
          <p:nvPr>
            <p:ph type="title"/>
          </p:nvPr>
        </p:nvSpPr>
        <p:spPr/>
        <p:txBody>
          <a:bodyPr/>
          <a:lstStyle/>
          <a:p>
            <a:pPr eaLnBrk="1" hangingPunct="1"/>
            <a:r>
              <a:rPr kumimoji="1" lang="en-US" altLang="zh-CN"/>
              <a:t>7.5 </a:t>
            </a:r>
            <a:r>
              <a:rPr kumimoji="1" lang="zh-CN" altLang="en-US"/>
              <a:t>软件项目进度估算</a:t>
            </a:r>
          </a:p>
        </p:txBody>
      </p:sp>
      <p:sp>
        <p:nvSpPr>
          <p:cNvPr id="58372" name="矩形 1">
            <a:extLst>
              <a:ext uri="{FF2B5EF4-FFF2-40B4-BE49-F238E27FC236}">
                <a16:creationId xmlns:a16="http://schemas.microsoft.com/office/drawing/2014/main" id="{505D0161-AACA-1B7C-518C-6A87457507F5}"/>
              </a:ext>
            </a:extLst>
          </p:cNvPr>
          <p:cNvSpPr>
            <a:spLocks noChangeArrowheads="1"/>
          </p:cNvSpPr>
          <p:nvPr/>
        </p:nvSpPr>
        <p:spPr bwMode="auto">
          <a:xfrm>
            <a:off x="3924300" y="3543300"/>
            <a:ext cx="1295400" cy="246063"/>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marL="342900" indent="-342900">
              <a:defRPr sz="2400" b="1">
                <a:solidFill>
                  <a:schemeClr val="accent1"/>
                </a:solidFill>
                <a:latin typeface="宋体" panose="02010600030101010101" pitchFamily="2" charset="-122"/>
                <a:ea typeface="宋体" panose="02010600030101010101" pitchFamily="2" charset="-122"/>
              </a:defRPr>
            </a:lvl1pPr>
            <a:lvl2pPr marL="742950" indent="-285750">
              <a:defRPr sz="2400" b="1">
                <a:solidFill>
                  <a:schemeClr val="accent1"/>
                </a:solidFill>
                <a:latin typeface="宋体" panose="02010600030101010101" pitchFamily="2" charset="-122"/>
                <a:ea typeface="宋体" panose="02010600030101010101" pitchFamily="2" charset="-122"/>
              </a:defRPr>
            </a:lvl2pPr>
            <a:lvl3pPr marL="1143000" indent="-228600">
              <a:defRPr sz="2400" b="1">
                <a:solidFill>
                  <a:schemeClr val="accent1"/>
                </a:solidFill>
                <a:latin typeface="宋体" panose="02010600030101010101" pitchFamily="2" charset="-122"/>
                <a:ea typeface="宋体" panose="02010600030101010101" pitchFamily="2" charset="-122"/>
              </a:defRPr>
            </a:lvl3pPr>
            <a:lvl4pPr marL="1600200" indent="-228600">
              <a:defRPr sz="2400" b="1">
                <a:solidFill>
                  <a:schemeClr val="accent1"/>
                </a:solidFill>
                <a:latin typeface="宋体" panose="02010600030101010101" pitchFamily="2" charset="-122"/>
                <a:ea typeface="宋体" panose="02010600030101010101" pitchFamily="2" charset="-122"/>
              </a:defRPr>
            </a:lvl4pPr>
            <a:lvl5pPr marL="2057400" indent="-228600">
              <a:defRPr sz="2400" b="1">
                <a:solidFill>
                  <a:schemeClr val="accent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2400" b="1">
                <a:solidFill>
                  <a:schemeClr val="accent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2400" b="1">
                <a:solidFill>
                  <a:schemeClr val="accent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2400" b="1">
                <a:solidFill>
                  <a:schemeClr val="accent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2400" b="1">
                <a:solidFill>
                  <a:schemeClr val="accent1"/>
                </a:solidFill>
                <a:latin typeface="宋体" panose="02010600030101010101" pitchFamily="2" charset="-122"/>
                <a:ea typeface="宋体" panose="02010600030101010101" pitchFamily="2" charset="-122"/>
              </a:defRPr>
            </a:lvl9pPr>
          </a:lstStyle>
          <a:p>
            <a:pPr eaLnBrk="1" hangingPunct="1">
              <a:spcBef>
                <a:spcPct val="30000"/>
              </a:spcBef>
              <a:buClr>
                <a:srgbClr val="0000FF"/>
              </a:buClr>
              <a:buFont typeface="Wingdings 2" panose="05020102010507070707" pitchFamily="18" charset="2"/>
              <a:buNone/>
            </a:pPr>
            <a:endParaRPr lang="zh-CN" altLang="en-US"/>
          </a:p>
        </p:txBody>
      </p:sp>
      <mc:AlternateContent xmlns:mc="http://schemas.openxmlformats.org/markup-compatibility/2006">
        <mc:Choice xmlns:a14="http://schemas.microsoft.com/office/drawing/2010/main" Requires="a14">
          <p:sp>
            <p:nvSpPr>
              <p:cNvPr id="2" name="内容占位符 1">
                <a:extLst>
                  <a:ext uri="{FF2B5EF4-FFF2-40B4-BE49-F238E27FC236}">
                    <a16:creationId xmlns:a16="http://schemas.microsoft.com/office/drawing/2014/main" id="{5711CCBF-3900-C246-7E9D-0790B039EA09}"/>
                  </a:ext>
                </a:extLst>
              </p:cNvPr>
              <p:cNvSpPr>
                <a:spLocks noGrp="1"/>
              </p:cNvSpPr>
              <p:nvPr>
                <p:ph idx="1"/>
              </p:nvPr>
            </p:nvSpPr>
            <p:spPr/>
            <p:txBody>
              <a:bodyPr/>
              <a:lstStyle/>
              <a:p>
                <a:r>
                  <a:rPr lang="zh-CN" altLang="en-US" dirty="0"/>
                  <a:t>工程评价技术</a:t>
                </a:r>
                <a:endParaRPr lang="en-US" altLang="zh-CN" dirty="0"/>
              </a:p>
              <a:p>
                <a:pPr lvl="1">
                  <a:spcBef>
                    <a:spcPct val="0"/>
                  </a:spcBef>
                </a:pPr>
                <a:r>
                  <a:rPr lang="zh-CN" altLang="en-US" dirty="0"/>
                  <a:t>根据概率理论，对于遵循正态分布的均值</a:t>
                </a:r>
                <a:r>
                  <a:rPr lang="en-US" altLang="zh-CN" dirty="0"/>
                  <a:t>E</a:t>
                </a:r>
                <a:r>
                  <a:rPr lang="zh-CN" altLang="en-US" dirty="0"/>
                  <a:t>而言，</a:t>
                </a:r>
                <a14:m>
                  <m:oMath xmlns:m="http://schemas.openxmlformats.org/officeDocument/2006/math">
                    <m:r>
                      <a:rPr lang="en-US" altLang="zh-CN" b="1" i="1" smtClean="0">
                        <a:latin typeface="Cambria Math" panose="02040503050406030204" pitchFamily="18" charset="0"/>
                      </a:rPr>
                      <m:t>𝑬</m:t>
                    </m:r>
                    <m:box>
                      <m:boxPr>
                        <m:ctrlPr>
                          <a:rPr lang="en-US" altLang="zh-CN" b="1" i="1" smtClean="0">
                            <a:latin typeface="Cambria Math" panose="02040503050406030204" pitchFamily="18" charset="0"/>
                          </a:rPr>
                        </m:ctrlPr>
                      </m:boxPr>
                      <m:e>
                        <m:r>
                          <a:rPr lang="en-US" altLang="zh-CN" b="1" i="1" smtClean="0">
                            <a:latin typeface="Cambria Math" panose="02040503050406030204" pitchFamily="18" charset="0"/>
                          </a:rPr>
                          <m:t>+=</m:t>
                        </m:r>
                        <m:r>
                          <a:rPr lang="en-US" altLang="zh-CN" b="1" i="1" smtClean="0">
                            <a:latin typeface="Cambria Math" panose="02040503050406030204" pitchFamily="18" charset="0"/>
                          </a:rPr>
                          <m:t>𝟏</m:t>
                        </m:r>
                        <m:r>
                          <a:rPr lang="zh-CN" altLang="en-US" b="1" i="1" smtClean="0">
                            <a:latin typeface="Cambria Math" panose="02040503050406030204" pitchFamily="18" charset="0"/>
                          </a:rPr>
                          <m:t>𝜹</m:t>
                        </m:r>
                      </m:e>
                    </m:box>
                  </m:oMath>
                </a14:m>
                <a:r>
                  <a:rPr lang="zh-CN" altLang="en-US" dirty="0"/>
                  <a:t>的概率为</a:t>
                </a:r>
                <a:r>
                  <a:rPr lang="en-US" altLang="zh-CN" dirty="0"/>
                  <a:t>68.3%</a:t>
                </a:r>
                <a:r>
                  <a:rPr lang="zh-CN" altLang="en-US" dirty="0"/>
                  <a:t>，</a:t>
                </a:r>
                <a:r>
                  <a:rPr lang="en-US" altLang="zh-CN" dirty="0"/>
                  <a:t> </a:t>
                </a:r>
                <a14:m>
                  <m:oMath xmlns:m="http://schemas.openxmlformats.org/officeDocument/2006/math">
                    <m:r>
                      <a:rPr lang="en-US" altLang="zh-CN" i="1">
                        <a:latin typeface="Cambria Math" panose="02040503050406030204" pitchFamily="18" charset="0"/>
                      </a:rPr>
                      <m:t>𝑬</m:t>
                    </m:r>
                    <m:box>
                      <m:boxPr>
                        <m:ctrlPr>
                          <a:rPr lang="en-US" altLang="zh-CN" i="1">
                            <a:latin typeface="Cambria Math" panose="02040503050406030204" pitchFamily="18" charset="0"/>
                          </a:rPr>
                        </m:ctrlPr>
                      </m:boxPr>
                      <m:e>
                        <m:r>
                          <a:rPr lang="en-US" altLang="zh-CN" i="1">
                            <a:latin typeface="Cambria Math" panose="02040503050406030204" pitchFamily="18" charset="0"/>
                          </a:rPr>
                          <m:t>+=</m:t>
                        </m:r>
                        <m:r>
                          <a:rPr lang="en-US" altLang="zh-CN" b="1" i="1" smtClean="0">
                            <a:latin typeface="Cambria Math" panose="02040503050406030204" pitchFamily="18" charset="0"/>
                          </a:rPr>
                          <m:t>𝟐</m:t>
                        </m:r>
                        <m:r>
                          <a:rPr lang="zh-CN" altLang="en-US" i="1">
                            <a:latin typeface="Cambria Math" panose="02040503050406030204" pitchFamily="18" charset="0"/>
                          </a:rPr>
                          <m:t>𝜹</m:t>
                        </m:r>
                      </m:e>
                    </m:box>
                  </m:oMath>
                </a14:m>
                <a:r>
                  <a:rPr lang="zh-CN" altLang="en-US" dirty="0"/>
                  <a:t>的概率为</a:t>
                </a:r>
                <a:r>
                  <a:rPr lang="en-US" altLang="zh-CN" dirty="0"/>
                  <a:t>95.5%</a:t>
                </a:r>
                <a:r>
                  <a:rPr lang="zh-CN" altLang="en-US" dirty="0"/>
                  <a:t>，</a:t>
                </a:r>
                <a:r>
                  <a:rPr lang="en-US" altLang="zh-CN" dirty="0"/>
                  <a:t> </a:t>
                </a:r>
                <a14:m>
                  <m:oMath xmlns:m="http://schemas.openxmlformats.org/officeDocument/2006/math">
                    <m:r>
                      <a:rPr lang="en-US" altLang="zh-CN" i="1">
                        <a:latin typeface="Cambria Math" panose="02040503050406030204" pitchFamily="18" charset="0"/>
                      </a:rPr>
                      <m:t>𝑬</m:t>
                    </m:r>
                    <m:box>
                      <m:boxPr>
                        <m:ctrlPr>
                          <a:rPr lang="en-US" altLang="zh-CN" i="1">
                            <a:latin typeface="Cambria Math" panose="02040503050406030204" pitchFamily="18" charset="0"/>
                          </a:rPr>
                        </m:ctrlPr>
                      </m:boxPr>
                      <m:e>
                        <m:r>
                          <a:rPr lang="en-US" altLang="zh-CN" i="1">
                            <a:latin typeface="Cambria Math" panose="02040503050406030204" pitchFamily="18" charset="0"/>
                          </a:rPr>
                          <m:t>+=</m:t>
                        </m:r>
                        <m:r>
                          <a:rPr lang="en-US" altLang="zh-CN" b="1" i="1" smtClean="0">
                            <a:latin typeface="Cambria Math" panose="02040503050406030204" pitchFamily="18" charset="0"/>
                          </a:rPr>
                          <m:t>𝟑</m:t>
                        </m:r>
                        <m:r>
                          <a:rPr lang="zh-CN" altLang="en-US" i="1">
                            <a:latin typeface="Cambria Math" panose="02040503050406030204" pitchFamily="18" charset="0"/>
                          </a:rPr>
                          <m:t>𝜹</m:t>
                        </m:r>
                      </m:e>
                    </m:box>
                  </m:oMath>
                </a14:m>
                <a:r>
                  <a:rPr lang="zh-CN" altLang="en-US" dirty="0"/>
                  <a:t>的概率为</a:t>
                </a:r>
                <a:r>
                  <a:rPr lang="en-US" altLang="zh-CN" dirty="0"/>
                  <a:t>99.7%</a:t>
                </a:r>
                <a:r>
                  <a:rPr lang="zh-CN" altLang="en-US" dirty="0"/>
                  <a:t>，</a:t>
                </a:r>
                <a:endParaRPr lang="en-US" altLang="zh-CN" dirty="0"/>
              </a:p>
              <a:p>
                <a:pPr lvl="1"/>
                <a:endParaRPr lang="en-US" altLang="zh-CN" dirty="0"/>
              </a:p>
              <a:p>
                <a:pPr lvl="1"/>
                <a:r>
                  <a:rPr lang="zh-CN" altLang="en-US" dirty="0"/>
                  <a:t>假设算出的</a:t>
                </a:r>
                <a:r>
                  <a:rPr lang="en-US" altLang="zh-CN" dirty="0"/>
                  <a:t>E</a:t>
                </a:r>
                <a:r>
                  <a:rPr lang="zh-CN" altLang="en-US" dirty="0"/>
                  <a:t>为</a:t>
                </a:r>
                <a:r>
                  <a:rPr lang="en-US" altLang="zh-CN" dirty="0"/>
                  <a:t>80</a:t>
                </a:r>
                <a:r>
                  <a:rPr lang="zh-CN" altLang="en-US" dirty="0"/>
                  <a:t>天，</a:t>
                </a:r>
                <a:r>
                  <a:rPr lang="en-US" altLang="zh-CN" dirty="0"/>
                  <a:t> </a:t>
                </a:r>
                <a:r>
                  <a:rPr lang="zh-CN" altLang="en-US" dirty="0"/>
                  <a:t>标准差</a:t>
                </a:r>
                <a14:m>
                  <m:oMath xmlns:m="http://schemas.openxmlformats.org/officeDocument/2006/math">
                    <m:box>
                      <m:boxPr>
                        <m:ctrlPr>
                          <a:rPr lang="en-US" altLang="zh-CN" i="1">
                            <a:latin typeface="Cambria Math" panose="02040503050406030204" pitchFamily="18" charset="0"/>
                          </a:rPr>
                        </m:ctrlPr>
                      </m:boxPr>
                      <m:e>
                        <m:r>
                          <a:rPr lang="zh-CN" altLang="en-US" i="1">
                            <a:latin typeface="Cambria Math" panose="02040503050406030204" pitchFamily="18" charset="0"/>
                          </a:rPr>
                          <m:t>𝜹</m:t>
                        </m:r>
                      </m:e>
                    </m:box>
                  </m:oMath>
                </a14:m>
                <a:r>
                  <a:rPr lang="zh-CN" altLang="en-US" dirty="0"/>
                  <a:t>算出的值为</a:t>
                </a:r>
                <a:r>
                  <a:rPr lang="en-US" altLang="zh-CN" dirty="0"/>
                  <a:t>2.5</a:t>
                </a:r>
                <a:r>
                  <a:rPr lang="zh-CN" altLang="en-US" dirty="0"/>
                  <a:t>，那么有</a:t>
                </a:r>
                <a:r>
                  <a:rPr lang="en-US" altLang="zh-CN" dirty="0"/>
                  <a:t>95.5%</a:t>
                </a:r>
                <a:r>
                  <a:rPr lang="zh-CN" altLang="en-US" dirty="0"/>
                  <a:t>的概率该项目在</a:t>
                </a:r>
                <a:r>
                  <a:rPr lang="en-US" altLang="zh-CN" dirty="0"/>
                  <a:t>80 </a:t>
                </a:r>
                <a14:m>
                  <m:oMath xmlns:m="http://schemas.openxmlformats.org/officeDocument/2006/math">
                    <m:r>
                      <a:rPr lang="en-US" altLang="zh-CN" i="1">
                        <a:latin typeface="Cambria Math" panose="02040503050406030204" pitchFamily="18" charset="0"/>
                      </a:rPr>
                      <m:t>+=</m:t>
                    </m:r>
                  </m:oMath>
                </a14:m>
                <a:r>
                  <a:rPr lang="en-US" altLang="zh-CN" dirty="0"/>
                  <a:t>2*2.5</a:t>
                </a:r>
                <a:r>
                  <a:rPr lang="zh-CN" altLang="en-US" dirty="0"/>
                  <a:t>天内完成，即</a:t>
                </a:r>
                <a:r>
                  <a:rPr lang="en-US" altLang="zh-CN" dirty="0"/>
                  <a:t>75-85</a:t>
                </a:r>
                <a:r>
                  <a:rPr lang="zh-CN" altLang="en-US" dirty="0"/>
                  <a:t>天</a:t>
                </a:r>
                <a:r>
                  <a:rPr lang="zh-CN" altLang="en-US"/>
                  <a:t>内完成。</a:t>
                </a:r>
                <a:endParaRPr lang="zh-CN" altLang="en-US" dirty="0"/>
              </a:p>
            </p:txBody>
          </p:sp>
        </mc:Choice>
        <mc:Fallback>
          <p:sp>
            <p:nvSpPr>
              <p:cNvPr id="2" name="内容占位符 1">
                <a:extLst>
                  <a:ext uri="{FF2B5EF4-FFF2-40B4-BE49-F238E27FC236}">
                    <a16:creationId xmlns:a16="http://schemas.microsoft.com/office/drawing/2014/main" id="{5711CCBF-3900-C246-7E9D-0790B039EA09}"/>
                  </a:ext>
                </a:extLst>
              </p:cNvPr>
              <p:cNvSpPr>
                <a:spLocks noGrp="1" noRot="1" noChangeAspect="1" noMove="1" noResize="1" noEditPoints="1" noAdjustHandles="1" noChangeArrowheads="1" noChangeShapeType="1" noTextEdit="1"/>
              </p:cNvSpPr>
              <p:nvPr>
                <p:ph idx="1"/>
              </p:nvPr>
            </p:nvSpPr>
            <p:spPr>
              <a:blipFill>
                <a:blip r:embed="rId3"/>
                <a:stretch>
                  <a:fillRect l="-1128" t="-167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480127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191C4D5F-C87E-676C-DE3F-99C8CC6F9787}"/>
              </a:ext>
            </a:extLst>
          </p:cNvPr>
          <p:cNvSpPr>
            <a:spLocks noGrp="1" noChangeArrowheads="1"/>
          </p:cNvSpPr>
          <p:nvPr>
            <p:ph type="title"/>
          </p:nvPr>
        </p:nvSpPr>
        <p:spPr/>
        <p:txBody>
          <a:bodyPr/>
          <a:lstStyle/>
          <a:p>
            <a:pPr eaLnBrk="1" hangingPunct="1"/>
            <a:r>
              <a:rPr kumimoji="1" lang="en-US" altLang="zh-CN"/>
              <a:t>7.5 </a:t>
            </a:r>
            <a:r>
              <a:rPr kumimoji="1" lang="zh-CN" altLang="en-US"/>
              <a:t>软件项目进度估算</a:t>
            </a:r>
          </a:p>
        </p:txBody>
      </p:sp>
      <p:sp>
        <p:nvSpPr>
          <p:cNvPr id="60419" name="Rectangle 3">
            <a:extLst>
              <a:ext uri="{FF2B5EF4-FFF2-40B4-BE49-F238E27FC236}">
                <a16:creationId xmlns:a16="http://schemas.microsoft.com/office/drawing/2014/main" id="{174EB38E-E4F8-65F8-AD23-FF3919D75FEB}"/>
              </a:ext>
            </a:extLst>
          </p:cNvPr>
          <p:cNvSpPr>
            <a:spLocks noGrp="1" noChangeArrowheads="1"/>
          </p:cNvSpPr>
          <p:nvPr>
            <p:ph type="body" idx="1"/>
          </p:nvPr>
        </p:nvSpPr>
        <p:spPr>
          <a:xfrm>
            <a:off x="539750" y="1844675"/>
            <a:ext cx="8424863" cy="5013325"/>
          </a:xfrm>
        </p:spPr>
        <p:txBody>
          <a:bodyPr/>
          <a:lstStyle/>
          <a:p>
            <a:pPr eaLnBrk="1" hangingPunct="1">
              <a:lnSpc>
                <a:spcPct val="120000"/>
              </a:lnSpc>
            </a:pPr>
            <a:r>
              <a:rPr lang="zh-CN" altLang="en-US" sz="2400" dirty="0">
                <a:solidFill>
                  <a:schemeClr val="accent2"/>
                </a:solidFill>
                <a:ea typeface="黑体" panose="02010609060101010101" pitchFamily="49" charset="-122"/>
              </a:rPr>
              <a:t>关键路径法</a:t>
            </a:r>
            <a:r>
              <a:rPr lang="zh-CN" altLang="en-US" sz="2400" dirty="0">
                <a:solidFill>
                  <a:srgbClr val="FF0000"/>
                </a:solidFill>
                <a:ea typeface="黑体" panose="02010609060101010101" pitchFamily="49" charset="-122"/>
              </a:rPr>
              <a:t>（重点内容，稍后重点介绍）</a:t>
            </a:r>
            <a:endParaRPr lang="en-US" altLang="zh-CN" sz="2400" dirty="0">
              <a:solidFill>
                <a:srgbClr val="FF0000"/>
              </a:solidFill>
              <a:ea typeface="黑体" panose="02010609060101010101" pitchFamily="49" charset="-122"/>
            </a:endParaRPr>
          </a:p>
          <a:p>
            <a:pPr eaLnBrk="1" hangingPunct="1">
              <a:lnSpc>
                <a:spcPct val="120000"/>
              </a:lnSpc>
            </a:pPr>
            <a:r>
              <a:rPr lang="zh-CN" altLang="en-US" sz="2000" dirty="0"/>
              <a:t>它是根据指定的网络图逻辑关系进行的单一的历时估算</a:t>
            </a:r>
            <a:endParaRPr lang="en-US" altLang="zh-CN" sz="2000" dirty="0"/>
          </a:p>
          <a:p>
            <a:pPr lvl="1" eaLnBrk="1" hangingPunct="1">
              <a:lnSpc>
                <a:spcPct val="120000"/>
              </a:lnSpc>
              <a:spcBef>
                <a:spcPct val="30000"/>
              </a:spcBef>
            </a:pPr>
            <a:r>
              <a:rPr lang="zh-CN" altLang="en-US" sz="2000" dirty="0"/>
              <a:t>首先计算每一个活动的单一的、最早和最晚开始和完成日期，然后计算网络图中的</a:t>
            </a:r>
            <a:r>
              <a:rPr lang="zh-CN" altLang="en-US" sz="2000" dirty="0">
                <a:solidFill>
                  <a:srgbClr val="FF0000"/>
                </a:solidFill>
              </a:rPr>
              <a:t>最长路径</a:t>
            </a:r>
            <a:r>
              <a:rPr lang="zh-CN" altLang="en-US" sz="2000" dirty="0"/>
              <a:t>，以便确定项目的完成时间估计，采用此方法可以配合进行计划的编制</a:t>
            </a:r>
            <a:r>
              <a:rPr lang="zh-CN" altLang="en-US" sz="2000" dirty="0">
                <a:solidFill>
                  <a:srgbClr val="FF0000"/>
                </a:solidFill>
              </a:rPr>
              <a:t>（假设活动</a:t>
            </a:r>
            <a:r>
              <a:rPr lang="en-US" altLang="zh-CN" sz="2000" dirty="0">
                <a:solidFill>
                  <a:srgbClr val="FF0000"/>
                </a:solidFill>
              </a:rPr>
              <a:t>1</a:t>
            </a:r>
            <a:r>
              <a:rPr lang="zh-CN" altLang="en-US" sz="2000" dirty="0">
                <a:solidFill>
                  <a:srgbClr val="FF0000"/>
                </a:solidFill>
              </a:rPr>
              <a:t>，</a:t>
            </a:r>
            <a:r>
              <a:rPr lang="en-US" altLang="zh-CN" sz="2000" dirty="0">
                <a:solidFill>
                  <a:srgbClr val="FF0000"/>
                </a:solidFill>
              </a:rPr>
              <a:t>2</a:t>
            </a:r>
            <a:r>
              <a:rPr lang="zh-CN" altLang="en-US" sz="2000" dirty="0">
                <a:solidFill>
                  <a:srgbClr val="FF0000"/>
                </a:solidFill>
              </a:rPr>
              <a:t>，</a:t>
            </a:r>
            <a:r>
              <a:rPr lang="en-US" altLang="zh-CN" sz="2000" dirty="0">
                <a:solidFill>
                  <a:srgbClr val="FF0000"/>
                </a:solidFill>
              </a:rPr>
              <a:t>3</a:t>
            </a:r>
            <a:r>
              <a:rPr lang="zh-CN" altLang="en-US" sz="2000" dirty="0">
                <a:solidFill>
                  <a:srgbClr val="FF0000"/>
                </a:solidFill>
              </a:rPr>
              <a:t>的耗时分别为</a:t>
            </a:r>
            <a:r>
              <a:rPr lang="en-US" altLang="zh-CN" sz="2000" dirty="0">
                <a:solidFill>
                  <a:srgbClr val="FF0000"/>
                </a:solidFill>
              </a:rPr>
              <a:t>5</a:t>
            </a:r>
            <a:r>
              <a:rPr lang="zh-CN" altLang="en-US" sz="2000" dirty="0">
                <a:solidFill>
                  <a:srgbClr val="FF0000"/>
                </a:solidFill>
              </a:rPr>
              <a:t>，</a:t>
            </a:r>
            <a:r>
              <a:rPr lang="en-US" altLang="zh-CN" sz="2000" dirty="0">
                <a:solidFill>
                  <a:srgbClr val="FF0000"/>
                </a:solidFill>
              </a:rPr>
              <a:t>7</a:t>
            </a:r>
            <a:r>
              <a:rPr lang="zh-CN" altLang="en-US" sz="2000" dirty="0">
                <a:solidFill>
                  <a:srgbClr val="FF0000"/>
                </a:solidFill>
              </a:rPr>
              <a:t>，</a:t>
            </a:r>
            <a:r>
              <a:rPr lang="en-US" altLang="zh-CN" sz="2000" dirty="0">
                <a:solidFill>
                  <a:srgbClr val="FF0000"/>
                </a:solidFill>
              </a:rPr>
              <a:t>4</a:t>
            </a:r>
            <a:r>
              <a:rPr lang="zh-CN" altLang="en-US" sz="2000" dirty="0">
                <a:solidFill>
                  <a:srgbClr val="FF0000"/>
                </a:solidFill>
              </a:rPr>
              <a:t>天，该项目的最长路径为？项目完成的时间为？）</a:t>
            </a:r>
            <a:endParaRPr lang="zh-CN" altLang="en-US" sz="2800" dirty="0">
              <a:solidFill>
                <a:srgbClr val="FF0000"/>
              </a:solidFill>
            </a:endParaRPr>
          </a:p>
        </p:txBody>
      </p:sp>
      <p:grpSp>
        <p:nvGrpSpPr>
          <p:cNvPr id="60420" name="Group 4">
            <a:extLst>
              <a:ext uri="{FF2B5EF4-FFF2-40B4-BE49-F238E27FC236}">
                <a16:creationId xmlns:a16="http://schemas.microsoft.com/office/drawing/2014/main" id="{7A219A7C-F659-A3F2-DEBC-ECADBCEF4502}"/>
              </a:ext>
            </a:extLst>
          </p:cNvPr>
          <p:cNvGrpSpPr>
            <a:grpSpLocks/>
          </p:cNvGrpSpPr>
          <p:nvPr/>
        </p:nvGrpSpPr>
        <p:grpSpPr bwMode="auto">
          <a:xfrm>
            <a:off x="2123728" y="4725144"/>
            <a:ext cx="5904383" cy="1987005"/>
            <a:chOff x="432" y="1584"/>
            <a:chExt cx="5136" cy="1676"/>
          </a:xfrm>
        </p:grpSpPr>
        <p:sp>
          <p:nvSpPr>
            <p:cNvPr id="60421" name="Text Box 5">
              <a:extLst>
                <a:ext uri="{FF2B5EF4-FFF2-40B4-BE49-F238E27FC236}">
                  <a16:creationId xmlns:a16="http://schemas.microsoft.com/office/drawing/2014/main" id="{332315FD-0225-229E-4AC0-968DE39102EE}"/>
                </a:ext>
              </a:extLst>
            </p:cNvPr>
            <p:cNvSpPr txBox="1">
              <a:spLocks noChangeArrowheads="1"/>
            </p:cNvSpPr>
            <p:nvPr/>
          </p:nvSpPr>
          <p:spPr bwMode="auto">
            <a:xfrm>
              <a:off x="432" y="2317"/>
              <a:ext cx="626" cy="419"/>
            </a:xfrm>
            <a:prstGeom prst="rect">
              <a:avLst/>
            </a:prstGeom>
            <a:solidFill>
              <a:srgbClr val="CA5B08"/>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1800">
                  <a:solidFill>
                    <a:schemeClr val="bg1"/>
                  </a:solidFill>
                  <a:latin typeface="黑体" panose="02010609060101010101" pitchFamily="49" charset="-122"/>
                  <a:ea typeface="黑体" panose="02010609060101010101" pitchFamily="49" charset="-122"/>
                </a:rPr>
                <a:t>开始</a:t>
              </a:r>
            </a:p>
          </p:txBody>
        </p:sp>
        <p:sp>
          <p:nvSpPr>
            <p:cNvPr id="60422" name="Text Box 6">
              <a:extLst>
                <a:ext uri="{FF2B5EF4-FFF2-40B4-BE49-F238E27FC236}">
                  <a16:creationId xmlns:a16="http://schemas.microsoft.com/office/drawing/2014/main" id="{449F03FE-443E-F3A0-A9DA-79F0DC6F6F3C}"/>
                </a:ext>
              </a:extLst>
            </p:cNvPr>
            <p:cNvSpPr txBox="1">
              <a:spLocks noChangeArrowheads="1"/>
            </p:cNvSpPr>
            <p:nvPr/>
          </p:nvSpPr>
          <p:spPr bwMode="auto">
            <a:xfrm>
              <a:off x="2060" y="1584"/>
              <a:ext cx="752" cy="419"/>
            </a:xfrm>
            <a:prstGeom prst="rect">
              <a:avLst/>
            </a:prstGeom>
            <a:solidFill>
              <a:srgbClr val="CA5B08"/>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1800" dirty="0">
                  <a:solidFill>
                    <a:schemeClr val="bg1"/>
                  </a:solidFill>
                  <a:latin typeface="黑体" panose="02010609060101010101" pitchFamily="49" charset="-122"/>
                  <a:ea typeface="黑体" panose="02010609060101010101" pitchFamily="49" charset="-122"/>
                </a:rPr>
                <a:t>活动</a:t>
              </a:r>
              <a:r>
                <a:rPr lang="en-US" altLang="zh-CN" sz="1800" dirty="0">
                  <a:solidFill>
                    <a:schemeClr val="bg1"/>
                  </a:solidFill>
                  <a:latin typeface="黑体" panose="02010609060101010101" pitchFamily="49" charset="-122"/>
                  <a:ea typeface="黑体" panose="02010609060101010101" pitchFamily="49" charset="-122"/>
                </a:rPr>
                <a:t>1</a:t>
              </a:r>
            </a:p>
          </p:txBody>
        </p:sp>
        <p:sp>
          <p:nvSpPr>
            <p:cNvPr id="60423" name="Text Box 7">
              <a:extLst>
                <a:ext uri="{FF2B5EF4-FFF2-40B4-BE49-F238E27FC236}">
                  <a16:creationId xmlns:a16="http://schemas.microsoft.com/office/drawing/2014/main" id="{5CB37F6B-DF35-1143-5727-2C81C08AE041}"/>
                </a:ext>
              </a:extLst>
            </p:cNvPr>
            <p:cNvSpPr txBox="1">
              <a:spLocks noChangeArrowheads="1"/>
            </p:cNvSpPr>
            <p:nvPr/>
          </p:nvSpPr>
          <p:spPr bwMode="auto">
            <a:xfrm>
              <a:off x="3438" y="1584"/>
              <a:ext cx="752" cy="419"/>
            </a:xfrm>
            <a:prstGeom prst="rect">
              <a:avLst/>
            </a:prstGeom>
            <a:solidFill>
              <a:srgbClr val="CA5B08"/>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1800">
                  <a:solidFill>
                    <a:schemeClr val="bg1"/>
                  </a:solidFill>
                  <a:latin typeface="黑体" panose="02010609060101010101" pitchFamily="49" charset="-122"/>
                  <a:ea typeface="黑体" panose="02010609060101010101" pitchFamily="49" charset="-122"/>
                </a:rPr>
                <a:t>活动</a:t>
              </a:r>
              <a:r>
                <a:rPr lang="en-US" altLang="zh-CN" sz="1800">
                  <a:solidFill>
                    <a:schemeClr val="bg1"/>
                  </a:solidFill>
                  <a:latin typeface="黑体" panose="02010609060101010101" pitchFamily="49" charset="-122"/>
                  <a:ea typeface="黑体" panose="02010609060101010101" pitchFamily="49" charset="-122"/>
                </a:rPr>
                <a:t>3</a:t>
              </a:r>
            </a:p>
          </p:txBody>
        </p:sp>
        <p:sp>
          <p:nvSpPr>
            <p:cNvPr id="60424" name="Text Box 8">
              <a:extLst>
                <a:ext uri="{FF2B5EF4-FFF2-40B4-BE49-F238E27FC236}">
                  <a16:creationId xmlns:a16="http://schemas.microsoft.com/office/drawing/2014/main" id="{31886EA1-8BFB-79B9-692B-D6735805E939}"/>
                </a:ext>
              </a:extLst>
            </p:cNvPr>
            <p:cNvSpPr txBox="1">
              <a:spLocks noChangeArrowheads="1"/>
            </p:cNvSpPr>
            <p:nvPr/>
          </p:nvSpPr>
          <p:spPr bwMode="auto">
            <a:xfrm>
              <a:off x="2687" y="2841"/>
              <a:ext cx="751" cy="419"/>
            </a:xfrm>
            <a:prstGeom prst="rect">
              <a:avLst/>
            </a:prstGeom>
            <a:solidFill>
              <a:srgbClr val="CA5B08"/>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1800">
                  <a:solidFill>
                    <a:schemeClr val="bg1"/>
                  </a:solidFill>
                  <a:latin typeface="黑体" panose="02010609060101010101" pitchFamily="49" charset="-122"/>
                  <a:ea typeface="黑体" panose="02010609060101010101" pitchFamily="49" charset="-122"/>
                </a:rPr>
                <a:t>活动</a:t>
              </a:r>
              <a:r>
                <a:rPr lang="en-US" altLang="zh-CN" sz="1800">
                  <a:solidFill>
                    <a:schemeClr val="bg1"/>
                  </a:solidFill>
                  <a:latin typeface="黑体" panose="02010609060101010101" pitchFamily="49" charset="-122"/>
                  <a:ea typeface="黑体" panose="02010609060101010101" pitchFamily="49" charset="-122"/>
                </a:rPr>
                <a:t>2</a:t>
              </a:r>
            </a:p>
          </p:txBody>
        </p:sp>
        <p:sp>
          <p:nvSpPr>
            <p:cNvPr id="60425" name="Text Box 9">
              <a:extLst>
                <a:ext uri="{FF2B5EF4-FFF2-40B4-BE49-F238E27FC236}">
                  <a16:creationId xmlns:a16="http://schemas.microsoft.com/office/drawing/2014/main" id="{4246BC91-673C-6AB2-1B2B-BF8BD3F6B1FD}"/>
                </a:ext>
              </a:extLst>
            </p:cNvPr>
            <p:cNvSpPr txBox="1">
              <a:spLocks noChangeArrowheads="1"/>
            </p:cNvSpPr>
            <p:nvPr/>
          </p:nvSpPr>
          <p:spPr bwMode="auto">
            <a:xfrm>
              <a:off x="4942" y="2317"/>
              <a:ext cx="626" cy="419"/>
            </a:xfrm>
            <a:prstGeom prst="rect">
              <a:avLst/>
            </a:prstGeom>
            <a:solidFill>
              <a:srgbClr val="CA5B08"/>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1800">
                  <a:solidFill>
                    <a:schemeClr val="bg1"/>
                  </a:solidFill>
                  <a:latin typeface="黑体" panose="02010609060101010101" pitchFamily="49" charset="-122"/>
                  <a:ea typeface="黑体" panose="02010609060101010101" pitchFamily="49" charset="-122"/>
                </a:rPr>
                <a:t>结束</a:t>
              </a:r>
            </a:p>
          </p:txBody>
        </p:sp>
        <p:sp>
          <p:nvSpPr>
            <p:cNvPr id="60426" name="Line 10">
              <a:extLst>
                <a:ext uri="{FF2B5EF4-FFF2-40B4-BE49-F238E27FC236}">
                  <a16:creationId xmlns:a16="http://schemas.microsoft.com/office/drawing/2014/main" id="{EC9AA76F-4276-1020-7866-9A4D07CCF43A}"/>
                </a:ext>
              </a:extLst>
            </p:cNvPr>
            <p:cNvSpPr>
              <a:spLocks noChangeShapeType="1"/>
            </p:cNvSpPr>
            <p:nvPr/>
          </p:nvSpPr>
          <p:spPr bwMode="auto">
            <a:xfrm>
              <a:off x="1058" y="2631"/>
              <a:ext cx="1629" cy="41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800"/>
            </a:p>
          </p:txBody>
        </p:sp>
        <p:sp>
          <p:nvSpPr>
            <p:cNvPr id="60427" name="Line 11">
              <a:extLst>
                <a:ext uri="{FF2B5EF4-FFF2-40B4-BE49-F238E27FC236}">
                  <a16:creationId xmlns:a16="http://schemas.microsoft.com/office/drawing/2014/main" id="{8FDA99B1-5526-DAAA-9119-F5D9D78242F6}"/>
                </a:ext>
              </a:extLst>
            </p:cNvPr>
            <p:cNvSpPr>
              <a:spLocks noChangeShapeType="1"/>
            </p:cNvSpPr>
            <p:nvPr/>
          </p:nvSpPr>
          <p:spPr bwMode="auto">
            <a:xfrm flipV="1">
              <a:off x="1058" y="1793"/>
              <a:ext cx="1002" cy="73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800"/>
            </a:p>
          </p:txBody>
        </p:sp>
        <p:sp>
          <p:nvSpPr>
            <p:cNvPr id="60428" name="Line 12">
              <a:extLst>
                <a:ext uri="{FF2B5EF4-FFF2-40B4-BE49-F238E27FC236}">
                  <a16:creationId xmlns:a16="http://schemas.microsoft.com/office/drawing/2014/main" id="{636110F1-DD7D-AA33-D9F2-5BF875A1C3D2}"/>
                </a:ext>
              </a:extLst>
            </p:cNvPr>
            <p:cNvSpPr>
              <a:spLocks noChangeShapeType="1"/>
            </p:cNvSpPr>
            <p:nvPr/>
          </p:nvSpPr>
          <p:spPr bwMode="auto">
            <a:xfrm>
              <a:off x="2812" y="1793"/>
              <a:ext cx="626"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800"/>
            </a:p>
          </p:txBody>
        </p:sp>
        <p:sp>
          <p:nvSpPr>
            <p:cNvPr id="60429" name="Line 13">
              <a:extLst>
                <a:ext uri="{FF2B5EF4-FFF2-40B4-BE49-F238E27FC236}">
                  <a16:creationId xmlns:a16="http://schemas.microsoft.com/office/drawing/2014/main" id="{8F695D31-861D-24EC-8777-29499000E447}"/>
                </a:ext>
              </a:extLst>
            </p:cNvPr>
            <p:cNvSpPr>
              <a:spLocks noChangeShapeType="1"/>
            </p:cNvSpPr>
            <p:nvPr/>
          </p:nvSpPr>
          <p:spPr bwMode="auto">
            <a:xfrm flipV="1">
              <a:off x="3438" y="2527"/>
              <a:ext cx="1504" cy="52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800"/>
            </a:p>
          </p:txBody>
        </p:sp>
        <p:sp>
          <p:nvSpPr>
            <p:cNvPr id="60430" name="Line 14">
              <a:extLst>
                <a:ext uri="{FF2B5EF4-FFF2-40B4-BE49-F238E27FC236}">
                  <a16:creationId xmlns:a16="http://schemas.microsoft.com/office/drawing/2014/main" id="{56CCD3DD-48C5-BA9A-956D-E0349C7C1C28}"/>
                </a:ext>
              </a:extLst>
            </p:cNvPr>
            <p:cNvSpPr>
              <a:spLocks noChangeShapeType="1"/>
            </p:cNvSpPr>
            <p:nvPr/>
          </p:nvSpPr>
          <p:spPr bwMode="auto">
            <a:xfrm>
              <a:off x="4190" y="1793"/>
              <a:ext cx="752" cy="62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800"/>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9E5376FA-D026-65CE-7118-C7543EF07135}"/>
              </a:ext>
            </a:extLst>
          </p:cNvPr>
          <p:cNvSpPr>
            <a:spLocks noGrp="1" noChangeArrowheads="1"/>
          </p:cNvSpPr>
          <p:nvPr>
            <p:ph type="title"/>
          </p:nvPr>
        </p:nvSpPr>
        <p:spPr/>
        <p:txBody>
          <a:bodyPr/>
          <a:lstStyle/>
          <a:p>
            <a:pPr eaLnBrk="1" hangingPunct="1"/>
            <a:r>
              <a:rPr lang="zh-CN" altLang="en-US"/>
              <a:t>本章内容提要</a:t>
            </a:r>
          </a:p>
        </p:txBody>
      </p:sp>
      <p:grpSp>
        <p:nvGrpSpPr>
          <p:cNvPr id="62467" name="Group 42">
            <a:extLst>
              <a:ext uri="{FF2B5EF4-FFF2-40B4-BE49-F238E27FC236}">
                <a16:creationId xmlns:a16="http://schemas.microsoft.com/office/drawing/2014/main" id="{0E349A18-2585-E84F-25DE-339CA23E45BB}"/>
              </a:ext>
            </a:extLst>
          </p:cNvPr>
          <p:cNvGrpSpPr>
            <a:grpSpLocks/>
          </p:cNvGrpSpPr>
          <p:nvPr/>
        </p:nvGrpSpPr>
        <p:grpSpPr bwMode="auto">
          <a:xfrm>
            <a:off x="969963" y="2541588"/>
            <a:ext cx="5689600" cy="3408363"/>
            <a:chOff x="611" y="1345"/>
            <a:chExt cx="3584" cy="2147"/>
          </a:xfrm>
        </p:grpSpPr>
        <p:grpSp>
          <p:nvGrpSpPr>
            <p:cNvPr id="62468" name="Group 4">
              <a:extLst>
                <a:ext uri="{FF2B5EF4-FFF2-40B4-BE49-F238E27FC236}">
                  <a16:creationId xmlns:a16="http://schemas.microsoft.com/office/drawing/2014/main" id="{F4672498-14A7-82A2-00C2-201AE6861182}"/>
                </a:ext>
              </a:extLst>
            </p:cNvPr>
            <p:cNvGrpSpPr>
              <a:grpSpLocks/>
            </p:cNvGrpSpPr>
            <p:nvPr/>
          </p:nvGrpSpPr>
          <p:grpSpPr bwMode="auto">
            <a:xfrm>
              <a:off x="611" y="1345"/>
              <a:ext cx="3572" cy="233"/>
              <a:chOff x="385" y="1428"/>
              <a:chExt cx="3572" cy="367"/>
            </a:xfrm>
          </p:grpSpPr>
          <p:sp>
            <p:nvSpPr>
              <p:cNvPr id="62498" name="AutoShape 5">
                <a:extLst>
                  <a:ext uri="{FF2B5EF4-FFF2-40B4-BE49-F238E27FC236}">
                    <a16:creationId xmlns:a16="http://schemas.microsoft.com/office/drawing/2014/main" id="{EEB9897B-9A8A-87A7-CE3A-52A01A4258F1}"/>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62499" name="Text Box 6">
                <a:extLst>
                  <a:ext uri="{FF2B5EF4-FFF2-40B4-BE49-F238E27FC236}">
                    <a16:creationId xmlns:a16="http://schemas.microsoft.com/office/drawing/2014/main" id="{390D5BC5-88EF-9984-63EF-82BDF420936E}"/>
                  </a:ext>
                </a:extLst>
              </p:cNvPr>
              <p:cNvSpPr txBox="1">
                <a:spLocks noChangeArrowheads="1"/>
              </p:cNvSpPr>
              <p:nvPr/>
            </p:nvSpPr>
            <p:spPr bwMode="auto">
              <a:xfrm>
                <a:off x="626" y="1428"/>
                <a:ext cx="3099"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软件项目分解</a:t>
                </a:r>
                <a:r>
                  <a:rPr kumimoji="1" lang="zh-CN" altLang="en-US" sz="2400" b="0">
                    <a:latin typeface="Times New Roman" panose="02020603050405020304" pitchFamily="18" charset="0"/>
                  </a:rPr>
                  <a:t> </a:t>
                </a:r>
              </a:p>
            </p:txBody>
          </p:sp>
          <p:sp>
            <p:nvSpPr>
              <p:cNvPr id="62500" name="Rectangle 7">
                <a:extLst>
                  <a:ext uri="{FF2B5EF4-FFF2-40B4-BE49-F238E27FC236}">
                    <a16:creationId xmlns:a16="http://schemas.microsoft.com/office/drawing/2014/main" id="{592E4C97-EB20-2FF6-E87A-A3DE2DE82938}"/>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7.1</a:t>
                </a:r>
                <a:endParaRPr kumimoji="1" lang="en-US" altLang="zh-CN" sz="1800">
                  <a:solidFill>
                    <a:srgbClr val="000000"/>
                  </a:solidFill>
                </a:endParaRPr>
              </a:p>
            </p:txBody>
          </p:sp>
        </p:grpSp>
        <p:grpSp>
          <p:nvGrpSpPr>
            <p:cNvPr id="62469" name="Group 8">
              <a:extLst>
                <a:ext uri="{FF2B5EF4-FFF2-40B4-BE49-F238E27FC236}">
                  <a16:creationId xmlns:a16="http://schemas.microsoft.com/office/drawing/2014/main" id="{87944A85-5F34-143C-D8CD-8C3A927F25E3}"/>
                </a:ext>
              </a:extLst>
            </p:cNvPr>
            <p:cNvGrpSpPr>
              <a:grpSpLocks/>
            </p:cNvGrpSpPr>
            <p:nvPr/>
          </p:nvGrpSpPr>
          <p:grpSpPr bwMode="auto">
            <a:xfrm>
              <a:off x="611" y="1646"/>
              <a:ext cx="3572" cy="203"/>
              <a:chOff x="385" y="1829"/>
              <a:chExt cx="3572" cy="321"/>
            </a:xfrm>
          </p:grpSpPr>
          <p:grpSp>
            <p:nvGrpSpPr>
              <p:cNvPr id="62494" name="Group 9">
                <a:extLst>
                  <a:ext uri="{FF2B5EF4-FFF2-40B4-BE49-F238E27FC236}">
                    <a16:creationId xmlns:a16="http://schemas.microsoft.com/office/drawing/2014/main" id="{505D6C15-BBEF-0548-56AD-56EDB39AB976}"/>
                  </a:ext>
                </a:extLst>
              </p:cNvPr>
              <p:cNvGrpSpPr>
                <a:grpSpLocks/>
              </p:cNvGrpSpPr>
              <p:nvPr/>
            </p:nvGrpSpPr>
            <p:grpSpPr bwMode="auto">
              <a:xfrm>
                <a:off x="464" y="1829"/>
                <a:ext cx="3493" cy="321"/>
                <a:chOff x="464" y="1829"/>
                <a:chExt cx="3493" cy="321"/>
              </a:xfrm>
            </p:grpSpPr>
            <p:sp>
              <p:nvSpPr>
                <p:cNvPr id="62496" name="AutoShape 10">
                  <a:extLst>
                    <a:ext uri="{FF2B5EF4-FFF2-40B4-BE49-F238E27FC236}">
                      <a16:creationId xmlns:a16="http://schemas.microsoft.com/office/drawing/2014/main" id="{DC25410D-DB89-5204-A2EC-F645CA3EF2A4}"/>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62497" name="Text Box 11">
                  <a:extLst>
                    <a:ext uri="{FF2B5EF4-FFF2-40B4-BE49-F238E27FC236}">
                      <a16:creationId xmlns:a16="http://schemas.microsoft.com/office/drawing/2014/main" id="{63041423-5550-DD56-FFED-79F4E1BD28E4}"/>
                    </a:ext>
                  </a:extLst>
                </p:cNvPr>
                <p:cNvSpPr txBox="1">
                  <a:spLocks noChangeArrowheads="1"/>
                </p:cNvSpPr>
                <p:nvPr/>
              </p:nvSpPr>
              <p:spPr bwMode="auto">
                <a:xfrm>
                  <a:off x="626" y="1829"/>
                  <a:ext cx="3099"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软件项目估算概念  </a:t>
                  </a:r>
                </a:p>
              </p:txBody>
            </p:sp>
          </p:grpSp>
          <p:sp>
            <p:nvSpPr>
              <p:cNvPr id="62495" name="Rectangle 12">
                <a:extLst>
                  <a:ext uri="{FF2B5EF4-FFF2-40B4-BE49-F238E27FC236}">
                    <a16:creationId xmlns:a16="http://schemas.microsoft.com/office/drawing/2014/main" id="{D8F2EF84-88CB-3EFA-2A40-F32D4DEDC12B}"/>
                  </a:ext>
                </a:extLst>
              </p:cNvPr>
              <p:cNvSpPr>
                <a:spLocks noChangeArrowheads="1"/>
              </p:cNvSpPr>
              <p:nvPr/>
            </p:nvSpPr>
            <p:spPr bwMode="auto">
              <a:xfrm>
                <a:off x="385" y="1915"/>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7.2</a:t>
                </a:r>
                <a:endParaRPr kumimoji="1" lang="en-US" altLang="zh-CN" sz="1800">
                  <a:solidFill>
                    <a:srgbClr val="000000"/>
                  </a:solidFill>
                </a:endParaRPr>
              </a:p>
            </p:txBody>
          </p:sp>
        </p:grpSp>
        <p:grpSp>
          <p:nvGrpSpPr>
            <p:cNvPr id="62470" name="Group 13">
              <a:extLst>
                <a:ext uri="{FF2B5EF4-FFF2-40B4-BE49-F238E27FC236}">
                  <a16:creationId xmlns:a16="http://schemas.microsoft.com/office/drawing/2014/main" id="{8DD47884-581F-46E5-160A-FEC74216F968}"/>
                </a:ext>
              </a:extLst>
            </p:cNvPr>
            <p:cNvGrpSpPr>
              <a:grpSpLocks/>
            </p:cNvGrpSpPr>
            <p:nvPr/>
          </p:nvGrpSpPr>
          <p:grpSpPr bwMode="auto">
            <a:xfrm>
              <a:off x="611" y="1921"/>
              <a:ext cx="3584" cy="198"/>
              <a:chOff x="385" y="2209"/>
              <a:chExt cx="3584" cy="313"/>
            </a:xfrm>
          </p:grpSpPr>
          <p:sp>
            <p:nvSpPr>
              <p:cNvPr id="62491" name="AutoShape 14">
                <a:extLst>
                  <a:ext uri="{FF2B5EF4-FFF2-40B4-BE49-F238E27FC236}">
                    <a16:creationId xmlns:a16="http://schemas.microsoft.com/office/drawing/2014/main" id="{AD7DEA30-5DB2-61C9-1800-65890254A379}"/>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62492" name="Text Box 15">
                <a:extLst>
                  <a:ext uri="{FF2B5EF4-FFF2-40B4-BE49-F238E27FC236}">
                    <a16:creationId xmlns:a16="http://schemas.microsoft.com/office/drawing/2014/main" id="{F8DD4C72-D493-354D-A21B-AA66F09F42FB}"/>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软件项目规模估算  </a:t>
                </a:r>
              </a:p>
            </p:txBody>
          </p:sp>
          <p:sp>
            <p:nvSpPr>
              <p:cNvPr id="62493" name="Rectangle 16">
                <a:extLst>
                  <a:ext uri="{FF2B5EF4-FFF2-40B4-BE49-F238E27FC236}">
                    <a16:creationId xmlns:a16="http://schemas.microsoft.com/office/drawing/2014/main" id="{A6EFB00D-772F-874E-D0DA-8377D23FCB66}"/>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7.3</a:t>
                </a:r>
                <a:endParaRPr kumimoji="1" lang="en-US" altLang="zh-CN" sz="1800">
                  <a:solidFill>
                    <a:srgbClr val="000000"/>
                  </a:solidFill>
                </a:endParaRPr>
              </a:p>
            </p:txBody>
          </p:sp>
        </p:grpSp>
        <p:grpSp>
          <p:nvGrpSpPr>
            <p:cNvPr id="62471" name="Group 17">
              <a:extLst>
                <a:ext uri="{FF2B5EF4-FFF2-40B4-BE49-F238E27FC236}">
                  <a16:creationId xmlns:a16="http://schemas.microsoft.com/office/drawing/2014/main" id="{74CD3092-8046-7BA8-62C3-0A1CEEAF3E35}"/>
                </a:ext>
              </a:extLst>
            </p:cNvPr>
            <p:cNvGrpSpPr>
              <a:grpSpLocks/>
            </p:cNvGrpSpPr>
            <p:nvPr/>
          </p:nvGrpSpPr>
          <p:grpSpPr bwMode="auto">
            <a:xfrm>
              <a:off x="611" y="2193"/>
              <a:ext cx="3584" cy="198"/>
              <a:chOff x="385" y="2209"/>
              <a:chExt cx="3584" cy="313"/>
            </a:xfrm>
          </p:grpSpPr>
          <p:sp>
            <p:nvSpPr>
              <p:cNvPr id="62488" name="AutoShape 18">
                <a:extLst>
                  <a:ext uri="{FF2B5EF4-FFF2-40B4-BE49-F238E27FC236}">
                    <a16:creationId xmlns:a16="http://schemas.microsoft.com/office/drawing/2014/main" id="{0E660E03-56C5-B04D-74BF-6BC1F49BB752}"/>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62489" name="Text Box 19">
                <a:extLst>
                  <a:ext uri="{FF2B5EF4-FFF2-40B4-BE49-F238E27FC236}">
                    <a16:creationId xmlns:a16="http://schemas.microsoft.com/office/drawing/2014/main" id="{23044885-B68C-BB08-5B5A-B2095B4DE6EC}"/>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软件项目成本估算  </a:t>
                </a:r>
              </a:p>
            </p:txBody>
          </p:sp>
          <p:sp>
            <p:nvSpPr>
              <p:cNvPr id="62490" name="Rectangle 20">
                <a:extLst>
                  <a:ext uri="{FF2B5EF4-FFF2-40B4-BE49-F238E27FC236}">
                    <a16:creationId xmlns:a16="http://schemas.microsoft.com/office/drawing/2014/main" id="{36B5B3C1-95A4-B22B-660D-F7FB5A9B64B9}"/>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7.4</a:t>
                </a:r>
                <a:endParaRPr kumimoji="1" lang="en-US" altLang="zh-CN" sz="1800">
                  <a:solidFill>
                    <a:srgbClr val="000000"/>
                  </a:solidFill>
                </a:endParaRPr>
              </a:p>
            </p:txBody>
          </p:sp>
        </p:grpSp>
        <p:grpSp>
          <p:nvGrpSpPr>
            <p:cNvPr id="62472" name="Group 21">
              <a:extLst>
                <a:ext uri="{FF2B5EF4-FFF2-40B4-BE49-F238E27FC236}">
                  <a16:creationId xmlns:a16="http://schemas.microsoft.com/office/drawing/2014/main" id="{0FCDAC2D-E245-FEE4-B493-39476D187580}"/>
                </a:ext>
              </a:extLst>
            </p:cNvPr>
            <p:cNvGrpSpPr>
              <a:grpSpLocks/>
            </p:cNvGrpSpPr>
            <p:nvPr/>
          </p:nvGrpSpPr>
          <p:grpSpPr bwMode="auto">
            <a:xfrm>
              <a:off x="611" y="2465"/>
              <a:ext cx="3584" cy="198"/>
              <a:chOff x="385" y="2209"/>
              <a:chExt cx="3584" cy="313"/>
            </a:xfrm>
          </p:grpSpPr>
          <p:sp>
            <p:nvSpPr>
              <p:cNvPr id="62485" name="AutoShape 22">
                <a:extLst>
                  <a:ext uri="{FF2B5EF4-FFF2-40B4-BE49-F238E27FC236}">
                    <a16:creationId xmlns:a16="http://schemas.microsoft.com/office/drawing/2014/main" id="{1CFE856A-8E6D-6EA5-DC81-D00D551CBCF9}"/>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62486" name="Text Box 23">
                <a:extLst>
                  <a:ext uri="{FF2B5EF4-FFF2-40B4-BE49-F238E27FC236}">
                    <a16:creationId xmlns:a16="http://schemas.microsoft.com/office/drawing/2014/main" id="{5BD753B1-912F-177D-F51C-69B1E52A3CC8}"/>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软件项目进度估算 </a:t>
                </a:r>
              </a:p>
            </p:txBody>
          </p:sp>
          <p:sp>
            <p:nvSpPr>
              <p:cNvPr id="62487" name="Rectangle 24">
                <a:extLst>
                  <a:ext uri="{FF2B5EF4-FFF2-40B4-BE49-F238E27FC236}">
                    <a16:creationId xmlns:a16="http://schemas.microsoft.com/office/drawing/2014/main" id="{C957C5F0-7FBA-4E9F-1B0D-DE89429CD8B2}"/>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7.5</a:t>
                </a:r>
                <a:endParaRPr kumimoji="1" lang="en-US" altLang="zh-CN" sz="1800">
                  <a:solidFill>
                    <a:srgbClr val="000000"/>
                  </a:solidFill>
                </a:endParaRPr>
              </a:p>
            </p:txBody>
          </p:sp>
        </p:grpSp>
        <p:grpSp>
          <p:nvGrpSpPr>
            <p:cNvPr id="62473" name="Group 25">
              <a:extLst>
                <a:ext uri="{FF2B5EF4-FFF2-40B4-BE49-F238E27FC236}">
                  <a16:creationId xmlns:a16="http://schemas.microsoft.com/office/drawing/2014/main" id="{2821BB4F-49AC-D0D8-5847-86EB02415D9D}"/>
                </a:ext>
              </a:extLst>
            </p:cNvPr>
            <p:cNvGrpSpPr>
              <a:grpSpLocks/>
            </p:cNvGrpSpPr>
            <p:nvPr/>
          </p:nvGrpSpPr>
          <p:grpSpPr bwMode="auto">
            <a:xfrm>
              <a:off x="611" y="2735"/>
              <a:ext cx="3572" cy="206"/>
              <a:chOff x="385" y="1458"/>
              <a:chExt cx="3572" cy="326"/>
            </a:xfrm>
          </p:grpSpPr>
          <p:sp>
            <p:nvSpPr>
              <p:cNvPr id="62482" name="AutoShape 26">
                <a:extLst>
                  <a:ext uri="{FF2B5EF4-FFF2-40B4-BE49-F238E27FC236}">
                    <a16:creationId xmlns:a16="http://schemas.microsoft.com/office/drawing/2014/main" id="{0BA51414-FF27-F584-25F5-29481634868D}"/>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62483" name="Text Box 27">
                <a:extLst>
                  <a:ext uri="{FF2B5EF4-FFF2-40B4-BE49-F238E27FC236}">
                    <a16:creationId xmlns:a16="http://schemas.microsoft.com/office/drawing/2014/main" id="{B8567176-607E-236C-2968-1FF822E4DACC}"/>
                  </a:ext>
                </a:extLst>
              </p:cNvPr>
              <p:cNvSpPr txBox="1">
                <a:spLocks noChangeArrowheads="1"/>
              </p:cNvSpPr>
              <p:nvPr/>
            </p:nvSpPr>
            <p:spPr bwMode="auto">
              <a:xfrm>
                <a:off x="626" y="1458"/>
                <a:ext cx="3099"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软件项目进度计划 </a:t>
                </a:r>
              </a:p>
            </p:txBody>
          </p:sp>
          <p:sp>
            <p:nvSpPr>
              <p:cNvPr id="62484" name="Rectangle 28">
                <a:extLst>
                  <a:ext uri="{FF2B5EF4-FFF2-40B4-BE49-F238E27FC236}">
                    <a16:creationId xmlns:a16="http://schemas.microsoft.com/office/drawing/2014/main" id="{7EEE7FA5-B503-520E-0915-7FB515C98D4C}"/>
                  </a:ext>
                </a:extLst>
              </p:cNvPr>
              <p:cNvSpPr>
                <a:spLocks noChangeArrowheads="1"/>
              </p:cNvSpPr>
              <p:nvPr/>
            </p:nvSpPr>
            <p:spPr bwMode="auto">
              <a:xfrm>
                <a:off x="385" y="1532"/>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7.6</a:t>
                </a:r>
                <a:endParaRPr kumimoji="1" lang="en-US" altLang="zh-CN" sz="1800">
                  <a:solidFill>
                    <a:srgbClr val="000000"/>
                  </a:solidFill>
                </a:endParaRPr>
              </a:p>
            </p:txBody>
          </p:sp>
        </p:grpSp>
        <p:grpSp>
          <p:nvGrpSpPr>
            <p:cNvPr id="62474" name="Group 34">
              <a:extLst>
                <a:ext uri="{FF2B5EF4-FFF2-40B4-BE49-F238E27FC236}">
                  <a16:creationId xmlns:a16="http://schemas.microsoft.com/office/drawing/2014/main" id="{4815EC70-5790-923A-FBDA-ED93D8B672D7}"/>
                </a:ext>
              </a:extLst>
            </p:cNvPr>
            <p:cNvGrpSpPr>
              <a:grpSpLocks/>
            </p:cNvGrpSpPr>
            <p:nvPr/>
          </p:nvGrpSpPr>
          <p:grpSpPr bwMode="auto">
            <a:xfrm>
              <a:off x="611" y="3022"/>
              <a:ext cx="3584" cy="198"/>
              <a:chOff x="385" y="2209"/>
              <a:chExt cx="3584" cy="313"/>
            </a:xfrm>
          </p:grpSpPr>
          <p:sp>
            <p:nvSpPr>
              <p:cNvPr id="62479" name="AutoShape 35">
                <a:extLst>
                  <a:ext uri="{FF2B5EF4-FFF2-40B4-BE49-F238E27FC236}">
                    <a16:creationId xmlns:a16="http://schemas.microsoft.com/office/drawing/2014/main" id="{8AF6E919-6220-17C6-0155-E32A6C1A8E03}"/>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62480" name="Text Box 36">
                <a:extLst>
                  <a:ext uri="{FF2B5EF4-FFF2-40B4-BE49-F238E27FC236}">
                    <a16:creationId xmlns:a16="http://schemas.microsoft.com/office/drawing/2014/main" id="{BEB595F2-15BF-A927-F3D8-97D9287EEF9E}"/>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本章小结  </a:t>
                </a:r>
              </a:p>
            </p:txBody>
          </p:sp>
          <p:sp>
            <p:nvSpPr>
              <p:cNvPr id="62481" name="Rectangle 37">
                <a:extLst>
                  <a:ext uri="{FF2B5EF4-FFF2-40B4-BE49-F238E27FC236}">
                    <a16:creationId xmlns:a16="http://schemas.microsoft.com/office/drawing/2014/main" id="{4E741335-6205-ED93-9164-89F2AC22D973}"/>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7.7</a:t>
                </a:r>
                <a:endParaRPr kumimoji="1" lang="en-US" altLang="zh-CN" sz="1800">
                  <a:solidFill>
                    <a:srgbClr val="000000"/>
                  </a:solidFill>
                </a:endParaRPr>
              </a:p>
            </p:txBody>
          </p:sp>
        </p:grpSp>
        <p:grpSp>
          <p:nvGrpSpPr>
            <p:cNvPr id="62475" name="Group 38">
              <a:extLst>
                <a:ext uri="{FF2B5EF4-FFF2-40B4-BE49-F238E27FC236}">
                  <a16:creationId xmlns:a16="http://schemas.microsoft.com/office/drawing/2014/main" id="{F093D1F4-84B5-C878-F6BC-6FB555A03E2B}"/>
                </a:ext>
              </a:extLst>
            </p:cNvPr>
            <p:cNvGrpSpPr>
              <a:grpSpLocks/>
            </p:cNvGrpSpPr>
            <p:nvPr/>
          </p:nvGrpSpPr>
          <p:grpSpPr bwMode="auto">
            <a:xfrm>
              <a:off x="611" y="3294"/>
              <a:ext cx="3584" cy="198"/>
              <a:chOff x="385" y="2209"/>
              <a:chExt cx="3584" cy="313"/>
            </a:xfrm>
          </p:grpSpPr>
          <p:sp>
            <p:nvSpPr>
              <p:cNvPr id="62476" name="AutoShape 39">
                <a:extLst>
                  <a:ext uri="{FF2B5EF4-FFF2-40B4-BE49-F238E27FC236}">
                    <a16:creationId xmlns:a16="http://schemas.microsoft.com/office/drawing/2014/main" id="{7B1054AB-EA70-BAF5-4C12-AFFF39953110}"/>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62477" name="Text Box 40">
                <a:extLst>
                  <a:ext uri="{FF2B5EF4-FFF2-40B4-BE49-F238E27FC236}">
                    <a16:creationId xmlns:a16="http://schemas.microsoft.com/office/drawing/2014/main" id="{D4916DA4-C1DB-B10B-7596-6F571D878BB5}"/>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复习思考题 </a:t>
                </a:r>
              </a:p>
            </p:txBody>
          </p:sp>
          <p:sp>
            <p:nvSpPr>
              <p:cNvPr id="62478" name="Rectangle 41">
                <a:extLst>
                  <a:ext uri="{FF2B5EF4-FFF2-40B4-BE49-F238E27FC236}">
                    <a16:creationId xmlns:a16="http://schemas.microsoft.com/office/drawing/2014/main" id="{9083788C-5614-A539-DCBC-20112FB1664F}"/>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7.8</a:t>
                </a:r>
                <a:endParaRPr kumimoji="1" lang="en-US" altLang="zh-CN" sz="1800">
                  <a:solidFill>
                    <a:srgbClr val="000000"/>
                  </a:solidFill>
                </a:endParaRPr>
              </a:p>
            </p:txBody>
          </p:sp>
        </p:grpSp>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72F6E9EE-28AE-4D7B-667A-0F108A678A00}"/>
              </a:ext>
            </a:extLst>
          </p:cNvPr>
          <p:cNvSpPr>
            <a:spLocks noGrp="1" noChangeArrowheads="1"/>
          </p:cNvSpPr>
          <p:nvPr>
            <p:ph type="title"/>
          </p:nvPr>
        </p:nvSpPr>
        <p:spPr/>
        <p:txBody>
          <a:bodyPr/>
          <a:lstStyle/>
          <a:p>
            <a:pPr eaLnBrk="1" hangingPunct="1"/>
            <a:r>
              <a:rPr kumimoji="1" lang="en-US" altLang="zh-CN"/>
              <a:t>7.6 </a:t>
            </a:r>
            <a:r>
              <a:rPr kumimoji="1" lang="zh-CN" altLang="en-US"/>
              <a:t>软件项目进度计划 </a:t>
            </a:r>
          </a:p>
        </p:txBody>
      </p:sp>
      <p:sp>
        <p:nvSpPr>
          <p:cNvPr id="64515" name="Rectangle 3">
            <a:extLst>
              <a:ext uri="{FF2B5EF4-FFF2-40B4-BE49-F238E27FC236}">
                <a16:creationId xmlns:a16="http://schemas.microsoft.com/office/drawing/2014/main" id="{E4607DB5-6F91-3C21-61C7-13371797DC76}"/>
              </a:ext>
            </a:extLst>
          </p:cNvPr>
          <p:cNvSpPr>
            <a:spLocks noGrp="1" noChangeArrowheads="1"/>
          </p:cNvSpPr>
          <p:nvPr>
            <p:ph type="body" idx="1"/>
          </p:nvPr>
        </p:nvSpPr>
        <p:spPr>
          <a:xfrm>
            <a:off x="684213" y="1844675"/>
            <a:ext cx="8280400" cy="5013325"/>
          </a:xfrm>
        </p:spPr>
        <p:txBody>
          <a:bodyPr/>
          <a:lstStyle/>
          <a:p>
            <a:pPr eaLnBrk="1" hangingPunct="1"/>
            <a:r>
              <a:rPr lang="zh-CN" altLang="en-US" sz="2400">
                <a:solidFill>
                  <a:schemeClr val="accent2"/>
                </a:solidFill>
                <a:ea typeface="黑体" panose="02010609060101010101" pitchFamily="49" charset="-122"/>
              </a:rPr>
              <a:t>进度计划定义</a:t>
            </a:r>
          </a:p>
          <a:p>
            <a:pPr eaLnBrk="1" hangingPunct="1">
              <a:lnSpc>
                <a:spcPct val="120000"/>
              </a:lnSpc>
              <a:buFont typeface="Wingdings 2" panose="05020102010507070707" pitchFamily="18" charset="2"/>
              <a:buNone/>
            </a:pPr>
            <a:r>
              <a:rPr lang="zh-CN" altLang="en-US"/>
              <a:t>    </a:t>
            </a:r>
            <a:r>
              <a:rPr lang="en-US" altLang="zh-CN" sz="2000">
                <a:solidFill>
                  <a:srgbClr val="CC6600"/>
                </a:solidFill>
              </a:rPr>
              <a:t>——</a:t>
            </a:r>
            <a:r>
              <a:rPr lang="zh-CN" altLang="en-US" sz="2000">
                <a:solidFill>
                  <a:srgbClr val="CC6600"/>
                </a:solidFill>
              </a:rPr>
              <a:t>进度计划是对执行的活动和里程碑制定的工作计划日期表。它决定是否达到预期目的，它是跟踪和沟通项目进展状态的依据，也是跟踪变更对项目影响的依据。</a:t>
            </a:r>
          </a:p>
          <a:p>
            <a:pPr eaLnBrk="1" hangingPunct="1">
              <a:lnSpc>
                <a:spcPct val="120000"/>
              </a:lnSpc>
            </a:pPr>
            <a:r>
              <a:rPr lang="zh-CN" altLang="en-US" sz="2000"/>
              <a:t>软件活动定义是一个过程，它涉及确认和描述一些特定的活动</a:t>
            </a:r>
            <a:r>
              <a:rPr lang="zh-CN" altLang="en-US"/>
              <a:t> </a:t>
            </a:r>
          </a:p>
          <a:p>
            <a:pPr eaLnBrk="1" hangingPunct="1">
              <a:lnSpc>
                <a:spcPct val="120000"/>
              </a:lnSpc>
            </a:pPr>
            <a:r>
              <a:rPr lang="zh-CN" altLang="en-US" sz="2000"/>
              <a:t>为了进一步制定切实可行的进度计划，必须对活动（任务）进行适当的</a:t>
            </a:r>
            <a:r>
              <a:rPr lang="zh-CN" altLang="en-US" sz="2000">
                <a:solidFill>
                  <a:srgbClr val="FF0000"/>
                </a:solidFill>
              </a:rPr>
              <a:t>顺序安排  </a:t>
            </a:r>
          </a:p>
          <a:p>
            <a:pPr eaLnBrk="1" hangingPunct="1">
              <a:lnSpc>
                <a:spcPct val="120000"/>
              </a:lnSpc>
            </a:pPr>
            <a:r>
              <a:rPr lang="zh-CN" altLang="en-US" sz="2000">
                <a:latin typeface="黑体" panose="02010609060101010101" pitchFamily="49" charset="-122"/>
              </a:rPr>
              <a:t>按时完成项目是项目经理最大的挑战之一；</a:t>
            </a:r>
            <a:r>
              <a:rPr lang="zh-CN" altLang="en-US" sz="2000">
                <a:solidFill>
                  <a:srgbClr val="FF0000"/>
                </a:solidFill>
                <a:latin typeface="黑体" panose="02010609060101010101" pitchFamily="49" charset="-122"/>
              </a:rPr>
              <a:t>时间</a:t>
            </a:r>
            <a:r>
              <a:rPr lang="zh-CN" altLang="en-US" sz="2000">
                <a:latin typeface="黑体" panose="02010609060101010101" pitchFamily="49" charset="-122"/>
              </a:rPr>
              <a:t>是项目规划中灵活性最小的因素</a:t>
            </a:r>
          </a:p>
          <a:p>
            <a:pPr eaLnBrk="1" hangingPunct="1">
              <a:lnSpc>
                <a:spcPct val="120000"/>
              </a:lnSpc>
            </a:pPr>
            <a:r>
              <a:rPr lang="zh-CN" altLang="en-US" sz="2000">
                <a:latin typeface="黑体" panose="02010609060101010101" pitchFamily="49" charset="-122"/>
              </a:rPr>
              <a:t>进度问题是</a:t>
            </a:r>
            <a:r>
              <a:rPr lang="zh-CN" altLang="en-US" sz="2000">
                <a:solidFill>
                  <a:srgbClr val="FF0000"/>
                </a:solidFill>
                <a:latin typeface="黑体" panose="02010609060101010101" pitchFamily="49" charset="-122"/>
              </a:rPr>
              <a:t>项目冲突</a:t>
            </a:r>
            <a:r>
              <a:rPr lang="zh-CN" altLang="en-US" sz="2000">
                <a:latin typeface="黑体" panose="02010609060101010101" pitchFamily="49" charset="-122"/>
              </a:rPr>
              <a:t>的主要原因，尤其在项目的后期</a:t>
            </a:r>
          </a:p>
          <a:p>
            <a:pPr eaLnBrk="1" hangingPunct="1">
              <a:lnSpc>
                <a:spcPct val="130000"/>
              </a:lnSpc>
              <a:spcBef>
                <a:spcPct val="20000"/>
              </a:spcBef>
            </a:pPr>
            <a:endParaRPr lang="en-US" altLang="zh-CN" sz="20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05629533-E855-D215-862C-7EE48AB785C3}"/>
              </a:ext>
            </a:extLst>
          </p:cNvPr>
          <p:cNvSpPr>
            <a:spLocks noGrp="1" noChangeArrowheads="1"/>
          </p:cNvSpPr>
          <p:nvPr>
            <p:ph type="title"/>
          </p:nvPr>
        </p:nvSpPr>
        <p:spPr/>
        <p:txBody>
          <a:bodyPr/>
          <a:lstStyle/>
          <a:p>
            <a:pPr eaLnBrk="1" hangingPunct="1"/>
            <a:r>
              <a:rPr kumimoji="1" lang="zh-CN" altLang="en-US"/>
              <a:t>软件项目进度计划</a:t>
            </a:r>
          </a:p>
        </p:txBody>
      </p:sp>
      <p:sp>
        <p:nvSpPr>
          <p:cNvPr id="66563" name="Rectangle 3">
            <a:extLst>
              <a:ext uri="{FF2B5EF4-FFF2-40B4-BE49-F238E27FC236}">
                <a16:creationId xmlns:a16="http://schemas.microsoft.com/office/drawing/2014/main" id="{1EC1C8CC-060F-DA28-DA12-8DD0BBF3C97C}"/>
              </a:ext>
            </a:extLst>
          </p:cNvPr>
          <p:cNvSpPr>
            <a:spLocks noGrp="1" noChangeArrowheads="1"/>
          </p:cNvSpPr>
          <p:nvPr>
            <p:ph type="body" idx="1"/>
          </p:nvPr>
        </p:nvSpPr>
        <p:spPr>
          <a:xfrm>
            <a:off x="468313" y="2133600"/>
            <a:ext cx="8496300" cy="4724400"/>
          </a:xfrm>
        </p:spPr>
        <p:txBody>
          <a:bodyPr/>
          <a:lstStyle/>
          <a:p>
            <a:pPr eaLnBrk="1" hangingPunct="1"/>
            <a:r>
              <a:rPr lang="zh-CN" altLang="en-US" sz="2400">
                <a:solidFill>
                  <a:schemeClr val="accent2"/>
                </a:solidFill>
                <a:latin typeface="黑体" panose="02010609060101010101" pitchFamily="49" charset="-122"/>
                <a:ea typeface="黑体" panose="02010609060101010101" pitchFamily="49" charset="-122"/>
              </a:rPr>
              <a:t>项目进度（时间）管理过程</a:t>
            </a:r>
          </a:p>
          <a:p>
            <a:pPr lvl="1" eaLnBrk="1" hangingPunct="1">
              <a:lnSpc>
                <a:spcPct val="130000"/>
              </a:lnSpc>
              <a:spcBef>
                <a:spcPct val="50000"/>
              </a:spcBef>
            </a:pPr>
            <a:r>
              <a:rPr lang="zh-CN" altLang="en-US" sz="2000">
                <a:latin typeface="黑体" panose="02010609060101010101" pitchFamily="49" charset="-122"/>
                <a:ea typeface="黑体" panose="02010609060101010101" pitchFamily="49" charset="-122"/>
              </a:rPr>
              <a:t>活动定义</a:t>
            </a:r>
            <a:r>
              <a:rPr lang="zh-CN" altLang="en-US" sz="2000">
                <a:ea typeface="黑体" panose="02010609060101010101" pitchFamily="49" charset="-122"/>
              </a:rPr>
              <a:t>（</a:t>
            </a:r>
            <a:r>
              <a:rPr lang="en-US" altLang="zh-CN" sz="2000">
                <a:ea typeface="黑体" panose="02010609060101010101" pitchFamily="49" charset="-122"/>
              </a:rPr>
              <a:t>Activity definition</a:t>
            </a:r>
            <a:r>
              <a:rPr lang="zh-CN" altLang="en-US" sz="2000">
                <a:ea typeface="黑体" panose="02010609060101010101" pitchFamily="49" charset="-122"/>
              </a:rPr>
              <a:t>）</a:t>
            </a:r>
          </a:p>
          <a:p>
            <a:pPr lvl="1" eaLnBrk="1" hangingPunct="1">
              <a:lnSpc>
                <a:spcPct val="130000"/>
              </a:lnSpc>
              <a:spcBef>
                <a:spcPct val="50000"/>
              </a:spcBef>
            </a:pPr>
            <a:r>
              <a:rPr lang="zh-CN" altLang="en-US" sz="2000">
                <a:latin typeface="黑体" panose="02010609060101010101" pitchFamily="49" charset="-122"/>
                <a:ea typeface="黑体" panose="02010609060101010101" pitchFamily="49" charset="-122"/>
              </a:rPr>
              <a:t>活动排序</a:t>
            </a:r>
            <a:r>
              <a:rPr lang="zh-CN" altLang="en-US" sz="2000">
                <a:ea typeface="黑体" panose="02010609060101010101" pitchFamily="49" charset="-122"/>
              </a:rPr>
              <a:t>（</a:t>
            </a:r>
            <a:r>
              <a:rPr lang="en-US" altLang="zh-CN" sz="2000">
                <a:ea typeface="黑体" panose="02010609060101010101" pitchFamily="49" charset="-122"/>
              </a:rPr>
              <a:t>Activity sequencing</a:t>
            </a:r>
            <a:r>
              <a:rPr lang="zh-CN" altLang="en-US" sz="2000">
                <a:ea typeface="黑体" panose="02010609060101010101" pitchFamily="49" charset="-122"/>
              </a:rPr>
              <a:t>）</a:t>
            </a:r>
          </a:p>
          <a:p>
            <a:pPr lvl="1" eaLnBrk="1" hangingPunct="1">
              <a:lnSpc>
                <a:spcPct val="130000"/>
              </a:lnSpc>
              <a:spcBef>
                <a:spcPct val="50000"/>
              </a:spcBef>
            </a:pPr>
            <a:r>
              <a:rPr lang="zh-CN" altLang="en-US" sz="2000">
                <a:latin typeface="黑体" panose="02010609060101010101" pitchFamily="49" charset="-122"/>
                <a:ea typeface="黑体" panose="02010609060101010101" pitchFamily="49" charset="-122"/>
              </a:rPr>
              <a:t>活动历时估计</a:t>
            </a:r>
            <a:r>
              <a:rPr lang="zh-CN" altLang="en-US" sz="2000">
                <a:ea typeface="黑体" panose="02010609060101010101" pitchFamily="49" charset="-122"/>
              </a:rPr>
              <a:t>（</a:t>
            </a:r>
            <a:r>
              <a:rPr lang="en-US" altLang="zh-CN" sz="2000">
                <a:ea typeface="黑体" panose="02010609060101010101" pitchFamily="49" charset="-122"/>
              </a:rPr>
              <a:t>Activity duration estimating</a:t>
            </a:r>
            <a:r>
              <a:rPr lang="zh-CN" altLang="en-US" sz="2000">
                <a:ea typeface="黑体" panose="02010609060101010101" pitchFamily="49" charset="-122"/>
              </a:rPr>
              <a:t>）</a:t>
            </a:r>
          </a:p>
          <a:p>
            <a:pPr lvl="1" eaLnBrk="1" hangingPunct="1">
              <a:lnSpc>
                <a:spcPct val="130000"/>
              </a:lnSpc>
              <a:spcBef>
                <a:spcPct val="50000"/>
              </a:spcBef>
            </a:pPr>
            <a:r>
              <a:rPr lang="zh-CN" altLang="en-US" sz="2000">
                <a:latin typeface="黑体" panose="02010609060101010101" pitchFamily="49" charset="-122"/>
                <a:ea typeface="黑体" panose="02010609060101010101" pitchFamily="49" charset="-122"/>
              </a:rPr>
              <a:t>制定进度计划</a:t>
            </a:r>
            <a:r>
              <a:rPr lang="zh-CN" altLang="en-US" sz="2000">
                <a:ea typeface="黑体" panose="02010609060101010101" pitchFamily="49" charset="-122"/>
              </a:rPr>
              <a:t>（</a:t>
            </a:r>
            <a:r>
              <a:rPr lang="en-US" altLang="zh-CN" sz="2000">
                <a:ea typeface="黑体" panose="02010609060101010101" pitchFamily="49" charset="-122"/>
              </a:rPr>
              <a:t>Schedule development</a:t>
            </a:r>
            <a:r>
              <a:rPr lang="zh-CN" altLang="en-US" sz="2000">
                <a:ea typeface="黑体" panose="02010609060101010101" pitchFamily="49" charset="-122"/>
              </a:rPr>
              <a:t>）</a:t>
            </a:r>
          </a:p>
          <a:p>
            <a:pPr lvl="1" eaLnBrk="1" hangingPunct="1">
              <a:lnSpc>
                <a:spcPct val="130000"/>
              </a:lnSpc>
              <a:spcBef>
                <a:spcPct val="50000"/>
              </a:spcBef>
            </a:pPr>
            <a:r>
              <a:rPr lang="zh-CN" altLang="en-US" sz="2000">
                <a:latin typeface="黑体" panose="02010609060101010101" pitchFamily="49" charset="-122"/>
                <a:ea typeface="黑体" panose="02010609060101010101" pitchFamily="49" charset="-122"/>
              </a:rPr>
              <a:t>进度控制</a:t>
            </a:r>
            <a:r>
              <a:rPr lang="zh-CN" altLang="en-US" sz="2000">
                <a:ea typeface="黑体" panose="02010609060101010101" pitchFamily="49" charset="-122"/>
              </a:rPr>
              <a:t>（</a:t>
            </a:r>
            <a:r>
              <a:rPr lang="en-US" altLang="zh-CN" sz="2000">
                <a:ea typeface="黑体" panose="02010609060101010101" pitchFamily="49" charset="-122"/>
              </a:rPr>
              <a:t>Schedule control</a:t>
            </a:r>
            <a:r>
              <a:rPr lang="zh-CN" altLang="en-US" sz="2000">
                <a:ea typeface="黑体" panose="02010609060101010101" pitchFamily="49" charset="-122"/>
              </a:rPr>
              <a:t>）</a:t>
            </a:r>
            <a:r>
              <a:rPr lang="en-US" altLang="zh-CN" sz="2000">
                <a:solidFill>
                  <a:srgbClr val="B0AC00"/>
                </a:solidFill>
                <a:latin typeface="黑体" panose="02010609060101010101" pitchFamily="49" charset="-122"/>
                <a:ea typeface="黑体" panose="02010609060101010101" pitchFamily="49" charset="-122"/>
              </a:rPr>
              <a:t>-</a:t>
            </a:r>
            <a:r>
              <a:rPr lang="zh-CN" altLang="en-US" sz="2000">
                <a:solidFill>
                  <a:srgbClr val="B0AC00"/>
                </a:solidFill>
                <a:latin typeface="黑体" panose="02010609060101010101" pitchFamily="49" charset="-122"/>
                <a:ea typeface="黑体" panose="02010609060101010101" pitchFamily="49" charset="-122"/>
              </a:rPr>
              <a:t>项目跟踪</a:t>
            </a:r>
          </a:p>
          <a:p>
            <a:pPr eaLnBrk="1" hangingPunct="1"/>
            <a:endParaRPr lang="en-US" altLang="zh-CN" sz="2000"/>
          </a:p>
        </p:txBody>
      </p:sp>
      <p:pic>
        <p:nvPicPr>
          <p:cNvPr id="66564" name="Picture 4" descr="111-9">
            <a:extLst>
              <a:ext uri="{FF2B5EF4-FFF2-40B4-BE49-F238E27FC236}">
                <a16:creationId xmlns:a16="http://schemas.microsoft.com/office/drawing/2014/main" id="{9EEBCA0F-09C9-DA12-F849-6397BB8649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56325" y="4221163"/>
            <a:ext cx="2378075" cy="240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2F0E0314-3ADA-6F1F-E4AF-1622450F907D}"/>
              </a:ext>
            </a:extLst>
          </p:cNvPr>
          <p:cNvSpPr>
            <a:spLocks noGrp="1" noChangeArrowheads="1"/>
          </p:cNvSpPr>
          <p:nvPr>
            <p:ph type="title"/>
          </p:nvPr>
        </p:nvSpPr>
        <p:spPr/>
        <p:txBody>
          <a:bodyPr/>
          <a:lstStyle/>
          <a:p>
            <a:pPr eaLnBrk="1" hangingPunct="1"/>
            <a:r>
              <a:rPr kumimoji="1" lang="zh-CN" altLang="en-US" dirty="0"/>
              <a:t>软件项目进度计划</a:t>
            </a:r>
          </a:p>
        </p:txBody>
      </p:sp>
      <p:sp>
        <p:nvSpPr>
          <p:cNvPr id="67587" name="Rectangle 3">
            <a:extLst>
              <a:ext uri="{FF2B5EF4-FFF2-40B4-BE49-F238E27FC236}">
                <a16:creationId xmlns:a16="http://schemas.microsoft.com/office/drawing/2014/main" id="{4AB58696-8D08-D99A-5F4F-7DFCDDCE29C8}"/>
              </a:ext>
            </a:extLst>
          </p:cNvPr>
          <p:cNvSpPr>
            <a:spLocks noGrp="1" noChangeArrowheads="1"/>
          </p:cNvSpPr>
          <p:nvPr>
            <p:ph type="body" idx="1"/>
          </p:nvPr>
        </p:nvSpPr>
        <p:spPr>
          <a:xfrm>
            <a:off x="539750" y="1989138"/>
            <a:ext cx="8424863" cy="4868862"/>
          </a:xfrm>
        </p:spPr>
        <p:txBody>
          <a:bodyPr/>
          <a:lstStyle/>
          <a:p>
            <a:pPr eaLnBrk="1" hangingPunct="1">
              <a:lnSpc>
                <a:spcPct val="130000"/>
              </a:lnSpc>
              <a:spcBef>
                <a:spcPct val="50000"/>
              </a:spcBef>
            </a:pPr>
            <a:r>
              <a:rPr lang="zh-CN" altLang="en-US" sz="2400" dirty="0">
                <a:solidFill>
                  <a:schemeClr val="accent2"/>
                </a:solidFill>
                <a:latin typeface="黑体" panose="02010609060101010101" pitchFamily="49" charset="-122"/>
                <a:ea typeface="黑体" panose="02010609060101010101" pitchFamily="49" charset="-122"/>
              </a:rPr>
              <a:t>活动定义</a:t>
            </a:r>
            <a:r>
              <a:rPr lang="zh-CN" altLang="en-US" sz="2400" dirty="0">
                <a:solidFill>
                  <a:schemeClr val="accent2"/>
                </a:solidFill>
                <a:ea typeface="黑体" panose="02010609060101010101" pitchFamily="49" charset="-122"/>
              </a:rPr>
              <a:t>（</a:t>
            </a:r>
            <a:r>
              <a:rPr lang="en-US" altLang="zh-CN" sz="2400" dirty="0">
                <a:solidFill>
                  <a:schemeClr val="accent2"/>
                </a:solidFill>
                <a:ea typeface="黑体" panose="02010609060101010101" pitchFamily="49" charset="-122"/>
              </a:rPr>
              <a:t>Activity definition</a:t>
            </a:r>
            <a:r>
              <a:rPr lang="zh-CN" altLang="en-US" sz="2400" dirty="0">
                <a:solidFill>
                  <a:schemeClr val="accent2"/>
                </a:solidFill>
                <a:ea typeface="黑体" panose="02010609060101010101" pitchFamily="49" charset="-122"/>
              </a:rPr>
              <a:t>）</a:t>
            </a:r>
            <a:endParaRPr lang="zh-CN" altLang="en-US" sz="2400" dirty="0">
              <a:solidFill>
                <a:schemeClr val="accent2"/>
              </a:solidFill>
              <a:latin typeface="黑体" panose="02010609060101010101" pitchFamily="49" charset="-122"/>
              <a:ea typeface="黑体" panose="02010609060101010101" pitchFamily="49" charset="-122"/>
            </a:endParaRPr>
          </a:p>
          <a:p>
            <a:pPr lvl="1" eaLnBrk="1" hangingPunct="1">
              <a:lnSpc>
                <a:spcPct val="130000"/>
              </a:lnSpc>
              <a:spcBef>
                <a:spcPct val="50000"/>
              </a:spcBef>
            </a:pPr>
            <a:r>
              <a:rPr lang="zh-CN" altLang="en-US" sz="2000" dirty="0">
                <a:latin typeface="黑体" panose="02010609060101010101" pitchFamily="49" charset="-122"/>
                <a:ea typeface="黑体" panose="02010609060101010101" pitchFamily="49" charset="-122"/>
              </a:rPr>
              <a:t>确定为完成项目的各个交付成果所必须进行的诸项具体活动</a:t>
            </a:r>
          </a:p>
          <a:p>
            <a:pPr lvl="1" eaLnBrk="1" hangingPunct="1">
              <a:lnSpc>
                <a:spcPct val="130000"/>
              </a:lnSpc>
              <a:spcBef>
                <a:spcPct val="50000"/>
              </a:spcBef>
            </a:pPr>
            <a:r>
              <a:rPr lang="zh-CN" altLang="en-US" sz="2000" dirty="0">
                <a:latin typeface="黑体" panose="02010609060101010101" pitchFamily="49" charset="-122"/>
                <a:ea typeface="黑体" panose="02010609060101010101" pitchFamily="49" charset="-122"/>
              </a:rPr>
              <a:t>完成</a:t>
            </a:r>
            <a:r>
              <a:rPr lang="en-US" altLang="zh-CN" sz="2000" dirty="0">
                <a:solidFill>
                  <a:srgbClr val="FF0000"/>
                </a:solidFill>
                <a:ea typeface="黑体" panose="02010609060101010101" pitchFamily="49" charset="-122"/>
              </a:rPr>
              <a:t>WBS</a:t>
            </a:r>
            <a:r>
              <a:rPr lang="zh-CN" altLang="en-US" sz="2000" dirty="0">
                <a:solidFill>
                  <a:srgbClr val="FF0000"/>
                </a:solidFill>
                <a:latin typeface="黑体" panose="02010609060101010101" pitchFamily="49" charset="-122"/>
                <a:ea typeface="黑体" panose="02010609060101010101" pitchFamily="49" charset="-122"/>
              </a:rPr>
              <a:t>中的细目和子细目</a:t>
            </a:r>
          </a:p>
          <a:p>
            <a:pPr eaLnBrk="1" hangingPunct="1">
              <a:lnSpc>
                <a:spcPct val="130000"/>
              </a:lnSpc>
              <a:spcBef>
                <a:spcPct val="50000"/>
              </a:spcBef>
            </a:pPr>
            <a:r>
              <a:rPr lang="zh-CN" altLang="en-US" sz="2400" dirty="0">
                <a:solidFill>
                  <a:schemeClr val="accent2"/>
                </a:solidFill>
                <a:latin typeface="黑体" panose="02010609060101010101" pitchFamily="49" charset="-122"/>
                <a:ea typeface="黑体" panose="02010609060101010101" pitchFamily="49" charset="-122"/>
              </a:rPr>
              <a:t>活动排序</a:t>
            </a:r>
            <a:r>
              <a:rPr lang="zh-CN" altLang="en-US" sz="2400" dirty="0">
                <a:solidFill>
                  <a:schemeClr val="accent2"/>
                </a:solidFill>
                <a:ea typeface="黑体" panose="02010609060101010101" pitchFamily="49" charset="-122"/>
              </a:rPr>
              <a:t>（</a:t>
            </a:r>
            <a:r>
              <a:rPr lang="en-US" altLang="zh-CN" sz="2400" dirty="0">
                <a:solidFill>
                  <a:schemeClr val="accent2"/>
                </a:solidFill>
                <a:ea typeface="黑体" panose="02010609060101010101" pitchFamily="49" charset="-122"/>
              </a:rPr>
              <a:t>Activity sequencing</a:t>
            </a:r>
            <a:r>
              <a:rPr lang="zh-CN" altLang="en-US" sz="2400" dirty="0">
                <a:solidFill>
                  <a:schemeClr val="accent2"/>
                </a:solidFill>
                <a:ea typeface="黑体" panose="02010609060101010101" pitchFamily="49" charset="-122"/>
              </a:rPr>
              <a:t>）</a:t>
            </a:r>
            <a:endParaRPr lang="zh-CN" altLang="en-US" sz="2400" dirty="0">
              <a:solidFill>
                <a:schemeClr val="accent2"/>
              </a:solidFill>
              <a:latin typeface="黑体" panose="02010609060101010101" pitchFamily="49" charset="-122"/>
              <a:ea typeface="黑体" panose="02010609060101010101" pitchFamily="49" charset="-122"/>
            </a:endParaRPr>
          </a:p>
          <a:p>
            <a:pPr lvl="1" eaLnBrk="1" hangingPunct="1">
              <a:lnSpc>
                <a:spcPct val="130000"/>
              </a:lnSpc>
              <a:spcBef>
                <a:spcPct val="50000"/>
              </a:spcBef>
            </a:pPr>
            <a:r>
              <a:rPr lang="zh-CN" altLang="en-US" sz="2000" dirty="0">
                <a:latin typeface="黑体" panose="02010609060101010101" pitchFamily="49" charset="-122"/>
                <a:ea typeface="黑体" panose="02010609060101010101" pitchFamily="49" charset="-122"/>
              </a:rPr>
              <a:t>对活动进行适当的</a:t>
            </a:r>
            <a:r>
              <a:rPr lang="zh-CN" altLang="en-US" sz="2000" dirty="0">
                <a:solidFill>
                  <a:srgbClr val="FF0000"/>
                </a:solidFill>
                <a:latin typeface="黑体" panose="02010609060101010101" pitchFamily="49" charset="-122"/>
                <a:ea typeface="黑体" panose="02010609060101010101" pitchFamily="49" charset="-122"/>
              </a:rPr>
              <a:t>顺序安排</a:t>
            </a:r>
            <a:r>
              <a:rPr lang="en-US" altLang="zh-CN" sz="2000" dirty="0">
                <a:latin typeface="黑体" panose="02010609060101010101" pitchFamily="49" charset="-122"/>
                <a:ea typeface="黑体" panose="02010609060101010101" pitchFamily="49" charset="-122"/>
              </a:rPr>
              <a:t>.</a:t>
            </a:r>
          </a:p>
          <a:p>
            <a:pPr lvl="1" eaLnBrk="1" hangingPunct="1">
              <a:lnSpc>
                <a:spcPct val="130000"/>
              </a:lnSpc>
              <a:spcBef>
                <a:spcPct val="50000"/>
              </a:spcBef>
            </a:pPr>
            <a:r>
              <a:rPr lang="zh-CN" altLang="en-US" sz="2000" dirty="0">
                <a:latin typeface="黑体" panose="02010609060101010101" pitchFamily="49" charset="-122"/>
                <a:ea typeface="黑体" panose="02010609060101010101" pitchFamily="49" charset="-122"/>
              </a:rPr>
              <a:t>项目各项活动之间存在相互联系与相互依赖关系</a:t>
            </a:r>
          </a:p>
          <a:p>
            <a:pPr lvl="1" eaLnBrk="1" hangingPunct="1">
              <a:lnSpc>
                <a:spcPct val="130000"/>
              </a:lnSpc>
              <a:spcBef>
                <a:spcPct val="50000"/>
              </a:spcBef>
            </a:pPr>
            <a:r>
              <a:rPr lang="zh-CN" altLang="en-US" sz="2000" dirty="0">
                <a:latin typeface="黑体" panose="02010609060101010101" pitchFamily="49" charset="-122"/>
                <a:ea typeface="黑体" panose="02010609060101010101" pitchFamily="49" charset="-122"/>
              </a:rPr>
              <a:t>根据这些关系安排各项活动的先后顺序</a:t>
            </a:r>
          </a:p>
          <a:p>
            <a:pPr eaLnBrk="1" hangingPunct="1"/>
            <a:endParaRPr lang="en-US" altLang="zh-CN" sz="2000" dirty="0">
              <a:latin typeface="黑体" panose="02010609060101010101" pitchFamily="49" charset="-122"/>
              <a:ea typeface="黑体" panose="02010609060101010101" pitchFamily="49"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AABE1B-81EF-DC6F-7B35-39855A605A23}"/>
              </a:ext>
            </a:extLst>
          </p:cNvPr>
          <p:cNvSpPr>
            <a:spLocks noGrp="1"/>
          </p:cNvSpPr>
          <p:nvPr>
            <p:ph type="title"/>
          </p:nvPr>
        </p:nvSpPr>
        <p:spPr/>
        <p:txBody>
          <a:bodyPr/>
          <a:lstStyle/>
          <a:p>
            <a:r>
              <a:rPr kumimoji="1" lang="zh-CN" altLang="en-US" dirty="0"/>
              <a:t>软件项目进度计划</a:t>
            </a:r>
            <a:endParaRPr lang="zh-CN" altLang="en-US" dirty="0"/>
          </a:p>
        </p:txBody>
      </p:sp>
      <p:sp>
        <p:nvSpPr>
          <p:cNvPr id="3" name="内容占位符 2">
            <a:extLst>
              <a:ext uri="{FF2B5EF4-FFF2-40B4-BE49-F238E27FC236}">
                <a16:creationId xmlns:a16="http://schemas.microsoft.com/office/drawing/2014/main" id="{B3B8D727-6A9E-DDB9-7A0F-BC9E42D02D65}"/>
              </a:ext>
            </a:extLst>
          </p:cNvPr>
          <p:cNvSpPr>
            <a:spLocks noGrp="1"/>
          </p:cNvSpPr>
          <p:nvPr>
            <p:ph idx="1"/>
          </p:nvPr>
        </p:nvSpPr>
        <p:spPr/>
        <p:txBody>
          <a:bodyPr/>
          <a:lstStyle/>
          <a:p>
            <a:pPr eaLnBrk="1" hangingPunct="1">
              <a:lnSpc>
                <a:spcPct val="130000"/>
              </a:lnSpc>
              <a:spcBef>
                <a:spcPct val="50000"/>
              </a:spcBef>
            </a:pPr>
            <a:r>
              <a:rPr lang="zh-CN" altLang="en-US" sz="2400" dirty="0">
                <a:solidFill>
                  <a:schemeClr val="accent2"/>
                </a:solidFill>
                <a:latin typeface="黑体" panose="02010609060101010101" pitchFamily="49" charset="-122"/>
                <a:ea typeface="黑体" panose="02010609060101010101" pitchFamily="49" charset="-122"/>
              </a:rPr>
              <a:t>活动之间关系的依据</a:t>
            </a:r>
            <a:endParaRPr lang="en-US" altLang="zh-CN" sz="2400" dirty="0">
              <a:solidFill>
                <a:schemeClr val="accent2"/>
              </a:solidFill>
              <a:latin typeface="黑体" panose="02010609060101010101" pitchFamily="49" charset="-122"/>
              <a:ea typeface="黑体" panose="02010609060101010101" pitchFamily="49" charset="-122"/>
            </a:endParaRPr>
          </a:p>
          <a:p>
            <a:pPr lvl="1" eaLnBrk="1" hangingPunct="1">
              <a:lnSpc>
                <a:spcPct val="130000"/>
              </a:lnSpc>
              <a:spcBef>
                <a:spcPct val="50000"/>
              </a:spcBef>
            </a:pPr>
            <a:r>
              <a:rPr lang="zh-CN" altLang="en-US" sz="2000" dirty="0">
                <a:solidFill>
                  <a:schemeClr val="accent2"/>
                </a:solidFill>
                <a:latin typeface="黑体" panose="02010609060101010101" pitchFamily="49" charset="-122"/>
                <a:ea typeface="黑体" panose="02010609060101010101" pitchFamily="49" charset="-122"/>
              </a:rPr>
              <a:t>（</a:t>
            </a:r>
            <a:r>
              <a:rPr lang="en-US" altLang="zh-CN" sz="2000" dirty="0">
                <a:solidFill>
                  <a:schemeClr val="accent2"/>
                </a:solidFill>
                <a:latin typeface="黑体" panose="02010609060101010101" pitchFamily="49" charset="-122"/>
                <a:ea typeface="黑体" panose="02010609060101010101" pitchFamily="49" charset="-122"/>
              </a:rPr>
              <a:t>1</a:t>
            </a:r>
            <a:r>
              <a:rPr lang="zh-CN" altLang="en-US" sz="2000" dirty="0">
                <a:solidFill>
                  <a:schemeClr val="accent2"/>
                </a:solidFill>
                <a:latin typeface="黑体" panose="02010609060101010101" pitchFamily="49" charset="-122"/>
                <a:ea typeface="黑体" panose="02010609060101010101" pitchFamily="49" charset="-122"/>
              </a:rPr>
              <a:t>）强制性依赖关系</a:t>
            </a:r>
            <a:endParaRPr lang="en-US" altLang="zh-CN" sz="2000" dirty="0">
              <a:solidFill>
                <a:schemeClr val="accent2"/>
              </a:solidFill>
              <a:latin typeface="黑体" panose="02010609060101010101" pitchFamily="49" charset="-122"/>
              <a:ea typeface="黑体" panose="02010609060101010101" pitchFamily="49" charset="-122"/>
            </a:endParaRPr>
          </a:p>
          <a:p>
            <a:pPr lvl="1" eaLnBrk="1" hangingPunct="1">
              <a:lnSpc>
                <a:spcPct val="130000"/>
              </a:lnSpc>
              <a:spcBef>
                <a:spcPct val="50000"/>
              </a:spcBef>
            </a:pPr>
            <a:r>
              <a:rPr lang="zh-CN" altLang="en-US" sz="2000" dirty="0">
                <a:solidFill>
                  <a:srgbClr val="FF0000"/>
                </a:solidFill>
                <a:latin typeface="黑体" panose="02010609060101010101" pitchFamily="49" charset="-122"/>
                <a:ea typeface="黑体" panose="02010609060101010101" pitchFamily="49" charset="-122"/>
              </a:rPr>
              <a:t>强制性依赖是工作任务中固有的依赖关系，是一种不可违背的逻辑关系，又称硬逻辑关系</a:t>
            </a:r>
            <a:r>
              <a:rPr lang="zh-CN" altLang="en-US" sz="2000" dirty="0">
                <a:latin typeface="黑体" panose="02010609060101010101" pitchFamily="49" charset="-122"/>
                <a:ea typeface="黑体" panose="02010609060101010101" pitchFamily="49" charset="-122"/>
              </a:rPr>
              <a:t>，它是因为客观规律和物质条件的限制造成的。有时，也称它为内在的相关性。例如，需求分析一定要在软件设计之前完成，测试活动一定是在编码任务之后执行。</a:t>
            </a:r>
            <a:endParaRPr lang="en-US" altLang="zh-CN" sz="2000" dirty="0">
              <a:latin typeface="黑体" panose="02010609060101010101" pitchFamily="49" charset="-122"/>
              <a:ea typeface="黑体" panose="02010609060101010101" pitchFamily="49" charset="-122"/>
            </a:endParaRPr>
          </a:p>
          <a:p>
            <a:pPr lvl="1" eaLnBrk="1" hangingPunct="1">
              <a:lnSpc>
                <a:spcPct val="130000"/>
              </a:lnSpc>
              <a:spcBef>
                <a:spcPct val="50000"/>
              </a:spcBef>
            </a:pPr>
            <a:r>
              <a:rPr lang="zh-CN" altLang="en-US" sz="2000" dirty="0">
                <a:solidFill>
                  <a:schemeClr val="accent2"/>
                </a:solidFill>
                <a:latin typeface="黑体" panose="02010609060101010101" pitchFamily="49" charset="-122"/>
                <a:ea typeface="黑体" panose="02010609060101010101" pitchFamily="49" charset="-122"/>
              </a:rPr>
              <a:t>（</a:t>
            </a:r>
            <a:r>
              <a:rPr lang="en-US" altLang="zh-CN" sz="2000" dirty="0">
                <a:solidFill>
                  <a:schemeClr val="accent2"/>
                </a:solidFill>
                <a:latin typeface="黑体" panose="02010609060101010101" pitchFamily="49" charset="-122"/>
                <a:ea typeface="黑体" panose="02010609060101010101" pitchFamily="49" charset="-122"/>
              </a:rPr>
              <a:t>2</a:t>
            </a:r>
            <a:r>
              <a:rPr lang="zh-CN" altLang="en-US" sz="2000" dirty="0">
                <a:solidFill>
                  <a:schemeClr val="accent2"/>
                </a:solidFill>
                <a:latin typeface="黑体" panose="02010609060101010101" pitchFamily="49" charset="-122"/>
                <a:ea typeface="黑体" panose="02010609060101010101" pitchFamily="49" charset="-122"/>
              </a:rPr>
              <a:t>）软逻辑关系</a:t>
            </a:r>
            <a:endParaRPr lang="en-US" altLang="zh-CN" sz="2000" dirty="0">
              <a:solidFill>
                <a:schemeClr val="accent2"/>
              </a:solidFill>
              <a:latin typeface="黑体" panose="02010609060101010101" pitchFamily="49" charset="-122"/>
              <a:ea typeface="黑体" panose="02010609060101010101" pitchFamily="49" charset="-122"/>
            </a:endParaRPr>
          </a:p>
          <a:p>
            <a:pPr lvl="1" eaLnBrk="1" hangingPunct="1">
              <a:lnSpc>
                <a:spcPct val="130000"/>
              </a:lnSpc>
              <a:spcBef>
                <a:spcPct val="50000"/>
              </a:spcBef>
            </a:pPr>
            <a:r>
              <a:rPr lang="zh-CN" altLang="en-US" sz="2000" dirty="0">
                <a:latin typeface="黑体" panose="02010609060101010101" pitchFamily="49" charset="-122"/>
                <a:ea typeface="黑体" panose="02010609060101010101" pitchFamily="49" charset="-122"/>
              </a:rPr>
              <a:t>软逻辑关系是由项目管理人员确定的项目活动之间的关系，</a:t>
            </a:r>
            <a:r>
              <a:rPr lang="zh-CN" altLang="en-US" sz="2000" dirty="0">
                <a:solidFill>
                  <a:srgbClr val="FF0000"/>
                </a:solidFill>
                <a:latin typeface="黑体" panose="02010609060101010101" pitchFamily="49" charset="-122"/>
                <a:ea typeface="黑体" panose="02010609060101010101" pitchFamily="49" charset="-122"/>
              </a:rPr>
              <a:t>是人为的、主观的，根据主观意志去调整和确定的项目活动的关系</a:t>
            </a:r>
            <a:r>
              <a:rPr lang="zh-CN" altLang="en-US" sz="2000" dirty="0">
                <a:latin typeface="黑体" panose="02010609060101010101" pitchFamily="49" charset="-122"/>
                <a:ea typeface="黑体" panose="02010609060101010101" pitchFamily="49" charset="-122"/>
              </a:rPr>
              <a:t>，也可称为指定性相关或者偏软相关。例如，安排计划的时候，哪个模块应后做，哪些任务应同时做，都可以由项目经理确定，有时也称它为</a:t>
            </a:r>
            <a:r>
              <a:rPr lang="zh-CN" altLang="en-US" sz="2000" dirty="0">
                <a:solidFill>
                  <a:srgbClr val="FF0000"/>
                </a:solidFill>
                <a:latin typeface="黑体" panose="02010609060101010101" pitchFamily="49" charset="-122"/>
                <a:ea typeface="黑体" panose="02010609060101010101" pitchFamily="49" charset="-122"/>
              </a:rPr>
              <a:t>软逻辑</a:t>
            </a:r>
            <a:r>
              <a:rPr lang="zh-CN" altLang="en-US" sz="2000" dirty="0">
                <a:latin typeface="黑体" panose="02010609060101010101" pitchFamily="49" charset="-122"/>
                <a:ea typeface="黑体" panose="02010609060101010101" pitchFamily="49" charset="-122"/>
              </a:rPr>
              <a:t>。</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5358433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AABE1B-81EF-DC6F-7B35-39855A605A23}"/>
              </a:ext>
            </a:extLst>
          </p:cNvPr>
          <p:cNvSpPr>
            <a:spLocks noGrp="1"/>
          </p:cNvSpPr>
          <p:nvPr>
            <p:ph type="title"/>
          </p:nvPr>
        </p:nvSpPr>
        <p:spPr/>
        <p:txBody>
          <a:bodyPr/>
          <a:lstStyle/>
          <a:p>
            <a:r>
              <a:rPr kumimoji="1" lang="zh-CN" altLang="en-US" dirty="0"/>
              <a:t>软件项目进度计划</a:t>
            </a:r>
            <a:endParaRPr lang="zh-CN" altLang="en-US" dirty="0"/>
          </a:p>
        </p:txBody>
      </p:sp>
      <p:sp>
        <p:nvSpPr>
          <p:cNvPr id="3" name="内容占位符 2">
            <a:extLst>
              <a:ext uri="{FF2B5EF4-FFF2-40B4-BE49-F238E27FC236}">
                <a16:creationId xmlns:a16="http://schemas.microsoft.com/office/drawing/2014/main" id="{B3B8D727-6A9E-DDB9-7A0F-BC9E42D02D65}"/>
              </a:ext>
            </a:extLst>
          </p:cNvPr>
          <p:cNvSpPr>
            <a:spLocks noGrp="1"/>
          </p:cNvSpPr>
          <p:nvPr>
            <p:ph idx="1"/>
          </p:nvPr>
        </p:nvSpPr>
        <p:spPr/>
        <p:txBody>
          <a:bodyPr/>
          <a:lstStyle/>
          <a:p>
            <a:pPr eaLnBrk="1" hangingPunct="1">
              <a:lnSpc>
                <a:spcPct val="130000"/>
              </a:lnSpc>
              <a:spcBef>
                <a:spcPct val="50000"/>
              </a:spcBef>
            </a:pPr>
            <a:r>
              <a:rPr lang="zh-CN" altLang="en-US" sz="2400" dirty="0">
                <a:solidFill>
                  <a:schemeClr val="accent2"/>
                </a:solidFill>
                <a:latin typeface="黑体" panose="02010609060101010101" pitchFamily="49" charset="-122"/>
                <a:ea typeface="黑体" panose="02010609060101010101" pitchFamily="49" charset="-122"/>
              </a:rPr>
              <a:t>活动之间关系的依据</a:t>
            </a:r>
            <a:endParaRPr lang="en-US" altLang="zh-CN" sz="2400" dirty="0">
              <a:solidFill>
                <a:schemeClr val="accent2"/>
              </a:solidFill>
              <a:latin typeface="黑体" panose="02010609060101010101" pitchFamily="49" charset="-122"/>
              <a:ea typeface="黑体" panose="02010609060101010101" pitchFamily="49" charset="-122"/>
            </a:endParaRPr>
          </a:p>
          <a:p>
            <a:pPr lvl="1" eaLnBrk="1" hangingPunct="1">
              <a:lnSpc>
                <a:spcPct val="130000"/>
              </a:lnSpc>
              <a:spcBef>
                <a:spcPct val="50000"/>
              </a:spcBef>
            </a:pPr>
            <a:r>
              <a:rPr lang="zh-CN" altLang="en-US" sz="2000" dirty="0">
                <a:solidFill>
                  <a:schemeClr val="accent2"/>
                </a:solidFill>
                <a:latin typeface="黑体" panose="02010609060101010101" pitchFamily="49" charset="-122"/>
                <a:ea typeface="黑体" panose="02010609060101010101" pitchFamily="49" charset="-122"/>
              </a:rPr>
              <a:t>（</a:t>
            </a:r>
            <a:r>
              <a:rPr lang="en-US" altLang="zh-CN" sz="2000" dirty="0">
                <a:solidFill>
                  <a:schemeClr val="accent2"/>
                </a:solidFill>
                <a:latin typeface="黑体" panose="02010609060101010101" pitchFamily="49" charset="-122"/>
                <a:ea typeface="黑体" panose="02010609060101010101" pitchFamily="49" charset="-122"/>
              </a:rPr>
              <a:t>3</a:t>
            </a:r>
            <a:r>
              <a:rPr lang="zh-CN" altLang="en-US" sz="2000" dirty="0">
                <a:solidFill>
                  <a:schemeClr val="accent2"/>
                </a:solidFill>
                <a:latin typeface="黑体" panose="02010609060101010101" pitchFamily="49" charset="-122"/>
                <a:ea typeface="黑体" panose="02010609060101010101" pitchFamily="49" charset="-122"/>
              </a:rPr>
              <a:t>）外部依赖关系</a:t>
            </a:r>
            <a:endParaRPr lang="en-US" altLang="zh-CN" sz="2000" dirty="0">
              <a:solidFill>
                <a:schemeClr val="accent2"/>
              </a:solidFill>
              <a:latin typeface="黑体" panose="02010609060101010101" pitchFamily="49" charset="-122"/>
              <a:ea typeface="黑体" panose="02010609060101010101" pitchFamily="49" charset="-122"/>
            </a:endParaRPr>
          </a:p>
          <a:p>
            <a:pPr lvl="1" eaLnBrk="1" hangingPunct="1">
              <a:lnSpc>
                <a:spcPct val="130000"/>
              </a:lnSpc>
              <a:spcBef>
                <a:spcPct val="50000"/>
              </a:spcBef>
            </a:pPr>
            <a:r>
              <a:rPr lang="zh-CN" altLang="en-US" sz="2000" dirty="0">
                <a:latin typeface="黑体" panose="02010609060101010101" pitchFamily="49" charset="-122"/>
                <a:ea typeface="黑体" panose="02010609060101010101" pitchFamily="49" charset="-122"/>
              </a:rPr>
              <a:t>外部依赖关系是</a:t>
            </a:r>
            <a:r>
              <a:rPr lang="zh-CN" altLang="en-US" sz="2000" dirty="0">
                <a:solidFill>
                  <a:srgbClr val="FF0000"/>
                </a:solidFill>
                <a:latin typeface="黑体" panose="02010609060101010101" pitchFamily="49" charset="-122"/>
                <a:ea typeface="黑体" panose="02010609060101010101" pitchFamily="49" charset="-122"/>
              </a:rPr>
              <a:t>项目活动与非项目活动之间的依赖关系</a:t>
            </a:r>
            <a:r>
              <a:rPr lang="zh-CN" altLang="en-US" sz="2000" dirty="0">
                <a:latin typeface="黑体" panose="02010609060101010101" pitchFamily="49" charset="-122"/>
                <a:ea typeface="黑体" panose="02010609060101010101" pitchFamily="49" charset="-122"/>
              </a:rPr>
              <a:t>，例如测试环境依赖于外部提供的环境设备等。</a:t>
            </a:r>
            <a:endParaRPr lang="en-US" altLang="zh-CN" sz="2000" dirty="0">
              <a:latin typeface="黑体" panose="02010609060101010101" pitchFamily="49" charset="-122"/>
              <a:ea typeface="黑体" panose="02010609060101010101" pitchFamily="49" charset="-122"/>
            </a:endParaRPr>
          </a:p>
          <a:p>
            <a:pPr lvl="1" eaLnBrk="1" hangingPunct="1">
              <a:lnSpc>
                <a:spcPct val="130000"/>
              </a:lnSpc>
              <a:spcBef>
                <a:spcPct val="50000"/>
              </a:spcBef>
            </a:pPr>
            <a:r>
              <a:rPr lang="zh-CN" altLang="en-US" sz="2000" dirty="0">
                <a:solidFill>
                  <a:schemeClr val="accent2"/>
                </a:solidFill>
                <a:latin typeface="黑体" panose="02010609060101010101" pitchFamily="49" charset="-122"/>
                <a:ea typeface="黑体" panose="02010609060101010101" pitchFamily="49" charset="-122"/>
              </a:rPr>
              <a:t>（</a:t>
            </a:r>
            <a:r>
              <a:rPr lang="en-US" altLang="zh-CN" sz="2000" dirty="0">
                <a:solidFill>
                  <a:schemeClr val="accent2"/>
                </a:solidFill>
                <a:latin typeface="黑体" panose="02010609060101010101" pitchFamily="49" charset="-122"/>
                <a:ea typeface="黑体" panose="02010609060101010101" pitchFamily="49" charset="-122"/>
              </a:rPr>
              <a:t>4</a:t>
            </a:r>
            <a:r>
              <a:rPr lang="zh-CN" altLang="en-US" sz="2000" dirty="0">
                <a:solidFill>
                  <a:schemeClr val="accent2"/>
                </a:solidFill>
                <a:latin typeface="黑体" panose="02010609060101010101" pitchFamily="49" charset="-122"/>
                <a:ea typeface="黑体" panose="02010609060101010101" pitchFamily="49" charset="-122"/>
              </a:rPr>
              <a:t>）里程碑</a:t>
            </a:r>
            <a:endParaRPr lang="en-US" altLang="zh-CN" sz="2000" dirty="0">
              <a:solidFill>
                <a:schemeClr val="accent2"/>
              </a:solidFill>
              <a:latin typeface="黑体" panose="02010609060101010101" pitchFamily="49" charset="-122"/>
              <a:ea typeface="黑体" panose="02010609060101010101" pitchFamily="49" charset="-122"/>
            </a:endParaRPr>
          </a:p>
          <a:p>
            <a:pPr lvl="1" eaLnBrk="1" hangingPunct="1">
              <a:lnSpc>
                <a:spcPct val="130000"/>
              </a:lnSpc>
              <a:spcBef>
                <a:spcPct val="50000"/>
              </a:spcBef>
            </a:pPr>
            <a:r>
              <a:rPr lang="zh-CN" altLang="en-US" sz="2000" dirty="0">
                <a:latin typeface="黑体" panose="02010609060101010101" pitchFamily="49" charset="-122"/>
                <a:ea typeface="黑体" panose="02010609060101010101" pitchFamily="49" charset="-122"/>
              </a:rPr>
              <a:t>里程碑需要作为项目活动排序的一部分，以确保达到里程碑的要求。</a:t>
            </a:r>
            <a:endParaRPr lang="en-US" altLang="zh-CN" sz="20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406781692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290D7709-C326-4DA2-AC24-9795DA5A6FC7}"/>
              </a:ext>
            </a:extLst>
          </p:cNvPr>
          <p:cNvSpPr>
            <a:spLocks noGrp="1" noChangeArrowheads="1"/>
          </p:cNvSpPr>
          <p:nvPr>
            <p:ph type="title"/>
          </p:nvPr>
        </p:nvSpPr>
        <p:spPr/>
        <p:txBody>
          <a:bodyPr/>
          <a:lstStyle/>
          <a:p>
            <a:pPr eaLnBrk="1" hangingPunct="1"/>
            <a:r>
              <a:rPr kumimoji="1" lang="zh-CN" altLang="en-US"/>
              <a:t>软件项目进度计划</a:t>
            </a:r>
          </a:p>
        </p:txBody>
      </p:sp>
      <p:sp>
        <p:nvSpPr>
          <p:cNvPr id="68611" name="Rectangle 3">
            <a:extLst>
              <a:ext uri="{FF2B5EF4-FFF2-40B4-BE49-F238E27FC236}">
                <a16:creationId xmlns:a16="http://schemas.microsoft.com/office/drawing/2014/main" id="{0D37CBA0-DFF9-9692-38FC-BB65D92A640B}"/>
              </a:ext>
            </a:extLst>
          </p:cNvPr>
          <p:cNvSpPr>
            <a:spLocks noGrp="1" noChangeArrowheads="1"/>
          </p:cNvSpPr>
          <p:nvPr>
            <p:ph type="body" idx="1"/>
          </p:nvPr>
        </p:nvSpPr>
        <p:spPr>
          <a:xfrm>
            <a:off x="684213" y="1916113"/>
            <a:ext cx="8280400" cy="4941887"/>
          </a:xfrm>
        </p:spPr>
        <p:txBody>
          <a:bodyPr/>
          <a:lstStyle/>
          <a:p>
            <a:pPr eaLnBrk="1" hangingPunct="1"/>
            <a:r>
              <a:rPr lang="zh-CN" altLang="en-US" sz="2000">
                <a:solidFill>
                  <a:schemeClr val="accent2"/>
                </a:solidFill>
                <a:latin typeface="黑体" panose="02010609060101010101" pitchFamily="49" charset="-122"/>
                <a:ea typeface="黑体" panose="02010609060101010101" pitchFamily="49" charset="-122"/>
              </a:rPr>
              <a:t>任务</a:t>
            </a:r>
            <a:r>
              <a:rPr lang="en-US" altLang="zh-CN" sz="2000">
                <a:solidFill>
                  <a:schemeClr val="accent2"/>
                </a:solidFill>
                <a:latin typeface="黑体" panose="02010609060101010101" pitchFamily="49" charset="-122"/>
                <a:ea typeface="黑体" panose="02010609060101010101" pitchFamily="49" charset="-122"/>
              </a:rPr>
              <a:t>(</a:t>
            </a:r>
            <a:r>
              <a:rPr lang="zh-CN" altLang="en-US" sz="2000">
                <a:solidFill>
                  <a:schemeClr val="accent2"/>
                </a:solidFill>
                <a:latin typeface="黑体" panose="02010609060101010101" pitchFamily="49" charset="-122"/>
                <a:ea typeface="黑体" panose="02010609060101010101" pitchFamily="49" charset="-122"/>
              </a:rPr>
              <a:t>活动</a:t>
            </a:r>
            <a:r>
              <a:rPr lang="en-US" altLang="zh-CN" sz="2000">
                <a:solidFill>
                  <a:schemeClr val="accent2"/>
                </a:solidFill>
                <a:latin typeface="黑体" panose="02010609060101010101" pitchFamily="49" charset="-122"/>
                <a:ea typeface="黑体" panose="02010609060101010101" pitchFamily="49" charset="-122"/>
              </a:rPr>
              <a:t>)</a:t>
            </a:r>
            <a:r>
              <a:rPr lang="zh-CN" altLang="en-US" sz="2000">
                <a:solidFill>
                  <a:schemeClr val="accent2"/>
                </a:solidFill>
                <a:latin typeface="黑体" panose="02010609060101010101" pitchFamily="49" charset="-122"/>
                <a:ea typeface="黑体" panose="02010609060101010101" pitchFamily="49" charset="-122"/>
              </a:rPr>
              <a:t>之间的关系</a:t>
            </a:r>
          </a:p>
          <a:p>
            <a:pPr eaLnBrk="1" hangingPunct="1"/>
            <a:endParaRPr lang="zh-CN" altLang="en-US" sz="2000">
              <a:solidFill>
                <a:schemeClr val="accent2"/>
              </a:solidFill>
              <a:latin typeface="黑体" panose="02010609060101010101" pitchFamily="49" charset="-122"/>
              <a:ea typeface="黑体" panose="02010609060101010101" pitchFamily="49" charset="-122"/>
            </a:endParaRPr>
          </a:p>
          <a:p>
            <a:pPr eaLnBrk="1" hangingPunct="1"/>
            <a:endParaRPr lang="zh-CN" altLang="en-US" sz="2000">
              <a:solidFill>
                <a:schemeClr val="accent2"/>
              </a:solidFill>
              <a:latin typeface="黑体" panose="02010609060101010101" pitchFamily="49" charset="-122"/>
              <a:ea typeface="黑体" panose="02010609060101010101" pitchFamily="49" charset="-122"/>
            </a:endParaRPr>
          </a:p>
          <a:p>
            <a:pPr eaLnBrk="1" hangingPunct="1"/>
            <a:endParaRPr lang="zh-CN" altLang="en-US" sz="2000">
              <a:solidFill>
                <a:schemeClr val="accent2"/>
              </a:solidFill>
              <a:latin typeface="黑体" panose="02010609060101010101" pitchFamily="49" charset="-122"/>
              <a:ea typeface="黑体" panose="02010609060101010101" pitchFamily="49" charset="-122"/>
            </a:endParaRPr>
          </a:p>
          <a:p>
            <a:pPr eaLnBrk="1" hangingPunct="1"/>
            <a:endParaRPr lang="zh-CN" altLang="en-US" sz="2000">
              <a:solidFill>
                <a:schemeClr val="accent2"/>
              </a:solidFill>
              <a:latin typeface="黑体" panose="02010609060101010101" pitchFamily="49" charset="-122"/>
              <a:ea typeface="黑体" panose="02010609060101010101" pitchFamily="49" charset="-122"/>
            </a:endParaRPr>
          </a:p>
          <a:p>
            <a:pPr eaLnBrk="1" hangingPunct="1"/>
            <a:endParaRPr lang="zh-CN" altLang="en-US" sz="2000">
              <a:solidFill>
                <a:schemeClr val="accent2"/>
              </a:solidFill>
              <a:latin typeface="黑体" panose="02010609060101010101" pitchFamily="49" charset="-122"/>
              <a:ea typeface="黑体" panose="02010609060101010101" pitchFamily="49" charset="-122"/>
            </a:endParaRPr>
          </a:p>
          <a:p>
            <a:pPr eaLnBrk="1" hangingPunct="1"/>
            <a:endParaRPr lang="zh-CN" altLang="en-US" sz="2000">
              <a:solidFill>
                <a:schemeClr val="accent2"/>
              </a:solidFill>
              <a:latin typeface="黑体" panose="02010609060101010101" pitchFamily="49" charset="-122"/>
              <a:ea typeface="黑体" panose="02010609060101010101" pitchFamily="49" charset="-122"/>
            </a:endParaRPr>
          </a:p>
          <a:p>
            <a:pPr eaLnBrk="1" hangingPunct="1"/>
            <a:endParaRPr lang="zh-CN" altLang="en-US" sz="2000">
              <a:solidFill>
                <a:schemeClr val="accent2"/>
              </a:solidFill>
              <a:latin typeface="黑体" panose="02010609060101010101" pitchFamily="49" charset="-122"/>
              <a:ea typeface="黑体" panose="02010609060101010101" pitchFamily="49" charset="-122"/>
            </a:endParaRPr>
          </a:p>
          <a:p>
            <a:pPr eaLnBrk="1" hangingPunct="1"/>
            <a:endParaRPr lang="zh-CN" altLang="en-US" sz="2000">
              <a:solidFill>
                <a:schemeClr val="accent2"/>
              </a:solidFill>
              <a:latin typeface="黑体" panose="02010609060101010101" pitchFamily="49" charset="-122"/>
              <a:ea typeface="黑体" panose="02010609060101010101" pitchFamily="49" charset="-122"/>
            </a:endParaRPr>
          </a:p>
          <a:p>
            <a:pPr eaLnBrk="1" hangingPunct="1"/>
            <a:endParaRPr lang="zh-CN" altLang="en-US" sz="2000">
              <a:solidFill>
                <a:schemeClr val="accent2"/>
              </a:solidFill>
              <a:latin typeface="黑体" panose="02010609060101010101" pitchFamily="49" charset="-122"/>
              <a:ea typeface="黑体" panose="02010609060101010101" pitchFamily="49" charset="-122"/>
            </a:endParaRPr>
          </a:p>
          <a:p>
            <a:pPr eaLnBrk="1" hangingPunct="1"/>
            <a:endParaRPr lang="zh-CN" altLang="en-US" sz="2000">
              <a:solidFill>
                <a:schemeClr val="accent2"/>
              </a:solidFill>
              <a:latin typeface="黑体" panose="02010609060101010101" pitchFamily="49" charset="-122"/>
              <a:ea typeface="黑体" panose="02010609060101010101" pitchFamily="49" charset="-122"/>
            </a:endParaRPr>
          </a:p>
          <a:p>
            <a:pPr eaLnBrk="1" hangingPunct="1"/>
            <a:r>
              <a:rPr lang="zh-CN" altLang="en-US" sz="2000">
                <a:solidFill>
                  <a:schemeClr val="accent2"/>
                </a:solidFill>
                <a:latin typeface="黑体" panose="02010609060101010101" pitchFamily="49" charset="-122"/>
                <a:ea typeface="黑体" panose="02010609060101010101" pitchFamily="49" charset="-122"/>
              </a:rPr>
              <a:t>进度管理图示</a:t>
            </a:r>
            <a:r>
              <a:rPr lang="en-US" altLang="zh-CN" sz="2000">
                <a:solidFill>
                  <a:schemeClr val="accent2"/>
                </a:solidFill>
                <a:ea typeface="黑体" panose="02010609060101010101" pitchFamily="49" charset="-122"/>
              </a:rPr>
              <a:t>——</a:t>
            </a:r>
            <a:r>
              <a:rPr lang="zh-CN" altLang="en-US" sz="2000">
                <a:solidFill>
                  <a:schemeClr val="accent2"/>
                </a:solidFill>
                <a:latin typeface="黑体" panose="02010609060101010101" pitchFamily="49" charset="-122"/>
                <a:ea typeface="黑体" panose="02010609060101010101" pitchFamily="49" charset="-122"/>
              </a:rPr>
              <a:t>网络图、甘特图、里程碑图、资源图</a:t>
            </a:r>
          </a:p>
          <a:p>
            <a:pPr eaLnBrk="1" hangingPunct="1">
              <a:buFont typeface="Wingdings 2" panose="05020102010507070707" pitchFamily="18" charset="2"/>
              <a:buNone/>
            </a:pPr>
            <a:endParaRPr lang="en-US" altLang="zh-CN" sz="2000">
              <a:solidFill>
                <a:schemeClr val="accent2"/>
              </a:solidFill>
              <a:latin typeface="黑体" panose="02010609060101010101" pitchFamily="49" charset="-122"/>
              <a:ea typeface="黑体" panose="02010609060101010101" pitchFamily="49" charset="-122"/>
            </a:endParaRPr>
          </a:p>
        </p:txBody>
      </p:sp>
      <p:grpSp>
        <p:nvGrpSpPr>
          <p:cNvPr id="68612" name="Group 54">
            <a:extLst>
              <a:ext uri="{FF2B5EF4-FFF2-40B4-BE49-F238E27FC236}">
                <a16:creationId xmlns:a16="http://schemas.microsoft.com/office/drawing/2014/main" id="{4378BF64-2760-5ED3-DBFA-5DA597D3DB26}"/>
              </a:ext>
            </a:extLst>
          </p:cNvPr>
          <p:cNvGrpSpPr>
            <a:grpSpLocks/>
          </p:cNvGrpSpPr>
          <p:nvPr/>
        </p:nvGrpSpPr>
        <p:grpSpPr bwMode="auto">
          <a:xfrm>
            <a:off x="1403350" y="2598738"/>
            <a:ext cx="6910388" cy="3278187"/>
            <a:chOff x="975" y="1842"/>
            <a:chExt cx="4353" cy="2065"/>
          </a:xfrm>
        </p:grpSpPr>
        <p:sp>
          <p:nvSpPr>
            <p:cNvPr id="68613" name="Text Box 35">
              <a:extLst>
                <a:ext uri="{FF2B5EF4-FFF2-40B4-BE49-F238E27FC236}">
                  <a16:creationId xmlns:a16="http://schemas.microsoft.com/office/drawing/2014/main" id="{CDCD0A36-70B8-C25B-2CFF-717968DC8D57}"/>
                </a:ext>
              </a:extLst>
            </p:cNvPr>
            <p:cNvSpPr txBox="1">
              <a:spLocks noChangeArrowheads="1"/>
            </p:cNvSpPr>
            <p:nvPr/>
          </p:nvSpPr>
          <p:spPr bwMode="auto">
            <a:xfrm>
              <a:off x="3629" y="3657"/>
              <a:ext cx="1451" cy="250"/>
            </a:xfrm>
            <a:prstGeom prst="rect">
              <a:avLst/>
            </a:prstGeom>
            <a:solidFill>
              <a:srgbClr val="00FFCC"/>
            </a:solidFill>
            <a:ln>
              <a:noFill/>
            </a:ln>
            <a:extLst>
              <a:ext uri="{91240B29-F687-4F45-9708-019B960494DF}">
                <a14:hiddenLine xmlns:a14="http://schemas.microsoft.com/office/drawing/2010/main" w="25400">
                  <a:solidFill>
                    <a:srgbClr val="000000"/>
                  </a:solidFill>
                  <a:miter lim="800000"/>
                  <a:headEnd type="none" w="sm" len="sm"/>
                  <a:tailEnd type="none" w="med" len="lg"/>
                </a14:hiddenLine>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2000">
                  <a:latin typeface="Arial Narrow" panose="020B0606020202030204" pitchFamily="34" charset="0"/>
                </a:rPr>
                <a:t>开始</a:t>
              </a:r>
              <a:r>
                <a:rPr kumimoji="1" lang="en-US" altLang="zh-CN" sz="2000">
                  <a:latin typeface="Arial Narrow" panose="020B0606020202030204" pitchFamily="34" charset="0"/>
                </a:rPr>
                <a:t>-</a:t>
              </a:r>
              <a:r>
                <a:rPr kumimoji="1" lang="zh-CN" altLang="en-US" sz="2000">
                  <a:latin typeface="Arial Narrow" panose="020B0606020202030204" pitchFamily="34" charset="0"/>
                </a:rPr>
                <a:t>结束</a:t>
              </a:r>
            </a:p>
          </p:txBody>
        </p:sp>
        <p:sp>
          <p:nvSpPr>
            <p:cNvPr id="68614" name="Rectangle 25">
              <a:extLst>
                <a:ext uri="{FF2B5EF4-FFF2-40B4-BE49-F238E27FC236}">
                  <a16:creationId xmlns:a16="http://schemas.microsoft.com/office/drawing/2014/main" id="{DD70539A-DEAA-D940-08E7-564C458BF3BD}"/>
                </a:ext>
              </a:extLst>
            </p:cNvPr>
            <p:cNvSpPr>
              <a:spLocks noChangeArrowheads="1"/>
            </p:cNvSpPr>
            <p:nvPr/>
          </p:nvSpPr>
          <p:spPr bwMode="auto">
            <a:xfrm>
              <a:off x="1017" y="1989"/>
              <a:ext cx="704" cy="404"/>
            </a:xfrm>
            <a:prstGeom prst="rect">
              <a:avLst/>
            </a:prstGeom>
            <a:solidFill>
              <a:srgbClr val="FFCC00"/>
            </a:solidFill>
            <a:ln w="25400">
              <a:solidFill>
                <a:schemeClr val="tx1"/>
              </a:solidFill>
              <a:miter lim="800000"/>
              <a:headEnd type="none" w="sm" len="sm"/>
              <a:tailEnd type="none" w="med" len="lg"/>
            </a:ln>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3200">
                  <a:latin typeface="Arial Narrow" panose="020B0606020202030204" pitchFamily="34" charset="0"/>
                </a:rPr>
                <a:t>A</a:t>
              </a:r>
            </a:p>
          </p:txBody>
        </p:sp>
        <p:sp>
          <p:nvSpPr>
            <p:cNvPr id="68615" name="Rectangle 26">
              <a:extLst>
                <a:ext uri="{FF2B5EF4-FFF2-40B4-BE49-F238E27FC236}">
                  <a16:creationId xmlns:a16="http://schemas.microsoft.com/office/drawing/2014/main" id="{0C66802E-DA54-E179-DAA2-6CAFCE2C98F0}"/>
                </a:ext>
              </a:extLst>
            </p:cNvPr>
            <p:cNvSpPr>
              <a:spLocks noChangeArrowheads="1"/>
            </p:cNvSpPr>
            <p:nvPr/>
          </p:nvSpPr>
          <p:spPr bwMode="auto">
            <a:xfrm>
              <a:off x="2218" y="1989"/>
              <a:ext cx="706" cy="404"/>
            </a:xfrm>
            <a:prstGeom prst="rect">
              <a:avLst/>
            </a:prstGeom>
            <a:solidFill>
              <a:srgbClr val="FFCC00"/>
            </a:solidFill>
            <a:ln w="25400">
              <a:solidFill>
                <a:schemeClr val="tx1"/>
              </a:solidFill>
              <a:miter lim="800000"/>
              <a:headEnd type="none" w="sm" len="sm"/>
              <a:tailEnd type="none" w="med" len="lg"/>
            </a:ln>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3200">
                  <a:latin typeface="Arial Narrow" panose="020B0606020202030204" pitchFamily="34" charset="0"/>
                </a:rPr>
                <a:t>B</a:t>
              </a:r>
            </a:p>
          </p:txBody>
        </p:sp>
        <p:sp>
          <p:nvSpPr>
            <p:cNvPr id="68616" name="Rectangle 27">
              <a:extLst>
                <a:ext uri="{FF2B5EF4-FFF2-40B4-BE49-F238E27FC236}">
                  <a16:creationId xmlns:a16="http://schemas.microsoft.com/office/drawing/2014/main" id="{60ECB503-7268-45E3-E82A-D27E3113311B}"/>
                </a:ext>
              </a:extLst>
            </p:cNvPr>
            <p:cNvSpPr>
              <a:spLocks noChangeArrowheads="1"/>
            </p:cNvSpPr>
            <p:nvPr/>
          </p:nvSpPr>
          <p:spPr bwMode="auto">
            <a:xfrm>
              <a:off x="3421" y="1989"/>
              <a:ext cx="704" cy="404"/>
            </a:xfrm>
            <a:prstGeom prst="rect">
              <a:avLst/>
            </a:prstGeom>
            <a:solidFill>
              <a:srgbClr val="FFCC00"/>
            </a:solidFill>
            <a:ln w="25400">
              <a:solidFill>
                <a:schemeClr val="tx1"/>
              </a:solidFill>
              <a:miter lim="800000"/>
              <a:headEnd type="none" w="sm" len="sm"/>
              <a:tailEnd type="none" w="med" len="lg"/>
            </a:ln>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3200">
                  <a:latin typeface="Arial Narrow" panose="020B0606020202030204" pitchFamily="34" charset="0"/>
                </a:rPr>
                <a:t>A</a:t>
              </a:r>
            </a:p>
          </p:txBody>
        </p:sp>
        <p:sp>
          <p:nvSpPr>
            <p:cNvPr id="68617" name="Rectangle 28">
              <a:extLst>
                <a:ext uri="{FF2B5EF4-FFF2-40B4-BE49-F238E27FC236}">
                  <a16:creationId xmlns:a16="http://schemas.microsoft.com/office/drawing/2014/main" id="{ED22F6C0-D22D-33EB-D5BE-889FF37E72A7}"/>
                </a:ext>
              </a:extLst>
            </p:cNvPr>
            <p:cNvSpPr>
              <a:spLocks noChangeArrowheads="1"/>
            </p:cNvSpPr>
            <p:nvPr/>
          </p:nvSpPr>
          <p:spPr bwMode="auto">
            <a:xfrm>
              <a:off x="4623" y="1989"/>
              <a:ext cx="705" cy="404"/>
            </a:xfrm>
            <a:prstGeom prst="rect">
              <a:avLst/>
            </a:prstGeom>
            <a:solidFill>
              <a:srgbClr val="FFCC00"/>
            </a:solidFill>
            <a:ln w="25400">
              <a:solidFill>
                <a:schemeClr val="tx1"/>
              </a:solidFill>
              <a:miter lim="800000"/>
              <a:headEnd type="none" w="sm" len="sm"/>
              <a:tailEnd type="none" w="med" len="lg"/>
            </a:ln>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3200">
                  <a:latin typeface="Arial Narrow" panose="020B0606020202030204" pitchFamily="34" charset="0"/>
                </a:rPr>
                <a:t>B</a:t>
              </a:r>
            </a:p>
          </p:txBody>
        </p:sp>
        <p:sp>
          <p:nvSpPr>
            <p:cNvPr id="68618" name="Text Box 29">
              <a:extLst>
                <a:ext uri="{FF2B5EF4-FFF2-40B4-BE49-F238E27FC236}">
                  <a16:creationId xmlns:a16="http://schemas.microsoft.com/office/drawing/2014/main" id="{3556CFA6-CA22-821E-C2EA-E5C304651894}"/>
                </a:ext>
              </a:extLst>
            </p:cNvPr>
            <p:cNvSpPr txBox="1">
              <a:spLocks noChangeArrowheads="1"/>
            </p:cNvSpPr>
            <p:nvPr/>
          </p:nvSpPr>
          <p:spPr bwMode="auto">
            <a:xfrm>
              <a:off x="1265" y="2523"/>
              <a:ext cx="1451" cy="250"/>
            </a:xfrm>
            <a:prstGeom prst="rect">
              <a:avLst/>
            </a:prstGeom>
            <a:solidFill>
              <a:srgbClr val="00FFCC"/>
            </a:solidFill>
            <a:ln>
              <a:noFill/>
            </a:ln>
            <a:extLst>
              <a:ext uri="{91240B29-F687-4F45-9708-019B960494DF}">
                <a14:hiddenLine xmlns:a14="http://schemas.microsoft.com/office/drawing/2010/main" w="25400">
                  <a:solidFill>
                    <a:srgbClr val="000000"/>
                  </a:solidFill>
                  <a:miter lim="800000"/>
                  <a:headEnd type="none" w="sm" len="sm"/>
                  <a:tailEnd type="none" w="med" len="lg"/>
                </a14:hiddenLine>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2000">
                  <a:latin typeface="Arial Narrow" panose="020B0606020202030204" pitchFamily="34" charset="0"/>
                </a:rPr>
                <a:t>结束</a:t>
              </a:r>
              <a:r>
                <a:rPr kumimoji="1" lang="en-US" altLang="zh-CN" sz="2000">
                  <a:latin typeface="Arial Narrow" panose="020B0606020202030204" pitchFamily="34" charset="0"/>
                </a:rPr>
                <a:t>-</a:t>
              </a:r>
              <a:r>
                <a:rPr kumimoji="1" lang="zh-CN" altLang="en-US" sz="2000">
                  <a:latin typeface="Arial Narrow" panose="020B0606020202030204" pitchFamily="34" charset="0"/>
                </a:rPr>
                <a:t>开始</a:t>
              </a:r>
            </a:p>
          </p:txBody>
        </p:sp>
        <p:sp>
          <p:nvSpPr>
            <p:cNvPr id="68619" name="Text Box 30">
              <a:extLst>
                <a:ext uri="{FF2B5EF4-FFF2-40B4-BE49-F238E27FC236}">
                  <a16:creationId xmlns:a16="http://schemas.microsoft.com/office/drawing/2014/main" id="{B147C096-F6DD-CBB4-1381-47AEAEFE5FC5}"/>
                </a:ext>
              </a:extLst>
            </p:cNvPr>
            <p:cNvSpPr txBox="1">
              <a:spLocks noChangeArrowheads="1"/>
            </p:cNvSpPr>
            <p:nvPr/>
          </p:nvSpPr>
          <p:spPr bwMode="auto">
            <a:xfrm>
              <a:off x="3587" y="2523"/>
              <a:ext cx="1451" cy="250"/>
            </a:xfrm>
            <a:prstGeom prst="rect">
              <a:avLst/>
            </a:prstGeom>
            <a:solidFill>
              <a:srgbClr val="00FFCC"/>
            </a:solidFill>
            <a:ln>
              <a:noFill/>
            </a:ln>
            <a:extLst>
              <a:ext uri="{91240B29-F687-4F45-9708-019B960494DF}">
                <a14:hiddenLine xmlns:a14="http://schemas.microsoft.com/office/drawing/2010/main" w="25400">
                  <a:solidFill>
                    <a:srgbClr val="000000"/>
                  </a:solidFill>
                  <a:miter lim="800000"/>
                  <a:headEnd type="none" w="sm" len="sm"/>
                  <a:tailEnd type="none" w="med" len="lg"/>
                </a14:hiddenLine>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2000">
                  <a:latin typeface="Arial Narrow" panose="020B0606020202030204" pitchFamily="34" charset="0"/>
                </a:rPr>
                <a:t>结束</a:t>
              </a:r>
              <a:r>
                <a:rPr kumimoji="1" lang="en-US" altLang="zh-CN" sz="2000">
                  <a:latin typeface="Arial Narrow" panose="020B0606020202030204" pitchFamily="34" charset="0"/>
                </a:rPr>
                <a:t>-</a:t>
              </a:r>
              <a:r>
                <a:rPr kumimoji="1" lang="zh-CN" altLang="en-US" sz="2000">
                  <a:latin typeface="Arial Narrow" panose="020B0606020202030204" pitchFamily="34" charset="0"/>
                </a:rPr>
                <a:t>结束</a:t>
              </a:r>
            </a:p>
          </p:txBody>
        </p:sp>
        <p:sp>
          <p:nvSpPr>
            <p:cNvPr id="68620" name="Rectangle 31">
              <a:extLst>
                <a:ext uri="{FF2B5EF4-FFF2-40B4-BE49-F238E27FC236}">
                  <a16:creationId xmlns:a16="http://schemas.microsoft.com/office/drawing/2014/main" id="{3516AF38-768B-8666-A825-605BABFED248}"/>
                </a:ext>
              </a:extLst>
            </p:cNvPr>
            <p:cNvSpPr>
              <a:spLocks noChangeArrowheads="1"/>
            </p:cNvSpPr>
            <p:nvPr/>
          </p:nvSpPr>
          <p:spPr bwMode="auto">
            <a:xfrm>
              <a:off x="975" y="3128"/>
              <a:ext cx="705" cy="404"/>
            </a:xfrm>
            <a:prstGeom prst="rect">
              <a:avLst/>
            </a:prstGeom>
            <a:solidFill>
              <a:srgbClr val="FFCC00"/>
            </a:solidFill>
            <a:ln w="25400">
              <a:solidFill>
                <a:schemeClr val="tx1"/>
              </a:solidFill>
              <a:miter lim="800000"/>
              <a:headEnd type="none" w="sm" len="sm"/>
              <a:tailEnd type="none" w="med" len="lg"/>
            </a:ln>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3200">
                  <a:latin typeface="Arial Narrow" panose="020B0606020202030204" pitchFamily="34" charset="0"/>
                </a:rPr>
                <a:t>A</a:t>
              </a:r>
            </a:p>
          </p:txBody>
        </p:sp>
        <p:sp>
          <p:nvSpPr>
            <p:cNvPr id="68621" name="Rectangle 32">
              <a:extLst>
                <a:ext uri="{FF2B5EF4-FFF2-40B4-BE49-F238E27FC236}">
                  <a16:creationId xmlns:a16="http://schemas.microsoft.com/office/drawing/2014/main" id="{3CE17CE4-0711-012A-313C-797B2FF1F8A9}"/>
                </a:ext>
              </a:extLst>
            </p:cNvPr>
            <p:cNvSpPr>
              <a:spLocks noChangeArrowheads="1"/>
            </p:cNvSpPr>
            <p:nvPr/>
          </p:nvSpPr>
          <p:spPr bwMode="auto">
            <a:xfrm>
              <a:off x="2178" y="3128"/>
              <a:ext cx="704" cy="404"/>
            </a:xfrm>
            <a:prstGeom prst="rect">
              <a:avLst/>
            </a:prstGeom>
            <a:solidFill>
              <a:srgbClr val="FFCC00"/>
            </a:solidFill>
            <a:ln w="25400">
              <a:solidFill>
                <a:schemeClr val="tx1"/>
              </a:solidFill>
              <a:miter lim="800000"/>
              <a:headEnd type="none" w="sm" len="sm"/>
              <a:tailEnd type="none" w="med" len="lg"/>
            </a:ln>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3200">
                  <a:latin typeface="Arial Narrow" panose="020B0606020202030204" pitchFamily="34" charset="0"/>
                </a:rPr>
                <a:t>B</a:t>
              </a:r>
            </a:p>
          </p:txBody>
        </p:sp>
        <p:sp>
          <p:nvSpPr>
            <p:cNvPr id="68622" name="Line 36">
              <a:extLst>
                <a:ext uri="{FF2B5EF4-FFF2-40B4-BE49-F238E27FC236}">
                  <a16:creationId xmlns:a16="http://schemas.microsoft.com/office/drawing/2014/main" id="{20D83F10-1B58-E80E-B225-A6B8C13EE7BD}"/>
                </a:ext>
              </a:extLst>
            </p:cNvPr>
            <p:cNvSpPr>
              <a:spLocks noChangeShapeType="1"/>
            </p:cNvSpPr>
            <p:nvPr/>
          </p:nvSpPr>
          <p:spPr bwMode="auto">
            <a:xfrm flipV="1">
              <a:off x="1721" y="1842"/>
              <a:ext cx="0" cy="147"/>
            </a:xfrm>
            <a:prstGeom prst="line">
              <a:avLst/>
            </a:prstGeom>
            <a:noFill/>
            <a:ln w="25400">
              <a:solidFill>
                <a:schemeClr val="tx1"/>
              </a:solidFill>
              <a:round/>
              <a:headEnd type="none" w="sm" len="sm"/>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68623" name="Line 37">
              <a:extLst>
                <a:ext uri="{FF2B5EF4-FFF2-40B4-BE49-F238E27FC236}">
                  <a16:creationId xmlns:a16="http://schemas.microsoft.com/office/drawing/2014/main" id="{F7DB1675-03FC-1EB0-42A2-B333B5DE5087}"/>
                </a:ext>
              </a:extLst>
            </p:cNvPr>
            <p:cNvSpPr>
              <a:spLocks noChangeShapeType="1"/>
            </p:cNvSpPr>
            <p:nvPr/>
          </p:nvSpPr>
          <p:spPr bwMode="auto">
            <a:xfrm flipV="1">
              <a:off x="2218" y="1842"/>
              <a:ext cx="0" cy="147"/>
            </a:xfrm>
            <a:prstGeom prst="line">
              <a:avLst/>
            </a:prstGeom>
            <a:noFill/>
            <a:ln w="25400">
              <a:solidFill>
                <a:schemeClr val="tx1"/>
              </a:solidFill>
              <a:round/>
              <a:headEnd type="triangle" w="sm" len="sm"/>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68624" name="Line 38">
              <a:extLst>
                <a:ext uri="{FF2B5EF4-FFF2-40B4-BE49-F238E27FC236}">
                  <a16:creationId xmlns:a16="http://schemas.microsoft.com/office/drawing/2014/main" id="{8FCB7661-BED1-A449-3BC7-0361E911CB06}"/>
                </a:ext>
              </a:extLst>
            </p:cNvPr>
            <p:cNvSpPr>
              <a:spLocks noChangeShapeType="1"/>
            </p:cNvSpPr>
            <p:nvPr/>
          </p:nvSpPr>
          <p:spPr bwMode="auto">
            <a:xfrm flipV="1">
              <a:off x="4125" y="1842"/>
              <a:ext cx="0" cy="147"/>
            </a:xfrm>
            <a:prstGeom prst="line">
              <a:avLst/>
            </a:prstGeom>
            <a:noFill/>
            <a:ln w="25400">
              <a:solidFill>
                <a:schemeClr val="tx1"/>
              </a:solidFill>
              <a:round/>
              <a:headEnd type="none" w="sm" len="sm"/>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68625" name="Line 39">
              <a:extLst>
                <a:ext uri="{FF2B5EF4-FFF2-40B4-BE49-F238E27FC236}">
                  <a16:creationId xmlns:a16="http://schemas.microsoft.com/office/drawing/2014/main" id="{3F8D851E-1490-CE28-95A5-5F6FE8ACF448}"/>
                </a:ext>
              </a:extLst>
            </p:cNvPr>
            <p:cNvSpPr>
              <a:spLocks noChangeShapeType="1"/>
            </p:cNvSpPr>
            <p:nvPr/>
          </p:nvSpPr>
          <p:spPr bwMode="auto">
            <a:xfrm flipV="1">
              <a:off x="5328" y="1842"/>
              <a:ext cx="0" cy="147"/>
            </a:xfrm>
            <a:prstGeom prst="line">
              <a:avLst/>
            </a:prstGeom>
            <a:noFill/>
            <a:ln w="25400">
              <a:solidFill>
                <a:schemeClr val="tx1"/>
              </a:solidFill>
              <a:round/>
              <a:headEnd type="triangle" w="sm" len="sm"/>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68626" name="Line 40">
              <a:extLst>
                <a:ext uri="{FF2B5EF4-FFF2-40B4-BE49-F238E27FC236}">
                  <a16:creationId xmlns:a16="http://schemas.microsoft.com/office/drawing/2014/main" id="{1F7C2D20-CF43-B7A3-427D-1FF01CAEFADB}"/>
                </a:ext>
              </a:extLst>
            </p:cNvPr>
            <p:cNvSpPr>
              <a:spLocks noChangeShapeType="1"/>
            </p:cNvSpPr>
            <p:nvPr/>
          </p:nvSpPr>
          <p:spPr bwMode="auto">
            <a:xfrm flipV="1">
              <a:off x="975" y="2981"/>
              <a:ext cx="0" cy="147"/>
            </a:xfrm>
            <a:prstGeom prst="line">
              <a:avLst/>
            </a:prstGeom>
            <a:noFill/>
            <a:ln w="25400">
              <a:solidFill>
                <a:schemeClr val="tx1"/>
              </a:solidFill>
              <a:round/>
              <a:headEnd type="none" w="sm" len="sm"/>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68627" name="Line 41">
              <a:extLst>
                <a:ext uri="{FF2B5EF4-FFF2-40B4-BE49-F238E27FC236}">
                  <a16:creationId xmlns:a16="http://schemas.microsoft.com/office/drawing/2014/main" id="{730AFF9B-7E92-6771-36C7-A1DF02362893}"/>
                </a:ext>
              </a:extLst>
            </p:cNvPr>
            <p:cNvSpPr>
              <a:spLocks noChangeShapeType="1"/>
            </p:cNvSpPr>
            <p:nvPr/>
          </p:nvSpPr>
          <p:spPr bwMode="auto">
            <a:xfrm flipV="1">
              <a:off x="2178" y="2981"/>
              <a:ext cx="0" cy="147"/>
            </a:xfrm>
            <a:prstGeom prst="line">
              <a:avLst/>
            </a:prstGeom>
            <a:noFill/>
            <a:ln w="25400">
              <a:solidFill>
                <a:schemeClr val="tx1"/>
              </a:solidFill>
              <a:round/>
              <a:headEnd type="triangle" w="sm" len="sm"/>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68628" name="Line 44">
              <a:extLst>
                <a:ext uri="{FF2B5EF4-FFF2-40B4-BE49-F238E27FC236}">
                  <a16:creationId xmlns:a16="http://schemas.microsoft.com/office/drawing/2014/main" id="{50972351-3F9F-A987-E1C5-1806035493CC}"/>
                </a:ext>
              </a:extLst>
            </p:cNvPr>
            <p:cNvSpPr>
              <a:spLocks noChangeShapeType="1"/>
            </p:cNvSpPr>
            <p:nvPr/>
          </p:nvSpPr>
          <p:spPr bwMode="auto">
            <a:xfrm>
              <a:off x="1721" y="1842"/>
              <a:ext cx="497" cy="0"/>
            </a:xfrm>
            <a:prstGeom prst="line">
              <a:avLst/>
            </a:prstGeom>
            <a:noFill/>
            <a:ln w="25400">
              <a:solidFill>
                <a:schemeClr val="tx1"/>
              </a:solidFill>
              <a:round/>
              <a:headEnd type="none" w="sm" len="sm"/>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68629" name="Line 45">
              <a:extLst>
                <a:ext uri="{FF2B5EF4-FFF2-40B4-BE49-F238E27FC236}">
                  <a16:creationId xmlns:a16="http://schemas.microsoft.com/office/drawing/2014/main" id="{2F2CAE46-737A-8182-1F8E-6CD408975EB0}"/>
                </a:ext>
              </a:extLst>
            </p:cNvPr>
            <p:cNvSpPr>
              <a:spLocks noChangeShapeType="1"/>
            </p:cNvSpPr>
            <p:nvPr/>
          </p:nvSpPr>
          <p:spPr bwMode="auto">
            <a:xfrm>
              <a:off x="4125" y="1842"/>
              <a:ext cx="1203" cy="0"/>
            </a:xfrm>
            <a:prstGeom prst="line">
              <a:avLst/>
            </a:prstGeom>
            <a:noFill/>
            <a:ln w="25400">
              <a:solidFill>
                <a:schemeClr val="tx1"/>
              </a:solidFill>
              <a:round/>
              <a:headEnd type="none" w="sm" len="sm"/>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68630" name="Line 46">
              <a:extLst>
                <a:ext uri="{FF2B5EF4-FFF2-40B4-BE49-F238E27FC236}">
                  <a16:creationId xmlns:a16="http://schemas.microsoft.com/office/drawing/2014/main" id="{38E7BF70-4E10-3F0F-331F-B02EADBC348C}"/>
                </a:ext>
              </a:extLst>
            </p:cNvPr>
            <p:cNvSpPr>
              <a:spLocks noChangeShapeType="1"/>
            </p:cNvSpPr>
            <p:nvPr/>
          </p:nvSpPr>
          <p:spPr bwMode="auto">
            <a:xfrm>
              <a:off x="975" y="2981"/>
              <a:ext cx="1203" cy="0"/>
            </a:xfrm>
            <a:prstGeom prst="line">
              <a:avLst/>
            </a:prstGeom>
            <a:noFill/>
            <a:ln w="25400">
              <a:solidFill>
                <a:schemeClr val="tx1"/>
              </a:solidFill>
              <a:round/>
              <a:headEnd type="none" w="sm" len="sm"/>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68631" name="Rectangle 33">
              <a:extLst>
                <a:ext uri="{FF2B5EF4-FFF2-40B4-BE49-F238E27FC236}">
                  <a16:creationId xmlns:a16="http://schemas.microsoft.com/office/drawing/2014/main" id="{CE49FB2D-E918-3F33-E243-7D45E50D0C09}"/>
                </a:ext>
              </a:extLst>
            </p:cNvPr>
            <p:cNvSpPr>
              <a:spLocks noChangeArrowheads="1"/>
            </p:cNvSpPr>
            <p:nvPr/>
          </p:nvSpPr>
          <p:spPr bwMode="auto">
            <a:xfrm>
              <a:off x="3379" y="3122"/>
              <a:ext cx="706" cy="405"/>
            </a:xfrm>
            <a:prstGeom prst="rect">
              <a:avLst/>
            </a:prstGeom>
            <a:solidFill>
              <a:srgbClr val="FFCC00"/>
            </a:solidFill>
            <a:ln w="25400">
              <a:solidFill>
                <a:schemeClr val="tx1"/>
              </a:solidFill>
              <a:miter lim="800000"/>
              <a:headEnd type="none" w="sm" len="sm"/>
              <a:tailEnd type="none" w="med" len="lg"/>
            </a:ln>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3200">
                  <a:latin typeface="Arial Narrow" panose="020B0606020202030204" pitchFamily="34" charset="0"/>
                </a:rPr>
                <a:t>A</a:t>
              </a:r>
            </a:p>
          </p:txBody>
        </p:sp>
        <p:sp>
          <p:nvSpPr>
            <p:cNvPr id="68632" name="Rectangle 34">
              <a:extLst>
                <a:ext uri="{FF2B5EF4-FFF2-40B4-BE49-F238E27FC236}">
                  <a16:creationId xmlns:a16="http://schemas.microsoft.com/office/drawing/2014/main" id="{91118FFA-0C65-0EA5-8358-0C182A81023D}"/>
                </a:ext>
              </a:extLst>
            </p:cNvPr>
            <p:cNvSpPr>
              <a:spLocks noChangeArrowheads="1"/>
            </p:cNvSpPr>
            <p:nvPr/>
          </p:nvSpPr>
          <p:spPr bwMode="auto">
            <a:xfrm>
              <a:off x="4582" y="3122"/>
              <a:ext cx="704" cy="405"/>
            </a:xfrm>
            <a:prstGeom prst="rect">
              <a:avLst/>
            </a:prstGeom>
            <a:solidFill>
              <a:srgbClr val="FFCC00"/>
            </a:solidFill>
            <a:ln w="25400">
              <a:solidFill>
                <a:schemeClr val="tx1"/>
              </a:solidFill>
              <a:miter lim="800000"/>
              <a:headEnd type="none" w="sm" len="sm"/>
              <a:tailEnd type="none" w="med" len="lg"/>
            </a:ln>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3200">
                  <a:latin typeface="Arial Narrow" panose="020B0606020202030204" pitchFamily="34" charset="0"/>
                </a:rPr>
                <a:t>B</a:t>
              </a:r>
            </a:p>
          </p:txBody>
        </p:sp>
        <p:sp>
          <p:nvSpPr>
            <p:cNvPr id="68633" name="Line 42">
              <a:extLst>
                <a:ext uri="{FF2B5EF4-FFF2-40B4-BE49-F238E27FC236}">
                  <a16:creationId xmlns:a16="http://schemas.microsoft.com/office/drawing/2014/main" id="{63BAC274-2BB6-451E-E7F9-FFC1C526B8F9}"/>
                </a:ext>
              </a:extLst>
            </p:cNvPr>
            <p:cNvSpPr>
              <a:spLocks noChangeShapeType="1"/>
            </p:cNvSpPr>
            <p:nvPr/>
          </p:nvSpPr>
          <p:spPr bwMode="auto">
            <a:xfrm flipV="1">
              <a:off x="3379" y="2976"/>
              <a:ext cx="0" cy="146"/>
            </a:xfrm>
            <a:prstGeom prst="line">
              <a:avLst/>
            </a:prstGeom>
            <a:noFill/>
            <a:ln w="25400">
              <a:solidFill>
                <a:schemeClr val="tx1"/>
              </a:solidFill>
              <a:round/>
              <a:headEnd type="none" w="sm" len="sm"/>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68634" name="Line 43">
              <a:extLst>
                <a:ext uri="{FF2B5EF4-FFF2-40B4-BE49-F238E27FC236}">
                  <a16:creationId xmlns:a16="http://schemas.microsoft.com/office/drawing/2014/main" id="{BD98CCE6-28B4-0584-B442-2DF6BDDD9B97}"/>
                </a:ext>
              </a:extLst>
            </p:cNvPr>
            <p:cNvSpPr>
              <a:spLocks noChangeShapeType="1"/>
            </p:cNvSpPr>
            <p:nvPr/>
          </p:nvSpPr>
          <p:spPr bwMode="auto">
            <a:xfrm flipV="1">
              <a:off x="5286" y="2976"/>
              <a:ext cx="0" cy="146"/>
            </a:xfrm>
            <a:prstGeom prst="line">
              <a:avLst/>
            </a:prstGeom>
            <a:noFill/>
            <a:ln w="25400">
              <a:solidFill>
                <a:schemeClr val="tx1"/>
              </a:solidFill>
              <a:round/>
              <a:headEnd type="triangle" w="sm" len="sm"/>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68635" name="Line 47">
              <a:extLst>
                <a:ext uri="{FF2B5EF4-FFF2-40B4-BE49-F238E27FC236}">
                  <a16:creationId xmlns:a16="http://schemas.microsoft.com/office/drawing/2014/main" id="{6BEB4796-B466-11EC-860D-78826CB5697C}"/>
                </a:ext>
              </a:extLst>
            </p:cNvPr>
            <p:cNvSpPr>
              <a:spLocks noChangeShapeType="1"/>
            </p:cNvSpPr>
            <p:nvPr/>
          </p:nvSpPr>
          <p:spPr bwMode="auto">
            <a:xfrm>
              <a:off x="3379" y="2976"/>
              <a:ext cx="1907" cy="0"/>
            </a:xfrm>
            <a:prstGeom prst="line">
              <a:avLst/>
            </a:prstGeom>
            <a:noFill/>
            <a:ln w="25400">
              <a:solidFill>
                <a:schemeClr val="tx1"/>
              </a:solidFill>
              <a:round/>
              <a:headEnd type="none" w="sm" len="sm"/>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68636" name="Text Box 48">
              <a:extLst>
                <a:ext uri="{FF2B5EF4-FFF2-40B4-BE49-F238E27FC236}">
                  <a16:creationId xmlns:a16="http://schemas.microsoft.com/office/drawing/2014/main" id="{666CEE78-C468-42C5-374E-D18D0D8D4B0D}"/>
                </a:ext>
              </a:extLst>
            </p:cNvPr>
            <p:cNvSpPr txBox="1">
              <a:spLocks noChangeArrowheads="1"/>
            </p:cNvSpPr>
            <p:nvPr/>
          </p:nvSpPr>
          <p:spPr bwMode="auto">
            <a:xfrm>
              <a:off x="1216" y="3657"/>
              <a:ext cx="1572" cy="250"/>
            </a:xfrm>
            <a:prstGeom prst="rect">
              <a:avLst/>
            </a:prstGeom>
            <a:solidFill>
              <a:srgbClr val="00FFCC"/>
            </a:solidFill>
            <a:ln>
              <a:noFill/>
            </a:ln>
            <a:extLst>
              <a:ext uri="{91240B29-F687-4F45-9708-019B960494DF}">
                <a14:hiddenLine xmlns:a14="http://schemas.microsoft.com/office/drawing/2010/main" w="25400">
                  <a:solidFill>
                    <a:srgbClr val="000000"/>
                  </a:solidFill>
                  <a:miter lim="800000"/>
                  <a:headEnd type="none" w="sm" len="sm"/>
                  <a:tailEnd type="none" w="med" len="lg"/>
                </a14:hiddenLine>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2000">
                  <a:latin typeface="Arial Narrow" panose="020B0606020202030204" pitchFamily="34" charset="0"/>
                </a:rPr>
                <a:t>开始</a:t>
              </a:r>
              <a:r>
                <a:rPr kumimoji="1" lang="en-US" altLang="zh-CN" sz="2000">
                  <a:latin typeface="Arial Narrow" panose="020B0606020202030204" pitchFamily="34" charset="0"/>
                </a:rPr>
                <a:t>-</a:t>
              </a:r>
              <a:r>
                <a:rPr kumimoji="1" lang="zh-CN" altLang="en-US" sz="2000">
                  <a:latin typeface="Arial Narrow" panose="020B0606020202030204" pitchFamily="34" charset="0"/>
                </a:rPr>
                <a:t>开始</a:t>
              </a:r>
            </a:p>
          </p:txBody>
        </p:sp>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0907619F-4DA8-350E-165C-0C5F1DF885F5}"/>
              </a:ext>
            </a:extLst>
          </p:cNvPr>
          <p:cNvSpPr>
            <a:spLocks noGrp="1" noChangeArrowheads="1"/>
          </p:cNvSpPr>
          <p:nvPr>
            <p:ph type="title"/>
          </p:nvPr>
        </p:nvSpPr>
        <p:spPr/>
        <p:txBody>
          <a:bodyPr/>
          <a:lstStyle/>
          <a:p>
            <a:pPr eaLnBrk="1" hangingPunct="1"/>
            <a:r>
              <a:rPr kumimoji="1" lang="zh-CN" altLang="en-US"/>
              <a:t>软件项目进度计划</a:t>
            </a:r>
          </a:p>
        </p:txBody>
      </p:sp>
      <p:sp>
        <p:nvSpPr>
          <p:cNvPr id="69635" name="Rectangle 3">
            <a:extLst>
              <a:ext uri="{FF2B5EF4-FFF2-40B4-BE49-F238E27FC236}">
                <a16:creationId xmlns:a16="http://schemas.microsoft.com/office/drawing/2014/main" id="{8673BE8C-9B9F-A881-2DA6-8C1E32EFF0B9}"/>
              </a:ext>
            </a:extLst>
          </p:cNvPr>
          <p:cNvSpPr>
            <a:spLocks noGrp="1" noChangeArrowheads="1"/>
          </p:cNvSpPr>
          <p:nvPr>
            <p:ph type="body" idx="1"/>
          </p:nvPr>
        </p:nvSpPr>
        <p:spPr>
          <a:xfrm>
            <a:off x="684213" y="1916113"/>
            <a:ext cx="8280400" cy="4941887"/>
          </a:xfrm>
        </p:spPr>
        <p:txBody>
          <a:bodyPr/>
          <a:lstStyle/>
          <a:p>
            <a:pPr eaLnBrk="1" hangingPunct="1">
              <a:lnSpc>
                <a:spcPct val="130000"/>
              </a:lnSpc>
              <a:spcBef>
                <a:spcPct val="50000"/>
              </a:spcBef>
            </a:pPr>
            <a:r>
              <a:rPr lang="zh-CN" altLang="en-US" sz="2400" dirty="0">
                <a:solidFill>
                  <a:schemeClr val="accent2"/>
                </a:solidFill>
                <a:latin typeface="黑体" panose="02010609060101010101" pitchFamily="49" charset="-122"/>
                <a:ea typeface="黑体" panose="02010609060101010101" pitchFamily="49" charset="-122"/>
              </a:rPr>
              <a:t>网络图</a:t>
            </a:r>
            <a:r>
              <a:rPr lang="zh-CN" altLang="en-US" sz="1800" dirty="0">
                <a:solidFill>
                  <a:schemeClr val="accent2"/>
                </a:solidFill>
                <a:latin typeface="黑体" panose="02010609060101010101" pitchFamily="49" charset="-122"/>
                <a:ea typeface="黑体" panose="02010609060101010101" pitchFamily="49" charset="-122"/>
              </a:rPr>
              <a:t> </a:t>
            </a:r>
            <a:r>
              <a:rPr lang="en-US" altLang="zh-CN" sz="1800" dirty="0">
                <a:solidFill>
                  <a:schemeClr val="accent2"/>
                </a:solidFill>
                <a:ea typeface="黑体" panose="02010609060101010101" pitchFamily="49" charset="-122"/>
              </a:rPr>
              <a:t>——</a:t>
            </a:r>
            <a:r>
              <a:rPr lang="zh-CN" altLang="en-US" sz="1800" dirty="0">
                <a:solidFill>
                  <a:srgbClr val="B0AC00"/>
                </a:solidFill>
                <a:latin typeface="黑体" panose="02010609060101010101" pitchFamily="49" charset="-122"/>
                <a:ea typeface="黑体" panose="02010609060101010101" pitchFamily="49" charset="-122"/>
              </a:rPr>
              <a:t>展示项目中的各个活动以及活动之间的逻辑关系； 网络图是活动排序的一个输出；网络图可以表达活动的历时</a:t>
            </a:r>
          </a:p>
          <a:p>
            <a:pPr eaLnBrk="1" hangingPunct="1">
              <a:lnSpc>
                <a:spcPct val="130000"/>
              </a:lnSpc>
              <a:spcBef>
                <a:spcPct val="50000"/>
              </a:spcBef>
            </a:pPr>
            <a:r>
              <a:rPr lang="zh-CN" altLang="en-US" sz="1800" dirty="0">
                <a:solidFill>
                  <a:schemeClr val="accent2"/>
                </a:solidFill>
                <a:latin typeface="黑体" panose="02010609060101010101" pitchFamily="49" charset="-122"/>
                <a:ea typeface="黑体" panose="02010609060101010101" pitchFamily="49" charset="-122"/>
              </a:rPr>
              <a:t>常用网络图 </a:t>
            </a:r>
            <a:r>
              <a:rPr lang="en-US" altLang="zh-CN" sz="1800" dirty="0">
                <a:solidFill>
                  <a:schemeClr val="accent2"/>
                </a:solidFill>
                <a:ea typeface="黑体" panose="02010609060101010101" pitchFamily="49" charset="-122"/>
              </a:rPr>
              <a:t>——</a:t>
            </a:r>
            <a:r>
              <a:rPr lang="en-US" altLang="zh-CN" sz="1800" dirty="0">
                <a:solidFill>
                  <a:srgbClr val="CA5B08"/>
                </a:solidFill>
                <a:ea typeface="黑体" panose="02010609060101010101" pitchFamily="49" charset="-122"/>
              </a:rPr>
              <a:t>PDM</a:t>
            </a:r>
            <a:r>
              <a:rPr lang="en-US" altLang="zh-CN" sz="1800" dirty="0">
                <a:solidFill>
                  <a:srgbClr val="CA5B08"/>
                </a:solidFill>
                <a:latin typeface="黑体" panose="02010609060101010101" pitchFamily="49" charset="-122"/>
                <a:ea typeface="黑体" panose="02010609060101010101" pitchFamily="49" charset="-122"/>
              </a:rPr>
              <a:t>:</a:t>
            </a:r>
            <a:r>
              <a:rPr lang="zh-CN" altLang="en-US" sz="1800" dirty="0">
                <a:solidFill>
                  <a:srgbClr val="CA5B08"/>
                </a:solidFill>
                <a:latin typeface="黑体" panose="02010609060101010101" pitchFamily="49" charset="-122"/>
                <a:ea typeface="黑体" panose="02010609060101010101" pitchFamily="49" charset="-122"/>
              </a:rPr>
              <a:t>节点法 </a:t>
            </a:r>
            <a:r>
              <a:rPr lang="en-US" altLang="zh-CN" sz="1800" dirty="0">
                <a:solidFill>
                  <a:srgbClr val="CA5B08"/>
                </a:solidFill>
                <a:latin typeface="黑体" panose="02010609060101010101" pitchFamily="49" charset="-122"/>
                <a:ea typeface="黑体" panose="02010609060101010101" pitchFamily="49" charset="-122"/>
              </a:rPr>
              <a:t>(</a:t>
            </a:r>
            <a:r>
              <a:rPr lang="zh-CN" altLang="en-US" sz="1800" dirty="0">
                <a:solidFill>
                  <a:srgbClr val="CA5B08"/>
                </a:solidFill>
                <a:latin typeface="黑体" panose="02010609060101010101" pitchFamily="49" charset="-122"/>
                <a:ea typeface="黑体" panose="02010609060101010101" pitchFamily="49" charset="-122"/>
              </a:rPr>
              <a:t>单代号</a:t>
            </a:r>
            <a:r>
              <a:rPr lang="en-US" altLang="zh-CN" sz="1800" dirty="0">
                <a:solidFill>
                  <a:srgbClr val="CA5B08"/>
                </a:solidFill>
                <a:latin typeface="黑体" panose="02010609060101010101" pitchFamily="49" charset="-122"/>
                <a:ea typeface="黑体" panose="02010609060101010101" pitchFamily="49" charset="-122"/>
              </a:rPr>
              <a:t>)</a:t>
            </a:r>
            <a:r>
              <a:rPr lang="zh-CN" altLang="en-US" sz="1800" dirty="0">
                <a:solidFill>
                  <a:srgbClr val="CA5B08"/>
                </a:solidFill>
                <a:latin typeface="黑体" panose="02010609060101010101" pitchFamily="49" charset="-122"/>
                <a:ea typeface="黑体" panose="02010609060101010101" pitchFamily="49" charset="-122"/>
              </a:rPr>
              <a:t>网络图、</a:t>
            </a:r>
            <a:r>
              <a:rPr lang="en-US" altLang="zh-CN" sz="1800" dirty="0">
                <a:solidFill>
                  <a:srgbClr val="CA5B08"/>
                </a:solidFill>
                <a:ea typeface="黑体" panose="02010609060101010101" pitchFamily="49" charset="-122"/>
              </a:rPr>
              <a:t>ADM</a:t>
            </a:r>
            <a:r>
              <a:rPr lang="en-US" altLang="zh-CN" sz="1800" dirty="0">
                <a:solidFill>
                  <a:srgbClr val="CA5B08"/>
                </a:solidFill>
                <a:latin typeface="黑体" panose="02010609060101010101" pitchFamily="49" charset="-122"/>
                <a:ea typeface="黑体" panose="02010609060101010101" pitchFamily="49" charset="-122"/>
              </a:rPr>
              <a:t>:</a:t>
            </a:r>
            <a:r>
              <a:rPr lang="zh-CN" altLang="en-US" sz="1800" dirty="0">
                <a:solidFill>
                  <a:srgbClr val="CA5B08"/>
                </a:solidFill>
                <a:latin typeface="黑体" panose="02010609060101010101" pitchFamily="49" charset="-122"/>
                <a:ea typeface="黑体" panose="02010609060101010101" pitchFamily="49" charset="-122"/>
              </a:rPr>
              <a:t>箭线法 </a:t>
            </a:r>
            <a:r>
              <a:rPr lang="en-US" altLang="zh-CN" sz="1800" dirty="0">
                <a:solidFill>
                  <a:srgbClr val="CA5B08"/>
                </a:solidFill>
                <a:latin typeface="黑体" panose="02010609060101010101" pitchFamily="49" charset="-122"/>
                <a:ea typeface="黑体" panose="02010609060101010101" pitchFamily="49" charset="-122"/>
              </a:rPr>
              <a:t>(</a:t>
            </a:r>
            <a:r>
              <a:rPr lang="zh-CN" altLang="en-US" sz="1800" dirty="0">
                <a:solidFill>
                  <a:srgbClr val="CA5B08"/>
                </a:solidFill>
                <a:latin typeface="黑体" panose="02010609060101010101" pitchFamily="49" charset="-122"/>
                <a:ea typeface="黑体" panose="02010609060101010101" pitchFamily="49" charset="-122"/>
              </a:rPr>
              <a:t>双代号</a:t>
            </a:r>
            <a:r>
              <a:rPr lang="en-US" altLang="zh-CN" sz="1800" dirty="0">
                <a:solidFill>
                  <a:srgbClr val="CA5B08"/>
                </a:solidFill>
                <a:latin typeface="黑体" panose="02010609060101010101" pitchFamily="49" charset="-122"/>
                <a:ea typeface="黑体" panose="02010609060101010101" pitchFamily="49" charset="-122"/>
              </a:rPr>
              <a:t>)</a:t>
            </a:r>
            <a:r>
              <a:rPr lang="zh-CN" altLang="en-US" sz="1800" dirty="0">
                <a:solidFill>
                  <a:srgbClr val="CA5B08"/>
                </a:solidFill>
                <a:latin typeface="黑体" panose="02010609060101010101" pitchFamily="49" charset="-122"/>
                <a:ea typeface="黑体" panose="02010609060101010101" pitchFamily="49" charset="-122"/>
              </a:rPr>
              <a:t>网络图</a:t>
            </a:r>
          </a:p>
          <a:p>
            <a:pPr lvl="1" eaLnBrk="1" hangingPunct="1">
              <a:lnSpc>
                <a:spcPct val="130000"/>
              </a:lnSpc>
              <a:spcBef>
                <a:spcPct val="100000"/>
              </a:spcBef>
            </a:pPr>
            <a:r>
              <a:rPr lang="zh-CN" altLang="en-US" sz="1600" dirty="0">
                <a:latin typeface="宋体" panose="02010600030101010101" pitchFamily="2" charset="-122"/>
              </a:rPr>
              <a:t>在网络图中一个活动用一个方框、节点或者其他方式表示</a:t>
            </a:r>
          </a:p>
          <a:p>
            <a:pPr lvl="1" eaLnBrk="1" hangingPunct="1">
              <a:lnSpc>
                <a:spcPct val="130000"/>
              </a:lnSpc>
              <a:spcBef>
                <a:spcPct val="50000"/>
              </a:spcBef>
            </a:pPr>
            <a:r>
              <a:rPr lang="zh-CN" altLang="en-US" sz="1600" dirty="0">
                <a:latin typeface="宋体" panose="02010600030101010101" pitchFamily="2" charset="-122"/>
              </a:rPr>
              <a:t>每一个活动被各种关系线相连接着</a:t>
            </a:r>
          </a:p>
          <a:p>
            <a:pPr lvl="1" eaLnBrk="1" hangingPunct="1">
              <a:lnSpc>
                <a:spcPct val="130000"/>
              </a:lnSpc>
              <a:spcBef>
                <a:spcPct val="50000"/>
              </a:spcBef>
            </a:pPr>
            <a:r>
              <a:rPr lang="zh-CN" altLang="en-US" sz="1600" dirty="0">
                <a:latin typeface="宋体" panose="02010600030101010101" pitchFamily="2" charset="-122"/>
              </a:rPr>
              <a:t>将项目中的各个活动的逻辑关系表示出来</a:t>
            </a:r>
          </a:p>
          <a:p>
            <a:pPr lvl="1" eaLnBrk="1" hangingPunct="1">
              <a:lnSpc>
                <a:spcPct val="130000"/>
              </a:lnSpc>
              <a:spcBef>
                <a:spcPct val="50000"/>
              </a:spcBef>
            </a:pPr>
            <a:r>
              <a:rPr lang="zh-CN" altLang="en-US" sz="1600" dirty="0">
                <a:latin typeface="宋体" panose="02010600030101010101" pitchFamily="2" charset="-122"/>
              </a:rPr>
              <a:t>网络图开始于一个任务、工作、活动、里程碑</a:t>
            </a:r>
          </a:p>
          <a:p>
            <a:pPr lvl="1" eaLnBrk="1" hangingPunct="1">
              <a:lnSpc>
                <a:spcPct val="130000"/>
              </a:lnSpc>
              <a:spcBef>
                <a:spcPct val="50000"/>
              </a:spcBef>
            </a:pPr>
            <a:r>
              <a:rPr lang="zh-CN" altLang="en-US" sz="1600" dirty="0">
                <a:latin typeface="宋体" panose="02010600030101010101" pitchFamily="2" charset="-122"/>
              </a:rPr>
              <a:t>网络图结束于一个 任务、工作、活动、里程碑</a:t>
            </a:r>
          </a:p>
          <a:p>
            <a:pPr lvl="1" eaLnBrk="1" hangingPunct="1">
              <a:lnSpc>
                <a:spcPct val="130000"/>
              </a:lnSpc>
              <a:spcBef>
                <a:spcPct val="50000"/>
              </a:spcBef>
            </a:pPr>
            <a:r>
              <a:rPr lang="zh-CN" altLang="en-US" sz="1600" dirty="0">
                <a:latin typeface="宋体" panose="02010600030101010101" pitchFamily="2" charset="-122"/>
              </a:rPr>
              <a:t>有些活动前置任务或者后置任务</a:t>
            </a:r>
            <a:endParaRPr lang="en-US" altLang="zh-CN" sz="1600" dirty="0">
              <a:latin typeface="宋体" panose="02010600030101010101" pitchFamily="2" charset="-122"/>
            </a:endParaRPr>
          </a:p>
          <a:p>
            <a:pPr eaLnBrk="1" hangingPunct="1">
              <a:lnSpc>
                <a:spcPct val="130000"/>
              </a:lnSpc>
              <a:spcBef>
                <a:spcPct val="50000"/>
              </a:spcBef>
            </a:pPr>
            <a:r>
              <a:rPr lang="en-US" altLang="zh-CN" sz="1800" dirty="0">
                <a:latin typeface="宋体" panose="02010600030101010101" pitchFamily="2" charset="-122"/>
              </a:rPr>
              <a:t>PDM</a:t>
            </a:r>
            <a:r>
              <a:rPr lang="zh-CN" altLang="en-US" sz="1800" dirty="0">
                <a:latin typeface="宋体" panose="02010600030101010101" pitchFamily="2" charset="-122"/>
              </a:rPr>
              <a:t>和</a:t>
            </a:r>
            <a:r>
              <a:rPr lang="en-US" altLang="zh-CN" sz="1800" dirty="0">
                <a:latin typeface="宋体" panose="02010600030101010101" pitchFamily="2" charset="-122"/>
              </a:rPr>
              <a:t>ADM</a:t>
            </a:r>
            <a:r>
              <a:rPr lang="zh-CN" altLang="en-US" sz="1800" dirty="0">
                <a:latin typeface="宋体" panose="02010600030101010101" pitchFamily="2" charset="-122"/>
              </a:rPr>
              <a:t>区别，节点是时刻还是时间段（任务）</a:t>
            </a:r>
          </a:p>
          <a:p>
            <a:pPr eaLnBrk="1" hangingPunct="1">
              <a:lnSpc>
                <a:spcPct val="130000"/>
              </a:lnSpc>
              <a:spcBef>
                <a:spcPct val="50000"/>
              </a:spcBef>
            </a:pPr>
            <a:endParaRPr lang="zh-CN" altLang="en-US" sz="1800" dirty="0">
              <a:latin typeface="宋体" panose="02010600030101010101" pitchFamily="2" charset="-122"/>
            </a:endParaRPr>
          </a:p>
          <a:p>
            <a:pPr eaLnBrk="1" hangingPunct="1"/>
            <a:endParaRPr lang="en-US" altLang="zh-CN" sz="1800" dirty="0">
              <a:solidFill>
                <a:schemeClr val="accent2"/>
              </a:solidFill>
              <a:latin typeface="黑体" panose="02010609060101010101" pitchFamily="49" charset="-122"/>
              <a:ea typeface="黑体" panose="02010609060101010101" pitchFamily="49"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16D17F78-A101-C89B-4610-925EE0FB6588}"/>
              </a:ext>
            </a:extLst>
          </p:cNvPr>
          <p:cNvSpPr>
            <a:spLocks noGrp="1" noChangeArrowheads="1"/>
          </p:cNvSpPr>
          <p:nvPr>
            <p:ph type="title"/>
          </p:nvPr>
        </p:nvSpPr>
        <p:spPr/>
        <p:txBody>
          <a:bodyPr/>
          <a:lstStyle/>
          <a:p>
            <a:pPr eaLnBrk="1" hangingPunct="1"/>
            <a:r>
              <a:rPr kumimoji="1" lang="zh-CN" altLang="en-US"/>
              <a:t>软件项目进度计划</a:t>
            </a:r>
          </a:p>
        </p:txBody>
      </p:sp>
      <p:sp>
        <p:nvSpPr>
          <p:cNvPr id="70659" name="Rectangle 3">
            <a:extLst>
              <a:ext uri="{FF2B5EF4-FFF2-40B4-BE49-F238E27FC236}">
                <a16:creationId xmlns:a16="http://schemas.microsoft.com/office/drawing/2014/main" id="{4A07A0CE-19EA-5EF5-4D4D-80F279ECB981}"/>
              </a:ext>
            </a:extLst>
          </p:cNvPr>
          <p:cNvSpPr>
            <a:spLocks noGrp="1" noChangeArrowheads="1"/>
          </p:cNvSpPr>
          <p:nvPr>
            <p:ph type="body" idx="1"/>
          </p:nvPr>
        </p:nvSpPr>
        <p:spPr>
          <a:xfrm>
            <a:off x="539750" y="2060575"/>
            <a:ext cx="8424863" cy="4797425"/>
          </a:xfrm>
        </p:spPr>
        <p:txBody>
          <a:bodyPr/>
          <a:lstStyle/>
          <a:p>
            <a:pPr eaLnBrk="1" hangingPunct="1">
              <a:lnSpc>
                <a:spcPct val="130000"/>
              </a:lnSpc>
              <a:spcBef>
                <a:spcPct val="50000"/>
              </a:spcBef>
            </a:pPr>
            <a:r>
              <a:rPr lang="en-US" altLang="zh-CN" sz="2000">
                <a:solidFill>
                  <a:schemeClr val="accent2"/>
                </a:solidFill>
                <a:ea typeface="黑体" panose="02010609060101010101" pitchFamily="49" charset="-122"/>
              </a:rPr>
              <a:t>PDM(Precedence diagram )</a:t>
            </a:r>
          </a:p>
          <a:p>
            <a:pPr lvl="1" eaLnBrk="1" hangingPunct="1">
              <a:lnSpc>
                <a:spcPct val="130000"/>
              </a:lnSpc>
              <a:spcBef>
                <a:spcPct val="50000"/>
              </a:spcBef>
            </a:pPr>
            <a:r>
              <a:rPr lang="zh-CN" altLang="en-US" sz="2000">
                <a:latin typeface="黑体" panose="02010609060101010101" pitchFamily="49" charset="-122"/>
                <a:ea typeface="黑体" panose="02010609060101010101" pitchFamily="49" charset="-122"/>
              </a:rPr>
              <a:t>构成</a:t>
            </a:r>
            <a:r>
              <a:rPr lang="en-US" altLang="zh-CN" sz="2000">
                <a:ea typeface="黑体" panose="02010609060101010101" pitchFamily="49" charset="-122"/>
              </a:rPr>
              <a:t>PDM</a:t>
            </a:r>
            <a:r>
              <a:rPr lang="zh-CN" altLang="en-US" sz="2000">
                <a:latin typeface="黑体" panose="02010609060101010101" pitchFamily="49" charset="-122"/>
                <a:ea typeface="黑体" panose="02010609060101010101" pitchFamily="49" charset="-122"/>
              </a:rPr>
              <a:t>网络图的基本特点是节点</a:t>
            </a:r>
            <a:r>
              <a:rPr lang="en-US" altLang="zh-CN" sz="2000">
                <a:ea typeface="黑体" panose="02010609060101010101" pitchFamily="49" charset="-122"/>
              </a:rPr>
              <a:t>(Box)</a:t>
            </a:r>
          </a:p>
          <a:p>
            <a:pPr lvl="1" eaLnBrk="1" hangingPunct="1">
              <a:lnSpc>
                <a:spcPct val="130000"/>
              </a:lnSpc>
              <a:spcBef>
                <a:spcPct val="50000"/>
              </a:spcBef>
            </a:pPr>
            <a:r>
              <a:rPr lang="zh-CN" altLang="en-US" sz="2000">
                <a:latin typeface="黑体" panose="02010609060101010101" pitchFamily="49" charset="-122"/>
                <a:ea typeface="黑体" panose="02010609060101010101" pitchFamily="49" charset="-122"/>
              </a:rPr>
              <a:t>节点</a:t>
            </a:r>
            <a:r>
              <a:rPr lang="en-US" altLang="zh-CN" sz="2000">
                <a:ea typeface="黑体" panose="02010609060101010101" pitchFamily="49" charset="-122"/>
              </a:rPr>
              <a:t>(Box)</a:t>
            </a:r>
            <a:r>
              <a:rPr lang="zh-CN" altLang="en-US" sz="2000">
                <a:latin typeface="黑体" panose="02010609060101010101" pitchFamily="49" charset="-122"/>
                <a:ea typeface="黑体" panose="02010609060101010101" pitchFamily="49" charset="-122"/>
              </a:rPr>
              <a:t>表示活动</a:t>
            </a:r>
            <a:r>
              <a:rPr lang="en-US" altLang="zh-CN" sz="2000">
                <a:latin typeface="黑体" panose="02010609060101010101" pitchFamily="49" charset="-122"/>
                <a:ea typeface="黑体" panose="02010609060101010101" pitchFamily="49" charset="-122"/>
              </a:rPr>
              <a:t>(</a:t>
            </a:r>
            <a:r>
              <a:rPr lang="zh-CN" altLang="en-US" sz="2000">
                <a:latin typeface="黑体" panose="02010609060101010101" pitchFamily="49" charset="-122"/>
                <a:ea typeface="黑体" panose="02010609060101010101" pitchFamily="49" charset="-122"/>
              </a:rPr>
              <a:t>工序</a:t>
            </a:r>
            <a:r>
              <a:rPr lang="en-US" altLang="zh-CN" sz="2000">
                <a:latin typeface="黑体" panose="02010609060101010101" pitchFamily="49" charset="-122"/>
                <a:ea typeface="黑体" panose="02010609060101010101" pitchFamily="49" charset="-122"/>
              </a:rPr>
              <a:t>,</a:t>
            </a:r>
            <a:r>
              <a:rPr lang="zh-CN" altLang="en-US" sz="2000">
                <a:latin typeface="黑体" panose="02010609060101010101" pitchFamily="49" charset="-122"/>
                <a:ea typeface="黑体" panose="02010609060101010101" pitchFamily="49" charset="-122"/>
              </a:rPr>
              <a:t>工作</a:t>
            </a:r>
            <a:r>
              <a:rPr lang="en-US" altLang="zh-CN" sz="2000">
                <a:latin typeface="黑体" panose="02010609060101010101" pitchFamily="49" charset="-122"/>
                <a:ea typeface="黑体" panose="02010609060101010101" pitchFamily="49" charset="-122"/>
              </a:rPr>
              <a:t>)</a:t>
            </a:r>
          </a:p>
          <a:p>
            <a:pPr lvl="1" eaLnBrk="1" hangingPunct="1">
              <a:lnSpc>
                <a:spcPct val="130000"/>
              </a:lnSpc>
              <a:spcBef>
                <a:spcPct val="50000"/>
              </a:spcBef>
            </a:pPr>
            <a:r>
              <a:rPr lang="zh-CN" altLang="en-US" sz="2000">
                <a:latin typeface="黑体" panose="02010609060101010101" pitchFamily="49" charset="-122"/>
                <a:ea typeface="黑体" panose="02010609060101010101" pitchFamily="49" charset="-122"/>
              </a:rPr>
              <a:t>用箭线表示各活动</a:t>
            </a:r>
            <a:r>
              <a:rPr lang="en-US" altLang="zh-CN" sz="2000">
                <a:latin typeface="黑体" panose="02010609060101010101" pitchFamily="49" charset="-122"/>
                <a:ea typeface="黑体" panose="02010609060101010101" pitchFamily="49" charset="-122"/>
              </a:rPr>
              <a:t>(</a:t>
            </a:r>
            <a:r>
              <a:rPr lang="zh-CN" altLang="en-US" sz="2000">
                <a:latin typeface="黑体" panose="02010609060101010101" pitchFamily="49" charset="-122"/>
                <a:ea typeface="黑体" panose="02010609060101010101" pitchFamily="49" charset="-122"/>
              </a:rPr>
              <a:t>工序</a:t>
            </a:r>
            <a:r>
              <a:rPr lang="en-US" altLang="zh-CN" sz="2000">
                <a:latin typeface="黑体" panose="02010609060101010101" pitchFamily="49" charset="-122"/>
                <a:ea typeface="黑体" panose="02010609060101010101" pitchFamily="49" charset="-122"/>
              </a:rPr>
              <a:t>,</a:t>
            </a:r>
            <a:r>
              <a:rPr lang="zh-CN" altLang="en-US" sz="2000">
                <a:latin typeface="黑体" panose="02010609060101010101" pitchFamily="49" charset="-122"/>
                <a:ea typeface="黑体" panose="02010609060101010101" pitchFamily="49" charset="-122"/>
              </a:rPr>
              <a:t>工作</a:t>
            </a:r>
            <a:r>
              <a:rPr lang="en-US" altLang="zh-CN" sz="2000">
                <a:latin typeface="黑体" panose="02010609060101010101" pitchFamily="49" charset="-122"/>
                <a:ea typeface="黑体" panose="02010609060101010101" pitchFamily="49" charset="-122"/>
              </a:rPr>
              <a:t>)</a:t>
            </a:r>
            <a:r>
              <a:rPr lang="zh-CN" altLang="en-US" sz="2000">
                <a:latin typeface="黑体" panose="02010609060101010101" pitchFamily="49" charset="-122"/>
                <a:ea typeface="黑体" panose="02010609060101010101" pitchFamily="49" charset="-122"/>
              </a:rPr>
              <a:t>之间的逻辑关系</a:t>
            </a:r>
            <a:r>
              <a:rPr lang="en-US" altLang="zh-CN" sz="2000">
                <a:latin typeface="黑体" panose="02010609060101010101" pitchFamily="49" charset="-122"/>
                <a:ea typeface="黑体" panose="02010609060101010101" pitchFamily="49" charset="-122"/>
              </a:rPr>
              <a:t>.</a:t>
            </a:r>
          </a:p>
          <a:p>
            <a:pPr lvl="1" eaLnBrk="1" hangingPunct="1">
              <a:lnSpc>
                <a:spcPct val="130000"/>
              </a:lnSpc>
              <a:spcBef>
                <a:spcPct val="50000"/>
              </a:spcBef>
            </a:pPr>
            <a:r>
              <a:rPr lang="zh-CN" altLang="en-US" sz="2000">
                <a:latin typeface="黑体" panose="02010609060101010101" pitchFamily="49" charset="-122"/>
                <a:ea typeface="黑体" panose="02010609060101010101" pitchFamily="49" charset="-122"/>
              </a:rPr>
              <a:t>可以方便的表示活动之间的各种逻辑关系</a:t>
            </a:r>
          </a:p>
          <a:p>
            <a:pPr lvl="1" eaLnBrk="1" hangingPunct="1">
              <a:lnSpc>
                <a:spcPct val="130000"/>
              </a:lnSpc>
              <a:spcBef>
                <a:spcPct val="50000"/>
              </a:spcBef>
            </a:pPr>
            <a:r>
              <a:rPr lang="zh-CN" altLang="en-US" sz="2000">
                <a:latin typeface="黑体" panose="02010609060101010101" pitchFamily="49" charset="-122"/>
                <a:ea typeface="黑体" panose="02010609060101010101" pitchFamily="49" charset="-122"/>
              </a:rPr>
              <a:t>没有时标</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DF90640A-223F-D478-3026-32E2662AC3EB}"/>
              </a:ext>
            </a:extLst>
          </p:cNvPr>
          <p:cNvSpPr>
            <a:spLocks noGrp="1" noChangeArrowheads="1"/>
          </p:cNvSpPr>
          <p:nvPr>
            <p:ph type="title"/>
          </p:nvPr>
        </p:nvSpPr>
        <p:spPr/>
        <p:txBody>
          <a:bodyPr/>
          <a:lstStyle/>
          <a:p>
            <a:pPr eaLnBrk="1" hangingPunct="1"/>
            <a:r>
              <a:rPr kumimoji="1" lang="zh-CN" altLang="en-US"/>
              <a:t>软件项目进度计划</a:t>
            </a:r>
          </a:p>
        </p:txBody>
      </p:sp>
      <p:sp>
        <p:nvSpPr>
          <p:cNvPr id="71683" name="Rectangle 3">
            <a:extLst>
              <a:ext uri="{FF2B5EF4-FFF2-40B4-BE49-F238E27FC236}">
                <a16:creationId xmlns:a16="http://schemas.microsoft.com/office/drawing/2014/main" id="{816A0CF3-1427-C5A8-644B-09E005DDE59B}"/>
              </a:ext>
            </a:extLst>
          </p:cNvPr>
          <p:cNvSpPr>
            <a:spLocks noGrp="1" noChangeArrowheads="1"/>
          </p:cNvSpPr>
          <p:nvPr>
            <p:ph type="body" idx="1"/>
          </p:nvPr>
        </p:nvSpPr>
        <p:spPr>
          <a:xfrm>
            <a:off x="611188" y="2205038"/>
            <a:ext cx="8353425" cy="4652962"/>
          </a:xfrm>
        </p:spPr>
        <p:txBody>
          <a:bodyPr/>
          <a:lstStyle/>
          <a:p>
            <a:pPr eaLnBrk="1" hangingPunct="1"/>
            <a:r>
              <a:rPr lang="en-US" altLang="zh-CN" sz="2000">
                <a:solidFill>
                  <a:schemeClr val="accent2"/>
                </a:solidFill>
                <a:ea typeface="黑体" panose="02010609060101010101" pitchFamily="49" charset="-122"/>
              </a:rPr>
              <a:t>PDM</a:t>
            </a:r>
            <a:r>
              <a:rPr lang="zh-CN" altLang="en-US" sz="2000">
                <a:solidFill>
                  <a:schemeClr val="accent2"/>
                </a:solidFill>
                <a:ea typeface="黑体" panose="02010609060101010101" pitchFamily="49" charset="-122"/>
              </a:rPr>
              <a:t>网络图的关系</a:t>
            </a:r>
          </a:p>
        </p:txBody>
      </p:sp>
      <p:grpSp>
        <p:nvGrpSpPr>
          <p:cNvPr id="71684" name="Group 4">
            <a:extLst>
              <a:ext uri="{FF2B5EF4-FFF2-40B4-BE49-F238E27FC236}">
                <a16:creationId xmlns:a16="http://schemas.microsoft.com/office/drawing/2014/main" id="{2525E5D0-3F05-4076-5183-C5E5587CA4BF}"/>
              </a:ext>
            </a:extLst>
          </p:cNvPr>
          <p:cNvGrpSpPr>
            <a:grpSpLocks/>
          </p:cNvGrpSpPr>
          <p:nvPr/>
        </p:nvGrpSpPr>
        <p:grpSpPr bwMode="auto">
          <a:xfrm>
            <a:off x="1331913" y="3289300"/>
            <a:ext cx="7056437" cy="2660650"/>
            <a:chOff x="432" y="1584"/>
            <a:chExt cx="5136" cy="1676"/>
          </a:xfrm>
        </p:grpSpPr>
        <p:sp>
          <p:nvSpPr>
            <p:cNvPr id="71685" name="Text Box 5">
              <a:extLst>
                <a:ext uri="{FF2B5EF4-FFF2-40B4-BE49-F238E27FC236}">
                  <a16:creationId xmlns:a16="http://schemas.microsoft.com/office/drawing/2014/main" id="{4184BD90-1727-BB2F-4C41-A9A7EAD46D60}"/>
                </a:ext>
              </a:extLst>
            </p:cNvPr>
            <p:cNvSpPr txBox="1">
              <a:spLocks noChangeArrowheads="1"/>
            </p:cNvSpPr>
            <p:nvPr/>
          </p:nvSpPr>
          <p:spPr bwMode="auto">
            <a:xfrm>
              <a:off x="432" y="2317"/>
              <a:ext cx="626" cy="419"/>
            </a:xfrm>
            <a:prstGeom prst="rect">
              <a:avLst/>
            </a:prstGeom>
            <a:solidFill>
              <a:srgbClr val="CA5B08"/>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2400">
                  <a:solidFill>
                    <a:schemeClr val="bg1"/>
                  </a:solidFill>
                  <a:latin typeface="黑体" panose="02010609060101010101" pitchFamily="49" charset="-122"/>
                  <a:ea typeface="黑体" panose="02010609060101010101" pitchFamily="49" charset="-122"/>
                </a:rPr>
                <a:t>开始</a:t>
              </a:r>
            </a:p>
          </p:txBody>
        </p:sp>
        <p:sp>
          <p:nvSpPr>
            <p:cNvPr id="71686" name="Text Box 6">
              <a:extLst>
                <a:ext uri="{FF2B5EF4-FFF2-40B4-BE49-F238E27FC236}">
                  <a16:creationId xmlns:a16="http://schemas.microsoft.com/office/drawing/2014/main" id="{92C1FDED-1DC6-6DEE-62E6-BB7C72093796}"/>
                </a:ext>
              </a:extLst>
            </p:cNvPr>
            <p:cNvSpPr txBox="1">
              <a:spLocks noChangeArrowheads="1"/>
            </p:cNvSpPr>
            <p:nvPr/>
          </p:nvSpPr>
          <p:spPr bwMode="auto">
            <a:xfrm>
              <a:off x="2060" y="1584"/>
              <a:ext cx="752" cy="419"/>
            </a:xfrm>
            <a:prstGeom prst="rect">
              <a:avLst/>
            </a:prstGeom>
            <a:solidFill>
              <a:srgbClr val="CA5B08"/>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2400">
                  <a:solidFill>
                    <a:schemeClr val="bg1"/>
                  </a:solidFill>
                  <a:latin typeface="黑体" panose="02010609060101010101" pitchFamily="49" charset="-122"/>
                  <a:ea typeface="黑体" panose="02010609060101010101" pitchFamily="49" charset="-122"/>
                </a:rPr>
                <a:t>活动</a:t>
              </a:r>
              <a:r>
                <a:rPr lang="en-US" altLang="zh-CN" sz="2400">
                  <a:solidFill>
                    <a:schemeClr val="bg1"/>
                  </a:solidFill>
                  <a:latin typeface="黑体" panose="02010609060101010101" pitchFamily="49" charset="-122"/>
                  <a:ea typeface="黑体" panose="02010609060101010101" pitchFamily="49" charset="-122"/>
                </a:rPr>
                <a:t>1</a:t>
              </a:r>
            </a:p>
          </p:txBody>
        </p:sp>
        <p:sp>
          <p:nvSpPr>
            <p:cNvPr id="71687" name="Text Box 7">
              <a:extLst>
                <a:ext uri="{FF2B5EF4-FFF2-40B4-BE49-F238E27FC236}">
                  <a16:creationId xmlns:a16="http://schemas.microsoft.com/office/drawing/2014/main" id="{91D0BE3A-F752-1781-2F66-38AF79CB95FD}"/>
                </a:ext>
              </a:extLst>
            </p:cNvPr>
            <p:cNvSpPr txBox="1">
              <a:spLocks noChangeArrowheads="1"/>
            </p:cNvSpPr>
            <p:nvPr/>
          </p:nvSpPr>
          <p:spPr bwMode="auto">
            <a:xfrm>
              <a:off x="3438" y="1584"/>
              <a:ext cx="752" cy="419"/>
            </a:xfrm>
            <a:prstGeom prst="rect">
              <a:avLst/>
            </a:prstGeom>
            <a:solidFill>
              <a:srgbClr val="CA5B08"/>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2400">
                  <a:solidFill>
                    <a:schemeClr val="bg1"/>
                  </a:solidFill>
                  <a:latin typeface="黑体" panose="02010609060101010101" pitchFamily="49" charset="-122"/>
                  <a:ea typeface="黑体" panose="02010609060101010101" pitchFamily="49" charset="-122"/>
                </a:rPr>
                <a:t>活动</a:t>
              </a:r>
              <a:r>
                <a:rPr lang="en-US" altLang="zh-CN" sz="2400">
                  <a:solidFill>
                    <a:schemeClr val="bg1"/>
                  </a:solidFill>
                  <a:latin typeface="黑体" panose="02010609060101010101" pitchFamily="49" charset="-122"/>
                  <a:ea typeface="黑体" panose="02010609060101010101" pitchFamily="49" charset="-122"/>
                </a:rPr>
                <a:t>3</a:t>
              </a:r>
            </a:p>
          </p:txBody>
        </p:sp>
        <p:sp>
          <p:nvSpPr>
            <p:cNvPr id="71688" name="Text Box 8">
              <a:extLst>
                <a:ext uri="{FF2B5EF4-FFF2-40B4-BE49-F238E27FC236}">
                  <a16:creationId xmlns:a16="http://schemas.microsoft.com/office/drawing/2014/main" id="{94FD39B2-F0A6-3A6D-C79C-3621B1BFF79B}"/>
                </a:ext>
              </a:extLst>
            </p:cNvPr>
            <p:cNvSpPr txBox="1">
              <a:spLocks noChangeArrowheads="1"/>
            </p:cNvSpPr>
            <p:nvPr/>
          </p:nvSpPr>
          <p:spPr bwMode="auto">
            <a:xfrm>
              <a:off x="2687" y="2841"/>
              <a:ext cx="751" cy="419"/>
            </a:xfrm>
            <a:prstGeom prst="rect">
              <a:avLst/>
            </a:prstGeom>
            <a:solidFill>
              <a:srgbClr val="CA5B08"/>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2400">
                  <a:solidFill>
                    <a:schemeClr val="bg1"/>
                  </a:solidFill>
                  <a:latin typeface="黑体" panose="02010609060101010101" pitchFamily="49" charset="-122"/>
                  <a:ea typeface="黑体" panose="02010609060101010101" pitchFamily="49" charset="-122"/>
                </a:rPr>
                <a:t>活动</a:t>
              </a:r>
              <a:r>
                <a:rPr lang="en-US" altLang="zh-CN" sz="2400">
                  <a:solidFill>
                    <a:schemeClr val="bg1"/>
                  </a:solidFill>
                  <a:latin typeface="黑体" panose="02010609060101010101" pitchFamily="49" charset="-122"/>
                  <a:ea typeface="黑体" panose="02010609060101010101" pitchFamily="49" charset="-122"/>
                </a:rPr>
                <a:t>2</a:t>
              </a:r>
            </a:p>
          </p:txBody>
        </p:sp>
        <p:sp>
          <p:nvSpPr>
            <p:cNvPr id="71689" name="Text Box 9">
              <a:extLst>
                <a:ext uri="{FF2B5EF4-FFF2-40B4-BE49-F238E27FC236}">
                  <a16:creationId xmlns:a16="http://schemas.microsoft.com/office/drawing/2014/main" id="{156D0DE9-371F-E9F2-D313-A6C21E9C3B2D}"/>
                </a:ext>
              </a:extLst>
            </p:cNvPr>
            <p:cNvSpPr txBox="1">
              <a:spLocks noChangeArrowheads="1"/>
            </p:cNvSpPr>
            <p:nvPr/>
          </p:nvSpPr>
          <p:spPr bwMode="auto">
            <a:xfrm>
              <a:off x="4942" y="2317"/>
              <a:ext cx="626" cy="419"/>
            </a:xfrm>
            <a:prstGeom prst="rect">
              <a:avLst/>
            </a:prstGeom>
            <a:solidFill>
              <a:srgbClr val="CA5B08"/>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2400">
                  <a:solidFill>
                    <a:schemeClr val="bg1"/>
                  </a:solidFill>
                  <a:latin typeface="黑体" panose="02010609060101010101" pitchFamily="49" charset="-122"/>
                  <a:ea typeface="黑体" panose="02010609060101010101" pitchFamily="49" charset="-122"/>
                </a:rPr>
                <a:t>结束</a:t>
              </a:r>
            </a:p>
          </p:txBody>
        </p:sp>
        <p:sp>
          <p:nvSpPr>
            <p:cNvPr id="71690" name="Line 10">
              <a:extLst>
                <a:ext uri="{FF2B5EF4-FFF2-40B4-BE49-F238E27FC236}">
                  <a16:creationId xmlns:a16="http://schemas.microsoft.com/office/drawing/2014/main" id="{3DA05F3C-C9A6-62A3-6782-AC82C83E1FB9}"/>
                </a:ext>
              </a:extLst>
            </p:cNvPr>
            <p:cNvSpPr>
              <a:spLocks noChangeShapeType="1"/>
            </p:cNvSpPr>
            <p:nvPr/>
          </p:nvSpPr>
          <p:spPr bwMode="auto">
            <a:xfrm>
              <a:off x="1058" y="2631"/>
              <a:ext cx="1629" cy="41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691" name="Line 11">
              <a:extLst>
                <a:ext uri="{FF2B5EF4-FFF2-40B4-BE49-F238E27FC236}">
                  <a16:creationId xmlns:a16="http://schemas.microsoft.com/office/drawing/2014/main" id="{D06C45C4-EC8B-7754-B1C2-402E7C82AE73}"/>
                </a:ext>
              </a:extLst>
            </p:cNvPr>
            <p:cNvSpPr>
              <a:spLocks noChangeShapeType="1"/>
            </p:cNvSpPr>
            <p:nvPr/>
          </p:nvSpPr>
          <p:spPr bwMode="auto">
            <a:xfrm flipV="1">
              <a:off x="1058" y="1793"/>
              <a:ext cx="1002" cy="73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692" name="Line 12">
              <a:extLst>
                <a:ext uri="{FF2B5EF4-FFF2-40B4-BE49-F238E27FC236}">
                  <a16:creationId xmlns:a16="http://schemas.microsoft.com/office/drawing/2014/main" id="{0439C78F-47E7-B456-5652-2DAEF4B8A1DE}"/>
                </a:ext>
              </a:extLst>
            </p:cNvPr>
            <p:cNvSpPr>
              <a:spLocks noChangeShapeType="1"/>
            </p:cNvSpPr>
            <p:nvPr/>
          </p:nvSpPr>
          <p:spPr bwMode="auto">
            <a:xfrm>
              <a:off x="2812" y="1793"/>
              <a:ext cx="626"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693" name="Line 13">
              <a:extLst>
                <a:ext uri="{FF2B5EF4-FFF2-40B4-BE49-F238E27FC236}">
                  <a16:creationId xmlns:a16="http://schemas.microsoft.com/office/drawing/2014/main" id="{370E73A1-73CE-3047-A35D-AA37198385AD}"/>
                </a:ext>
              </a:extLst>
            </p:cNvPr>
            <p:cNvSpPr>
              <a:spLocks noChangeShapeType="1"/>
            </p:cNvSpPr>
            <p:nvPr/>
          </p:nvSpPr>
          <p:spPr bwMode="auto">
            <a:xfrm flipV="1">
              <a:off x="3438" y="2527"/>
              <a:ext cx="1504" cy="52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694" name="Line 14">
              <a:extLst>
                <a:ext uri="{FF2B5EF4-FFF2-40B4-BE49-F238E27FC236}">
                  <a16:creationId xmlns:a16="http://schemas.microsoft.com/office/drawing/2014/main" id="{B6DC0E0A-1F47-0B3D-5653-6F1A8AA54431}"/>
                </a:ext>
              </a:extLst>
            </p:cNvPr>
            <p:cNvSpPr>
              <a:spLocks noChangeShapeType="1"/>
            </p:cNvSpPr>
            <p:nvPr/>
          </p:nvSpPr>
          <p:spPr bwMode="auto">
            <a:xfrm>
              <a:off x="4190" y="1793"/>
              <a:ext cx="752" cy="62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B87BD757-5B44-F858-C302-B8682BE10552}"/>
              </a:ext>
            </a:extLst>
          </p:cNvPr>
          <p:cNvSpPr>
            <a:spLocks noGrp="1" noChangeArrowheads="1"/>
          </p:cNvSpPr>
          <p:nvPr>
            <p:ph type="title"/>
          </p:nvPr>
        </p:nvSpPr>
        <p:spPr/>
        <p:txBody>
          <a:bodyPr/>
          <a:lstStyle/>
          <a:p>
            <a:pPr eaLnBrk="1" hangingPunct="1"/>
            <a:r>
              <a:rPr kumimoji="1" lang="zh-CN" altLang="en-US"/>
              <a:t>软件项目进度计划</a:t>
            </a:r>
          </a:p>
        </p:txBody>
      </p:sp>
      <p:sp>
        <p:nvSpPr>
          <p:cNvPr id="72707" name="Rectangle 3">
            <a:extLst>
              <a:ext uri="{FF2B5EF4-FFF2-40B4-BE49-F238E27FC236}">
                <a16:creationId xmlns:a16="http://schemas.microsoft.com/office/drawing/2014/main" id="{59FE5CF8-3E6B-FC32-6870-95BE161F7482}"/>
              </a:ext>
            </a:extLst>
          </p:cNvPr>
          <p:cNvSpPr>
            <a:spLocks noGrp="1" noChangeArrowheads="1"/>
          </p:cNvSpPr>
          <p:nvPr>
            <p:ph type="body" idx="1"/>
          </p:nvPr>
        </p:nvSpPr>
        <p:spPr>
          <a:xfrm>
            <a:off x="323850" y="1989138"/>
            <a:ext cx="8640763" cy="4868862"/>
          </a:xfrm>
        </p:spPr>
        <p:txBody>
          <a:bodyPr/>
          <a:lstStyle/>
          <a:p>
            <a:pPr eaLnBrk="1" hangingPunct="1"/>
            <a:r>
              <a:rPr lang="zh-CN" altLang="en-US" sz="2000">
                <a:solidFill>
                  <a:schemeClr val="accent2"/>
                </a:solidFill>
                <a:ea typeface="黑体" panose="02010609060101010101" pitchFamily="49" charset="-122"/>
              </a:rPr>
              <a:t>软件项目的</a:t>
            </a:r>
            <a:r>
              <a:rPr lang="en-US" altLang="zh-CN" sz="2000">
                <a:solidFill>
                  <a:schemeClr val="accent2"/>
                </a:solidFill>
                <a:ea typeface="黑体" panose="02010609060101010101" pitchFamily="49" charset="-122"/>
              </a:rPr>
              <a:t>PDM</a:t>
            </a:r>
            <a:r>
              <a:rPr lang="zh-CN" altLang="en-US" sz="2000">
                <a:solidFill>
                  <a:schemeClr val="accent2"/>
                </a:solidFill>
                <a:ea typeface="黑体" panose="02010609060101010101" pitchFamily="49" charset="-122"/>
              </a:rPr>
              <a:t>图例</a:t>
            </a:r>
          </a:p>
          <a:p>
            <a:pPr eaLnBrk="1" hangingPunct="1"/>
            <a:endParaRPr lang="en-US" altLang="zh-CN" sz="2000">
              <a:solidFill>
                <a:schemeClr val="accent2"/>
              </a:solidFill>
              <a:ea typeface="黑体" panose="02010609060101010101" pitchFamily="49" charset="-122"/>
            </a:endParaRPr>
          </a:p>
        </p:txBody>
      </p:sp>
      <p:grpSp>
        <p:nvGrpSpPr>
          <p:cNvPr id="72708" name="Group 52">
            <a:extLst>
              <a:ext uri="{FF2B5EF4-FFF2-40B4-BE49-F238E27FC236}">
                <a16:creationId xmlns:a16="http://schemas.microsoft.com/office/drawing/2014/main" id="{7D3B6AEF-D191-1C7D-5E9E-CC778350D881}"/>
              </a:ext>
            </a:extLst>
          </p:cNvPr>
          <p:cNvGrpSpPr>
            <a:grpSpLocks/>
          </p:cNvGrpSpPr>
          <p:nvPr/>
        </p:nvGrpSpPr>
        <p:grpSpPr bwMode="auto">
          <a:xfrm>
            <a:off x="900113" y="2808288"/>
            <a:ext cx="8077200" cy="3500437"/>
            <a:chOff x="192" y="1392"/>
            <a:chExt cx="5088" cy="2205"/>
          </a:xfrm>
        </p:grpSpPr>
        <p:sp>
          <p:nvSpPr>
            <p:cNvPr id="72709" name="Rectangle 53">
              <a:extLst>
                <a:ext uri="{FF2B5EF4-FFF2-40B4-BE49-F238E27FC236}">
                  <a16:creationId xmlns:a16="http://schemas.microsoft.com/office/drawing/2014/main" id="{E6B255BC-E35E-9D63-0860-BEB827921524}"/>
                </a:ext>
              </a:extLst>
            </p:cNvPr>
            <p:cNvSpPr>
              <a:spLocks noChangeArrowheads="1"/>
            </p:cNvSpPr>
            <p:nvPr/>
          </p:nvSpPr>
          <p:spPr bwMode="auto">
            <a:xfrm>
              <a:off x="192" y="2208"/>
              <a:ext cx="322" cy="648"/>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2000">
                  <a:solidFill>
                    <a:schemeClr val="accent2"/>
                  </a:solidFill>
                  <a:latin typeface="Times New Roman" panose="02020603050405020304" pitchFamily="18" charset="0"/>
                  <a:ea typeface="黑体" panose="02010609060101010101" pitchFamily="49" charset="-122"/>
                </a:rPr>
                <a:t>开始</a:t>
              </a:r>
            </a:p>
          </p:txBody>
        </p:sp>
        <p:sp>
          <p:nvSpPr>
            <p:cNvPr id="72710" name="Rectangle 54">
              <a:extLst>
                <a:ext uri="{FF2B5EF4-FFF2-40B4-BE49-F238E27FC236}">
                  <a16:creationId xmlns:a16="http://schemas.microsoft.com/office/drawing/2014/main" id="{4C814E6F-A49E-3AD8-3FF9-BF798EEEC715}"/>
                </a:ext>
              </a:extLst>
            </p:cNvPr>
            <p:cNvSpPr>
              <a:spLocks noChangeArrowheads="1"/>
            </p:cNvSpPr>
            <p:nvPr/>
          </p:nvSpPr>
          <p:spPr bwMode="auto">
            <a:xfrm>
              <a:off x="654" y="2921"/>
              <a:ext cx="498" cy="648"/>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zh-CN" altLang="en-US" sz="2000">
                  <a:solidFill>
                    <a:schemeClr val="accent2"/>
                  </a:solidFill>
                  <a:latin typeface="Times New Roman" panose="02020603050405020304" pitchFamily="18" charset="0"/>
                  <a:ea typeface="黑体" panose="02010609060101010101" pitchFamily="49" charset="-122"/>
                </a:rPr>
                <a:t>需求获取</a:t>
              </a:r>
            </a:p>
            <a:p>
              <a:pPr algn="ctr">
                <a:lnSpc>
                  <a:spcPct val="72000"/>
                </a:lnSpc>
                <a:spcBef>
                  <a:spcPct val="0"/>
                </a:spcBef>
                <a:buClrTx/>
                <a:buFontTx/>
                <a:buNone/>
              </a:pPr>
              <a:endParaRPr lang="en-US" altLang="zh-CN" sz="2000">
                <a:solidFill>
                  <a:schemeClr val="accent2"/>
                </a:solidFill>
                <a:latin typeface="Times New Roman" panose="02020603050405020304" pitchFamily="18" charset="0"/>
                <a:ea typeface="黑体" panose="02010609060101010101" pitchFamily="49" charset="-122"/>
              </a:endParaRPr>
            </a:p>
          </p:txBody>
        </p:sp>
        <p:sp>
          <p:nvSpPr>
            <p:cNvPr id="72711" name="Rectangle 55">
              <a:extLst>
                <a:ext uri="{FF2B5EF4-FFF2-40B4-BE49-F238E27FC236}">
                  <a16:creationId xmlns:a16="http://schemas.microsoft.com/office/drawing/2014/main" id="{3A50C8D8-137B-945D-02D3-044D8AB2E53A}"/>
                </a:ext>
              </a:extLst>
            </p:cNvPr>
            <p:cNvSpPr>
              <a:spLocks noChangeArrowheads="1"/>
            </p:cNvSpPr>
            <p:nvPr/>
          </p:nvSpPr>
          <p:spPr bwMode="auto">
            <a:xfrm>
              <a:off x="661" y="1467"/>
              <a:ext cx="497" cy="648"/>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zh-CN" altLang="en-US" sz="2000">
                  <a:solidFill>
                    <a:schemeClr val="accent2"/>
                  </a:solidFill>
                  <a:latin typeface="Times New Roman" panose="02020603050405020304" pitchFamily="18" charset="0"/>
                  <a:ea typeface="黑体" panose="02010609060101010101" pitchFamily="49" charset="-122"/>
                </a:rPr>
                <a:t>项目规划</a:t>
              </a:r>
            </a:p>
            <a:p>
              <a:pPr algn="ctr">
                <a:lnSpc>
                  <a:spcPct val="72000"/>
                </a:lnSpc>
                <a:spcBef>
                  <a:spcPct val="0"/>
                </a:spcBef>
                <a:buClrTx/>
                <a:buFontTx/>
                <a:buNone/>
              </a:pPr>
              <a:endParaRPr lang="en-US" altLang="zh-CN" sz="2000">
                <a:solidFill>
                  <a:schemeClr val="accent2"/>
                </a:solidFill>
                <a:latin typeface="Times New Roman" panose="02020603050405020304" pitchFamily="18" charset="0"/>
                <a:ea typeface="黑体" panose="02010609060101010101" pitchFamily="49" charset="-122"/>
              </a:endParaRPr>
            </a:p>
          </p:txBody>
        </p:sp>
        <p:sp>
          <p:nvSpPr>
            <p:cNvPr id="72712" name="Rectangle 56">
              <a:extLst>
                <a:ext uri="{FF2B5EF4-FFF2-40B4-BE49-F238E27FC236}">
                  <a16:creationId xmlns:a16="http://schemas.microsoft.com/office/drawing/2014/main" id="{6FD37282-51B2-FB22-A0A5-FC3E124D1071}"/>
                </a:ext>
              </a:extLst>
            </p:cNvPr>
            <p:cNvSpPr>
              <a:spLocks noChangeArrowheads="1"/>
            </p:cNvSpPr>
            <p:nvPr/>
          </p:nvSpPr>
          <p:spPr bwMode="auto">
            <a:xfrm>
              <a:off x="1296" y="2923"/>
              <a:ext cx="497" cy="648"/>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zh-CN" altLang="en-US" sz="2000">
                  <a:solidFill>
                    <a:schemeClr val="accent2"/>
                  </a:solidFill>
                  <a:latin typeface="Times New Roman" panose="02020603050405020304" pitchFamily="18" charset="0"/>
                  <a:ea typeface="黑体" panose="02010609060101010101" pitchFamily="49" charset="-122"/>
                </a:rPr>
                <a:t>需求确认</a:t>
              </a:r>
            </a:p>
            <a:p>
              <a:pPr algn="ctr">
                <a:lnSpc>
                  <a:spcPct val="72000"/>
                </a:lnSpc>
                <a:spcBef>
                  <a:spcPct val="0"/>
                </a:spcBef>
                <a:buClrTx/>
                <a:buFontTx/>
                <a:buNone/>
              </a:pPr>
              <a:endParaRPr lang="zh-CN" altLang="en-US" sz="900">
                <a:solidFill>
                  <a:schemeClr val="accent2"/>
                </a:solidFill>
                <a:latin typeface="Times New Roman" panose="02020603050405020304" pitchFamily="18" charset="0"/>
                <a:ea typeface="黑体" panose="02010609060101010101" pitchFamily="49" charset="-122"/>
              </a:endParaRPr>
            </a:p>
            <a:p>
              <a:pPr algn="ctr">
                <a:lnSpc>
                  <a:spcPct val="72000"/>
                </a:lnSpc>
                <a:spcBef>
                  <a:spcPct val="0"/>
                </a:spcBef>
                <a:buClrTx/>
                <a:buFontTx/>
                <a:buNone/>
              </a:pPr>
              <a:endParaRPr lang="zh-CN" altLang="en-US" sz="900">
                <a:solidFill>
                  <a:schemeClr val="accent2"/>
                </a:solidFill>
                <a:latin typeface="Times New Roman" panose="02020603050405020304" pitchFamily="18" charset="0"/>
                <a:ea typeface="黑体" panose="02010609060101010101" pitchFamily="49" charset="-122"/>
              </a:endParaRPr>
            </a:p>
            <a:p>
              <a:pPr algn="ctr">
                <a:spcBef>
                  <a:spcPct val="0"/>
                </a:spcBef>
                <a:buClrTx/>
                <a:buFontTx/>
                <a:buNone/>
              </a:pPr>
              <a:endParaRPr lang="en-US" altLang="zh-CN" sz="1000">
                <a:solidFill>
                  <a:schemeClr val="accent2"/>
                </a:solidFill>
                <a:latin typeface="Times New Roman" panose="02020603050405020304" pitchFamily="18" charset="0"/>
                <a:ea typeface="黑体" panose="02010609060101010101" pitchFamily="49" charset="-122"/>
              </a:endParaRPr>
            </a:p>
          </p:txBody>
        </p:sp>
        <p:sp>
          <p:nvSpPr>
            <p:cNvPr id="72713" name="Rectangle 57">
              <a:extLst>
                <a:ext uri="{FF2B5EF4-FFF2-40B4-BE49-F238E27FC236}">
                  <a16:creationId xmlns:a16="http://schemas.microsoft.com/office/drawing/2014/main" id="{1539B1E6-37C3-1561-9AF6-02E1DD4B9B77}"/>
                </a:ext>
              </a:extLst>
            </p:cNvPr>
            <p:cNvSpPr>
              <a:spLocks noChangeArrowheads="1"/>
            </p:cNvSpPr>
            <p:nvPr/>
          </p:nvSpPr>
          <p:spPr bwMode="auto">
            <a:xfrm>
              <a:off x="1912" y="2152"/>
              <a:ext cx="498" cy="647"/>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zh-CN" altLang="en-US" sz="2000">
                  <a:solidFill>
                    <a:schemeClr val="accent2"/>
                  </a:solidFill>
                  <a:latin typeface="Times New Roman" panose="02020603050405020304" pitchFamily="18" charset="0"/>
                  <a:ea typeface="黑体" panose="02010609060101010101" pitchFamily="49" charset="-122"/>
                </a:rPr>
                <a:t>项目计划评审</a:t>
              </a:r>
            </a:p>
            <a:p>
              <a:pPr algn="ctr">
                <a:spcBef>
                  <a:spcPct val="0"/>
                </a:spcBef>
                <a:buClrTx/>
                <a:buFontTx/>
                <a:buNone/>
              </a:pPr>
              <a:endParaRPr lang="en-US" altLang="zh-CN" sz="2400">
                <a:solidFill>
                  <a:schemeClr val="accent2"/>
                </a:solidFill>
                <a:latin typeface="Times New Roman" panose="02020603050405020304" pitchFamily="18" charset="0"/>
                <a:ea typeface="黑体" panose="02010609060101010101" pitchFamily="49" charset="-122"/>
              </a:endParaRPr>
            </a:p>
          </p:txBody>
        </p:sp>
        <p:sp>
          <p:nvSpPr>
            <p:cNvPr id="72714" name="Rectangle 58">
              <a:extLst>
                <a:ext uri="{FF2B5EF4-FFF2-40B4-BE49-F238E27FC236}">
                  <a16:creationId xmlns:a16="http://schemas.microsoft.com/office/drawing/2014/main" id="{6F6932A1-A74C-92BA-C00B-9E9CD3B33552}"/>
                </a:ext>
              </a:extLst>
            </p:cNvPr>
            <p:cNvSpPr>
              <a:spLocks noChangeArrowheads="1"/>
            </p:cNvSpPr>
            <p:nvPr/>
          </p:nvSpPr>
          <p:spPr bwMode="auto">
            <a:xfrm>
              <a:off x="2517" y="1392"/>
              <a:ext cx="498" cy="647"/>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zh-CN" altLang="en-US" sz="2000">
                  <a:solidFill>
                    <a:schemeClr val="accent2"/>
                  </a:solidFill>
                  <a:latin typeface="Times New Roman" panose="02020603050405020304" pitchFamily="18" charset="0"/>
                  <a:ea typeface="黑体" panose="02010609060101010101" pitchFamily="49" charset="-122"/>
                </a:rPr>
                <a:t>总体设计</a:t>
              </a:r>
            </a:p>
            <a:p>
              <a:pPr algn="ctr">
                <a:lnSpc>
                  <a:spcPct val="72000"/>
                </a:lnSpc>
                <a:spcBef>
                  <a:spcPct val="0"/>
                </a:spcBef>
                <a:buClrTx/>
                <a:buFontTx/>
                <a:buNone/>
              </a:pPr>
              <a:endParaRPr lang="zh-CN" altLang="en-US" sz="2000">
                <a:solidFill>
                  <a:schemeClr val="accent2"/>
                </a:solidFill>
                <a:latin typeface="Times New Roman" panose="02020603050405020304" pitchFamily="18" charset="0"/>
                <a:ea typeface="黑体" panose="02010609060101010101" pitchFamily="49" charset="-122"/>
              </a:endParaRPr>
            </a:p>
            <a:p>
              <a:pPr algn="ctr">
                <a:spcBef>
                  <a:spcPct val="0"/>
                </a:spcBef>
                <a:buClrTx/>
                <a:buFontTx/>
                <a:buNone/>
              </a:pPr>
              <a:endParaRPr lang="en-US" altLang="zh-CN" sz="1000">
                <a:solidFill>
                  <a:schemeClr val="accent2"/>
                </a:solidFill>
                <a:latin typeface="Times New Roman" panose="02020603050405020304" pitchFamily="18" charset="0"/>
                <a:ea typeface="黑体" panose="02010609060101010101" pitchFamily="49" charset="-122"/>
              </a:endParaRPr>
            </a:p>
          </p:txBody>
        </p:sp>
        <p:sp>
          <p:nvSpPr>
            <p:cNvPr id="72715" name="Rectangle 59">
              <a:extLst>
                <a:ext uri="{FF2B5EF4-FFF2-40B4-BE49-F238E27FC236}">
                  <a16:creationId xmlns:a16="http://schemas.microsoft.com/office/drawing/2014/main" id="{777FA098-B9A5-52A9-E10E-6CB49DCBE337}"/>
                </a:ext>
              </a:extLst>
            </p:cNvPr>
            <p:cNvSpPr>
              <a:spLocks noChangeArrowheads="1"/>
            </p:cNvSpPr>
            <p:nvPr/>
          </p:nvSpPr>
          <p:spPr bwMode="auto">
            <a:xfrm>
              <a:off x="2524" y="2950"/>
              <a:ext cx="497" cy="647"/>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zh-CN" altLang="en-US" sz="2000">
                  <a:solidFill>
                    <a:schemeClr val="accent2"/>
                  </a:solidFill>
                  <a:latin typeface="Times New Roman" panose="02020603050405020304" pitchFamily="18" charset="0"/>
                  <a:ea typeface="黑体" panose="02010609060101010101" pitchFamily="49" charset="-122"/>
                </a:rPr>
                <a:t>详细设计</a:t>
              </a:r>
            </a:p>
            <a:p>
              <a:pPr algn="ctr">
                <a:lnSpc>
                  <a:spcPct val="72000"/>
                </a:lnSpc>
                <a:spcBef>
                  <a:spcPct val="0"/>
                </a:spcBef>
                <a:buClrTx/>
                <a:buFontTx/>
                <a:buNone/>
              </a:pPr>
              <a:endParaRPr lang="zh-CN" altLang="en-US" sz="900">
                <a:solidFill>
                  <a:schemeClr val="accent2"/>
                </a:solidFill>
                <a:latin typeface="Times New Roman" panose="02020603050405020304" pitchFamily="18" charset="0"/>
                <a:ea typeface="黑体" panose="02010609060101010101" pitchFamily="49" charset="-122"/>
              </a:endParaRPr>
            </a:p>
            <a:p>
              <a:pPr algn="ctr">
                <a:lnSpc>
                  <a:spcPct val="72000"/>
                </a:lnSpc>
                <a:spcBef>
                  <a:spcPct val="0"/>
                </a:spcBef>
                <a:buClrTx/>
                <a:buFontTx/>
                <a:buNone/>
              </a:pPr>
              <a:endParaRPr lang="zh-CN" altLang="en-US" sz="900">
                <a:solidFill>
                  <a:schemeClr val="accent2"/>
                </a:solidFill>
                <a:latin typeface="Times New Roman" panose="02020603050405020304" pitchFamily="18" charset="0"/>
                <a:ea typeface="黑体" panose="02010609060101010101" pitchFamily="49" charset="-122"/>
              </a:endParaRPr>
            </a:p>
            <a:p>
              <a:pPr algn="ctr">
                <a:spcBef>
                  <a:spcPct val="0"/>
                </a:spcBef>
                <a:buClrTx/>
                <a:buFontTx/>
                <a:buNone/>
              </a:pPr>
              <a:endParaRPr lang="zh-CN" altLang="en-US" sz="1000">
                <a:solidFill>
                  <a:schemeClr val="accent2"/>
                </a:solidFill>
                <a:latin typeface="Times New Roman" panose="02020603050405020304" pitchFamily="18" charset="0"/>
                <a:ea typeface="黑体" panose="02010609060101010101" pitchFamily="49" charset="-122"/>
              </a:endParaRPr>
            </a:p>
            <a:p>
              <a:pPr algn="ctr">
                <a:spcBef>
                  <a:spcPct val="0"/>
                </a:spcBef>
                <a:buClrTx/>
                <a:buFontTx/>
                <a:buNone/>
              </a:pPr>
              <a:endParaRPr lang="en-US" altLang="zh-CN" sz="1000">
                <a:solidFill>
                  <a:schemeClr val="accent2"/>
                </a:solidFill>
                <a:latin typeface="Times New Roman" panose="02020603050405020304" pitchFamily="18" charset="0"/>
                <a:ea typeface="黑体" panose="02010609060101010101" pitchFamily="49" charset="-122"/>
              </a:endParaRPr>
            </a:p>
          </p:txBody>
        </p:sp>
        <p:sp>
          <p:nvSpPr>
            <p:cNvPr id="72716" name="Rectangle 60">
              <a:extLst>
                <a:ext uri="{FF2B5EF4-FFF2-40B4-BE49-F238E27FC236}">
                  <a16:creationId xmlns:a16="http://schemas.microsoft.com/office/drawing/2014/main" id="{7BECA225-35EA-677F-C67C-186C3D8AC37F}"/>
                </a:ext>
              </a:extLst>
            </p:cNvPr>
            <p:cNvSpPr>
              <a:spLocks noChangeArrowheads="1"/>
            </p:cNvSpPr>
            <p:nvPr/>
          </p:nvSpPr>
          <p:spPr bwMode="auto">
            <a:xfrm>
              <a:off x="4362" y="2143"/>
              <a:ext cx="498" cy="647"/>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zh-CN" altLang="en-US" sz="2000">
                  <a:solidFill>
                    <a:schemeClr val="accent2"/>
                  </a:solidFill>
                  <a:latin typeface="Times New Roman" panose="02020603050405020304" pitchFamily="18" charset="0"/>
                  <a:ea typeface="黑体" panose="02010609060101010101" pitchFamily="49" charset="-122"/>
                </a:rPr>
                <a:t>系统测试</a:t>
              </a:r>
            </a:p>
            <a:p>
              <a:pPr algn="ctr">
                <a:spcBef>
                  <a:spcPct val="0"/>
                </a:spcBef>
                <a:buClrTx/>
                <a:buFontTx/>
                <a:buNone/>
              </a:pPr>
              <a:endParaRPr lang="en-US" altLang="zh-CN" sz="1000">
                <a:solidFill>
                  <a:schemeClr val="accent2"/>
                </a:solidFill>
                <a:latin typeface="Times New Roman" panose="02020603050405020304" pitchFamily="18" charset="0"/>
                <a:ea typeface="黑体" panose="02010609060101010101" pitchFamily="49" charset="-122"/>
              </a:endParaRPr>
            </a:p>
          </p:txBody>
        </p:sp>
        <p:sp>
          <p:nvSpPr>
            <p:cNvPr id="72717" name="Rectangle 61">
              <a:extLst>
                <a:ext uri="{FF2B5EF4-FFF2-40B4-BE49-F238E27FC236}">
                  <a16:creationId xmlns:a16="http://schemas.microsoft.com/office/drawing/2014/main" id="{A8E49218-A54B-DA93-C41C-7AC566ABB267}"/>
                </a:ext>
              </a:extLst>
            </p:cNvPr>
            <p:cNvSpPr>
              <a:spLocks noChangeArrowheads="1"/>
            </p:cNvSpPr>
            <p:nvPr/>
          </p:nvSpPr>
          <p:spPr bwMode="auto">
            <a:xfrm>
              <a:off x="3746" y="2141"/>
              <a:ext cx="498" cy="647"/>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zh-CN" altLang="en-US" sz="2000">
                  <a:solidFill>
                    <a:schemeClr val="accent2"/>
                  </a:solidFill>
                  <a:latin typeface="Times New Roman" panose="02020603050405020304" pitchFamily="18" charset="0"/>
                  <a:ea typeface="黑体" panose="02010609060101010101" pitchFamily="49" charset="-122"/>
                </a:rPr>
                <a:t>集成测试</a:t>
              </a:r>
            </a:p>
            <a:p>
              <a:pPr algn="ctr">
                <a:lnSpc>
                  <a:spcPct val="72000"/>
                </a:lnSpc>
                <a:spcBef>
                  <a:spcPct val="0"/>
                </a:spcBef>
                <a:buClrTx/>
                <a:buFontTx/>
                <a:buNone/>
              </a:pPr>
              <a:endParaRPr lang="zh-CN" altLang="en-US" sz="900">
                <a:solidFill>
                  <a:schemeClr val="accent2"/>
                </a:solidFill>
                <a:latin typeface="Times New Roman" panose="02020603050405020304" pitchFamily="18" charset="0"/>
                <a:ea typeface="黑体" panose="02010609060101010101" pitchFamily="49" charset="-122"/>
              </a:endParaRPr>
            </a:p>
            <a:p>
              <a:pPr algn="ctr">
                <a:lnSpc>
                  <a:spcPct val="72000"/>
                </a:lnSpc>
                <a:spcBef>
                  <a:spcPct val="0"/>
                </a:spcBef>
                <a:buClrTx/>
                <a:buFontTx/>
                <a:buNone/>
              </a:pPr>
              <a:endParaRPr lang="zh-CN" altLang="en-US" sz="900">
                <a:solidFill>
                  <a:schemeClr val="accent2"/>
                </a:solidFill>
                <a:latin typeface="Times New Roman" panose="02020603050405020304" pitchFamily="18" charset="0"/>
                <a:ea typeface="黑体" panose="02010609060101010101" pitchFamily="49" charset="-122"/>
              </a:endParaRPr>
            </a:p>
            <a:p>
              <a:pPr algn="ctr">
                <a:spcBef>
                  <a:spcPct val="0"/>
                </a:spcBef>
                <a:buClrTx/>
                <a:buFontTx/>
                <a:buNone/>
              </a:pPr>
              <a:endParaRPr lang="zh-CN" altLang="en-US" sz="1000">
                <a:solidFill>
                  <a:schemeClr val="accent2"/>
                </a:solidFill>
                <a:latin typeface="Times New Roman" panose="02020603050405020304" pitchFamily="18" charset="0"/>
                <a:ea typeface="黑体" panose="02010609060101010101" pitchFamily="49" charset="-122"/>
              </a:endParaRPr>
            </a:p>
            <a:p>
              <a:pPr algn="ctr">
                <a:spcBef>
                  <a:spcPct val="0"/>
                </a:spcBef>
                <a:buClrTx/>
                <a:buFontTx/>
                <a:buNone/>
              </a:pPr>
              <a:endParaRPr lang="en-US" altLang="zh-CN" sz="1000">
                <a:solidFill>
                  <a:schemeClr val="accent2"/>
                </a:solidFill>
                <a:latin typeface="Times New Roman" panose="02020603050405020304" pitchFamily="18" charset="0"/>
                <a:ea typeface="黑体" panose="02010609060101010101" pitchFamily="49" charset="-122"/>
              </a:endParaRPr>
            </a:p>
          </p:txBody>
        </p:sp>
        <p:sp>
          <p:nvSpPr>
            <p:cNvPr id="72718" name="Rectangle 62">
              <a:extLst>
                <a:ext uri="{FF2B5EF4-FFF2-40B4-BE49-F238E27FC236}">
                  <a16:creationId xmlns:a16="http://schemas.microsoft.com/office/drawing/2014/main" id="{541673B6-EE09-D89E-DC85-CAFE89CB8C1C}"/>
                </a:ext>
              </a:extLst>
            </p:cNvPr>
            <p:cNvSpPr>
              <a:spLocks noChangeArrowheads="1"/>
            </p:cNvSpPr>
            <p:nvPr/>
          </p:nvSpPr>
          <p:spPr bwMode="auto">
            <a:xfrm>
              <a:off x="3121" y="2145"/>
              <a:ext cx="498" cy="646"/>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zh-CN" altLang="en-US" sz="2400">
                  <a:solidFill>
                    <a:schemeClr val="accent2"/>
                  </a:solidFill>
                  <a:latin typeface="Times New Roman" panose="02020603050405020304" pitchFamily="18" charset="0"/>
                  <a:ea typeface="黑体" panose="02010609060101010101" pitchFamily="49" charset="-122"/>
                </a:rPr>
                <a:t>编码</a:t>
              </a:r>
            </a:p>
            <a:p>
              <a:pPr algn="ctr">
                <a:lnSpc>
                  <a:spcPct val="72000"/>
                </a:lnSpc>
                <a:spcBef>
                  <a:spcPct val="0"/>
                </a:spcBef>
                <a:buClrTx/>
                <a:buFontTx/>
                <a:buNone/>
              </a:pPr>
              <a:endParaRPr lang="zh-CN" altLang="en-US" sz="2400">
                <a:solidFill>
                  <a:schemeClr val="accent2"/>
                </a:solidFill>
                <a:latin typeface="Times New Roman" panose="02020603050405020304" pitchFamily="18" charset="0"/>
                <a:ea typeface="黑体" panose="02010609060101010101" pitchFamily="49" charset="-122"/>
              </a:endParaRPr>
            </a:p>
            <a:p>
              <a:pPr algn="ctr">
                <a:lnSpc>
                  <a:spcPct val="72000"/>
                </a:lnSpc>
                <a:spcBef>
                  <a:spcPct val="0"/>
                </a:spcBef>
                <a:buClrTx/>
                <a:buFontTx/>
                <a:buNone/>
              </a:pPr>
              <a:endParaRPr lang="zh-CN" altLang="en-US" sz="900">
                <a:solidFill>
                  <a:schemeClr val="accent2"/>
                </a:solidFill>
                <a:latin typeface="Times New Roman" panose="02020603050405020304" pitchFamily="18" charset="0"/>
                <a:ea typeface="黑体" panose="02010609060101010101" pitchFamily="49" charset="-122"/>
              </a:endParaRPr>
            </a:p>
            <a:p>
              <a:pPr algn="ctr">
                <a:spcBef>
                  <a:spcPct val="0"/>
                </a:spcBef>
                <a:buClrTx/>
                <a:buFontTx/>
                <a:buNone/>
              </a:pPr>
              <a:endParaRPr lang="zh-CN" altLang="en-US" sz="1000">
                <a:solidFill>
                  <a:schemeClr val="accent2"/>
                </a:solidFill>
                <a:latin typeface="Times New Roman" panose="02020603050405020304" pitchFamily="18" charset="0"/>
                <a:ea typeface="黑体" panose="02010609060101010101" pitchFamily="49" charset="-122"/>
              </a:endParaRPr>
            </a:p>
            <a:p>
              <a:pPr algn="ctr">
                <a:spcBef>
                  <a:spcPct val="0"/>
                </a:spcBef>
                <a:buClrTx/>
                <a:buFontTx/>
                <a:buNone/>
              </a:pPr>
              <a:endParaRPr lang="en-US" altLang="zh-CN" sz="1000">
                <a:solidFill>
                  <a:schemeClr val="accent2"/>
                </a:solidFill>
                <a:latin typeface="Times New Roman" panose="02020603050405020304" pitchFamily="18" charset="0"/>
                <a:ea typeface="黑体" panose="02010609060101010101" pitchFamily="49" charset="-122"/>
              </a:endParaRPr>
            </a:p>
          </p:txBody>
        </p:sp>
        <p:sp>
          <p:nvSpPr>
            <p:cNvPr id="72719" name="Rectangle 63">
              <a:extLst>
                <a:ext uri="{FF2B5EF4-FFF2-40B4-BE49-F238E27FC236}">
                  <a16:creationId xmlns:a16="http://schemas.microsoft.com/office/drawing/2014/main" id="{FC6E0488-EA98-1DB4-C499-43BD0FFAE7AE}"/>
                </a:ext>
              </a:extLst>
            </p:cNvPr>
            <p:cNvSpPr>
              <a:spLocks noChangeArrowheads="1"/>
            </p:cNvSpPr>
            <p:nvPr/>
          </p:nvSpPr>
          <p:spPr bwMode="auto">
            <a:xfrm>
              <a:off x="4977" y="2141"/>
              <a:ext cx="303" cy="647"/>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1800">
                  <a:solidFill>
                    <a:schemeClr val="accent2"/>
                  </a:solidFill>
                  <a:latin typeface="Times New Roman" panose="02020603050405020304" pitchFamily="18" charset="0"/>
                  <a:ea typeface="黑体" panose="02010609060101010101" pitchFamily="49" charset="-122"/>
                </a:rPr>
                <a:t>结束</a:t>
              </a:r>
            </a:p>
          </p:txBody>
        </p:sp>
        <p:cxnSp>
          <p:nvCxnSpPr>
            <p:cNvPr id="72720" name="AutoShape 64">
              <a:extLst>
                <a:ext uri="{FF2B5EF4-FFF2-40B4-BE49-F238E27FC236}">
                  <a16:creationId xmlns:a16="http://schemas.microsoft.com/office/drawing/2014/main" id="{88A6276E-82B1-B9E1-88D7-7E7001D8B4EB}"/>
                </a:ext>
              </a:extLst>
            </p:cNvPr>
            <p:cNvCxnSpPr>
              <a:cxnSpLocks noChangeShapeType="1"/>
              <a:stCxn id="72709" idx="3"/>
              <a:endCxn id="72711" idx="1"/>
            </p:cNvCxnSpPr>
            <p:nvPr/>
          </p:nvCxnSpPr>
          <p:spPr bwMode="auto">
            <a:xfrm flipV="1">
              <a:off x="514" y="1791"/>
              <a:ext cx="147" cy="741"/>
            </a:xfrm>
            <a:prstGeom prst="bentConnector3">
              <a:avLst>
                <a:gd name="adj1" fmla="val 50000"/>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cxnSp>
          <p:nvCxnSpPr>
            <p:cNvPr id="72721" name="AutoShape 65">
              <a:extLst>
                <a:ext uri="{FF2B5EF4-FFF2-40B4-BE49-F238E27FC236}">
                  <a16:creationId xmlns:a16="http://schemas.microsoft.com/office/drawing/2014/main" id="{83FBCCC3-4C01-914A-BFF1-3C6F49F1D0D8}"/>
                </a:ext>
              </a:extLst>
            </p:cNvPr>
            <p:cNvCxnSpPr>
              <a:cxnSpLocks noChangeShapeType="1"/>
              <a:stCxn id="72711" idx="3"/>
              <a:endCxn id="72713" idx="1"/>
            </p:cNvCxnSpPr>
            <p:nvPr/>
          </p:nvCxnSpPr>
          <p:spPr bwMode="auto">
            <a:xfrm>
              <a:off x="1158" y="1791"/>
              <a:ext cx="754" cy="685"/>
            </a:xfrm>
            <a:prstGeom prst="bentConnector3">
              <a:avLst>
                <a:gd name="adj1" fmla="val 50000"/>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cxnSp>
          <p:nvCxnSpPr>
            <p:cNvPr id="72722" name="AutoShape 66">
              <a:extLst>
                <a:ext uri="{FF2B5EF4-FFF2-40B4-BE49-F238E27FC236}">
                  <a16:creationId xmlns:a16="http://schemas.microsoft.com/office/drawing/2014/main" id="{3EFF8623-5B6A-3F79-AC3B-96CB073E44E1}"/>
                </a:ext>
              </a:extLst>
            </p:cNvPr>
            <p:cNvCxnSpPr>
              <a:cxnSpLocks noChangeShapeType="1"/>
              <a:stCxn id="72709" idx="3"/>
              <a:endCxn id="72710" idx="1"/>
            </p:cNvCxnSpPr>
            <p:nvPr/>
          </p:nvCxnSpPr>
          <p:spPr bwMode="auto">
            <a:xfrm>
              <a:off x="514" y="2532"/>
              <a:ext cx="140" cy="713"/>
            </a:xfrm>
            <a:prstGeom prst="bentConnector3">
              <a:avLst>
                <a:gd name="adj1" fmla="val 49769"/>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cxnSp>
          <p:nvCxnSpPr>
            <p:cNvPr id="72723" name="AutoShape 67">
              <a:extLst>
                <a:ext uri="{FF2B5EF4-FFF2-40B4-BE49-F238E27FC236}">
                  <a16:creationId xmlns:a16="http://schemas.microsoft.com/office/drawing/2014/main" id="{4ED18D1C-0083-F19C-134F-880AD6D421CD}"/>
                </a:ext>
              </a:extLst>
            </p:cNvPr>
            <p:cNvCxnSpPr>
              <a:cxnSpLocks noChangeShapeType="1"/>
              <a:stCxn id="72710" idx="3"/>
              <a:endCxn id="72712" idx="1"/>
            </p:cNvCxnSpPr>
            <p:nvPr/>
          </p:nvCxnSpPr>
          <p:spPr bwMode="auto">
            <a:xfrm>
              <a:off x="1152" y="3245"/>
              <a:ext cx="144" cy="2"/>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72724" name="AutoShape 68">
              <a:extLst>
                <a:ext uri="{FF2B5EF4-FFF2-40B4-BE49-F238E27FC236}">
                  <a16:creationId xmlns:a16="http://schemas.microsoft.com/office/drawing/2014/main" id="{01A4CFA3-7579-9EA5-9DC5-436AEEE1FE79}"/>
                </a:ext>
              </a:extLst>
            </p:cNvPr>
            <p:cNvCxnSpPr>
              <a:cxnSpLocks noChangeShapeType="1"/>
              <a:stCxn id="72712" idx="3"/>
              <a:endCxn id="72713" idx="1"/>
            </p:cNvCxnSpPr>
            <p:nvPr/>
          </p:nvCxnSpPr>
          <p:spPr bwMode="auto">
            <a:xfrm flipV="1">
              <a:off x="1793" y="2476"/>
              <a:ext cx="119" cy="771"/>
            </a:xfrm>
            <a:prstGeom prst="bentConnector3">
              <a:avLst>
                <a:gd name="adj1" fmla="val 49727"/>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cxnSp>
          <p:nvCxnSpPr>
            <p:cNvPr id="72725" name="AutoShape 69">
              <a:extLst>
                <a:ext uri="{FF2B5EF4-FFF2-40B4-BE49-F238E27FC236}">
                  <a16:creationId xmlns:a16="http://schemas.microsoft.com/office/drawing/2014/main" id="{43E07DED-52BA-2342-1ACF-E91DB09CF5C7}"/>
                </a:ext>
              </a:extLst>
            </p:cNvPr>
            <p:cNvCxnSpPr>
              <a:cxnSpLocks noChangeShapeType="1"/>
              <a:stCxn id="72713" idx="3"/>
              <a:endCxn id="72714" idx="1"/>
            </p:cNvCxnSpPr>
            <p:nvPr/>
          </p:nvCxnSpPr>
          <p:spPr bwMode="auto">
            <a:xfrm flipV="1">
              <a:off x="2410" y="1716"/>
              <a:ext cx="107" cy="760"/>
            </a:xfrm>
            <a:prstGeom prst="bentConnector3">
              <a:avLst>
                <a:gd name="adj1" fmla="val 49699"/>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cxnSp>
          <p:nvCxnSpPr>
            <p:cNvPr id="72726" name="AutoShape 70">
              <a:extLst>
                <a:ext uri="{FF2B5EF4-FFF2-40B4-BE49-F238E27FC236}">
                  <a16:creationId xmlns:a16="http://schemas.microsoft.com/office/drawing/2014/main" id="{AAB31C8F-A298-25F5-D3AA-42430FD81A1C}"/>
                </a:ext>
              </a:extLst>
            </p:cNvPr>
            <p:cNvCxnSpPr>
              <a:cxnSpLocks noChangeShapeType="1"/>
              <a:stCxn id="72713" idx="3"/>
              <a:endCxn id="72715" idx="1"/>
            </p:cNvCxnSpPr>
            <p:nvPr/>
          </p:nvCxnSpPr>
          <p:spPr bwMode="auto">
            <a:xfrm>
              <a:off x="2410" y="2476"/>
              <a:ext cx="114" cy="798"/>
            </a:xfrm>
            <a:prstGeom prst="bentConnector3">
              <a:avLst>
                <a:gd name="adj1" fmla="val 49713"/>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cxnSp>
          <p:nvCxnSpPr>
            <p:cNvPr id="72727" name="AutoShape 71">
              <a:extLst>
                <a:ext uri="{FF2B5EF4-FFF2-40B4-BE49-F238E27FC236}">
                  <a16:creationId xmlns:a16="http://schemas.microsoft.com/office/drawing/2014/main" id="{9AC84F1A-E6BA-99A4-B862-EA6F6FF156E1}"/>
                </a:ext>
              </a:extLst>
            </p:cNvPr>
            <p:cNvCxnSpPr>
              <a:cxnSpLocks noChangeShapeType="1"/>
              <a:stCxn id="72714" idx="3"/>
              <a:endCxn id="72718" idx="1"/>
            </p:cNvCxnSpPr>
            <p:nvPr/>
          </p:nvCxnSpPr>
          <p:spPr bwMode="auto">
            <a:xfrm>
              <a:off x="3015" y="1716"/>
              <a:ext cx="106" cy="752"/>
            </a:xfrm>
            <a:prstGeom prst="bentConnector3">
              <a:avLst>
                <a:gd name="adj1" fmla="val 50000"/>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cxnSp>
          <p:nvCxnSpPr>
            <p:cNvPr id="72728" name="AutoShape 72">
              <a:extLst>
                <a:ext uri="{FF2B5EF4-FFF2-40B4-BE49-F238E27FC236}">
                  <a16:creationId xmlns:a16="http://schemas.microsoft.com/office/drawing/2014/main" id="{660C672A-12CD-ECE7-B7DF-C6F1E7B52EF8}"/>
                </a:ext>
              </a:extLst>
            </p:cNvPr>
            <p:cNvCxnSpPr>
              <a:cxnSpLocks noChangeShapeType="1"/>
              <a:stCxn id="72715" idx="3"/>
              <a:endCxn id="72718" idx="1"/>
            </p:cNvCxnSpPr>
            <p:nvPr/>
          </p:nvCxnSpPr>
          <p:spPr bwMode="auto">
            <a:xfrm flipV="1">
              <a:off x="3021" y="2468"/>
              <a:ext cx="100" cy="806"/>
            </a:xfrm>
            <a:prstGeom prst="bentConnector3">
              <a:avLst>
                <a:gd name="adj1" fmla="val 50000"/>
              </a:avLst>
            </a:prstGeom>
            <a:noFill/>
            <a:ln w="28575">
              <a:solidFill>
                <a:srgbClr val="000000"/>
              </a:solidFill>
              <a:miter lim="800000"/>
              <a:headEnd/>
              <a:tailEnd/>
            </a:ln>
            <a:extLst>
              <a:ext uri="{909E8E84-426E-40DD-AFC4-6F175D3DCCD1}">
                <a14:hiddenFill xmlns:a14="http://schemas.microsoft.com/office/drawing/2010/main">
                  <a:noFill/>
                </a14:hiddenFill>
              </a:ext>
            </a:extLst>
          </p:spPr>
        </p:cxnSp>
        <p:cxnSp>
          <p:nvCxnSpPr>
            <p:cNvPr id="72729" name="AutoShape 73">
              <a:extLst>
                <a:ext uri="{FF2B5EF4-FFF2-40B4-BE49-F238E27FC236}">
                  <a16:creationId xmlns:a16="http://schemas.microsoft.com/office/drawing/2014/main" id="{35BD9510-E378-DA0C-19AE-5AB1BE0CBAB7}"/>
                </a:ext>
              </a:extLst>
            </p:cNvPr>
            <p:cNvCxnSpPr>
              <a:cxnSpLocks noChangeShapeType="1"/>
              <a:stCxn id="72718" idx="3"/>
              <a:endCxn id="72717" idx="1"/>
            </p:cNvCxnSpPr>
            <p:nvPr/>
          </p:nvCxnSpPr>
          <p:spPr bwMode="auto">
            <a:xfrm flipV="1">
              <a:off x="3619" y="2465"/>
              <a:ext cx="127" cy="3"/>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72730" name="AutoShape 74">
              <a:extLst>
                <a:ext uri="{FF2B5EF4-FFF2-40B4-BE49-F238E27FC236}">
                  <a16:creationId xmlns:a16="http://schemas.microsoft.com/office/drawing/2014/main" id="{69F2F01E-67CD-1E85-6E6B-D9BCEF21B449}"/>
                </a:ext>
              </a:extLst>
            </p:cNvPr>
            <p:cNvCxnSpPr>
              <a:cxnSpLocks noChangeShapeType="1"/>
              <a:stCxn id="72717" idx="3"/>
              <a:endCxn id="72716" idx="1"/>
            </p:cNvCxnSpPr>
            <p:nvPr/>
          </p:nvCxnSpPr>
          <p:spPr bwMode="auto">
            <a:xfrm>
              <a:off x="4244" y="2465"/>
              <a:ext cx="118" cy="2"/>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72731" name="AutoShape 75">
              <a:extLst>
                <a:ext uri="{FF2B5EF4-FFF2-40B4-BE49-F238E27FC236}">
                  <a16:creationId xmlns:a16="http://schemas.microsoft.com/office/drawing/2014/main" id="{85D527AE-AC1C-6543-73DC-A4A62C5151FA}"/>
                </a:ext>
              </a:extLst>
            </p:cNvPr>
            <p:cNvCxnSpPr>
              <a:cxnSpLocks noChangeShapeType="1"/>
              <a:stCxn id="72716" idx="3"/>
              <a:endCxn id="72719" idx="1"/>
            </p:cNvCxnSpPr>
            <p:nvPr/>
          </p:nvCxnSpPr>
          <p:spPr bwMode="auto">
            <a:xfrm flipV="1">
              <a:off x="4860" y="2465"/>
              <a:ext cx="117" cy="2"/>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3AEC1D49-3750-124B-7E51-AA91C4657A8A}"/>
              </a:ext>
            </a:extLst>
          </p:cNvPr>
          <p:cNvSpPr>
            <a:spLocks noGrp="1" noChangeArrowheads="1"/>
          </p:cNvSpPr>
          <p:nvPr>
            <p:ph type="title"/>
          </p:nvPr>
        </p:nvSpPr>
        <p:spPr/>
        <p:txBody>
          <a:bodyPr/>
          <a:lstStyle/>
          <a:p>
            <a:pPr eaLnBrk="1" hangingPunct="1"/>
            <a:r>
              <a:rPr kumimoji="1" lang="zh-CN" altLang="en-US"/>
              <a:t>软件项目进度计划</a:t>
            </a:r>
          </a:p>
        </p:txBody>
      </p:sp>
      <p:sp>
        <p:nvSpPr>
          <p:cNvPr id="73731" name="Rectangle 3">
            <a:extLst>
              <a:ext uri="{FF2B5EF4-FFF2-40B4-BE49-F238E27FC236}">
                <a16:creationId xmlns:a16="http://schemas.microsoft.com/office/drawing/2014/main" id="{A1785DF8-A1CA-CDDB-B1BC-993A812E9FAB}"/>
              </a:ext>
            </a:extLst>
          </p:cNvPr>
          <p:cNvSpPr>
            <a:spLocks noGrp="1" noChangeArrowheads="1"/>
          </p:cNvSpPr>
          <p:nvPr>
            <p:ph type="body" idx="1"/>
          </p:nvPr>
        </p:nvSpPr>
        <p:spPr>
          <a:xfrm>
            <a:off x="827088" y="2060575"/>
            <a:ext cx="7848600" cy="4797425"/>
          </a:xfrm>
        </p:spPr>
        <p:txBody>
          <a:bodyPr/>
          <a:lstStyle/>
          <a:p>
            <a:pPr eaLnBrk="1" hangingPunct="1">
              <a:lnSpc>
                <a:spcPct val="130000"/>
              </a:lnSpc>
              <a:spcBef>
                <a:spcPct val="40000"/>
              </a:spcBef>
            </a:pPr>
            <a:r>
              <a:rPr lang="en-US" altLang="zh-CN" sz="2000">
                <a:solidFill>
                  <a:schemeClr val="accent2"/>
                </a:solidFill>
                <a:ea typeface="黑体" panose="02010609060101010101" pitchFamily="49" charset="-122"/>
              </a:rPr>
              <a:t>ADM</a:t>
            </a:r>
            <a:r>
              <a:rPr lang="zh-CN" altLang="en-US" sz="2000">
                <a:solidFill>
                  <a:schemeClr val="accent2"/>
                </a:solidFill>
                <a:ea typeface="黑体" panose="02010609060101010101" pitchFamily="49" charset="-122"/>
              </a:rPr>
              <a:t>（ </a:t>
            </a:r>
            <a:r>
              <a:rPr lang="en-US" altLang="zh-CN" sz="2000">
                <a:solidFill>
                  <a:schemeClr val="accent2"/>
                </a:solidFill>
                <a:ea typeface="黑体" panose="02010609060101010101" pitchFamily="49" charset="-122"/>
              </a:rPr>
              <a:t>Arrow diagram  </a:t>
            </a:r>
            <a:r>
              <a:rPr lang="zh-CN" altLang="en-US" sz="2000">
                <a:solidFill>
                  <a:schemeClr val="accent2"/>
                </a:solidFill>
                <a:ea typeface="黑体" panose="02010609060101010101" pitchFamily="49" charset="-122"/>
              </a:rPr>
              <a:t>）</a:t>
            </a:r>
          </a:p>
          <a:p>
            <a:pPr lvl="1" eaLnBrk="1" hangingPunct="1">
              <a:lnSpc>
                <a:spcPct val="130000"/>
              </a:lnSpc>
              <a:spcBef>
                <a:spcPct val="40000"/>
              </a:spcBef>
            </a:pPr>
            <a:r>
              <a:rPr lang="en-US" altLang="zh-CN" sz="2000">
                <a:ea typeface="黑体" panose="02010609060101010101" pitchFamily="49" charset="-122"/>
              </a:rPr>
              <a:t>ADM</a:t>
            </a:r>
            <a:r>
              <a:rPr lang="zh-CN" altLang="en-US" sz="2000">
                <a:latin typeface="黑体" panose="02010609060101010101" pitchFamily="49" charset="-122"/>
                <a:ea typeface="黑体" panose="02010609060101010101" pitchFamily="49" charset="-122"/>
              </a:rPr>
              <a:t>也称为</a:t>
            </a:r>
            <a:r>
              <a:rPr lang="en-US" altLang="zh-CN" sz="2000">
                <a:ea typeface="黑体" panose="02010609060101010101" pitchFamily="49" charset="-122"/>
              </a:rPr>
              <a:t>AOA</a:t>
            </a:r>
            <a:r>
              <a:rPr lang="en-US" altLang="zh-CN" sz="2000">
                <a:latin typeface="黑体" panose="02010609060101010101" pitchFamily="49" charset="-122"/>
                <a:ea typeface="黑体" panose="02010609060101010101" pitchFamily="49" charset="-122"/>
              </a:rPr>
              <a:t> </a:t>
            </a:r>
            <a:r>
              <a:rPr lang="zh-CN" altLang="en-US" sz="2000">
                <a:ea typeface="黑体" panose="02010609060101010101" pitchFamily="49" charset="-122"/>
              </a:rPr>
              <a:t>（</a:t>
            </a:r>
            <a:r>
              <a:rPr lang="en-US" altLang="zh-CN" sz="2000">
                <a:ea typeface="黑体" panose="02010609060101010101" pitchFamily="49" charset="-122"/>
              </a:rPr>
              <a:t>activity-on-arrow</a:t>
            </a:r>
            <a:r>
              <a:rPr lang="zh-CN" altLang="en-US" sz="2000">
                <a:ea typeface="黑体" panose="02010609060101010101" pitchFamily="49" charset="-122"/>
              </a:rPr>
              <a:t>）</a:t>
            </a:r>
            <a:r>
              <a:rPr lang="zh-CN" altLang="en-US" sz="2000">
                <a:latin typeface="黑体" panose="02010609060101010101" pitchFamily="49" charset="-122"/>
                <a:ea typeface="黑体" panose="02010609060101010101" pitchFamily="49" charset="-122"/>
              </a:rPr>
              <a:t>或者双代号项目网络图</a:t>
            </a:r>
          </a:p>
          <a:p>
            <a:pPr lvl="1" eaLnBrk="1" hangingPunct="1">
              <a:lnSpc>
                <a:spcPct val="130000"/>
              </a:lnSpc>
              <a:spcBef>
                <a:spcPct val="40000"/>
              </a:spcBef>
            </a:pPr>
            <a:r>
              <a:rPr lang="zh-CN" altLang="en-US" sz="2000">
                <a:latin typeface="黑体" panose="02010609060101010101" pitchFamily="49" charset="-122"/>
                <a:ea typeface="黑体" panose="02010609060101010101" pitchFamily="49" charset="-122"/>
              </a:rPr>
              <a:t>在</a:t>
            </a:r>
            <a:r>
              <a:rPr lang="en-US" altLang="zh-CN" sz="2000">
                <a:ea typeface="黑体" panose="02010609060101010101" pitchFamily="49" charset="-122"/>
              </a:rPr>
              <a:t>ADM</a:t>
            </a:r>
            <a:r>
              <a:rPr lang="zh-CN" altLang="en-US" sz="2000">
                <a:latin typeface="黑体" panose="02010609060101010101" pitchFamily="49" charset="-122"/>
                <a:ea typeface="黑体" panose="02010609060101010101" pitchFamily="49" charset="-122"/>
              </a:rPr>
              <a:t>网络图中</a:t>
            </a:r>
            <a:r>
              <a:rPr lang="en-US" altLang="zh-CN" sz="2000">
                <a:latin typeface="黑体" panose="02010609060101010101" pitchFamily="49" charset="-122"/>
                <a:ea typeface="黑体" panose="02010609060101010101" pitchFamily="49" charset="-122"/>
              </a:rPr>
              <a:t>,</a:t>
            </a:r>
            <a:r>
              <a:rPr lang="zh-CN" altLang="en-US" sz="2000">
                <a:latin typeface="黑体" panose="02010609060101010101" pitchFamily="49" charset="-122"/>
                <a:ea typeface="黑体" panose="02010609060101010101" pitchFamily="49" charset="-122"/>
              </a:rPr>
              <a:t>箭线表示活动</a:t>
            </a:r>
            <a:r>
              <a:rPr lang="en-US" altLang="zh-CN" sz="2000">
                <a:latin typeface="黑体" panose="02010609060101010101" pitchFamily="49" charset="-122"/>
                <a:ea typeface="黑体" panose="02010609060101010101" pitchFamily="49" charset="-122"/>
              </a:rPr>
              <a:t>(</a:t>
            </a:r>
            <a:r>
              <a:rPr lang="zh-CN" altLang="en-US" sz="2000">
                <a:latin typeface="黑体" panose="02010609060101010101" pitchFamily="49" charset="-122"/>
                <a:ea typeface="黑体" panose="02010609060101010101" pitchFamily="49" charset="-122"/>
              </a:rPr>
              <a:t>工序</a:t>
            </a:r>
            <a:r>
              <a:rPr lang="en-US" altLang="zh-CN" sz="2000">
                <a:latin typeface="黑体" panose="02010609060101010101" pitchFamily="49" charset="-122"/>
                <a:ea typeface="黑体" panose="02010609060101010101" pitchFamily="49" charset="-122"/>
              </a:rPr>
              <a:t>\</a:t>
            </a:r>
            <a:r>
              <a:rPr lang="zh-CN" altLang="en-US" sz="2000">
                <a:latin typeface="黑体" panose="02010609060101010101" pitchFamily="49" charset="-122"/>
                <a:ea typeface="黑体" panose="02010609060101010101" pitchFamily="49" charset="-122"/>
              </a:rPr>
              <a:t>工作</a:t>
            </a:r>
            <a:r>
              <a:rPr lang="en-US" altLang="zh-CN" sz="2000">
                <a:latin typeface="黑体" panose="02010609060101010101" pitchFamily="49" charset="-122"/>
                <a:ea typeface="黑体" panose="02010609060101010101" pitchFamily="49" charset="-122"/>
              </a:rPr>
              <a:t>)</a:t>
            </a:r>
          </a:p>
          <a:p>
            <a:pPr lvl="1" eaLnBrk="1" hangingPunct="1">
              <a:lnSpc>
                <a:spcPct val="130000"/>
              </a:lnSpc>
              <a:spcBef>
                <a:spcPct val="40000"/>
              </a:spcBef>
            </a:pPr>
            <a:r>
              <a:rPr lang="zh-CN" altLang="en-US" sz="2000">
                <a:latin typeface="黑体" panose="02010609060101010101" pitchFamily="49" charset="-122"/>
                <a:ea typeface="黑体" panose="02010609060101010101" pitchFamily="49" charset="-122"/>
              </a:rPr>
              <a:t>节点</a:t>
            </a:r>
            <a:r>
              <a:rPr lang="en-US" altLang="zh-CN" sz="2000">
                <a:ea typeface="黑体" panose="02010609060101010101" pitchFamily="49" charset="-122"/>
              </a:rPr>
              <a:t>Node</a:t>
            </a:r>
            <a:r>
              <a:rPr lang="zh-CN" altLang="en-US" sz="2000">
                <a:latin typeface="黑体" panose="02010609060101010101" pitchFamily="49" charset="-122"/>
                <a:ea typeface="黑体" panose="02010609060101010101" pitchFamily="49" charset="-122"/>
              </a:rPr>
              <a:t>（圆圈</a:t>
            </a:r>
            <a:r>
              <a:rPr lang="en-US" altLang="zh-CN" sz="2000">
                <a:latin typeface="黑体" panose="02010609060101010101" pitchFamily="49" charset="-122"/>
                <a:ea typeface="黑体" panose="02010609060101010101" pitchFamily="49" charset="-122"/>
              </a:rPr>
              <a:t>:</a:t>
            </a:r>
            <a:r>
              <a:rPr lang="en-US" altLang="zh-CN" sz="2000">
                <a:ea typeface="黑体" panose="02010609060101010101" pitchFamily="49" charset="-122"/>
              </a:rPr>
              <a:t>circle</a:t>
            </a:r>
            <a:r>
              <a:rPr lang="zh-CN" altLang="en-US" sz="2000">
                <a:latin typeface="黑体" panose="02010609060101010101" pitchFamily="49" charset="-122"/>
                <a:ea typeface="黑体" panose="02010609060101010101" pitchFamily="49" charset="-122"/>
              </a:rPr>
              <a:t>）表示前一道工序的结束</a:t>
            </a:r>
            <a:r>
              <a:rPr lang="en-US" altLang="zh-CN" sz="2000">
                <a:latin typeface="黑体" panose="02010609060101010101" pitchFamily="49" charset="-122"/>
                <a:ea typeface="黑体" panose="02010609060101010101" pitchFamily="49" charset="-122"/>
              </a:rPr>
              <a:t>,</a:t>
            </a:r>
            <a:r>
              <a:rPr lang="zh-CN" altLang="en-US" sz="2000">
                <a:latin typeface="黑体" panose="02010609060101010101" pitchFamily="49" charset="-122"/>
                <a:ea typeface="黑体" panose="02010609060101010101" pitchFamily="49" charset="-122"/>
              </a:rPr>
              <a:t>同时也表示后一道工序的开始</a:t>
            </a:r>
          </a:p>
          <a:p>
            <a:pPr lvl="1" eaLnBrk="1" hangingPunct="1">
              <a:lnSpc>
                <a:spcPct val="130000"/>
              </a:lnSpc>
              <a:spcBef>
                <a:spcPct val="40000"/>
              </a:spcBef>
            </a:pPr>
            <a:r>
              <a:rPr lang="zh-CN" altLang="en-US" sz="2000">
                <a:latin typeface="黑体" panose="02010609060101010101" pitchFamily="49" charset="-122"/>
                <a:ea typeface="黑体" panose="02010609060101010101" pitchFamily="49" charset="-122"/>
              </a:rPr>
              <a:t>只适合表示结束</a:t>
            </a:r>
            <a:r>
              <a:rPr lang="en-US" altLang="zh-CN" sz="2000">
                <a:latin typeface="黑体" panose="02010609060101010101" pitchFamily="49" charset="-122"/>
                <a:ea typeface="黑体" panose="02010609060101010101" pitchFamily="49" charset="-122"/>
              </a:rPr>
              <a:t>-</a:t>
            </a:r>
            <a:r>
              <a:rPr lang="zh-CN" altLang="en-US" sz="2000">
                <a:latin typeface="黑体" panose="02010609060101010101" pitchFamily="49" charset="-122"/>
                <a:ea typeface="黑体" panose="02010609060101010101" pitchFamily="49" charset="-122"/>
              </a:rPr>
              <a:t>开始的逻辑关系</a:t>
            </a:r>
          </a:p>
          <a:p>
            <a:pPr lvl="1" eaLnBrk="1" hangingPunct="1">
              <a:lnSpc>
                <a:spcPct val="130000"/>
              </a:lnSpc>
              <a:spcBef>
                <a:spcPct val="40000"/>
              </a:spcBef>
            </a:pPr>
            <a:r>
              <a:rPr lang="zh-CN" altLang="en-US" sz="2000">
                <a:latin typeface="黑体" panose="02010609060101010101" pitchFamily="49" charset="-122"/>
                <a:ea typeface="黑体" panose="02010609060101010101" pitchFamily="49" charset="-122"/>
              </a:rPr>
              <a:t>可以有时标</a:t>
            </a:r>
          </a:p>
          <a:p>
            <a:pPr eaLnBrk="1" hangingPunct="1">
              <a:lnSpc>
                <a:spcPct val="130000"/>
              </a:lnSpc>
              <a:spcBef>
                <a:spcPct val="40000"/>
              </a:spcBef>
            </a:pPr>
            <a:endParaRPr lang="en-US" altLang="zh-CN" sz="2000">
              <a:solidFill>
                <a:schemeClr val="accent2"/>
              </a:solidFill>
              <a:ea typeface="黑体" panose="02010609060101010101" pitchFamily="49"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668FED5A-3DA6-92A7-E7F6-862E5D81E7C3}"/>
              </a:ext>
            </a:extLst>
          </p:cNvPr>
          <p:cNvSpPr>
            <a:spLocks noGrp="1" noChangeArrowheads="1"/>
          </p:cNvSpPr>
          <p:nvPr>
            <p:ph type="title"/>
          </p:nvPr>
        </p:nvSpPr>
        <p:spPr/>
        <p:txBody>
          <a:bodyPr/>
          <a:lstStyle/>
          <a:p>
            <a:pPr eaLnBrk="1" hangingPunct="1"/>
            <a:r>
              <a:rPr kumimoji="1" lang="zh-CN" altLang="en-US"/>
              <a:t>软件项目进度计划</a:t>
            </a:r>
          </a:p>
        </p:txBody>
      </p:sp>
      <p:sp>
        <p:nvSpPr>
          <p:cNvPr id="74755" name="Rectangle 3">
            <a:extLst>
              <a:ext uri="{FF2B5EF4-FFF2-40B4-BE49-F238E27FC236}">
                <a16:creationId xmlns:a16="http://schemas.microsoft.com/office/drawing/2014/main" id="{AAF44612-2C42-691A-A009-4E51E98DE3CC}"/>
              </a:ext>
            </a:extLst>
          </p:cNvPr>
          <p:cNvSpPr>
            <a:spLocks noGrp="1" noChangeArrowheads="1"/>
          </p:cNvSpPr>
          <p:nvPr>
            <p:ph type="body" idx="1"/>
          </p:nvPr>
        </p:nvSpPr>
        <p:spPr>
          <a:xfrm>
            <a:off x="539750" y="2060575"/>
            <a:ext cx="8424863" cy="4797425"/>
          </a:xfrm>
        </p:spPr>
        <p:txBody>
          <a:bodyPr/>
          <a:lstStyle/>
          <a:p>
            <a:pPr eaLnBrk="1" hangingPunct="1"/>
            <a:r>
              <a:rPr lang="en-US" altLang="zh-CN" sz="2000">
                <a:solidFill>
                  <a:schemeClr val="accent2"/>
                </a:solidFill>
                <a:ea typeface="黑体" panose="02010609060101010101" pitchFamily="49" charset="-122"/>
              </a:rPr>
              <a:t>ADM</a:t>
            </a:r>
            <a:r>
              <a:rPr lang="zh-CN" altLang="en-US" sz="2000">
                <a:solidFill>
                  <a:schemeClr val="accent2"/>
                </a:solidFill>
                <a:ea typeface="黑体" panose="02010609060101010101" pitchFamily="49" charset="-122"/>
              </a:rPr>
              <a:t>图例</a:t>
            </a:r>
          </a:p>
        </p:txBody>
      </p:sp>
      <p:grpSp>
        <p:nvGrpSpPr>
          <p:cNvPr id="74756" name="Group 4">
            <a:extLst>
              <a:ext uri="{FF2B5EF4-FFF2-40B4-BE49-F238E27FC236}">
                <a16:creationId xmlns:a16="http://schemas.microsoft.com/office/drawing/2014/main" id="{B1A9880D-499F-DD0A-708D-8448DB9E0A29}"/>
              </a:ext>
            </a:extLst>
          </p:cNvPr>
          <p:cNvGrpSpPr>
            <a:grpSpLocks/>
          </p:cNvGrpSpPr>
          <p:nvPr/>
        </p:nvGrpSpPr>
        <p:grpSpPr bwMode="auto">
          <a:xfrm>
            <a:off x="539750" y="2565400"/>
            <a:ext cx="8353425" cy="4048125"/>
            <a:chOff x="0" y="1200"/>
            <a:chExt cx="5760" cy="2550"/>
          </a:xfrm>
        </p:grpSpPr>
        <p:sp>
          <p:nvSpPr>
            <p:cNvPr id="74757" name="Text Box 5">
              <a:extLst>
                <a:ext uri="{FF2B5EF4-FFF2-40B4-BE49-F238E27FC236}">
                  <a16:creationId xmlns:a16="http://schemas.microsoft.com/office/drawing/2014/main" id="{C59CEF58-306F-5C06-DBA3-649274F5C7C9}"/>
                </a:ext>
              </a:extLst>
            </p:cNvPr>
            <p:cNvSpPr txBox="1">
              <a:spLocks noChangeArrowheads="1"/>
            </p:cNvSpPr>
            <p:nvPr/>
          </p:nvSpPr>
          <p:spPr bwMode="auto">
            <a:xfrm>
              <a:off x="1852" y="1677"/>
              <a:ext cx="732" cy="35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1600">
                  <a:solidFill>
                    <a:schemeClr val="accent1"/>
                  </a:solidFill>
                  <a:latin typeface="黑体" panose="02010609060101010101" pitchFamily="49" charset="-122"/>
                  <a:ea typeface="黑体" panose="02010609060101010101" pitchFamily="49" charset="-122"/>
                </a:rPr>
                <a:t>总体设计</a:t>
              </a:r>
            </a:p>
          </p:txBody>
        </p:sp>
        <p:sp>
          <p:nvSpPr>
            <p:cNvPr id="74758" name="Text Box 6">
              <a:extLst>
                <a:ext uri="{FF2B5EF4-FFF2-40B4-BE49-F238E27FC236}">
                  <a16:creationId xmlns:a16="http://schemas.microsoft.com/office/drawing/2014/main" id="{9F635FA0-21AA-12F4-999F-344CD5C749D6}"/>
                </a:ext>
              </a:extLst>
            </p:cNvPr>
            <p:cNvSpPr txBox="1">
              <a:spLocks noChangeArrowheads="1"/>
            </p:cNvSpPr>
            <p:nvPr/>
          </p:nvSpPr>
          <p:spPr bwMode="auto">
            <a:xfrm>
              <a:off x="1001" y="2782"/>
              <a:ext cx="796" cy="34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1600">
                  <a:solidFill>
                    <a:schemeClr val="accent1"/>
                  </a:solidFill>
                  <a:latin typeface="黑体" panose="02010609060101010101" pitchFamily="49" charset="-122"/>
                  <a:ea typeface="黑体" panose="02010609060101010101" pitchFamily="49" charset="-122"/>
                </a:rPr>
                <a:t>需求确认</a:t>
              </a:r>
            </a:p>
          </p:txBody>
        </p:sp>
        <p:sp>
          <p:nvSpPr>
            <p:cNvPr id="74759" name="Text Box 7">
              <a:extLst>
                <a:ext uri="{FF2B5EF4-FFF2-40B4-BE49-F238E27FC236}">
                  <a16:creationId xmlns:a16="http://schemas.microsoft.com/office/drawing/2014/main" id="{288FA76D-DE39-77C3-9E7D-ED67082FFB97}"/>
                </a:ext>
              </a:extLst>
            </p:cNvPr>
            <p:cNvSpPr txBox="1">
              <a:spLocks noChangeArrowheads="1"/>
            </p:cNvSpPr>
            <p:nvPr/>
          </p:nvSpPr>
          <p:spPr bwMode="auto">
            <a:xfrm>
              <a:off x="0" y="2755"/>
              <a:ext cx="646"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1600">
                  <a:solidFill>
                    <a:schemeClr val="accent1"/>
                  </a:solidFill>
                  <a:latin typeface="黑体" panose="02010609060101010101" pitchFamily="49" charset="-122"/>
                  <a:ea typeface="黑体" panose="02010609060101010101" pitchFamily="49" charset="-122"/>
                </a:rPr>
                <a:t>需求获取</a:t>
              </a:r>
            </a:p>
          </p:txBody>
        </p:sp>
        <p:sp>
          <p:nvSpPr>
            <p:cNvPr id="74760" name="Text Box 8">
              <a:extLst>
                <a:ext uri="{FF2B5EF4-FFF2-40B4-BE49-F238E27FC236}">
                  <a16:creationId xmlns:a16="http://schemas.microsoft.com/office/drawing/2014/main" id="{8AD9FEE6-12B2-DEB3-74E9-A5FC221C9179}"/>
                </a:ext>
              </a:extLst>
            </p:cNvPr>
            <p:cNvSpPr txBox="1">
              <a:spLocks noChangeArrowheads="1"/>
            </p:cNvSpPr>
            <p:nvPr/>
          </p:nvSpPr>
          <p:spPr bwMode="auto">
            <a:xfrm>
              <a:off x="4909" y="1484"/>
              <a:ext cx="528" cy="69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1600">
                  <a:solidFill>
                    <a:schemeClr val="accent1"/>
                  </a:solidFill>
                  <a:latin typeface="黑体" panose="02010609060101010101" pitchFamily="49" charset="-122"/>
                  <a:ea typeface="黑体" panose="02010609060101010101" pitchFamily="49" charset="-122"/>
                </a:rPr>
                <a:t>系统测试</a:t>
              </a:r>
            </a:p>
          </p:txBody>
        </p:sp>
        <p:sp>
          <p:nvSpPr>
            <p:cNvPr id="74761" name="Text Box 9">
              <a:extLst>
                <a:ext uri="{FF2B5EF4-FFF2-40B4-BE49-F238E27FC236}">
                  <a16:creationId xmlns:a16="http://schemas.microsoft.com/office/drawing/2014/main" id="{D6C2F7EC-FD81-23B0-3940-513980AC933A}"/>
                </a:ext>
              </a:extLst>
            </p:cNvPr>
            <p:cNvSpPr txBox="1">
              <a:spLocks noChangeArrowheads="1"/>
            </p:cNvSpPr>
            <p:nvPr/>
          </p:nvSpPr>
          <p:spPr bwMode="auto">
            <a:xfrm>
              <a:off x="4135" y="1484"/>
              <a:ext cx="528" cy="70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1600">
                  <a:solidFill>
                    <a:schemeClr val="accent1"/>
                  </a:solidFill>
                  <a:latin typeface="黑体" panose="02010609060101010101" pitchFamily="49" charset="-122"/>
                  <a:ea typeface="黑体" panose="02010609060101010101" pitchFamily="49" charset="-122"/>
                </a:rPr>
                <a:t>集成测试</a:t>
              </a:r>
            </a:p>
          </p:txBody>
        </p:sp>
        <p:sp>
          <p:nvSpPr>
            <p:cNvPr id="74762" name="Text Box 10">
              <a:extLst>
                <a:ext uri="{FF2B5EF4-FFF2-40B4-BE49-F238E27FC236}">
                  <a16:creationId xmlns:a16="http://schemas.microsoft.com/office/drawing/2014/main" id="{D464A90F-731C-CFCC-27A4-A9F571AEB1B5}"/>
                </a:ext>
              </a:extLst>
            </p:cNvPr>
            <p:cNvSpPr txBox="1">
              <a:spLocks noChangeArrowheads="1"/>
            </p:cNvSpPr>
            <p:nvPr/>
          </p:nvSpPr>
          <p:spPr bwMode="auto">
            <a:xfrm>
              <a:off x="3341" y="1882"/>
              <a:ext cx="535" cy="34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1600">
                  <a:solidFill>
                    <a:schemeClr val="accent1"/>
                  </a:solidFill>
                  <a:latin typeface="黑体" panose="02010609060101010101" pitchFamily="49" charset="-122"/>
                  <a:ea typeface="黑体" panose="02010609060101010101" pitchFamily="49" charset="-122"/>
                </a:rPr>
                <a:t>编码</a:t>
              </a:r>
            </a:p>
          </p:txBody>
        </p:sp>
        <p:sp>
          <p:nvSpPr>
            <p:cNvPr id="74763" name="Text Box 11">
              <a:extLst>
                <a:ext uri="{FF2B5EF4-FFF2-40B4-BE49-F238E27FC236}">
                  <a16:creationId xmlns:a16="http://schemas.microsoft.com/office/drawing/2014/main" id="{AC5681A5-426F-3D56-4AC1-AD97EE876D89}"/>
                </a:ext>
              </a:extLst>
            </p:cNvPr>
            <p:cNvSpPr txBox="1">
              <a:spLocks noChangeArrowheads="1"/>
            </p:cNvSpPr>
            <p:nvPr/>
          </p:nvSpPr>
          <p:spPr bwMode="auto">
            <a:xfrm>
              <a:off x="2324" y="2564"/>
              <a:ext cx="648" cy="34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1600">
                  <a:solidFill>
                    <a:schemeClr val="accent1"/>
                  </a:solidFill>
                  <a:latin typeface="黑体" panose="02010609060101010101" pitchFamily="49" charset="-122"/>
                  <a:ea typeface="黑体" panose="02010609060101010101" pitchFamily="49" charset="-122"/>
                </a:rPr>
                <a:t>详细设计</a:t>
              </a:r>
            </a:p>
          </p:txBody>
        </p:sp>
        <p:sp>
          <p:nvSpPr>
            <p:cNvPr id="74764" name="Text Box 12">
              <a:extLst>
                <a:ext uri="{FF2B5EF4-FFF2-40B4-BE49-F238E27FC236}">
                  <a16:creationId xmlns:a16="http://schemas.microsoft.com/office/drawing/2014/main" id="{456ACBEE-A4B6-205B-DDAE-5053515D788E}"/>
                </a:ext>
              </a:extLst>
            </p:cNvPr>
            <p:cNvSpPr txBox="1">
              <a:spLocks noChangeArrowheads="1"/>
            </p:cNvSpPr>
            <p:nvPr/>
          </p:nvSpPr>
          <p:spPr bwMode="auto">
            <a:xfrm>
              <a:off x="1453" y="2509"/>
              <a:ext cx="744" cy="34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1600">
                  <a:solidFill>
                    <a:schemeClr val="accent1"/>
                  </a:solidFill>
                  <a:latin typeface="黑体" panose="02010609060101010101" pitchFamily="49" charset="-122"/>
                  <a:ea typeface="黑体" panose="02010609060101010101" pitchFamily="49" charset="-122"/>
                </a:rPr>
                <a:t>计划评审</a:t>
              </a:r>
            </a:p>
          </p:txBody>
        </p:sp>
        <p:sp>
          <p:nvSpPr>
            <p:cNvPr id="74765" name="Text Box 13">
              <a:extLst>
                <a:ext uri="{FF2B5EF4-FFF2-40B4-BE49-F238E27FC236}">
                  <a16:creationId xmlns:a16="http://schemas.microsoft.com/office/drawing/2014/main" id="{A9E4D5E9-DCA5-8C63-440F-D4A441745A4C}"/>
                </a:ext>
              </a:extLst>
            </p:cNvPr>
            <p:cNvSpPr txBox="1">
              <a:spLocks noChangeArrowheads="1"/>
            </p:cNvSpPr>
            <p:nvPr/>
          </p:nvSpPr>
          <p:spPr bwMode="auto">
            <a:xfrm>
              <a:off x="645" y="1909"/>
              <a:ext cx="722" cy="34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lang="zh-CN" altLang="en-US" sz="1600">
                  <a:solidFill>
                    <a:schemeClr val="accent1"/>
                  </a:solidFill>
                  <a:latin typeface="黑体" panose="02010609060101010101" pitchFamily="49" charset="-122"/>
                  <a:ea typeface="黑体" panose="02010609060101010101" pitchFamily="49" charset="-122"/>
                </a:rPr>
                <a:t>项目规划</a:t>
              </a:r>
            </a:p>
          </p:txBody>
        </p:sp>
        <p:sp>
          <p:nvSpPr>
            <p:cNvPr id="74766" name="Oval 14">
              <a:extLst>
                <a:ext uri="{FF2B5EF4-FFF2-40B4-BE49-F238E27FC236}">
                  <a16:creationId xmlns:a16="http://schemas.microsoft.com/office/drawing/2014/main" id="{7108A3F9-5A0A-53AB-7F1D-D3CF706B809E}"/>
                </a:ext>
              </a:extLst>
            </p:cNvPr>
            <p:cNvSpPr>
              <a:spLocks noChangeArrowheads="1"/>
            </p:cNvSpPr>
            <p:nvPr/>
          </p:nvSpPr>
          <p:spPr bwMode="auto">
            <a:xfrm>
              <a:off x="280" y="2100"/>
              <a:ext cx="474" cy="586"/>
            </a:xfrm>
            <a:prstGeom prst="ellipse">
              <a:avLst/>
            </a:prstGeom>
            <a:solidFill>
              <a:srgbClr val="CA5B08"/>
            </a:solidFill>
            <a:ln w="9525">
              <a:solidFill>
                <a:srgbClr val="000000"/>
              </a:solidFill>
              <a:round/>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600" b="1" i="0" u="none" strike="noStrike" kern="1200" cap="none" spc="0" normalizeH="0" baseline="0" noProof="0">
                  <a:ln>
                    <a:noFill/>
                  </a:ln>
                  <a:solidFill>
                    <a:srgbClr val="FFFFFF"/>
                  </a:solidFill>
                  <a:effectLst/>
                  <a:uLnTx/>
                  <a:uFillTx/>
                  <a:latin typeface="黑体" panose="02010609060101010101" pitchFamily="49" charset="-122"/>
                  <a:ea typeface="黑体" panose="02010609060101010101" pitchFamily="49" charset="-122"/>
                  <a:cs typeface="+mn-cs"/>
                </a:rPr>
                <a:t>1</a:t>
              </a:r>
            </a:p>
          </p:txBody>
        </p:sp>
        <p:sp>
          <p:nvSpPr>
            <p:cNvPr id="74767" name="Oval 15">
              <a:extLst>
                <a:ext uri="{FF2B5EF4-FFF2-40B4-BE49-F238E27FC236}">
                  <a16:creationId xmlns:a16="http://schemas.microsoft.com/office/drawing/2014/main" id="{291EC996-BFF0-C4D3-1288-35AF227ED889}"/>
                </a:ext>
              </a:extLst>
            </p:cNvPr>
            <p:cNvSpPr>
              <a:spLocks noChangeArrowheads="1"/>
            </p:cNvSpPr>
            <p:nvPr/>
          </p:nvSpPr>
          <p:spPr bwMode="auto">
            <a:xfrm>
              <a:off x="636" y="3164"/>
              <a:ext cx="495" cy="586"/>
            </a:xfrm>
            <a:prstGeom prst="ellipse">
              <a:avLst/>
            </a:prstGeom>
            <a:solidFill>
              <a:srgbClr val="CA5B08"/>
            </a:solidFill>
            <a:ln w="9525">
              <a:solidFill>
                <a:srgbClr val="000000"/>
              </a:solidFill>
              <a:round/>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600" b="1" i="0" u="none" strike="noStrike" kern="1200" cap="none" spc="0" normalizeH="0" baseline="0" noProof="0">
                  <a:ln>
                    <a:noFill/>
                  </a:ln>
                  <a:solidFill>
                    <a:srgbClr val="FFFFFF"/>
                  </a:solidFill>
                  <a:effectLst/>
                  <a:uLnTx/>
                  <a:uFillTx/>
                  <a:latin typeface="黑体" panose="02010609060101010101" pitchFamily="49" charset="-122"/>
                  <a:ea typeface="黑体" panose="02010609060101010101" pitchFamily="49" charset="-122"/>
                  <a:cs typeface="+mn-cs"/>
                </a:rPr>
                <a:t>2</a:t>
              </a:r>
            </a:p>
          </p:txBody>
        </p:sp>
        <p:sp>
          <p:nvSpPr>
            <p:cNvPr id="74768" name="Oval 16">
              <a:extLst>
                <a:ext uri="{FF2B5EF4-FFF2-40B4-BE49-F238E27FC236}">
                  <a16:creationId xmlns:a16="http://schemas.microsoft.com/office/drawing/2014/main" id="{E135B60C-AC03-8322-77BE-4DB65CAC99E9}"/>
                </a:ext>
              </a:extLst>
            </p:cNvPr>
            <p:cNvSpPr>
              <a:spLocks noChangeArrowheads="1"/>
            </p:cNvSpPr>
            <p:nvPr/>
          </p:nvSpPr>
          <p:spPr bwMode="auto">
            <a:xfrm>
              <a:off x="1173" y="2103"/>
              <a:ext cx="474" cy="586"/>
            </a:xfrm>
            <a:prstGeom prst="ellipse">
              <a:avLst/>
            </a:prstGeom>
            <a:solidFill>
              <a:srgbClr val="CA5B08"/>
            </a:solidFill>
            <a:ln w="9525">
              <a:solidFill>
                <a:srgbClr val="000000"/>
              </a:solidFill>
              <a:round/>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600" b="1" i="0" u="none" strike="noStrike" kern="1200" cap="none" spc="0" normalizeH="0" baseline="0" noProof="0">
                  <a:ln>
                    <a:noFill/>
                  </a:ln>
                  <a:solidFill>
                    <a:srgbClr val="FFFFFF"/>
                  </a:solidFill>
                  <a:effectLst/>
                  <a:uLnTx/>
                  <a:uFillTx/>
                  <a:latin typeface="黑体" panose="02010609060101010101" pitchFamily="49" charset="-122"/>
                  <a:ea typeface="黑体" panose="02010609060101010101" pitchFamily="49" charset="-122"/>
                  <a:cs typeface="+mn-cs"/>
                </a:rPr>
                <a:t>3</a:t>
              </a:r>
            </a:p>
          </p:txBody>
        </p:sp>
        <p:sp>
          <p:nvSpPr>
            <p:cNvPr id="74769" name="Oval 17">
              <a:extLst>
                <a:ext uri="{FF2B5EF4-FFF2-40B4-BE49-F238E27FC236}">
                  <a16:creationId xmlns:a16="http://schemas.microsoft.com/office/drawing/2014/main" id="{48466173-4D15-4878-C6A5-1F75E074C422}"/>
                </a:ext>
              </a:extLst>
            </p:cNvPr>
            <p:cNvSpPr>
              <a:spLocks noChangeArrowheads="1"/>
            </p:cNvSpPr>
            <p:nvPr/>
          </p:nvSpPr>
          <p:spPr bwMode="auto">
            <a:xfrm>
              <a:off x="2467" y="1200"/>
              <a:ext cx="473" cy="586"/>
            </a:xfrm>
            <a:prstGeom prst="ellipse">
              <a:avLst/>
            </a:prstGeom>
            <a:solidFill>
              <a:srgbClr val="CA5B08"/>
            </a:solidFill>
            <a:ln w="9525">
              <a:solidFill>
                <a:srgbClr val="000000"/>
              </a:solidFill>
              <a:round/>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600" b="1" i="0" u="none" strike="noStrike" kern="1200" cap="none" spc="0" normalizeH="0" baseline="0" noProof="0">
                  <a:ln>
                    <a:noFill/>
                  </a:ln>
                  <a:solidFill>
                    <a:srgbClr val="FFFFFF"/>
                  </a:solidFill>
                  <a:effectLst/>
                  <a:uLnTx/>
                  <a:uFillTx/>
                  <a:latin typeface="黑体" panose="02010609060101010101" pitchFamily="49" charset="-122"/>
                  <a:ea typeface="黑体" panose="02010609060101010101" pitchFamily="49" charset="-122"/>
                  <a:cs typeface="+mn-cs"/>
                </a:rPr>
                <a:t>6</a:t>
              </a:r>
            </a:p>
          </p:txBody>
        </p:sp>
        <p:sp>
          <p:nvSpPr>
            <p:cNvPr id="74770" name="Oval 18">
              <a:extLst>
                <a:ext uri="{FF2B5EF4-FFF2-40B4-BE49-F238E27FC236}">
                  <a16:creationId xmlns:a16="http://schemas.microsoft.com/office/drawing/2014/main" id="{2407890A-5B49-373F-A808-AC642E49716C}"/>
                </a:ext>
              </a:extLst>
            </p:cNvPr>
            <p:cNvSpPr>
              <a:spLocks noChangeArrowheads="1"/>
            </p:cNvSpPr>
            <p:nvPr/>
          </p:nvSpPr>
          <p:spPr bwMode="auto">
            <a:xfrm>
              <a:off x="5286" y="2073"/>
              <a:ext cx="474" cy="586"/>
            </a:xfrm>
            <a:prstGeom prst="ellipse">
              <a:avLst/>
            </a:prstGeom>
            <a:solidFill>
              <a:srgbClr val="CA5B08"/>
            </a:solidFill>
            <a:ln w="9525">
              <a:solidFill>
                <a:srgbClr val="000000"/>
              </a:solidFill>
              <a:round/>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600" b="1" i="0" u="none" strike="noStrike" kern="1200" cap="none" spc="0" normalizeH="0" baseline="0" noProof="0">
                  <a:ln>
                    <a:noFill/>
                  </a:ln>
                  <a:solidFill>
                    <a:srgbClr val="FFFFFF"/>
                  </a:solidFill>
                  <a:effectLst/>
                  <a:uLnTx/>
                  <a:uFillTx/>
                  <a:latin typeface="黑体" panose="02010609060101010101" pitchFamily="49" charset="-122"/>
                  <a:ea typeface="黑体" panose="02010609060101010101" pitchFamily="49" charset="-122"/>
                  <a:cs typeface="+mn-cs"/>
                </a:rPr>
                <a:t>9</a:t>
              </a:r>
            </a:p>
          </p:txBody>
        </p:sp>
        <p:sp>
          <p:nvSpPr>
            <p:cNvPr id="74771" name="Oval 19">
              <a:extLst>
                <a:ext uri="{FF2B5EF4-FFF2-40B4-BE49-F238E27FC236}">
                  <a16:creationId xmlns:a16="http://schemas.microsoft.com/office/drawing/2014/main" id="{FB1F12E9-7C35-08FD-263C-29784A21FAB6}"/>
                </a:ext>
              </a:extLst>
            </p:cNvPr>
            <p:cNvSpPr>
              <a:spLocks noChangeArrowheads="1"/>
            </p:cNvSpPr>
            <p:nvPr/>
          </p:nvSpPr>
          <p:spPr bwMode="auto">
            <a:xfrm>
              <a:off x="4555" y="2073"/>
              <a:ext cx="474" cy="586"/>
            </a:xfrm>
            <a:prstGeom prst="ellipse">
              <a:avLst/>
            </a:prstGeom>
            <a:solidFill>
              <a:srgbClr val="CA5B08"/>
            </a:solidFill>
            <a:ln w="9525">
              <a:solidFill>
                <a:srgbClr val="000000"/>
              </a:solidFill>
              <a:round/>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600" b="1" i="0" u="none" strike="noStrike" kern="1200" cap="none" spc="0" normalizeH="0" baseline="0" noProof="0">
                  <a:ln>
                    <a:noFill/>
                  </a:ln>
                  <a:solidFill>
                    <a:srgbClr val="FFFFFF"/>
                  </a:solidFill>
                  <a:effectLst/>
                  <a:uLnTx/>
                  <a:uFillTx/>
                  <a:latin typeface="黑体" panose="02010609060101010101" pitchFamily="49" charset="-122"/>
                  <a:ea typeface="黑体" panose="02010609060101010101" pitchFamily="49" charset="-122"/>
                  <a:cs typeface="+mn-cs"/>
                </a:rPr>
                <a:t>8</a:t>
              </a:r>
            </a:p>
          </p:txBody>
        </p:sp>
        <p:sp>
          <p:nvSpPr>
            <p:cNvPr id="74772" name="Oval 20">
              <a:extLst>
                <a:ext uri="{FF2B5EF4-FFF2-40B4-BE49-F238E27FC236}">
                  <a16:creationId xmlns:a16="http://schemas.microsoft.com/office/drawing/2014/main" id="{4D2961DC-4DFD-63B6-E394-3ADED015B69B}"/>
                </a:ext>
              </a:extLst>
            </p:cNvPr>
            <p:cNvSpPr>
              <a:spLocks noChangeArrowheads="1"/>
            </p:cNvSpPr>
            <p:nvPr/>
          </p:nvSpPr>
          <p:spPr bwMode="auto">
            <a:xfrm>
              <a:off x="3769" y="2100"/>
              <a:ext cx="473" cy="586"/>
            </a:xfrm>
            <a:prstGeom prst="ellipse">
              <a:avLst/>
            </a:prstGeom>
            <a:solidFill>
              <a:srgbClr val="CA5B08"/>
            </a:solidFill>
            <a:ln w="9525">
              <a:solidFill>
                <a:srgbClr val="000000"/>
              </a:solidFill>
              <a:round/>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600" b="1" i="0" u="none" strike="noStrike" kern="1200" cap="none" spc="0" normalizeH="0" baseline="0" noProof="0">
                  <a:ln>
                    <a:noFill/>
                  </a:ln>
                  <a:solidFill>
                    <a:srgbClr val="FFFFFF"/>
                  </a:solidFill>
                  <a:effectLst/>
                  <a:uLnTx/>
                  <a:uFillTx/>
                  <a:latin typeface="黑体" panose="02010609060101010101" pitchFamily="49" charset="-122"/>
                  <a:ea typeface="黑体" panose="02010609060101010101" pitchFamily="49" charset="-122"/>
                  <a:cs typeface="+mn-cs"/>
                </a:rPr>
                <a:t>7</a:t>
              </a:r>
            </a:p>
          </p:txBody>
        </p:sp>
        <p:sp>
          <p:nvSpPr>
            <p:cNvPr id="74773" name="Oval 21">
              <a:extLst>
                <a:ext uri="{FF2B5EF4-FFF2-40B4-BE49-F238E27FC236}">
                  <a16:creationId xmlns:a16="http://schemas.microsoft.com/office/drawing/2014/main" id="{24FC6C33-1D49-B542-8828-8BDCEEB277E8}"/>
                </a:ext>
              </a:extLst>
            </p:cNvPr>
            <p:cNvSpPr>
              <a:spLocks noChangeArrowheads="1"/>
            </p:cNvSpPr>
            <p:nvPr/>
          </p:nvSpPr>
          <p:spPr bwMode="auto">
            <a:xfrm>
              <a:off x="2917" y="2073"/>
              <a:ext cx="474" cy="586"/>
            </a:xfrm>
            <a:prstGeom prst="ellipse">
              <a:avLst/>
            </a:prstGeom>
            <a:solidFill>
              <a:srgbClr val="CA5B08"/>
            </a:solidFill>
            <a:ln w="9525">
              <a:solidFill>
                <a:srgbClr val="000000"/>
              </a:solidFill>
              <a:round/>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1600" b="1" i="0" u="none" strike="noStrike" kern="1200" cap="none" spc="0" normalizeH="0" baseline="0" noProof="0">
                  <a:ln>
                    <a:noFill/>
                  </a:ln>
                  <a:solidFill>
                    <a:srgbClr val="FFFFFF"/>
                  </a:solidFill>
                  <a:effectLst/>
                  <a:uLnTx/>
                  <a:uFillTx/>
                  <a:latin typeface="黑体" panose="02010609060101010101" pitchFamily="49" charset="-122"/>
                  <a:ea typeface="黑体" panose="02010609060101010101" pitchFamily="49" charset="-122"/>
                  <a:cs typeface="+mn-cs"/>
                </a:rPr>
                <a:t>5</a:t>
              </a:r>
            </a:p>
          </p:txBody>
        </p:sp>
        <p:sp>
          <p:nvSpPr>
            <p:cNvPr id="74774" name="Oval 22">
              <a:extLst>
                <a:ext uri="{FF2B5EF4-FFF2-40B4-BE49-F238E27FC236}">
                  <a16:creationId xmlns:a16="http://schemas.microsoft.com/office/drawing/2014/main" id="{EAB47E5D-7627-5E2F-D8C6-DCB64CFA1B33}"/>
                </a:ext>
              </a:extLst>
            </p:cNvPr>
            <p:cNvSpPr>
              <a:spLocks noChangeArrowheads="1"/>
            </p:cNvSpPr>
            <p:nvPr/>
          </p:nvSpPr>
          <p:spPr bwMode="auto">
            <a:xfrm>
              <a:off x="2036" y="2100"/>
              <a:ext cx="474" cy="586"/>
            </a:xfrm>
            <a:prstGeom prst="ellipse">
              <a:avLst/>
            </a:prstGeom>
            <a:solidFill>
              <a:srgbClr val="CA5B08"/>
            </a:solidFill>
            <a:ln w="9525">
              <a:solidFill>
                <a:srgbClr val="000000"/>
              </a:solidFill>
              <a:round/>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72000"/>
                </a:lnSpc>
                <a:spcBef>
                  <a:spcPct val="0"/>
                </a:spcBef>
                <a:spcAft>
                  <a:spcPct val="0"/>
                </a:spcAft>
                <a:buClrTx/>
                <a:buSzTx/>
                <a:buFontTx/>
                <a:buNone/>
                <a:tabLst/>
                <a:defRPr/>
              </a:pPr>
              <a:r>
                <a:rPr kumimoji="0" lang="en-US" altLang="zh-CN" sz="1600" b="1" i="0" u="none" strike="noStrike" kern="1200" cap="none" spc="0" normalizeH="0" baseline="0" noProof="0">
                  <a:ln>
                    <a:noFill/>
                  </a:ln>
                  <a:solidFill>
                    <a:srgbClr val="FFFFFF"/>
                  </a:solidFill>
                  <a:effectLst/>
                  <a:uLnTx/>
                  <a:uFillTx/>
                  <a:latin typeface="黑体" panose="02010609060101010101" pitchFamily="49" charset="-122"/>
                  <a:ea typeface="黑体" panose="02010609060101010101" pitchFamily="49" charset="-122"/>
                  <a:cs typeface="+mn-cs"/>
                </a:rPr>
                <a:t>4</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zh-CN" sz="1600" b="1" i="0" u="none" strike="noStrike" kern="1200" cap="none" spc="0" normalizeH="0" baseline="0" noProof="0">
                <a:ln>
                  <a:noFill/>
                </a:ln>
                <a:solidFill>
                  <a:srgbClr val="FFFFFF"/>
                </a:solidFill>
                <a:effectLst/>
                <a:uLnTx/>
                <a:uFillTx/>
                <a:latin typeface="黑体" panose="02010609060101010101" pitchFamily="49" charset="-122"/>
                <a:ea typeface="黑体" panose="02010609060101010101" pitchFamily="49" charset="-122"/>
                <a:cs typeface="+mn-cs"/>
              </a:endParaRPr>
            </a:p>
          </p:txBody>
        </p:sp>
        <p:sp>
          <p:nvSpPr>
            <p:cNvPr id="74775" name="Line 23">
              <a:extLst>
                <a:ext uri="{FF2B5EF4-FFF2-40B4-BE49-F238E27FC236}">
                  <a16:creationId xmlns:a16="http://schemas.microsoft.com/office/drawing/2014/main" id="{728CDFD6-22E1-F816-DD7D-8233B2AF5FCC}"/>
                </a:ext>
              </a:extLst>
            </p:cNvPr>
            <p:cNvSpPr>
              <a:spLocks noChangeShapeType="1"/>
            </p:cNvSpPr>
            <p:nvPr/>
          </p:nvSpPr>
          <p:spPr bwMode="auto">
            <a:xfrm>
              <a:off x="754" y="2386"/>
              <a:ext cx="419"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776" name="Line 24">
              <a:extLst>
                <a:ext uri="{FF2B5EF4-FFF2-40B4-BE49-F238E27FC236}">
                  <a16:creationId xmlns:a16="http://schemas.microsoft.com/office/drawing/2014/main" id="{22C5DCFA-F843-CF7C-6DD0-EDF6204A035C}"/>
                </a:ext>
              </a:extLst>
            </p:cNvPr>
            <p:cNvSpPr>
              <a:spLocks noChangeShapeType="1"/>
            </p:cNvSpPr>
            <p:nvPr/>
          </p:nvSpPr>
          <p:spPr bwMode="auto">
            <a:xfrm>
              <a:off x="1647" y="2386"/>
              <a:ext cx="387"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777" name="Line 25">
              <a:extLst>
                <a:ext uri="{FF2B5EF4-FFF2-40B4-BE49-F238E27FC236}">
                  <a16:creationId xmlns:a16="http://schemas.microsoft.com/office/drawing/2014/main" id="{9F7A7863-61D1-9CEC-AC36-A0FE65A21128}"/>
                </a:ext>
              </a:extLst>
            </p:cNvPr>
            <p:cNvSpPr>
              <a:spLocks noChangeShapeType="1"/>
            </p:cNvSpPr>
            <p:nvPr/>
          </p:nvSpPr>
          <p:spPr bwMode="auto">
            <a:xfrm>
              <a:off x="2508" y="2400"/>
              <a:ext cx="38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778" name="Line 26">
              <a:extLst>
                <a:ext uri="{FF2B5EF4-FFF2-40B4-BE49-F238E27FC236}">
                  <a16:creationId xmlns:a16="http://schemas.microsoft.com/office/drawing/2014/main" id="{E645097A-99E1-FFB6-7F1A-A84228B3838F}"/>
                </a:ext>
              </a:extLst>
            </p:cNvPr>
            <p:cNvSpPr>
              <a:spLocks noChangeShapeType="1"/>
            </p:cNvSpPr>
            <p:nvPr/>
          </p:nvSpPr>
          <p:spPr bwMode="auto">
            <a:xfrm>
              <a:off x="3403" y="2386"/>
              <a:ext cx="366"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779" name="Line 27">
              <a:extLst>
                <a:ext uri="{FF2B5EF4-FFF2-40B4-BE49-F238E27FC236}">
                  <a16:creationId xmlns:a16="http://schemas.microsoft.com/office/drawing/2014/main" id="{2A58BF10-ACEA-D397-CF96-5DEF786F7FEA}"/>
                </a:ext>
              </a:extLst>
            </p:cNvPr>
            <p:cNvSpPr>
              <a:spLocks noChangeShapeType="1"/>
            </p:cNvSpPr>
            <p:nvPr/>
          </p:nvSpPr>
          <p:spPr bwMode="auto">
            <a:xfrm>
              <a:off x="4242" y="2400"/>
              <a:ext cx="30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780" name="Line 28">
              <a:extLst>
                <a:ext uri="{FF2B5EF4-FFF2-40B4-BE49-F238E27FC236}">
                  <a16:creationId xmlns:a16="http://schemas.microsoft.com/office/drawing/2014/main" id="{5072978A-C2E3-8F4E-CD8E-742F83CBF47B}"/>
                </a:ext>
              </a:extLst>
            </p:cNvPr>
            <p:cNvSpPr>
              <a:spLocks noChangeShapeType="1"/>
            </p:cNvSpPr>
            <p:nvPr/>
          </p:nvSpPr>
          <p:spPr bwMode="auto">
            <a:xfrm>
              <a:off x="5028" y="2359"/>
              <a:ext cx="25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781" name="Line 29">
              <a:extLst>
                <a:ext uri="{FF2B5EF4-FFF2-40B4-BE49-F238E27FC236}">
                  <a16:creationId xmlns:a16="http://schemas.microsoft.com/office/drawing/2014/main" id="{252CE3B1-445A-D0F3-4305-CA5D5D159466}"/>
                </a:ext>
              </a:extLst>
            </p:cNvPr>
            <p:cNvSpPr>
              <a:spLocks noChangeShapeType="1"/>
            </p:cNvSpPr>
            <p:nvPr/>
          </p:nvSpPr>
          <p:spPr bwMode="auto">
            <a:xfrm>
              <a:off x="548" y="2686"/>
              <a:ext cx="184" cy="50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782" name="Line 30">
              <a:extLst>
                <a:ext uri="{FF2B5EF4-FFF2-40B4-BE49-F238E27FC236}">
                  <a16:creationId xmlns:a16="http://schemas.microsoft.com/office/drawing/2014/main" id="{A2B1D846-1950-DF01-23C9-5196364FFB66}"/>
                </a:ext>
              </a:extLst>
            </p:cNvPr>
            <p:cNvSpPr>
              <a:spLocks noChangeShapeType="1"/>
            </p:cNvSpPr>
            <p:nvPr/>
          </p:nvSpPr>
          <p:spPr bwMode="auto">
            <a:xfrm flipV="1">
              <a:off x="1012" y="2700"/>
              <a:ext cx="333" cy="50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783" name="Line 31">
              <a:extLst>
                <a:ext uri="{FF2B5EF4-FFF2-40B4-BE49-F238E27FC236}">
                  <a16:creationId xmlns:a16="http://schemas.microsoft.com/office/drawing/2014/main" id="{549B1949-78EA-E24D-A260-23318E8A84DE}"/>
                </a:ext>
              </a:extLst>
            </p:cNvPr>
            <p:cNvSpPr>
              <a:spLocks noChangeShapeType="1"/>
            </p:cNvSpPr>
            <p:nvPr/>
          </p:nvSpPr>
          <p:spPr bwMode="auto">
            <a:xfrm flipV="1">
              <a:off x="2379" y="1773"/>
              <a:ext cx="194" cy="36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784" name="Line 32">
              <a:extLst>
                <a:ext uri="{FF2B5EF4-FFF2-40B4-BE49-F238E27FC236}">
                  <a16:creationId xmlns:a16="http://schemas.microsoft.com/office/drawing/2014/main" id="{669DDEE8-CA3F-F5D5-813E-A40EFCEBADA8}"/>
                </a:ext>
              </a:extLst>
            </p:cNvPr>
            <p:cNvSpPr>
              <a:spLocks noChangeShapeType="1"/>
            </p:cNvSpPr>
            <p:nvPr/>
          </p:nvSpPr>
          <p:spPr bwMode="auto">
            <a:xfrm>
              <a:off x="2843" y="1732"/>
              <a:ext cx="225" cy="382"/>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CC6F4948-5BFE-B83B-2F54-EA51666CABEF}"/>
              </a:ext>
            </a:extLst>
          </p:cNvPr>
          <p:cNvSpPr>
            <a:spLocks noGrp="1" noChangeArrowheads="1"/>
          </p:cNvSpPr>
          <p:nvPr>
            <p:ph type="title"/>
          </p:nvPr>
        </p:nvSpPr>
        <p:spPr/>
        <p:txBody>
          <a:bodyPr/>
          <a:lstStyle/>
          <a:p>
            <a:pPr eaLnBrk="1" hangingPunct="1"/>
            <a:r>
              <a:rPr kumimoji="1" lang="zh-CN" altLang="en-US"/>
              <a:t>软件项目进度计划</a:t>
            </a:r>
          </a:p>
        </p:txBody>
      </p:sp>
      <p:sp>
        <p:nvSpPr>
          <p:cNvPr id="75779" name="Rectangle 3">
            <a:extLst>
              <a:ext uri="{FF2B5EF4-FFF2-40B4-BE49-F238E27FC236}">
                <a16:creationId xmlns:a16="http://schemas.microsoft.com/office/drawing/2014/main" id="{D6664182-8A43-36CD-3812-72AF3BD52BE0}"/>
              </a:ext>
            </a:extLst>
          </p:cNvPr>
          <p:cNvSpPr>
            <a:spLocks noGrp="1" noChangeArrowheads="1"/>
          </p:cNvSpPr>
          <p:nvPr>
            <p:ph type="body" idx="1"/>
          </p:nvPr>
        </p:nvSpPr>
        <p:spPr>
          <a:xfrm>
            <a:off x="827088" y="2133600"/>
            <a:ext cx="8137525" cy="4724400"/>
          </a:xfrm>
        </p:spPr>
        <p:txBody>
          <a:bodyPr/>
          <a:lstStyle/>
          <a:p>
            <a:pPr eaLnBrk="1" hangingPunct="1"/>
            <a:r>
              <a:rPr lang="zh-CN" altLang="en-US" sz="2400">
                <a:solidFill>
                  <a:schemeClr val="accent2"/>
                </a:solidFill>
                <a:latin typeface="黑体" panose="02010609060101010101" pitchFamily="49" charset="-122"/>
                <a:ea typeface="黑体" panose="02010609060101010101" pitchFamily="49" charset="-122"/>
              </a:rPr>
              <a:t>甘特图</a:t>
            </a:r>
          </a:p>
          <a:p>
            <a:pPr lvl="1" eaLnBrk="1" hangingPunct="1">
              <a:lnSpc>
                <a:spcPct val="150000"/>
              </a:lnSpc>
              <a:spcBef>
                <a:spcPct val="70000"/>
              </a:spcBef>
            </a:pPr>
            <a:r>
              <a:rPr lang="zh-CN" altLang="en-US" sz="2000">
                <a:latin typeface="黑体" panose="02010609060101010101" pitchFamily="49" charset="-122"/>
                <a:ea typeface="黑体" panose="02010609060101010101" pitchFamily="49" charset="-122"/>
              </a:rPr>
              <a:t>显示基本的任务信息</a:t>
            </a:r>
          </a:p>
          <a:p>
            <a:pPr lvl="1" eaLnBrk="1" hangingPunct="1">
              <a:lnSpc>
                <a:spcPct val="150000"/>
              </a:lnSpc>
              <a:spcBef>
                <a:spcPct val="70000"/>
              </a:spcBef>
            </a:pPr>
            <a:r>
              <a:rPr lang="zh-CN" altLang="en-US" sz="2000">
                <a:latin typeface="黑体" panose="02010609060101010101" pitchFamily="49" charset="-122"/>
                <a:ea typeface="黑体" panose="02010609060101010101" pitchFamily="49" charset="-122"/>
              </a:rPr>
              <a:t>可以查看任务的工期、开始时间和结束时间以及资源的信息</a:t>
            </a:r>
          </a:p>
          <a:p>
            <a:pPr lvl="1" eaLnBrk="1" hangingPunct="1">
              <a:lnSpc>
                <a:spcPct val="150000"/>
              </a:lnSpc>
              <a:spcBef>
                <a:spcPct val="70000"/>
              </a:spcBef>
            </a:pPr>
            <a:r>
              <a:rPr lang="zh-CN" altLang="en-US" sz="2000">
                <a:latin typeface="黑体" panose="02010609060101010101" pitchFamily="49" charset="-122"/>
                <a:ea typeface="黑体" panose="02010609060101010101" pitchFamily="49" charset="-122"/>
              </a:rPr>
              <a:t>只有时标，没有活动的逻辑关系</a:t>
            </a:r>
          </a:p>
          <a:p>
            <a:pPr lvl="1" eaLnBrk="1" hangingPunct="1">
              <a:lnSpc>
                <a:spcPct val="150000"/>
              </a:lnSpc>
              <a:spcBef>
                <a:spcPct val="70000"/>
              </a:spcBef>
            </a:pPr>
            <a:r>
              <a:rPr lang="zh-CN" altLang="en-US" sz="2000">
                <a:latin typeface="黑体" panose="02010609060101010101" pitchFamily="49" charset="-122"/>
                <a:ea typeface="黑体" panose="02010609060101010101" pitchFamily="49" charset="-122"/>
              </a:rPr>
              <a:t>有两种表示方法（棒状、三角形）</a:t>
            </a:r>
          </a:p>
          <a:p>
            <a:pPr eaLnBrk="1" hangingPunct="1">
              <a:lnSpc>
                <a:spcPct val="140000"/>
              </a:lnSpc>
              <a:spcBef>
                <a:spcPct val="50000"/>
              </a:spcBef>
            </a:pPr>
            <a:endParaRPr lang="en-US" altLang="zh-CN" sz="2000">
              <a:solidFill>
                <a:schemeClr val="accent2"/>
              </a:solidFill>
              <a:latin typeface="黑体" panose="02010609060101010101" pitchFamily="49" charset="-122"/>
              <a:ea typeface="黑体" panose="02010609060101010101" pitchFamily="49"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BAA37E7C-F560-7D90-DAD1-82C914A435D9}"/>
              </a:ext>
            </a:extLst>
          </p:cNvPr>
          <p:cNvSpPr>
            <a:spLocks noGrp="1" noChangeArrowheads="1"/>
          </p:cNvSpPr>
          <p:nvPr>
            <p:ph type="title"/>
          </p:nvPr>
        </p:nvSpPr>
        <p:spPr/>
        <p:txBody>
          <a:bodyPr/>
          <a:lstStyle/>
          <a:p>
            <a:pPr eaLnBrk="1" hangingPunct="1"/>
            <a:r>
              <a:rPr kumimoji="1" lang="zh-CN" altLang="en-US"/>
              <a:t>软件项目进度计划</a:t>
            </a:r>
          </a:p>
        </p:txBody>
      </p:sp>
      <p:sp>
        <p:nvSpPr>
          <p:cNvPr id="76803" name="Rectangle 3">
            <a:extLst>
              <a:ext uri="{FF2B5EF4-FFF2-40B4-BE49-F238E27FC236}">
                <a16:creationId xmlns:a16="http://schemas.microsoft.com/office/drawing/2014/main" id="{1F392245-E23A-1F4A-75C6-053E2DF08D9C}"/>
              </a:ext>
            </a:extLst>
          </p:cNvPr>
          <p:cNvSpPr>
            <a:spLocks noGrp="1" noChangeArrowheads="1"/>
          </p:cNvSpPr>
          <p:nvPr>
            <p:ph type="body" idx="1"/>
          </p:nvPr>
        </p:nvSpPr>
        <p:spPr>
          <a:xfrm>
            <a:off x="539750" y="1844675"/>
            <a:ext cx="8424863" cy="5013325"/>
          </a:xfrm>
        </p:spPr>
        <p:txBody>
          <a:bodyPr/>
          <a:lstStyle/>
          <a:p>
            <a:pPr eaLnBrk="1" hangingPunct="1"/>
            <a:r>
              <a:rPr lang="zh-CN" altLang="en-US" sz="2000">
                <a:solidFill>
                  <a:schemeClr val="accent2"/>
                </a:solidFill>
                <a:latin typeface="黑体" panose="02010609060101010101" pitchFamily="49" charset="-122"/>
                <a:ea typeface="黑体" panose="02010609060101010101" pitchFamily="49" charset="-122"/>
              </a:rPr>
              <a:t>甘特图</a:t>
            </a:r>
            <a:r>
              <a:rPr lang="en-US" altLang="zh-CN" sz="2000">
                <a:solidFill>
                  <a:schemeClr val="accent2"/>
                </a:solidFill>
                <a:latin typeface="黑体" panose="02010609060101010101" pitchFamily="49" charset="-122"/>
                <a:ea typeface="黑体" panose="02010609060101010101" pitchFamily="49" charset="-122"/>
              </a:rPr>
              <a:t>-</a:t>
            </a:r>
            <a:r>
              <a:rPr lang="zh-CN" altLang="en-US" sz="2000">
                <a:solidFill>
                  <a:schemeClr val="accent2"/>
                </a:solidFill>
                <a:latin typeface="黑体" panose="02010609060101010101" pitchFamily="49" charset="-122"/>
                <a:ea typeface="黑体" panose="02010609060101010101" pitchFamily="49" charset="-122"/>
              </a:rPr>
              <a:t>实例</a:t>
            </a:r>
          </a:p>
        </p:txBody>
      </p:sp>
      <p:pic>
        <p:nvPicPr>
          <p:cNvPr id="76804" name="Picture 4">
            <a:extLst>
              <a:ext uri="{FF2B5EF4-FFF2-40B4-BE49-F238E27FC236}">
                <a16:creationId xmlns:a16="http://schemas.microsoft.com/office/drawing/2014/main" id="{FF1283C3-3555-CA25-4057-09E271E086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785" t="19711" b="5063"/>
          <a:stretch>
            <a:fillRect/>
          </a:stretch>
        </p:blipFill>
        <p:spPr bwMode="auto">
          <a:xfrm>
            <a:off x="971550" y="2276475"/>
            <a:ext cx="8083550" cy="449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C979041D-528B-CE21-1BC0-C55CEBE6CF83}"/>
              </a:ext>
            </a:extLst>
          </p:cNvPr>
          <p:cNvSpPr>
            <a:spLocks noGrp="1" noChangeArrowheads="1"/>
          </p:cNvSpPr>
          <p:nvPr>
            <p:ph type="title"/>
          </p:nvPr>
        </p:nvSpPr>
        <p:spPr/>
        <p:txBody>
          <a:bodyPr/>
          <a:lstStyle/>
          <a:p>
            <a:pPr eaLnBrk="1" hangingPunct="1"/>
            <a:r>
              <a:rPr kumimoji="1" lang="zh-CN" altLang="en-US"/>
              <a:t>软件项目进度计划</a:t>
            </a:r>
          </a:p>
        </p:txBody>
      </p:sp>
      <p:sp>
        <p:nvSpPr>
          <p:cNvPr id="77827" name="Rectangle 3">
            <a:extLst>
              <a:ext uri="{FF2B5EF4-FFF2-40B4-BE49-F238E27FC236}">
                <a16:creationId xmlns:a16="http://schemas.microsoft.com/office/drawing/2014/main" id="{D466F074-A7BC-5F0D-CEDD-681C5A9C9468}"/>
              </a:ext>
            </a:extLst>
          </p:cNvPr>
          <p:cNvSpPr>
            <a:spLocks noGrp="1" noChangeArrowheads="1"/>
          </p:cNvSpPr>
          <p:nvPr>
            <p:ph type="body" idx="1"/>
          </p:nvPr>
        </p:nvSpPr>
        <p:spPr>
          <a:xfrm>
            <a:off x="539750" y="1916113"/>
            <a:ext cx="8424863" cy="4941887"/>
          </a:xfrm>
        </p:spPr>
        <p:txBody>
          <a:bodyPr/>
          <a:lstStyle/>
          <a:p>
            <a:pPr eaLnBrk="1" hangingPunct="1"/>
            <a:r>
              <a:rPr lang="zh-CN" altLang="en-US" sz="2400">
                <a:solidFill>
                  <a:schemeClr val="accent2"/>
                </a:solidFill>
                <a:latin typeface="黑体" panose="02010609060101010101" pitchFamily="49" charset="-122"/>
                <a:ea typeface="黑体" panose="02010609060101010101" pitchFamily="49" charset="-122"/>
              </a:rPr>
              <a:t>里程碑图</a:t>
            </a:r>
          </a:p>
          <a:p>
            <a:pPr eaLnBrk="1" hangingPunct="1"/>
            <a:r>
              <a:rPr lang="zh-CN" altLang="en-US" sz="2000">
                <a:solidFill>
                  <a:schemeClr val="accent1"/>
                </a:solidFill>
                <a:latin typeface="黑体" panose="02010609060101010101" pitchFamily="49" charset="-122"/>
                <a:ea typeface="黑体" panose="02010609060101010101" pitchFamily="49" charset="-122"/>
              </a:rPr>
              <a:t>里程碑显示项目进展中的重大工作完成</a:t>
            </a:r>
          </a:p>
          <a:p>
            <a:pPr eaLnBrk="1" hangingPunct="1"/>
            <a:r>
              <a:rPr lang="zh-CN" altLang="en-US" sz="2000">
                <a:solidFill>
                  <a:schemeClr val="accent1"/>
                </a:solidFill>
                <a:latin typeface="黑体" panose="02010609060101010101" pitchFamily="49" charset="-122"/>
                <a:ea typeface="黑体" panose="02010609060101010101" pitchFamily="49" charset="-122"/>
              </a:rPr>
              <a:t>里程碑不同于活动</a:t>
            </a:r>
          </a:p>
          <a:p>
            <a:pPr lvl="1" eaLnBrk="1" hangingPunct="1"/>
            <a:r>
              <a:rPr lang="zh-CN" altLang="en-US" sz="2000">
                <a:solidFill>
                  <a:schemeClr val="accent1"/>
                </a:solidFill>
                <a:latin typeface="黑体" panose="02010609060101010101" pitchFamily="49" charset="-122"/>
                <a:ea typeface="黑体" panose="02010609060101010101" pitchFamily="49" charset="-122"/>
              </a:rPr>
              <a:t>活动是需要消耗资源的</a:t>
            </a:r>
          </a:p>
          <a:p>
            <a:pPr lvl="1" eaLnBrk="1" hangingPunct="1"/>
            <a:r>
              <a:rPr lang="zh-CN" altLang="en-US" sz="2000">
                <a:solidFill>
                  <a:schemeClr val="accent1"/>
                </a:solidFill>
                <a:latin typeface="黑体" panose="02010609060101010101" pitchFamily="49" charset="-122"/>
                <a:ea typeface="黑体" panose="02010609060101010101" pitchFamily="49" charset="-122"/>
              </a:rPr>
              <a:t>里程碑仅仅表示事件的标记</a:t>
            </a:r>
          </a:p>
          <a:p>
            <a:pPr eaLnBrk="1" hangingPunct="1"/>
            <a:endParaRPr lang="en-US" altLang="zh-CN" sz="2400">
              <a:solidFill>
                <a:schemeClr val="accent2"/>
              </a:solidFill>
              <a:latin typeface="黑体" panose="02010609060101010101" pitchFamily="49" charset="-122"/>
              <a:ea typeface="黑体" panose="02010609060101010101" pitchFamily="49" charset="-122"/>
            </a:endParaRPr>
          </a:p>
        </p:txBody>
      </p:sp>
      <p:grpSp>
        <p:nvGrpSpPr>
          <p:cNvPr id="77828" name="Group 4">
            <a:extLst>
              <a:ext uri="{FF2B5EF4-FFF2-40B4-BE49-F238E27FC236}">
                <a16:creationId xmlns:a16="http://schemas.microsoft.com/office/drawing/2014/main" id="{423C2378-89CA-FFA4-4CC9-A3170FAB5BA6}"/>
              </a:ext>
            </a:extLst>
          </p:cNvPr>
          <p:cNvGrpSpPr>
            <a:grpSpLocks/>
          </p:cNvGrpSpPr>
          <p:nvPr/>
        </p:nvGrpSpPr>
        <p:grpSpPr bwMode="auto">
          <a:xfrm>
            <a:off x="2124075" y="2205038"/>
            <a:ext cx="6624638" cy="4464050"/>
            <a:chOff x="0" y="973"/>
            <a:chExt cx="6130" cy="2961"/>
          </a:xfrm>
        </p:grpSpPr>
        <p:sp>
          <p:nvSpPr>
            <p:cNvPr id="77830" name="Line 5">
              <a:extLst>
                <a:ext uri="{FF2B5EF4-FFF2-40B4-BE49-F238E27FC236}">
                  <a16:creationId xmlns:a16="http://schemas.microsoft.com/office/drawing/2014/main" id="{9764202A-7DA7-551A-ACCB-07D603576008}"/>
                </a:ext>
              </a:extLst>
            </p:cNvPr>
            <p:cNvSpPr>
              <a:spLocks noChangeShapeType="1"/>
            </p:cNvSpPr>
            <p:nvPr/>
          </p:nvSpPr>
          <p:spPr bwMode="auto">
            <a:xfrm flipV="1">
              <a:off x="76" y="973"/>
              <a:ext cx="6054" cy="2961"/>
            </a:xfrm>
            <a:prstGeom prst="line">
              <a:avLst/>
            </a:prstGeom>
            <a:noFill/>
            <a:ln w="76200">
              <a:solidFill>
                <a:srgbClr val="400097"/>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77831" name="Rectangle 6">
              <a:extLst>
                <a:ext uri="{FF2B5EF4-FFF2-40B4-BE49-F238E27FC236}">
                  <a16:creationId xmlns:a16="http://schemas.microsoft.com/office/drawing/2014/main" id="{74C9CB2E-4691-9055-23BD-117EA4BF9A3B}"/>
                </a:ext>
              </a:extLst>
            </p:cNvPr>
            <p:cNvSpPr>
              <a:spLocks noChangeArrowheads="1"/>
            </p:cNvSpPr>
            <p:nvPr/>
          </p:nvSpPr>
          <p:spPr bwMode="auto">
            <a:xfrm>
              <a:off x="755" y="3522"/>
              <a:ext cx="136" cy="131"/>
            </a:xfrm>
            <a:prstGeom prst="rect">
              <a:avLst/>
            </a:prstGeom>
            <a:solidFill>
              <a:srgbClr val="000000"/>
            </a:solidFill>
            <a:ln w="25400">
              <a:solidFill>
                <a:srgbClr val="000000"/>
              </a:solidFill>
              <a:miter lim="800000"/>
              <a:headEnd/>
              <a:tailEnd/>
            </a:ln>
          </p:spPr>
          <p:txBody>
            <a:bodyPr wrap="none"/>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77832" name="Rectangle 7">
              <a:extLst>
                <a:ext uri="{FF2B5EF4-FFF2-40B4-BE49-F238E27FC236}">
                  <a16:creationId xmlns:a16="http://schemas.microsoft.com/office/drawing/2014/main" id="{5C5ED6A7-B30D-121A-A9DC-C5C26DD56EA2}"/>
                </a:ext>
              </a:extLst>
            </p:cNvPr>
            <p:cNvSpPr>
              <a:spLocks noChangeArrowheads="1"/>
            </p:cNvSpPr>
            <p:nvPr/>
          </p:nvSpPr>
          <p:spPr bwMode="auto">
            <a:xfrm>
              <a:off x="743" y="3620"/>
              <a:ext cx="135" cy="20"/>
            </a:xfrm>
            <a:prstGeom prst="rect">
              <a:avLst/>
            </a:prstGeom>
            <a:gradFill rotWithShape="0">
              <a:gsLst>
                <a:gs pos="0">
                  <a:srgbClr val="0000FF"/>
                </a:gs>
                <a:gs pos="50000">
                  <a:srgbClr val="38B0FF"/>
                </a:gs>
                <a:gs pos="100000">
                  <a:srgbClr val="0000FF"/>
                </a:gs>
              </a:gsLst>
              <a:lin ang="0" scaled="1"/>
            </a:gra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77833" name="Freeform 8">
              <a:extLst>
                <a:ext uri="{FF2B5EF4-FFF2-40B4-BE49-F238E27FC236}">
                  <a16:creationId xmlns:a16="http://schemas.microsoft.com/office/drawing/2014/main" id="{55D9D1FE-CDBA-47ED-35C2-6B2AFC03F477}"/>
                </a:ext>
              </a:extLst>
            </p:cNvPr>
            <p:cNvSpPr>
              <a:spLocks noChangeArrowheads="1"/>
            </p:cNvSpPr>
            <p:nvPr/>
          </p:nvSpPr>
          <p:spPr bwMode="auto">
            <a:xfrm>
              <a:off x="743" y="3507"/>
              <a:ext cx="135" cy="133"/>
            </a:xfrm>
            <a:custGeom>
              <a:avLst/>
              <a:gdLst>
                <a:gd name="T0" fmla="*/ 135 w 135"/>
                <a:gd name="T1" fmla="*/ 0 h 133"/>
                <a:gd name="T2" fmla="*/ 0 w 135"/>
                <a:gd name="T3" fmla="*/ 0 h 133"/>
                <a:gd name="T4" fmla="*/ 0 w 135"/>
                <a:gd name="T5" fmla="*/ 133 h 133"/>
                <a:gd name="T6" fmla="*/ 0 60000 65536"/>
                <a:gd name="T7" fmla="*/ 0 60000 65536"/>
                <a:gd name="T8" fmla="*/ 0 60000 65536"/>
                <a:gd name="T9" fmla="*/ 0 w 135"/>
                <a:gd name="T10" fmla="*/ 0 h 133"/>
                <a:gd name="T11" fmla="*/ 135 w 135"/>
                <a:gd name="T12" fmla="*/ 133 h 133"/>
              </a:gdLst>
              <a:ahLst/>
              <a:cxnLst>
                <a:cxn ang="T6">
                  <a:pos x="T0" y="T1"/>
                </a:cxn>
                <a:cxn ang="T7">
                  <a:pos x="T2" y="T3"/>
                </a:cxn>
                <a:cxn ang="T8">
                  <a:pos x="T4" y="T5"/>
                </a:cxn>
              </a:cxnLst>
              <a:rect l="T9" t="T10" r="T11" b="T12"/>
              <a:pathLst>
                <a:path w="135" h="133">
                  <a:moveTo>
                    <a:pt x="135" y="0"/>
                  </a:moveTo>
                  <a:lnTo>
                    <a:pt x="0" y="0"/>
                  </a:lnTo>
                  <a:lnTo>
                    <a:pt x="0" y="133"/>
                  </a:lnTo>
                  <a:lnTo>
                    <a:pt x="135" y="0"/>
                  </a:lnTo>
                  <a:close/>
                </a:path>
              </a:pathLst>
            </a:custGeom>
            <a:solidFill>
              <a:srgbClr val="00EFEF"/>
            </a:solidFill>
            <a:ln w="25400">
              <a:solidFill>
                <a:srgbClr val="400097"/>
              </a:solidFill>
              <a:round/>
              <a:headEnd/>
              <a:tailEnd/>
            </a:ln>
          </p:spPr>
          <p:txBody>
            <a:bodyPr wrap="none"/>
            <a:lstStyle/>
            <a:p>
              <a:endParaRPr lang="zh-CN" altLang="en-US"/>
            </a:p>
          </p:txBody>
        </p:sp>
        <p:sp>
          <p:nvSpPr>
            <p:cNvPr id="77834" name="Rectangle 9">
              <a:extLst>
                <a:ext uri="{FF2B5EF4-FFF2-40B4-BE49-F238E27FC236}">
                  <a16:creationId xmlns:a16="http://schemas.microsoft.com/office/drawing/2014/main" id="{B3D91D06-F020-9825-8B0B-98F92FDDB31D}"/>
                </a:ext>
              </a:extLst>
            </p:cNvPr>
            <p:cNvSpPr>
              <a:spLocks noChangeArrowheads="1"/>
            </p:cNvSpPr>
            <p:nvPr/>
          </p:nvSpPr>
          <p:spPr bwMode="auto">
            <a:xfrm>
              <a:off x="760" y="3524"/>
              <a:ext cx="101" cy="99"/>
            </a:xfrm>
            <a:prstGeom prst="rect">
              <a:avLst/>
            </a:prstGeom>
            <a:solidFill>
              <a:srgbClr val="38B0FF"/>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77835" name="Freeform 10">
              <a:extLst>
                <a:ext uri="{FF2B5EF4-FFF2-40B4-BE49-F238E27FC236}">
                  <a16:creationId xmlns:a16="http://schemas.microsoft.com/office/drawing/2014/main" id="{FE4ADC6F-9DB5-6CFB-0C51-3D87D909D26D}"/>
                </a:ext>
              </a:extLst>
            </p:cNvPr>
            <p:cNvSpPr>
              <a:spLocks noChangeArrowheads="1"/>
            </p:cNvSpPr>
            <p:nvPr/>
          </p:nvSpPr>
          <p:spPr bwMode="auto">
            <a:xfrm>
              <a:off x="744" y="3507"/>
              <a:ext cx="15" cy="131"/>
            </a:xfrm>
            <a:custGeom>
              <a:avLst/>
              <a:gdLst>
                <a:gd name="T0" fmla="*/ 15 w 15"/>
                <a:gd name="T1" fmla="*/ 115 h 131"/>
                <a:gd name="T2" fmla="*/ 15 w 15"/>
                <a:gd name="T3" fmla="*/ 15 h 131"/>
                <a:gd name="T4" fmla="*/ 0 w 15"/>
                <a:gd name="T5" fmla="*/ 0 h 131"/>
                <a:gd name="T6" fmla="*/ 0 w 15"/>
                <a:gd name="T7" fmla="*/ 131 h 131"/>
                <a:gd name="T8" fmla="*/ 0 60000 65536"/>
                <a:gd name="T9" fmla="*/ 0 60000 65536"/>
                <a:gd name="T10" fmla="*/ 0 60000 65536"/>
                <a:gd name="T11" fmla="*/ 0 60000 65536"/>
                <a:gd name="T12" fmla="*/ 0 w 15"/>
                <a:gd name="T13" fmla="*/ 0 h 131"/>
                <a:gd name="T14" fmla="*/ 15 w 15"/>
                <a:gd name="T15" fmla="*/ 131 h 131"/>
              </a:gdLst>
              <a:ahLst/>
              <a:cxnLst>
                <a:cxn ang="T8">
                  <a:pos x="T0" y="T1"/>
                </a:cxn>
                <a:cxn ang="T9">
                  <a:pos x="T2" y="T3"/>
                </a:cxn>
                <a:cxn ang="T10">
                  <a:pos x="T4" y="T5"/>
                </a:cxn>
                <a:cxn ang="T11">
                  <a:pos x="T6" y="T7"/>
                </a:cxn>
              </a:cxnLst>
              <a:rect l="T12" t="T13" r="T14" b="T15"/>
              <a:pathLst>
                <a:path w="15" h="131">
                  <a:moveTo>
                    <a:pt x="15" y="115"/>
                  </a:moveTo>
                  <a:lnTo>
                    <a:pt x="15" y="15"/>
                  </a:lnTo>
                  <a:lnTo>
                    <a:pt x="0" y="0"/>
                  </a:lnTo>
                  <a:lnTo>
                    <a:pt x="0" y="131"/>
                  </a:lnTo>
                  <a:lnTo>
                    <a:pt x="15" y="115"/>
                  </a:lnTo>
                  <a:close/>
                </a:path>
              </a:pathLst>
            </a:custGeom>
            <a:gradFill rotWithShape="0">
              <a:gsLst>
                <a:gs pos="0">
                  <a:srgbClr val="00EFEF"/>
                </a:gs>
                <a:gs pos="50000">
                  <a:srgbClr val="FFFFFF"/>
                </a:gs>
                <a:gs pos="100000">
                  <a:srgbClr val="00EFEF"/>
                </a:gs>
              </a:gsLst>
              <a:lin ang="16200000" scaled="1"/>
            </a:gradFill>
            <a:ln>
              <a:noFill/>
            </a:ln>
            <a:extLst>
              <a:ext uri="{91240B29-F687-4F45-9708-019B960494DF}">
                <a14:hiddenLine xmlns:a14="http://schemas.microsoft.com/office/drawing/2010/main" w="25400">
                  <a:solidFill>
                    <a:srgbClr val="000000"/>
                  </a:solidFill>
                  <a:round/>
                  <a:headEnd/>
                  <a:tailEnd/>
                </a14:hiddenLine>
              </a:ext>
            </a:extLst>
          </p:spPr>
          <p:txBody>
            <a:bodyPr wrap="none"/>
            <a:lstStyle/>
            <a:p>
              <a:endParaRPr lang="zh-CN" altLang="en-US"/>
            </a:p>
          </p:txBody>
        </p:sp>
        <p:sp>
          <p:nvSpPr>
            <p:cNvPr id="77836" name="Freeform 11">
              <a:extLst>
                <a:ext uri="{FF2B5EF4-FFF2-40B4-BE49-F238E27FC236}">
                  <a16:creationId xmlns:a16="http://schemas.microsoft.com/office/drawing/2014/main" id="{779B7D53-FF07-952D-51A5-91F4C79CA0C1}"/>
                </a:ext>
              </a:extLst>
            </p:cNvPr>
            <p:cNvSpPr>
              <a:spLocks/>
            </p:cNvSpPr>
            <p:nvPr/>
          </p:nvSpPr>
          <p:spPr bwMode="auto">
            <a:xfrm>
              <a:off x="760" y="3523"/>
              <a:ext cx="100" cy="99"/>
            </a:xfrm>
            <a:custGeom>
              <a:avLst/>
              <a:gdLst>
                <a:gd name="T0" fmla="*/ 0 w 100"/>
                <a:gd name="T1" fmla="*/ 99 h 99"/>
                <a:gd name="T2" fmla="*/ 0 w 100"/>
                <a:gd name="T3" fmla="*/ 0 h 99"/>
                <a:gd name="T4" fmla="*/ 100 w 100"/>
                <a:gd name="T5" fmla="*/ 0 h 99"/>
                <a:gd name="T6" fmla="*/ 0 60000 65536"/>
                <a:gd name="T7" fmla="*/ 0 60000 65536"/>
                <a:gd name="T8" fmla="*/ 0 60000 65536"/>
                <a:gd name="T9" fmla="*/ 0 w 100"/>
                <a:gd name="T10" fmla="*/ 0 h 99"/>
                <a:gd name="T11" fmla="*/ 100 w 100"/>
                <a:gd name="T12" fmla="*/ 99 h 99"/>
              </a:gdLst>
              <a:ahLst/>
              <a:cxnLst>
                <a:cxn ang="T6">
                  <a:pos x="T0" y="T1"/>
                </a:cxn>
                <a:cxn ang="T7">
                  <a:pos x="T2" y="T3"/>
                </a:cxn>
                <a:cxn ang="T8">
                  <a:pos x="T4" y="T5"/>
                </a:cxn>
              </a:cxnLst>
              <a:rect l="T9" t="T10" r="T11" b="T12"/>
              <a:pathLst>
                <a:path w="100" h="99">
                  <a:moveTo>
                    <a:pt x="0" y="99"/>
                  </a:moveTo>
                  <a:lnTo>
                    <a:pt x="0" y="0"/>
                  </a:lnTo>
                  <a:lnTo>
                    <a:pt x="100" y="0"/>
                  </a:lnTo>
                </a:path>
              </a:pathLst>
            </a:custGeom>
            <a:noFill/>
            <a:ln w="25400">
              <a:solidFill>
                <a:srgbClr val="FFFFFF"/>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77837" name="Freeform 12">
              <a:extLst>
                <a:ext uri="{FF2B5EF4-FFF2-40B4-BE49-F238E27FC236}">
                  <a16:creationId xmlns:a16="http://schemas.microsoft.com/office/drawing/2014/main" id="{7CADD36A-B849-567F-9873-42F278117F08}"/>
                </a:ext>
              </a:extLst>
            </p:cNvPr>
            <p:cNvSpPr>
              <a:spLocks noChangeArrowheads="1"/>
            </p:cNvSpPr>
            <p:nvPr/>
          </p:nvSpPr>
          <p:spPr bwMode="auto">
            <a:xfrm>
              <a:off x="742" y="3636"/>
              <a:ext cx="136" cy="5"/>
            </a:xfrm>
            <a:custGeom>
              <a:avLst/>
              <a:gdLst>
                <a:gd name="T0" fmla="*/ 136 w 136"/>
                <a:gd name="T1" fmla="*/ 5 h 5"/>
                <a:gd name="T2" fmla="*/ 135 w 136"/>
                <a:gd name="T3" fmla="*/ 1 h 5"/>
                <a:gd name="T4" fmla="*/ 5 w 136"/>
                <a:gd name="T5" fmla="*/ 0 h 5"/>
                <a:gd name="T6" fmla="*/ 0 w 136"/>
                <a:gd name="T7" fmla="*/ 5 h 5"/>
                <a:gd name="T8" fmla="*/ 0 60000 65536"/>
                <a:gd name="T9" fmla="*/ 0 60000 65536"/>
                <a:gd name="T10" fmla="*/ 0 60000 65536"/>
                <a:gd name="T11" fmla="*/ 0 60000 65536"/>
                <a:gd name="T12" fmla="*/ 0 w 136"/>
                <a:gd name="T13" fmla="*/ 0 h 5"/>
                <a:gd name="T14" fmla="*/ 136 w 136"/>
                <a:gd name="T15" fmla="*/ 5 h 5"/>
              </a:gdLst>
              <a:ahLst/>
              <a:cxnLst>
                <a:cxn ang="T8">
                  <a:pos x="T0" y="T1"/>
                </a:cxn>
                <a:cxn ang="T9">
                  <a:pos x="T2" y="T3"/>
                </a:cxn>
                <a:cxn ang="T10">
                  <a:pos x="T4" y="T5"/>
                </a:cxn>
                <a:cxn ang="T11">
                  <a:pos x="T6" y="T7"/>
                </a:cxn>
              </a:cxnLst>
              <a:rect l="T12" t="T13" r="T14" b="T15"/>
              <a:pathLst>
                <a:path w="136" h="5">
                  <a:moveTo>
                    <a:pt x="136" y="5"/>
                  </a:moveTo>
                  <a:lnTo>
                    <a:pt x="135" y="1"/>
                  </a:lnTo>
                  <a:lnTo>
                    <a:pt x="5" y="0"/>
                  </a:lnTo>
                  <a:lnTo>
                    <a:pt x="0" y="5"/>
                  </a:lnTo>
                  <a:lnTo>
                    <a:pt x="136" y="5"/>
                  </a:lnTo>
                  <a:close/>
                </a:path>
              </a:pathLst>
            </a:custGeom>
            <a:solidFill>
              <a:srgbClr val="0000FF"/>
            </a:solidFill>
            <a:ln>
              <a:noFill/>
            </a:ln>
            <a:extLst>
              <a:ext uri="{91240B29-F687-4F45-9708-019B960494DF}">
                <a14:hiddenLine xmlns:a14="http://schemas.microsoft.com/office/drawing/2010/main" w="25400">
                  <a:solidFill>
                    <a:srgbClr val="000000"/>
                  </a:solidFill>
                  <a:round/>
                  <a:headEnd/>
                  <a:tailEnd/>
                </a14:hiddenLine>
              </a:ext>
            </a:extLst>
          </p:spPr>
          <p:txBody>
            <a:bodyPr wrap="none"/>
            <a:lstStyle/>
            <a:p>
              <a:endParaRPr lang="zh-CN" altLang="en-US"/>
            </a:p>
          </p:txBody>
        </p:sp>
        <p:sp>
          <p:nvSpPr>
            <p:cNvPr id="77838" name="Freeform 13">
              <a:extLst>
                <a:ext uri="{FF2B5EF4-FFF2-40B4-BE49-F238E27FC236}">
                  <a16:creationId xmlns:a16="http://schemas.microsoft.com/office/drawing/2014/main" id="{743C06C7-EFAF-E808-A434-5CEC27960D26}"/>
                </a:ext>
              </a:extLst>
            </p:cNvPr>
            <p:cNvSpPr>
              <a:spLocks noChangeArrowheads="1"/>
            </p:cNvSpPr>
            <p:nvPr/>
          </p:nvSpPr>
          <p:spPr bwMode="auto">
            <a:xfrm>
              <a:off x="860" y="3506"/>
              <a:ext cx="18" cy="134"/>
            </a:xfrm>
            <a:custGeom>
              <a:avLst/>
              <a:gdLst>
                <a:gd name="T0" fmla="*/ 0 w 18"/>
                <a:gd name="T1" fmla="*/ 117 h 134"/>
                <a:gd name="T2" fmla="*/ 0 w 18"/>
                <a:gd name="T3" fmla="*/ 18 h 134"/>
                <a:gd name="T4" fmla="*/ 18 w 18"/>
                <a:gd name="T5" fmla="*/ 0 h 134"/>
                <a:gd name="T6" fmla="*/ 18 w 18"/>
                <a:gd name="T7" fmla="*/ 134 h 134"/>
                <a:gd name="T8" fmla="*/ 0 60000 65536"/>
                <a:gd name="T9" fmla="*/ 0 60000 65536"/>
                <a:gd name="T10" fmla="*/ 0 60000 65536"/>
                <a:gd name="T11" fmla="*/ 0 60000 65536"/>
                <a:gd name="T12" fmla="*/ 0 w 18"/>
                <a:gd name="T13" fmla="*/ 0 h 134"/>
                <a:gd name="T14" fmla="*/ 18 w 18"/>
                <a:gd name="T15" fmla="*/ 134 h 134"/>
              </a:gdLst>
              <a:ahLst/>
              <a:cxnLst>
                <a:cxn ang="T8">
                  <a:pos x="T0" y="T1"/>
                </a:cxn>
                <a:cxn ang="T9">
                  <a:pos x="T2" y="T3"/>
                </a:cxn>
                <a:cxn ang="T10">
                  <a:pos x="T4" y="T5"/>
                </a:cxn>
                <a:cxn ang="T11">
                  <a:pos x="T6" y="T7"/>
                </a:cxn>
              </a:cxnLst>
              <a:rect l="T12" t="T13" r="T14" b="T15"/>
              <a:pathLst>
                <a:path w="18" h="134">
                  <a:moveTo>
                    <a:pt x="0" y="117"/>
                  </a:moveTo>
                  <a:lnTo>
                    <a:pt x="0" y="18"/>
                  </a:lnTo>
                  <a:lnTo>
                    <a:pt x="18" y="0"/>
                  </a:lnTo>
                  <a:lnTo>
                    <a:pt x="18" y="134"/>
                  </a:lnTo>
                  <a:lnTo>
                    <a:pt x="0" y="117"/>
                  </a:lnTo>
                  <a:close/>
                </a:path>
              </a:pathLst>
            </a:custGeom>
            <a:solidFill>
              <a:srgbClr val="0000FF"/>
            </a:solidFill>
            <a:ln>
              <a:noFill/>
            </a:ln>
            <a:extLst>
              <a:ext uri="{91240B29-F687-4F45-9708-019B960494DF}">
                <a14:hiddenLine xmlns:a14="http://schemas.microsoft.com/office/drawing/2010/main" w="25400">
                  <a:solidFill>
                    <a:srgbClr val="000000"/>
                  </a:solidFill>
                  <a:round/>
                  <a:headEnd/>
                  <a:tailEnd/>
                </a14:hiddenLine>
              </a:ext>
            </a:extLst>
          </p:spPr>
          <p:txBody>
            <a:bodyPr wrap="none"/>
            <a:lstStyle/>
            <a:p>
              <a:endParaRPr lang="zh-CN" altLang="en-US"/>
            </a:p>
          </p:txBody>
        </p:sp>
        <p:sp>
          <p:nvSpPr>
            <p:cNvPr id="77839" name="Line 14">
              <a:extLst>
                <a:ext uri="{FF2B5EF4-FFF2-40B4-BE49-F238E27FC236}">
                  <a16:creationId xmlns:a16="http://schemas.microsoft.com/office/drawing/2014/main" id="{F6EC3ECB-526A-BC25-E4CB-B44568F7672C}"/>
                </a:ext>
              </a:extLst>
            </p:cNvPr>
            <p:cNvSpPr>
              <a:spLocks noChangeShapeType="1"/>
            </p:cNvSpPr>
            <p:nvPr/>
          </p:nvSpPr>
          <p:spPr bwMode="auto">
            <a:xfrm>
              <a:off x="760" y="3622"/>
              <a:ext cx="100" cy="0"/>
            </a:xfrm>
            <a:prstGeom prst="line">
              <a:avLst/>
            </a:prstGeom>
            <a:noFill/>
            <a:ln w="25400">
              <a:solidFill>
                <a:srgbClr val="00EFE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7840" name="Freeform 15">
              <a:extLst>
                <a:ext uri="{FF2B5EF4-FFF2-40B4-BE49-F238E27FC236}">
                  <a16:creationId xmlns:a16="http://schemas.microsoft.com/office/drawing/2014/main" id="{C947E507-37D3-9B1F-85CF-F416DEA1EC9B}"/>
                </a:ext>
              </a:extLst>
            </p:cNvPr>
            <p:cNvSpPr>
              <a:spLocks noChangeArrowheads="1"/>
            </p:cNvSpPr>
            <p:nvPr/>
          </p:nvSpPr>
          <p:spPr bwMode="auto">
            <a:xfrm>
              <a:off x="859" y="3522"/>
              <a:ext cx="1" cy="101"/>
            </a:xfrm>
            <a:custGeom>
              <a:avLst/>
              <a:gdLst>
                <a:gd name="T0" fmla="*/ 0 w 1"/>
                <a:gd name="T1" fmla="*/ 0 h 101"/>
                <a:gd name="T2" fmla="*/ 0 w 1"/>
                <a:gd name="T3" fmla="*/ 0 h 101"/>
                <a:gd name="T4" fmla="*/ 1 w 1"/>
                <a:gd name="T5" fmla="*/ 1 h 101"/>
                <a:gd name="T6" fmla="*/ 1 w 1"/>
                <a:gd name="T7" fmla="*/ 101 h 101"/>
                <a:gd name="T8" fmla="*/ 0 w 1"/>
                <a:gd name="T9" fmla="*/ 98 h 101"/>
                <a:gd name="T10" fmla="*/ 0 60000 65536"/>
                <a:gd name="T11" fmla="*/ 0 60000 65536"/>
                <a:gd name="T12" fmla="*/ 0 60000 65536"/>
                <a:gd name="T13" fmla="*/ 0 60000 65536"/>
                <a:gd name="T14" fmla="*/ 0 60000 65536"/>
                <a:gd name="T15" fmla="*/ 0 w 1"/>
                <a:gd name="T16" fmla="*/ 0 h 101"/>
                <a:gd name="T17" fmla="*/ 1 w 1"/>
                <a:gd name="T18" fmla="*/ 101 h 101"/>
              </a:gdLst>
              <a:ahLst/>
              <a:cxnLst>
                <a:cxn ang="T10">
                  <a:pos x="T0" y="T1"/>
                </a:cxn>
                <a:cxn ang="T11">
                  <a:pos x="T2" y="T3"/>
                </a:cxn>
                <a:cxn ang="T12">
                  <a:pos x="T4" y="T5"/>
                </a:cxn>
                <a:cxn ang="T13">
                  <a:pos x="T6" y="T7"/>
                </a:cxn>
                <a:cxn ang="T14">
                  <a:pos x="T8" y="T9"/>
                </a:cxn>
              </a:cxnLst>
              <a:rect l="T15" t="T16" r="T17" b="T18"/>
              <a:pathLst>
                <a:path w="1" h="101">
                  <a:moveTo>
                    <a:pt x="0" y="0"/>
                  </a:moveTo>
                  <a:cubicBezTo>
                    <a:pt x="0" y="0"/>
                    <a:pt x="0" y="0"/>
                    <a:pt x="0" y="0"/>
                  </a:cubicBezTo>
                  <a:cubicBezTo>
                    <a:pt x="1" y="1"/>
                    <a:pt x="1" y="1"/>
                    <a:pt x="1" y="1"/>
                  </a:cubicBezTo>
                  <a:cubicBezTo>
                    <a:pt x="1" y="101"/>
                    <a:pt x="1" y="101"/>
                    <a:pt x="1" y="101"/>
                  </a:cubicBezTo>
                  <a:cubicBezTo>
                    <a:pt x="0" y="98"/>
                    <a:pt x="0" y="98"/>
                    <a:pt x="0" y="98"/>
                  </a:cubicBezTo>
                  <a:lnTo>
                    <a:pt x="0" y="0"/>
                  </a:lnTo>
                  <a:close/>
                </a:path>
              </a:pathLst>
            </a:custGeom>
            <a:solidFill>
              <a:srgbClr val="00DCE4"/>
            </a:solidFill>
            <a:ln>
              <a:noFill/>
            </a:ln>
            <a:extLst>
              <a:ext uri="{91240B29-F687-4F45-9708-019B960494DF}">
                <a14:hiddenLine xmlns:a14="http://schemas.microsoft.com/office/drawing/2010/main" w="25400">
                  <a:solidFill>
                    <a:srgbClr val="000000"/>
                  </a:solidFill>
                  <a:round/>
                  <a:headEnd/>
                  <a:tailEnd/>
                </a14:hiddenLine>
              </a:ext>
            </a:extLst>
          </p:spPr>
          <p:txBody>
            <a:bodyPr wrap="none"/>
            <a:lstStyle/>
            <a:p>
              <a:endParaRPr lang="zh-CN" altLang="en-US"/>
            </a:p>
          </p:txBody>
        </p:sp>
        <p:sp>
          <p:nvSpPr>
            <p:cNvPr id="77841" name="Freeform 16">
              <a:extLst>
                <a:ext uri="{FF2B5EF4-FFF2-40B4-BE49-F238E27FC236}">
                  <a16:creationId xmlns:a16="http://schemas.microsoft.com/office/drawing/2014/main" id="{27DF55B6-EB93-0065-0FA2-BC5D83F1F696}"/>
                </a:ext>
              </a:extLst>
            </p:cNvPr>
            <p:cNvSpPr>
              <a:spLocks noChangeArrowheads="1"/>
            </p:cNvSpPr>
            <p:nvPr/>
          </p:nvSpPr>
          <p:spPr bwMode="auto">
            <a:xfrm>
              <a:off x="861" y="3508"/>
              <a:ext cx="16" cy="30"/>
            </a:xfrm>
            <a:custGeom>
              <a:avLst/>
              <a:gdLst>
                <a:gd name="T0" fmla="*/ 0 w 16"/>
                <a:gd name="T1" fmla="*/ 16 h 30"/>
                <a:gd name="T2" fmla="*/ 0 w 16"/>
                <a:gd name="T3" fmla="*/ 16 h 30"/>
                <a:gd name="T4" fmla="*/ 0 w 16"/>
                <a:gd name="T5" fmla="*/ 27 h 30"/>
                <a:gd name="T6" fmla="*/ 12 w 16"/>
                <a:gd name="T7" fmla="*/ 12 h 30"/>
                <a:gd name="T8" fmla="*/ 16 w 16"/>
                <a:gd name="T9" fmla="*/ 30 h 30"/>
                <a:gd name="T10" fmla="*/ 16 w 16"/>
                <a:gd name="T11" fmla="*/ 0 h 30"/>
                <a:gd name="T12" fmla="*/ 0 60000 65536"/>
                <a:gd name="T13" fmla="*/ 0 60000 65536"/>
                <a:gd name="T14" fmla="*/ 0 60000 65536"/>
                <a:gd name="T15" fmla="*/ 0 60000 65536"/>
                <a:gd name="T16" fmla="*/ 0 60000 65536"/>
                <a:gd name="T17" fmla="*/ 0 60000 65536"/>
                <a:gd name="T18" fmla="*/ 0 w 16"/>
                <a:gd name="T19" fmla="*/ 0 h 30"/>
                <a:gd name="T20" fmla="*/ 16 w 16"/>
                <a:gd name="T21" fmla="*/ 30 h 30"/>
              </a:gdLst>
              <a:ahLst/>
              <a:cxnLst>
                <a:cxn ang="T12">
                  <a:pos x="T0" y="T1"/>
                </a:cxn>
                <a:cxn ang="T13">
                  <a:pos x="T2" y="T3"/>
                </a:cxn>
                <a:cxn ang="T14">
                  <a:pos x="T4" y="T5"/>
                </a:cxn>
                <a:cxn ang="T15">
                  <a:pos x="T6" y="T7"/>
                </a:cxn>
                <a:cxn ang="T16">
                  <a:pos x="T8" y="T9"/>
                </a:cxn>
                <a:cxn ang="T17">
                  <a:pos x="T10" y="T11"/>
                </a:cxn>
              </a:cxnLst>
              <a:rect l="T18" t="T19" r="T20" b="T21"/>
              <a:pathLst>
                <a:path w="16" h="30">
                  <a:moveTo>
                    <a:pt x="0" y="16"/>
                  </a:moveTo>
                  <a:cubicBezTo>
                    <a:pt x="0" y="16"/>
                    <a:pt x="0" y="16"/>
                    <a:pt x="0" y="16"/>
                  </a:cubicBezTo>
                  <a:cubicBezTo>
                    <a:pt x="0" y="16"/>
                    <a:pt x="0" y="28"/>
                    <a:pt x="0" y="27"/>
                  </a:cubicBezTo>
                  <a:cubicBezTo>
                    <a:pt x="5" y="14"/>
                    <a:pt x="11" y="11"/>
                    <a:pt x="12" y="12"/>
                  </a:cubicBezTo>
                  <a:cubicBezTo>
                    <a:pt x="13" y="13"/>
                    <a:pt x="16" y="30"/>
                    <a:pt x="16" y="30"/>
                  </a:cubicBezTo>
                  <a:cubicBezTo>
                    <a:pt x="16" y="0"/>
                    <a:pt x="16" y="0"/>
                    <a:pt x="16" y="0"/>
                  </a:cubicBezTo>
                  <a:lnTo>
                    <a:pt x="0" y="16"/>
                  </a:lnTo>
                  <a:close/>
                </a:path>
              </a:pathLst>
            </a:custGeom>
            <a:solidFill>
              <a:srgbClr val="280078"/>
            </a:solidFill>
            <a:ln>
              <a:noFill/>
            </a:ln>
            <a:extLst>
              <a:ext uri="{91240B29-F687-4F45-9708-019B960494DF}">
                <a14:hiddenLine xmlns:a14="http://schemas.microsoft.com/office/drawing/2010/main" w="25400">
                  <a:solidFill>
                    <a:srgbClr val="000000"/>
                  </a:solidFill>
                  <a:round/>
                  <a:headEnd/>
                  <a:tailEnd/>
                </a14:hiddenLine>
              </a:ext>
            </a:extLst>
          </p:spPr>
          <p:txBody>
            <a:bodyPr wrap="none"/>
            <a:lstStyle/>
            <a:p>
              <a:endParaRPr lang="zh-CN" altLang="en-US"/>
            </a:p>
          </p:txBody>
        </p:sp>
        <p:sp>
          <p:nvSpPr>
            <p:cNvPr id="77842" name="Freeform 17">
              <a:extLst>
                <a:ext uri="{FF2B5EF4-FFF2-40B4-BE49-F238E27FC236}">
                  <a16:creationId xmlns:a16="http://schemas.microsoft.com/office/drawing/2014/main" id="{CEC45FD4-4918-2E13-A4C8-5B0C5B717B9A}"/>
                </a:ext>
              </a:extLst>
            </p:cNvPr>
            <p:cNvSpPr>
              <a:spLocks noChangeArrowheads="1"/>
            </p:cNvSpPr>
            <p:nvPr/>
          </p:nvSpPr>
          <p:spPr bwMode="auto">
            <a:xfrm>
              <a:off x="861" y="3591"/>
              <a:ext cx="16" cy="45"/>
            </a:xfrm>
            <a:custGeom>
              <a:avLst/>
              <a:gdLst>
                <a:gd name="T0" fmla="*/ 16 w 16"/>
                <a:gd name="T1" fmla="*/ 45 h 45"/>
                <a:gd name="T2" fmla="*/ 16 w 16"/>
                <a:gd name="T3" fmla="*/ 45 h 45"/>
                <a:gd name="T4" fmla="*/ 16 w 16"/>
                <a:gd name="T5" fmla="*/ 0 h 45"/>
                <a:gd name="T6" fmla="*/ 11 w 16"/>
                <a:gd name="T7" fmla="*/ 33 h 45"/>
                <a:gd name="T8" fmla="*/ 5 w 16"/>
                <a:gd name="T9" fmla="*/ 29 h 45"/>
                <a:gd name="T10" fmla="*/ 1 w 16"/>
                <a:gd name="T11" fmla="*/ 21 h 45"/>
                <a:gd name="T12" fmla="*/ 0 w 16"/>
                <a:gd name="T13" fmla="*/ 31 h 45"/>
                <a:gd name="T14" fmla="*/ 0 60000 65536"/>
                <a:gd name="T15" fmla="*/ 0 60000 65536"/>
                <a:gd name="T16" fmla="*/ 0 60000 65536"/>
                <a:gd name="T17" fmla="*/ 0 60000 65536"/>
                <a:gd name="T18" fmla="*/ 0 60000 65536"/>
                <a:gd name="T19" fmla="*/ 0 60000 65536"/>
                <a:gd name="T20" fmla="*/ 0 60000 65536"/>
                <a:gd name="T21" fmla="*/ 0 w 16"/>
                <a:gd name="T22" fmla="*/ 0 h 45"/>
                <a:gd name="T23" fmla="*/ 16 w 16"/>
                <a:gd name="T24" fmla="*/ 45 h 4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 h="45">
                  <a:moveTo>
                    <a:pt x="16" y="45"/>
                  </a:moveTo>
                  <a:cubicBezTo>
                    <a:pt x="16" y="45"/>
                    <a:pt x="16" y="45"/>
                    <a:pt x="16" y="45"/>
                  </a:cubicBezTo>
                  <a:cubicBezTo>
                    <a:pt x="16" y="0"/>
                    <a:pt x="16" y="0"/>
                    <a:pt x="16" y="0"/>
                  </a:cubicBezTo>
                  <a:cubicBezTo>
                    <a:pt x="16" y="0"/>
                    <a:pt x="15" y="25"/>
                    <a:pt x="11" y="33"/>
                  </a:cubicBezTo>
                  <a:cubicBezTo>
                    <a:pt x="10" y="36"/>
                    <a:pt x="5" y="33"/>
                    <a:pt x="5" y="29"/>
                  </a:cubicBezTo>
                  <a:cubicBezTo>
                    <a:pt x="1" y="21"/>
                    <a:pt x="1" y="21"/>
                    <a:pt x="1" y="21"/>
                  </a:cubicBezTo>
                  <a:cubicBezTo>
                    <a:pt x="0" y="31"/>
                    <a:pt x="0" y="31"/>
                    <a:pt x="0" y="31"/>
                  </a:cubicBezTo>
                  <a:lnTo>
                    <a:pt x="16" y="45"/>
                  </a:lnTo>
                  <a:close/>
                </a:path>
              </a:pathLst>
            </a:custGeom>
            <a:solidFill>
              <a:srgbClr val="280078"/>
            </a:solidFill>
            <a:ln>
              <a:noFill/>
            </a:ln>
            <a:extLst>
              <a:ext uri="{91240B29-F687-4F45-9708-019B960494DF}">
                <a14:hiddenLine xmlns:a14="http://schemas.microsoft.com/office/drawing/2010/main" w="25400">
                  <a:solidFill>
                    <a:srgbClr val="000000"/>
                  </a:solidFill>
                  <a:round/>
                  <a:headEnd/>
                  <a:tailEnd/>
                </a14:hiddenLine>
              </a:ext>
            </a:extLst>
          </p:spPr>
          <p:txBody>
            <a:bodyPr wrap="none"/>
            <a:lstStyle/>
            <a:p>
              <a:endParaRPr lang="zh-CN" altLang="en-US"/>
            </a:p>
          </p:txBody>
        </p:sp>
        <p:sp>
          <p:nvSpPr>
            <p:cNvPr id="77843" name="Text Box 18">
              <a:extLst>
                <a:ext uri="{FF2B5EF4-FFF2-40B4-BE49-F238E27FC236}">
                  <a16:creationId xmlns:a16="http://schemas.microsoft.com/office/drawing/2014/main" id="{BE670D41-ED74-1FCA-8320-FCED3278DC7E}"/>
                </a:ext>
              </a:extLst>
            </p:cNvPr>
            <p:cNvSpPr txBox="1">
              <a:spLocks noChangeArrowheads="1"/>
            </p:cNvSpPr>
            <p:nvPr/>
          </p:nvSpPr>
          <p:spPr bwMode="auto">
            <a:xfrm>
              <a:off x="0" y="3320"/>
              <a:ext cx="1199"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spcAft>
                  <a:spcPct val="15000"/>
                </a:spcAft>
                <a:buClrTx/>
                <a:buFontTx/>
                <a:buNone/>
              </a:pPr>
              <a:r>
                <a:rPr lang="en-US" altLang="zh-CN" sz="1800" b="0">
                  <a:solidFill>
                    <a:srgbClr val="400097"/>
                  </a:solidFill>
                </a:rPr>
                <a:t>Specification</a:t>
              </a:r>
            </a:p>
          </p:txBody>
        </p:sp>
        <p:sp>
          <p:nvSpPr>
            <p:cNvPr id="77844" name="Text Box 19">
              <a:extLst>
                <a:ext uri="{FF2B5EF4-FFF2-40B4-BE49-F238E27FC236}">
                  <a16:creationId xmlns:a16="http://schemas.microsoft.com/office/drawing/2014/main" id="{E51340B9-2F65-DF08-E6F0-88E499C37D86}"/>
                </a:ext>
              </a:extLst>
            </p:cNvPr>
            <p:cNvSpPr txBox="1">
              <a:spLocks noChangeArrowheads="1"/>
            </p:cNvSpPr>
            <p:nvPr/>
          </p:nvSpPr>
          <p:spPr bwMode="auto">
            <a:xfrm>
              <a:off x="912" y="2994"/>
              <a:ext cx="658"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spcAft>
                  <a:spcPct val="15000"/>
                </a:spcAft>
                <a:buClrTx/>
                <a:buFontTx/>
                <a:buNone/>
              </a:pPr>
              <a:r>
                <a:rPr lang="en-US" altLang="zh-CN" sz="1800" b="0">
                  <a:solidFill>
                    <a:srgbClr val="400097"/>
                  </a:solidFill>
                </a:rPr>
                <a:t>Design</a:t>
              </a:r>
            </a:p>
          </p:txBody>
        </p:sp>
        <p:sp>
          <p:nvSpPr>
            <p:cNvPr id="77845" name="Text Box 20">
              <a:extLst>
                <a:ext uri="{FF2B5EF4-FFF2-40B4-BE49-F238E27FC236}">
                  <a16:creationId xmlns:a16="http://schemas.microsoft.com/office/drawing/2014/main" id="{9A4E01F1-7CA8-5034-F88B-34BBF4CCC160}"/>
                </a:ext>
              </a:extLst>
            </p:cNvPr>
            <p:cNvSpPr txBox="1">
              <a:spLocks noChangeArrowheads="1"/>
            </p:cNvSpPr>
            <p:nvPr/>
          </p:nvSpPr>
          <p:spPr bwMode="auto">
            <a:xfrm>
              <a:off x="718" y="3683"/>
              <a:ext cx="529"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spcAft>
                  <a:spcPct val="15000"/>
                </a:spcAft>
                <a:buClrTx/>
                <a:buFontTx/>
                <a:buNone/>
              </a:pPr>
              <a:r>
                <a:rPr lang="en-US" altLang="zh-CN" sz="1800" b="0">
                  <a:solidFill>
                    <a:srgbClr val="400097"/>
                  </a:solidFill>
                </a:rPr>
                <a:t>08/98</a:t>
              </a:r>
            </a:p>
          </p:txBody>
        </p:sp>
        <p:sp>
          <p:nvSpPr>
            <p:cNvPr id="77846" name="Text Box 21">
              <a:extLst>
                <a:ext uri="{FF2B5EF4-FFF2-40B4-BE49-F238E27FC236}">
                  <a16:creationId xmlns:a16="http://schemas.microsoft.com/office/drawing/2014/main" id="{ABB0C0E4-AB15-2701-1434-89F220AC0E6F}"/>
                </a:ext>
              </a:extLst>
            </p:cNvPr>
            <p:cNvSpPr txBox="1">
              <a:spLocks noChangeArrowheads="1"/>
            </p:cNvSpPr>
            <p:nvPr/>
          </p:nvSpPr>
          <p:spPr bwMode="auto">
            <a:xfrm>
              <a:off x="1350" y="3337"/>
              <a:ext cx="529"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spcAft>
                  <a:spcPct val="15000"/>
                </a:spcAft>
                <a:buClrTx/>
                <a:buFontTx/>
                <a:buNone/>
              </a:pPr>
              <a:r>
                <a:rPr lang="en-US" altLang="zh-CN" sz="1800" b="0">
                  <a:solidFill>
                    <a:srgbClr val="400097"/>
                  </a:solidFill>
                </a:rPr>
                <a:t>11/98</a:t>
              </a:r>
            </a:p>
          </p:txBody>
        </p:sp>
        <p:sp>
          <p:nvSpPr>
            <p:cNvPr id="77847" name="Text Box 22">
              <a:extLst>
                <a:ext uri="{FF2B5EF4-FFF2-40B4-BE49-F238E27FC236}">
                  <a16:creationId xmlns:a16="http://schemas.microsoft.com/office/drawing/2014/main" id="{986FE4D7-8572-CB93-C193-D669EF0F45AE}"/>
                </a:ext>
              </a:extLst>
            </p:cNvPr>
            <p:cNvSpPr txBox="1">
              <a:spLocks noChangeArrowheads="1"/>
            </p:cNvSpPr>
            <p:nvPr/>
          </p:nvSpPr>
          <p:spPr bwMode="auto">
            <a:xfrm>
              <a:off x="2416" y="2266"/>
              <a:ext cx="694"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spcAft>
                  <a:spcPct val="15000"/>
                </a:spcAft>
                <a:buClrTx/>
                <a:buFontTx/>
                <a:buNone/>
              </a:pPr>
              <a:r>
                <a:rPr lang="en-US" altLang="zh-CN" sz="1800" b="0">
                  <a:solidFill>
                    <a:srgbClr val="400097"/>
                  </a:solidFill>
                </a:rPr>
                <a:t>Testing</a:t>
              </a:r>
            </a:p>
          </p:txBody>
        </p:sp>
        <p:sp>
          <p:nvSpPr>
            <p:cNvPr id="77848" name="Text Box 23">
              <a:extLst>
                <a:ext uri="{FF2B5EF4-FFF2-40B4-BE49-F238E27FC236}">
                  <a16:creationId xmlns:a16="http://schemas.microsoft.com/office/drawing/2014/main" id="{D516599D-C12B-604D-AC9D-E81844DE1B9D}"/>
                </a:ext>
              </a:extLst>
            </p:cNvPr>
            <p:cNvSpPr txBox="1">
              <a:spLocks noChangeArrowheads="1"/>
            </p:cNvSpPr>
            <p:nvPr/>
          </p:nvSpPr>
          <p:spPr bwMode="auto">
            <a:xfrm>
              <a:off x="2070" y="3009"/>
              <a:ext cx="529"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spcAft>
                  <a:spcPct val="15000"/>
                </a:spcAft>
                <a:buClrTx/>
                <a:buFontTx/>
                <a:buNone/>
              </a:pPr>
              <a:r>
                <a:rPr lang="en-US" altLang="zh-CN" sz="1800" b="0">
                  <a:solidFill>
                    <a:srgbClr val="400097"/>
                  </a:solidFill>
                </a:rPr>
                <a:t>02/99</a:t>
              </a:r>
            </a:p>
          </p:txBody>
        </p:sp>
        <p:sp>
          <p:nvSpPr>
            <p:cNvPr id="77849" name="Text Box 24">
              <a:extLst>
                <a:ext uri="{FF2B5EF4-FFF2-40B4-BE49-F238E27FC236}">
                  <a16:creationId xmlns:a16="http://schemas.microsoft.com/office/drawing/2014/main" id="{C0B52C5E-ABB8-2193-93DA-5E4059DF9DDB}"/>
                </a:ext>
              </a:extLst>
            </p:cNvPr>
            <p:cNvSpPr txBox="1">
              <a:spLocks noChangeArrowheads="1"/>
            </p:cNvSpPr>
            <p:nvPr/>
          </p:nvSpPr>
          <p:spPr bwMode="auto">
            <a:xfrm>
              <a:off x="2907" y="2685"/>
              <a:ext cx="411"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spcAft>
                  <a:spcPct val="15000"/>
                </a:spcAft>
                <a:buClrTx/>
                <a:buFontTx/>
                <a:buNone/>
              </a:pPr>
              <a:r>
                <a:rPr lang="en-US" altLang="zh-CN" sz="1800" b="0">
                  <a:solidFill>
                    <a:srgbClr val="400097"/>
                  </a:solidFill>
                </a:rPr>
                <a:t>5/99</a:t>
              </a:r>
            </a:p>
          </p:txBody>
        </p:sp>
        <p:sp>
          <p:nvSpPr>
            <p:cNvPr id="77850" name="Text Box 25">
              <a:extLst>
                <a:ext uri="{FF2B5EF4-FFF2-40B4-BE49-F238E27FC236}">
                  <a16:creationId xmlns:a16="http://schemas.microsoft.com/office/drawing/2014/main" id="{A817B0A0-F43E-7B6B-A680-A6E85AACB38F}"/>
                </a:ext>
              </a:extLst>
            </p:cNvPr>
            <p:cNvSpPr txBox="1">
              <a:spLocks noChangeArrowheads="1"/>
            </p:cNvSpPr>
            <p:nvPr/>
          </p:nvSpPr>
          <p:spPr bwMode="auto">
            <a:xfrm>
              <a:off x="3719" y="1472"/>
              <a:ext cx="858"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spcAft>
                  <a:spcPct val="15000"/>
                </a:spcAft>
                <a:buClrTx/>
                <a:buFontTx/>
                <a:buNone/>
              </a:pPr>
              <a:r>
                <a:rPr lang="en-US" altLang="zh-CN" sz="1800" b="0">
                  <a:solidFill>
                    <a:srgbClr val="A0004C"/>
                  </a:solidFill>
                </a:rPr>
                <a:t>Available</a:t>
              </a:r>
            </a:p>
          </p:txBody>
        </p:sp>
        <p:sp>
          <p:nvSpPr>
            <p:cNvPr id="77851" name="Text Box 26">
              <a:extLst>
                <a:ext uri="{FF2B5EF4-FFF2-40B4-BE49-F238E27FC236}">
                  <a16:creationId xmlns:a16="http://schemas.microsoft.com/office/drawing/2014/main" id="{1A61381A-C9E4-2490-97ED-2B82D161662B}"/>
                </a:ext>
              </a:extLst>
            </p:cNvPr>
            <p:cNvSpPr txBox="1">
              <a:spLocks noChangeArrowheads="1"/>
            </p:cNvSpPr>
            <p:nvPr/>
          </p:nvSpPr>
          <p:spPr bwMode="auto">
            <a:xfrm>
              <a:off x="1498" y="2697"/>
              <a:ext cx="670"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spcAft>
                  <a:spcPct val="15000"/>
                </a:spcAft>
                <a:buClrTx/>
                <a:buFontTx/>
                <a:buNone/>
              </a:pPr>
              <a:r>
                <a:rPr lang="en-US" altLang="zh-CN" sz="1800" b="0">
                  <a:solidFill>
                    <a:srgbClr val="400097"/>
                  </a:solidFill>
                </a:rPr>
                <a:t>Coding</a:t>
              </a:r>
            </a:p>
          </p:txBody>
        </p:sp>
        <p:sp>
          <p:nvSpPr>
            <p:cNvPr id="77852" name="Text Box 27">
              <a:extLst>
                <a:ext uri="{FF2B5EF4-FFF2-40B4-BE49-F238E27FC236}">
                  <a16:creationId xmlns:a16="http://schemas.microsoft.com/office/drawing/2014/main" id="{FD7AE0B7-8842-C23F-F9DF-04D769FFE4C8}"/>
                </a:ext>
              </a:extLst>
            </p:cNvPr>
            <p:cNvSpPr txBox="1">
              <a:spLocks noChangeArrowheads="1"/>
            </p:cNvSpPr>
            <p:nvPr/>
          </p:nvSpPr>
          <p:spPr bwMode="auto">
            <a:xfrm>
              <a:off x="3677" y="2315"/>
              <a:ext cx="411"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spcAft>
                  <a:spcPct val="15000"/>
                </a:spcAft>
                <a:buClrTx/>
                <a:buFontTx/>
                <a:buNone/>
              </a:pPr>
              <a:r>
                <a:rPr lang="en-US" altLang="zh-CN" sz="1800" b="0">
                  <a:solidFill>
                    <a:srgbClr val="A0004C"/>
                  </a:solidFill>
                </a:rPr>
                <a:t>9/00</a:t>
              </a:r>
            </a:p>
          </p:txBody>
        </p:sp>
        <p:sp>
          <p:nvSpPr>
            <p:cNvPr id="77853" name="Text Box 28">
              <a:extLst>
                <a:ext uri="{FF2B5EF4-FFF2-40B4-BE49-F238E27FC236}">
                  <a16:creationId xmlns:a16="http://schemas.microsoft.com/office/drawing/2014/main" id="{B2502CA5-FCBC-C54D-1395-6F4E2702695E}"/>
                </a:ext>
              </a:extLst>
            </p:cNvPr>
            <p:cNvSpPr txBox="1">
              <a:spLocks noChangeArrowheads="1"/>
            </p:cNvSpPr>
            <p:nvPr/>
          </p:nvSpPr>
          <p:spPr bwMode="auto">
            <a:xfrm>
              <a:off x="4458" y="1985"/>
              <a:ext cx="529"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spcAft>
                  <a:spcPct val="15000"/>
                </a:spcAft>
                <a:buClrTx/>
                <a:buFontTx/>
                <a:buNone/>
              </a:pPr>
              <a:r>
                <a:rPr lang="en-US" altLang="zh-CN" sz="1800" b="0">
                  <a:solidFill>
                    <a:srgbClr val="A0004C"/>
                  </a:solidFill>
                </a:rPr>
                <a:t>11/00</a:t>
              </a:r>
            </a:p>
          </p:txBody>
        </p:sp>
        <p:sp>
          <p:nvSpPr>
            <p:cNvPr id="77854" name="Rectangle 29">
              <a:extLst>
                <a:ext uri="{FF2B5EF4-FFF2-40B4-BE49-F238E27FC236}">
                  <a16:creationId xmlns:a16="http://schemas.microsoft.com/office/drawing/2014/main" id="{766EB39C-F049-561F-84AE-3A8650CF3068}"/>
                </a:ext>
              </a:extLst>
            </p:cNvPr>
            <p:cNvSpPr>
              <a:spLocks noChangeArrowheads="1"/>
            </p:cNvSpPr>
            <p:nvPr/>
          </p:nvSpPr>
          <p:spPr bwMode="auto">
            <a:xfrm>
              <a:off x="3475" y="2201"/>
              <a:ext cx="146" cy="139"/>
            </a:xfrm>
            <a:prstGeom prst="rect">
              <a:avLst/>
            </a:prstGeom>
            <a:solidFill>
              <a:srgbClr val="740B00"/>
            </a:solidFill>
            <a:ln w="25400">
              <a:solidFill>
                <a:srgbClr val="740B00"/>
              </a:solidFill>
              <a:miter lim="800000"/>
              <a:headEnd/>
              <a:tailEnd/>
            </a:ln>
          </p:spPr>
          <p:txBody>
            <a:bodyPr wrap="none"/>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77855" name="Rectangle 30">
              <a:extLst>
                <a:ext uri="{FF2B5EF4-FFF2-40B4-BE49-F238E27FC236}">
                  <a16:creationId xmlns:a16="http://schemas.microsoft.com/office/drawing/2014/main" id="{2BD1E5D6-8FC5-2E01-B363-77F40AED1851}"/>
                </a:ext>
              </a:extLst>
            </p:cNvPr>
            <p:cNvSpPr>
              <a:spLocks noChangeArrowheads="1"/>
            </p:cNvSpPr>
            <p:nvPr/>
          </p:nvSpPr>
          <p:spPr bwMode="auto">
            <a:xfrm>
              <a:off x="3467" y="2307"/>
              <a:ext cx="145" cy="27"/>
            </a:xfrm>
            <a:prstGeom prst="rect">
              <a:avLst/>
            </a:prstGeom>
            <a:solidFill>
              <a:srgbClr val="952500"/>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77856" name="Freeform 31">
              <a:extLst>
                <a:ext uri="{FF2B5EF4-FFF2-40B4-BE49-F238E27FC236}">
                  <a16:creationId xmlns:a16="http://schemas.microsoft.com/office/drawing/2014/main" id="{B2BA46C0-7884-2668-EED5-BDD4B293361F}"/>
                </a:ext>
              </a:extLst>
            </p:cNvPr>
            <p:cNvSpPr>
              <a:spLocks noChangeArrowheads="1"/>
            </p:cNvSpPr>
            <p:nvPr/>
          </p:nvSpPr>
          <p:spPr bwMode="auto">
            <a:xfrm>
              <a:off x="3467" y="2188"/>
              <a:ext cx="143" cy="81"/>
            </a:xfrm>
            <a:custGeom>
              <a:avLst/>
              <a:gdLst>
                <a:gd name="T0" fmla="*/ 143 w 143"/>
                <a:gd name="T1" fmla="*/ 0 h 81"/>
                <a:gd name="T2" fmla="*/ 0 w 143"/>
                <a:gd name="T3" fmla="*/ 0 h 81"/>
                <a:gd name="T4" fmla="*/ 79 w 143"/>
                <a:gd name="T5" fmla="*/ 81 h 81"/>
                <a:gd name="T6" fmla="*/ 0 60000 65536"/>
                <a:gd name="T7" fmla="*/ 0 60000 65536"/>
                <a:gd name="T8" fmla="*/ 0 60000 65536"/>
                <a:gd name="T9" fmla="*/ 0 w 143"/>
                <a:gd name="T10" fmla="*/ 0 h 81"/>
                <a:gd name="T11" fmla="*/ 143 w 143"/>
                <a:gd name="T12" fmla="*/ 81 h 81"/>
              </a:gdLst>
              <a:ahLst/>
              <a:cxnLst>
                <a:cxn ang="T6">
                  <a:pos x="T0" y="T1"/>
                </a:cxn>
                <a:cxn ang="T7">
                  <a:pos x="T2" y="T3"/>
                </a:cxn>
                <a:cxn ang="T8">
                  <a:pos x="T4" y="T5"/>
                </a:cxn>
              </a:cxnLst>
              <a:rect l="T9" t="T10" r="T11" b="T12"/>
              <a:pathLst>
                <a:path w="143" h="81">
                  <a:moveTo>
                    <a:pt x="143" y="0"/>
                  </a:moveTo>
                  <a:lnTo>
                    <a:pt x="0" y="0"/>
                  </a:lnTo>
                  <a:lnTo>
                    <a:pt x="79" y="81"/>
                  </a:lnTo>
                  <a:lnTo>
                    <a:pt x="143" y="0"/>
                  </a:lnTo>
                  <a:close/>
                </a:path>
              </a:pathLst>
            </a:custGeom>
            <a:solidFill>
              <a:srgbClr val="FFCBCB"/>
            </a:solidFill>
            <a:ln>
              <a:noFill/>
            </a:ln>
            <a:extLst>
              <a:ext uri="{91240B29-F687-4F45-9708-019B960494DF}">
                <a14:hiddenLine xmlns:a14="http://schemas.microsoft.com/office/drawing/2010/main" w="25400">
                  <a:solidFill>
                    <a:srgbClr val="000000"/>
                  </a:solidFill>
                  <a:round/>
                  <a:headEnd/>
                  <a:tailEnd/>
                </a14:hiddenLine>
              </a:ext>
            </a:extLst>
          </p:spPr>
          <p:txBody>
            <a:bodyPr wrap="none"/>
            <a:lstStyle/>
            <a:p>
              <a:endParaRPr lang="zh-CN" altLang="en-US"/>
            </a:p>
          </p:txBody>
        </p:sp>
        <p:sp>
          <p:nvSpPr>
            <p:cNvPr id="77857" name="Rectangle 32">
              <a:extLst>
                <a:ext uri="{FF2B5EF4-FFF2-40B4-BE49-F238E27FC236}">
                  <a16:creationId xmlns:a16="http://schemas.microsoft.com/office/drawing/2014/main" id="{FF973BFE-8616-BBF1-6871-FD4CF9B252DD}"/>
                </a:ext>
              </a:extLst>
            </p:cNvPr>
            <p:cNvSpPr>
              <a:spLocks noChangeArrowheads="1"/>
            </p:cNvSpPr>
            <p:nvPr/>
          </p:nvSpPr>
          <p:spPr bwMode="auto">
            <a:xfrm>
              <a:off x="3485" y="2207"/>
              <a:ext cx="106" cy="105"/>
            </a:xfrm>
            <a:prstGeom prst="rect">
              <a:avLst/>
            </a:prstGeom>
            <a:solidFill>
              <a:srgbClr val="FF6379"/>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77858" name="Freeform 33">
              <a:extLst>
                <a:ext uri="{FF2B5EF4-FFF2-40B4-BE49-F238E27FC236}">
                  <a16:creationId xmlns:a16="http://schemas.microsoft.com/office/drawing/2014/main" id="{CCF4F36D-E191-317A-ACE1-43328A8607FD}"/>
                </a:ext>
              </a:extLst>
            </p:cNvPr>
            <p:cNvSpPr>
              <a:spLocks noChangeArrowheads="1"/>
            </p:cNvSpPr>
            <p:nvPr/>
          </p:nvSpPr>
          <p:spPr bwMode="auto">
            <a:xfrm>
              <a:off x="3467" y="2188"/>
              <a:ext cx="18" cy="144"/>
            </a:xfrm>
            <a:custGeom>
              <a:avLst/>
              <a:gdLst>
                <a:gd name="T0" fmla="*/ 18 w 18"/>
                <a:gd name="T1" fmla="*/ 124 h 144"/>
                <a:gd name="T2" fmla="*/ 18 w 18"/>
                <a:gd name="T3" fmla="*/ 18 h 144"/>
                <a:gd name="T4" fmla="*/ 0 w 18"/>
                <a:gd name="T5" fmla="*/ 0 h 144"/>
                <a:gd name="T6" fmla="*/ 0 w 18"/>
                <a:gd name="T7" fmla="*/ 144 h 144"/>
                <a:gd name="T8" fmla="*/ 0 60000 65536"/>
                <a:gd name="T9" fmla="*/ 0 60000 65536"/>
                <a:gd name="T10" fmla="*/ 0 60000 65536"/>
                <a:gd name="T11" fmla="*/ 0 60000 65536"/>
                <a:gd name="T12" fmla="*/ 0 w 18"/>
                <a:gd name="T13" fmla="*/ 0 h 144"/>
                <a:gd name="T14" fmla="*/ 18 w 18"/>
                <a:gd name="T15" fmla="*/ 144 h 144"/>
              </a:gdLst>
              <a:ahLst/>
              <a:cxnLst>
                <a:cxn ang="T8">
                  <a:pos x="T0" y="T1"/>
                </a:cxn>
                <a:cxn ang="T9">
                  <a:pos x="T2" y="T3"/>
                </a:cxn>
                <a:cxn ang="T10">
                  <a:pos x="T4" y="T5"/>
                </a:cxn>
                <a:cxn ang="T11">
                  <a:pos x="T6" y="T7"/>
                </a:cxn>
              </a:cxnLst>
              <a:rect l="T12" t="T13" r="T14" b="T15"/>
              <a:pathLst>
                <a:path w="18" h="144">
                  <a:moveTo>
                    <a:pt x="18" y="124"/>
                  </a:moveTo>
                  <a:lnTo>
                    <a:pt x="18" y="18"/>
                  </a:lnTo>
                  <a:lnTo>
                    <a:pt x="0" y="0"/>
                  </a:lnTo>
                  <a:lnTo>
                    <a:pt x="0" y="144"/>
                  </a:lnTo>
                  <a:lnTo>
                    <a:pt x="18" y="124"/>
                  </a:lnTo>
                  <a:close/>
                </a:path>
              </a:pathLst>
            </a:custGeom>
            <a:solidFill>
              <a:srgbClr val="FF9494"/>
            </a:solidFill>
            <a:ln>
              <a:noFill/>
            </a:ln>
            <a:extLst>
              <a:ext uri="{91240B29-F687-4F45-9708-019B960494DF}">
                <a14:hiddenLine xmlns:a14="http://schemas.microsoft.com/office/drawing/2010/main" w="25400">
                  <a:solidFill>
                    <a:srgbClr val="000000"/>
                  </a:solidFill>
                  <a:round/>
                  <a:headEnd/>
                  <a:tailEnd/>
                </a14:hiddenLine>
              </a:ext>
            </a:extLst>
          </p:spPr>
          <p:txBody>
            <a:bodyPr wrap="none"/>
            <a:lstStyle/>
            <a:p>
              <a:endParaRPr lang="zh-CN" altLang="en-US"/>
            </a:p>
          </p:txBody>
        </p:sp>
        <p:sp>
          <p:nvSpPr>
            <p:cNvPr id="77859" name="Freeform 34">
              <a:extLst>
                <a:ext uri="{FF2B5EF4-FFF2-40B4-BE49-F238E27FC236}">
                  <a16:creationId xmlns:a16="http://schemas.microsoft.com/office/drawing/2014/main" id="{CFF8F1D2-D6E8-78BF-8E74-5D0D860AC14F}"/>
                </a:ext>
              </a:extLst>
            </p:cNvPr>
            <p:cNvSpPr>
              <a:spLocks/>
            </p:cNvSpPr>
            <p:nvPr/>
          </p:nvSpPr>
          <p:spPr bwMode="auto">
            <a:xfrm>
              <a:off x="3485" y="2207"/>
              <a:ext cx="106" cy="105"/>
            </a:xfrm>
            <a:custGeom>
              <a:avLst/>
              <a:gdLst>
                <a:gd name="T0" fmla="*/ 0 w 106"/>
                <a:gd name="T1" fmla="*/ 105 h 105"/>
                <a:gd name="T2" fmla="*/ 0 w 106"/>
                <a:gd name="T3" fmla="*/ 0 h 105"/>
                <a:gd name="T4" fmla="*/ 106 w 106"/>
                <a:gd name="T5" fmla="*/ 0 h 105"/>
                <a:gd name="T6" fmla="*/ 0 60000 65536"/>
                <a:gd name="T7" fmla="*/ 0 60000 65536"/>
                <a:gd name="T8" fmla="*/ 0 60000 65536"/>
                <a:gd name="T9" fmla="*/ 0 w 106"/>
                <a:gd name="T10" fmla="*/ 0 h 105"/>
                <a:gd name="T11" fmla="*/ 106 w 106"/>
                <a:gd name="T12" fmla="*/ 105 h 105"/>
              </a:gdLst>
              <a:ahLst/>
              <a:cxnLst>
                <a:cxn ang="T6">
                  <a:pos x="T0" y="T1"/>
                </a:cxn>
                <a:cxn ang="T7">
                  <a:pos x="T2" y="T3"/>
                </a:cxn>
                <a:cxn ang="T8">
                  <a:pos x="T4" y="T5"/>
                </a:cxn>
              </a:cxnLst>
              <a:rect l="T9" t="T10" r="T11" b="T12"/>
              <a:pathLst>
                <a:path w="106" h="105">
                  <a:moveTo>
                    <a:pt x="0" y="105"/>
                  </a:moveTo>
                  <a:lnTo>
                    <a:pt x="0" y="0"/>
                  </a:lnTo>
                  <a:lnTo>
                    <a:pt x="106" y="0"/>
                  </a:lnTo>
                </a:path>
              </a:pathLst>
            </a:custGeom>
            <a:noFill/>
            <a:ln w="25400">
              <a:solidFill>
                <a:srgbClr val="F32D3B"/>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77860" name="Freeform 35">
              <a:extLst>
                <a:ext uri="{FF2B5EF4-FFF2-40B4-BE49-F238E27FC236}">
                  <a16:creationId xmlns:a16="http://schemas.microsoft.com/office/drawing/2014/main" id="{3B5E4453-60F7-7E73-C08A-742FFF2273B0}"/>
                </a:ext>
              </a:extLst>
            </p:cNvPr>
            <p:cNvSpPr>
              <a:spLocks noChangeArrowheads="1"/>
            </p:cNvSpPr>
            <p:nvPr/>
          </p:nvSpPr>
          <p:spPr bwMode="auto">
            <a:xfrm>
              <a:off x="3552" y="2160"/>
              <a:ext cx="58" cy="172"/>
            </a:xfrm>
            <a:custGeom>
              <a:avLst/>
              <a:gdLst>
                <a:gd name="T0" fmla="*/ 0 w 19"/>
                <a:gd name="T1" fmla="*/ 432 h 144"/>
                <a:gd name="T2" fmla="*/ 0 w 19"/>
                <a:gd name="T3" fmla="*/ 63 h 144"/>
                <a:gd name="T4" fmla="*/ 46882 w 19"/>
                <a:gd name="T5" fmla="*/ 0 h 144"/>
                <a:gd name="T6" fmla="*/ 46882 w 19"/>
                <a:gd name="T7" fmla="*/ 499 h 144"/>
                <a:gd name="T8" fmla="*/ 0 60000 65536"/>
                <a:gd name="T9" fmla="*/ 0 60000 65536"/>
                <a:gd name="T10" fmla="*/ 0 60000 65536"/>
                <a:gd name="T11" fmla="*/ 0 60000 65536"/>
                <a:gd name="T12" fmla="*/ 0 w 19"/>
                <a:gd name="T13" fmla="*/ 0 h 144"/>
                <a:gd name="T14" fmla="*/ 19 w 19"/>
                <a:gd name="T15" fmla="*/ 144 h 144"/>
              </a:gdLst>
              <a:ahLst/>
              <a:cxnLst>
                <a:cxn ang="T8">
                  <a:pos x="T0" y="T1"/>
                </a:cxn>
                <a:cxn ang="T9">
                  <a:pos x="T2" y="T3"/>
                </a:cxn>
                <a:cxn ang="T10">
                  <a:pos x="T4" y="T5"/>
                </a:cxn>
                <a:cxn ang="T11">
                  <a:pos x="T6" y="T7"/>
                </a:cxn>
              </a:cxnLst>
              <a:rect l="T12" t="T13" r="T14" b="T15"/>
              <a:pathLst>
                <a:path w="19" h="144">
                  <a:moveTo>
                    <a:pt x="0" y="125"/>
                  </a:moveTo>
                  <a:lnTo>
                    <a:pt x="0" y="18"/>
                  </a:lnTo>
                  <a:lnTo>
                    <a:pt x="19" y="0"/>
                  </a:lnTo>
                  <a:lnTo>
                    <a:pt x="19" y="144"/>
                  </a:lnTo>
                  <a:lnTo>
                    <a:pt x="0" y="125"/>
                  </a:lnTo>
                  <a:close/>
                </a:path>
              </a:pathLst>
            </a:custGeom>
            <a:solidFill>
              <a:srgbClr val="DA0030"/>
            </a:solidFill>
            <a:ln>
              <a:noFill/>
            </a:ln>
            <a:extLst>
              <a:ext uri="{91240B29-F687-4F45-9708-019B960494DF}">
                <a14:hiddenLine xmlns:a14="http://schemas.microsoft.com/office/drawing/2010/main" w="25400">
                  <a:solidFill>
                    <a:srgbClr val="000000"/>
                  </a:solidFill>
                  <a:round/>
                  <a:headEnd/>
                  <a:tailEnd/>
                </a14:hiddenLine>
              </a:ext>
            </a:extLst>
          </p:spPr>
          <p:txBody>
            <a:bodyPr wrap="none"/>
            <a:lstStyle/>
            <a:p>
              <a:endParaRPr lang="zh-CN" altLang="en-US"/>
            </a:p>
          </p:txBody>
        </p:sp>
        <p:sp>
          <p:nvSpPr>
            <p:cNvPr id="77861" name="Line 36">
              <a:extLst>
                <a:ext uri="{FF2B5EF4-FFF2-40B4-BE49-F238E27FC236}">
                  <a16:creationId xmlns:a16="http://schemas.microsoft.com/office/drawing/2014/main" id="{EA39046F-238C-C589-45C5-047BB56C4B2B}"/>
                </a:ext>
              </a:extLst>
            </p:cNvPr>
            <p:cNvSpPr>
              <a:spLocks noChangeShapeType="1"/>
            </p:cNvSpPr>
            <p:nvPr/>
          </p:nvSpPr>
          <p:spPr bwMode="auto">
            <a:xfrm>
              <a:off x="3485" y="2312"/>
              <a:ext cx="106" cy="0"/>
            </a:xfrm>
            <a:prstGeom prst="line">
              <a:avLst/>
            </a:prstGeom>
            <a:noFill/>
            <a:ln w="25400">
              <a:solidFill>
                <a:srgbClr val="BC0024"/>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7862" name="Text Box 37">
              <a:extLst>
                <a:ext uri="{FF2B5EF4-FFF2-40B4-BE49-F238E27FC236}">
                  <a16:creationId xmlns:a16="http://schemas.microsoft.com/office/drawing/2014/main" id="{91577080-882D-554B-4BDD-DEA9D154AD23}"/>
                </a:ext>
              </a:extLst>
            </p:cNvPr>
            <p:cNvSpPr txBox="1">
              <a:spLocks noChangeArrowheads="1"/>
            </p:cNvSpPr>
            <p:nvPr/>
          </p:nvSpPr>
          <p:spPr bwMode="auto">
            <a:xfrm>
              <a:off x="3057" y="1894"/>
              <a:ext cx="952"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spcAft>
                  <a:spcPct val="15000"/>
                </a:spcAft>
                <a:buClrTx/>
                <a:buFontTx/>
                <a:buNone/>
              </a:pPr>
              <a:r>
                <a:rPr lang="en-US" altLang="zh-CN" sz="1800" b="0">
                  <a:solidFill>
                    <a:srgbClr val="A0004C"/>
                  </a:solidFill>
                </a:rPr>
                <a:t>Announce</a:t>
              </a:r>
            </a:p>
          </p:txBody>
        </p:sp>
        <p:sp>
          <p:nvSpPr>
            <p:cNvPr id="77863" name="Rectangle 38">
              <a:extLst>
                <a:ext uri="{FF2B5EF4-FFF2-40B4-BE49-F238E27FC236}">
                  <a16:creationId xmlns:a16="http://schemas.microsoft.com/office/drawing/2014/main" id="{D39458EB-DC25-BE04-EC79-DB345A8A3029}"/>
                </a:ext>
              </a:extLst>
            </p:cNvPr>
            <p:cNvSpPr>
              <a:spLocks noChangeArrowheads="1"/>
            </p:cNvSpPr>
            <p:nvPr/>
          </p:nvSpPr>
          <p:spPr bwMode="auto">
            <a:xfrm>
              <a:off x="1415" y="3198"/>
              <a:ext cx="136" cy="130"/>
            </a:xfrm>
            <a:prstGeom prst="rect">
              <a:avLst/>
            </a:prstGeom>
            <a:solidFill>
              <a:srgbClr val="000000"/>
            </a:solidFill>
            <a:ln w="25400">
              <a:solidFill>
                <a:srgbClr val="000000"/>
              </a:solidFill>
              <a:miter lim="800000"/>
              <a:headEnd/>
              <a:tailEnd/>
            </a:ln>
          </p:spPr>
          <p:txBody>
            <a:bodyPr wrap="none"/>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77864" name="Rectangle 39">
              <a:extLst>
                <a:ext uri="{FF2B5EF4-FFF2-40B4-BE49-F238E27FC236}">
                  <a16:creationId xmlns:a16="http://schemas.microsoft.com/office/drawing/2014/main" id="{CE688572-ADA5-B6E4-E457-94D1CC346F49}"/>
                </a:ext>
              </a:extLst>
            </p:cNvPr>
            <p:cNvSpPr>
              <a:spLocks noChangeArrowheads="1"/>
            </p:cNvSpPr>
            <p:nvPr/>
          </p:nvSpPr>
          <p:spPr bwMode="auto">
            <a:xfrm>
              <a:off x="1403" y="3296"/>
              <a:ext cx="135" cy="19"/>
            </a:xfrm>
            <a:prstGeom prst="rect">
              <a:avLst/>
            </a:prstGeom>
            <a:gradFill rotWithShape="0">
              <a:gsLst>
                <a:gs pos="0">
                  <a:srgbClr val="0000FF"/>
                </a:gs>
                <a:gs pos="50000">
                  <a:srgbClr val="38B0FF"/>
                </a:gs>
                <a:gs pos="100000">
                  <a:srgbClr val="0000FF"/>
                </a:gs>
              </a:gsLst>
              <a:lin ang="0" scaled="1"/>
            </a:gra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77865" name="Freeform 40">
              <a:extLst>
                <a:ext uri="{FF2B5EF4-FFF2-40B4-BE49-F238E27FC236}">
                  <a16:creationId xmlns:a16="http://schemas.microsoft.com/office/drawing/2014/main" id="{E8DF124A-1A21-FB6A-C5CA-F7B06827C927}"/>
                </a:ext>
              </a:extLst>
            </p:cNvPr>
            <p:cNvSpPr>
              <a:spLocks noChangeArrowheads="1"/>
            </p:cNvSpPr>
            <p:nvPr/>
          </p:nvSpPr>
          <p:spPr bwMode="auto">
            <a:xfrm>
              <a:off x="1403" y="3183"/>
              <a:ext cx="135" cy="132"/>
            </a:xfrm>
            <a:custGeom>
              <a:avLst/>
              <a:gdLst>
                <a:gd name="T0" fmla="*/ 135 w 135"/>
                <a:gd name="T1" fmla="*/ 0 h 132"/>
                <a:gd name="T2" fmla="*/ 0 w 135"/>
                <a:gd name="T3" fmla="*/ 0 h 132"/>
                <a:gd name="T4" fmla="*/ 0 w 135"/>
                <a:gd name="T5" fmla="*/ 132 h 132"/>
                <a:gd name="T6" fmla="*/ 0 60000 65536"/>
                <a:gd name="T7" fmla="*/ 0 60000 65536"/>
                <a:gd name="T8" fmla="*/ 0 60000 65536"/>
                <a:gd name="T9" fmla="*/ 0 w 135"/>
                <a:gd name="T10" fmla="*/ 0 h 132"/>
                <a:gd name="T11" fmla="*/ 135 w 135"/>
                <a:gd name="T12" fmla="*/ 132 h 132"/>
              </a:gdLst>
              <a:ahLst/>
              <a:cxnLst>
                <a:cxn ang="T6">
                  <a:pos x="T0" y="T1"/>
                </a:cxn>
                <a:cxn ang="T7">
                  <a:pos x="T2" y="T3"/>
                </a:cxn>
                <a:cxn ang="T8">
                  <a:pos x="T4" y="T5"/>
                </a:cxn>
              </a:cxnLst>
              <a:rect l="T9" t="T10" r="T11" b="T12"/>
              <a:pathLst>
                <a:path w="135" h="132">
                  <a:moveTo>
                    <a:pt x="135" y="0"/>
                  </a:moveTo>
                  <a:lnTo>
                    <a:pt x="0" y="0"/>
                  </a:lnTo>
                  <a:lnTo>
                    <a:pt x="0" y="132"/>
                  </a:lnTo>
                  <a:lnTo>
                    <a:pt x="135" y="0"/>
                  </a:lnTo>
                  <a:close/>
                </a:path>
              </a:pathLst>
            </a:custGeom>
            <a:solidFill>
              <a:srgbClr val="00EFEF"/>
            </a:solidFill>
            <a:ln w="25400">
              <a:solidFill>
                <a:srgbClr val="400097"/>
              </a:solidFill>
              <a:round/>
              <a:headEnd/>
              <a:tailEnd/>
            </a:ln>
          </p:spPr>
          <p:txBody>
            <a:bodyPr wrap="none"/>
            <a:lstStyle/>
            <a:p>
              <a:endParaRPr lang="zh-CN" altLang="en-US"/>
            </a:p>
          </p:txBody>
        </p:sp>
        <p:sp>
          <p:nvSpPr>
            <p:cNvPr id="77866" name="Rectangle 41">
              <a:extLst>
                <a:ext uri="{FF2B5EF4-FFF2-40B4-BE49-F238E27FC236}">
                  <a16:creationId xmlns:a16="http://schemas.microsoft.com/office/drawing/2014/main" id="{A0B5EB21-7579-2BC7-11C4-2B9AC36F1FCE}"/>
                </a:ext>
              </a:extLst>
            </p:cNvPr>
            <p:cNvSpPr>
              <a:spLocks noChangeArrowheads="1"/>
            </p:cNvSpPr>
            <p:nvPr/>
          </p:nvSpPr>
          <p:spPr bwMode="auto">
            <a:xfrm>
              <a:off x="1420" y="3199"/>
              <a:ext cx="102" cy="99"/>
            </a:xfrm>
            <a:prstGeom prst="rect">
              <a:avLst/>
            </a:prstGeom>
            <a:solidFill>
              <a:srgbClr val="38B0FF"/>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77867" name="Freeform 42">
              <a:extLst>
                <a:ext uri="{FF2B5EF4-FFF2-40B4-BE49-F238E27FC236}">
                  <a16:creationId xmlns:a16="http://schemas.microsoft.com/office/drawing/2014/main" id="{28928A74-E380-53A8-1BFF-6DB726395C14}"/>
                </a:ext>
              </a:extLst>
            </p:cNvPr>
            <p:cNvSpPr>
              <a:spLocks noChangeArrowheads="1"/>
            </p:cNvSpPr>
            <p:nvPr/>
          </p:nvSpPr>
          <p:spPr bwMode="auto">
            <a:xfrm>
              <a:off x="1405" y="3183"/>
              <a:ext cx="15" cy="131"/>
            </a:xfrm>
            <a:custGeom>
              <a:avLst/>
              <a:gdLst>
                <a:gd name="T0" fmla="*/ 15 w 15"/>
                <a:gd name="T1" fmla="*/ 115 h 131"/>
                <a:gd name="T2" fmla="*/ 15 w 15"/>
                <a:gd name="T3" fmla="*/ 14 h 131"/>
                <a:gd name="T4" fmla="*/ 0 w 15"/>
                <a:gd name="T5" fmla="*/ 0 h 131"/>
                <a:gd name="T6" fmla="*/ 0 w 15"/>
                <a:gd name="T7" fmla="*/ 131 h 131"/>
                <a:gd name="T8" fmla="*/ 0 60000 65536"/>
                <a:gd name="T9" fmla="*/ 0 60000 65536"/>
                <a:gd name="T10" fmla="*/ 0 60000 65536"/>
                <a:gd name="T11" fmla="*/ 0 60000 65536"/>
                <a:gd name="T12" fmla="*/ 0 w 15"/>
                <a:gd name="T13" fmla="*/ 0 h 131"/>
                <a:gd name="T14" fmla="*/ 15 w 15"/>
                <a:gd name="T15" fmla="*/ 131 h 131"/>
              </a:gdLst>
              <a:ahLst/>
              <a:cxnLst>
                <a:cxn ang="T8">
                  <a:pos x="T0" y="T1"/>
                </a:cxn>
                <a:cxn ang="T9">
                  <a:pos x="T2" y="T3"/>
                </a:cxn>
                <a:cxn ang="T10">
                  <a:pos x="T4" y="T5"/>
                </a:cxn>
                <a:cxn ang="T11">
                  <a:pos x="T6" y="T7"/>
                </a:cxn>
              </a:cxnLst>
              <a:rect l="T12" t="T13" r="T14" b="T15"/>
              <a:pathLst>
                <a:path w="15" h="131">
                  <a:moveTo>
                    <a:pt x="15" y="115"/>
                  </a:moveTo>
                  <a:lnTo>
                    <a:pt x="15" y="14"/>
                  </a:lnTo>
                  <a:lnTo>
                    <a:pt x="0" y="0"/>
                  </a:lnTo>
                  <a:lnTo>
                    <a:pt x="0" y="131"/>
                  </a:lnTo>
                  <a:lnTo>
                    <a:pt x="15" y="115"/>
                  </a:lnTo>
                  <a:close/>
                </a:path>
              </a:pathLst>
            </a:custGeom>
            <a:gradFill rotWithShape="0">
              <a:gsLst>
                <a:gs pos="0">
                  <a:srgbClr val="00EFEF"/>
                </a:gs>
                <a:gs pos="50000">
                  <a:srgbClr val="FFFFFF"/>
                </a:gs>
                <a:gs pos="100000">
                  <a:srgbClr val="00EFEF"/>
                </a:gs>
              </a:gsLst>
              <a:lin ang="16200000" scaled="1"/>
            </a:gradFill>
            <a:ln>
              <a:noFill/>
            </a:ln>
            <a:extLst>
              <a:ext uri="{91240B29-F687-4F45-9708-019B960494DF}">
                <a14:hiddenLine xmlns:a14="http://schemas.microsoft.com/office/drawing/2010/main" w="25400">
                  <a:solidFill>
                    <a:srgbClr val="000000"/>
                  </a:solidFill>
                  <a:round/>
                  <a:headEnd/>
                  <a:tailEnd/>
                </a14:hiddenLine>
              </a:ext>
            </a:extLst>
          </p:spPr>
          <p:txBody>
            <a:bodyPr wrap="none"/>
            <a:lstStyle/>
            <a:p>
              <a:endParaRPr lang="zh-CN" altLang="en-US"/>
            </a:p>
          </p:txBody>
        </p:sp>
        <p:sp>
          <p:nvSpPr>
            <p:cNvPr id="77868" name="Freeform 43">
              <a:extLst>
                <a:ext uri="{FF2B5EF4-FFF2-40B4-BE49-F238E27FC236}">
                  <a16:creationId xmlns:a16="http://schemas.microsoft.com/office/drawing/2014/main" id="{ABE54846-E646-1F9C-C661-224F8444B24A}"/>
                </a:ext>
              </a:extLst>
            </p:cNvPr>
            <p:cNvSpPr>
              <a:spLocks/>
            </p:cNvSpPr>
            <p:nvPr/>
          </p:nvSpPr>
          <p:spPr bwMode="auto">
            <a:xfrm>
              <a:off x="1420" y="3198"/>
              <a:ext cx="100" cy="100"/>
            </a:xfrm>
            <a:custGeom>
              <a:avLst/>
              <a:gdLst>
                <a:gd name="T0" fmla="*/ 0 w 100"/>
                <a:gd name="T1" fmla="*/ 100 h 100"/>
                <a:gd name="T2" fmla="*/ 0 w 100"/>
                <a:gd name="T3" fmla="*/ 0 h 100"/>
                <a:gd name="T4" fmla="*/ 100 w 100"/>
                <a:gd name="T5" fmla="*/ 0 h 100"/>
                <a:gd name="T6" fmla="*/ 0 60000 65536"/>
                <a:gd name="T7" fmla="*/ 0 60000 65536"/>
                <a:gd name="T8" fmla="*/ 0 60000 65536"/>
                <a:gd name="T9" fmla="*/ 0 w 100"/>
                <a:gd name="T10" fmla="*/ 0 h 100"/>
                <a:gd name="T11" fmla="*/ 100 w 100"/>
                <a:gd name="T12" fmla="*/ 100 h 100"/>
              </a:gdLst>
              <a:ahLst/>
              <a:cxnLst>
                <a:cxn ang="T6">
                  <a:pos x="T0" y="T1"/>
                </a:cxn>
                <a:cxn ang="T7">
                  <a:pos x="T2" y="T3"/>
                </a:cxn>
                <a:cxn ang="T8">
                  <a:pos x="T4" y="T5"/>
                </a:cxn>
              </a:cxnLst>
              <a:rect l="T9" t="T10" r="T11" b="T12"/>
              <a:pathLst>
                <a:path w="100" h="100">
                  <a:moveTo>
                    <a:pt x="0" y="100"/>
                  </a:moveTo>
                  <a:lnTo>
                    <a:pt x="0" y="0"/>
                  </a:lnTo>
                  <a:lnTo>
                    <a:pt x="100" y="0"/>
                  </a:lnTo>
                </a:path>
              </a:pathLst>
            </a:custGeom>
            <a:noFill/>
            <a:ln w="25400">
              <a:solidFill>
                <a:srgbClr val="FFFFFF"/>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77869" name="Freeform 44">
              <a:extLst>
                <a:ext uri="{FF2B5EF4-FFF2-40B4-BE49-F238E27FC236}">
                  <a16:creationId xmlns:a16="http://schemas.microsoft.com/office/drawing/2014/main" id="{744E9697-5C69-C63E-4194-DB8738061B0E}"/>
                </a:ext>
              </a:extLst>
            </p:cNvPr>
            <p:cNvSpPr>
              <a:spLocks noChangeArrowheads="1"/>
            </p:cNvSpPr>
            <p:nvPr/>
          </p:nvSpPr>
          <p:spPr bwMode="auto">
            <a:xfrm>
              <a:off x="1403" y="3312"/>
              <a:ext cx="135" cy="4"/>
            </a:xfrm>
            <a:custGeom>
              <a:avLst/>
              <a:gdLst>
                <a:gd name="T0" fmla="*/ 135 w 135"/>
                <a:gd name="T1" fmla="*/ 4 h 4"/>
                <a:gd name="T2" fmla="*/ 134 w 135"/>
                <a:gd name="T3" fmla="*/ 0 h 4"/>
                <a:gd name="T4" fmla="*/ 5 w 135"/>
                <a:gd name="T5" fmla="*/ 0 h 4"/>
                <a:gd name="T6" fmla="*/ 0 w 135"/>
                <a:gd name="T7" fmla="*/ 4 h 4"/>
                <a:gd name="T8" fmla="*/ 0 60000 65536"/>
                <a:gd name="T9" fmla="*/ 0 60000 65536"/>
                <a:gd name="T10" fmla="*/ 0 60000 65536"/>
                <a:gd name="T11" fmla="*/ 0 60000 65536"/>
                <a:gd name="T12" fmla="*/ 0 w 135"/>
                <a:gd name="T13" fmla="*/ 0 h 4"/>
                <a:gd name="T14" fmla="*/ 135 w 135"/>
                <a:gd name="T15" fmla="*/ 4 h 4"/>
              </a:gdLst>
              <a:ahLst/>
              <a:cxnLst>
                <a:cxn ang="T8">
                  <a:pos x="T0" y="T1"/>
                </a:cxn>
                <a:cxn ang="T9">
                  <a:pos x="T2" y="T3"/>
                </a:cxn>
                <a:cxn ang="T10">
                  <a:pos x="T4" y="T5"/>
                </a:cxn>
                <a:cxn ang="T11">
                  <a:pos x="T6" y="T7"/>
                </a:cxn>
              </a:cxnLst>
              <a:rect l="T12" t="T13" r="T14" b="T15"/>
              <a:pathLst>
                <a:path w="135" h="4">
                  <a:moveTo>
                    <a:pt x="135" y="4"/>
                  </a:moveTo>
                  <a:lnTo>
                    <a:pt x="134" y="0"/>
                  </a:lnTo>
                  <a:lnTo>
                    <a:pt x="5" y="0"/>
                  </a:lnTo>
                  <a:lnTo>
                    <a:pt x="0" y="4"/>
                  </a:lnTo>
                  <a:lnTo>
                    <a:pt x="135" y="4"/>
                  </a:lnTo>
                  <a:close/>
                </a:path>
              </a:pathLst>
            </a:custGeom>
            <a:solidFill>
              <a:srgbClr val="0000FF"/>
            </a:solidFill>
            <a:ln>
              <a:noFill/>
            </a:ln>
            <a:extLst>
              <a:ext uri="{91240B29-F687-4F45-9708-019B960494DF}">
                <a14:hiddenLine xmlns:a14="http://schemas.microsoft.com/office/drawing/2010/main" w="25400">
                  <a:solidFill>
                    <a:srgbClr val="000000"/>
                  </a:solidFill>
                  <a:round/>
                  <a:headEnd/>
                  <a:tailEnd/>
                </a14:hiddenLine>
              </a:ext>
            </a:extLst>
          </p:spPr>
          <p:txBody>
            <a:bodyPr wrap="none"/>
            <a:lstStyle/>
            <a:p>
              <a:endParaRPr lang="zh-CN" altLang="en-US"/>
            </a:p>
          </p:txBody>
        </p:sp>
        <p:sp>
          <p:nvSpPr>
            <p:cNvPr id="77870" name="Freeform 45">
              <a:extLst>
                <a:ext uri="{FF2B5EF4-FFF2-40B4-BE49-F238E27FC236}">
                  <a16:creationId xmlns:a16="http://schemas.microsoft.com/office/drawing/2014/main" id="{D4EA5CB0-096C-B324-D68F-5DDC98CC6422}"/>
                </a:ext>
              </a:extLst>
            </p:cNvPr>
            <p:cNvSpPr>
              <a:spLocks noChangeArrowheads="1"/>
            </p:cNvSpPr>
            <p:nvPr/>
          </p:nvSpPr>
          <p:spPr bwMode="auto">
            <a:xfrm>
              <a:off x="1520" y="3181"/>
              <a:ext cx="18" cy="134"/>
            </a:xfrm>
            <a:custGeom>
              <a:avLst/>
              <a:gdLst>
                <a:gd name="T0" fmla="*/ 0 w 18"/>
                <a:gd name="T1" fmla="*/ 117 h 134"/>
                <a:gd name="T2" fmla="*/ 0 w 18"/>
                <a:gd name="T3" fmla="*/ 18 h 134"/>
                <a:gd name="T4" fmla="*/ 18 w 18"/>
                <a:gd name="T5" fmla="*/ 0 h 134"/>
                <a:gd name="T6" fmla="*/ 18 w 18"/>
                <a:gd name="T7" fmla="*/ 134 h 134"/>
                <a:gd name="T8" fmla="*/ 0 60000 65536"/>
                <a:gd name="T9" fmla="*/ 0 60000 65536"/>
                <a:gd name="T10" fmla="*/ 0 60000 65536"/>
                <a:gd name="T11" fmla="*/ 0 60000 65536"/>
                <a:gd name="T12" fmla="*/ 0 w 18"/>
                <a:gd name="T13" fmla="*/ 0 h 134"/>
                <a:gd name="T14" fmla="*/ 18 w 18"/>
                <a:gd name="T15" fmla="*/ 134 h 134"/>
              </a:gdLst>
              <a:ahLst/>
              <a:cxnLst>
                <a:cxn ang="T8">
                  <a:pos x="T0" y="T1"/>
                </a:cxn>
                <a:cxn ang="T9">
                  <a:pos x="T2" y="T3"/>
                </a:cxn>
                <a:cxn ang="T10">
                  <a:pos x="T4" y="T5"/>
                </a:cxn>
                <a:cxn ang="T11">
                  <a:pos x="T6" y="T7"/>
                </a:cxn>
              </a:cxnLst>
              <a:rect l="T12" t="T13" r="T14" b="T15"/>
              <a:pathLst>
                <a:path w="18" h="134">
                  <a:moveTo>
                    <a:pt x="0" y="117"/>
                  </a:moveTo>
                  <a:lnTo>
                    <a:pt x="0" y="18"/>
                  </a:lnTo>
                  <a:lnTo>
                    <a:pt x="18" y="0"/>
                  </a:lnTo>
                  <a:lnTo>
                    <a:pt x="18" y="134"/>
                  </a:lnTo>
                  <a:lnTo>
                    <a:pt x="0" y="117"/>
                  </a:lnTo>
                  <a:close/>
                </a:path>
              </a:pathLst>
            </a:custGeom>
            <a:solidFill>
              <a:srgbClr val="0000FF"/>
            </a:solidFill>
            <a:ln>
              <a:noFill/>
            </a:ln>
            <a:extLst>
              <a:ext uri="{91240B29-F687-4F45-9708-019B960494DF}">
                <a14:hiddenLine xmlns:a14="http://schemas.microsoft.com/office/drawing/2010/main" w="25400">
                  <a:solidFill>
                    <a:srgbClr val="000000"/>
                  </a:solidFill>
                  <a:round/>
                  <a:headEnd/>
                  <a:tailEnd/>
                </a14:hiddenLine>
              </a:ext>
            </a:extLst>
          </p:spPr>
          <p:txBody>
            <a:bodyPr wrap="none"/>
            <a:lstStyle/>
            <a:p>
              <a:endParaRPr lang="zh-CN" altLang="en-US"/>
            </a:p>
          </p:txBody>
        </p:sp>
        <p:sp>
          <p:nvSpPr>
            <p:cNvPr id="77871" name="Line 46">
              <a:extLst>
                <a:ext uri="{FF2B5EF4-FFF2-40B4-BE49-F238E27FC236}">
                  <a16:creationId xmlns:a16="http://schemas.microsoft.com/office/drawing/2014/main" id="{CD273A37-7D12-46C0-C3E8-0F8DD4934B05}"/>
                </a:ext>
              </a:extLst>
            </p:cNvPr>
            <p:cNvSpPr>
              <a:spLocks noChangeShapeType="1"/>
            </p:cNvSpPr>
            <p:nvPr/>
          </p:nvSpPr>
          <p:spPr bwMode="auto">
            <a:xfrm>
              <a:off x="1420" y="3298"/>
              <a:ext cx="101" cy="0"/>
            </a:xfrm>
            <a:prstGeom prst="line">
              <a:avLst/>
            </a:prstGeom>
            <a:noFill/>
            <a:ln w="25400">
              <a:solidFill>
                <a:srgbClr val="00EFE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7872" name="Freeform 47">
              <a:extLst>
                <a:ext uri="{FF2B5EF4-FFF2-40B4-BE49-F238E27FC236}">
                  <a16:creationId xmlns:a16="http://schemas.microsoft.com/office/drawing/2014/main" id="{2E2440F7-7D93-274D-80A1-1ED7C9436D8D}"/>
                </a:ext>
              </a:extLst>
            </p:cNvPr>
            <p:cNvSpPr>
              <a:spLocks noChangeArrowheads="1"/>
            </p:cNvSpPr>
            <p:nvPr/>
          </p:nvSpPr>
          <p:spPr bwMode="auto">
            <a:xfrm>
              <a:off x="1520" y="3198"/>
              <a:ext cx="0" cy="100"/>
            </a:xfrm>
            <a:custGeom>
              <a:avLst/>
              <a:gdLst>
                <a:gd name="T0" fmla="*/ 0 h 100"/>
                <a:gd name="T1" fmla="*/ 0 h 100"/>
                <a:gd name="T2" fmla="*/ 0 h 100"/>
                <a:gd name="T3" fmla="*/ 100 h 100"/>
                <a:gd name="T4" fmla="*/ 98 h 100"/>
                <a:gd name="T5" fmla="*/ 0 60000 65536"/>
                <a:gd name="T6" fmla="*/ 0 60000 65536"/>
                <a:gd name="T7" fmla="*/ 0 60000 65536"/>
                <a:gd name="T8" fmla="*/ 0 60000 65536"/>
                <a:gd name="T9" fmla="*/ 0 60000 65536"/>
                <a:gd name="T10" fmla="*/ 0 h 100"/>
                <a:gd name="T11" fmla="*/ 100 h 100"/>
              </a:gdLst>
              <a:ahLst/>
              <a:cxnLst>
                <a:cxn ang="T5">
                  <a:pos x="0" y="T0"/>
                </a:cxn>
                <a:cxn ang="T6">
                  <a:pos x="0" y="T1"/>
                </a:cxn>
                <a:cxn ang="T7">
                  <a:pos x="0" y="T2"/>
                </a:cxn>
                <a:cxn ang="T8">
                  <a:pos x="0" y="T3"/>
                </a:cxn>
                <a:cxn ang="T9">
                  <a:pos x="0" y="T4"/>
                </a:cxn>
              </a:cxnLst>
              <a:rect l="0" t="T10" r="0" b="T11"/>
              <a:pathLst>
                <a:path h="100">
                  <a:moveTo>
                    <a:pt x="0" y="0"/>
                  </a:moveTo>
                  <a:cubicBezTo>
                    <a:pt x="0" y="0"/>
                    <a:pt x="0" y="0"/>
                    <a:pt x="0" y="0"/>
                  </a:cubicBezTo>
                  <a:cubicBezTo>
                    <a:pt x="0" y="0"/>
                    <a:pt x="0" y="0"/>
                    <a:pt x="0" y="0"/>
                  </a:cubicBezTo>
                  <a:cubicBezTo>
                    <a:pt x="0" y="100"/>
                    <a:pt x="0" y="100"/>
                    <a:pt x="0" y="100"/>
                  </a:cubicBezTo>
                  <a:cubicBezTo>
                    <a:pt x="0" y="98"/>
                    <a:pt x="0" y="98"/>
                    <a:pt x="0" y="98"/>
                  </a:cubicBezTo>
                  <a:lnTo>
                    <a:pt x="0" y="0"/>
                  </a:lnTo>
                  <a:close/>
                </a:path>
              </a:pathLst>
            </a:custGeom>
            <a:solidFill>
              <a:srgbClr val="00DCE4"/>
            </a:solidFill>
            <a:ln>
              <a:noFill/>
            </a:ln>
            <a:extLst>
              <a:ext uri="{91240B29-F687-4F45-9708-019B960494DF}">
                <a14:hiddenLine xmlns:a14="http://schemas.microsoft.com/office/drawing/2010/main" w="25400">
                  <a:solidFill>
                    <a:srgbClr val="000000"/>
                  </a:solidFill>
                  <a:round/>
                  <a:headEnd/>
                  <a:tailEnd/>
                </a14:hiddenLine>
              </a:ext>
            </a:extLst>
          </p:spPr>
          <p:txBody>
            <a:bodyPr wrap="none"/>
            <a:lstStyle/>
            <a:p>
              <a:endParaRPr lang="zh-CN" altLang="en-US"/>
            </a:p>
          </p:txBody>
        </p:sp>
        <p:sp>
          <p:nvSpPr>
            <p:cNvPr id="77873" name="Freeform 48">
              <a:extLst>
                <a:ext uri="{FF2B5EF4-FFF2-40B4-BE49-F238E27FC236}">
                  <a16:creationId xmlns:a16="http://schemas.microsoft.com/office/drawing/2014/main" id="{78AB23DD-5BAC-B80D-262A-165F27A925DB}"/>
                </a:ext>
              </a:extLst>
            </p:cNvPr>
            <p:cNvSpPr>
              <a:spLocks noChangeArrowheads="1"/>
            </p:cNvSpPr>
            <p:nvPr/>
          </p:nvSpPr>
          <p:spPr bwMode="auto">
            <a:xfrm>
              <a:off x="1522" y="3183"/>
              <a:ext cx="15" cy="30"/>
            </a:xfrm>
            <a:custGeom>
              <a:avLst/>
              <a:gdLst>
                <a:gd name="T0" fmla="*/ 0 w 15"/>
                <a:gd name="T1" fmla="*/ 17 h 30"/>
                <a:gd name="T2" fmla="*/ 0 w 15"/>
                <a:gd name="T3" fmla="*/ 17 h 30"/>
                <a:gd name="T4" fmla="*/ 0 w 15"/>
                <a:gd name="T5" fmla="*/ 27 h 30"/>
                <a:gd name="T6" fmla="*/ 12 w 15"/>
                <a:gd name="T7" fmla="*/ 12 h 30"/>
                <a:gd name="T8" fmla="*/ 15 w 15"/>
                <a:gd name="T9" fmla="*/ 30 h 30"/>
                <a:gd name="T10" fmla="*/ 15 w 15"/>
                <a:gd name="T11" fmla="*/ 0 h 30"/>
                <a:gd name="T12" fmla="*/ 0 60000 65536"/>
                <a:gd name="T13" fmla="*/ 0 60000 65536"/>
                <a:gd name="T14" fmla="*/ 0 60000 65536"/>
                <a:gd name="T15" fmla="*/ 0 60000 65536"/>
                <a:gd name="T16" fmla="*/ 0 60000 65536"/>
                <a:gd name="T17" fmla="*/ 0 60000 65536"/>
                <a:gd name="T18" fmla="*/ 0 w 15"/>
                <a:gd name="T19" fmla="*/ 0 h 30"/>
                <a:gd name="T20" fmla="*/ 15 w 15"/>
                <a:gd name="T21" fmla="*/ 30 h 30"/>
              </a:gdLst>
              <a:ahLst/>
              <a:cxnLst>
                <a:cxn ang="T12">
                  <a:pos x="T0" y="T1"/>
                </a:cxn>
                <a:cxn ang="T13">
                  <a:pos x="T2" y="T3"/>
                </a:cxn>
                <a:cxn ang="T14">
                  <a:pos x="T4" y="T5"/>
                </a:cxn>
                <a:cxn ang="T15">
                  <a:pos x="T6" y="T7"/>
                </a:cxn>
                <a:cxn ang="T16">
                  <a:pos x="T8" y="T9"/>
                </a:cxn>
                <a:cxn ang="T17">
                  <a:pos x="T10" y="T11"/>
                </a:cxn>
              </a:cxnLst>
              <a:rect l="T18" t="T19" r="T20" b="T21"/>
              <a:pathLst>
                <a:path w="15" h="30">
                  <a:moveTo>
                    <a:pt x="0" y="17"/>
                  </a:moveTo>
                  <a:cubicBezTo>
                    <a:pt x="0" y="17"/>
                    <a:pt x="0" y="17"/>
                    <a:pt x="0" y="17"/>
                  </a:cubicBezTo>
                  <a:cubicBezTo>
                    <a:pt x="0" y="17"/>
                    <a:pt x="0" y="28"/>
                    <a:pt x="0" y="27"/>
                  </a:cubicBezTo>
                  <a:cubicBezTo>
                    <a:pt x="4" y="14"/>
                    <a:pt x="11" y="12"/>
                    <a:pt x="12" y="12"/>
                  </a:cubicBezTo>
                  <a:cubicBezTo>
                    <a:pt x="13" y="14"/>
                    <a:pt x="15" y="30"/>
                    <a:pt x="15" y="30"/>
                  </a:cubicBezTo>
                  <a:cubicBezTo>
                    <a:pt x="15" y="0"/>
                    <a:pt x="15" y="0"/>
                    <a:pt x="15" y="0"/>
                  </a:cubicBezTo>
                  <a:lnTo>
                    <a:pt x="0" y="17"/>
                  </a:lnTo>
                  <a:close/>
                </a:path>
              </a:pathLst>
            </a:custGeom>
            <a:solidFill>
              <a:srgbClr val="280078"/>
            </a:solidFill>
            <a:ln>
              <a:noFill/>
            </a:ln>
            <a:extLst>
              <a:ext uri="{91240B29-F687-4F45-9708-019B960494DF}">
                <a14:hiddenLine xmlns:a14="http://schemas.microsoft.com/office/drawing/2010/main" w="25400">
                  <a:solidFill>
                    <a:srgbClr val="000000"/>
                  </a:solidFill>
                  <a:round/>
                  <a:headEnd/>
                  <a:tailEnd/>
                </a14:hiddenLine>
              </a:ext>
            </a:extLst>
          </p:spPr>
          <p:txBody>
            <a:bodyPr wrap="none"/>
            <a:lstStyle/>
            <a:p>
              <a:endParaRPr lang="zh-CN" altLang="en-US"/>
            </a:p>
          </p:txBody>
        </p:sp>
        <p:sp>
          <p:nvSpPr>
            <p:cNvPr id="77874" name="Freeform 49">
              <a:extLst>
                <a:ext uri="{FF2B5EF4-FFF2-40B4-BE49-F238E27FC236}">
                  <a16:creationId xmlns:a16="http://schemas.microsoft.com/office/drawing/2014/main" id="{D26C8D3B-D203-FF76-6060-B9E462EE98C5}"/>
                </a:ext>
              </a:extLst>
            </p:cNvPr>
            <p:cNvSpPr>
              <a:spLocks noChangeArrowheads="1"/>
            </p:cNvSpPr>
            <p:nvPr/>
          </p:nvSpPr>
          <p:spPr bwMode="auto">
            <a:xfrm>
              <a:off x="1522" y="3266"/>
              <a:ext cx="15" cy="46"/>
            </a:xfrm>
            <a:custGeom>
              <a:avLst/>
              <a:gdLst>
                <a:gd name="T0" fmla="*/ 15 w 15"/>
                <a:gd name="T1" fmla="*/ 46 h 46"/>
                <a:gd name="T2" fmla="*/ 15 w 15"/>
                <a:gd name="T3" fmla="*/ 46 h 46"/>
                <a:gd name="T4" fmla="*/ 15 w 15"/>
                <a:gd name="T5" fmla="*/ 0 h 46"/>
                <a:gd name="T6" fmla="*/ 11 w 15"/>
                <a:gd name="T7" fmla="*/ 34 h 46"/>
                <a:gd name="T8" fmla="*/ 4 w 15"/>
                <a:gd name="T9" fmla="*/ 30 h 46"/>
                <a:gd name="T10" fmla="*/ 1 w 15"/>
                <a:gd name="T11" fmla="*/ 22 h 46"/>
                <a:gd name="T12" fmla="*/ 0 w 15"/>
                <a:gd name="T13" fmla="*/ 31 h 46"/>
                <a:gd name="T14" fmla="*/ 0 60000 65536"/>
                <a:gd name="T15" fmla="*/ 0 60000 65536"/>
                <a:gd name="T16" fmla="*/ 0 60000 65536"/>
                <a:gd name="T17" fmla="*/ 0 60000 65536"/>
                <a:gd name="T18" fmla="*/ 0 60000 65536"/>
                <a:gd name="T19" fmla="*/ 0 60000 65536"/>
                <a:gd name="T20" fmla="*/ 0 60000 65536"/>
                <a:gd name="T21" fmla="*/ 0 w 15"/>
                <a:gd name="T22" fmla="*/ 0 h 46"/>
                <a:gd name="T23" fmla="*/ 15 w 15"/>
                <a:gd name="T24" fmla="*/ 46 h 4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 h="46">
                  <a:moveTo>
                    <a:pt x="15" y="46"/>
                  </a:moveTo>
                  <a:cubicBezTo>
                    <a:pt x="15" y="46"/>
                    <a:pt x="15" y="46"/>
                    <a:pt x="15" y="46"/>
                  </a:cubicBezTo>
                  <a:cubicBezTo>
                    <a:pt x="15" y="0"/>
                    <a:pt x="15" y="0"/>
                    <a:pt x="15" y="0"/>
                  </a:cubicBezTo>
                  <a:cubicBezTo>
                    <a:pt x="15" y="0"/>
                    <a:pt x="14" y="25"/>
                    <a:pt x="11" y="34"/>
                  </a:cubicBezTo>
                  <a:cubicBezTo>
                    <a:pt x="10" y="36"/>
                    <a:pt x="5" y="34"/>
                    <a:pt x="4" y="30"/>
                  </a:cubicBezTo>
                  <a:cubicBezTo>
                    <a:pt x="1" y="22"/>
                    <a:pt x="1" y="22"/>
                    <a:pt x="1" y="22"/>
                  </a:cubicBezTo>
                  <a:cubicBezTo>
                    <a:pt x="0" y="31"/>
                    <a:pt x="0" y="31"/>
                    <a:pt x="0" y="31"/>
                  </a:cubicBezTo>
                  <a:lnTo>
                    <a:pt x="15" y="46"/>
                  </a:lnTo>
                  <a:close/>
                </a:path>
              </a:pathLst>
            </a:custGeom>
            <a:solidFill>
              <a:srgbClr val="280078"/>
            </a:solidFill>
            <a:ln>
              <a:noFill/>
            </a:ln>
            <a:extLst>
              <a:ext uri="{91240B29-F687-4F45-9708-019B960494DF}">
                <a14:hiddenLine xmlns:a14="http://schemas.microsoft.com/office/drawing/2010/main" w="25400">
                  <a:solidFill>
                    <a:srgbClr val="000000"/>
                  </a:solidFill>
                  <a:round/>
                  <a:headEnd/>
                  <a:tailEnd/>
                </a14:hiddenLine>
              </a:ext>
            </a:extLst>
          </p:spPr>
          <p:txBody>
            <a:bodyPr wrap="none"/>
            <a:lstStyle/>
            <a:p>
              <a:endParaRPr lang="zh-CN" altLang="en-US"/>
            </a:p>
          </p:txBody>
        </p:sp>
        <p:sp>
          <p:nvSpPr>
            <p:cNvPr id="77875" name="Rectangle 50">
              <a:extLst>
                <a:ext uri="{FF2B5EF4-FFF2-40B4-BE49-F238E27FC236}">
                  <a16:creationId xmlns:a16="http://schemas.microsoft.com/office/drawing/2014/main" id="{B470A6C5-8D88-C573-6455-2E8C41A6CE46}"/>
                </a:ext>
              </a:extLst>
            </p:cNvPr>
            <p:cNvSpPr>
              <a:spLocks noChangeArrowheads="1"/>
            </p:cNvSpPr>
            <p:nvPr/>
          </p:nvSpPr>
          <p:spPr bwMode="auto">
            <a:xfrm>
              <a:off x="2098" y="2878"/>
              <a:ext cx="136" cy="130"/>
            </a:xfrm>
            <a:prstGeom prst="rect">
              <a:avLst/>
            </a:prstGeom>
            <a:solidFill>
              <a:srgbClr val="000000"/>
            </a:solidFill>
            <a:ln w="25400">
              <a:solidFill>
                <a:srgbClr val="000000"/>
              </a:solidFill>
              <a:miter lim="800000"/>
              <a:headEnd/>
              <a:tailEnd/>
            </a:ln>
          </p:spPr>
          <p:txBody>
            <a:bodyPr wrap="none"/>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77876" name="Rectangle 51">
              <a:extLst>
                <a:ext uri="{FF2B5EF4-FFF2-40B4-BE49-F238E27FC236}">
                  <a16:creationId xmlns:a16="http://schemas.microsoft.com/office/drawing/2014/main" id="{BA7E4E38-F60F-BBC5-1340-13D0F286DDBB}"/>
                </a:ext>
              </a:extLst>
            </p:cNvPr>
            <p:cNvSpPr>
              <a:spLocks noChangeArrowheads="1"/>
            </p:cNvSpPr>
            <p:nvPr/>
          </p:nvSpPr>
          <p:spPr bwMode="auto">
            <a:xfrm>
              <a:off x="2086" y="2976"/>
              <a:ext cx="135" cy="19"/>
            </a:xfrm>
            <a:prstGeom prst="rect">
              <a:avLst/>
            </a:prstGeom>
            <a:gradFill rotWithShape="0">
              <a:gsLst>
                <a:gs pos="0">
                  <a:srgbClr val="0000FF"/>
                </a:gs>
                <a:gs pos="50000">
                  <a:srgbClr val="38B0FF"/>
                </a:gs>
                <a:gs pos="100000">
                  <a:srgbClr val="0000FF"/>
                </a:gs>
              </a:gsLst>
              <a:lin ang="0" scaled="1"/>
            </a:gra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77877" name="Freeform 52">
              <a:extLst>
                <a:ext uri="{FF2B5EF4-FFF2-40B4-BE49-F238E27FC236}">
                  <a16:creationId xmlns:a16="http://schemas.microsoft.com/office/drawing/2014/main" id="{E58B941E-01AF-8DA1-C668-C22ED3D95B4F}"/>
                </a:ext>
              </a:extLst>
            </p:cNvPr>
            <p:cNvSpPr>
              <a:spLocks noChangeArrowheads="1"/>
            </p:cNvSpPr>
            <p:nvPr/>
          </p:nvSpPr>
          <p:spPr bwMode="auto">
            <a:xfrm>
              <a:off x="2086" y="2862"/>
              <a:ext cx="135" cy="133"/>
            </a:xfrm>
            <a:custGeom>
              <a:avLst/>
              <a:gdLst>
                <a:gd name="T0" fmla="*/ 135 w 135"/>
                <a:gd name="T1" fmla="*/ 0 h 133"/>
                <a:gd name="T2" fmla="*/ 0 w 135"/>
                <a:gd name="T3" fmla="*/ 0 h 133"/>
                <a:gd name="T4" fmla="*/ 0 w 135"/>
                <a:gd name="T5" fmla="*/ 133 h 133"/>
                <a:gd name="T6" fmla="*/ 0 60000 65536"/>
                <a:gd name="T7" fmla="*/ 0 60000 65536"/>
                <a:gd name="T8" fmla="*/ 0 60000 65536"/>
                <a:gd name="T9" fmla="*/ 0 w 135"/>
                <a:gd name="T10" fmla="*/ 0 h 133"/>
                <a:gd name="T11" fmla="*/ 135 w 135"/>
                <a:gd name="T12" fmla="*/ 133 h 133"/>
              </a:gdLst>
              <a:ahLst/>
              <a:cxnLst>
                <a:cxn ang="T6">
                  <a:pos x="T0" y="T1"/>
                </a:cxn>
                <a:cxn ang="T7">
                  <a:pos x="T2" y="T3"/>
                </a:cxn>
                <a:cxn ang="T8">
                  <a:pos x="T4" y="T5"/>
                </a:cxn>
              </a:cxnLst>
              <a:rect l="T9" t="T10" r="T11" b="T12"/>
              <a:pathLst>
                <a:path w="135" h="133">
                  <a:moveTo>
                    <a:pt x="135" y="0"/>
                  </a:moveTo>
                  <a:lnTo>
                    <a:pt x="0" y="0"/>
                  </a:lnTo>
                  <a:lnTo>
                    <a:pt x="0" y="133"/>
                  </a:lnTo>
                  <a:lnTo>
                    <a:pt x="135" y="0"/>
                  </a:lnTo>
                  <a:close/>
                </a:path>
              </a:pathLst>
            </a:custGeom>
            <a:solidFill>
              <a:srgbClr val="00EFEF"/>
            </a:solidFill>
            <a:ln w="25400">
              <a:solidFill>
                <a:srgbClr val="400097"/>
              </a:solidFill>
              <a:round/>
              <a:headEnd/>
              <a:tailEnd/>
            </a:ln>
          </p:spPr>
          <p:txBody>
            <a:bodyPr wrap="none"/>
            <a:lstStyle/>
            <a:p>
              <a:endParaRPr lang="zh-CN" altLang="en-US"/>
            </a:p>
          </p:txBody>
        </p:sp>
        <p:sp>
          <p:nvSpPr>
            <p:cNvPr id="77878" name="Rectangle 53">
              <a:extLst>
                <a:ext uri="{FF2B5EF4-FFF2-40B4-BE49-F238E27FC236}">
                  <a16:creationId xmlns:a16="http://schemas.microsoft.com/office/drawing/2014/main" id="{E3273050-3447-F624-C1B6-E7448DA7356F}"/>
                </a:ext>
              </a:extLst>
            </p:cNvPr>
            <p:cNvSpPr>
              <a:spLocks noChangeArrowheads="1"/>
            </p:cNvSpPr>
            <p:nvPr/>
          </p:nvSpPr>
          <p:spPr bwMode="auto">
            <a:xfrm>
              <a:off x="2103" y="2879"/>
              <a:ext cx="101" cy="99"/>
            </a:xfrm>
            <a:prstGeom prst="rect">
              <a:avLst/>
            </a:prstGeom>
            <a:solidFill>
              <a:srgbClr val="38B0FF"/>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77879" name="Freeform 54">
              <a:extLst>
                <a:ext uri="{FF2B5EF4-FFF2-40B4-BE49-F238E27FC236}">
                  <a16:creationId xmlns:a16="http://schemas.microsoft.com/office/drawing/2014/main" id="{E3E3DF79-3E94-A1A7-5D7E-02D35E881978}"/>
                </a:ext>
              </a:extLst>
            </p:cNvPr>
            <p:cNvSpPr>
              <a:spLocks noChangeArrowheads="1"/>
            </p:cNvSpPr>
            <p:nvPr/>
          </p:nvSpPr>
          <p:spPr bwMode="auto">
            <a:xfrm>
              <a:off x="2087" y="2862"/>
              <a:ext cx="15" cy="131"/>
            </a:xfrm>
            <a:custGeom>
              <a:avLst/>
              <a:gdLst>
                <a:gd name="T0" fmla="*/ 15 w 15"/>
                <a:gd name="T1" fmla="*/ 116 h 131"/>
                <a:gd name="T2" fmla="*/ 15 w 15"/>
                <a:gd name="T3" fmla="*/ 15 h 131"/>
                <a:gd name="T4" fmla="*/ 0 w 15"/>
                <a:gd name="T5" fmla="*/ 0 h 131"/>
                <a:gd name="T6" fmla="*/ 0 w 15"/>
                <a:gd name="T7" fmla="*/ 131 h 131"/>
                <a:gd name="T8" fmla="*/ 0 60000 65536"/>
                <a:gd name="T9" fmla="*/ 0 60000 65536"/>
                <a:gd name="T10" fmla="*/ 0 60000 65536"/>
                <a:gd name="T11" fmla="*/ 0 60000 65536"/>
                <a:gd name="T12" fmla="*/ 0 w 15"/>
                <a:gd name="T13" fmla="*/ 0 h 131"/>
                <a:gd name="T14" fmla="*/ 15 w 15"/>
                <a:gd name="T15" fmla="*/ 131 h 131"/>
              </a:gdLst>
              <a:ahLst/>
              <a:cxnLst>
                <a:cxn ang="T8">
                  <a:pos x="T0" y="T1"/>
                </a:cxn>
                <a:cxn ang="T9">
                  <a:pos x="T2" y="T3"/>
                </a:cxn>
                <a:cxn ang="T10">
                  <a:pos x="T4" y="T5"/>
                </a:cxn>
                <a:cxn ang="T11">
                  <a:pos x="T6" y="T7"/>
                </a:cxn>
              </a:cxnLst>
              <a:rect l="T12" t="T13" r="T14" b="T15"/>
              <a:pathLst>
                <a:path w="15" h="131">
                  <a:moveTo>
                    <a:pt x="15" y="116"/>
                  </a:moveTo>
                  <a:lnTo>
                    <a:pt x="15" y="15"/>
                  </a:lnTo>
                  <a:lnTo>
                    <a:pt x="0" y="0"/>
                  </a:lnTo>
                  <a:lnTo>
                    <a:pt x="0" y="131"/>
                  </a:lnTo>
                  <a:lnTo>
                    <a:pt x="15" y="116"/>
                  </a:lnTo>
                  <a:close/>
                </a:path>
              </a:pathLst>
            </a:custGeom>
            <a:gradFill rotWithShape="0">
              <a:gsLst>
                <a:gs pos="0">
                  <a:srgbClr val="00EFEF"/>
                </a:gs>
                <a:gs pos="50000">
                  <a:srgbClr val="FFFFFF"/>
                </a:gs>
                <a:gs pos="100000">
                  <a:srgbClr val="00EFEF"/>
                </a:gs>
              </a:gsLst>
              <a:lin ang="16200000" scaled="1"/>
            </a:gradFill>
            <a:ln>
              <a:noFill/>
            </a:ln>
            <a:extLst>
              <a:ext uri="{91240B29-F687-4F45-9708-019B960494DF}">
                <a14:hiddenLine xmlns:a14="http://schemas.microsoft.com/office/drawing/2010/main" w="25400">
                  <a:solidFill>
                    <a:srgbClr val="000000"/>
                  </a:solidFill>
                  <a:round/>
                  <a:headEnd/>
                  <a:tailEnd/>
                </a14:hiddenLine>
              </a:ext>
            </a:extLst>
          </p:spPr>
          <p:txBody>
            <a:bodyPr wrap="none"/>
            <a:lstStyle/>
            <a:p>
              <a:endParaRPr lang="zh-CN" altLang="en-US"/>
            </a:p>
          </p:txBody>
        </p:sp>
        <p:sp>
          <p:nvSpPr>
            <p:cNvPr id="77880" name="Freeform 55">
              <a:extLst>
                <a:ext uri="{FF2B5EF4-FFF2-40B4-BE49-F238E27FC236}">
                  <a16:creationId xmlns:a16="http://schemas.microsoft.com/office/drawing/2014/main" id="{7139D1D7-B8FE-065F-99BA-B1271258C65B}"/>
                </a:ext>
              </a:extLst>
            </p:cNvPr>
            <p:cNvSpPr>
              <a:spLocks/>
            </p:cNvSpPr>
            <p:nvPr/>
          </p:nvSpPr>
          <p:spPr bwMode="auto">
            <a:xfrm>
              <a:off x="2103" y="2878"/>
              <a:ext cx="100" cy="100"/>
            </a:xfrm>
            <a:custGeom>
              <a:avLst/>
              <a:gdLst>
                <a:gd name="T0" fmla="*/ 0 w 100"/>
                <a:gd name="T1" fmla="*/ 100 h 100"/>
                <a:gd name="T2" fmla="*/ 0 w 100"/>
                <a:gd name="T3" fmla="*/ 0 h 100"/>
                <a:gd name="T4" fmla="*/ 100 w 100"/>
                <a:gd name="T5" fmla="*/ 0 h 100"/>
                <a:gd name="T6" fmla="*/ 0 60000 65536"/>
                <a:gd name="T7" fmla="*/ 0 60000 65536"/>
                <a:gd name="T8" fmla="*/ 0 60000 65536"/>
                <a:gd name="T9" fmla="*/ 0 w 100"/>
                <a:gd name="T10" fmla="*/ 0 h 100"/>
                <a:gd name="T11" fmla="*/ 100 w 100"/>
                <a:gd name="T12" fmla="*/ 100 h 100"/>
              </a:gdLst>
              <a:ahLst/>
              <a:cxnLst>
                <a:cxn ang="T6">
                  <a:pos x="T0" y="T1"/>
                </a:cxn>
                <a:cxn ang="T7">
                  <a:pos x="T2" y="T3"/>
                </a:cxn>
                <a:cxn ang="T8">
                  <a:pos x="T4" y="T5"/>
                </a:cxn>
              </a:cxnLst>
              <a:rect l="T9" t="T10" r="T11" b="T12"/>
              <a:pathLst>
                <a:path w="100" h="100">
                  <a:moveTo>
                    <a:pt x="0" y="100"/>
                  </a:moveTo>
                  <a:lnTo>
                    <a:pt x="0" y="0"/>
                  </a:lnTo>
                  <a:lnTo>
                    <a:pt x="100" y="0"/>
                  </a:lnTo>
                </a:path>
              </a:pathLst>
            </a:custGeom>
            <a:noFill/>
            <a:ln w="25400">
              <a:solidFill>
                <a:srgbClr val="FFFFFF"/>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77881" name="Freeform 56">
              <a:extLst>
                <a:ext uri="{FF2B5EF4-FFF2-40B4-BE49-F238E27FC236}">
                  <a16:creationId xmlns:a16="http://schemas.microsoft.com/office/drawing/2014/main" id="{B548CE8C-4F0E-4BB4-7755-72CC58E808EB}"/>
                </a:ext>
              </a:extLst>
            </p:cNvPr>
            <p:cNvSpPr>
              <a:spLocks noChangeArrowheads="1"/>
            </p:cNvSpPr>
            <p:nvPr/>
          </p:nvSpPr>
          <p:spPr bwMode="auto">
            <a:xfrm>
              <a:off x="2085" y="2992"/>
              <a:ext cx="136" cy="4"/>
            </a:xfrm>
            <a:custGeom>
              <a:avLst/>
              <a:gdLst>
                <a:gd name="T0" fmla="*/ 136 w 136"/>
                <a:gd name="T1" fmla="*/ 4 h 4"/>
                <a:gd name="T2" fmla="*/ 135 w 136"/>
                <a:gd name="T3" fmla="*/ 0 h 4"/>
                <a:gd name="T4" fmla="*/ 5 w 136"/>
                <a:gd name="T5" fmla="*/ 0 h 4"/>
                <a:gd name="T6" fmla="*/ 0 w 136"/>
                <a:gd name="T7" fmla="*/ 4 h 4"/>
                <a:gd name="T8" fmla="*/ 0 60000 65536"/>
                <a:gd name="T9" fmla="*/ 0 60000 65536"/>
                <a:gd name="T10" fmla="*/ 0 60000 65536"/>
                <a:gd name="T11" fmla="*/ 0 60000 65536"/>
                <a:gd name="T12" fmla="*/ 0 w 136"/>
                <a:gd name="T13" fmla="*/ 0 h 4"/>
                <a:gd name="T14" fmla="*/ 136 w 136"/>
                <a:gd name="T15" fmla="*/ 4 h 4"/>
              </a:gdLst>
              <a:ahLst/>
              <a:cxnLst>
                <a:cxn ang="T8">
                  <a:pos x="T0" y="T1"/>
                </a:cxn>
                <a:cxn ang="T9">
                  <a:pos x="T2" y="T3"/>
                </a:cxn>
                <a:cxn ang="T10">
                  <a:pos x="T4" y="T5"/>
                </a:cxn>
                <a:cxn ang="T11">
                  <a:pos x="T6" y="T7"/>
                </a:cxn>
              </a:cxnLst>
              <a:rect l="T12" t="T13" r="T14" b="T15"/>
              <a:pathLst>
                <a:path w="136" h="4">
                  <a:moveTo>
                    <a:pt x="136" y="4"/>
                  </a:moveTo>
                  <a:lnTo>
                    <a:pt x="135" y="0"/>
                  </a:lnTo>
                  <a:lnTo>
                    <a:pt x="5" y="0"/>
                  </a:lnTo>
                  <a:lnTo>
                    <a:pt x="0" y="4"/>
                  </a:lnTo>
                  <a:lnTo>
                    <a:pt x="136" y="4"/>
                  </a:lnTo>
                  <a:close/>
                </a:path>
              </a:pathLst>
            </a:custGeom>
            <a:solidFill>
              <a:srgbClr val="0000FF"/>
            </a:solidFill>
            <a:ln>
              <a:noFill/>
            </a:ln>
            <a:extLst>
              <a:ext uri="{91240B29-F687-4F45-9708-019B960494DF}">
                <a14:hiddenLine xmlns:a14="http://schemas.microsoft.com/office/drawing/2010/main" w="25400">
                  <a:solidFill>
                    <a:srgbClr val="000000"/>
                  </a:solidFill>
                  <a:round/>
                  <a:headEnd/>
                  <a:tailEnd/>
                </a14:hiddenLine>
              </a:ext>
            </a:extLst>
          </p:spPr>
          <p:txBody>
            <a:bodyPr wrap="none"/>
            <a:lstStyle/>
            <a:p>
              <a:endParaRPr lang="zh-CN" altLang="en-US"/>
            </a:p>
          </p:txBody>
        </p:sp>
        <p:sp>
          <p:nvSpPr>
            <p:cNvPr id="77882" name="Freeform 57">
              <a:extLst>
                <a:ext uri="{FF2B5EF4-FFF2-40B4-BE49-F238E27FC236}">
                  <a16:creationId xmlns:a16="http://schemas.microsoft.com/office/drawing/2014/main" id="{93899458-F384-2769-BBA9-1D2D34BBDA56}"/>
                </a:ext>
              </a:extLst>
            </p:cNvPr>
            <p:cNvSpPr>
              <a:spLocks noChangeArrowheads="1"/>
            </p:cNvSpPr>
            <p:nvPr/>
          </p:nvSpPr>
          <p:spPr bwMode="auto">
            <a:xfrm>
              <a:off x="2203" y="2861"/>
              <a:ext cx="18" cy="134"/>
            </a:xfrm>
            <a:custGeom>
              <a:avLst/>
              <a:gdLst>
                <a:gd name="T0" fmla="*/ 0 w 18"/>
                <a:gd name="T1" fmla="*/ 117 h 134"/>
                <a:gd name="T2" fmla="*/ 0 w 18"/>
                <a:gd name="T3" fmla="*/ 18 h 134"/>
                <a:gd name="T4" fmla="*/ 18 w 18"/>
                <a:gd name="T5" fmla="*/ 0 h 134"/>
                <a:gd name="T6" fmla="*/ 18 w 18"/>
                <a:gd name="T7" fmla="*/ 134 h 134"/>
                <a:gd name="T8" fmla="*/ 0 60000 65536"/>
                <a:gd name="T9" fmla="*/ 0 60000 65536"/>
                <a:gd name="T10" fmla="*/ 0 60000 65536"/>
                <a:gd name="T11" fmla="*/ 0 60000 65536"/>
                <a:gd name="T12" fmla="*/ 0 w 18"/>
                <a:gd name="T13" fmla="*/ 0 h 134"/>
                <a:gd name="T14" fmla="*/ 18 w 18"/>
                <a:gd name="T15" fmla="*/ 134 h 134"/>
              </a:gdLst>
              <a:ahLst/>
              <a:cxnLst>
                <a:cxn ang="T8">
                  <a:pos x="T0" y="T1"/>
                </a:cxn>
                <a:cxn ang="T9">
                  <a:pos x="T2" y="T3"/>
                </a:cxn>
                <a:cxn ang="T10">
                  <a:pos x="T4" y="T5"/>
                </a:cxn>
                <a:cxn ang="T11">
                  <a:pos x="T6" y="T7"/>
                </a:cxn>
              </a:cxnLst>
              <a:rect l="T12" t="T13" r="T14" b="T15"/>
              <a:pathLst>
                <a:path w="18" h="134">
                  <a:moveTo>
                    <a:pt x="0" y="117"/>
                  </a:moveTo>
                  <a:lnTo>
                    <a:pt x="0" y="18"/>
                  </a:lnTo>
                  <a:lnTo>
                    <a:pt x="18" y="0"/>
                  </a:lnTo>
                  <a:lnTo>
                    <a:pt x="18" y="134"/>
                  </a:lnTo>
                  <a:lnTo>
                    <a:pt x="0" y="117"/>
                  </a:lnTo>
                  <a:close/>
                </a:path>
              </a:pathLst>
            </a:custGeom>
            <a:solidFill>
              <a:srgbClr val="0000FF"/>
            </a:solidFill>
            <a:ln>
              <a:noFill/>
            </a:ln>
            <a:extLst>
              <a:ext uri="{91240B29-F687-4F45-9708-019B960494DF}">
                <a14:hiddenLine xmlns:a14="http://schemas.microsoft.com/office/drawing/2010/main" w="25400">
                  <a:solidFill>
                    <a:srgbClr val="000000"/>
                  </a:solidFill>
                  <a:round/>
                  <a:headEnd/>
                  <a:tailEnd/>
                </a14:hiddenLine>
              </a:ext>
            </a:extLst>
          </p:spPr>
          <p:txBody>
            <a:bodyPr wrap="none"/>
            <a:lstStyle/>
            <a:p>
              <a:endParaRPr lang="zh-CN" altLang="en-US"/>
            </a:p>
          </p:txBody>
        </p:sp>
        <p:sp>
          <p:nvSpPr>
            <p:cNvPr id="77883" name="Line 58">
              <a:extLst>
                <a:ext uri="{FF2B5EF4-FFF2-40B4-BE49-F238E27FC236}">
                  <a16:creationId xmlns:a16="http://schemas.microsoft.com/office/drawing/2014/main" id="{0E490A16-2D32-E4F6-C23E-BD31436126A5}"/>
                </a:ext>
              </a:extLst>
            </p:cNvPr>
            <p:cNvSpPr>
              <a:spLocks noChangeShapeType="1"/>
            </p:cNvSpPr>
            <p:nvPr/>
          </p:nvSpPr>
          <p:spPr bwMode="auto">
            <a:xfrm>
              <a:off x="2103" y="2978"/>
              <a:ext cx="101" cy="0"/>
            </a:xfrm>
            <a:prstGeom prst="line">
              <a:avLst/>
            </a:prstGeom>
            <a:noFill/>
            <a:ln w="25400">
              <a:solidFill>
                <a:srgbClr val="00EFE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7884" name="Freeform 59">
              <a:extLst>
                <a:ext uri="{FF2B5EF4-FFF2-40B4-BE49-F238E27FC236}">
                  <a16:creationId xmlns:a16="http://schemas.microsoft.com/office/drawing/2014/main" id="{1382F0B9-1EBF-D2B0-D055-42C2559E7BC3}"/>
                </a:ext>
              </a:extLst>
            </p:cNvPr>
            <p:cNvSpPr>
              <a:spLocks noChangeArrowheads="1"/>
            </p:cNvSpPr>
            <p:nvPr/>
          </p:nvSpPr>
          <p:spPr bwMode="auto">
            <a:xfrm>
              <a:off x="2202" y="2878"/>
              <a:ext cx="1" cy="100"/>
            </a:xfrm>
            <a:custGeom>
              <a:avLst/>
              <a:gdLst>
                <a:gd name="T0" fmla="*/ 0 w 1"/>
                <a:gd name="T1" fmla="*/ 0 h 100"/>
                <a:gd name="T2" fmla="*/ 0 w 1"/>
                <a:gd name="T3" fmla="*/ 0 h 100"/>
                <a:gd name="T4" fmla="*/ 1 w 1"/>
                <a:gd name="T5" fmla="*/ 0 h 100"/>
                <a:gd name="T6" fmla="*/ 1 w 1"/>
                <a:gd name="T7" fmla="*/ 100 h 100"/>
                <a:gd name="T8" fmla="*/ 0 w 1"/>
                <a:gd name="T9" fmla="*/ 98 h 100"/>
                <a:gd name="T10" fmla="*/ 0 60000 65536"/>
                <a:gd name="T11" fmla="*/ 0 60000 65536"/>
                <a:gd name="T12" fmla="*/ 0 60000 65536"/>
                <a:gd name="T13" fmla="*/ 0 60000 65536"/>
                <a:gd name="T14" fmla="*/ 0 60000 65536"/>
                <a:gd name="T15" fmla="*/ 0 w 1"/>
                <a:gd name="T16" fmla="*/ 0 h 100"/>
                <a:gd name="T17" fmla="*/ 1 w 1"/>
                <a:gd name="T18" fmla="*/ 100 h 100"/>
              </a:gdLst>
              <a:ahLst/>
              <a:cxnLst>
                <a:cxn ang="T10">
                  <a:pos x="T0" y="T1"/>
                </a:cxn>
                <a:cxn ang="T11">
                  <a:pos x="T2" y="T3"/>
                </a:cxn>
                <a:cxn ang="T12">
                  <a:pos x="T4" y="T5"/>
                </a:cxn>
                <a:cxn ang="T13">
                  <a:pos x="T6" y="T7"/>
                </a:cxn>
                <a:cxn ang="T14">
                  <a:pos x="T8" y="T9"/>
                </a:cxn>
              </a:cxnLst>
              <a:rect l="T15" t="T16" r="T17" b="T18"/>
              <a:pathLst>
                <a:path w="1" h="100">
                  <a:moveTo>
                    <a:pt x="0" y="0"/>
                  </a:moveTo>
                  <a:cubicBezTo>
                    <a:pt x="0" y="0"/>
                    <a:pt x="0" y="0"/>
                    <a:pt x="0" y="0"/>
                  </a:cubicBezTo>
                  <a:cubicBezTo>
                    <a:pt x="1" y="0"/>
                    <a:pt x="1" y="0"/>
                    <a:pt x="1" y="0"/>
                  </a:cubicBezTo>
                  <a:cubicBezTo>
                    <a:pt x="1" y="100"/>
                    <a:pt x="1" y="100"/>
                    <a:pt x="1" y="100"/>
                  </a:cubicBezTo>
                  <a:cubicBezTo>
                    <a:pt x="0" y="98"/>
                    <a:pt x="0" y="98"/>
                    <a:pt x="0" y="98"/>
                  </a:cubicBezTo>
                  <a:lnTo>
                    <a:pt x="0" y="0"/>
                  </a:lnTo>
                  <a:close/>
                </a:path>
              </a:pathLst>
            </a:custGeom>
            <a:solidFill>
              <a:srgbClr val="00DCE4"/>
            </a:solidFill>
            <a:ln>
              <a:noFill/>
            </a:ln>
            <a:extLst>
              <a:ext uri="{91240B29-F687-4F45-9708-019B960494DF}">
                <a14:hiddenLine xmlns:a14="http://schemas.microsoft.com/office/drawing/2010/main" w="25400">
                  <a:solidFill>
                    <a:srgbClr val="000000"/>
                  </a:solidFill>
                  <a:round/>
                  <a:headEnd/>
                  <a:tailEnd/>
                </a14:hiddenLine>
              </a:ext>
            </a:extLst>
          </p:spPr>
          <p:txBody>
            <a:bodyPr wrap="none"/>
            <a:lstStyle/>
            <a:p>
              <a:endParaRPr lang="zh-CN" altLang="en-US"/>
            </a:p>
          </p:txBody>
        </p:sp>
        <p:sp>
          <p:nvSpPr>
            <p:cNvPr id="77885" name="Freeform 60">
              <a:extLst>
                <a:ext uri="{FF2B5EF4-FFF2-40B4-BE49-F238E27FC236}">
                  <a16:creationId xmlns:a16="http://schemas.microsoft.com/office/drawing/2014/main" id="{08164EB3-0A95-0E1D-614B-5366BE21EA2E}"/>
                </a:ext>
              </a:extLst>
            </p:cNvPr>
            <p:cNvSpPr>
              <a:spLocks noChangeArrowheads="1"/>
            </p:cNvSpPr>
            <p:nvPr/>
          </p:nvSpPr>
          <p:spPr bwMode="auto">
            <a:xfrm>
              <a:off x="2204" y="2863"/>
              <a:ext cx="16" cy="30"/>
            </a:xfrm>
            <a:custGeom>
              <a:avLst/>
              <a:gdLst>
                <a:gd name="T0" fmla="*/ 0 w 16"/>
                <a:gd name="T1" fmla="*/ 17 h 30"/>
                <a:gd name="T2" fmla="*/ 0 w 16"/>
                <a:gd name="T3" fmla="*/ 17 h 30"/>
                <a:gd name="T4" fmla="*/ 0 w 16"/>
                <a:gd name="T5" fmla="*/ 27 h 30"/>
                <a:gd name="T6" fmla="*/ 12 w 16"/>
                <a:gd name="T7" fmla="*/ 12 h 30"/>
                <a:gd name="T8" fmla="*/ 16 w 16"/>
                <a:gd name="T9" fmla="*/ 30 h 30"/>
                <a:gd name="T10" fmla="*/ 16 w 16"/>
                <a:gd name="T11" fmla="*/ 0 h 30"/>
                <a:gd name="T12" fmla="*/ 0 60000 65536"/>
                <a:gd name="T13" fmla="*/ 0 60000 65536"/>
                <a:gd name="T14" fmla="*/ 0 60000 65536"/>
                <a:gd name="T15" fmla="*/ 0 60000 65536"/>
                <a:gd name="T16" fmla="*/ 0 60000 65536"/>
                <a:gd name="T17" fmla="*/ 0 60000 65536"/>
                <a:gd name="T18" fmla="*/ 0 w 16"/>
                <a:gd name="T19" fmla="*/ 0 h 30"/>
                <a:gd name="T20" fmla="*/ 16 w 16"/>
                <a:gd name="T21" fmla="*/ 30 h 30"/>
              </a:gdLst>
              <a:ahLst/>
              <a:cxnLst>
                <a:cxn ang="T12">
                  <a:pos x="T0" y="T1"/>
                </a:cxn>
                <a:cxn ang="T13">
                  <a:pos x="T2" y="T3"/>
                </a:cxn>
                <a:cxn ang="T14">
                  <a:pos x="T4" y="T5"/>
                </a:cxn>
                <a:cxn ang="T15">
                  <a:pos x="T6" y="T7"/>
                </a:cxn>
                <a:cxn ang="T16">
                  <a:pos x="T8" y="T9"/>
                </a:cxn>
                <a:cxn ang="T17">
                  <a:pos x="T10" y="T11"/>
                </a:cxn>
              </a:cxnLst>
              <a:rect l="T18" t="T19" r="T20" b="T21"/>
              <a:pathLst>
                <a:path w="16" h="30">
                  <a:moveTo>
                    <a:pt x="0" y="17"/>
                  </a:moveTo>
                  <a:cubicBezTo>
                    <a:pt x="0" y="17"/>
                    <a:pt x="0" y="17"/>
                    <a:pt x="0" y="17"/>
                  </a:cubicBezTo>
                  <a:cubicBezTo>
                    <a:pt x="0" y="17"/>
                    <a:pt x="0" y="28"/>
                    <a:pt x="0" y="27"/>
                  </a:cubicBezTo>
                  <a:cubicBezTo>
                    <a:pt x="5" y="14"/>
                    <a:pt x="12" y="12"/>
                    <a:pt x="12" y="12"/>
                  </a:cubicBezTo>
                  <a:cubicBezTo>
                    <a:pt x="13" y="13"/>
                    <a:pt x="16" y="30"/>
                    <a:pt x="16" y="30"/>
                  </a:cubicBezTo>
                  <a:cubicBezTo>
                    <a:pt x="16" y="0"/>
                    <a:pt x="16" y="0"/>
                    <a:pt x="16" y="0"/>
                  </a:cubicBezTo>
                  <a:lnTo>
                    <a:pt x="0" y="17"/>
                  </a:lnTo>
                  <a:close/>
                </a:path>
              </a:pathLst>
            </a:custGeom>
            <a:solidFill>
              <a:srgbClr val="280078"/>
            </a:solidFill>
            <a:ln>
              <a:noFill/>
            </a:ln>
            <a:extLst>
              <a:ext uri="{91240B29-F687-4F45-9708-019B960494DF}">
                <a14:hiddenLine xmlns:a14="http://schemas.microsoft.com/office/drawing/2010/main" w="25400">
                  <a:solidFill>
                    <a:srgbClr val="000000"/>
                  </a:solidFill>
                  <a:round/>
                  <a:headEnd/>
                  <a:tailEnd/>
                </a14:hiddenLine>
              </a:ext>
            </a:extLst>
          </p:spPr>
          <p:txBody>
            <a:bodyPr wrap="none"/>
            <a:lstStyle/>
            <a:p>
              <a:endParaRPr lang="zh-CN" altLang="en-US"/>
            </a:p>
          </p:txBody>
        </p:sp>
        <p:sp>
          <p:nvSpPr>
            <p:cNvPr id="77886" name="Freeform 61">
              <a:extLst>
                <a:ext uri="{FF2B5EF4-FFF2-40B4-BE49-F238E27FC236}">
                  <a16:creationId xmlns:a16="http://schemas.microsoft.com/office/drawing/2014/main" id="{6C368E5E-035E-D031-7943-89E70178D443}"/>
                </a:ext>
              </a:extLst>
            </p:cNvPr>
            <p:cNvSpPr>
              <a:spLocks noChangeArrowheads="1"/>
            </p:cNvSpPr>
            <p:nvPr/>
          </p:nvSpPr>
          <p:spPr bwMode="auto">
            <a:xfrm>
              <a:off x="2204" y="2946"/>
              <a:ext cx="16" cy="46"/>
            </a:xfrm>
            <a:custGeom>
              <a:avLst/>
              <a:gdLst>
                <a:gd name="T0" fmla="*/ 16 w 16"/>
                <a:gd name="T1" fmla="*/ 46 h 46"/>
                <a:gd name="T2" fmla="*/ 16 w 16"/>
                <a:gd name="T3" fmla="*/ 46 h 46"/>
                <a:gd name="T4" fmla="*/ 16 w 16"/>
                <a:gd name="T5" fmla="*/ 0 h 46"/>
                <a:gd name="T6" fmla="*/ 12 w 16"/>
                <a:gd name="T7" fmla="*/ 34 h 46"/>
                <a:gd name="T8" fmla="*/ 5 w 16"/>
                <a:gd name="T9" fmla="*/ 30 h 46"/>
                <a:gd name="T10" fmla="*/ 1 w 16"/>
                <a:gd name="T11" fmla="*/ 22 h 46"/>
                <a:gd name="T12" fmla="*/ 0 w 16"/>
                <a:gd name="T13" fmla="*/ 31 h 46"/>
                <a:gd name="T14" fmla="*/ 0 60000 65536"/>
                <a:gd name="T15" fmla="*/ 0 60000 65536"/>
                <a:gd name="T16" fmla="*/ 0 60000 65536"/>
                <a:gd name="T17" fmla="*/ 0 60000 65536"/>
                <a:gd name="T18" fmla="*/ 0 60000 65536"/>
                <a:gd name="T19" fmla="*/ 0 60000 65536"/>
                <a:gd name="T20" fmla="*/ 0 60000 65536"/>
                <a:gd name="T21" fmla="*/ 0 w 16"/>
                <a:gd name="T22" fmla="*/ 0 h 46"/>
                <a:gd name="T23" fmla="*/ 16 w 16"/>
                <a:gd name="T24" fmla="*/ 46 h 4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 h="46">
                  <a:moveTo>
                    <a:pt x="16" y="46"/>
                  </a:moveTo>
                  <a:cubicBezTo>
                    <a:pt x="16" y="46"/>
                    <a:pt x="16" y="46"/>
                    <a:pt x="16" y="46"/>
                  </a:cubicBezTo>
                  <a:cubicBezTo>
                    <a:pt x="16" y="0"/>
                    <a:pt x="16" y="0"/>
                    <a:pt x="16" y="0"/>
                  </a:cubicBezTo>
                  <a:cubicBezTo>
                    <a:pt x="16" y="0"/>
                    <a:pt x="15" y="25"/>
                    <a:pt x="12" y="34"/>
                  </a:cubicBezTo>
                  <a:cubicBezTo>
                    <a:pt x="10" y="36"/>
                    <a:pt x="5" y="34"/>
                    <a:pt x="5" y="30"/>
                  </a:cubicBezTo>
                  <a:cubicBezTo>
                    <a:pt x="1" y="22"/>
                    <a:pt x="1" y="22"/>
                    <a:pt x="1" y="22"/>
                  </a:cubicBezTo>
                  <a:cubicBezTo>
                    <a:pt x="0" y="31"/>
                    <a:pt x="0" y="31"/>
                    <a:pt x="0" y="31"/>
                  </a:cubicBezTo>
                  <a:lnTo>
                    <a:pt x="16" y="46"/>
                  </a:lnTo>
                  <a:close/>
                </a:path>
              </a:pathLst>
            </a:custGeom>
            <a:solidFill>
              <a:srgbClr val="280078"/>
            </a:solidFill>
            <a:ln>
              <a:noFill/>
            </a:ln>
            <a:extLst>
              <a:ext uri="{91240B29-F687-4F45-9708-019B960494DF}">
                <a14:hiddenLine xmlns:a14="http://schemas.microsoft.com/office/drawing/2010/main" w="25400">
                  <a:solidFill>
                    <a:srgbClr val="000000"/>
                  </a:solidFill>
                  <a:round/>
                  <a:headEnd/>
                  <a:tailEnd/>
                </a14:hiddenLine>
              </a:ext>
            </a:extLst>
          </p:spPr>
          <p:txBody>
            <a:bodyPr wrap="none"/>
            <a:lstStyle/>
            <a:p>
              <a:endParaRPr lang="zh-CN" altLang="en-US"/>
            </a:p>
          </p:txBody>
        </p:sp>
        <p:sp>
          <p:nvSpPr>
            <p:cNvPr id="77887" name="Rectangle 62">
              <a:extLst>
                <a:ext uri="{FF2B5EF4-FFF2-40B4-BE49-F238E27FC236}">
                  <a16:creationId xmlns:a16="http://schemas.microsoft.com/office/drawing/2014/main" id="{802CB959-E70C-5364-619A-C55EA39A3966}"/>
                </a:ext>
              </a:extLst>
            </p:cNvPr>
            <p:cNvSpPr>
              <a:spLocks noChangeArrowheads="1"/>
            </p:cNvSpPr>
            <p:nvPr/>
          </p:nvSpPr>
          <p:spPr bwMode="auto">
            <a:xfrm>
              <a:off x="2754" y="2521"/>
              <a:ext cx="136" cy="130"/>
            </a:xfrm>
            <a:prstGeom prst="rect">
              <a:avLst/>
            </a:prstGeom>
            <a:solidFill>
              <a:srgbClr val="000000"/>
            </a:solidFill>
            <a:ln w="25400">
              <a:solidFill>
                <a:srgbClr val="000000"/>
              </a:solidFill>
              <a:miter lim="800000"/>
              <a:headEnd/>
              <a:tailEnd/>
            </a:ln>
          </p:spPr>
          <p:txBody>
            <a:bodyPr wrap="none"/>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77888" name="Rectangle 63">
              <a:extLst>
                <a:ext uri="{FF2B5EF4-FFF2-40B4-BE49-F238E27FC236}">
                  <a16:creationId xmlns:a16="http://schemas.microsoft.com/office/drawing/2014/main" id="{37C89A6F-3B4A-089D-6438-E6EC76822866}"/>
                </a:ext>
              </a:extLst>
            </p:cNvPr>
            <p:cNvSpPr>
              <a:spLocks noChangeArrowheads="1"/>
            </p:cNvSpPr>
            <p:nvPr/>
          </p:nvSpPr>
          <p:spPr bwMode="auto">
            <a:xfrm>
              <a:off x="2742" y="2619"/>
              <a:ext cx="135" cy="20"/>
            </a:xfrm>
            <a:prstGeom prst="rect">
              <a:avLst/>
            </a:prstGeom>
            <a:gradFill rotWithShape="0">
              <a:gsLst>
                <a:gs pos="0">
                  <a:srgbClr val="0000FF"/>
                </a:gs>
                <a:gs pos="50000">
                  <a:srgbClr val="38B0FF"/>
                </a:gs>
                <a:gs pos="100000">
                  <a:srgbClr val="0000FF"/>
                </a:gs>
              </a:gsLst>
              <a:lin ang="0" scaled="1"/>
            </a:gra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77889" name="Freeform 64">
              <a:extLst>
                <a:ext uri="{FF2B5EF4-FFF2-40B4-BE49-F238E27FC236}">
                  <a16:creationId xmlns:a16="http://schemas.microsoft.com/office/drawing/2014/main" id="{77A15263-1AEB-122F-0D73-429CF7C521C8}"/>
                </a:ext>
              </a:extLst>
            </p:cNvPr>
            <p:cNvSpPr>
              <a:spLocks noChangeArrowheads="1"/>
            </p:cNvSpPr>
            <p:nvPr/>
          </p:nvSpPr>
          <p:spPr bwMode="auto">
            <a:xfrm>
              <a:off x="2742" y="2506"/>
              <a:ext cx="135" cy="133"/>
            </a:xfrm>
            <a:custGeom>
              <a:avLst/>
              <a:gdLst>
                <a:gd name="T0" fmla="*/ 135 w 135"/>
                <a:gd name="T1" fmla="*/ 0 h 133"/>
                <a:gd name="T2" fmla="*/ 0 w 135"/>
                <a:gd name="T3" fmla="*/ 0 h 133"/>
                <a:gd name="T4" fmla="*/ 0 w 135"/>
                <a:gd name="T5" fmla="*/ 133 h 133"/>
                <a:gd name="T6" fmla="*/ 0 60000 65536"/>
                <a:gd name="T7" fmla="*/ 0 60000 65536"/>
                <a:gd name="T8" fmla="*/ 0 60000 65536"/>
                <a:gd name="T9" fmla="*/ 0 w 135"/>
                <a:gd name="T10" fmla="*/ 0 h 133"/>
                <a:gd name="T11" fmla="*/ 135 w 135"/>
                <a:gd name="T12" fmla="*/ 133 h 133"/>
              </a:gdLst>
              <a:ahLst/>
              <a:cxnLst>
                <a:cxn ang="T6">
                  <a:pos x="T0" y="T1"/>
                </a:cxn>
                <a:cxn ang="T7">
                  <a:pos x="T2" y="T3"/>
                </a:cxn>
                <a:cxn ang="T8">
                  <a:pos x="T4" y="T5"/>
                </a:cxn>
              </a:cxnLst>
              <a:rect l="T9" t="T10" r="T11" b="T12"/>
              <a:pathLst>
                <a:path w="135" h="133">
                  <a:moveTo>
                    <a:pt x="135" y="0"/>
                  </a:moveTo>
                  <a:lnTo>
                    <a:pt x="0" y="0"/>
                  </a:lnTo>
                  <a:lnTo>
                    <a:pt x="0" y="133"/>
                  </a:lnTo>
                  <a:lnTo>
                    <a:pt x="135" y="0"/>
                  </a:lnTo>
                  <a:close/>
                </a:path>
              </a:pathLst>
            </a:custGeom>
            <a:solidFill>
              <a:srgbClr val="00EFEF"/>
            </a:solidFill>
            <a:ln w="25400">
              <a:solidFill>
                <a:srgbClr val="400097"/>
              </a:solidFill>
              <a:round/>
              <a:headEnd/>
              <a:tailEnd/>
            </a:ln>
          </p:spPr>
          <p:txBody>
            <a:bodyPr wrap="none"/>
            <a:lstStyle/>
            <a:p>
              <a:endParaRPr lang="zh-CN" altLang="en-US"/>
            </a:p>
          </p:txBody>
        </p:sp>
        <p:sp>
          <p:nvSpPr>
            <p:cNvPr id="77890" name="Rectangle 65">
              <a:extLst>
                <a:ext uri="{FF2B5EF4-FFF2-40B4-BE49-F238E27FC236}">
                  <a16:creationId xmlns:a16="http://schemas.microsoft.com/office/drawing/2014/main" id="{E45F58B8-5165-A5FE-03A1-7BB3A924CF47}"/>
                </a:ext>
              </a:extLst>
            </p:cNvPr>
            <p:cNvSpPr>
              <a:spLocks noChangeArrowheads="1"/>
            </p:cNvSpPr>
            <p:nvPr/>
          </p:nvSpPr>
          <p:spPr bwMode="auto">
            <a:xfrm>
              <a:off x="2759" y="2522"/>
              <a:ext cx="101" cy="99"/>
            </a:xfrm>
            <a:prstGeom prst="rect">
              <a:avLst/>
            </a:prstGeom>
            <a:solidFill>
              <a:srgbClr val="38B0FF"/>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77891" name="Freeform 66">
              <a:extLst>
                <a:ext uri="{FF2B5EF4-FFF2-40B4-BE49-F238E27FC236}">
                  <a16:creationId xmlns:a16="http://schemas.microsoft.com/office/drawing/2014/main" id="{23EE60CA-737B-3221-1662-A610AD43133C}"/>
                </a:ext>
              </a:extLst>
            </p:cNvPr>
            <p:cNvSpPr>
              <a:spLocks noChangeArrowheads="1"/>
            </p:cNvSpPr>
            <p:nvPr/>
          </p:nvSpPr>
          <p:spPr bwMode="auto">
            <a:xfrm>
              <a:off x="2743" y="2506"/>
              <a:ext cx="15" cy="131"/>
            </a:xfrm>
            <a:custGeom>
              <a:avLst/>
              <a:gdLst>
                <a:gd name="T0" fmla="*/ 15 w 15"/>
                <a:gd name="T1" fmla="*/ 115 h 131"/>
                <a:gd name="T2" fmla="*/ 15 w 15"/>
                <a:gd name="T3" fmla="*/ 14 h 131"/>
                <a:gd name="T4" fmla="*/ 0 w 15"/>
                <a:gd name="T5" fmla="*/ 0 h 131"/>
                <a:gd name="T6" fmla="*/ 0 w 15"/>
                <a:gd name="T7" fmla="*/ 131 h 131"/>
                <a:gd name="T8" fmla="*/ 0 60000 65536"/>
                <a:gd name="T9" fmla="*/ 0 60000 65536"/>
                <a:gd name="T10" fmla="*/ 0 60000 65536"/>
                <a:gd name="T11" fmla="*/ 0 60000 65536"/>
                <a:gd name="T12" fmla="*/ 0 w 15"/>
                <a:gd name="T13" fmla="*/ 0 h 131"/>
                <a:gd name="T14" fmla="*/ 15 w 15"/>
                <a:gd name="T15" fmla="*/ 131 h 131"/>
              </a:gdLst>
              <a:ahLst/>
              <a:cxnLst>
                <a:cxn ang="T8">
                  <a:pos x="T0" y="T1"/>
                </a:cxn>
                <a:cxn ang="T9">
                  <a:pos x="T2" y="T3"/>
                </a:cxn>
                <a:cxn ang="T10">
                  <a:pos x="T4" y="T5"/>
                </a:cxn>
                <a:cxn ang="T11">
                  <a:pos x="T6" y="T7"/>
                </a:cxn>
              </a:cxnLst>
              <a:rect l="T12" t="T13" r="T14" b="T15"/>
              <a:pathLst>
                <a:path w="15" h="131">
                  <a:moveTo>
                    <a:pt x="15" y="115"/>
                  </a:moveTo>
                  <a:lnTo>
                    <a:pt x="15" y="14"/>
                  </a:lnTo>
                  <a:lnTo>
                    <a:pt x="0" y="0"/>
                  </a:lnTo>
                  <a:lnTo>
                    <a:pt x="0" y="131"/>
                  </a:lnTo>
                  <a:lnTo>
                    <a:pt x="15" y="115"/>
                  </a:lnTo>
                  <a:close/>
                </a:path>
              </a:pathLst>
            </a:custGeom>
            <a:gradFill rotWithShape="0">
              <a:gsLst>
                <a:gs pos="0">
                  <a:srgbClr val="00EFEF"/>
                </a:gs>
                <a:gs pos="50000">
                  <a:srgbClr val="FFFFFF"/>
                </a:gs>
                <a:gs pos="100000">
                  <a:srgbClr val="00EFEF"/>
                </a:gs>
              </a:gsLst>
              <a:lin ang="16200000" scaled="1"/>
            </a:gradFill>
            <a:ln>
              <a:noFill/>
            </a:ln>
            <a:extLst>
              <a:ext uri="{91240B29-F687-4F45-9708-019B960494DF}">
                <a14:hiddenLine xmlns:a14="http://schemas.microsoft.com/office/drawing/2010/main" w="25400">
                  <a:solidFill>
                    <a:srgbClr val="000000"/>
                  </a:solidFill>
                  <a:round/>
                  <a:headEnd/>
                  <a:tailEnd/>
                </a14:hiddenLine>
              </a:ext>
            </a:extLst>
          </p:spPr>
          <p:txBody>
            <a:bodyPr wrap="none"/>
            <a:lstStyle/>
            <a:p>
              <a:endParaRPr lang="zh-CN" altLang="en-US"/>
            </a:p>
          </p:txBody>
        </p:sp>
        <p:sp>
          <p:nvSpPr>
            <p:cNvPr id="77892" name="Freeform 67">
              <a:extLst>
                <a:ext uri="{FF2B5EF4-FFF2-40B4-BE49-F238E27FC236}">
                  <a16:creationId xmlns:a16="http://schemas.microsoft.com/office/drawing/2014/main" id="{721D099E-9E45-CA8B-A0CE-744461ED8BDE}"/>
                </a:ext>
              </a:extLst>
            </p:cNvPr>
            <p:cNvSpPr>
              <a:spLocks/>
            </p:cNvSpPr>
            <p:nvPr/>
          </p:nvSpPr>
          <p:spPr bwMode="auto">
            <a:xfrm>
              <a:off x="2759" y="2522"/>
              <a:ext cx="100" cy="99"/>
            </a:xfrm>
            <a:custGeom>
              <a:avLst/>
              <a:gdLst>
                <a:gd name="T0" fmla="*/ 0 w 100"/>
                <a:gd name="T1" fmla="*/ 99 h 99"/>
                <a:gd name="T2" fmla="*/ 0 w 100"/>
                <a:gd name="T3" fmla="*/ 0 h 99"/>
                <a:gd name="T4" fmla="*/ 100 w 100"/>
                <a:gd name="T5" fmla="*/ 0 h 99"/>
                <a:gd name="T6" fmla="*/ 0 60000 65536"/>
                <a:gd name="T7" fmla="*/ 0 60000 65536"/>
                <a:gd name="T8" fmla="*/ 0 60000 65536"/>
                <a:gd name="T9" fmla="*/ 0 w 100"/>
                <a:gd name="T10" fmla="*/ 0 h 99"/>
                <a:gd name="T11" fmla="*/ 100 w 100"/>
                <a:gd name="T12" fmla="*/ 99 h 99"/>
              </a:gdLst>
              <a:ahLst/>
              <a:cxnLst>
                <a:cxn ang="T6">
                  <a:pos x="T0" y="T1"/>
                </a:cxn>
                <a:cxn ang="T7">
                  <a:pos x="T2" y="T3"/>
                </a:cxn>
                <a:cxn ang="T8">
                  <a:pos x="T4" y="T5"/>
                </a:cxn>
              </a:cxnLst>
              <a:rect l="T9" t="T10" r="T11" b="T12"/>
              <a:pathLst>
                <a:path w="100" h="99">
                  <a:moveTo>
                    <a:pt x="0" y="99"/>
                  </a:moveTo>
                  <a:lnTo>
                    <a:pt x="0" y="0"/>
                  </a:lnTo>
                  <a:lnTo>
                    <a:pt x="100" y="0"/>
                  </a:lnTo>
                </a:path>
              </a:pathLst>
            </a:custGeom>
            <a:noFill/>
            <a:ln w="25400">
              <a:solidFill>
                <a:srgbClr val="FFFFFF"/>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77893" name="Freeform 68">
              <a:extLst>
                <a:ext uri="{FF2B5EF4-FFF2-40B4-BE49-F238E27FC236}">
                  <a16:creationId xmlns:a16="http://schemas.microsoft.com/office/drawing/2014/main" id="{67A5AEA2-3CCB-D09F-AF78-89133E95BA62}"/>
                </a:ext>
              </a:extLst>
            </p:cNvPr>
            <p:cNvSpPr>
              <a:spLocks noChangeArrowheads="1"/>
            </p:cNvSpPr>
            <p:nvPr/>
          </p:nvSpPr>
          <p:spPr bwMode="auto">
            <a:xfrm>
              <a:off x="2859" y="2504"/>
              <a:ext cx="18" cy="135"/>
            </a:xfrm>
            <a:custGeom>
              <a:avLst/>
              <a:gdLst>
                <a:gd name="T0" fmla="*/ 0 w 18"/>
                <a:gd name="T1" fmla="*/ 117 h 135"/>
                <a:gd name="T2" fmla="*/ 0 w 18"/>
                <a:gd name="T3" fmla="*/ 18 h 135"/>
                <a:gd name="T4" fmla="*/ 18 w 18"/>
                <a:gd name="T5" fmla="*/ 0 h 135"/>
                <a:gd name="T6" fmla="*/ 18 w 18"/>
                <a:gd name="T7" fmla="*/ 135 h 135"/>
                <a:gd name="T8" fmla="*/ 0 60000 65536"/>
                <a:gd name="T9" fmla="*/ 0 60000 65536"/>
                <a:gd name="T10" fmla="*/ 0 60000 65536"/>
                <a:gd name="T11" fmla="*/ 0 60000 65536"/>
                <a:gd name="T12" fmla="*/ 0 w 18"/>
                <a:gd name="T13" fmla="*/ 0 h 135"/>
                <a:gd name="T14" fmla="*/ 18 w 18"/>
                <a:gd name="T15" fmla="*/ 135 h 135"/>
              </a:gdLst>
              <a:ahLst/>
              <a:cxnLst>
                <a:cxn ang="T8">
                  <a:pos x="T0" y="T1"/>
                </a:cxn>
                <a:cxn ang="T9">
                  <a:pos x="T2" y="T3"/>
                </a:cxn>
                <a:cxn ang="T10">
                  <a:pos x="T4" y="T5"/>
                </a:cxn>
                <a:cxn ang="T11">
                  <a:pos x="T6" y="T7"/>
                </a:cxn>
              </a:cxnLst>
              <a:rect l="T12" t="T13" r="T14" b="T15"/>
              <a:pathLst>
                <a:path w="18" h="135">
                  <a:moveTo>
                    <a:pt x="0" y="117"/>
                  </a:moveTo>
                  <a:lnTo>
                    <a:pt x="0" y="18"/>
                  </a:lnTo>
                  <a:lnTo>
                    <a:pt x="18" y="0"/>
                  </a:lnTo>
                  <a:lnTo>
                    <a:pt x="18" y="135"/>
                  </a:lnTo>
                  <a:lnTo>
                    <a:pt x="0" y="117"/>
                  </a:lnTo>
                  <a:close/>
                </a:path>
              </a:pathLst>
            </a:custGeom>
            <a:solidFill>
              <a:srgbClr val="0000FF"/>
            </a:solidFill>
            <a:ln>
              <a:noFill/>
            </a:ln>
            <a:extLst>
              <a:ext uri="{91240B29-F687-4F45-9708-019B960494DF}">
                <a14:hiddenLine xmlns:a14="http://schemas.microsoft.com/office/drawing/2010/main" w="25400">
                  <a:solidFill>
                    <a:srgbClr val="000000"/>
                  </a:solidFill>
                  <a:round/>
                  <a:headEnd/>
                  <a:tailEnd/>
                </a14:hiddenLine>
              </a:ext>
            </a:extLst>
          </p:spPr>
          <p:txBody>
            <a:bodyPr wrap="none"/>
            <a:lstStyle/>
            <a:p>
              <a:endParaRPr lang="zh-CN" altLang="en-US"/>
            </a:p>
          </p:txBody>
        </p:sp>
        <p:sp>
          <p:nvSpPr>
            <p:cNvPr id="77894" name="Line 69">
              <a:extLst>
                <a:ext uri="{FF2B5EF4-FFF2-40B4-BE49-F238E27FC236}">
                  <a16:creationId xmlns:a16="http://schemas.microsoft.com/office/drawing/2014/main" id="{F31963AF-A430-D0B5-7A4C-2EFFD087E5CD}"/>
                </a:ext>
              </a:extLst>
            </p:cNvPr>
            <p:cNvSpPr>
              <a:spLocks noChangeShapeType="1"/>
            </p:cNvSpPr>
            <p:nvPr/>
          </p:nvSpPr>
          <p:spPr bwMode="auto">
            <a:xfrm>
              <a:off x="2759" y="2621"/>
              <a:ext cx="101" cy="0"/>
            </a:xfrm>
            <a:prstGeom prst="line">
              <a:avLst/>
            </a:prstGeom>
            <a:noFill/>
            <a:ln w="25400">
              <a:solidFill>
                <a:srgbClr val="00EFEF"/>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7895" name="Freeform 70">
              <a:extLst>
                <a:ext uri="{FF2B5EF4-FFF2-40B4-BE49-F238E27FC236}">
                  <a16:creationId xmlns:a16="http://schemas.microsoft.com/office/drawing/2014/main" id="{928DDCEC-72D5-F1DB-B25F-F203CC23A79A}"/>
                </a:ext>
              </a:extLst>
            </p:cNvPr>
            <p:cNvSpPr>
              <a:spLocks noChangeArrowheads="1"/>
            </p:cNvSpPr>
            <p:nvPr/>
          </p:nvSpPr>
          <p:spPr bwMode="auto">
            <a:xfrm>
              <a:off x="2858" y="2521"/>
              <a:ext cx="1" cy="100"/>
            </a:xfrm>
            <a:custGeom>
              <a:avLst/>
              <a:gdLst>
                <a:gd name="T0" fmla="*/ 0 w 1"/>
                <a:gd name="T1" fmla="*/ 0 h 100"/>
                <a:gd name="T2" fmla="*/ 0 w 1"/>
                <a:gd name="T3" fmla="*/ 0 h 100"/>
                <a:gd name="T4" fmla="*/ 1 w 1"/>
                <a:gd name="T5" fmla="*/ 1 h 100"/>
                <a:gd name="T6" fmla="*/ 1 w 1"/>
                <a:gd name="T7" fmla="*/ 100 h 100"/>
                <a:gd name="T8" fmla="*/ 0 w 1"/>
                <a:gd name="T9" fmla="*/ 98 h 100"/>
                <a:gd name="T10" fmla="*/ 0 60000 65536"/>
                <a:gd name="T11" fmla="*/ 0 60000 65536"/>
                <a:gd name="T12" fmla="*/ 0 60000 65536"/>
                <a:gd name="T13" fmla="*/ 0 60000 65536"/>
                <a:gd name="T14" fmla="*/ 0 60000 65536"/>
                <a:gd name="T15" fmla="*/ 0 w 1"/>
                <a:gd name="T16" fmla="*/ 0 h 100"/>
                <a:gd name="T17" fmla="*/ 1 w 1"/>
                <a:gd name="T18" fmla="*/ 100 h 100"/>
              </a:gdLst>
              <a:ahLst/>
              <a:cxnLst>
                <a:cxn ang="T10">
                  <a:pos x="T0" y="T1"/>
                </a:cxn>
                <a:cxn ang="T11">
                  <a:pos x="T2" y="T3"/>
                </a:cxn>
                <a:cxn ang="T12">
                  <a:pos x="T4" y="T5"/>
                </a:cxn>
                <a:cxn ang="T13">
                  <a:pos x="T6" y="T7"/>
                </a:cxn>
                <a:cxn ang="T14">
                  <a:pos x="T8" y="T9"/>
                </a:cxn>
              </a:cxnLst>
              <a:rect l="T15" t="T16" r="T17" b="T18"/>
              <a:pathLst>
                <a:path w="1" h="100">
                  <a:moveTo>
                    <a:pt x="0" y="0"/>
                  </a:moveTo>
                  <a:cubicBezTo>
                    <a:pt x="0" y="0"/>
                    <a:pt x="0" y="0"/>
                    <a:pt x="0" y="0"/>
                  </a:cubicBezTo>
                  <a:cubicBezTo>
                    <a:pt x="1" y="1"/>
                    <a:pt x="1" y="1"/>
                    <a:pt x="1" y="1"/>
                  </a:cubicBezTo>
                  <a:cubicBezTo>
                    <a:pt x="1" y="100"/>
                    <a:pt x="1" y="100"/>
                    <a:pt x="1" y="100"/>
                  </a:cubicBezTo>
                  <a:cubicBezTo>
                    <a:pt x="0" y="98"/>
                    <a:pt x="0" y="98"/>
                    <a:pt x="0" y="98"/>
                  </a:cubicBezTo>
                  <a:lnTo>
                    <a:pt x="0" y="0"/>
                  </a:lnTo>
                  <a:close/>
                </a:path>
              </a:pathLst>
            </a:custGeom>
            <a:solidFill>
              <a:srgbClr val="00DCE4"/>
            </a:solidFill>
            <a:ln>
              <a:noFill/>
            </a:ln>
            <a:extLst>
              <a:ext uri="{91240B29-F687-4F45-9708-019B960494DF}">
                <a14:hiddenLine xmlns:a14="http://schemas.microsoft.com/office/drawing/2010/main" w="25400">
                  <a:solidFill>
                    <a:srgbClr val="000000"/>
                  </a:solidFill>
                  <a:round/>
                  <a:headEnd/>
                  <a:tailEnd/>
                </a14:hiddenLine>
              </a:ext>
            </a:extLst>
          </p:spPr>
          <p:txBody>
            <a:bodyPr wrap="none"/>
            <a:lstStyle/>
            <a:p>
              <a:endParaRPr lang="zh-CN" altLang="en-US"/>
            </a:p>
          </p:txBody>
        </p:sp>
        <p:sp>
          <p:nvSpPr>
            <p:cNvPr id="77896" name="Freeform 71">
              <a:extLst>
                <a:ext uri="{FF2B5EF4-FFF2-40B4-BE49-F238E27FC236}">
                  <a16:creationId xmlns:a16="http://schemas.microsoft.com/office/drawing/2014/main" id="{D622AE75-20AC-0948-584D-7CB40AA05377}"/>
                </a:ext>
              </a:extLst>
            </p:cNvPr>
            <p:cNvSpPr>
              <a:spLocks noChangeArrowheads="1"/>
            </p:cNvSpPr>
            <p:nvPr/>
          </p:nvSpPr>
          <p:spPr bwMode="auto">
            <a:xfrm>
              <a:off x="2860" y="2506"/>
              <a:ext cx="16" cy="30"/>
            </a:xfrm>
            <a:custGeom>
              <a:avLst/>
              <a:gdLst>
                <a:gd name="T0" fmla="*/ 0 w 16"/>
                <a:gd name="T1" fmla="*/ 17 h 30"/>
                <a:gd name="T2" fmla="*/ 0 w 16"/>
                <a:gd name="T3" fmla="*/ 17 h 30"/>
                <a:gd name="T4" fmla="*/ 0 w 16"/>
                <a:gd name="T5" fmla="*/ 28 h 30"/>
                <a:gd name="T6" fmla="*/ 12 w 16"/>
                <a:gd name="T7" fmla="*/ 12 h 30"/>
                <a:gd name="T8" fmla="*/ 16 w 16"/>
                <a:gd name="T9" fmla="*/ 30 h 30"/>
                <a:gd name="T10" fmla="*/ 16 w 16"/>
                <a:gd name="T11" fmla="*/ 0 h 30"/>
                <a:gd name="T12" fmla="*/ 0 60000 65536"/>
                <a:gd name="T13" fmla="*/ 0 60000 65536"/>
                <a:gd name="T14" fmla="*/ 0 60000 65536"/>
                <a:gd name="T15" fmla="*/ 0 60000 65536"/>
                <a:gd name="T16" fmla="*/ 0 60000 65536"/>
                <a:gd name="T17" fmla="*/ 0 60000 65536"/>
                <a:gd name="T18" fmla="*/ 0 w 16"/>
                <a:gd name="T19" fmla="*/ 0 h 30"/>
                <a:gd name="T20" fmla="*/ 16 w 16"/>
                <a:gd name="T21" fmla="*/ 30 h 30"/>
              </a:gdLst>
              <a:ahLst/>
              <a:cxnLst>
                <a:cxn ang="T12">
                  <a:pos x="T0" y="T1"/>
                </a:cxn>
                <a:cxn ang="T13">
                  <a:pos x="T2" y="T3"/>
                </a:cxn>
                <a:cxn ang="T14">
                  <a:pos x="T4" y="T5"/>
                </a:cxn>
                <a:cxn ang="T15">
                  <a:pos x="T6" y="T7"/>
                </a:cxn>
                <a:cxn ang="T16">
                  <a:pos x="T8" y="T9"/>
                </a:cxn>
                <a:cxn ang="T17">
                  <a:pos x="T10" y="T11"/>
                </a:cxn>
              </a:cxnLst>
              <a:rect l="T18" t="T19" r="T20" b="T21"/>
              <a:pathLst>
                <a:path w="16" h="30">
                  <a:moveTo>
                    <a:pt x="0" y="17"/>
                  </a:moveTo>
                  <a:cubicBezTo>
                    <a:pt x="0" y="17"/>
                    <a:pt x="0" y="17"/>
                    <a:pt x="0" y="17"/>
                  </a:cubicBezTo>
                  <a:cubicBezTo>
                    <a:pt x="0" y="17"/>
                    <a:pt x="0" y="28"/>
                    <a:pt x="0" y="28"/>
                  </a:cubicBezTo>
                  <a:cubicBezTo>
                    <a:pt x="5" y="14"/>
                    <a:pt x="12" y="12"/>
                    <a:pt x="12" y="12"/>
                  </a:cubicBezTo>
                  <a:cubicBezTo>
                    <a:pt x="14" y="14"/>
                    <a:pt x="16" y="30"/>
                    <a:pt x="16" y="30"/>
                  </a:cubicBezTo>
                  <a:cubicBezTo>
                    <a:pt x="16" y="0"/>
                    <a:pt x="16" y="0"/>
                    <a:pt x="16" y="0"/>
                  </a:cubicBezTo>
                  <a:lnTo>
                    <a:pt x="0" y="17"/>
                  </a:lnTo>
                  <a:close/>
                </a:path>
              </a:pathLst>
            </a:custGeom>
            <a:solidFill>
              <a:srgbClr val="280078"/>
            </a:solidFill>
            <a:ln>
              <a:noFill/>
            </a:ln>
            <a:extLst>
              <a:ext uri="{91240B29-F687-4F45-9708-019B960494DF}">
                <a14:hiddenLine xmlns:a14="http://schemas.microsoft.com/office/drawing/2010/main" w="25400">
                  <a:solidFill>
                    <a:srgbClr val="000000"/>
                  </a:solidFill>
                  <a:round/>
                  <a:headEnd/>
                  <a:tailEnd/>
                </a14:hiddenLine>
              </a:ext>
            </a:extLst>
          </p:spPr>
          <p:txBody>
            <a:bodyPr wrap="none"/>
            <a:lstStyle/>
            <a:p>
              <a:endParaRPr lang="zh-CN" altLang="en-US"/>
            </a:p>
          </p:txBody>
        </p:sp>
        <p:sp>
          <p:nvSpPr>
            <p:cNvPr id="77897" name="Freeform 72">
              <a:extLst>
                <a:ext uri="{FF2B5EF4-FFF2-40B4-BE49-F238E27FC236}">
                  <a16:creationId xmlns:a16="http://schemas.microsoft.com/office/drawing/2014/main" id="{FEB9C637-1ABF-4068-98F1-D3525EFA3E7E}"/>
                </a:ext>
              </a:extLst>
            </p:cNvPr>
            <p:cNvSpPr>
              <a:spLocks noChangeArrowheads="1"/>
            </p:cNvSpPr>
            <p:nvPr/>
          </p:nvSpPr>
          <p:spPr bwMode="auto">
            <a:xfrm>
              <a:off x="2860" y="2589"/>
              <a:ext cx="16" cy="46"/>
            </a:xfrm>
            <a:custGeom>
              <a:avLst/>
              <a:gdLst>
                <a:gd name="T0" fmla="*/ 16 w 16"/>
                <a:gd name="T1" fmla="*/ 46 h 46"/>
                <a:gd name="T2" fmla="*/ 16 w 16"/>
                <a:gd name="T3" fmla="*/ 46 h 46"/>
                <a:gd name="T4" fmla="*/ 16 w 16"/>
                <a:gd name="T5" fmla="*/ 0 h 46"/>
                <a:gd name="T6" fmla="*/ 12 w 16"/>
                <a:gd name="T7" fmla="*/ 34 h 46"/>
                <a:gd name="T8" fmla="*/ 5 w 16"/>
                <a:gd name="T9" fmla="*/ 30 h 46"/>
                <a:gd name="T10" fmla="*/ 1 w 16"/>
                <a:gd name="T11" fmla="*/ 22 h 46"/>
                <a:gd name="T12" fmla="*/ 0 w 16"/>
                <a:gd name="T13" fmla="*/ 31 h 46"/>
                <a:gd name="T14" fmla="*/ 0 60000 65536"/>
                <a:gd name="T15" fmla="*/ 0 60000 65536"/>
                <a:gd name="T16" fmla="*/ 0 60000 65536"/>
                <a:gd name="T17" fmla="*/ 0 60000 65536"/>
                <a:gd name="T18" fmla="*/ 0 60000 65536"/>
                <a:gd name="T19" fmla="*/ 0 60000 65536"/>
                <a:gd name="T20" fmla="*/ 0 60000 65536"/>
                <a:gd name="T21" fmla="*/ 0 w 16"/>
                <a:gd name="T22" fmla="*/ 0 h 46"/>
                <a:gd name="T23" fmla="*/ 16 w 16"/>
                <a:gd name="T24" fmla="*/ 46 h 4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 h="46">
                  <a:moveTo>
                    <a:pt x="16" y="46"/>
                  </a:moveTo>
                  <a:cubicBezTo>
                    <a:pt x="16" y="46"/>
                    <a:pt x="16" y="46"/>
                    <a:pt x="16" y="46"/>
                  </a:cubicBezTo>
                  <a:cubicBezTo>
                    <a:pt x="16" y="0"/>
                    <a:pt x="16" y="0"/>
                    <a:pt x="16" y="0"/>
                  </a:cubicBezTo>
                  <a:cubicBezTo>
                    <a:pt x="16" y="0"/>
                    <a:pt x="15" y="26"/>
                    <a:pt x="12" y="34"/>
                  </a:cubicBezTo>
                  <a:cubicBezTo>
                    <a:pt x="10" y="36"/>
                    <a:pt x="5" y="34"/>
                    <a:pt x="5" y="30"/>
                  </a:cubicBezTo>
                  <a:cubicBezTo>
                    <a:pt x="1" y="22"/>
                    <a:pt x="1" y="22"/>
                    <a:pt x="1" y="22"/>
                  </a:cubicBezTo>
                  <a:cubicBezTo>
                    <a:pt x="0" y="31"/>
                    <a:pt x="0" y="31"/>
                    <a:pt x="0" y="31"/>
                  </a:cubicBezTo>
                  <a:lnTo>
                    <a:pt x="16" y="46"/>
                  </a:lnTo>
                  <a:close/>
                </a:path>
              </a:pathLst>
            </a:custGeom>
            <a:solidFill>
              <a:srgbClr val="280078"/>
            </a:solidFill>
            <a:ln>
              <a:noFill/>
            </a:ln>
            <a:extLst>
              <a:ext uri="{91240B29-F687-4F45-9708-019B960494DF}">
                <a14:hiddenLine xmlns:a14="http://schemas.microsoft.com/office/drawing/2010/main" w="25400">
                  <a:solidFill>
                    <a:srgbClr val="000000"/>
                  </a:solidFill>
                  <a:round/>
                  <a:headEnd/>
                  <a:tailEnd/>
                </a14:hiddenLine>
              </a:ext>
            </a:extLst>
          </p:spPr>
          <p:txBody>
            <a:bodyPr wrap="none"/>
            <a:lstStyle/>
            <a:p>
              <a:endParaRPr lang="zh-CN" altLang="en-US"/>
            </a:p>
          </p:txBody>
        </p:sp>
        <p:sp>
          <p:nvSpPr>
            <p:cNvPr id="77898" name="Rectangle 73">
              <a:extLst>
                <a:ext uri="{FF2B5EF4-FFF2-40B4-BE49-F238E27FC236}">
                  <a16:creationId xmlns:a16="http://schemas.microsoft.com/office/drawing/2014/main" id="{FB65D6BC-4CEA-15AF-41FC-C196B8DA0087}"/>
                </a:ext>
              </a:extLst>
            </p:cNvPr>
            <p:cNvSpPr>
              <a:spLocks noChangeArrowheads="1"/>
            </p:cNvSpPr>
            <p:nvPr/>
          </p:nvSpPr>
          <p:spPr bwMode="auto">
            <a:xfrm>
              <a:off x="4306" y="1817"/>
              <a:ext cx="146" cy="138"/>
            </a:xfrm>
            <a:prstGeom prst="rect">
              <a:avLst/>
            </a:prstGeom>
            <a:solidFill>
              <a:srgbClr val="740B00"/>
            </a:solidFill>
            <a:ln w="25400">
              <a:solidFill>
                <a:srgbClr val="740B00"/>
              </a:solidFill>
              <a:miter lim="800000"/>
              <a:headEnd/>
              <a:tailEnd/>
            </a:ln>
          </p:spPr>
          <p:txBody>
            <a:bodyPr wrap="none"/>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77899" name="Rectangle 74">
              <a:extLst>
                <a:ext uri="{FF2B5EF4-FFF2-40B4-BE49-F238E27FC236}">
                  <a16:creationId xmlns:a16="http://schemas.microsoft.com/office/drawing/2014/main" id="{5BB915EE-AF5B-09D7-40DC-707075FD3080}"/>
                </a:ext>
              </a:extLst>
            </p:cNvPr>
            <p:cNvSpPr>
              <a:spLocks noChangeArrowheads="1"/>
            </p:cNvSpPr>
            <p:nvPr/>
          </p:nvSpPr>
          <p:spPr bwMode="auto">
            <a:xfrm>
              <a:off x="4298" y="1922"/>
              <a:ext cx="145" cy="27"/>
            </a:xfrm>
            <a:prstGeom prst="rect">
              <a:avLst/>
            </a:prstGeom>
            <a:solidFill>
              <a:srgbClr val="952500"/>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77900" name="Freeform 75">
              <a:extLst>
                <a:ext uri="{FF2B5EF4-FFF2-40B4-BE49-F238E27FC236}">
                  <a16:creationId xmlns:a16="http://schemas.microsoft.com/office/drawing/2014/main" id="{DBFB4D85-3536-3FEA-2486-F11F87006F88}"/>
                </a:ext>
              </a:extLst>
            </p:cNvPr>
            <p:cNvSpPr>
              <a:spLocks noChangeArrowheads="1"/>
            </p:cNvSpPr>
            <p:nvPr/>
          </p:nvSpPr>
          <p:spPr bwMode="auto">
            <a:xfrm>
              <a:off x="4298" y="1803"/>
              <a:ext cx="143" cy="81"/>
            </a:xfrm>
            <a:custGeom>
              <a:avLst/>
              <a:gdLst>
                <a:gd name="T0" fmla="*/ 143 w 143"/>
                <a:gd name="T1" fmla="*/ 0 h 81"/>
                <a:gd name="T2" fmla="*/ 0 w 143"/>
                <a:gd name="T3" fmla="*/ 0 h 81"/>
                <a:gd name="T4" fmla="*/ 79 w 143"/>
                <a:gd name="T5" fmla="*/ 81 h 81"/>
                <a:gd name="T6" fmla="*/ 0 60000 65536"/>
                <a:gd name="T7" fmla="*/ 0 60000 65536"/>
                <a:gd name="T8" fmla="*/ 0 60000 65536"/>
                <a:gd name="T9" fmla="*/ 0 w 143"/>
                <a:gd name="T10" fmla="*/ 0 h 81"/>
                <a:gd name="T11" fmla="*/ 143 w 143"/>
                <a:gd name="T12" fmla="*/ 81 h 81"/>
              </a:gdLst>
              <a:ahLst/>
              <a:cxnLst>
                <a:cxn ang="T6">
                  <a:pos x="T0" y="T1"/>
                </a:cxn>
                <a:cxn ang="T7">
                  <a:pos x="T2" y="T3"/>
                </a:cxn>
                <a:cxn ang="T8">
                  <a:pos x="T4" y="T5"/>
                </a:cxn>
              </a:cxnLst>
              <a:rect l="T9" t="T10" r="T11" b="T12"/>
              <a:pathLst>
                <a:path w="143" h="81">
                  <a:moveTo>
                    <a:pt x="143" y="0"/>
                  </a:moveTo>
                  <a:lnTo>
                    <a:pt x="0" y="0"/>
                  </a:lnTo>
                  <a:lnTo>
                    <a:pt x="79" y="81"/>
                  </a:lnTo>
                  <a:lnTo>
                    <a:pt x="143" y="0"/>
                  </a:lnTo>
                  <a:close/>
                </a:path>
              </a:pathLst>
            </a:custGeom>
            <a:solidFill>
              <a:srgbClr val="FFCBCB"/>
            </a:solidFill>
            <a:ln>
              <a:noFill/>
            </a:ln>
            <a:extLst>
              <a:ext uri="{91240B29-F687-4F45-9708-019B960494DF}">
                <a14:hiddenLine xmlns:a14="http://schemas.microsoft.com/office/drawing/2010/main" w="25400">
                  <a:solidFill>
                    <a:srgbClr val="000000"/>
                  </a:solidFill>
                  <a:round/>
                  <a:headEnd/>
                  <a:tailEnd/>
                </a14:hiddenLine>
              </a:ext>
            </a:extLst>
          </p:spPr>
          <p:txBody>
            <a:bodyPr wrap="none"/>
            <a:lstStyle/>
            <a:p>
              <a:endParaRPr lang="zh-CN" altLang="en-US"/>
            </a:p>
          </p:txBody>
        </p:sp>
        <p:sp>
          <p:nvSpPr>
            <p:cNvPr id="77901" name="Rectangle 76">
              <a:extLst>
                <a:ext uri="{FF2B5EF4-FFF2-40B4-BE49-F238E27FC236}">
                  <a16:creationId xmlns:a16="http://schemas.microsoft.com/office/drawing/2014/main" id="{C680316D-8E10-D889-9491-07AB87DA0F41}"/>
                </a:ext>
              </a:extLst>
            </p:cNvPr>
            <p:cNvSpPr>
              <a:spLocks noChangeArrowheads="1"/>
            </p:cNvSpPr>
            <p:nvPr/>
          </p:nvSpPr>
          <p:spPr bwMode="auto">
            <a:xfrm>
              <a:off x="4316" y="1822"/>
              <a:ext cx="107" cy="105"/>
            </a:xfrm>
            <a:prstGeom prst="rect">
              <a:avLst/>
            </a:prstGeom>
            <a:solidFill>
              <a:srgbClr val="FF6379"/>
            </a:solidFill>
            <a:ln>
              <a:noFill/>
            </a:ln>
            <a:extLst>
              <a:ext uri="{91240B29-F687-4F45-9708-019B960494DF}">
                <a14:hiddenLine xmlns:a14="http://schemas.microsoft.com/office/drawing/2010/main" w="25400">
                  <a:solidFill>
                    <a:srgbClr val="000000"/>
                  </a:solidFill>
                  <a:miter lim="800000"/>
                  <a:headEnd/>
                  <a:tailEnd/>
                </a14:hiddenLine>
              </a:ext>
            </a:extLst>
          </p:spPr>
          <p:txBody>
            <a:bodyPr wrap="none"/>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77902" name="Freeform 77">
              <a:extLst>
                <a:ext uri="{FF2B5EF4-FFF2-40B4-BE49-F238E27FC236}">
                  <a16:creationId xmlns:a16="http://schemas.microsoft.com/office/drawing/2014/main" id="{AC2AF406-07CA-873C-D793-67FBCD1BE15C}"/>
                </a:ext>
              </a:extLst>
            </p:cNvPr>
            <p:cNvSpPr>
              <a:spLocks noChangeArrowheads="1"/>
            </p:cNvSpPr>
            <p:nvPr/>
          </p:nvSpPr>
          <p:spPr bwMode="auto">
            <a:xfrm>
              <a:off x="4298" y="1803"/>
              <a:ext cx="18" cy="144"/>
            </a:xfrm>
            <a:custGeom>
              <a:avLst/>
              <a:gdLst>
                <a:gd name="T0" fmla="*/ 18 w 18"/>
                <a:gd name="T1" fmla="*/ 124 h 144"/>
                <a:gd name="T2" fmla="*/ 18 w 18"/>
                <a:gd name="T3" fmla="*/ 18 h 144"/>
                <a:gd name="T4" fmla="*/ 0 w 18"/>
                <a:gd name="T5" fmla="*/ 0 h 144"/>
                <a:gd name="T6" fmla="*/ 0 w 18"/>
                <a:gd name="T7" fmla="*/ 144 h 144"/>
                <a:gd name="T8" fmla="*/ 0 60000 65536"/>
                <a:gd name="T9" fmla="*/ 0 60000 65536"/>
                <a:gd name="T10" fmla="*/ 0 60000 65536"/>
                <a:gd name="T11" fmla="*/ 0 60000 65536"/>
                <a:gd name="T12" fmla="*/ 0 w 18"/>
                <a:gd name="T13" fmla="*/ 0 h 144"/>
                <a:gd name="T14" fmla="*/ 18 w 18"/>
                <a:gd name="T15" fmla="*/ 144 h 144"/>
              </a:gdLst>
              <a:ahLst/>
              <a:cxnLst>
                <a:cxn ang="T8">
                  <a:pos x="T0" y="T1"/>
                </a:cxn>
                <a:cxn ang="T9">
                  <a:pos x="T2" y="T3"/>
                </a:cxn>
                <a:cxn ang="T10">
                  <a:pos x="T4" y="T5"/>
                </a:cxn>
                <a:cxn ang="T11">
                  <a:pos x="T6" y="T7"/>
                </a:cxn>
              </a:cxnLst>
              <a:rect l="T12" t="T13" r="T14" b="T15"/>
              <a:pathLst>
                <a:path w="18" h="144">
                  <a:moveTo>
                    <a:pt x="18" y="124"/>
                  </a:moveTo>
                  <a:lnTo>
                    <a:pt x="18" y="18"/>
                  </a:lnTo>
                  <a:lnTo>
                    <a:pt x="0" y="0"/>
                  </a:lnTo>
                  <a:lnTo>
                    <a:pt x="0" y="144"/>
                  </a:lnTo>
                  <a:lnTo>
                    <a:pt x="18" y="124"/>
                  </a:lnTo>
                  <a:close/>
                </a:path>
              </a:pathLst>
            </a:custGeom>
            <a:solidFill>
              <a:srgbClr val="FF9494"/>
            </a:solidFill>
            <a:ln>
              <a:noFill/>
            </a:ln>
            <a:extLst>
              <a:ext uri="{91240B29-F687-4F45-9708-019B960494DF}">
                <a14:hiddenLine xmlns:a14="http://schemas.microsoft.com/office/drawing/2010/main" w="25400">
                  <a:solidFill>
                    <a:srgbClr val="000000"/>
                  </a:solidFill>
                  <a:round/>
                  <a:headEnd/>
                  <a:tailEnd/>
                </a14:hiddenLine>
              </a:ext>
            </a:extLst>
          </p:spPr>
          <p:txBody>
            <a:bodyPr wrap="none"/>
            <a:lstStyle/>
            <a:p>
              <a:endParaRPr lang="zh-CN" altLang="en-US"/>
            </a:p>
          </p:txBody>
        </p:sp>
        <p:sp>
          <p:nvSpPr>
            <p:cNvPr id="77903" name="Freeform 78">
              <a:extLst>
                <a:ext uri="{FF2B5EF4-FFF2-40B4-BE49-F238E27FC236}">
                  <a16:creationId xmlns:a16="http://schemas.microsoft.com/office/drawing/2014/main" id="{23CDE39D-16C2-B132-3C7F-9DFED2EAB6B5}"/>
                </a:ext>
              </a:extLst>
            </p:cNvPr>
            <p:cNvSpPr>
              <a:spLocks/>
            </p:cNvSpPr>
            <p:nvPr/>
          </p:nvSpPr>
          <p:spPr bwMode="auto">
            <a:xfrm>
              <a:off x="4316" y="1822"/>
              <a:ext cx="106" cy="105"/>
            </a:xfrm>
            <a:custGeom>
              <a:avLst/>
              <a:gdLst>
                <a:gd name="T0" fmla="*/ 0 w 106"/>
                <a:gd name="T1" fmla="*/ 105 h 105"/>
                <a:gd name="T2" fmla="*/ 0 w 106"/>
                <a:gd name="T3" fmla="*/ 0 h 105"/>
                <a:gd name="T4" fmla="*/ 106 w 106"/>
                <a:gd name="T5" fmla="*/ 0 h 105"/>
                <a:gd name="T6" fmla="*/ 0 60000 65536"/>
                <a:gd name="T7" fmla="*/ 0 60000 65536"/>
                <a:gd name="T8" fmla="*/ 0 60000 65536"/>
                <a:gd name="T9" fmla="*/ 0 w 106"/>
                <a:gd name="T10" fmla="*/ 0 h 105"/>
                <a:gd name="T11" fmla="*/ 106 w 106"/>
                <a:gd name="T12" fmla="*/ 105 h 105"/>
              </a:gdLst>
              <a:ahLst/>
              <a:cxnLst>
                <a:cxn ang="T6">
                  <a:pos x="T0" y="T1"/>
                </a:cxn>
                <a:cxn ang="T7">
                  <a:pos x="T2" y="T3"/>
                </a:cxn>
                <a:cxn ang="T8">
                  <a:pos x="T4" y="T5"/>
                </a:cxn>
              </a:cxnLst>
              <a:rect l="T9" t="T10" r="T11" b="T12"/>
              <a:pathLst>
                <a:path w="106" h="105">
                  <a:moveTo>
                    <a:pt x="0" y="105"/>
                  </a:moveTo>
                  <a:lnTo>
                    <a:pt x="0" y="0"/>
                  </a:lnTo>
                  <a:lnTo>
                    <a:pt x="106" y="0"/>
                  </a:lnTo>
                </a:path>
              </a:pathLst>
            </a:custGeom>
            <a:noFill/>
            <a:ln w="25400">
              <a:solidFill>
                <a:srgbClr val="F32D3B"/>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77904" name="Freeform 79">
              <a:extLst>
                <a:ext uri="{FF2B5EF4-FFF2-40B4-BE49-F238E27FC236}">
                  <a16:creationId xmlns:a16="http://schemas.microsoft.com/office/drawing/2014/main" id="{2FA4D1FE-6025-C0A7-939A-E93D6DF8DDD8}"/>
                </a:ext>
              </a:extLst>
            </p:cNvPr>
            <p:cNvSpPr>
              <a:spLocks noChangeArrowheads="1"/>
            </p:cNvSpPr>
            <p:nvPr/>
          </p:nvSpPr>
          <p:spPr bwMode="auto">
            <a:xfrm>
              <a:off x="4422" y="1803"/>
              <a:ext cx="20" cy="145"/>
            </a:xfrm>
            <a:custGeom>
              <a:avLst/>
              <a:gdLst>
                <a:gd name="T0" fmla="*/ 0 w 20"/>
                <a:gd name="T1" fmla="*/ 125 h 145"/>
                <a:gd name="T2" fmla="*/ 0 w 20"/>
                <a:gd name="T3" fmla="*/ 19 h 145"/>
                <a:gd name="T4" fmla="*/ 20 w 20"/>
                <a:gd name="T5" fmla="*/ 0 h 145"/>
                <a:gd name="T6" fmla="*/ 20 w 20"/>
                <a:gd name="T7" fmla="*/ 145 h 145"/>
                <a:gd name="T8" fmla="*/ 0 60000 65536"/>
                <a:gd name="T9" fmla="*/ 0 60000 65536"/>
                <a:gd name="T10" fmla="*/ 0 60000 65536"/>
                <a:gd name="T11" fmla="*/ 0 60000 65536"/>
                <a:gd name="T12" fmla="*/ 0 w 20"/>
                <a:gd name="T13" fmla="*/ 0 h 145"/>
                <a:gd name="T14" fmla="*/ 20 w 20"/>
                <a:gd name="T15" fmla="*/ 145 h 145"/>
              </a:gdLst>
              <a:ahLst/>
              <a:cxnLst>
                <a:cxn ang="T8">
                  <a:pos x="T0" y="T1"/>
                </a:cxn>
                <a:cxn ang="T9">
                  <a:pos x="T2" y="T3"/>
                </a:cxn>
                <a:cxn ang="T10">
                  <a:pos x="T4" y="T5"/>
                </a:cxn>
                <a:cxn ang="T11">
                  <a:pos x="T6" y="T7"/>
                </a:cxn>
              </a:cxnLst>
              <a:rect l="T12" t="T13" r="T14" b="T15"/>
              <a:pathLst>
                <a:path w="20" h="145">
                  <a:moveTo>
                    <a:pt x="0" y="125"/>
                  </a:moveTo>
                  <a:lnTo>
                    <a:pt x="0" y="19"/>
                  </a:lnTo>
                  <a:lnTo>
                    <a:pt x="20" y="0"/>
                  </a:lnTo>
                  <a:lnTo>
                    <a:pt x="20" y="145"/>
                  </a:lnTo>
                  <a:lnTo>
                    <a:pt x="0" y="125"/>
                  </a:lnTo>
                  <a:close/>
                </a:path>
              </a:pathLst>
            </a:custGeom>
            <a:solidFill>
              <a:srgbClr val="DA0030"/>
            </a:solidFill>
            <a:ln>
              <a:noFill/>
            </a:ln>
            <a:extLst>
              <a:ext uri="{91240B29-F687-4F45-9708-019B960494DF}">
                <a14:hiddenLine xmlns:a14="http://schemas.microsoft.com/office/drawing/2010/main" w="25400">
                  <a:solidFill>
                    <a:srgbClr val="000000"/>
                  </a:solidFill>
                  <a:round/>
                  <a:headEnd/>
                  <a:tailEnd/>
                </a14:hiddenLine>
              </a:ext>
            </a:extLst>
          </p:spPr>
          <p:txBody>
            <a:bodyPr wrap="none"/>
            <a:lstStyle/>
            <a:p>
              <a:endParaRPr lang="zh-CN" altLang="en-US"/>
            </a:p>
          </p:txBody>
        </p:sp>
        <p:sp>
          <p:nvSpPr>
            <p:cNvPr id="77905" name="Line 80">
              <a:extLst>
                <a:ext uri="{FF2B5EF4-FFF2-40B4-BE49-F238E27FC236}">
                  <a16:creationId xmlns:a16="http://schemas.microsoft.com/office/drawing/2014/main" id="{FBB38F3C-7B62-8DFB-137E-F358C94A17E0}"/>
                </a:ext>
              </a:extLst>
            </p:cNvPr>
            <p:cNvSpPr>
              <a:spLocks noChangeShapeType="1"/>
            </p:cNvSpPr>
            <p:nvPr/>
          </p:nvSpPr>
          <p:spPr bwMode="auto">
            <a:xfrm>
              <a:off x="4316" y="1927"/>
              <a:ext cx="106" cy="0"/>
            </a:xfrm>
            <a:prstGeom prst="line">
              <a:avLst/>
            </a:prstGeom>
            <a:noFill/>
            <a:ln w="25400">
              <a:solidFill>
                <a:srgbClr val="BC0024"/>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sp>
        <p:nvSpPr>
          <p:cNvPr id="77829" name="Rectangle 81">
            <a:extLst>
              <a:ext uri="{FF2B5EF4-FFF2-40B4-BE49-F238E27FC236}">
                <a16:creationId xmlns:a16="http://schemas.microsoft.com/office/drawing/2014/main" id="{2AFF5D77-B2C8-932A-2693-AC911F2FEEAC}"/>
              </a:ext>
            </a:extLst>
          </p:cNvPr>
          <p:cNvSpPr>
            <a:spLocks noChangeArrowheads="1"/>
          </p:cNvSpPr>
          <p:nvPr/>
        </p:nvSpPr>
        <p:spPr bwMode="auto">
          <a:xfrm>
            <a:off x="6227763" y="6056313"/>
            <a:ext cx="1512887" cy="396875"/>
          </a:xfrm>
          <a:prstGeom prst="rect">
            <a:avLst/>
          </a:prstGeom>
          <a:solidFill>
            <a:srgbClr val="B0AC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buFont typeface="Wingdings 2" panose="05020102010507070707" pitchFamily="18" charset="2"/>
              <a:buNone/>
            </a:pPr>
            <a:r>
              <a:rPr lang="zh-CN" altLang="en-US" sz="2000">
                <a:solidFill>
                  <a:schemeClr val="accent2"/>
                </a:solidFill>
                <a:latin typeface="黑体" panose="02010609060101010101" pitchFamily="49" charset="-122"/>
                <a:ea typeface="黑体" panose="02010609060101010101" pitchFamily="49" charset="-122"/>
              </a:rPr>
              <a:t>里程碑图示</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7D1AEDAD-97D0-8E23-A077-49C1857357DD}"/>
              </a:ext>
            </a:extLst>
          </p:cNvPr>
          <p:cNvSpPr>
            <a:spLocks noGrp="1" noChangeArrowheads="1"/>
          </p:cNvSpPr>
          <p:nvPr>
            <p:ph type="title"/>
          </p:nvPr>
        </p:nvSpPr>
        <p:spPr/>
        <p:txBody>
          <a:bodyPr/>
          <a:lstStyle/>
          <a:p>
            <a:pPr eaLnBrk="1" hangingPunct="1"/>
            <a:r>
              <a:rPr kumimoji="1" lang="zh-CN" altLang="en-US"/>
              <a:t>软件项目进度计划</a:t>
            </a:r>
          </a:p>
        </p:txBody>
      </p:sp>
      <p:sp>
        <p:nvSpPr>
          <p:cNvPr id="78851" name="Rectangle 3">
            <a:extLst>
              <a:ext uri="{FF2B5EF4-FFF2-40B4-BE49-F238E27FC236}">
                <a16:creationId xmlns:a16="http://schemas.microsoft.com/office/drawing/2014/main" id="{012E192A-B5A6-64E0-F339-1B75808989AA}"/>
              </a:ext>
            </a:extLst>
          </p:cNvPr>
          <p:cNvSpPr>
            <a:spLocks noGrp="1" noChangeArrowheads="1"/>
          </p:cNvSpPr>
          <p:nvPr>
            <p:ph type="body" sz="half" idx="1"/>
          </p:nvPr>
        </p:nvSpPr>
        <p:spPr>
          <a:xfrm>
            <a:off x="684213" y="1916113"/>
            <a:ext cx="8280400" cy="4941887"/>
          </a:xfrm>
        </p:spPr>
        <p:txBody>
          <a:bodyPr/>
          <a:lstStyle/>
          <a:p>
            <a:pPr eaLnBrk="1" hangingPunct="1"/>
            <a:r>
              <a:rPr lang="zh-CN" altLang="en-US" sz="2400">
                <a:solidFill>
                  <a:schemeClr val="accent2"/>
                </a:solidFill>
                <a:latin typeface="黑体" panose="02010609060101010101" pitchFamily="49" charset="-122"/>
                <a:ea typeface="黑体" panose="02010609060101010101" pitchFamily="49" charset="-122"/>
              </a:rPr>
              <a:t>资源图</a:t>
            </a:r>
          </a:p>
        </p:txBody>
      </p:sp>
      <p:pic>
        <p:nvPicPr>
          <p:cNvPr id="78852" name="Picture 8">
            <a:extLst>
              <a:ext uri="{FF2B5EF4-FFF2-40B4-BE49-F238E27FC236}">
                <a16:creationId xmlns:a16="http://schemas.microsoft.com/office/drawing/2014/main" id="{0E9B0122-B2E5-A41B-FD82-34D220D108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650" y="2349500"/>
            <a:ext cx="7993063" cy="410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6200FB11-AC0B-B9B0-4470-08001B2B5F24}"/>
              </a:ext>
            </a:extLst>
          </p:cNvPr>
          <p:cNvSpPr>
            <a:spLocks noGrp="1" noChangeArrowheads="1"/>
          </p:cNvSpPr>
          <p:nvPr>
            <p:ph type="title"/>
          </p:nvPr>
        </p:nvSpPr>
        <p:spPr/>
        <p:txBody>
          <a:bodyPr/>
          <a:lstStyle/>
          <a:p>
            <a:pPr eaLnBrk="1" hangingPunct="1"/>
            <a:r>
              <a:rPr kumimoji="1" lang="zh-CN" altLang="en-US"/>
              <a:t>软件项目进度计划</a:t>
            </a:r>
          </a:p>
        </p:txBody>
      </p:sp>
      <p:sp>
        <p:nvSpPr>
          <p:cNvPr id="79875" name="Rectangle 3">
            <a:extLst>
              <a:ext uri="{FF2B5EF4-FFF2-40B4-BE49-F238E27FC236}">
                <a16:creationId xmlns:a16="http://schemas.microsoft.com/office/drawing/2014/main" id="{1AA23472-68A5-70CF-909C-B61179436E47}"/>
              </a:ext>
            </a:extLst>
          </p:cNvPr>
          <p:cNvSpPr>
            <a:spLocks noGrp="1" noChangeArrowheads="1"/>
          </p:cNvSpPr>
          <p:nvPr>
            <p:ph type="body" idx="1"/>
          </p:nvPr>
        </p:nvSpPr>
        <p:spPr>
          <a:xfrm>
            <a:off x="900113" y="2060575"/>
            <a:ext cx="8064500" cy="4797425"/>
          </a:xfrm>
        </p:spPr>
        <p:txBody>
          <a:bodyPr/>
          <a:lstStyle/>
          <a:p>
            <a:pPr eaLnBrk="1" hangingPunct="1">
              <a:lnSpc>
                <a:spcPct val="120000"/>
              </a:lnSpc>
            </a:pPr>
            <a:r>
              <a:rPr lang="zh-CN" altLang="en-US" sz="2400" dirty="0">
                <a:solidFill>
                  <a:schemeClr val="accent2"/>
                </a:solidFill>
                <a:latin typeface="黑体" panose="02010609060101010101" pitchFamily="49" charset="-122"/>
                <a:ea typeface="黑体" panose="02010609060101010101" pitchFamily="49" charset="-122"/>
              </a:rPr>
              <a:t>编制项目进度计划</a:t>
            </a:r>
          </a:p>
          <a:p>
            <a:pPr lvl="1" eaLnBrk="1" hangingPunct="1">
              <a:lnSpc>
                <a:spcPct val="120000"/>
              </a:lnSpc>
              <a:spcBef>
                <a:spcPct val="30000"/>
              </a:spcBef>
            </a:pPr>
            <a:r>
              <a:rPr lang="zh-CN" altLang="en-US" sz="2000" dirty="0">
                <a:latin typeface="黑体" panose="02010609060101010101" pitchFamily="49" charset="-122"/>
                <a:ea typeface="黑体" panose="02010609060101010101" pitchFamily="49" charset="-122"/>
              </a:rPr>
              <a:t>确定项目的所有活动及其</a:t>
            </a:r>
            <a:r>
              <a:rPr lang="zh-CN" altLang="en-US" sz="2000" dirty="0">
                <a:solidFill>
                  <a:srgbClr val="FF0000"/>
                </a:solidFill>
                <a:latin typeface="黑体" panose="02010609060101010101" pitchFamily="49" charset="-122"/>
                <a:ea typeface="黑体" panose="02010609060101010101" pitchFamily="49" charset="-122"/>
              </a:rPr>
              <a:t>开始和结束时间</a:t>
            </a:r>
          </a:p>
          <a:p>
            <a:pPr lvl="1" eaLnBrk="1" hangingPunct="1">
              <a:lnSpc>
                <a:spcPct val="120000"/>
              </a:lnSpc>
              <a:spcBef>
                <a:spcPct val="30000"/>
              </a:spcBef>
            </a:pPr>
            <a:r>
              <a:rPr lang="zh-CN" altLang="en-US" sz="2000" dirty="0">
                <a:latin typeface="黑体" panose="02010609060101010101" pitchFamily="49" charset="-122"/>
                <a:ea typeface="黑体" panose="02010609060101010101" pitchFamily="49" charset="-122"/>
              </a:rPr>
              <a:t>监控项目实施的基础，它是项目管理的基准</a:t>
            </a:r>
          </a:p>
          <a:p>
            <a:pPr lvl="1" eaLnBrk="1" hangingPunct="1">
              <a:lnSpc>
                <a:spcPct val="120000"/>
              </a:lnSpc>
              <a:spcBef>
                <a:spcPct val="30000"/>
              </a:spcBef>
            </a:pPr>
            <a:r>
              <a:rPr lang="zh-CN" altLang="en-US" sz="2000" dirty="0">
                <a:latin typeface="黑体" panose="02010609060101010101" pitchFamily="49" charset="-122"/>
                <a:ea typeface="黑体" panose="02010609060101010101" pitchFamily="49" charset="-122"/>
              </a:rPr>
              <a:t>计划是三维的，考虑时间，费用和资源</a:t>
            </a:r>
          </a:p>
          <a:p>
            <a:pPr eaLnBrk="1" hangingPunct="1">
              <a:lnSpc>
                <a:spcPct val="120000"/>
              </a:lnSpc>
            </a:pPr>
            <a:r>
              <a:rPr lang="zh-CN" altLang="en-US" sz="2400" dirty="0">
                <a:solidFill>
                  <a:schemeClr val="accent2"/>
                </a:solidFill>
                <a:latin typeface="黑体" panose="02010609060101010101" pitchFamily="49" charset="-122"/>
                <a:ea typeface="黑体" panose="02010609060101010101" pitchFamily="49" charset="-122"/>
              </a:rPr>
              <a:t>编制项目进度计划步骤</a:t>
            </a:r>
          </a:p>
          <a:p>
            <a:pPr lvl="1" eaLnBrk="1" hangingPunct="1">
              <a:lnSpc>
                <a:spcPct val="120000"/>
              </a:lnSpc>
            </a:pPr>
            <a:r>
              <a:rPr lang="zh-CN" altLang="en-US" sz="2000" dirty="0">
                <a:latin typeface="黑体" panose="02010609060101010101" pitchFamily="49" charset="-122"/>
                <a:ea typeface="黑体" panose="02010609060101010101" pitchFamily="49" charset="-122"/>
              </a:rPr>
              <a:t>进度编制</a:t>
            </a:r>
          </a:p>
          <a:p>
            <a:pPr lvl="1" eaLnBrk="1" hangingPunct="1">
              <a:lnSpc>
                <a:spcPct val="120000"/>
              </a:lnSpc>
            </a:pPr>
            <a:r>
              <a:rPr lang="zh-CN" altLang="en-US" sz="2000" dirty="0">
                <a:latin typeface="黑体" panose="02010609060101010101" pitchFamily="49" charset="-122"/>
                <a:ea typeface="黑体" panose="02010609060101010101" pitchFamily="49" charset="-122"/>
              </a:rPr>
              <a:t>资源调整</a:t>
            </a:r>
          </a:p>
          <a:p>
            <a:pPr lvl="1" eaLnBrk="1" hangingPunct="1">
              <a:lnSpc>
                <a:spcPct val="120000"/>
              </a:lnSpc>
            </a:pPr>
            <a:r>
              <a:rPr lang="zh-CN" altLang="en-US" sz="2000" dirty="0">
                <a:latin typeface="黑体" panose="02010609060101010101" pitchFamily="49" charset="-122"/>
                <a:ea typeface="黑体" panose="02010609060101010101" pitchFamily="49" charset="-122"/>
              </a:rPr>
              <a:t>成本预算</a:t>
            </a:r>
          </a:p>
          <a:p>
            <a:pPr lvl="1" eaLnBrk="1" hangingPunct="1">
              <a:lnSpc>
                <a:spcPct val="120000"/>
              </a:lnSpc>
            </a:pPr>
            <a:r>
              <a:rPr lang="zh-CN" altLang="en-US" sz="2000" dirty="0">
                <a:latin typeface="黑体" panose="02010609060101010101" pitchFamily="49" charset="-122"/>
                <a:ea typeface="黑体" panose="02010609060101010101" pitchFamily="49" charset="-122"/>
              </a:rPr>
              <a:t>计划优化调整</a:t>
            </a:r>
          </a:p>
          <a:p>
            <a:pPr lvl="1" eaLnBrk="1" hangingPunct="1">
              <a:lnSpc>
                <a:spcPct val="120000"/>
              </a:lnSpc>
            </a:pPr>
            <a:r>
              <a:rPr lang="zh-CN" altLang="en-US" sz="2000" dirty="0">
                <a:latin typeface="黑体" panose="02010609060101010101" pitchFamily="49" charset="-122"/>
                <a:ea typeface="黑体" panose="02010609060101010101" pitchFamily="49" charset="-122"/>
              </a:rPr>
              <a:t>形成基线计划</a:t>
            </a:r>
          </a:p>
          <a:p>
            <a:pPr eaLnBrk="1" hangingPunct="1"/>
            <a:endParaRPr lang="zh-CN" altLang="en-US" sz="2000" dirty="0">
              <a:solidFill>
                <a:schemeClr val="accent2"/>
              </a:solidFill>
              <a:latin typeface="黑体" panose="02010609060101010101" pitchFamily="49" charset="-122"/>
              <a:ea typeface="黑体" panose="02010609060101010101" pitchFamily="49" charset="-122"/>
            </a:endParaRPr>
          </a:p>
          <a:p>
            <a:pPr eaLnBrk="1" hangingPunct="1"/>
            <a:endParaRPr lang="zh-CN" altLang="en-US" dirty="0">
              <a:latin typeface="黑体" panose="02010609060101010101" pitchFamily="49" charset="-122"/>
              <a:ea typeface="黑体" panose="02010609060101010101" pitchFamily="49" charset="-122"/>
            </a:endParaRPr>
          </a:p>
          <a:p>
            <a:pPr eaLnBrk="1" hangingPunct="1"/>
            <a:endParaRPr lang="en-US" altLang="zh-CN" sz="2400" dirty="0">
              <a:solidFill>
                <a:schemeClr val="accent2"/>
              </a:solidFill>
              <a:latin typeface="黑体" panose="02010609060101010101" pitchFamily="49" charset="-122"/>
              <a:ea typeface="黑体" panose="02010609060101010101" pitchFamily="49" charset="-122"/>
            </a:endParaRPr>
          </a:p>
        </p:txBody>
      </p:sp>
      <p:pic>
        <p:nvPicPr>
          <p:cNvPr id="79876" name="Picture 4" descr="jkl">
            <a:extLst>
              <a:ext uri="{FF2B5EF4-FFF2-40B4-BE49-F238E27FC236}">
                <a16:creationId xmlns:a16="http://schemas.microsoft.com/office/drawing/2014/main" id="{E643E829-F65F-F02C-5D82-D264687317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4525" y="4076700"/>
            <a:ext cx="2555875" cy="2570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1CE64E-4074-0B05-1F14-3F06966BACDF}"/>
              </a:ext>
            </a:extLst>
          </p:cNvPr>
          <p:cNvSpPr>
            <a:spLocks noGrp="1"/>
          </p:cNvSpPr>
          <p:nvPr>
            <p:ph type="title"/>
          </p:nvPr>
        </p:nvSpPr>
        <p:spPr/>
        <p:txBody>
          <a:bodyPr/>
          <a:lstStyle/>
          <a:p>
            <a:r>
              <a:rPr kumimoji="1" lang="zh-CN" altLang="en-US" dirty="0"/>
              <a:t>软件项目进度计划</a:t>
            </a:r>
            <a:endParaRPr lang="zh-CN" altLang="en-US" dirty="0"/>
          </a:p>
        </p:txBody>
      </p:sp>
      <p:sp>
        <p:nvSpPr>
          <p:cNvPr id="3" name="内容占位符 2">
            <a:extLst>
              <a:ext uri="{FF2B5EF4-FFF2-40B4-BE49-F238E27FC236}">
                <a16:creationId xmlns:a16="http://schemas.microsoft.com/office/drawing/2014/main" id="{198602A3-A78E-79DC-386D-F4B7437670DB}"/>
              </a:ext>
            </a:extLst>
          </p:cNvPr>
          <p:cNvSpPr>
            <a:spLocks noGrp="1"/>
          </p:cNvSpPr>
          <p:nvPr>
            <p:ph idx="1"/>
          </p:nvPr>
        </p:nvSpPr>
        <p:spPr/>
        <p:txBody>
          <a:bodyPr/>
          <a:lstStyle/>
          <a:p>
            <a:r>
              <a:rPr lang="zh-CN" altLang="en-US" sz="2000" dirty="0"/>
              <a:t>进度计划：</a:t>
            </a:r>
            <a:endParaRPr lang="en-US" altLang="zh-CN" sz="2000" dirty="0"/>
          </a:p>
          <a:p>
            <a:r>
              <a:rPr lang="zh-CN" altLang="en-US" sz="2000" dirty="0"/>
              <a:t>最直观的理解就是不同任务（活动）的时间安排</a:t>
            </a:r>
            <a:endParaRPr lang="en-US" altLang="zh-CN" sz="2000" dirty="0"/>
          </a:p>
          <a:p>
            <a:r>
              <a:rPr lang="zh-CN" altLang="en-US" sz="2000" dirty="0"/>
              <a:t>比如：</a:t>
            </a:r>
            <a:endParaRPr lang="en-US" altLang="zh-CN" sz="2000" dirty="0"/>
          </a:p>
          <a:p>
            <a:r>
              <a:rPr lang="zh-CN" altLang="en-US" sz="2000" dirty="0"/>
              <a:t> 假设有一座陈旧的矩形木板房需要重新油漆。这项工作必须分</a:t>
            </a:r>
            <a:r>
              <a:rPr lang="en-US" altLang="zh-CN" sz="2000" dirty="0"/>
              <a:t>3</a:t>
            </a:r>
            <a:r>
              <a:rPr lang="zh-CN" altLang="en-US" sz="2000" dirty="0"/>
              <a:t>步完成： </a:t>
            </a:r>
            <a:r>
              <a:rPr lang="zh-CN" altLang="en-US" sz="2000" dirty="0">
                <a:solidFill>
                  <a:srgbClr val="FF0000"/>
                </a:solidFill>
              </a:rPr>
              <a:t>首先刮掉旧漆</a:t>
            </a:r>
            <a:r>
              <a:rPr lang="zh-CN" altLang="en-US" sz="2000" dirty="0"/>
              <a:t>，</a:t>
            </a:r>
            <a:r>
              <a:rPr lang="zh-CN" altLang="en-US" sz="2000" dirty="0">
                <a:solidFill>
                  <a:srgbClr val="00B0F0"/>
                </a:solidFill>
              </a:rPr>
              <a:t>然后刷上新漆</a:t>
            </a:r>
            <a:r>
              <a:rPr lang="zh-CN" altLang="en-US" sz="2000" dirty="0"/>
              <a:t>，</a:t>
            </a:r>
            <a:r>
              <a:rPr lang="zh-CN" altLang="en-US" sz="2000" dirty="0">
                <a:solidFill>
                  <a:srgbClr val="00B050"/>
                </a:solidFill>
              </a:rPr>
              <a:t>最后清除溅在窗户上的油漆</a:t>
            </a:r>
            <a:r>
              <a:rPr lang="zh-CN" altLang="en-US" sz="2000" dirty="0"/>
              <a:t>。假设一共分配了</a:t>
            </a:r>
            <a:r>
              <a:rPr lang="en-US" altLang="zh-CN" sz="2000" dirty="0"/>
              <a:t>15</a:t>
            </a:r>
            <a:r>
              <a:rPr lang="zh-CN" altLang="en-US" sz="2000" dirty="0"/>
              <a:t>名工人去完成这项工作，然而工具却很有限： 只有</a:t>
            </a:r>
            <a:r>
              <a:rPr lang="en-US" altLang="zh-CN" sz="2000" dirty="0"/>
              <a:t>5</a:t>
            </a:r>
            <a:r>
              <a:rPr lang="zh-CN" altLang="en-US" sz="2000" dirty="0"/>
              <a:t>把刮旧漆用的刮板，</a:t>
            </a:r>
            <a:r>
              <a:rPr lang="en-US" altLang="zh-CN" sz="2000" dirty="0"/>
              <a:t>5</a:t>
            </a:r>
            <a:r>
              <a:rPr lang="zh-CN" altLang="en-US" sz="2000" dirty="0"/>
              <a:t>把刷漆用的刷子，</a:t>
            </a:r>
            <a:r>
              <a:rPr lang="en-US" altLang="zh-CN" sz="2000" dirty="0"/>
              <a:t>5</a:t>
            </a:r>
            <a:r>
              <a:rPr lang="zh-CN" altLang="en-US" sz="2000" dirty="0"/>
              <a:t>把清除溅在窗户上的油漆用的小刮刀。怎样安排才能使工作进行得更有效呢</a:t>
            </a:r>
            <a:r>
              <a:rPr lang="en-US" altLang="zh-CN" sz="2000" dirty="0"/>
              <a:t>?</a:t>
            </a:r>
          </a:p>
          <a:p>
            <a:endParaRPr lang="zh-CN" altLang="en-US" dirty="0"/>
          </a:p>
        </p:txBody>
      </p:sp>
      <p:pic>
        <p:nvPicPr>
          <p:cNvPr id="5" name="图片 4">
            <a:extLst>
              <a:ext uri="{FF2B5EF4-FFF2-40B4-BE49-F238E27FC236}">
                <a16:creationId xmlns:a16="http://schemas.microsoft.com/office/drawing/2014/main" id="{8084FC59-7823-69EC-57ED-C8E6121E49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75972" y="5710103"/>
            <a:ext cx="1070264" cy="833022"/>
          </a:xfrm>
          <a:prstGeom prst="rect">
            <a:avLst/>
          </a:prstGeom>
        </p:spPr>
      </p:pic>
      <p:pic>
        <p:nvPicPr>
          <p:cNvPr id="7" name="图片 6">
            <a:extLst>
              <a:ext uri="{FF2B5EF4-FFF2-40B4-BE49-F238E27FC236}">
                <a16:creationId xmlns:a16="http://schemas.microsoft.com/office/drawing/2014/main" id="{8831F8D3-CC6D-F475-80E1-D18B29055D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70396" y="5805487"/>
            <a:ext cx="547670" cy="547670"/>
          </a:xfrm>
          <a:prstGeom prst="rect">
            <a:avLst/>
          </a:prstGeom>
        </p:spPr>
      </p:pic>
      <p:sp>
        <p:nvSpPr>
          <p:cNvPr id="9" name="箭头: 右 8">
            <a:extLst>
              <a:ext uri="{FF2B5EF4-FFF2-40B4-BE49-F238E27FC236}">
                <a16:creationId xmlns:a16="http://schemas.microsoft.com/office/drawing/2014/main" id="{5A3DA000-0930-5400-6985-D156EFE5A8AE}"/>
              </a:ext>
            </a:extLst>
          </p:cNvPr>
          <p:cNvSpPr/>
          <p:nvPr/>
        </p:nvSpPr>
        <p:spPr bwMode="auto">
          <a:xfrm>
            <a:off x="5094991" y="5821730"/>
            <a:ext cx="504056" cy="432048"/>
          </a:xfrm>
          <a:prstGeom prst="rightArrow">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marR="0" indent="-342900" algn="l" defTabSz="914400" rtl="0" eaLnBrk="1" fontAlgn="base" latinLnBrk="0" hangingPunct="1">
              <a:lnSpc>
                <a:spcPct val="100000"/>
              </a:lnSpc>
              <a:spcBef>
                <a:spcPct val="30000"/>
              </a:spcBef>
              <a:spcAft>
                <a:spcPct val="0"/>
              </a:spcAft>
              <a:buClr>
                <a:srgbClr val="0000FF"/>
              </a:buClr>
              <a:buSzTx/>
              <a:buFont typeface="Wingdings 2" pitchFamily="18" charset="2"/>
              <a:buNone/>
              <a:tabLst/>
            </a:pPr>
            <a:endParaRPr kumimoji="0" lang="zh-CN" altLang="en-US" sz="2400" b="1" i="0" u="none" strike="noStrike" cap="none" normalizeH="0" baseline="0">
              <a:ln>
                <a:noFill/>
              </a:ln>
              <a:solidFill>
                <a:schemeClr val="accent1"/>
              </a:solidFill>
              <a:effectLst/>
              <a:latin typeface="宋体" pitchFamily="2" charset="-122"/>
              <a:ea typeface="宋体" pitchFamily="2" charset="-122"/>
            </a:endParaRPr>
          </a:p>
        </p:txBody>
      </p:sp>
      <p:pic>
        <p:nvPicPr>
          <p:cNvPr id="4" name="图片 12">
            <a:extLst>
              <a:ext uri="{FF2B5EF4-FFF2-40B4-BE49-F238E27FC236}">
                <a16:creationId xmlns:a16="http://schemas.microsoft.com/office/drawing/2014/main" id="{8B3AD90B-CF11-7691-98A7-7CBE5082893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844910" y="4629526"/>
            <a:ext cx="5310163" cy="972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25923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10"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50EA0F-DDA1-41B9-8034-CE204A123F3A}"/>
              </a:ext>
            </a:extLst>
          </p:cNvPr>
          <p:cNvSpPr>
            <a:spLocks noGrp="1"/>
          </p:cNvSpPr>
          <p:nvPr>
            <p:ph type="title"/>
          </p:nvPr>
        </p:nvSpPr>
        <p:spPr/>
        <p:txBody>
          <a:bodyPr/>
          <a:lstStyle/>
          <a:p>
            <a:r>
              <a:rPr kumimoji="1" lang="zh-CN" altLang="en-US" dirty="0"/>
              <a:t>软件项目进度计划</a:t>
            </a:r>
            <a:endParaRPr lang="zh-CN" altLang="en-US" dirty="0"/>
          </a:p>
        </p:txBody>
      </p:sp>
      <p:sp>
        <p:nvSpPr>
          <p:cNvPr id="3" name="内容占位符 2">
            <a:extLst>
              <a:ext uri="{FF2B5EF4-FFF2-40B4-BE49-F238E27FC236}">
                <a16:creationId xmlns:a16="http://schemas.microsoft.com/office/drawing/2014/main" id="{FC5EBDA8-A9B6-4076-71E8-56953C931270}"/>
              </a:ext>
            </a:extLst>
          </p:cNvPr>
          <p:cNvSpPr>
            <a:spLocks noGrp="1"/>
          </p:cNvSpPr>
          <p:nvPr>
            <p:ph idx="1"/>
          </p:nvPr>
        </p:nvSpPr>
        <p:spPr>
          <a:xfrm>
            <a:off x="323850" y="1773238"/>
            <a:ext cx="8640763" cy="1655762"/>
          </a:xfrm>
        </p:spPr>
        <p:txBody>
          <a:bodyPr/>
          <a:lstStyle/>
          <a:p>
            <a:r>
              <a:rPr lang="zh-CN" altLang="zh-CN" sz="2400" kern="100" dirty="0">
                <a:latin typeface="Calibri" panose="020F0502020204030204" pitchFamily="34" charset="0"/>
                <a:cs typeface="Times New Roman" panose="02020603050405020304" pitchFamily="18" charset="0"/>
              </a:rPr>
              <a:t>一种做法是首先刮掉</a:t>
            </a:r>
            <a:r>
              <a:rPr lang="zh-CN" altLang="zh-CN" sz="2400" kern="100" dirty="0">
                <a:solidFill>
                  <a:srgbClr val="FF0000"/>
                </a:solidFill>
                <a:latin typeface="Calibri" panose="020F0502020204030204" pitchFamily="34" charset="0"/>
                <a:cs typeface="Times New Roman" panose="02020603050405020304" pitchFamily="18" charset="0"/>
              </a:rPr>
              <a:t>四面墙壁</a:t>
            </a:r>
            <a:r>
              <a:rPr lang="zh-CN" altLang="zh-CN" sz="2400" kern="100" dirty="0">
                <a:latin typeface="Calibri" panose="020F0502020204030204" pitchFamily="34" charset="0"/>
                <a:cs typeface="Times New Roman" panose="02020603050405020304" pitchFamily="18" charset="0"/>
              </a:rPr>
              <a:t>上的旧漆，然后给每面墙壁都刷上新漆，最后清除溅在每个窗户上的油漆。显然这是效率最低的做法，因为总共有</a:t>
            </a:r>
            <a:r>
              <a:rPr lang="en-US" altLang="zh-CN" sz="2400" kern="100" dirty="0">
                <a:latin typeface="Calibri" panose="020F0502020204030204" pitchFamily="34" charset="0"/>
                <a:cs typeface="Times New Roman" panose="02020603050405020304" pitchFamily="18" charset="0"/>
              </a:rPr>
              <a:t>15</a:t>
            </a:r>
            <a:r>
              <a:rPr lang="zh-CN" altLang="zh-CN" sz="2400" kern="100" dirty="0">
                <a:latin typeface="Calibri" panose="020F0502020204030204" pitchFamily="34" charset="0"/>
                <a:cs typeface="Times New Roman" panose="02020603050405020304" pitchFamily="18" charset="0"/>
              </a:rPr>
              <a:t>名工人，然而每种工具却只有</a:t>
            </a:r>
            <a:r>
              <a:rPr lang="en-US" altLang="zh-CN" sz="2400" kern="100" dirty="0">
                <a:latin typeface="Calibri" panose="020F0502020204030204" pitchFamily="34" charset="0"/>
                <a:cs typeface="Times New Roman" panose="02020603050405020304" pitchFamily="18" charset="0"/>
              </a:rPr>
              <a:t>5</a:t>
            </a:r>
            <a:r>
              <a:rPr lang="zh-CN" altLang="zh-CN" sz="2400" kern="100" dirty="0">
                <a:latin typeface="Calibri" panose="020F0502020204030204" pitchFamily="34" charset="0"/>
                <a:cs typeface="Times New Roman" panose="02020603050405020304" pitchFamily="18" charset="0"/>
              </a:rPr>
              <a:t>件，</a:t>
            </a:r>
            <a:r>
              <a:rPr lang="zh-CN" altLang="zh-CN" sz="2400" kern="100" dirty="0">
                <a:solidFill>
                  <a:srgbClr val="FF0000"/>
                </a:solidFill>
                <a:latin typeface="Calibri" panose="020F0502020204030204" pitchFamily="34" charset="0"/>
                <a:cs typeface="Times New Roman" panose="02020603050405020304" pitchFamily="18" charset="0"/>
              </a:rPr>
              <a:t>这样安排工作在任何时候都有</a:t>
            </a:r>
            <a:r>
              <a:rPr lang="en-US" altLang="zh-CN" sz="2400" kern="100" dirty="0">
                <a:solidFill>
                  <a:srgbClr val="FF0000"/>
                </a:solidFill>
                <a:latin typeface="Calibri" panose="020F0502020204030204" pitchFamily="34" charset="0"/>
                <a:cs typeface="Times New Roman" panose="02020603050405020304" pitchFamily="18" charset="0"/>
              </a:rPr>
              <a:t>10</a:t>
            </a:r>
            <a:r>
              <a:rPr lang="zh-CN" altLang="zh-CN" sz="2400" kern="100" dirty="0">
                <a:solidFill>
                  <a:srgbClr val="FF0000"/>
                </a:solidFill>
                <a:latin typeface="Calibri" panose="020F0502020204030204" pitchFamily="34" charset="0"/>
                <a:cs typeface="Times New Roman" panose="02020603050405020304" pitchFamily="18" charset="0"/>
              </a:rPr>
              <a:t>名工人闲着没活干。</a:t>
            </a:r>
            <a:endParaRPr lang="en-US" altLang="zh-CN" sz="2400" kern="100" dirty="0">
              <a:solidFill>
                <a:srgbClr val="FF0000"/>
              </a:solidFill>
              <a:latin typeface="Calibri" panose="020F0502020204030204" pitchFamily="34" charset="0"/>
              <a:cs typeface="Times New Roman" panose="02020603050405020304" pitchFamily="18" charset="0"/>
            </a:endParaRPr>
          </a:p>
          <a:p>
            <a:endParaRPr lang="en-US" altLang="zh-CN" sz="2400" kern="100" dirty="0">
              <a:solidFill>
                <a:srgbClr val="FF0000"/>
              </a:solidFill>
              <a:latin typeface="Calibri" panose="020F0502020204030204" pitchFamily="34" charset="0"/>
              <a:cs typeface="Times New Roman" panose="02020603050405020304" pitchFamily="18" charset="0"/>
            </a:endParaRPr>
          </a:p>
          <a:p>
            <a:endParaRPr lang="zh-CN" altLang="en-US" sz="2400" dirty="0"/>
          </a:p>
        </p:txBody>
      </p:sp>
      <p:sp>
        <p:nvSpPr>
          <p:cNvPr id="5" name="内容占位符 2">
            <a:extLst>
              <a:ext uri="{FF2B5EF4-FFF2-40B4-BE49-F238E27FC236}">
                <a16:creationId xmlns:a16="http://schemas.microsoft.com/office/drawing/2014/main" id="{48E14E24-89F7-1A34-A72E-B327E125544E}"/>
              </a:ext>
            </a:extLst>
          </p:cNvPr>
          <p:cNvSpPr txBox="1">
            <a:spLocks/>
          </p:cNvSpPr>
          <p:nvPr/>
        </p:nvSpPr>
        <p:spPr bwMode="auto">
          <a:xfrm>
            <a:off x="336466" y="3501008"/>
            <a:ext cx="8640763" cy="2016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0000"/>
              </a:spcBef>
              <a:spcAft>
                <a:spcPct val="0"/>
              </a:spcAft>
              <a:buClr>
                <a:srgbClr val="0000FF"/>
              </a:buClr>
              <a:buFont typeface="Wingdings 2" panose="05020102010507070707" pitchFamily="18" charset="2"/>
              <a:buChar char="¡"/>
              <a:defRPr sz="2800" b="1">
                <a:solidFill>
                  <a:schemeClr val="tx1"/>
                </a:solidFill>
                <a:latin typeface="+mn-lt"/>
                <a:ea typeface="+mn-ea"/>
                <a:cs typeface="+mn-cs"/>
              </a:defRPr>
            </a:lvl1pPr>
            <a:lvl2pPr marL="742950" indent="-220663" algn="l" rtl="0" eaLnBrk="0" fontAlgn="base" hangingPunct="0">
              <a:spcBef>
                <a:spcPct val="20000"/>
              </a:spcBef>
              <a:spcAft>
                <a:spcPct val="0"/>
              </a:spcAft>
              <a:buClr>
                <a:srgbClr val="0000FF"/>
              </a:buClr>
              <a:buFont typeface="黑体" panose="02010609060101010101" pitchFamily="49" charset="-122"/>
              <a:buChar char="–"/>
              <a:defRPr sz="2400" b="1">
                <a:solidFill>
                  <a:schemeClr val="tx1"/>
                </a:solidFill>
                <a:latin typeface="+mn-lt"/>
                <a:ea typeface="+mn-ea"/>
              </a:defRPr>
            </a:lvl2pPr>
            <a:lvl3pPr marL="1150938" indent="-228600" algn="l" rtl="0" eaLnBrk="0" fontAlgn="base" hangingPunct="0">
              <a:spcBef>
                <a:spcPct val="20000"/>
              </a:spcBef>
              <a:spcAft>
                <a:spcPct val="0"/>
              </a:spcAft>
              <a:buClr>
                <a:srgbClr val="0000FF"/>
              </a:buClr>
              <a:buFont typeface="黑体" panose="02010609060101010101" pitchFamily="49" charset="-122"/>
              <a:buChar char="–"/>
              <a:defRPr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mn-lt"/>
                <a:ea typeface="+mn-ea"/>
              </a:defRPr>
            </a:lvl5pPr>
            <a:lvl6pPr marL="25146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6pPr>
            <a:lvl7pPr marL="29718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7pPr>
            <a:lvl8pPr marL="34290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8pPr>
            <a:lvl9pPr marL="38862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9pPr>
          </a:lstStyle>
          <a:p>
            <a:r>
              <a:rPr lang="zh-CN" altLang="en-US" sz="2400" kern="100" dirty="0">
                <a:latin typeface="Calibri" panose="020F0502020204030204" pitchFamily="34" charset="0"/>
                <a:cs typeface="Times New Roman" panose="02020603050405020304" pitchFamily="18" charset="0"/>
              </a:rPr>
              <a:t>另</a:t>
            </a:r>
            <a:r>
              <a:rPr lang="zh-CN" altLang="zh-CN" sz="2400" kern="100" dirty="0">
                <a:latin typeface="Calibri" panose="020F0502020204030204" pitchFamily="34" charset="0"/>
                <a:cs typeface="Times New Roman" panose="02020603050405020304" pitchFamily="18" charset="0"/>
              </a:rPr>
              <a:t>一种做法是</a:t>
            </a:r>
            <a:r>
              <a:rPr lang="zh-CN" altLang="en-US" sz="2400" kern="100" dirty="0">
                <a:solidFill>
                  <a:srgbClr val="FF0000"/>
                </a:solidFill>
                <a:latin typeface="Calibri" panose="020F0502020204030204" pitchFamily="34" charset="0"/>
                <a:cs typeface="Times New Roman" panose="02020603050405020304" pitchFamily="18" charset="0"/>
              </a:rPr>
              <a:t>流水线做法</a:t>
            </a:r>
            <a:r>
              <a:rPr lang="zh-CN" altLang="en-US" sz="2400" kern="100" dirty="0">
                <a:latin typeface="Calibri" panose="020F0502020204030204" pitchFamily="34" charset="0"/>
                <a:cs typeface="Times New Roman" panose="02020603050405020304" pitchFamily="18" charset="0"/>
              </a:rPr>
              <a:t>：</a:t>
            </a:r>
            <a:endParaRPr lang="en-US" altLang="zh-CN" sz="2400" kern="100" dirty="0">
              <a:solidFill>
                <a:srgbClr val="FF0000"/>
              </a:solidFill>
              <a:latin typeface="Calibri" panose="020F0502020204030204" pitchFamily="34" charset="0"/>
              <a:cs typeface="Times New Roman" panose="02020603050405020304" pitchFamily="18" charset="0"/>
            </a:endParaRPr>
          </a:p>
          <a:p>
            <a:endParaRPr lang="zh-CN" altLang="en-US" sz="2400" kern="0" dirty="0"/>
          </a:p>
        </p:txBody>
      </p:sp>
      <p:pic>
        <p:nvPicPr>
          <p:cNvPr id="6" name="图片 9">
            <a:extLst>
              <a:ext uri="{FF2B5EF4-FFF2-40B4-BE49-F238E27FC236}">
                <a16:creationId xmlns:a16="http://schemas.microsoft.com/office/drawing/2014/main" id="{F3C491B6-29CB-0566-A675-F44CFA07039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499992" y="3514829"/>
            <a:ext cx="4277637" cy="1877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内容占位符 2">
            <a:extLst>
              <a:ext uri="{FF2B5EF4-FFF2-40B4-BE49-F238E27FC236}">
                <a16:creationId xmlns:a16="http://schemas.microsoft.com/office/drawing/2014/main" id="{D4B48F87-B878-2F52-723F-586A0BCB9D41}"/>
              </a:ext>
            </a:extLst>
          </p:cNvPr>
          <p:cNvSpPr txBox="1">
            <a:spLocks/>
          </p:cNvSpPr>
          <p:nvPr/>
        </p:nvSpPr>
        <p:spPr bwMode="auto">
          <a:xfrm>
            <a:off x="323849" y="5406178"/>
            <a:ext cx="8640763" cy="16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0000"/>
              </a:spcBef>
              <a:spcAft>
                <a:spcPct val="0"/>
              </a:spcAft>
              <a:buClr>
                <a:srgbClr val="0000FF"/>
              </a:buClr>
              <a:buFont typeface="Wingdings 2" panose="05020102010507070707" pitchFamily="18" charset="2"/>
              <a:buChar char="¡"/>
              <a:defRPr sz="2800" b="1">
                <a:solidFill>
                  <a:schemeClr val="tx1"/>
                </a:solidFill>
                <a:latin typeface="+mn-lt"/>
                <a:ea typeface="+mn-ea"/>
                <a:cs typeface="+mn-cs"/>
              </a:defRPr>
            </a:lvl1pPr>
            <a:lvl2pPr marL="742950" indent="-220663" algn="l" rtl="0" eaLnBrk="0" fontAlgn="base" hangingPunct="0">
              <a:spcBef>
                <a:spcPct val="20000"/>
              </a:spcBef>
              <a:spcAft>
                <a:spcPct val="0"/>
              </a:spcAft>
              <a:buClr>
                <a:srgbClr val="0000FF"/>
              </a:buClr>
              <a:buFont typeface="黑体" panose="02010609060101010101" pitchFamily="49" charset="-122"/>
              <a:buChar char="–"/>
              <a:defRPr sz="2400" b="1">
                <a:solidFill>
                  <a:schemeClr val="tx1"/>
                </a:solidFill>
                <a:latin typeface="+mn-lt"/>
                <a:ea typeface="+mn-ea"/>
              </a:defRPr>
            </a:lvl2pPr>
            <a:lvl3pPr marL="1150938" indent="-228600" algn="l" rtl="0" eaLnBrk="0" fontAlgn="base" hangingPunct="0">
              <a:spcBef>
                <a:spcPct val="20000"/>
              </a:spcBef>
              <a:spcAft>
                <a:spcPct val="0"/>
              </a:spcAft>
              <a:buClr>
                <a:srgbClr val="0000FF"/>
              </a:buClr>
              <a:buFont typeface="黑体" panose="02010609060101010101" pitchFamily="49" charset="-122"/>
              <a:buChar char="–"/>
              <a:defRPr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mn-lt"/>
                <a:ea typeface="+mn-ea"/>
              </a:defRPr>
            </a:lvl5pPr>
            <a:lvl6pPr marL="25146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6pPr>
            <a:lvl7pPr marL="29718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7pPr>
            <a:lvl8pPr marL="34290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8pPr>
            <a:lvl9pPr marL="38862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9pPr>
          </a:lstStyle>
          <a:p>
            <a:r>
              <a:rPr lang="zh-CN" altLang="zh-CN" sz="2400" dirty="0">
                <a:cs typeface="Times New Roman" panose="02020603050405020304" pitchFamily="18" charset="0"/>
              </a:rPr>
              <a:t>从</a:t>
            </a:r>
            <a:r>
              <a:rPr lang="zh-CN" altLang="en-US" sz="2400" dirty="0">
                <a:cs typeface="Times New Roman" panose="02020603050405020304" pitchFamily="18" charset="0"/>
              </a:rPr>
              <a:t>上图</a:t>
            </a:r>
            <a:r>
              <a:rPr lang="zh-CN" altLang="zh-CN" sz="2400" dirty="0">
                <a:cs typeface="Times New Roman" panose="02020603050405020304" pitchFamily="18" charset="0"/>
              </a:rPr>
              <a:t>可以看出，</a:t>
            </a:r>
            <a:r>
              <a:rPr lang="en-US" altLang="zh-CN" sz="2400" dirty="0">
                <a:cs typeface="Times New Roman" panose="02020603050405020304" pitchFamily="18" charset="0"/>
              </a:rPr>
              <a:t>12</a:t>
            </a:r>
            <a:r>
              <a:rPr lang="zh-CN" altLang="zh-CN" sz="2400" dirty="0">
                <a:cs typeface="Times New Roman" panose="02020603050405020304" pitchFamily="18" charset="0"/>
              </a:rPr>
              <a:t>小时后刮完所有旧漆，</a:t>
            </a:r>
            <a:r>
              <a:rPr lang="en-US" altLang="zh-CN" sz="2400" dirty="0">
                <a:cs typeface="Times New Roman" panose="02020603050405020304" pitchFamily="18" charset="0"/>
              </a:rPr>
              <a:t>20</a:t>
            </a:r>
            <a:r>
              <a:rPr lang="zh-CN" altLang="zh-CN" sz="2400" dirty="0">
                <a:cs typeface="Times New Roman" panose="02020603050405020304" pitchFamily="18" charset="0"/>
              </a:rPr>
              <a:t>小时后完成所有墙壁的刷漆工作，再过</a:t>
            </a:r>
            <a:r>
              <a:rPr lang="en-US" altLang="zh-CN" sz="2400" dirty="0">
                <a:cs typeface="Times New Roman" panose="02020603050405020304" pitchFamily="18" charset="0"/>
              </a:rPr>
              <a:t>2</a:t>
            </a:r>
            <a:r>
              <a:rPr lang="zh-CN" altLang="zh-CN" sz="2400" dirty="0">
                <a:cs typeface="Times New Roman" panose="02020603050405020304" pitchFamily="18" charset="0"/>
              </a:rPr>
              <a:t>小时后清理工作结束。因此</a:t>
            </a:r>
            <a:r>
              <a:rPr lang="zh-CN" altLang="zh-CN" sz="2400" dirty="0">
                <a:solidFill>
                  <a:srgbClr val="FF0000"/>
                </a:solidFill>
                <a:cs typeface="Times New Roman" panose="02020603050405020304" pitchFamily="18" charset="0"/>
              </a:rPr>
              <a:t>全部工程在</a:t>
            </a:r>
            <a:r>
              <a:rPr lang="en-US" altLang="zh-CN" sz="2400" dirty="0">
                <a:solidFill>
                  <a:srgbClr val="FF0000"/>
                </a:solidFill>
                <a:cs typeface="Times New Roman" panose="02020603050405020304" pitchFamily="18" charset="0"/>
              </a:rPr>
              <a:t>22</a:t>
            </a:r>
            <a:r>
              <a:rPr lang="zh-CN" altLang="zh-CN" sz="2400" dirty="0">
                <a:solidFill>
                  <a:srgbClr val="FF0000"/>
                </a:solidFill>
                <a:cs typeface="Times New Roman" panose="02020603050405020304" pitchFamily="18" charset="0"/>
              </a:rPr>
              <a:t>小时后结束，如果用前述的第一种做法，则需要</a:t>
            </a:r>
            <a:r>
              <a:rPr lang="en-US" altLang="zh-CN" sz="2400" dirty="0">
                <a:solidFill>
                  <a:srgbClr val="FF0000"/>
                </a:solidFill>
                <a:cs typeface="Times New Roman" panose="02020603050405020304" pitchFamily="18" charset="0"/>
              </a:rPr>
              <a:t>36</a:t>
            </a:r>
            <a:r>
              <a:rPr lang="zh-CN" altLang="zh-CN" sz="2400" dirty="0">
                <a:solidFill>
                  <a:srgbClr val="FF0000"/>
                </a:solidFill>
                <a:cs typeface="Times New Roman" panose="02020603050405020304" pitchFamily="18" charset="0"/>
              </a:rPr>
              <a:t>小时</a:t>
            </a:r>
            <a:r>
              <a:rPr lang="zh-CN" altLang="zh-CN" sz="2400" dirty="0">
                <a:cs typeface="Times New Roman" panose="02020603050405020304" pitchFamily="18" charset="0"/>
              </a:rPr>
              <a:t>。</a:t>
            </a:r>
            <a:endParaRPr lang="zh-CN" altLang="en-US" sz="2400" kern="0" dirty="0"/>
          </a:p>
        </p:txBody>
      </p:sp>
    </p:spTree>
    <p:extLst>
      <p:ext uri="{BB962C8B-B14F-4D97-AF65-F5344CB8AC3E}">
        <p14:creationId xmlns:p14="http://schemas.microsoft.com/office/powerpoint/2010/main" val="208755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0" end="0"/>
                                            </p:txEl>
                                          </p:spTgt>
                                        </p:tgtEl>
                                        <p:attrNameLst>
                                          <p:attrName>style.visibility</p:attrName>
                                        </p:attrNameLst>
                                      </p:cBhvr>
                                      <p:to>
                                        <p:strVal val="visible"/>
                                      </p:to>
                                    </p:set>
                                    <p:animEffect transition="in" filter="fade">
                                      <p:cBhvr>
                                        <p:cTn id="22"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468B89B4-2CE0-93E5-5A89-DCA7DAF9A532}"/>
              </a:ext>
            </a:extLst>
          </p:cNvPr>
          <p:cNvSpPr>
            <a:spLocks noGrp="1" noChangeArrowheads="1"/>
          </p:cNvSpPr>
          <p:nvPr>
            <p:ph type="title"/>
          </p:nvPr>
        </p:nvSpPr>
        <p:spPr/>
        <p:txBody>
          <a:bodyPr/>
          <a:lstStyle/>
          <a:p>
            <a:pPr eaLnBrk="1" hangingPunct="1"/>
            <a:r>
              <a:rPr kumimoji="1" lang="zh-CN" altLang="en-US"/>
              <a:t>软件项目进度计划</a:t>
            </a:r>
          </a:p>
        </p:txBody>
      </p:sp>
      <p:sp>
        <p:nvSpPr>
          <p:cNvPr id="80899" name="Rectangle 3">
            <a:extLst>
              <a:ext uri="{FF2B5EF4-FFF2-40B4-BE49-F238E27FC236}">
                <a16:creationId xmlns:a16="http://schemas.microsoft.com/office/drawing/2014/main" id="{6A10C7FF-8211-B401-AD9F-AC1DB71D5572}"/>
              </a:ext>
            </a:extLst>
          </p:cNvPr>
          <p:cNvSpPr>
            <a:spLocks noGrp="1" noChangeArrowheads="1"/>
          </p:cNvSpPr>
          <p:nvPr>
            <p:ph type="body" idx="1"/>
          </p:nvPr>
        </p:nvSpPr>
        <p:spPr>
          <a:xfrm>
            <a:off x="1042988" y="2060575"/>
            <a:ext cx="7921625" cy="4797425"/>
          </a:xfrm>
        </p:spPr>
        <p:txBody>
          <a:bodyPr/>
          <a:lstStyle/>
          <a:p>
            <a:pPr eaLnBrk="1" hangingPunct="1"/>
            <a:r>
              <a:rPr lang="zh-CN" altLang="en-US" sz="2400" dirty="0">
                <a:solidFill>
                  <a:schemeClr val="accent2"/>
                </a:solidFill>
                <a:latin typeface="黑体" panose="02010609060101010101" pitchFamily="49" charset="-122"/>
                <a:ea typeface="黑体" panose="02010609060101010101" pitchFamily="49" charset="-122"/>
              </a:rPr>
              <a:t>进度编制的基本方法</a:t>
            </a:r>
          </a:p>
          <a:p>
            <a:pPr eaLnBrk="1" hangingPunct="1">
              <a:lnSpc>
                <a:spcPct val="120000"/>
              </a:lnSpc>
            </a:pPr>
            <a:r>
              <a:rPr lang="zh-CN" altLang="en-US" sz="2000">
                <a:solidFill>
                  <a:srgbClr val="FF0000"/>
                </a:solidFill>
                <a:latin typeface="黑体" panose="02010609060101010101" pitchFamily="49" charset="-122"/>
                <a:ea typeface="黑体" panose="02010609060101010101" pitchFamily="49" charset="-122"/>
              </a:rPr>
              <a:t>关键路径法（重点）</a:t>
            </a:r>
            <a:endParaRPr lang="zh-CN" altLang="en-US" sz="2000" dirty="0">
              <a:solidFill>
                <a:srgbClr val="FF0000"/>
              </a:solidFill>
              <a:latin typeface="黑体" panose="02010609060101010101" pitchFamily="49" charset="-122"/>
              <a:ea typeface="黑体" panose="02010609060101010101" pitchFamily="49" charset="-122"/>
            </a:endParaRPr>
          </a:p>
          <a:p>
            <a:pPr lvl="1" eaLnBrk="1" hangingPunct="1">
              <a:lnSpc>
                <a:spcPct val="120000"/>
              </a:lnSpc>
              <a:spcBef>
                <a:spcPct val="30000"/>
              </a:spcBef>
            </a:pPr>
            <a:r>
              <a:rPr lang="zh-CN" altLang="en-US" sz="2000" dirty="0">
                <a:latin typeface="黑体" panose="02010609060101010101" pitchFamily="49" charset="-122"/>
                <a:ea typeface="黑体" panose="02010609060101010101" pitchFamily="49" charset="-122"/>
              </a:rPr>
              <a:t>正推法</a:t>
            </a:r>
          </a:p>
          <a:p>
            <a:pPr lvl="1" eaLnBrk="1" hangingPunct="1">
              <a:lnSpc>
                <a:spcPct val="120000"/>
              </a:lnSpc>
              <a:spcBef>
                <a:spcPct val="30000"/>
              </a:spcBef>
            </a:pPr>
            <a:r>
              <a:rPr lang="zh-CN" altLang="en-US" sz="2000" dirty="0">
                <a:latin typeface="黑体" panose="02010609060101010101" pitchFamily="49" charset="-122"/>
                <a:ea typeface="黑体" panose="02010609060101010101" pitchFamily="49" charset="-122"/>
              </a:rPr>
              <a:t>逆推法</a:t>
            </a:r>
          </a:p>
          <a:p>
            <a:pPr eaLnBrk="1" hangingPunct="1">
              <a:lnSpc>
                <a:spcPct val="120000"/>
              </a:lnSpc>
            </a:pPr>
            <a:r>
              <a:rPr lang="zh-CN" altLang="en-US" sz="2000" dirty="0">
                <a:solidFill>
                  <a:schemeClr val="accent2"/>
                </a:solidFill>
                <a:latin typeface="黑体" panose="02010609060101010101" pitchFamily="49" charset="-122"/>
                <a:ea typeface="黑体" panose="02010609060101010101" pitchFamily="49" charset="-122"/>
              </a:rPr>
              <a:t>时间压缩法</a:t>
            </a:r>
          </a:p>
          <a:p>
            <a:pPr lvl="1" eaLnBrk="1" hangingPunct="1">
              <a:lnSpc>
                <a:spcPct val="120000"/>
              </a:lnSpc>
              <a:spcBef>
                <a:spcPct val="30000"/>
              </a:spcBef>
            </a:pPr>
            <a:r>
              <a:rPr lang="zh-CN" altLang="en-US" sz="2000" dirty="0">
                <a:latin typeface="黑体" panose="02010609060101010101" pitchFamily="49" charset="-122"/>
                <a:ea typeface="黑体" panose="02010609060101010101" pitchFamily="49" charset="-122"/>
              </a:rPr>
              <a:t>赶工（</a:t>
            </a:r>
            <a:r>
              <a:rPr lang="en-US" altLang="zh-CN" sz="2000" dirty="0">
                <a:ea typeface="黑体" panose="02010609060101010101" pitchFamily="49" charset="-122"/>
              </a:rPr>
              <a:t>Crash</a:t>
            </a:r>
            <a:r>
              <a:rPr lang="zh-CN" altLang="en-US" sz="2000" dirty="0">
                <a:latin typeface="黑体" panose="02010609060101010101" pitchFamily="49" charset="-122"/>
                <a:ea typeface="黑体" panose="02010609060101010101" pitchFamily="49" charset="-122"/>
              </a:rPr>
              <a:t>）</a:t>
            </a:r>
          </a:p>
          <a:p>
            <a:pPr lvl="1" eaLnBrk="1" hangingPunct="1">
              <a:lnSpc>
                <a:spcPct val="120000"/>
              </a:lnSpc>
              <a:spcBef>
                <a:spcPct val="30000"/>
              </a:spcBef>
            </a:pPr>
            <a:r>
              <a:rPr lang="zh-CN" altLang="en-US" sz="2000" dirty="0">
                <a:latin typeface="黑体" panose="02010609060101010101" pitchFamily="49" charset="-122"/>
                <a:ea typeface="黑体" panose="02010609060101010101" pitchFamily="49" charset="-122"/>
              </a:rPr>
              <a:t>快速跟进（</a:t>
            </a:r>
            <a:r>
              <a:rPr lang="en-US" altLang="zh-CN" sz="2000" dirty="0">
                <a:ea typeface="黑体" panose="02010609060101010101" pitchFamily="49" charset="-122"/>
              </a:rPr>
              <a:t>Fast tracking</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搭接） </a:t>
            </a:r>
          </a:p>
          <a:p>
            <a:pPr eaLnBrk="1" hangingPunct="1">
              <a:lnSpc>
                <a:spcPct val="120000"/>
              </a:lnSpc>
            </a:pPr>
            <a:r>
              <a:rPr lang="zh-CN" altLang="en-US" sz="2000" dirty="0">
                <a:solidFill>
                  <a:schemeClr val="accent2"/>
                </a:solidFill>
                <a:latin typeface="黑体" panose="02010609060101010101" pitchFamily="49" charset="-122"/>
                <a:ea typeface="黑体" panose="02010609060101010101" pitchFamily="49" charset="-122"/>
              </a:rPr>
              <a:t>资源调整尝试法</a:t>
            </a:r>
            <a:r>
              <a:rPr lang="zh-CN" altLang="en-US" sz="2000" dirty="0">
                <a:latin typeface="黑体" panose="02010609060101010101" pitchFamily="49" charset="-122"/>
                <a:ea typeface="黑体" panose="02010609060101010101" pitchFamily="49" charset="-122"/>
              </a:rPr>
              <a:t> </a:t>
            </a:r>
          </a:p>
          <a:p>
            <a:pPr eaLnBrk="1" hangingPunct="1"/>
            <a:endParaRPr lang="en-US" altLang="zh-CN" sz="2000" dirty="0">
              <a:solidFill>
                <a:schemeClr val="accent2"/>
              </a:solidFill>
              <a:latin typeface="黑体" panose="02010609060101010101" pitchFamily="49" charset="-122"/>
              <a:ea typeface="黑体" panose="02010609060101010101" pitchFamily="49" charset="-12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81C66D20-A149-701E-71A2-2D401DD8A031}"/>
              </a:ext>
            </a:extLst>
          </p:cNvPr>
          <p:cNvSpPr>
            <a:spLocks noGrp="1" noChangeArrowheads="1"/>
          </p:cNvSpPr>
          <p:nvPr>
            <p:ph type="title"/>
          </p:nvPr>
        </p:nvSpPr>
        <p:spPr/>
        <p:txBody>
          <a:bodyPr/>
          <a:lstStyle/>
          <a:p>
            <a:pPr eaLnBrk="1" hangingPunct="1"/>
            <a:r>
              <a:rPr kumimoji="1" lang="zh-CN" altLang="en-US"/>
              <a:t>软件项目进度计划</a:t>
            </a:r>
            <a:r>
              <a:rPr kumimoji="1" lang="en-US" altLang="zh-CN" sz="2000"/>
              <a:t>——</a:t>
            </a:r>
            <a:r>
              <a:rPr lang="zh-CN" altLang="en-US" sz="2400">
                <a:latin typeface="宋体" panose="02010600030101010101" pitchFamily="2" charset="-122"/>
              </a:rPr>
              <a:t>关键路径法</a:t>
            </a:r>
          </a:p>
        </p:txBody>
      </p:sp>
      <p:sp>
        <p:nvSpPr>
          <p:cNvPr id="81923" name="Rectangle 3">
            <a:extLst>
              <a:ext uri="{FF2B5EF4-FFF2-40B4-BE49-F238E27FC236}">
                <a16:creationId xmlns:a16="http://schemas.microsoft.com/office/drawing/2014/main" id="{71E954CD-CBC9-7D05-7D0D-AE6B1E64D6DB}"/>
              </a:ext>
            </a:extLst>
          </p:cNvPr>
          <p:cNvSpPr>
            <a:spLocks noGrp="1" noChangeArrowheads="1"/>
          </p:cNvSpPr>
          <p:nvPr>
            <p:ph type="body" idx="1"/>
          </p:nvPr>
        </p:nvSpPr>
        <p:spPr>
          <a:xfrm>
            <a:off x="719138" y="2060575"/>
            <a:ext cx="8245475" cy="4797425"/>
          </a:xfrm>
        </p:spPr>
        <p:txBody>
          <a:bodyPr/>
          <a:lstStyle/>
          <a:p>
            <a:pPr eaLnBrk="1" hangingPunct="1">
              <a:lnSpc>
                <a:spcPct val="130000"/>
              </a:lnSpc>
              <a:spcBef>
                <a:spcPct val="50000"/>
              </a:spcBef>
            </a:pPr>
            <a:r>
              <a:rPr lang="zh-CN" altLang="en-US" sz="2400">
                <a:solidFill>
                  <a:schemeClr val="accent2"/>
                </a:solidFill>
                <a:latin typeface="黑体" panose="02010609060101010101" pitchFamily="49" charset="-122"/>
                <a:ea typeface="黑体" panose="02010609060101010101" pitchFamily="49" charset="-122"/>
              </a:rPr>
              <a:t>关键路径法</a:t>
            </a:r>
            <a:r>
              <a:rPr lang="zh-CN" altLang="en-US" sz="2400">
                <a:solidFill>
                  <a:schemeClr val="accent2"/>
                </a:solidFill>
                <a:ea typeface="黑体" panose="02010609060101010101" pitchFamily="49" charset="-122"/>
              </a:rPr>
              <a:t>（</a:t>
            </a:r>
            <a:r>
              <a:rPr lang="en-US" altLang="zh-CN" sz="2400">
                <a:solidFill>
                  <a:schemeClr val="accent2"/>
                </a:solidFill>
                <a:ea typeface="黑体" panose="02010609060101010101" pitchFamily="49" charset="-122"/>
              </a:rPr>
              <a:t>CPM</a:t>
            </a:r>
            <a:r>
              <a:rPr lang="zh-CN" altLang="en-US" sz="2400">
                <a:solidFill>
                  <a:schemeClr val="accent2"/>
                </a:solidFill>
                <a:ea typeface="黑体" panose="02010609060101010101" pitchFamily="49" charset="-122"/>
              </a:rPr>
              <a:t>： </a:t>
            </a:r>
            <a:r>
              <a:rPr lang="en-US" altLang="zh-CN" sz="2400">
                <a:solidFill>
                  <a:schemeClr val="accent2"/>
                </a:solidFill>
                <a:ea typeface="黑体" panose="02010609060101010101" pitchFamily="49" charset="-122"/>
              </a:rPr>
              <a:t>Critical Path Method</a:t>
            </a:r>
            <a:r>
              <a:rPr lang="zh-CN" altLang="en-US" sz="2400">
                <a:solidFill>
                  <a:schemeClr val="accent2"/>
                </a:solidFill>
                <a:ea typeface="黑体" panose="02010609060101010101" pitchFamily="49" charset="-122"/>
              </a:rPr>
              <a:t>）</a:t>
            </a:r>
          </a:p>
          <a:p>
            <a:pPr lvl="1" eaLnBrk="1" hangingPunct="1">
              <a:lnSpc>
                <a:spcPct val="150000"/>
              </a:lnSpc>
              <a:spcBef>
                <a:spcPct val="70000"/>
              </a:spcBef>
            </a:pPr>
            <a:r>
              <a:rPr lang="en-US" altLang="zh-CN" sz="2000">
                <a:ea typeface="黑体" panose="02010609060101010101" pitchFamily="49" charset="-122"/>
              </a:rPr>
              <a:t>CPM</a:t>
            </a:r>
            <a:r>
              <a:rPr lang="zh-CN" altLang="en-US" sz="2000">
                <a:latin typeface="黑体" panose="02010609060101010101" pitchFamily="49" charset="-122"/>
                <a:ea typeface="黑体" panose="02010609060101010101" pitchFamily="49" charset="-122"/>
              </a:rPr>
              <a:t>是根据指定的网络顺序逻辑关系和单一的历时估算，计算每一个活动的单一的、确定的最早和最迟开始和完成日期</a:t>
            </a:r>
          </a:p>
          <a:p>
            <a:pPr lvl="1" eaLnBrk="1" hangingPunct="1">
              <a:lnSpc>
                <a:spcPct val="150000"/>
              </a:lnSpc>
              <a:spcBef>
                <a:spcPct val="70000"/>
              </a:spcBef>
            </a:pPr>
            <a:r>
              <a:rPr lang="zh-CN" altLang="en-US" sz="2000">
                <a:latin typeface="黑体" panose="02010609060101010101" pitchFamily="49" charset="-122"/>
                <a:ea typeface="黑体" panose="02010609060101010101" pitchFamily="49" charset="-122"/>
              </a:rPr>
              <a:t>计算网络图中完成时间最长的路径</a:t>
            </a:r>
          </a:p>
          <a:p>
            <a:pPr lvl="1" eaLnBrk="1" hangingPunct="1">
              <a:lnSpc>
                <a:spcPct val="150000"/>
              </a:lnSpc>
              <a:spcBef>
                <a:spcPct val="70000"/>
              </a:spcBef>
            </a:pPr>
            <a:r>
              <a:rPr lang="zh-CN" altLang="en-US" sz="2000">
                <a:latin typeface="黑体" panose="02010609060101010101" pitchFamily="49" charset="-122"/>
                <a:ea typeface="黑体" panose="02010609060101010101" pitchFamily="49" charset="-122"/>
              </a:rPr>
              <a:t>计算浮动时间</a:t>
            </a:r>
          </a:p>
          <a:p>
            <a:pPr eaLnBrk="1" hangingPunct="1">
              <a:lnSpc>
                <a:spcPct val="130000"/>
              </a:lnSpc>
              <a:spcBef>
                <a:spcPct val="50000"/>
              </a:spcBef>
            </a:pPr>
            <a:endParaRPr lang="en-US" altLang="zh-CN" sz="2000">
              <a:solidFill>
                <a:schemeClr val="accent2"/>
              </a:solidFill>
              <a:ea typeface="黑体" panose="02010609060101010101" pitchFamily="49"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37E2ED-673A-567B-DDFD-63706D938678}"/>
              </a:ext>
            </a:extLst>
          </p:cNvPr>
          <p:cNvSpPr>
            <a:spLocks noGrp="1"/>
          </p:cNvSpPr>
          <p:nvPr>
            <p:ph type="title"/>
          </p:nvPr>
        </p:nvSpPr>
        <p:spPr/>
        <p:txBody>
          <a:bodyPr/>
          <a:lstStyle/>
          <a:p>
            <a:r>
              <a:rPr kumimoji="1" lang="zh-CN" altLang="en-US" dirty="0"/>
              <a:t>软件项目进度计划</a:t>
            </a:r>
            <a:endParaRPr lang="zh-CN" altLang="en-US" dirty="0"/>
          </a:p>
        </p:txBody>
      </p:sp>
      <p:sp>
        <p:nvSpPr>
          <p:cNvPr id="3" name="内容占位符 2">
            <a:extLst>
              <a:ext uri="{FF2B5EF4-FFF2-40B4-BE49-F238E27FC236}">
                <a16:creationId xmlns:a16="http://schemas.microsoft.com/office/drawing/2014/main" id="{2A6147E9-6576-D219-440B-A56CFBD96684}"/>
              </a:ext>
            </a:extLst>
          </p:cNvPr>
          <p:cNvSpPr>
            <a:spLocks noGrp="1"/>
          </p:cNvSpPr>
          <p:nvPr>
            <p:ph idx="1"/>
          </p:nvPr>
        </p:nvSpPr>
        <p:spPr>
          <a:xfrm>
            <a:off x="323850" y="1773238"/>
            <a:ext cx="8640763" cy="1439738"/>
          </a:xfrm>
        </p:spPr>
        <p:txBody>
          <a:bodyPr/>
          <a:lstStyle/>
          <a:p>
            <a:r>
              <a:rPr lang="zh-CN" altLang="en-US" dirty="0"/>
              <a:t>假设一个项目包括两个活动</a:t>
            </a:r>
            <a:r>
              <a:rPr lang="en-US" altLang="zh-CN" dirty="0"/>
              <a:t>A</a:t>
            </a:r>
            <a:r>
              <a:rPr lang="zh-CN" altLang="en-US" dirty="0"/>
              <a:t>、</a:t>
            </a:r>
            <a:r>
              <a:rPr lang="en-US" altLang="zh-CN" dirty="0"/>
              <a:t>B</a:t>
            </a:r>
            <a:r>
              <a:rPr lang="zh-CN" altLang="en-US" dirty="0"/>
              <a:t>，需要</a:t>
            </a:r>
            <a:r>
              <a:rPr lang="en-US" altLang="zh-CN" dirty="0"/>
              <a:t>A</a:t>
            </a:r>
            <a:r>
              <a:rPr lang="zh-CN" altLang="en-US" dirty="0"/>
              <a:t>、</a:t>
            </a:r>
            <a:r>
              <a:rPr lang="en-US" altLang="zh-CN" dirty="0"/>
              <a:t>B</a:t>
            </a:r>
            <a:r>
              <a:rPr lang="zh-CN" altLang="en-US" dirty="0"/>
              <a:t>两个活动全部完成才能完成该项目，两个活动没有关联，且</a:t>
            </a:r>
            <a:r>
              <a:rPr lang="en-US" altLang="zh-CN" dirty="0"/>
              <a:t>A</a:t>
            </a:r>
            <a:r>
              <a:rPr lang="zh-CN" altLang="en-US" dirty="0"/>
              <a:t>活动需要</a:t>
            </a:r>
            <a:r>
              <a:rPr lang="en-US" altLang="zh-CN" dirty="0"/>
              <a:t>100</a:t>
            </a:r>
            <a:r>
              <a:rPr lang="zh-CN" altLang="en-US" dirty="0"/>
              <a:t>天完成，</a:t>
            </a:r>
            <a:r>
              <a:rPr lang="en-US" altLang="zh-CN" dirty="0"/>
              <a:t>B</a:t>
            </a:r>
            <a:r>
              <a:rPr lang="zh-CN" altLang="en-US" dirty="0"/>
              <a:t>活动需要</a:t>
            </a:r>
            <a:r>
              <a:rPr lang="en-US" altLang="zh-CN" dirty="0"/>
              <a:t>10</a:t>
            </a:r>
            <a:r>
              <a:rPr lang="zh-CN" altLang="en-US" dirty="0"/>
              <a:t>天完成。</a:t>
            </a:r>
          </a:p>
        </p:txBody>
      </p:sp>
      <p:sp>
        <p:nvSpPr>
          <p:cNvPr id="4" name="内容占位符 2">
            <a:extLst>
              <a:ext uri="{FF2B5EF4-FFF2-40B4-BE49-F238E27FC236}">
                <a16:creationId xmlns:a16="http://schemas.microsoft.com/office/drawing/2014/main" id="{11F002B0-00EE-BA09-A3AE-1C175AF1078D}"/>
              </a:ext>
            </a:extLst>
          </p:cNvPr>
          <p:cNvSpPr txBox="1">
            <a:spLocks/>
          </p:cNvSpPr>
          <p:nvPr/>
        </p:nvSpPr>
        <p:spPr bwMode="auto">
          <a:xfrm>
            <a:off x="6444208" y="4056646"/>
            <a:ext cx="2808312" cy="1748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0000"/>
              </a:spcBef>
              <a:spcAft>
                <a:spcPct val="0"/>
              </a:spcAft>
              <a:buClr>
                <a:srgbClr val="0000FF"/>
              </a:buClr>
              <a:buFont typeface="Wingdings 2" panose="05020102010507070707" pitchFamily="18" charset="2"/>
              <a:buChar char="¡"/>
              <a:defRPr sz="2800" b="1">
                <a:solidFill>
                  <a:schemeClr val="tx1"/>
                </a:solidFill>
                <a:latin typeface="+mn-lt"/>
                <a:ea typeface="+mn-ea"/>
                <a:cs typeface="+mn-cs"/>
              </a:defRPr>
            </a:lvl1pPr>
            <a:lvl2pPr marL="742950" indent="-220663" algn="l" rtl="0" eaLnBrk="0" fontAlgn="base" hangingPunct="0">
              <a:spcBef>
                <a:spcPct val="20000"/>
              </a:spcBef>
              <a:spcAft>
                <a:spcPct val="0"/>
              </a:spcAft>
              <a:buClr>
                <a:srgbClr val="0000FF"/>
              </a:buClr>
              <a:buFont typeface="黑体" panose="02010609060101010101" pitchFamily="49" charset="-122"/>
              <a:buChar char="–"/>
              <a:defRPr sz="2400" b="1">
                <a:solidFill>
                  <a:schemeClr val="tx1"/>
                </a:solidFill>
                <a:latin typeface="+mn-lt"/>
                <a:ea typeface="+mn-ea"/>
              </a:defRPr>
            </a:lvl2pPr>
            <a:lvl3pPr marL="1150938" indent="-228600" algn="l" rtl="0" eaLnBrk="0" fontAlgn="base" hangingPunct="0">
              <a:spcBef>
                <a:spcPct val="20000"/>
              </a:spcBef>
              <a:spcAft>
                <a:spcPct val="0"/>
              </a:spcAft>
              <a:buClr>
                <a:srgbClr val="0000FF"/>
              </a:buClr>
              <a:buFont typeface="黑体" panose="02010609060101010101" pitchFamily="49" charset="-122"/>
              <a:buChar char="–"/>
              <a:defRPr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mn-lt"/>
                <a:ea typeface="+mn-ea"/>
              </a:defRPr>
            </a:lvl5pPr>
            <a:lvl6pPr marL="25146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6pPr>
            <a:lvl7pPr marL="29718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7pPr>
            <a:lvl8pPr marL="34290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8pPr>
            <a:lvl9pPr marL="38862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9pPr>
          </a:lstStyle>
          <a:p>
            <a:pPr lvl="1" eaLnBrk="1" hangingPunct="1">
              <a:lnSpc>
                <a:spcPct val="110000"/>
              </a:lnSpc>
              <a:spcBef>
                <a:spcPct val="30000"/>
              </a:spcBef>
              <a:buClrTx/>
              <a:buFontTx/>
              <a:buNone/>
            </a:pPr>
            <a:r>
              <a:rPr lang="zh-CN" altLang="en-US" sz="1200" dirty="0">
                <a:solidFill>
                  <a:schemeClr val="accent1"/>
                </a:solidFill>
                <a:latin typeface="黑体" panose="02010609060101010101" pitchFamily="49" charset="-122"/>
                <a:ea typeface="黑体" panose="02010609060101010101" pitchFamily="49" charset="-122"/>
              </a:rPr>
              <a:t>最早开始时间</a:t>
            </a:r>
            <a:r>
              <a:rPr lang="en-US" altLang="zh-CN" sz="1200" dirty="0">
                <a:solidFill>
                  <a:schemeClr val="accent1"/>
                </a:solidFill>
                <a:latin typeface="黑体" panose="02010609060101010101" pitchFamily="49" charset="-122"/>
                <a:ea typeface="黑体" panose="02010609060101010101" pitchFamily="49" charset="-122"/>
              </a:rPr>
              <a:t>(</a:t>
            </a:r>
            <a:r>
              <a:rPr lang="en-US" altLang="zh-CN" sz="1200" dirty="0">
                <a:solidFill>
                  <a:schemeClr val="accent1"/>
                </a:solidFill>
                <a:latin typeface="宋体" panose="02010600030101010101" pitchFamily="2" charset="-122"/>
                <a:ea typeface="黑体" panose="02010609060101010101" pitchFamily="49" charset="-122"/>
              </a:rPr>
              <a:t>Early start</a:t>
            </a:r>
            <a:r>
              <a:rPr lang="en-US" altLang="zh-CN" sz="1200" dirty="0">
                <a:solidFill>
                  <a:schemeClr val="accent1"/>
                </a:solidFill>
                <a:latin typeface="黑体" panose="02010609060101010101" pitchFamily="49" charset="-122"/>
                <a:ea typeface="黑体" panose="02010609060101010101" pitchFamily="49" charset="-122"/>
              </a:rPr>
              <a:t>)</a:t>
            </a:r>
          </a:p>
          <a:p>
            <a:pPr lvl="1" eaLnBrk="1" hangingPunct="1">
              <a:lnSpc>
                <a:spcPct val="110000"/>
              </a:lnSpc>
              <a:spcBef>
                <a:spcPct val="30000"/>
              </a:spcBef>
              <a:buClrTx/>
              <a:buFontTx/>
              <a:buNone/>
            </a:pPr>
            <a:r>
              <a:rPr lang="zh-CN" altLang="en-US" sz="1200" dirty="0">
                <a:solidFill>
                  <a:schemeClr val="accent1"/>
                </a:solidFill>
                <a:latin typeface="黑体" panose="02010609060101010101" pitchFamily="49" charset="-122"/>
                <a:ea typeface="黑体" panose="02010609060101010101" pitchFamily="49" charset="-122"/>
              </a:rPr>
              <a:t>最晚开始时间</a:t>
            </a:r>
            <a:r>
              <a:rPr lang="en-US" altLang="zh-CN" sz="1200" dirty="0">
                <a:solidFill>
                  <a:schemeClr val="accent1"/>
                </a:solidFill>
                <a:latin typeface="黑体" panose="02010609060101010101" pitchFamily="49" charset="-122"/>
                <a:ea typeface="黑体" panose="02010609060101010101" pitchFamily="49" charset="-122"/>
              </a:rPr>
              <a:t>(</a:t>
            </a:r>
            <a:r>
              <a:rPr lang="en-US" altLang="zh-CN" sz="1200" dirty="0">
                <a:solidFill>
                  <a:schemeClr val="accent1"/>
                </a:solidFill>
                <a:latin typeface="宋体" panose="02010600030101010101" pitchFamily="2" charset="-122"/>
                <a:ea typeface="黑体" panose="02010609060101010101" pitchFamily="49" charset="-122"/>
              </a:rPr>
              <a:t>Late start</a:t>
            </a:r>
            <a:r>
              <a:rPr lang="en-US" altLang="zh-CN" sz="1200" dirty="0">
                <a:solidFill>
                  <a:schemeClr val="accent1"/>
                </a:solidFill>
                <a:latin typeface="黑体" panose="02010609060101010101" pitchFamily="49" charset="-122"/>
                <a:ea typeface="黑体" panose="02010609060101010101" pitchFamily="49" charset="-122"/>
              </a:rPr>
              <a:t>)</a:t>
            </a:r>
          </a:p>
          <a:p>
            <a:pPr lvl="1" eaLnBrk="1" hangingPunct="1">
              <a:lnSpc>
                <a:spcPct val="110000"/>
              </a:lnSpc>
              <a:spcBef>
                <a:spcPct val="30000"/>
              </a:spcBef>
              <a:buClrTx/>
              <a:buFontTx/>
              <a:buNone/>
            </a:pPr>
            <a:r>
              <a:rPr lang="zh-CN" altLang="en-US" sz="1200" dirty="0">
                <a:solidFill>
                  <a:schemeClr val="accent1"/>
                </a:solidFill>
                <a:latin typeface="黑体" panose="02010609060101010101" pitchFamily="49" charset="-122"/>
                <a:ea typeface="黑体" panose="02010609060101010101" pitchFamily="49" charset="-122"/>
              </a:rPr>
              <a:t>最早完成时间</a:t>
            </a:r>
            <a:r>
              <a:rPr lang="en-US" altLang="zh-CN" sz="1200" dirty="0">
                <a:solidFill>
                  <a:schemeClr val="accent1"/>
                </a:solidFill>
                <a:latin typeface="黑体" panose="02010609060101010101" pitchFamily="49" charset="-122"/>
                <a:ea typeface="黑体" panose="02010609060101010101" pitchFamily="49" charset="-122"/>
              </a:rPr>
              <a:t>(</a:t>
            </a:r>
            <a:r>
              <a:rPr lang="en-US" altLang="zh-CN" sz="1200" dirty="0">
                <a:solidFill>
                  <a:schemeClr val="accent1"/>
                </a:solidFill>
                <a:latin typeface="宋体" panose="02010600030101010101" pitchFamily="2" charset="-122"/>
                <a:ea typeface="黑体" panose="02010609060101010101" pitchFamily="49" charset="-122"/>
              </a:rPr>
              <a:t>Early finish</a:t>
            </a:r>
            <a:r>
              <a:rPr lang="en-US" altLang="zh-CN" sz="1200" dirty="0">
                <a:solidFill>
                  <a:schemeClr val="accent1"/>
                </a:solidFill>
                <a:latin typeface="黑体" panose="02010609060101010101" pitchFamily="49" charset="-122"/>
                <a:ea typeface="黑体" panose="02010609060101010101" pitchFamily="49" charset="-122"/>
              </a:rPr>
              <a:t>)</a:t>
            </a:r>
          </a:p>
          <a:p>
            <a:pPr lvl="1" eaLnBrk="1" hangingPunct="1">
              <a:lnSpc>
                <a:spcPct val="110000"/>
              </a:lnSpc>
              <a:spcBef>
                <a:spcPct val="30000"/>
              </a:spcBef>
              <a:buClrTx/>
              <a:buFontTx/>
              <a:buNone/>
            </a:pPr>
            <a:r>
              <a:rPr lang="zh-CN" altLang="en-US" sz="1200" dirty="0">
                <a:solidFill>
                  <a:schemeClr val="accent1"/>
                </a:solidFill>
                <a:latin typeface="黑体" panose="02010609060101010101" pitchFamily="49" charset="-122"/>
                <a:ea typeface="黑体" panose="02010609060101010101" pitchFamily="49" charset="-122"/>
              </a:rPr>
              <a:t>最晚完成时间</a:t>
            </a:r>
            <a:r>
              <a:rPr lang="en-US" altLang="zh-CN" sz="1200" dirty="0">
                <a:solidFill>
                  <a:schemeClr val="accent1"/>
                </a:solidFill>
                <a:latin typeface="黑体" panose="02010609060101010101" pitchFamily="49" charset="-122"/>
                <a:ea typeface="黑体" panose="02010609060101010101" pitchFamily="49" charset="-122"/>
              </a:rPr>
              <a:t>(</a:t>
            </a:r>
            <a:r>
              <a:rPr lang="en-US" altLang="zh-CN" sz="1200" dirty="0">
                <a:solidFill>
                  <a:schemeClr val="accent1"/>
                </a:solidFill>
                <a:latin typeface="宋体" panose="02010600030101010101" pitchFamily="2" charset="-122"/>
                <a:ea typeface="黑体" panose="02010609060101010101" pitchFamily="49" charset="-122"/>
              </a:rPr>
              <a:t>Late finish</a:t>
            </a:r>
            <a:r>
              <a:rPr lang="en-US" altLang="zh-CN" sz="1200" dirty="0">
                <a:solidFill>
                  <a:schemeClr val="accent1"/>
                </a:solidFill>
                <a:latin typeface="黑体" panose="02010609060101010101" pitchFamily="49" charset="-122"/>
                <a:ea typeface="黑体" panose="02010609060101010101" pitchFamily="49" charset="-122"/>
              </a:rPr>
              <a:t>)</a:t>
            </a:r>
          </a:p>
          <a:p>
            <a:pPr lvl="1" eaLnBrk="1" hangingPunct="1">
              <a:lnSpc>
                <a:spcPct val="110000"/>
              </a:lnSpc>
              <a:spcBef>
                <a:spcPct val="30000"/>
              </a:spcBef>
              <a:buClrTx/>
              <a:buFontTx/>
              <a:buNone/>
            </a:pPr>
            <a:r>
              <a:rPr lang="zh-CN" altLang="en-US" sz="1200" dirty="0">
                <a:solidFill>
                  <a:schemeClr val="accent1"/>
                </a:solidFill>
                <a:latin typeface="黑体" panose="02010609060101010101" pitchFamily="49" charset="-122"/>
                <a:ea typeface="黑体" panose="02010609060101010101" pitchFamily="49" charset="-122"/>
              </a:rPr>
              <a:t>总浮动（ </a:t>
            </a:r>
            <a:r>
              <a:rPr lang="en-US" altLang="zh-CN" sz="1200" dirty="0">
                <a:solidFill>
                  <a:schemeClr val="accent1"/>
                </a:solidFill>
                <a:latin typeface="宋体" panose="02010600030101010101" pitchFamily="2" charset="-122"/>
                <a:ea typeface="黑体" panose="02010609060101010101" pitchFamily="49" charset="-122"/>
              </a:rPr>
              <a:t>Total Float</a:t>
            </a:r>
            <a:r>
              <a:rPr lang="zh-CN" altLang="en-US" sz="1200" dirty="0">
                <a:solidFill>
                  <a:schemeClr val="accent1"/>
                </a:solidFill>
                <a:latin typeface="黑体" panose="02010609060101010101" pitchFamily="49" charset="-122"/>
                <a:ea typeface="黑体" panose="02010609060101010101" pitchFamily="49" charset="-122"/>
              </a:rPr>
              <a:t>）</a:t>
            </a:r>
          </a:p>
        </p:txBody>
      </p:sp>
      <p:pic>
        <p:nvPicPr>
          <p:cNvPr id="5" name="Picture 4">
            <a:extLst>
              <a:ext uri="{FF2B5EF4-FFF2-40B4-BE49-F238E27FC236}">
                <a16:creationId xmlns:a16="http://schemas.microsoft.com/office/drawing/2014/main" id="{A720DF71-DF43-E195-557A-D1A095D740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3110177"/>
            <a:ext cx="6264696" cy="3747823"/>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6" name="Text Box 91">
            <a:extLst>
              <a:ext uri="{FF2B5EF4-FFF2-40B4-BE49-F238E27FC236}">
                <a16:creationId xmlns:a16="http://schemas.microsoft.com/office/drawing/2014/main" id="{73343FE1-B424-1B65-D6CB-F9D45EBEDCA9}"/>
              </a:ext>
            </a:extLst>
          </p:cNvPr>
          <p:cNvSpPr txBox="1">
            <a:spLocks noChangeArrowheads="1"/>
          </p:cNvSpPr>
          <p:nvPr/>
        </p:nvSpPr>
        <p:spPr bwMode="auto">
          <a:xfrm>
            <a:off x="5476497" y="1340768"/>
            <a:ext cx="3667503" cy="369332"/>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type="none" w="sm" len="sm"/>
                <a:tailEnd type="none" w="med" len="lg"/>
              </a14:hiddenLine>
            </a:ext>
          </a:extLst>
        </p:spPr>
        <p:txBody>
          <a:bodyPr wrap="square">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1800" dirty="0">
                <a:solidFill>
                  <a:schemeClr val="accent2"/>
                </a:solidFill>
                <a:ea typeface="黑体" panose="02010609060101010101" pitchFamily="49" charset="-122"/>
              </a:rPr>
              <a:t>小思考：缓冲时间是不是越多越好</a:t>
            </a:r>
            <a:endParaRPr kumimoji="1" lang="en-US" altLang="zh-CN" sz="1800" dirty="0">
              <a:solidFill>
                <a:schemeClr val="accent2"/>
              </a:solidFill>
              <a:ea typeface="黑体" panose="02010609060101010101" pitchFamily="49" charset="-122"/>
            </a:endParaRPr>
          </a:p>
        </p:txBody>
      </p:sp>
      <p:pic>
        <p:nvPicPr>
          <p:cNvPr id="7" name="图片 6">
            <a:extLst>
              <a:ext uri="{FF2B5EF4-FFF2-40B4-BE49-F238E27FC236}">
                <a16:creationId xmlns:a16="http://schemas.microsoft.com/office/drawing/2014/main" id="{640332D6-965F-A3DB-DE5E-57DA36B4B4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25268" y="1341042"/>
            <a:ext cx="500099" cy="333399"/>
          </a:xfrm>
          <a:prstGeom prst="rect">
            <a:avLst/>
          </a:prstGeom>
        </p:spPr>
      </p:pic>
    </p:spTree>
    <p:extLst>
      <p:ext uri="{BB962C8B-B14F-4D97-AF65-F5344CB8AC3E}">
        <p14:creationId xmlns:p14="http://schemas.microsoft.com/office/powerpoint/2010/main" val="30180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FD6C7CDF-DDB5-A2EA-7219-D8E4231EDCCA}"/>
              </a:ext>
            </a:extLst>
          </p:cNvPr>
          <p:cNvSpPr>
            <a:spLocks noGrp="1" noChangeArrowheads="1"/>
          </p:cNvSpPr>
          <p:nvPr>
            <p:ph type="title"/>
          </p:nvPr>
        </p:nvSpPr>
        <p:spPr/>
        <p:txBody>
          <a:bodyPr/>
          <a:lstStyle/>
          <a:p>
            <a:pPr eaLnBrk="1" hangingPunct="1"/>
            <a:r>
              <a:rPr kumimoji="1" lang="zh-CN" altLang="en-US"/>
              <a:t>软件项目进度计划</a:t>
            </a:r>
          </a:p>
        </p:txBody>
      </p:sp>
      <p:sp>
        <p:nvSpPr>
          <p:cNvPr id="82947" name="Rectangle 3">
            <a:extLst>
              <a:ext uri="{FF2B5EF4-FFF2-40B4-BE49-F238E27FC236}">
                <a16:creationId xmlns:a16="http://schemas.microsoft.com/office/drawing/2014/main" id="{D6373D62-2091-3091-2055-F4EEF9D6BDF1}"/>
              </a:ext>
            </a:extLst>
          </p:cNvPr>
          <p:cNvSpPr>
            <a:spLocks noGrp="1" noChangeArrowheads="1"/>
          </p:cNvSpPr>
          <p:nvPr>
            <p:ph type="body" idx="1"/>
          </p:nvPr>
        </p:nvSpPr>
        <p:spPr>
          <a:xfrm>
            <a:off x="971550" y="1916113"/>
            <a:ext cx="7993063" cy="4941887"/>
          </a:xfrm>
        </p:spPr>
        <p:txBody>
          <a:bodyPr/>
          <a:lstStyle/>
          <a:p>
            <a:pPr eaLnBrk="1" hangingPunct="1"/>
            <a:r>
              <a:rPr lang="zh-CN" altLang="en-US" sz="2400">
                <a:solidFill>
                  <a:schemeClr val="accent2"/>
                </a:solidFill>
              </a:rPr>
              <a:t>进度编制的基本术语（进度时间参数）</a:t>
            </a:r>
          </a:p>
          <a:p>
            <a:pPr lvl="1" eaLnBrk="1" hangingPunct="1">
              <a:lnSpc>
                <a:spcPct val="110000"/>
              </a:lnSpc>
              <a:spcBef>
                <a:spcPct val="30000"/>
              </a:spcBef>
            </a:pPr>
            <a:r>
              <a:rPr lang="zh-CN" altLang="en-US" sz="2000">
                <a:latin typeface="黑体" panose="02010609060101010101" pitchFamily="49" charset="-122"/>
                <a:ea typeface="黑体" panose="02010609060101010101" pitchFamily="49" charset="-122"/>
              </a:rPr>
              <a:t>最早开始时间</a:t>
            </a:r>
            <a:r>
              <a:rPr lang="en-US" altLang="zh-CN" sz="2000">
                <a:latin typeface="黑体" panose="02010609060101010101" pitchFamily="49" charset="-122"/>
                <a:ea typeface="黑体" panose="02010609060101010101" pitchFamily="49" charset="-122"/>
              </a:rPr>
              <a:t>(</a:t>
            </a:r>
            <a:r>
              <a:rPr lang="en-US" altLang="zh-CN" sz="2000">
                <a:ea typeface="黑体" panose="02010609060101010101" pitchFamily="49" charset="-122"/>
              </a:rPr>
              <a:t>Early start</a:t>
            </a:r>
            <a:r>
              <a:rPr lang="en-US" altLang="zh-CN" sz="2000">
                <a:latin typeface="黑体" panose="02010609060101010101" pitchFamily="49" charset="-122"/>
                <a:ea typeface="黑体" panose="02010609060101010101" pitchFamily="49" charset="-122"/>
              </a:rPr>
              <a:t>)</a:t>
            </a:r>
          </a:p>
          <a:p>
            <a:pPr lvl="1" eaLnBrk="1" hangingPunct="1">
              <a:lnSpc>
                <a:spcPct val="110000"/>
              </a:lnSpc>
              <a:spcBef>
                <a:spcPct val="30000"/>
              </a:spcBef>
            </a:pPr>
            <a:r>
              <a:rPr lang="zh-CN" altLang="en-US" sz="2000">
                <a:latin typeface="黑体" panose="02010609060101010101" pitchFamily="49" charset="-122"/>
                <a:ea typeface="黑体" panose="02010609060101010101" pitchFamily="49" charset="-122"/>
              </a:rPr>
              <a:t>最晚开始时间</a:t>
            </a:r>
            <a:r>
              <a:rPr lang="en-US" altLang="zh-CN" sz="2000">
                <a:latin typeface="黑体" panose="02010609060101010101" pitchFamily="49" charset="-122"/>
                <a:ea typeface="黑体" panose="02010609060101010101" pitchFamily="49" charset="-122"/>
              </a:rPr>
              <a:t>(</a:t>
            </a:r>
            <a:r>
              <a:rPr lang="en-US" altLang="zh-CN" sz="2000">
                <a:ea typeface="黑体" panose="02010609060101010101" pitchFamily="49" charset="-122"/>
              </a:rPr>
              <a:t>Late start</a:t>
            </a:r>
            <a:r>
              <a:rPr lang="en-US" altLang="zh-CN" sz="2000">
                <a:latin typeface="黑体" panose="02010609060101010101" pitchFamily="49" charset="-122"/>
                <a:ea typeface="黑体" panose="02010609060101010101" pitchFamily="49" charset="-122"/>
              </a:rPr>
              <a:t>)</a:t>
            </a:r>
          </a:p>
          <a:p>
            <a:pPr lvl="1" eaLnBrk="1" hangingPunct="1">
              <a:lnSpc>
                <a:spcPct val="110000"/>
              </a:lnSpc>
              <a:spcBef>
                <a:spcPct val="30000"/>
              </a:spcBef>
            </a:pPr>
            <a:r>
              <a:rPr lang="zh-CN" altLang="en-US" sz="2000">
                <a:latin typeface="黑体" panose="02010609060101010101" pitchFamily="49" charset="-122"/>
                <a:ea typeface="黑体" panose="02010609060101010101" pitchFamily="49" charset="-122"/>
              </a:rPr>
              <a:t>最早完成时间</a:t>
            </a:r>
            <a:r>
              <a:rPr lang="en-US" altLang="zh-CN" sz="2000">
                <a:latin typeface="黑体" panose="02010609060101010101" pitchFamily="49" charset="-122"/>
                <a:ea typeface="黑体" panose="02010609060101010101" pitchFamily="49" charset="-122"/>
              </a:rPr>
              <a:t>(</a:t>
            </a:r>
            <a:r>
              <a:rPr lang="en-US" altLang="zh-CN" sz="2000">
                <a:ea typeface="黑体" panose="02010609060101010101" pitchFamily="49" charset="-122"/>
              </a:rPr>
              <a:t>Early finish</a:t>
            </a:r>
            <a:r>
              <a:rPr lang="en-US" altLang="zh-CN" sz="2000">
                <a:latin typeface="黑体" panose="02010609060101010101" pitchFamily="49" charset="-122"/>
                <a:ea typeface="黑体" panose="02010609060101010101" pitchFamily="49" charset="-122"/>
              </a:rPr>
              <a:t>)</a:t>
            </a:r>
          </a:p>
          <a:p>
            <a:pPr lvl="1" eaLnBrk="1" hangingPunct="1">
              <a:lnSpc>
                <a:spcPct val="110000"/>
              </a:lnSpc>
              <a:spcBef>
                <a:spcPct val="30000"/>
              </a:spcBef>
            </a:pPr>
            <a:r>
              <a:rPr lang="zh-CN" altLang="en-US" sz="2000">
                <a:latin typeface="黑体" panose="02010609060101010101" pitchFamily="49" charset="-122"/>
                <a:ea typeface="黑体" panose="02010609060101010101" pitchFamily="49" charset="-122"/>
              </a:rPr>
              <a:t>最晚完成时间</a:t>
            </a:r>
            <a:r>
              <a:rPr lang="en-US" altLang="zh-CN" sz="2000">
                <a:latin typeface="黑体" panose="02010609060101010101" pitchFamily="49" charset="-122"/>
                <a:ea typeface="黑体" panose="02010609060101010101" pitchFamily="49" charset="-122"/>
              </a:rPr>
              <a:t>(</a:t>
            </a:r>
            <a:r>
              <a:rPr lang="en-US" altLang="zh-CN" sz="2000">
                <a:ea typeface="黑体" panose="02010609060101010101" pitchFamily="49" charset="-122"/>
              </a:rPr>
              <a:t>Late finish</a:t>
            </a:r>
            <a:r>
              <a:rPr lang="en-US" altLang="zh-CN" sz="2000">
                <a:latin typeface="黑体" panose="02010609060101010101" pitchFamily="49" charset="-122"/>
                <a:ea typeface="黑体" panose="02010609060101010101" pitchFamily="49" charset="-122"/>
              </a:rPr>
              <a:t>)</a:t>
            </a:r>
          </a:p>
          <a:p>
            <a:pPr lvl="1" eaLnBrk="1" hangingPunct="1">
              <a:lnSpc>
                <a:spcPct val="110000"/>
              </a:lnSpc>
              <a:spcBef>
                <a:spcPct val="30000"/>
              </a:spcBef>
            </a:pPr>
            <a:r>
              <a:rPr lang="zh-CN" altLang="en-US" sz="2000">
                <a:latin typeface="黑体" panose="02010609060101010101" pitchFamily="49" charset="-122"/>
                <a:ea typeface="黑体" panose="02010609060101010101" pitchFamily="49" charset="-122"/>
              </a:rPr>
              <a:t>总浮动（ </a:t>
            </a:r>
            <a:r>
              <a:rPr lang="en-US" altLang="zh-CN" sz="2000">
                <a:ea typeface="黑体" panose="02010609060101010101" pitchFamily="49" charset="-122"/>
              </a:rPr>
              <a:t>Total Float</a:t>
            </a:r>
            <a:r>
              <a:rPr lang="zh-CN" altLang="en-US" sz="2000">
                <a:latin typeface="黑体" panose="02010609060101010101" pitchFamily="49" charset="-122"/>
                <a:ea typeface="黑体" panose="02010609060101010101" pitchFamily="49" charset="-122"/>
              </a:rPr>
              <a:t>）</a:t>
            </a:r>
          </a:p>
          <a:p>
            <a:pPr lvl="1" eaLnBrk="1" hangingPunct="1">
              <a:lnSpc>
                <a:spcPct val="110000"/>
              </a:lnSpc>
              <a:spcBef>
                <a:spcPct val="30000"/>
              </a:spcBef>
            </a:pPr>
            <a:r>
              <a:rPr lang="zh-CN" altLang="en-US" sz="2000">
                <a:latin typeface="黑体" panose="02010609060101010101" pitchFamily="49" charset="-122"/>
                <a:ea typeface="黑体" panose="02010609060101010101" pitchFamily="49" charset="-122"/>
              </a:rPr>
              <a:t>超前</a:t>
            </a:r>
            <a:r>
              <a:rPr lang="en-US" altLang="zh-CN" sz="2000">
                <a:latin typeface="黑体" panose="02010609060101010101" pitchFamily="49" charset="-122"/>
                <a:ea typeface="黑体" panose="02010609060101010101" pitchFamily="49" charset="-122"/>
              </a:rPr>
              <a:t>(</a:t>
            </a:r>
            <a:r>
              <a:rPr lang="en-US" altLang="zh-CN" sz="2000">
                <a:ea typeface="黑体" panose="02010609060101010101" pitchFamily="49" charset="-122"/>
              </a:rPr>
              <a:t>Lead</a:t>
            </a:r>
            <a:r>
              <a:rPr lang="en-US" altLang="zh-CN" sz="2000">
                <a:latin typeface="黑体" panose="02010609060101010101" pitchFamily="49" charset="-122"/>
                <a:ea typeface="黑体" panose="02010609060101010101" pitchFamily="49" charset="-122"/>
              </a:rPr>
              <a:t>)</a:t>
            </a:r>
          </a:p>
          <a:p>
            <a:pPr lvl="1" eaLnBrk="1" hangingPunct="1">
              <a:lnSpc>
                <a:spcPct val="110000"/>
              </a:lnSpc>
              <a:spcBef>
                <a:spcPct val="30000"/>
              </a:spcBef>
            </a:pPr>
            <a:r>
              <a:rPr lang="zh-CN" altLang="en-US" sz="2000">
                <a:latin typeface="黑体" panose="02010609060101010101" pitchFamily="49" charset="-122"/>
                <a:ea typeface="黑体" panose="02010609060101010101" pitchFamily="49" charset="-122"/>
              </a:rPr>
              <a:t>滞后</a:t>
            </a:r>
            <a:r>
              <a:rPr lang="en-US" altLang="zh-CN" sz="2000">
                <a:latin typeface="黑体" panose="02010609060101010101" pitchFamily="49" charset="-122"/>
                <a:ea typeface="黑体" panose="02010609060101010101" pitchFamily="49" charset="-122"/>
              </a:rPr>
              <a:t>(</a:t>
            </a:r>
            <a:r>
              <a:rPr lang="en-US" altLang="zh-CN" sz="2000">
                <a:ea typeface="黑体" panose="02010609060101010101" pitchFamily="49" charset="-122"/>
              </a:rPr>
              <a:t>Lag</a:t>
            </a:r>
            <a:r>
              <a:rPr lang="en-US" altLang="zh-CN" sz="2000">
                <a:latin typeface="黑体" panose="02010609060101010101" pitchFamily="49" charset="-122"/>
                <a:ea typeface="黑体" panose="02010609060101010101" pitchFamily="49" charset="-122"/>
              </a:rPr>
              <a:t>)</a:t>
            </a:r>
          </a:p>
          <a:p>
            <a:pPr eaLnBrk="1" hangingPunct="1"/>
            <a:endParaRPr lang="en-US" altLang="zh-CN" sz="200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51E9B4E3-3870-3EFA-0ED3-E7F9363C3FC2}"/>
              </a:ext>
            </a:extLst>
          </p:cNvPr>
          <p:cNvSpPr>
            <a:spLocks noGrp="1" noChangeArrowheads="1"/>
          </p:cNvSpPr>
          <p:nvPr>
            <p:ph type="title"/>
          </p:nvPr>
        </p:nvSpPr>
        <p:spPr/>
        <p:txBody>
          <a:bodyPr/>
          <a:lstStyle/>
          <a:p>
            <a:pPr eaLnBrk="1" hangingPunct="1"/>
            <a:r>
              <a:rPr kumimoji="1" lang="zh-CN" altLang="en-US"/>
              <a:t>软件项目进度计划</a:t>
            </a:r>
          </a:p>
        </p:txBody>
      </p:sp>
      <p:sp>
        <p:nvSpPr>
          <p:cNvPr id="83971" name="Rectangle 3">
            <a:extLst>
              <a:ext uri="{FF2B5EF4-FFF2-40B4-BE49-F238E27FC236}">
                <a16:creationId xmlns:a16="http://schemas.microsoft.com/office/drawing/2014/main" id="{4AFE8ABD-572C-C370-772B-381869798B41}"/>
              </a:ext>
            </a:extLst>
          </p:cNvPr>
          <p:cNvSpPr>
            <a:spLocks noGrp="1" noChangeArrowheads="1"/>
          </p:cNvSpPr>
          <p:nvPr>
            <p:ph type="body" idx="1"/>
          </p:nvPr>
        </p:nvSpPr>
        <p:spPr>
          <a:xfrm>
            <a:off x="755650" y="1844675"/>
            <a:ext cx="7777163" cy="5013325"/>
          </a:xfrm>
        </p:spPr>
        <p:txBody>
          <a:bodyPr/>
          <a:lstStyle/>
          <a:p>
            <a:pPr eaLnBrk="1" hangingPunct="1">
              <a:lnSpc>
                <a:spcPct val="130000"/>
              </a:lnSpc>
              <a:spcBef>
                <a:spcPct val="40000"/>
              </a:spcBef>
            </a:pPr>
            <a:r>
              <a:rPr lang="zh-CN" altLang="en-US" sz="2400">
                <a:solidFill>
                  <a:schemeClr val="accent2"/>
                </a:solidFill>
                <a:latin typeface="黑体" panose="02010609060101010101" pitchFamily="49" charset="-122"/>
                <a:ea typeface="黑体" panose="02010609060101010101" pitchFamily="49" charset="-122"/>
              </a:rPr>
              <a:t>浮动时间</a:t>
            </a:r>
            <a:r>
              <a:rPr lang="en-US" altLang="zh-CN" sz="2400">
                <a:solidFill>
                  <a:schemeClr val="accent2"/>
                </a:solidFill>
                <a:latin typeface="黑体" panose="02010609060101010101" pitchFamily="49" charset="-122"/>
                <a:ea typeface="黑体" panose="02010609060101010101" pitchFamily="49" charset="-122"/>
              </a:rPr>
              <a:t>(</a:t>
            </a:r>
            <a:r>
              <a:rPr lang="en-US" altLang="zh-CN" sz="2400">
                <a:solidFill>
                  <a:schemeClr val="accent2"/>
                </a:solidFill>
                <a:ea typeface="黑体" panose="02010609060101010101" pitchFamily="49" charset="-122"/>
              </a:rPr>
              <a:t>Float)-</a:t>
            </a:r>
            <a:r>
              <a:rPr lang="zh-CN" altLang="en-US" sz="2400">
                <a:solidFill>
                  <a:schemeClr val="accent2"/>
                </a:solidFill>
                <a:ea typeface="黑体" panose="02010609060101010101" pitchFamily="49" charset="-122"/>
              </a:rPr>
              <a:t>缓冲时间</a:t>
            </a:r>
            <a:endParaRPr lang="en-US" altLang="zh-CN" sz="2400">
              <a:solidFill>
                <a:schemeClr val="accent2"/>
              </a:solidFill>
              <a:ea typeface="黑体" panose="02010609060101010101" pitchFamily="49" charset="-122"/>
            </a:endParaRPr>
          </a:p>
          <a:p>
            <a:pPr lvl="1" eaLnBrk="1" hangingPunct="1">
              <a:lnSpc>
                <a:spcPct val="130000"/>
              </a:lnSpc>
              <a:spcBef>
                <a:spcPct val="40000"/>
              </a:spcBef>
            </a:pPr>
            <a:r>
              <a:rPr lang="zh-CN" altLang="en-US" sz="1800">
                <a:latin typeface="黑体" panose="02010609060101010101" pitchFamily="49" charset="-122"/>
                <a:ea typeface="黑体" panose="02010609060101010101" pitchFamily="49" charset="-122"/>
              </a:rPr>
              <a:t>浮动时间是一个活动的机动性</a:t>
            </a:r>
            <a:r>
              <a:rPr lang="en-US" altLang="zh-CN" sz="1800">
                <a:latin typeface="黑体" panose="02010609060101010101" pitchFamily="49" charset="-122"/>
                <a:ea typeface="黑体" panose="02010609060101010101" pitchFamily="49" charset="-122"/>
              </a:rPr>
              <a:t>,</a:t>
            </a:r>
            <a:r>
              <a:rPr lang="zh-CN" altLang="en-US" sz="1800">
                <a:latin typeface="黑体" panose="02010609060101010101" pitchFamily="49" charset="-122"/>
                <a:ea typeface="黑体" panose="02010609060101010101" pitchFamily="49" charset="-122"/>
              </a:rPr>
              <a:t>它是一个活动在不影响其它活动或者项目完成的情况下可以延迟的时间量</a:t>
            </a:r>
          </a:p>
          <a:p>
            <a:pPr lvl="1" eaLnBrk="1" hangingPunct="1">
              <a:lnSpc>
                <a:spcPct val="130000"/>
              </a:lnSpc>
              <a:spcBef>
                <a:spcPct val="40000"/>
              </a:spcBef>
            </a:pPr>
            <a:r>
              <a:rPr lang="en-US" altLang="zh-CN" sz="1800">
                <a:ea typeface="黑体" panose="02010609060101010101" pitchFamily="49" charset="-122"/>
              </a:rPr>
              <a:t>Float</a:t>
            </a:r>
            <a:r>
              <a:rPr lang="en-US" altLang="zh-CN" sz="1800">
                <a:latin typeface="黑体" panose="02010609060101010101" pitchFamily="49" charset="-122"/>
                <a:ea typeface="黑体" panose="02010609060101010101" pitchFamily="49" charset="-122"/>
              </a:rPr>
              <a:t>&gt;0</a:t>
            </a:r>
            <a:r>
              <a:rPr lang="zh-CN" altLang="en-US" sz="1800">
                <a:latin typeface="黑体" panose="02010609060101010101" pitchFamily="49" charset="-122"/>
                <a:ea typeface="黑体" panose="02010609060101010101" pitchFamily="49" charset="-122"/>
              </a:rPr>
              <a:t>：时间安排比较合理</a:t>
            </a:r>
          </a:p>
          <a:p>
            <a:pPr lvl="1" eaLnBrk="1" hangingPunct="1">
              <a:lnSpc>
                <a:spcPct val="130000"/>
              </a:lnSpc>
              <a:spcBef>
                <a:spcPct val="40000"/>
              </a:spcBef>
            </a:pPr>
            <a:r>
              <a:rPr lang="en-US" altLang="zh-CN" sz="1800">
                <a:ea typeface="黑体" panose="02010609060101010101" pitchFamily="49" charset="-122"/>
              </a:rPr>
              <a:t>Float</a:t>
            </a:r>
            <a:r>
              <a:rPr lang="en-US" altLang="zh-CN" sz="1800">
                <a:latin typeface="黑体" panose="02010609060101010101" pitchFamily="49" charset="-122"/>
                <a:ea typeface="黑体" panose="02010609060101010101" pitchFamily="49" charset="-122"/>
              </a:rPr>
              <a:t>=0</a:t>
            </a:r>
            <a:r>
              <a:rPr lang="zh-CN" altLang="en-US" sz="1800">
                <a:latin typeface="黑体" panose="02010609060101010101" pitchFamily="49" charset="-122"/>
                <a:ea typeface="黑体" panose="02010609060101010101" pitchFamily="49" charset="-122"/>
              </a:rPr>
              <a:t>：比较紧张</a:t>
            </a:r>
          </a:p>
          <a:p>
            <a:pPr lvl="1" eaLnBrk="1" hangingPunct="1">
              <a:lnSpc>
                <a:spcPct val="130000"/>
              </a:lnSpc>
              <a:spcBef>
                <a:spcPct val="40000"/>
              </a:spcBef>
            </a:pPr>
            <a:r>
              <a:rPr lang="en-US" altLang="zh-CN" sz="1800">
                <a:ea typeface="黑体" panose="02010609060101010101" pitchFamily="49" charset="-122"/>
              </a:rPr>
              <a:t>Float</a:t>
            </a:r>
            <a:r>
              <a:rPr lang="en-US" altLang="zh-CN" sz="1800">
                <a:latin typeface="黑体" panose="02010609060101010101" pitchFamily="49" charset="-122"/>
                <a:ea typeface="黑体" panose="02010609060101010101" pitchFamily="49" charset="-122"/>
              </a:rPr>
              <a:t>&lt;0</a:t>
            </a:r>
            <a:r>
              <a:rPr lang="zh-CN" altLang="en-US" sz="1800">
                <a:latin typeface="黑体" panose="02010609060101010101" pitchFamily="49" charset="-122"/>
                <a:ea typeface="黑体" panose="02010609060101010101" pitchFamily="49" charset="-122"/>
              </a:rPr>
              <a:t>：项目进度会推迟</a:t>
            </a:r>
            <a:endParaRPr lang="zh-CN" altLang="en-US" sz="2000">
              <a:latin typeface="黑体" panose="02010609060101010101" pitchFamily="49" charset="-122"/>
              <a:ea typeface="黑体" panose="02010609060101010101" pitchFamily="49" charset="-122"/>
            </a:endParaRPr>
          </a:p>
          <a:p>
            <a:pPr eaLnBrk="1" hangingPunct="1"/>
            <a:endParaRPr lang="en-US" altLang="zh-CN" sz="2000">
              <a:solidFill>
                <a:schemeClr val="accent2"/>
              </a:solidFill>
              <a:latin typeface="黑体" panose="02010609060101010101" pitchFamily="49" charset="-122"/>
              <a:ea typeface="黑体" panose="02010609060101010101" pitchFamily="49" charset="-12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B1BD139F-BA26-E47E-2963-ACC989DCD100}"/>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kumimoji="1" lang="zh-CN" altLang="en-US" sz="2800" dirty="0">
                <a:solidFill>
                  <a:schemeClr val="accent2"/>
                </a:solidFill>
                <a:ea typeface="黑体" panose="02010609060101010101" pitchFamily="49" charset="-122"/>
              </a:rPr>
              <a:t>小思考：缓冲时间是不是越多越好</a:t>
            </a:r>
            <a:endParaRPr kumimoji="1" lang="en-US" altLang="zh-CN" sz="2800" dirty="0">
              <a:solidFill>
                <a:schemeClr val="accent2"/>
              </a:solidFill>
              <a:ea typeface="黑体" panose="02010609060101010101" pitchFamily="49" charset="-122"/>
            </a:endParaRPr>
          </a:p>
        </p:txBody>
      </p:sp>
      <p:sp>
        <p:nvSpPr>
          <p:cNvPr id="7" name="文本框 6">
            <a:extLst>
              <a:ext uri="{FF2B5EF4-FFF2-40B4-BE49-F238E27FC236}">
                <a16:creationId xmlns:a16="http://schemas.microsoft.com/office/drawing/2014/main" id="{474648A9-6B0A-EBFE-B181-18B7CC530C0B}"/>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越多越好</a:t>
            </a:r>
          </a:p>
        </p:txBody>
      </p:sp>
      <p:sp>
        <p:nvSpPr>
          <p:cNvPr id="8" name="文本框 7">
            <a:extLst>
              <a:ext uri="{FF2B5EF4-FFF2-40B4-BE49-F238E27FC236}">
                <a16:creationId xmlns:a16="http://schemas.microsoft.com/office/drawing/2014/main" id="{C91B5D33-3DB0-0587-7432-63E3F057FD9F}"/>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越少越好</a:t>
            </a:r>
          </a:p>
        </p:txBody>
      </p:sp>
      <p:sp>
        <p:nvSpPr>
          <p:cNvPr id="9" name="文本框 8">
            <a:extLst>
              <a:ext uri="{FF2B5EF4-FFF2-40B4-BE49-F238E27FC236}">
                <a16:creationId xmlns:a16="http://schemas.microsoft.com/office/drawing/2014/main" id="{C0518CF2-D616-FD34-E038-E7ED79DD0E9D}"/>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不清楚</a:t>
            </a:r>
          </a:p>
        </p:txBody>
      </p:sp>
      <p:sp>
        <p:nvSpPr>
          <p:cNvPr id="10" name="文本框 9">
            <a:extLst>
              <a:ext uri="{FF2B5EF4-FFF2-40B4-BE49-F238E27FC236}">
                <a16:creationId xmlns:a16="http://schemas.microsoft.com/office/drawing/2014/main" id="{F0822D71-F0B4-DEAB-2D90-9B77657DF474}"/>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不一定</a:t>
            </a:r>
          </a:p>
        </p:txBody>
      </p:sp>
      <p:sp>
        <p:nvSpPr>
          <p:cNvPr id="11" name="椭圆 10">
            <a:extLst>
              <a:ext uri="{FF2B5EF4-FFF2-40B4-BE49-F238E27FC236}">
                <a16:creationId xmlns:a16="http://schemas.microsoft.com/office/drawing/2014/main" id="{A6697F45-874B-39C7-0EF9-182D955DEF37}"/>
              </a:ext>
            </a:extLst>
          </p:cNvPr>
          <p:cNvSpPr>
            <a:spLocks noChangeAspect="1"/>
          </p:cNvSpPr>
          <p:nvPr>
            <p:custDataLst>
              <p:tags r:id="rId7"/>
            </p:custDataLst>
          </p:nvPr>
        </p:nvSpPr>
        <p:spPr bwMode="auto">
          <a:xfrm>
            <a:off x="1114425" y="285035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algn="l" defTabSz="914400" rtl="0" eaLnBrk="1" fontAlgn="base" latinLnBrk="0" hangingPunct="1">
              <a:lnSpc>
                <a:spcPct val="100000"/>
              </a:lnSpc>
              <a:spcBef>
                <a:spcPct val="30000"/>
              </a:spcBef>
              <a:spcAft>
                <a:spcPct val="0"/>
              </a:spcAft>
              <a:buClr>
                <a:srgbClr val="0000FF"/>
              </a:buClr>
              <a:buSzTx/>
              <a:buFont typeface="Wingdings 2" pitchFamily="18" charset="2"/>
              <a:buNone/>
              <a:tabLst/>
            </a:pPr>
            <a:r>
              <a:rPr kumimoji="0" lang="en-US" altLang="zh-CN" sz="1600" b="1"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A</a:t>
            </a:r>
            <a:endParaRPr kumimoji="0" lang="zh-CN" altLang="en-US" sz="1600" b="1"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20987B9C-4EBD-B9BF-A1FB-413FD81EE451}"/>
              </a:ext>
            </a:extLst>
          </p:cNvPr>
          <p:cNvSpPr>
            <a:spLocks noChangeAspect="1"/>
          </p:cNvSpPr>
          <p:nvPr>
            <p:custDataLst>
              <p:tags r:id="rId8"/>
            </p:custDataLst>
          </p:nvPr>
        </p:nvSpPr>
        <p:spPr bwMode="auto">
          <a:xfrm>
            <a:off x="1114425" y="370760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algn="l" defTabSz="914400" rtl="0" eaLnBrk="1" fontAlgn="base" latinLnBrk="0" hangingPunct="1">
              <a:lnSpc>
                <a:spcPct val="100000"/>
              </a:lnSpc>
              <a:spcBef>
                <a:spcPct val="30000"/>
              </a:spcBef>
              <a:spcAft>
                <a:spcPct val="0"/>
              </a:spcAft>
              <a:buClr>
                <a:srgbClr val="0000FF"/>
              </a:buClr>
              <a:buSzTx/>
              <a:buFont typeface="Wingdings 2" pitchFamily="18" charset="2"/>
              <a:buNone/>
              <a:tabLst/>
            </a:pPr>
            <a:r>
              <a:rPr kumimoji="0" lang="en-US" altLang="zh-CN" sz="1600" b="1"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B</a:t>
            </a:r>
            <a:endParaRPr kumimoji="0" lang="zh-CN" altLang="en-US" sz="1600" b="1"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a:extLst>
              <a:ext uri="{FF2B5EF4-FFF2-40B4-BE49-F238E27FC236}">
                <a16:creationId xmlns:a16="http://schemas.microsoft.com/office/drawing/2014/main" id="{69EA9B61-6215-32BE-20D8-9F31DABC09CE}"/>
              </a:ext>
            </a:extLst>
          </p:cNvPr>
          <p:cNvSpPr>
            <a:spLocks noChangeAspect="1"/>
          </p:cNvSpPr>
          <p:nvPr>
            <p:custDataLst>
              <p:tags r:id="rId9"/>
            </p:custDataLst>
          </p:nvPr>
        </p:nvSpPr>
        <p:spPr bwMode="auto">
          <a:xfrm>
            <a:off x="1114425" y="456485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algn="l" defTabSz="914400" rtl="0" eaLnBrk="1" fontAlgn="base" latinLnBrk="0" hangingPunct="1">
              <a:lnSpc>
                <a:spcPct val="100000"/>
              </a:lnSpc>
              <a:spcBef>
                <a:spcPct val="30000"/>
              </a:spcBef>
              <a:spcAft>
                <a:spcPct val="0"/>
              </a:spcAft>
              <a:buClr>
                <a:srgbClr val="0000FF"/>
              </a:buClr>
              <a:buSzTx/>
              <a:buFont typeface="Wingdings 2" pitchFamily="18" charset="2"/>
              <a:buNone/>
              <a:tabLst/>
            </a:pPr>
            <a:r>
              <a:rPr kumimoji="0" lang="en-US" altLang="zh-CN" sz="1600" b="1" i="0" u="none" strike="noStrike" cap="none" normalizeH="0" baseline="0" dirty="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C</a:t>
            </a:r>
            <a:endParaRPr kumimoji="0" lang="zh-CN" altLang="en-US" sz="1600" b="1" i="0" u="none" strike="noStrike" cap="none" normalizeH="0" baseline="0" dirty="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a:extLst>
              <a:ext uri="{FF2B5EF4-FFF2-40B4-BE49-F238E27FC236}">
                <a16:creationId xmlns:a16="http://schemas.microsoft.com/office/drawing/2014/main" id="{428FEE3B-097F-42CC-273A-6B6CB20A6F6C}"/>
              </a:ext>
            </a:extLst>
          </p:cNvPr>
          <p:cNvSpPr>
            <a:spLocks noChangeAspect="1"/>
          </p:cNvSpPr>
          <p:nvPr>
            <p:custDataLst>
              <p:tags r:id="rId10"/>
            </p:custDataLst>
          </p:nvPr>
        </p:nvSpPr>
        <p:spPr bwMode="auto">
          <a:xfrm>
            <a:off x="1114425" y="542210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algn="l" defTabSz="914400" rtl="0" eaLnBrk="1" fontAlgn="base" latinLnBrk="0" hangingPunct="1">
              <a:lnSpc>
                <a:spcPct val="100000"/>
              </a:lnSpc>
              <a:spcBef>
                <a:spcPct val="30000"/>
              </a:spcBef>
              <a:spcAft>
                <a:spcPct val="0"/>
              </a:spcAft>
              <a:buClr>
                <a:srgbClr val="0000FF"/>
              </a:buClr>
              <a:buSzTx/>
              <a:buFont typeface="Wingdings 2" pitchFamily="18" charset="2"/>
              <a:buNone/>
              <a:tabLst/>
            </a:pPr>
            <a:r>
              <a:rPr kumimoji="0" lang="en-US" altLang="zh-CN" sz="1600" b="1"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D</a:t>
            </a:r>
            <a:endParaRPr kumimoji="0" lang="zh-CN" altLang="en-US" sz="1600" b="1"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矩形: 圆角 14">
            <a:extLst>
              <a:ext uri="{FF2B5EF4-FFF2-40B4-BE49-F238E27FC236}">
                <a16:creationId xmlns:a16="http://schemas.microsoft.com/office/drawing/2014/main" id="{15C87FE9-BB73-CBB6-41BD-E6D5F3FA44CF}"/>
              </a:ext>
            </a:extLst>
          </p:cNvPr>
          <p:cNvSpPr/>
          <p:nvPr>
            <p:custDataLst>
              <p:tags r:id="rId11"/>
            </p:custDataLst>
          </p:nvPr>
        </p:nvSpPr>
        <p:spPr bwMode="auto">
          <a:xfrm>
            <a:off x="6172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noAutofit/>
          </a:bodyPr>
          <a:lstStyle/>
          <a:p>
            <a:pPr marL="342900" marR="0" indent="-342900" algn="l" defTabSz="914400" rtl="0" eaLnBrk="1" fontAlgn="base" latinLnBrk="0" hangingPunct="1">
              <a:lnSpc>
                <a:spcPct val="100000"/>
              </a:lnSpc>
              <a:spcBef>
                <a:spcPct val="30000"/>
              </a:spcBef>
              <a:spcAft>
                <a:spcPct val="0"/>
              </a:spcAft>
              <a:buClr>
                <a:srgbClr val="0000FF"/>
              </a:buClr>
              <a:buSzTx/>
              <a:buFont typeface="Wingdings 2" pitchFamily="18" charset="2"/>
              <a:buNone/>
              <a:tabLst/>
            </a:pPr>
            <a:r>
              <a:rPr kumimoji="0" lang="zh-CN" altLang="en-US" sz="1600" b="1" i="0" u="none" strike="noStrike" cap="none" normalizeH="0" baseline="0">
                <a:ln>
                  <a:noFill/>
                </a:ln>
                <a:solidFill>
                  <a:srgbClr val="FFFFFF"/>
                </a:solidFill>
                <a:effectLst/>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3" name="组合 22">
            <a:extLst>
              <a:ext uri="{FF2B5EF4-FFF2-40B4-BE49-F238E27FC236}">
                <a16:creationId xmlns:a16="http://schemas.microsoft.com/office/drawing/2014/main" id="{3BDF8D96-6F62-09B5-28D1-6E3AE20D1097}"/>
              </a:ext>
            </a:extLst>
          </p:cNvPr>
          <p:cNvGrpSpPr/>
          <p:nvPr>
            <p:custDataLst>
              <p:tags r:id="rId12"/>
            </p:custDataLst>
          </p:nvPr>
        </p:nvGrpSpPr>
        <p:grpSpPr>
          <a:xfrm>
            <a:off x="0" y="0"/>
            <a:ext cx="9144000" cy="635000"/>
            <a:chOff x="0" y="0"/>
            <a:chExt cx="9144000" cy="635000"/>
          </a:xfrm>
        </p:grpSpPr>
        <p:sp>
          <p:nvSpPr>
            <p:cNvPr id="16" name="TitleBackground">
              <a:extLst>
                <a:ext uri="{FF2B5EF4-FFF2-40B4-BE49-F238E27FC236}">
                  <a16:creationId xmlns:a16="http://schemas.microsoft.com/office/drawing/2014/main" id="{DA4EC6D0-BFE5-B915-B65B-89E0AE044E65}"/>
                </a:ext>
              </a:extLst>
            </p:cNvPr>
            <p:cNvSpPr/>
            <p:nvPr>
              <p:custDataLst>
                <p:tags r:id="rId14"/>
              </p:custDataLst>
            </p:nvPr>
          </p:nvSpPr>
          <p:spPr bwMode="auto">
            <a:xfrm>
              <a:off x="0" y="0"/>
              <a:ext cx="9144000" cy="635000"/>
            </a:xfrm>
            <a:prstGeom prst="rect">
              <a:avLst/>
            </a:prstGeom>
            <a:solidFill>
              <a:srgbClr val="F6F7F8"/>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marR="0" indent="-342900" algn="l" defTabSz="914400" rtl="0" eaLnBrk="1" fontAlgn="base" latinLnBrk="0" hangingPunct="1">
                <a:lnSpc>
                  <a:spcPct val="100000"/>
                </a:lnSpc>
                <a:spcBef>
                  <a:spcPct val="30000"/>
                </a:spcBef>
                <a:spcAft>
                  <a:spcPct val="0"/>
                </a:spcAft>
                <a:buClr>
                  <a:srgbClr val="0000FF"/>
                </a:buClr>
                <a:buSzTx/>
                <a:buFont typeface="Wingdings 2" pitchFamily="18" charset="2"/>
                <a:buNone/>
                <a:tabLst/>
              </a:pPr>
              <a:endParaRPr kumimoji="0" lang="zh-CN" altLang="en-US" sz="2400" b="1" i="0" u="none" strike="noStrike" cap="none" normalizeH="0" baseline="0">
                <a:ln>
                  <a:noFill/>
                </a:ln>
                <a:solidFill>
                  <a:schemeClr val="accent1"/>
                </a:solidFill>
                <a:effectLst/>
                <a:latin typeface="宋体" pitchFamily="2" charset="-122"/>
                <a:ea typeface="宋体" pitchFamily="2" charset="-122"/>
              </a:endParaRPr>
            </a:p>
          </p:txBody>
        </p:sp>
        <p:sp>
          <p:nvSpPr>
            <p:cNvPr id="17" name="ColorBlock">
              <a:extLst>
                <a:ext uri="{FF2B5EF4-FFF2-40B4-BE49-F238E27FC236}">
                  <a16:creationId xmlns:a16="http://schemas.microsoft.com/office/drawing/2014/main" id="{B8D42758-4857-D6A1-08F8-2D23B2094245}"/>
                </a:ext>
              </a:extLst>
            </p:cNvPr>
            <p:cNvSpPr/>
            <p:nvPr>
              <p:custDataLst>
                <p:tags r:id="rId15"/>
              </p:custDataLst>
            </p:nvPr>
          </p:nvSpPr>
          <p:spPr bwMode="auto">
            <a:xfrm>
              <a:off x="0" y="0"/>
              <a:ext cx="190500" cy="635000"/>
            </a:xfrm>
            <a:prstGeom prst="rect">
              <a:avLst/>
            </a:prstGeom>
            <a:solidFill>
              <a:srgbClr val="639EF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marR="0" indent="-342900" algn="l" defTabSz="914400" rtl="0" eaLnBrk="1" fontAlgn="base" latinLnBrk="0" hangingPunct="1">
                <a:lnSpc>
                  <a:spcPct val="100000"/>
                </a:lnSpc>
                <a:spcBef>
                  <a:spcPct val="30000"/>
                </a:spcBef>
                <a:spcAft>
                  <a:spcPct val="0"/>
                </a:spcAft>
                <a:buClr>
                  <a:srgbClr val="0000FF"/>
                </a:buClr>
                <a:buSzTx/>
                <a:buFont typeface="Wingdings 2" pitchFamily="18" charset="2"/>
                <a:buNone/>
                <a:tabLst/>
              </a:pPr>
              <a:endParaRPr kumimoji="0" lang="zh-CN" altLang="en-US" sz="2400" b="1" i="0" u="none" strike="noStrike" cap="none" normalizeH="0" baseline="0">
                <a:ln>
                  <a:noFill/>
                </a:ln>
                <a:solidFill>
                  <a:schemeClr val="accent1"/>
                </a:solidFill>
                <a:effectLst/>
                <a:latin typeface="宋体" pitchFamily="2" charset="-122"/>
                <a:ea typeface="宋体" pitchFamily="2" charset="-122"/>
              </a:endParaRPr>
            </a:p>
          </p:txBody>
        </p:sp>
        <p:sp>
          <p:nvSpPr>
            <p:cNvPr id="18" name="TypeText">
              <a:extLst>
                <a:ext uri="{FF2B5EF4-FFF2-40B4-BE49-F238E27FC236}">
                  <a16:creationId xmlns:a16="http://schemas.microsoft.com/office/drawing/2014/main" id="{D7B9DBD6-C99E-9ACC-56CC-45A5C116D5D8}"/>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投票</a:t>
              </a:r>
              <a:r>
                <a:rPr lang="en-US" altLang="zh-CN"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匿名</a:t>
              </a:r>
              <a:r>
                <a:rPr lang="en-US" altLang="zh-CN"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2" name="TipText">
              <a:extLst>
                <a:ext uri="{FF2B5EF4-FFF2-40B4-BE49-F238E27FC236}">
                  <a16:creationId xmlns:a16="http://schemas.microsoft.com/office/drawing/2014/main" id="{F4FFB4A0-EA3E-4525-78D7-7B61D1B8F44E}"/>
                </a:ext>
              </a:extLst>
            </p:cNvPr>
            <p:cNvSpPr txBox="1"/>
            <p:nvPr>
              <p:custDataLst>
                <p:tags r:id="rId17"/>
              </p:custDataLst>
            </p:nvPr>
          </p:nvSpPr>
          <p:spPr>
            <a:xfrm>
              <a:off x="2113280" y="109220"/>
              <a:ext cx="2286000" cy="508000"/>
            </a:xfrm>
            <a:prstGeom prst="rect">
              <a:avLst/>
            </a:prstGeom>
            <a:noFill/>
          </p:spPr>
          <p:txBody>
            <a:bodyPr vert="horz" wrap="none" rtlCol="0" anchor="ctr" anchorCtr="0">
              <a:noAutofit/>
            </a:bodyPr>
            <a:lstStyle/>
            <a:p>
              <a:r>
                <a:rPr lang="zh-CN" altLang="en-US" sz="2000" dirty="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最多可选</a:t>
              </a:r>
              <a:r>
                <a:rPr lang="en-US" altLang="zh-CN" sz="2000" dirty="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dirty="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项</a:t>
              </a:r>
            </a:p>
          </p:txBody>
        </p:sp>
      </p:grpSp>
      <p:pic>
        <p:nvPicPr>
          <p:cNvPr id="5" name="图片 4">
            <a:extLst>
              <a:ext uri="{FF2B5EF4-FFF2-40B4-BE49-F238E27FC236}">
                <a16:creationId xmlns:a16="http://schemas.microsoft.com/office/drawing/2014/main" id="{8ABA4226-FD8E-E2F7-62B5-C33369542FC6}"/>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96564325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90E21E43-3221-80F5-11AD-D2D9183DE0A7}"/>
              </a:ext>
            </a:extLst>
          </p:cNvPr>
          <p:cNvSpPr>
            <a:spLocks noGrp="1" noChangeArrowheads="1"/>
          </p:cNvSpPr>
          <p:nvPr>
            <p:ph type="title"/>
          </p:nvPr>
        </p:nvSpPr>
        <p:spPr/>
        <p:txBody>
          <a:bodyPr/>
          <a:lstStyle/>
          <a:p>
            <a:pPr eaLnBrk="1" hangingPunct="1"/>
            <a:r>
              <a:rPr kumimoji="1" lang="zh-CN" altLang="en-US"/>
              <a:t>软件项目进度计划</a:t>
            </a:r>
          </a:p>
        </p:txBody>
      </p:sp>
      <p:sp>
        <p:nvSpPr>
          <p:cNvPr id="86019" name="Rectangle 3">
            <a:extLst>
              <a:ext uri="{FF2B5EF4-FFF2-40B4-BE49-F238E27FC236}">
                <a16:creationId xmlns:a16="http://schemas.microsoft.com/office/drawing/2014/main" id="{0383633B-23E5-0125-803C-66557C8CCE6D}"/>
              </a:ext>
            </a:extLst>
          </p:cNvPr>
          <p:cNvSpPr>
            <a:spLocks noGrp="1" noChangeArrowheads="1"/>
          </p:cNvSpPr>
          <p:nvPr>
            <p:ph type="body" idx="1"/>
          </p:nvPr>
        </p:nvSpPr>
        <p:spPr>
          <a:xfrm>
            <a:off x="684213" y="1989138"/>
            <a:ext cx="8280400" cy="4868862"/>
          </a:xfrm>
        </p:spPr>
        <p:txBody>
          <a:bodyPr/>
          <a:lstStyle/>
          <a:p>
            <a:pPr eaLnBrk="1" hangingPunct="1">
              <a:lnSpc>
                <a:spcPct val="120000"/>
              </a:lnSpc>
            </a:pPr>
            <a:r>
              <a:rPr lang="zh-CN" altLang="en-US" sz="2400">
                <a:solidFill>
                  <a:schemeClr val="accent2"/>
                </a:solidFill>
                <a:latin typeface="黑体" panose="02010609060101010101" pitchFamily="49" charset="-122"/>
                <a:ea typeface="黑体" panose="02010609060101010101" pitchFamily="49" charset="-122"/>
              </a:rPr>
              <a:t>关键路径（</a:t>
            </a:r>
            <a:r>
              <a:rPr lang="en-US" altLang="zh-CN" sz="2400">
                <a:solidFill>
                  <a:schemeClr val="accent2"/>
                </a:solidFill>
                <a:ea typeface="黑体" panose="02010609060101010101" pitchFamily="49" charset="-122"/>
              </a:rPr>
              <a:t>Critical Path</a:t>
            </a:r>
            <a:r>
              <a:rPr lang="en-US" altLang="zh-CN" sz="2400">
                <a:solidFill>
                  <a:schemeClr val="accent2"/>
                </a:solidFill>
                <a:latin typeface="黑体" panose="02010609060101010101" pitchFamily="49" charset="-122"/>
                <a:ea typeface="黑体" panose="02010609060101010101" pitchFamily="49" charset="-122"/>
              </a:rPr>
              <a:t> </a:t>
            </a:r>
            <a:r>
              <a:rPr lang="zh-CN" altLang="en-US" sz="2400">
                <a:solidFill>
                  <a:schemeClr val="accent2"/>
                </a:solidFill>
                <a:latin typeface="黑体" panose="02010609060101010101" pitchFamily="49" charset="-122"/>
                <a:ea typeface="黑体" panose="02010609060101010101" pitchFamily="49" charset="-122"/>
              </a:rPr>
              <a:t>）</a:t>
            </a:r>
          </a:p>
          <a:p>
            <a:pPr lvl="1" eaLnBrk="1" hangingPunct="1">
              <a:lnSpc>
                <a:spcPct val="110000"/>
              </a:lnSpc>
              <a:spcBef>
                <a:spcPct val="30000"/>
              </a:spcBef>
            </a:pPr>
            <a:r>
              <a:rPr lang="zh-CN" altLang="en-US" sz="2000">
                <a:latin typeface="黑体" panose="02010609060101010101" pitchFamily="49" charset="-122"/>
                <a:ea typeface="黑体" panose="02010609060101010101" pitchFamily="49" charset="-122"/>
              </a:rPr>
              <a:t>关键路径是决定项目完成的最短时间。</a:t>
            </a:r>
          </a:p>
          <a:p>
            <a:pPr lvl="1" eaLnBrk="1" hangingPunct="1">
              <a:lnSpc>
                <a:spcPct val="110000"/>
              </a:lnSpc>
              <a:spcBef>
                <a:spcPct val="30000"/>
              </a:spcBef>
            </a:pPr>
            <a:r>
              <a:rPr lang="zh-CN" altLang="en-US" sz="2000">
                <a:latin typeface="黑体" panose="02010609060101010101" pitchFamily="49" charset="-122"/>
                <a:ea typeface="黑体" panose="02010609060101010101" pitchFamily="49" charset="-122"/>
              </a:rPr>
              <a:t>项目整个网络图中最长的路径</a:t>
            </a:r>
          </a:p>
          <a:p>
            <a:pPr lvl="1" eaLnBrk="1" hangingPunct="1">
              <a:lnSpc>
                <a:spcPct val="110000"/>
              </a:lnSpc>
              <a:spcBef>
                <a:spcPct val="30000"/>
              </a:spcBef>
            </a:pPr>
            <a:r>
              <a:rPr lang="zh-CN" altLang="en-US" sz="2000">
                <a:latin typeface="黑体" panose="02010609060101010101" pitchFamily="49" charset="-122"/>
                <a:ea typeface="黑体" panose="02010609060101010101" pitchFamily="49" charset="-122"/>
              </a:rPr>
              <a:t>关键路径上的任何活动延迟，都会导致整个项目完成时间的延迟</a:t>
            </a:r>
          </a:p>
          <a:p>
            <a:pPr lvl="1" eaLnBrk="1" hangingPunct="1">
              <a:lnSpc>
                <a:spcPct val="110000"/>
              </a:lnSpc>
              <a:spcBef>
                <a:spcPct val="30000"/>
              </a:spcBef>
            </a:pPr>
            <a:r>
              <a:rPr lang="zh-CN" altLang="en-US" sz="2000">
                <a:latin typeface="黑体" panose="02010609060101010101" pitchFamily="49" charset="-122"/>
                <a:ea typeface="黑体" panose="02010609060101010101" pitchFamily="49" charset="-122"/>
              </a:rPr>
              <a:t>关键路径上的任何任务都是关键任务</a:t>
            </a:r>
          </a:p>
          <a:p>
            <a:pPr lvl="1" eaLnBrk="1" hangingPunct="1">
              <a:lnSpc>
                <a:spcPct val="110000"/>
              </a:lnSpc>
              <a:spcBef>
                <a:spcPct val="30000"/>
              </a:spcBef>
            </a:pPr>
            <a:r>
              <a:rPr lang="zh-CN" altLang="en-US" sz="2000">
                <a:latin typeface="黑体" panose="02010609060101010101" pitchFamily="49" charset="-122"/>
                <a:ea typeface="黑体" panose="02010609060101010101" pitchFamily="49" charset="-122"/>
              </a:rPr>
              <a:t>是时间浮动为</a:t>
            </a:r>
            <a:r>
              <a:rPr lang="en-US" altLang="zh-CN" sz="2000">
                <a:latin typeface="黑体" panose="02010609060101010101" pitchFamily="49" charset="-122"/>
                <a:ea typeface="黑体" panose="02010609060101010101" pitchFamily="49" charset="-122"/>
              </a:rPr>
              <a:t>0</a:t>
            </a:r>
            <a:r>
              <a:rPr lang="zh-CN" altLang="en-US" sz="2000">
                <a:latin typeface="黑体" panose="02010609060101010101" pitchFamily="49" charset="-122"/>
                <a:ea typeface="黑体" panose="02010609060101010101" pitchFamily="49" charset="-122"/>
              </a:rPr>
              <a:t>（</a:t>
            </a:r>
            <a:r>
              <a:rPr lang="en-US" altLang="zh-CN" sz="2000">
                <a:ea typeface="黑体" panose="02010609060101010101" pitchFamily="49" charset="-122"/>
              </a:rPr>
              <a:t>Float</a:t>
            </a:r>
            <a:r>
              <a:rPr lang="en-US" altLang="zh-CN" sz="2000">
                <a:latin typeface="黑体" panose="02010609060101010101" pitchFamily="49" charset="-122"/>
                <a:ea typeface="黑体" panose="02010609060101010101" pitchFamily="49" charset="-122"/>
              </a:rPr>
              <a:t>=0</a:t>
            </a:r>
            <a:r>
              <a:rPr lang="zh-CN" altLang="en-US" sz="2000">
                <a:latin typeface="黑体" panose="02010609060101010101" pitchFamily="49" charset="-122"/>
                <a:ea typeface="黑体" panose="02010609060101010101" pitchFamily="49" charset="-122"/>
              </a:rPr>
              <a:t>）的路径</a:t>
            </a:r>
          </a:p>
          <a:p>
            <a:pPr eaLnBrk="1" hangingPunct="1">
              <a:lnSpc>
                <a:spcPct val="130000"/>
              </a:lnSpc>
            </a:pPr>
            <a:r>
              <a:rPr lang="zh-CN" altLang="en-US" sz="2400">
                <a:solidFill>
                  <a:schemeClr val="accent2"/>
                </a:solidFill>
                <a:latin typeface="黑体" panose="02010609060101010101" pitchFamily="49" charset="-122"/>
                <a:ea typeface="黑体" panose="02010609060101010101" pitchFamily="49" charset="-122"/>
              </a:rPr>
              <a:t>关键路径确定</a:t>
            </a:r>
          </a:p>
          <a:p>
            <a:pPr lvl="1" eaLnBrk="1" hangingPunct="1">
              <a:lnSpc>
                <a:spcPct val="110000"/>
              </a:lnSpc>
              <a:spcBef>
                <a:spcPct val="30000"/>
              </a:spcBef>
            </a:pPr>
            <a:r>
              <a:rPr lang="zh-CN" altLang="en-US" sz="2000">
                <a:latin typeface="黑体" panose="02010609060101010101" pitchFamily="49" charset="-122"/>
                <a:ea typeface="黑体" panose="02010609060101010101" pitchFamily="49" charset="-122"/>
              </a:rPr>
              <a:t>首先确定项目的网络图</a:t>
            </a:r>
          </a:p>
          <a:p>
            <a:pPr lvl="1" eaLnBrk="1" hangingPunct="1">
              <a:lnSpc>
                <a:spcPct val="110000"/>
              </a:lnSpc>
              <a:spcBef>
                <a:spcPct val="30000"/>
              </a:spcBef>
            </a:pPr>
            <a:r>
              <a:rPr lang="zh-CN" altLang="en-US" sz="2000">
                <a:latin typeface="黑体" panose="02010609060101010101" pitchFamily="49" charset="-122"/>
                <a:ea typeface="黑体" panose="02010609060101010101" pitchFamily="49" charset="-122"/>
              </a:rPr>
              <a:t>对网络图路径中的所有活动确定历时</a:t>
            </a:r>
          </a:p>
          <a:p>
            <a:pPr lvl="1" eaLnBrk="1" hangingPunct="1">
              <a:lnSpc>
                <a:spcPct val="110000"/>
              </a:lnSpc>
              <a:spcBef>
                <a:spcPct val="30000"/>
              </a:spcBef>
            </a:pPr>
            <a:r>
              <a:rPr lang="zh-CN" altLang="en-US" sz="2000">
                <a:latin typeface="黑体" panose="02010609060101010101" pitchFamily="49" charset="-122"/>
                <a:ea typeface="黑体" panose="02010609060101010101" pitchFamily="49" charset="-122"/>
              </a:rPr>
              <a:t>其中最长的路径就是 </a:t>
            </a:r>
            <a:r>
              <a:rPr lang="en-US" altLang="zh-CN" sz="2000">
                <a:ea typeface="黑体" panose="02010609060101010101" pitchFamily="49" charset="-122"/>
              </a:rPr>
              <a:t>critical path</a:t>
            </a:r>
            <a:endParaRPr lang="en-US" altLang="zh-CN" sz="2000">
              <a:solidFill>
                <a:schemeClr val="accent2"/>
              </a:solidFill>
              <a:ea typeface="黑体" panose="02010609060101010101" pitchFamily="49" charset="-122"/>
            </a:endParaRPr>
          </a:p>
          <a:p>
            <a:pPr eaLnBrk="1" hangingPunct="1">
              <a:lnSpc>
                <a:spcPct val="120000"/>
              </a:lnSpc>
            </a:pPr>
            <a:endParaRPr lang="en-US" altLang="zh-CN" sz="2000">
              <a:solidFill>
                <a:schemeClr val="accent2"/>
              </a:solidFill>
              <a:latin typeface="黑体" panose="02010609060101010101" pitchFamily="49" charset="-122"/>
              <a:ea typeface="黑体" panose="02010609060101010101" pitchFamily="49" charset="-12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9ED58A77-94CE-A709-59B6-1880EBB08F47}"/>
              </a:ext>
            </a:extLst>
          </p:cNvPr>
          <p:cNvSpPr>
            <a:spLocks noGrp="1" noChangeArrowheads="1"/>
          </p:cNvSpPr>
          <p:nvPr>
            <p:ph type="title"/>
          </p:nvPr>
        </p:nvSpPr>
        <p:spPr/>
        <p:txBody>
          <a:bodyPr/>
          <a:lstStyle/>
          <a:p>
            <a:pPr eaLnBrk="1" hangingPunct="1"/>
            <a:r>
              <a:rPr kumimoji="1" lang="zh-CN" altLang="en-US"/>
              <a:t>软件项目进度计划</a:t>
            </a:r>
          </a:p>
        </p:txBody>
      </p:sp>
      <p:sp>
        <p:nvSpPr>
          <p:cNvPr id="87043" name="Rectangle 3">
            <a:extLst>
              <a:ext uri="{FF2B5EF4-FFF2-40B4-BE49-F238E27FC236}">
                <a16:creationId xmlns:a16="http://schemas.microsoft.com/office/drawing/2014/main" id="{34EF6918-E608-4D55-A317-70D36B3862A0}"/>
              </a:ext>
            </a:extLst>
          </p:cNvPr>
          <p:cNvSpPr>
            <a:spLocks noGrp="1" noChangeArrowheads="1"/>
          </p:cNvSpPr>
          <p:nvPr>
            <p:ph type="body" sz="half" idx="1"/>
          </p:nvPr>
        </p:nvSpPr>
        <p:spPr>
          <a:xfrm>
            <a:off x="611188" y="1989138"/>
            <a:ext cx="8137525" cy="4868862"/>
          </a:xfrm>
        </p:spPr>
        <p:txBody>
          <a:bodyPr/>
          <a:lstStyle/>
          <a:p>
            <a:pPr eaLnBrk="1" hangingPunct="1"/>
            <a:r>
              <a:rPr lang="en-US" altLang="zh-CN" sz="2000" dirty="0">
                <a:solidFill>
                  <a:schemeClr val="accent2"/>
                </a:solidFill>
                <a:ea typeface="黑体" panose="02010609060101010101" pitchFamily="49" charset="-122"/>
              </a:rPr>
              <a:t>Simple Example of Determining the Critical Path</a:t>
            </a:r>
          </a:p>
          <a:p>
            <a:pPr eaLnBrk="1" hangingPunct="1">
              <a:lnSpc>
                <a:spcPct val="120000"/>
              </a:lnSpc>
              <a:spcBef>
                <a:spcPct val="40000"/>
              </a:spcBef>
              <a:buFont typeface="Wingdings 2" panose="05020102010507070707" pitchFamily="18" charset="2"/>
              <a:buNone/>
            </a:pPr>
            <a:r>
              <a:rPr lang="en-US" altLang="zh-CN" sz="1800" dirty="0">
                <a:ea typeface="黑体" panose="02010609060101010101" pitchFamily="49" charset="-122"/>
              </a:rPr>
              <a:t>    Consider the following project network diagram.  Assume all times are in days.</a:t>
            </a:r>
          </a:p>
          <a:p>
            <a:pPr eaLnBrk="1" hangingPunct="1"/>
            <a:endParaRPr lang="en-US" altLang="zh-CN" sz="1800" dirty="0">
              <a:ea typeface="黑体" panose="02010609060101010101" pitchFamily="49" charset="-122"/>
            </a:endParaRPr>
          </a:p>
          <a:p>
            <a:pPr eaLnBrk="1" hangingPunct="1"/>
            <a:endParaRPr lang="en-US" altLang="zh-CN" sz="1800" dirty="0">
              <a:ea typeface="黑体" panose="02010609060101010101" pitchFamily="49" charset="-122"/>
            </a:endParaRPr>
          </a:p>
          <a:p>
            <a:pPr eaLnBrk="1" hangingPunct="1"/>
            <a:endParaRPr lang="en-US" altLang="zh-CN" sz="1800" dirty="0">
              <a:ea typeface="黑体" panose="02010609060101010101" pitchFamily="49" charset="-122"/>
            </a:endParaRPr>
          </a:p>
          <a:p>
            <a:pPr eaLnBrk="1" hangingPunct="1"/>
            <a:endParaRPr lang="en-US" altLang="zh-CN" sz="1800" dirty="0">
              <a:ea typeface="黑体" panose="02010609060101010101" pitchFamily="49" charset="-122"/>
            </a:endParaRPr>
          </a:p>
          <a:p>
            <a:pPr eaLnBrk="1" hangingPunct="1"/>
            <a:endParaRPr lang="en-US" altLang="zh-CN" sz="1800" dirty="0">
              <a:ea typeface="黑体" panose="02010609060101010101" pitchFamily="49" charset="-122"/>
            </a:endParaRPr>
          </a:p>
          <a:p>
            <a:pPr eaLnBrk="1" hangingPunct="1">
              <a:spcBef>
                <a:spcPct val="10000"/>
              </a:spcBef>
              <a:buFont typeface="Wingdings 2" panose="05020102010507070707" pitchFamily="18" charset="2"/>
              <a:buNone/>
            </a:pPr>
            <a:r>
              <a:rPr lang="en-US" altLang="zh-CN" sz="2000" dirty="0"/>
              <a:t>      </a:t>
            </a:r>
            <a:r>
              <a:rPr lang="en-US" altLang="zh-CN" sz="1800" dirty="0"/>
              <a:t>a. How many paths are on this network diagram?</a:t>
            </a:r>
          </a:p>
          <a:p>
            <a:pPr eaLnBrk="1" hangingPunct="1">
              <a:spcBef>
                <a:spcPct val="10000"/>
              </a:spcBef>
              <a:buFont typeface="Wingdings 2" panose="05020102010507070707" pitchFamily="18" charset="2"/>
              <a:buNone/>
            </a:pPr>
            <a:r>
              <a:rPr lang="en-US" altLang="zh-CN" sz="1800" dirty="0"/>
              <a:t>      b. How long is each path?</a:t>
            </a:r>
          </a:p>
          <a:p>
            <a:pPr eaLnBrk="1" hangingPunct="1">
              <a:spcBef>
                <a:spcPct val="10000"/>
              </a:spcBef>
              <a:buFont typeface="Wingdings 2" panose="05020102010507070707" pitchFamily="18" charset="2"/>
              <a:buNone/>
            </a:pPr>
            <a:r>
              <a:rPr lang="en-US" altLang="zh-CN" sz="1800" dirty="0"/>
              <a:t>      c. Which is the critical path?</a:t>
            </a:r>
          </a:p>
          <a:p>
            <a:pPr eaLnBrk="1" hangingPunct="1">
              <a:spcBef>
                <a:spcPct val="10000"/>
              </a:spcBef>
              <a:buFont typeface="Wingdings 2" panose="05020102010507070707" pitchFamily="18" charset="2"/>
              <a:buNone/>
            </a:pPr>
            <a:r>
              <a:rPr lang="en-US" altLang="zh-CN" sz="1800" dirty="0"/>
              <a:t>      d. </a:t>
            </a:r>
            <a:r>
              <a:rPr lang="en-US" altLang="zh-CN" sz="1800"/>
              <a:t>What is the shortest amount of time needed to complete this project?</a:t>
            </a:r>
          </a:p>
          <a:p>
            <a:pPr eaLnBrk="1" hangingPunct="1"/>
            <a:endParaRPr lang="en-US" altLang="zh-CN" sz="2000" dirty="0">
              <a:ea typeface="黑体" panose="02010609060101010101" pitchFamily="49" charset="-122"/>
            </a:endParaRPr>
          </a:p>
        </p:txBody>
      </p:sp>
      <p:graphicFrame>
        <p:nvGraphicFramePr>
          <p:cNvPr id="87044" name="Object 4">
            <a:extLst>
              <a:ext uri="{FF2B5EF4-FFF2-40B4-BE49-F238E27FC236}">
                <a16:creationId xmlns:a16="http://schemas.microsoft.com/office/drawing/2014/main" id="{D5B7CC76-2315-4E15-99C5-A46DD6C1265D}"/>
              </a:ext>
            </a:extLst>
          </p:cNvPr>
          <p:cNvGraphicFramePr>
            <a:graphicFrameLocks noGrp="1" noChangeAspect="1"/>
          </p:cNvGraphicFramePr>
          <p:nvPr>
            <p:ph sz="half" idx="2"/>
          </p:nvPr>
        </p:nvGraphicFramePr>
        <p:xfrm>
          <a:off x="1330325" y="2924175"/>
          <a:ext cx="6913563" cy="1728788"/>
        </p:xfrm>
        <a:graphic>
          <a:graphicData uri="http://schemas.openxmlformats.org/presentationml/2006/ole">
            <mc:AlternateContent xmlns:mc="http://schemas.openxmlformats.org/markup-compatibility/2006">
              <mc:Choice xmlns:v="urn:schemas-microsoft-com:vml" Requires="v">
                <p:oleObj name="文档" r:id="rId2" imgW="5464161" imgH="992893" progId="Word.Document.8">
                  <p:embed/>
                </p:oleObj>
              </mc:Choice>
              <mc:Fallback>
                <p:oleObj name="文档" r:id="rId2" imgW="5464161" imgH="992893" progId="Word.Document.8">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0325" y="2924175"/>
                        <a:ext cx="6913563" cy="172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11337ACD-1391-B640-5853-BBB5D77CB685}"/>
              </a:ext>
            </a:extLst>
          </p:cNvPr>
          <p:cNvSpPr>
            <a:spLocks noGrp="1" noChangeArrowheads="1"/>
          </p:cNvSpPr>
          <p:nvPr>
            <p:ph type="title"/>
          </p:nvPr>
        </p:nvSpPr>
        <p:spPr/>
        <p:txBody>
          <a:bodyPr/>
          <a:lstStyle/>
          <a:p>
            <a:pPr eaLnBrk="1" hangingPunct="1"/>
            <a:r>
              <a:rPr kumimoji="1" lang="zh-CN" altLang="en-US"/>
              <a:t>软件项目进度计划</a:t>
            </a:r>
          </a:p>
        </p:txBody>
      </p:sp>
      <p:sp>
        <p:nvSpPr>
          <p:cNvPr id="88067" name="Rectangle 3">
            <a:extLst>
              <a:ext uri="{FF2B5EF4-FFF2-40B4-BE49-F238E27FC236}">
                <a16:creationId xmlns:a16="http://schemas.microsoft.com/office/drawing/2014/main" id="{93D5619F-A1DE-3E11-ABFB-A868ACED937A}"/>
              </a:ext>
            </a:extLst>
          </p:cNvPr>
          <p:cNvSpPr>
            <a:spLocks noGrp="1" noChangeArrowheads="1"/>
          </p:cNvSpPr>
          <p:nvPr>
            <p:ph type="body" idx="1"/>
          </p:nvPr>
        </p:nvSpPr>
        <p:spPr>
          <a:xfrm>
            <a:off x="323850" y="1916113"/>
            <a:ext cx="8640763" cy="4941887"/>
          </a:xfrm>
        </p:spPr>
        <p:txBody>
          <a:bodyPr/>
          <a:lstStyle/>
          <a:p>
            <a:pPr eaLnBrk="1" hangingPunct="1"/>
            <a:r>
              <a:rPr lang="en-US" altLang="zh-CN" sz="2000">
                <a:solidFill>
                  <a:schemeClr val="accent2"/>
                </a:solidFill>
                <a:ea typeface="黑体" panose="02010609060101010101" pitchFamily="49" charset="-122"/>
              </a:rPr>
              <a:t>Determining the Critical Path for Project X</a:t>
            </a:r>
          </a:p>
        </p:txBody>
      </p:sp>
      <p:pic>
        <p:nvPicPr>
          <p:cNvPr id="88068" name="Picture 4">
            <a:extLst>
              <a:ext uri="{FF2B5EF4-FFF2-40B4-BE49-F238E27FC236}">
                <a16:creationId xmlns:a16="http://schemas.microsoft.com/office/drawing/2014/main" id="{B48C7C0A-ED3E-1295-9436-767C96F332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42284"/>
          <a:stretch>
            <a:fillRect/>
          </a:stretch>
        </p:blipFill>
        <p:spPr bwMode="auto">
          <a:xfrm>
            <a:off x="1044575" y="2349500"/>
            <a:ext cx="7775575" cy="251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A2141ECD-C674-CEC2-E521-E95125991F46}"/>
              </a:ext>
            </a:extLst>
          </p:cNvPr>
          <p:cNvSpPr>
            <a:spLocks noGrp="1" noChangeArrowheads="1"/>
          </p:cNvSpPr>
          <p:nvPr>
            <p:ph type="title"/>
          </p:nvPr>
        </p:nvSpPr>
        <p:spPr/>
        <p:txBody>
          <a:bodyPr/>
          <a:lstStyle/>
          <a:p>
            <a:pPr eaLnBrk="1" hangingPunct="1"/>
            <a:r>
              <a:rPr kumimoji="1" lang="zh-CN" altLang="en-US"/>
              <a:t>软件项目进度计划</a:t>
            </a:r>
          </a:p>
        </p:txBody>
      </p:sp>
      <p:sp>
        <p:nvSpPr>
          <p:cNvPr id="89091" name="Rectangle 3">
            <a:extLst>
              <a:ext uri="{FF2B5EF4-FFF2-40B4-BE49-F238E27FC236}">
                <a16:creationId xmlns:a16="http://schemas.microsoft.com/office/drawing/2014/main" id="{FC49106D-927C-F4F5-57C5-56498CBDF38D}"/>
              </a:ext>
            </a:extLst>
          </p:cNvPr>
          <p:cNvSpPr>
            <a:spLocks noGrp="1" noChangeArrowheads="1"/>
          </p:cNvSpPr>
          <p:nvPr>
            <p:ph type="body" idx="1"/>
          </p:nvPr>
        </p:nvSpPr>
        <p:spPr>
          <a:xfrm>
            <a:off x="323850" y="1916113"/>
            <a:ext cx="8640763" cy="4941887"/>
          </a:xfrm>
        </p:spPr>
        <p:txBody>
          <a:bodyPr/>
          <a:lstStyle/>
          <a:p>
            <a:pPr eaLnBrk="1" hangingPunct="1"/>
            <a:r>
              <a:rPr lang="en-US" altLang="zh-CN" sz="2000">
                <a:solidFill>
                  <a:schemeClr val="accent2"/>
                </a:solidFill>
                <a:ea typeface="黑体" panose="02010609060101010101" pitchFamily="49" charset="-122"/>
              </a:rPr>
              <a:t>Determining the Critical Path for Project X</a:t>
            </a:r>
          </a:p>
        </p:txBody>
      </p:sp>
      <p:pic>
        <p:nvPicPr>
          <p:cNvPr id="89092" name="Picture 4">
            <a:extLst>
              <a:ext uri="{FF2B5EF4-FFF2-40B4-BE49-F238E27FC236}">
                <a16:creationId xmlns:a16="http://schemas.microsoft.com/office/drawing/2014/main" id="{503012B7-9576-4402-9C18-D843176443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42284"/>
          <a:stretch>
            <a:fillRect/>
          </a:stretch>
        </p:blipFill>
        <p:spPr bwMode="auto">
          <a:xfrm>
            <a:off x="1044575" y="2349500"/>
            <a:ext cx="7775575" cy="251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093" name="图片 2">
            <a:extLst>
              <a:ext uri="{FF2B5EF4-FFF2-40B4-BE49-F238E27FC236}">
                <a16:creationId xmlns:a16="http://schemas.microsoft.com/office/drawing/2014/main" id="{5FCD9D83-4EC1-DE5D-3528-EBA5E9DC3F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7263" y="4868863"/>
            <a:ext cx="7862887" cy="190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34105955-73CC-C2CE-23F2-FD79691EFB6C}"/>
              </a:ext>
            </a:extLst>
          </p:cNvPr>
          <p:cNvSpPr>
            <a:spLocks noGrp="1" noChangeArrowheads="1"/>
          </p:cNvSpPr>
          <p:nvPr>
            <p:ph type="title"/>
          </p:nvPr>
        </p:nvSpPr>
        <p:spPr/>
        <p:txBody>
          <a:bodyPr/>
          <a:lstStyle/>
          <a:p>
            <a:pPr eaLnBrk="1" hangingPunct="1"/>
            <a:r>
              <a:rPr kumimoji="1" lang="zh-CN" altLang="en-US"/>
              <a:t>软件项目进度计划</a:t>
            </a:r>
          </a:p>
        </p:txBody>
      </p:sp>
      <p:sp>
        <p:nvSpPr>
          <p:cNvPr id="90115" name="Rectangle 3">
            <a:extLst>
              <a:ext uri="{FF2B5EF4-FFF2-40B4-BE49-F238E27FC236}">
                <a16:creationId xmlns:a16="http://schemas.microsoft.com/office/drawing/2014/main" id="{B5571524-9E71-EBFA-E01E-793904FBCC09}"/>
              </a:ext>
            </a:extLst>
          </p:cNvPr>
          <p:cNvSpPr>
            <a:spLocks noGrp="1" noChangeArrowheads="1"/>
          </p:cNvSpPr>
          <p:nvPr>
            <p:ph type="body" idx="1"/>
          </p:nvPr>
        </p:nvSpPr>
        <p:spPr>
          <a:xfrm>
            <a:off x="684213" y="1989138"/>
            <a:ext cx="8280400" cy="4868862"/>
          </a:xfrm>
        </p:spPr>
        <p:txBody>
          <a:bodyPr/>
          <a:lstStyle/>
          <a:p>
            <a:pPr eaLnBrk="1" hangingPunct="1">
              <a:lnSpc>
                <a:spcPct val="130000"/>
              </a:lnSpc>
            </a:pPr>
            <a:r>
              <a:rPr lang="zh-CN" altLang="en-US" sz="2400">
                <a:solidFill>
                  <a:schemeClr val="accent2"/>
                </a:solidFill>
                <a:latin typeface="黑体" panose="02010609060101010101" pitchFamily="49" charset="-122"/>
                <a:ea typeface="黑体" panose="02010609060101010101" pitchFamily="49" charset="-122"/>
              </a:rPr>
              <a:t>关键路径的几点说明</a:t>
            </a:r>
          </a:p>
          <a:p>
            <a:pPr lvl="1" eaLnBrk="1" hangingPunct="1">
              <a:lnSpc>
                <a:spcPct val="130000"/>
              </a:lnSpc>
              <a:spcBef>
                <a:spcPct val="30000"/>
              </a:spcBef>
            </a:pPr>
            <a:r>
              <a:rPr lang="zh-CN" altLang="en-US" sz="2000">
                <a:latin typeface="黑体" panose="02010609060101010101" pitchFamily="49" charset="-122"/>
                <a:ea typeface="黑体" panose="02010609060101010101" pitchFamily="49" charset="-122"/>
              </a:rPr>
              <a:t>如果关键路径上的一个活动比计划的时间长，整个项目的进度将会拖延，除非采取纠正措施</a:t>
            </a:r>
          </a:p>
          <a:p>
            <a:pPr lvl="1" eaLnBrk="1" hangingPunct="1">
              <a:lnSpc>
                <a:spcPct val="130000"/>
              </a:lnSpc>
              <a:spcBef>
                <a:spcPct val="30000"/>
              </a:spcBef>
            </a:pPr>
            <a:r>
              <a:rPr lang="zh-CN" altLang="en-US" sz="2000">
                <a:latin typeface="黑体" panose="02010609060101010101" pitchFamily="49" charset="-122"/>
                <a:ea typeface="黑体" panose="02010609060101010101" pitchFamily="49" charset="-122"/>
              </a:rPr>
              <a:t>明确关键路径后，你可以合理安排进度</a:t>
            </a:r>
          </a:p>
          <a:p>
            <a:pPr lvl="1" eaLnBrk="1" hangingPunct="1">
              <a:lnSpc>
                <a:spcPct val="130000"/>
              </a:lnSpc>
              <a:spcBef>
                <a:spcPct val="30000"/>
              </a:spcBef>
            </a:pPr>
            <a:r>
              <a:rPr lang="zh-CN" altLang="en-US" sz="2000">
                <a:latin typeface="黑体" panose="02010609060101010101" pitchFamily="49" charset="-122"/>
                <a:ea typeface="黑体" panose="02010609060101010101" pitchFamily="49" charset="-122"/>
              </a:rPr>
              <a:t>关键路径可能不止一条</a:t>
            </a:r>
          </a:p>
          <a:p>
            <a:pPr lvl="1" eaLnBrk="1" hangingPunct="1">
              <a:lnSpc>
                <a:spcPct val="130000"/>
              </a:lnSpc>
              <a:spcBef>
                <a:spcPct val="30000"/>
              </a:spcBef>
            </a:pPr>
            <a:r>
              <a:rPr lang="zh-CN" altLang="en-US" sz="2000">
                <a:latin typeface="黑体" panose="02010609060101010101" pitchFamily="49" charset="-122"/>
                <a:ea typeface="黑体" panose="02010609060101010101" pitchFamily="49" charset="-122"/>
              </a:rPr>
              <a:t>在项目的进行过程中，关键路径可能改变的</a:t>
            </a:r>
          </a:p>
          <a:p>
            <a:pPr eaLnBrk="1" hangingPunct="1"/>
            <a:endParaRPr lang="zh-CN" altLang="en-US" sz="2000">
              <a:latin typeface="黑体" panose="02010609060101010101" pitchFamily="49" charset="-122"/>
              <a:ea typeface="黑体" panose="02010609060101010101" pitchFamily="49" charset="-122"/>
            </a:endParaRPr>
          </a:p>
          <a:p>
            <a:pPr eaLnBrk="1" hangingPunct="1"/>
            <a:endParaRPr lang="en-US" altLang="zh-CN" sz="2000">
              <a:solidFill>
                <a:schemeClr val="accent2"/>
              </a:solidFill>
              <a:latin typeface="黑体" panose="02010609060101010101" pitchFamily="49" charset="-122"/>
              <a:ea typeface="黑体" panose="02010609060101010101" pitchFamily="49" charset="-12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BD9335-9A94-6365-27EC-336822A1C228}"/>
              </a:ext>
            </a:extLst>
          </p:cNvPr>
          <p:cNvSpPr>
            <a:spLocks noGrp="1"/>
          </p:cNvSpPr>
          <p:nvPr>
            <p:ph type="title"/>
          </p:nvPr>
        </p:nvSpPr>
        <p:spPr/>
        <p:txBody>
          <a:bodyPr/>
          <a:lstStyle/>
          <a:p>
            <a:r>
              <a:rPr kumimoji="1" lang="zh-CN" altLang="en-US" dirty="0"/>
              <a:t>软件项目进度计划</a:t>
            </a:r>
            <a:endParaRPr lang="zh-CN" altLang="en-US" dirty="0"/>
          </a:p>
        </p:txBody>
      </p:sp>
      <p:sp>
        <p:nvSpPr>
          <p:cNvPr id="3" name="内容占位符 2">
            <a:extLst>
              <a:ext uri="{FF2B5EF4-FFF2-40B4-BE49-F238E27FC236}">
                <a16:creationId xmlns:a16="http://schemas.microsoft.com/office/drawing/2014/main" id="{0659BD4B-52F8-D3A1-BB9B-36521C789C70}"/>
              </a:ext>
            </a:extLst>
          </p:cNvPr>
          <p:cNvSpPr>
            <a:spLocks noGrp="1"/>
          </p:cNvSpPr>
          <p:nvPr>
            <p:ph idx="1"/>
          </p:nvPr>
        </p:nvSpPr>
        <p:spPr>
          <a:xfrm>
            <a:off x="323850" y="1773238"/>
            <a:ext cx="8640763" cy="1511746"/>
          </a:xfrm>
        </p:spPr>
        <p:txBody>
          <a:bodyPr/>
          <a:lstStyle/>
          <a:p>
            <a:r>
              <a:rPr lang="zh-CN" altLang="en-US" sz="2400" dirty="0"/>
              <a:t>上述例子只考虑了两个没有关联的活动，若存在多个有关联的活动的时候，情况更加复杂，如何去计算这些内容呢。</a:t>
            </a:r>
          </a:p>
        </p:txBody>
      </p:sp>
      <p:sp>
        <p:nvSpPr>
          <p:cNvPr id="4" name="内容占位符 2">
            <a:extLst>
              <a:ext uri="{FF2B5EF4-FFF2-40B4-BE49-F238E27FC236}">
                <a16:creationId xmlns:a16="http://schemas.microsoft.com/office/drawing/2014/main" id="{C8B16D82-7633-01F6-DB79-6856A1D0D355}"/>
              </a:ext>
            </a:extLst>
          </p:cNvPr>
          <p:cNvSpPr txBox="1">
            <a:spLocks/>
          </p:cNvSpPr>
          <p:nvPr/>
        </p:nvSpPr>
        <p:spPr bwMode="auto">
          <a:xfrm>
            <a:off x="251618" y="2632750"/>
            <a:ext cx="8892382" cy="576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0000"/>
              </a:spcBef>
              <a:spcAft>
                <a:spcPct val="0"/>
              </a:spcAft>
              <a:buClr>
                <a:srgbClr val="0000FF"/>
              </a:buClr>
              <a:buFont typeface="Wingdings 2" panose="05020102010507070707" pitchFamily="18" charset="2"/>
              <a:buChar char="¡"/>
              <a:defRPr sz="2800" b="1">
                <a:solidFill>
                  <a:schemeClr val="tx1"/>
                </a:solidFill>
                <a:latin typeface="+mn-lt"/>
                <a:ea typeface="+mn-ea"/>
                <a:cs typeface="+mn-cs"/>
              </a:defRPr>
            </a:lvl1pPr>
            <a:lvl2pPr marL="742950" indent="-220663" algn="l" rtl="0" eaLnBrk="0" fontAlgn="base" hangingPunct="0">
              <a:spcBef>
                <a:spcPct val="20000"/>
              </a:spcBef>
              <a:spcAft>
                <a:spcPct val="0"/>
              </a:spcAft>
              <a:buClr>
                <a:srgbClr val="0000FF"/>
              </a:buClr>
              <a:buFont typeface="黑体" panose="02010609060101010101" pitchFamily="49" charset="-122"/>
              <a:buChar char="–"/>
              <a:defRPr sz="2400" b="1">
                <a:solidFill>
                  <a:schemeClr val="tx1"/>
                </a:solidFill>
                <a:latin typeface="+mn-lt"/>
                <a:ea typeface="+mn-ea"/>
              </a:defRPr>
            </a:lvl2pPr>
            <a:lvl3pPr marL="1150938" indent="-228600" algn="l" rtl="0" eaLnBrk="0" fontAlgn="base" hangingPunct="0">
              <a:spcBef>
                <a:spcPct val="20000"/>
              </a:spcBef>
              <a:spcAft>
                <a:spcPct val="0"/>
              </a:spcAft>
              <a:buClr>
                <a:srgbClr val="0000FF"/>
              </a:buClr>
              <a:buFont typeface="黑体" panose="02010609060101010101" pitchFamily="49" charset="-122"/>
              <a:buChar char="–"/>
              <a:defRPr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mn-lt"/>
                <a:ea typeface="+mn-ea"/>
              </a:defRPr>
            </a:lvl5pPr>
            <a:lvl6pPr marL="25146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6pPr>
            <a:lvl7pPr marL="29718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7pPr>
            <a:lvl8pPr marL="34290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8pPr>
            <a:lvl9pPr marL="38862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9pPr>
          </a:lstStyle>
          <a:p>
            <a:r>
              <a:rPr lang="zh-CN" altLang="en-US" sz="2400" kern="0" dirty="0"/>
              <a:t>需要使用</a:t>
            </a:r>
            <a:r>
              <a:rPr lang="zh-CN" altLang="en-US" sz="2400" kern="0" dirty="0">
                <a:solidFill>
                  <a:srgbClr val="FF0000"/>
                </a:solidFill>
              </a:rPr>
              <a:t>关键路径法</a:t>
            </a:r>
            <a:r>
              <a:rPr lang="zh-CN" altLang="en-US" sz="2400" kern="0" dirty="0"/>
              <a:t>，考虑以下更复杂的项目例子：</a:t>
            </a:r>
          </a:p>
        </p:txBody>
      </p:sp>
      <p:sp>
        <p:nvSpPr>
          <p:cNvPr id="5" name="内容占位符 2">
            <a:extLst>
              <a:ext uri="{FF2B5EF4-FFF2-40B4-BE49-F238E27FC236}">
                <a16:creationId xmlns:a16="http://schemas.microsoft.com/office/drawing/2014/main" id="{C8436310-E893-8818-2AC6-B30676F7FF06}"/>
              </a:ext>
            </a:extLst>
          </p:cNvPr>
          <p:cNvSpPr txBox="1">
            <a:spLocks/>
          </p:cNvSpPr>
          <p:nvPr/>
        </p:nvSpPr>
        <p:spPr bwMode="auto">
          <a:xfrm>
            <a:off x="251618" y="3789040"/>
            <a:ext cx="8640763" cy="2880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0000"/>
              </a:spcBef>
              <a:spcAft>
                <a:spcPct val="0"/>
              </a:spcAft>
              <a:buClr>
                <a:srgbClr val="0000FF"/>
              </a:buClr>
              <a:buFont typeface="Wingdings 2" panose="05020102010507070707" pitchFamily="18" charset="2"/>
              <a:buChar char="¡"/>
              <a:defRPr sz="2800" b="1">
                <a:solidFill>
                  <a:schemeClr val="tx1"/>
                </a:solidFill>
                <a:latin typeface="+mn-lt"/>
                <a:ea typeface="+mn-ea"/>
                <a:cs typeface="+mn-cs"/>
              </a:defRPr>
            </a:lvl1pPr>
            <a:lvl2pPr marL="742950" indent="-220663" algn="l" rtl="0" eaLnBrk="0" fontAlgn="base" hangingPunct="0">
              <a:spcBef>
                <a:spcPct val="20000"/>
              </a:spcBef>
              <a:spcAft>
                <a:spcPct val="0"/>
              </a:spcAft>
              <a:buClr>
                <a:srgbClr val="0000FF"/>
              </a:buClr>
              <a:buFont typeface="黑体" panose="02010609060101010101" pitchFamily="49" charset="-122"/>
              <a:buChar char="–"/>
              <a:defRPr sz="2400" b="1">
                <a:solidFill>
                  <a:schemeClr val="tx1"/>
                </a:solidFill>
                <a:latin typeface="+mn-lt"/>
                <a:ea typeface="+mn-ea"/>
              </a:defRPr>
            </a:lvl2pPr>
            <a:lvl3pPr marL="1150938" indent="-228600" algn="l" rtl="0" eaLnBrk="0" fontAlgn="base" hangingPunct="0">
              <a:spcBef>
                <a:spcPct val="20000"/>
              </a:spcBef>
              <a:spcAft>
                <a:spcPct val="0"/>
              </a:spcAft>
              <a:buClr>
                <a:srgbClr val="0000FF"/>
              </a:buClr>
              <a:buFont typeface="黑体" panose="02010609060101010101" pitchFamily="49" charset="-122"/>
              <a:buChar char="–"/>
              <a:defRPr sz="2000" b="1">
                <a:solidFill>
                  <a:schemeClr val="tx1"/>
                </a:solidFill>
                <a:latin typeface="+mn-lt"/>
                <a:ea typeface="+mn-ea"/>
              </a:defRPr>
            </a:lvl3pPr>
            <a:lvl4pPr marL="1600200" indent="-228600" algn="l" rtl="0" eaLnBrk="0" fontAlgn="base" hangingPunct="0">
              <a:spcBef>
                <a:spcPct val="20000"/>
              </a:spcBef>
              <a:spcAft>
                <a:spcPct val="0"/>
              </a:spcAft>
              <a:buClr>
                <a:srgbClr val="0000FF"/>
              </a:buClr>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mn-lt"/>
                <a:ea typeface="+mn-ea"/>
              </a:defRPr>
            </a:lvl5pPr>
            <a:lvl6pPr marL="25146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6pPr>
            <a:lvl7pPr marL="29718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7pPr>
            <a:lvl8pPr marL="34290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8pPr>
            <a:lvl9pPr marL="3886200" indent="-228600" algn="l" rtl="0" fontAlgn="base">
              <a:spcBef>
                <a:spcPct val="0"/>
              </a:spcBef>
              <a:spcAft>
                <a:spcPct val="0"/>
              </a:spcAft>
              <a:buClr>
                <a:srgbClr val="0000FF"/>
              </a:buClr>
              <a:buFont typeface="Wingdings" pitchFamily="2" charset="2"/>
              <a:buChar char="§"/>
              <a:defRPr>
                <a:solidFill>
                  <a:schemeClr val="tx1"/>
                </a:solidFill>
                <a:latin typeface="+mn-lt"/>
                <a:ea typeface="+mn-ea"/>
              </a:defRPr>
            </a:lvl9pPr>
          </a:lstStyle>
          <a:p>
            <a:endParaRPr lang="zh-CN" altLang="en-US" kern="0" dirty="0">
              <a:solidFill>
                <a:srgbClr val="FF0000"/>
              </a:solidFill>
            </a:endParaRPr>
          </a:p>
        </p:txBody>
      </p:sp>
      <p:graphicFrame>
        <p:nvGraphicFramePr>
          <p:cNvPr id="6" name="表格 6">
            <a:extLst>
              <a:ext uri="{FF2B5EF4-FFF2-40B4-BE49-F238E27FC236}">
                <a16:creationId xmlns:a16="http://schemas.microsoft.com/office/drawing/2014/main" id="{52DAFED4-C87B-3DAF-AE9C-22934FDAC8AC}"/>
              </a:ext>
            </a:extLst>
          </p:cNvPr>
          <p:cNvGraphicFramePr>
            <a:graphicFrameLocks noGrp="1"/>
          </p:cNvGraphicFramePr>
          <p:nvPr/>
        </p:nvGraphicFramePr>
        <p:xfrm>
          <a:off x="1403648" y="3208814"/>
          <a:ext cx="6096000" cy="329184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4007603925"/>
                    </a:ext>
                  </a:extLst>
                </a:gridCol>
                <a:gridCol w="2032000">
                  <a:extLst>
                    <a:ext uri="{9D8B030D-6E8A-4147-A177-3AD203B41FA5}">
                      <a16:colId xmlns:a16="http://schemas.microsoft.com/office/drawing/2014/main" val="2959638447"/>
                    </a:ext>
                  </a:extLst>
                </a:gridCol>
                <a:gridCol w="2032000">
                  <a:extLst>
                    <a:ext uri="{9D8B030D-6E8A-4147-A177-3AD203B41FA5}">
                      <a16:colId xmlns:a16="http://schemas.microsoft.com/office/drawing/2014/main" val="854757906"/>
                    </a:ext>
                  </a:extLst>
                </a:gridCol>
              </a:tblGrid>
              <a:tr h="324831">
                <a:tc>
                  <a:txBody>
                    <a:bodyPr/>
                    <a:lstStyle/>
                    <a:p>
                      <a:pPr algn="ctr"/>
                      <a:r>
                        <a:rPr lang="zh-CN" altLang="en-US" dirty="0"/>
                        <a:t>活动标号</a:t>
                      </a:r>
                    </a:p>
                  </a:txBody>
                  <a:tcPr/>
                </a:tc>
                <a:tc>
                  <a:txBody>
                    <a:bodyPr/>
                    <a:lstStyle/>
                    <a:p>
                      <a:pPr algn="ctr"/>
                      <a:r>
                        <a:rPr lang="zh-CN" altLang="en-US" dirty="0"/>
                        <a:t>依赖关系</a:t>
                      </a:r>
                    </a:p>
                  </a:txBody>
                  <a:tcPr/>
                </a:tc>
                <a:tc>
                  <a:txBody>
                    <a:bodyPr/>
                    <a:lstStyle/>
                    <a:p>
                      <a:pPr algn="ctr"/>
                      <a:r>
                        <a:rPr lang="zh-CN" altLang="en-US" dirty="0"/>
                        <a:t>持续时间（天）</a:t>
                      </a:r>
                    </a:p>
                  </a:txBody>
                  <a:tcPr/>
                </a:tc>
                <a:extLst>
                  <a:ext uri="{0D108BD9-81ED-4DB2-BD59-A6C34878D82A}">
                    <a16:rowId xmlns:a16="http://schemas.microsoft.com/office/drawing/2014/main" val="3898771359"/>
                  </a:ext>
                </a:extLst>
              </a:tr>
              <a:tr h="324831">
                <a:tc>
                  <a:txBody>
                    <a:bodyPr/>
                    <a:lstStyle/>
                    <a:p>
                      <a:pPr algn="ctr"/>
                      <a:r>
                        <a:rPr lang="en-US" altLang="zh-CN" dirty="0"/>
                        <a:t>A</a:t>
                      </a:r>
                      <a:endParaRPr lang="zh-CN" altLang="en-US" dirty="0"/>
                    </a:p>
                  </a:txBody>
                  <a:tcPr/>
                </a:tc>
                <a:tc>
                  <a:txBody>
                    <a:bodyPr/>
                    <a:lstStyle/>
                    <a:p>
                      <a:pPr algn="ctr"/>
                      <a:r>
                        <a:rPr lang="en-US" altLang="zh-CN" dirty="0"/>
                        <a:t>-</a:t>
                      </a:r>
                      <a:endParaRPr lang="zh-CN" altLang="en-US" dirty="0"/>
                    </a:p>
                  </a:txBody>
                  <a:tcPr/>
                </a:tc>
                <a:tc>
                  <a:txBody>
                    <a:bodyPr/>
                    <a:lstStyle/>
                    <a:p>
                      <a:pPr algn="ctr"/>
                      <a:r>
                        <a:rPr lang="en-US" altLang="zh-CN" dirty="0"/>
                        <a:t>7</a:t>
                      </a:r>
                      <a:endParaRPr lang="zh-CN" altLang="en-US" dirty="0"/>
                    </a:p>
                  </a:txBody>
                  <a:tcPr/>
                </a:tc>
                <a:extLst>
                  <a:ext uri="{0D108BD9-81ED-4DB2-BD59-A6C34878D82A}">
                    <a16:rowId xmlns:a16="http://schemas.microsoft.com/office/drawing/2014/main" val="1990102576"/>
                  </a:ext>
                </a:extLst>
              </a:tr>
              <a:tr h="324831">
                <a:tc>
                  <a:txBody>
                    <a:bodyPr/>
                    <a:lstStyle/>
                    <a:p>
                      <a:pPr algn="ctr"/>
                      <a:r>
                        <a:rPr lang="en-US" altLang="zh-CN" dirty="0"/>
                        <a:t>B</a:t>
                      </a:r>
                      <a:endParaRPr lang="zh-CN" altLang="en-US" dirty="0"/>
                    </a:p>
                  </a:txBody>
                  <a:tcPr/>
                </a:tc>
                <a:tc>
                  <a:txBody>
                    <a:bodyPr/>
                    <a:lstStyle/>
                    <a:p>
                      <a:pPr algn="ctr"/>
                      <a:r>
                        <a:rPr lang="en-US" altLang="zh-CN" dirty="0"/>
                        <a:t>-</a:t>
                      </a:r>
                      <a:endParaRPr lang="zh-CN" altLang="en-US" dirty="0"/>
                    </a:p>
                  </a:txBody>
                  <a:tcPr/>
                </a:tc>
                <a:tc>
                  <a:txBody>
                    <a:bodyPr/>
                    <a:lstStyle/>
                    <a:p>
                      <a:pPr algn="ctr"/>
                      <a:r>
                        <a:rPr lang="en-US" altLang="zh-CN" dirty="0"/>
                        <a:t>3</a:t>
                      </a:r>
                      <a:endParaRPr lang="zh-CN" altLang="en-US" dirty="0"/>
                    </a:p>
                  </a:txBody>
                  <a:tcPr/>
                </a:tc>
                <a:extLst>
                  <a:ext uri="{0D108BD9-81ED-4DB2-BD59-A6C34878D82A}">
                    <a16:rowId xmlns:a16="http://schemas.microsoft.com/office/drawing/2014/main" val="4217803673"/>
                  </a:ext>
                </a:extLst>
              </a:tr>
              <a:tr h="324831">
                <a:tc>
                  <a:txBody>
                    <a:bodyPr/>
                    <a:lstStyle/>
                    <a:p>
                      <a:pPr algn="ctr"/>
                      <a:r>
                        <a:rPr lang="en-US" altLang="zh-CN" dirty="0"/>
                        <a:t>C</a:t>
                      </a:r>
                      <a:endParaRPr lang="zh-CN" altLang="en-US" dirty="0"/>
                    </a:p>
                  </a:txBody>
                  <a:tcPr/>
                </a:tc>
                <a:tc>
                  <a:txBody>
                    <a:bodyPr/>
                    <a:lstStyle/>
                    <a:p>
                      <a:pPr algn="ctr"/>
                      <a:r>
                        <a:rPr lang="en-US" altLang="zh-CN" dirty="0"/>
                        <a:t>A</a:t>
                      </a:r>
                      <a:endParaRPr lang="zh-CN" altLang="en-US" dirty="0"/>
                    </a:p>
                  </a:txBody>
                  <a:tcPr/>
                </a:tc>
                <a:tc>
                  <a:txBody>
                    <a:bodyPr/>
                    <a:lstStyle/>
                    <a:p>
                      <a:pPr algn="ctr"/>
                      <a:r>
                        <a:rPr lang="en-US" altLang="zh-CN" dirty="0"/>
                        <a:t>6</a:t>
                      </a:r>
                      <a:endParaRPr lang="zh-CN" altLang="en-US" dirty="0"/>
                    </a:p>
                  </a:txBody>
                  <a:tcPr/>
                </a:tc>
                <a:extLst>
                  <a:ext uri="{0D108BD9-81ED-4DB2-BD59-A6C34878D82A}">
                    <a16:rowId xmlns:a16="http://schemas.microsoft.com/office/drawing/2014/main" val="261427197"/>
                  </a:ext>
                </a:extLst>
              </a:tr>
              <a:tr h="324831">
                <a:tc>
                  <a:txBody>
                    <a:bodyPr/>
                    <a:lstStyle/>
                    <a:p>
                      <a:pPr algn="ctr"/>
                      <a:r>
                        <a:rPr lang="en-US" altLang="zh-CN" dirty="0"/>
                        <a:t>D</a:t>
                      </a:r>
                      <a:endParaRPr lang="zh-CN" altLang="en-US" dirty="0"/>
                    </a:p>
                  </a:txBody>
                  <a:tcPr/>
                </a:tc>
                <a:tc>
                  <a:txBody>
                    <a:bodyPr/>
                    <a:lstStyle/>
                    <a:p>
                      <a:pPr algn="ctr"/>
                      <a:r>
                        <a:rPr lang="en-US" altLang="zh-CN" dirty="0"/>
                        <a:t>B</a:t>
                      </a:r>
                      <a:endParaRPr lang="zh-CN" altLang="en-US" dirty="0"/>
                    </a:p>
                  </a:txBody>
                  <a:tcPr/>
                </a:tc>
                <a:tc>
                  <a:txBody>
                    <a:bodyPr/>
                    <a:lstStyle/>
                    <a:p>
                      <a:pPr algn="ctr"/>
                      <a:r>
                        <a:rPr lang="en-US" altLang="zh-CN" dirty="0"/>
                        <a:t>3</a:t>
                      </a:r>
                      <a:endParaRPr lang="zh-CN" altLang="en-US" dirty="0"/>
                    </a:p>
                  </a:txBody>
                  <a:tcPr/>
                </a:tc>
                <a:extLst>
                  <a:ext uri="{0D108BD9-81ED-4DB2-BD59-A6C34878D82A}">
                    <a16:rowId xmlns:a16="http://schemas.microsoft.com/office/drawing/2014/main" val="223198874"/>
                  </a:ext>
                </a:extLst>
              </a:tr>
              <a:tr h="324831">
                <a:tc>
                  <a:txBody>
                    <a:bodyPr/>
                    <a:lstStyle/>
                    <a:p>
                      <a:pPr algn="ctr"/>
                      <a:r>
                        <a:rPr lang="en-US" altLang="zh-CN" dirty="0"/>
                        <a:t>E</a:t>
                      </a:r>
                      <a:endParaRPr lang="zh-CN" altLang="en-US" dirty="0"/>
                    </a:p>
                  </a:txBody>
                  <a:tcPr/>
                </a:tc>
                <a:tc>
                  <a:txBody>
                    <a:bodyPr/>
                    <a:lstStyle/>
                    <a:p>
                      <a:pPr algn="ctr"/>
                      <a:r>
                        <a:rPr lang="en-US" altLang="zh-CN" dirty="0"/>
                        <a:t>B</a:t>
                      </a:r>
                      <a:endParaRPr lang="zh-CN" altLang="en-US" dirty="0"/>
                    </a:p>
                  </a:txBody>
                  <a:tcPr/>
                </a:tc>
                <a:tc>
                  <a:txBody>
                    <a:bodyPr/>
                    <a:lstStyle/>
                    <a:p>
                      <a:pPr algn="ctr"/>
                      <a:r>
                        <a:rPr lang="en-US" altLang="zh-CN" dirty="0"/>
                        <a:t>2</a:t>
                      </a:r>
                      <a:endParaRPr lang="zh-CN" altLang="en-US" dirty="0"/>
                    </a:p>
                  </a:txBody>
                  <a:tcPr/>
                </a:tc>
                <a:extLst>
                  <a:ext uri="{0D108BD9-81ED-4DB2-BD59-A6C34878D82A}">
                    <a16:rowId xmlns:a16="http://schemas.microsoft.com/office/drawing/2014/main" val="1823528984"/>
                  </a:ext>
                </a:extLst>
              </a:tr>
              <a:tr h="324831">
                <a:tc>
                  <a:txBody>
                    <a:bodyPr/>
                    <a:lstStyle/>
                    <a:p>
                      <a:pPr algn="ctr"/>
                      <a:r>
                        <a:rPr lang="en-US" altLang="zh-CN" dirty="0"/>
                        <a:t>F</a:t>
                      </a:r>
                      <a:endParaRPr lang="zh-CN" altLang="en-US" dirty="0"/>
                    </a:p>
                  </a:txBody>
                  <a:tcPr/>
                </a:tc>
                <a:tc>
                  <a:txBody>
                    <a:bodyPr/>
                    <a:lstStyle/>
                    <a:p>
                      <a:pPr algn="ctr"/>
                      <a:r>
                        <a:rPr lang="en-US" altLang="zh-CN" dirty="0"/>
                        <a:t>D</a:t>
                      </a:r>
                      <a:r>
                        <a:rPr lang="zh-CN" altLang="en-US" dirty="0"/>
                        <a:t>，</a:t>
                      </a:r>
                      <a:r>
                        <a:rPr lang="en-US" altLang="zh-CN" dirty="0"/>
                        <a:t>E</a:t>
                      </a:r>
                      <a:endParaRPr lang="zh-CN" altLang="en-US" dirty="0"/>
                    </a:p>
                  </a:txBody>
                  <a:tcPr/>
                </a:tc>
                <a:tc>
                  <a:txBody>
                    <a:bodyPr/>
                    <a:lstStyle/>
                    <a:p>
                      <a:pPr algn="ctr"/>
                      <a:r>
                        <a:rPr lang="en-US" altLang="zh-CN" dirty="0"/>
                        <a:t>3</a:t>
                      </a:r>
                      <a:endParaRPr lang="zh-CN" altLang="en-US" dirty="0"/>
                    </a:p>
                  </a:txBody>
                  <a:tcPr/>
                </a:tc>
                <a:extLst>
                  <a:ext uri="{0D108BD9-81ED-4DB2-BD59-A6C34878D82A}">
                    <a16:rowId xmlns:a16="http://schemas.microsoft.com/office/drawing/2014/main" val="703607342"/>
                  </a:ext>
                </a:extLst>
              </a:tr>
              <a:tr h="324831">
                <a:tc>
                  <a:txBody>
                    <a:bodyPr/>
                    <a:lstStyle/>
                    <a:p>
                      <a:pPr algn="ctr"/>
                      <a:r>
                        <a:rPr lang="en-US" altLang="zh-CN" dirty="0"/>
                        <a:t>G</a:t>
                      </a:r>
                      <a:endParaRPr lang="zh-CN" altLang="en-US" dirty="0"/>
                    </a:p>
                  </a:txBody>
                  <a:tcPr/>
                </a:tc>
                <a:tc>
                  <a:txBody>
                    <a:bodyPr/>
                    <a:lstStyle/>
                    <a:p>
                      <a:pPr algn="ctr"/>
                      <a:r>
                        <a:rPr lang="en-US" altLang="zh-CN" dirty="0"/>
                        <a:t>C</a:t>
                      </a:r>
                      <a:endParaRPr lang="zh-CN" altLang="en-US" dirty="0"/>
                    </a:p>
                  </a:txBody>
                  <a:tcPr/>
                </a:tc>
                <a:tc>
                  <a:txBody>
                    <a:bodyPr/>
                    <a:lstStyle/>
                    <a:p>
                      <a:pPr algn="ctr"/>
                      <a:r>
                        <a:rPr lang="en-US" altLang="zh-CN" dirty="0"/>
                        <a:t>3</a:t>
                      </a:r>
                      <a:endParaRPr lang="zh-CN" altLang="en-US" dirty="0"/>
                    </a:p>
                  </a:txBody>
                  <a:tcPr/>
                </a:tc>
                <a:extLst>
                  <a:ext uri="{0D108BD9-81ED-4DB2-BD59-A6C34878D82A}">
                    <a16:rowId xmlns:a16="http://schemas.microsoft.com/office/drawing/2014/main" val="1790506449"/>
                  </a:ext>
                </a:extLst>
              </a:tr>
              <a:tr h="324831">
                <a:tc>
                  <a:txBody>
                    <a:bodyPr/>
                    <a:lstStyle/>
                    <a:p>
                      <a:pPr algn="ctr"/>
                      <a:r>
                        <a:rPr lang="en-US" altLang="zh-CN" dirty="0"/>
                        <a:t>H</a:t>
                      </a:r>
                      <a:endParaRPr lang="zh-CN" altLang="en-US" dirty="0"/>
                    </a:p>
                  </a:txBody>
                  <a:tcPr/>
                </a:tc>
                <a:tc>
                  <a:txBody>
                    <a:bodyPr/>
                    <a:lstStyle/>
                    <a:p>
                      <a:pPr algn="ctr"/>
                      <a:r>
                        <a:rPr lang="en-US" altLang="zh-CN" dirty="0"/>
                        <a:t>G</a:t>
                      </a:r>
                      <a:r>
                        <a:rPr lang="zh-CN" altLang="en-US" dirty="0"/>
                        <a:t>，</a:t>
                      </a:r>
                      <a:r>
                        <a:rPr lang="en-US" altLang="zh-CN" dirty="0"/>
                        <a:t>F</a:t>
                      </a:r>
                      <a:endParaRPr lang="zh-CN" altLang="en-US" dirty="0"/>
                    </a:p>
                  </a:txBody>
                  <a:tcPr/>
                </a:tc>
                <a:tc>
                  <a:txBody>
                    <a:bodyPr/>
                    <a:lstStyle/>
                    <a:p>
                      <a:pPr algn="ctr"/>
                      <a:r>
                        <a:rPr lang="en-US" altLang="zh-CN" dirty="0"/>
                        <a:t>2</a:t>
                      </a:r>
                      <a:endParaRPr lang="zh-CN" altLang="en-US" dirty="0"/>
                    </a:p>
                  </a:txBody>
                  <a:tcPr/>
                </a:tc>
                <a:extLst>
                  <a:ext uri="{0D108BD9-81ED-4DB2-BD59-A6C34878D82A}">
                    <a16:rowId xmlns:a16="http://schemas.microsoft.com/office/drawing/2014/main" val="944279918"/>
                  </a:ext>
                </a:extLst>
              </a:tr>
            </a:tbl>
          </a:graphicData>
        </a:graphic>
      </p:graphicFrame>
    </p:spTree>
    <p:extLst>
      <p:ext uri="{BB962C8B-B14F-4D97-AF65-F5344CB8AC3E}">
        <p14:creationId xmlns:p14="http://schemas.microsoft.com/office/powerpoint/2010/main" val="2024421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21919306-02CD-154B-53B1-C7F0ADD8A64D}"/>
              </a:ext>
            </a:extLst>
          </p:cNvPr>
          <p:cNvSpPr>
            <a:spLocks noGrp="1" noChangeArrowheads="1"/>
          </p:cNvSpPr>
          <p:nvPr>
            <p:ph type="title"/>
          </p:nvPr>
        </p:nvSpPr>
        <p:spPr/>
        <p:txBody>
          <a:bodyPr/>
          <a:lstStyle/>
          <a:p>
            <a:pPr eaLnBrk="1" hangingPunct="1"/>
            <a:r>
              <a:rPr lang="en-US" altLang="zh-CN" dirty="0"/>
              <a:t>7.3 </a:t>
            </a:r>
            <a:r>
              <a:rPr kumimoji="1" lang="zh-CN" altLang="en-US" dirty="0"/>
              <a:t>软件项目进度计划</a:t>
            </a:r>
          </a:p>
        </p:txBody>
      </p:sp>
      <p:sp>
        <p:nvSpPr>
          <p:cNvPr id="92163" name="Rectangle 3">
            <a:extLst>
              <a:ext uri="{FF2B5EF4-FFF2-40B4-BE49-F238E27FC236}">
                <a16:creationId xmlns:a16="http://schemas.microsoft.com/office/drawing/2014/main" id="{C0F47920-BD0D-2A86-6BB0-28F01876E220}"/>
              </a:ext>
            </a:extLst>
          </p:cNvPr>
          <p:cNvSpPr>
            <a:spLocks noGrp="1" noChangeArrowheads="1"/>
          </p:cNvSpPr>
          <p:nvPr>
            <p:ph type="body" idx="1"/>
          </p:nvPr>
        </p:nvSpPr>
        <p:spPr>
          <a:xfrm>
            <a:off x="539750" y="1916113"/>
            <a:ext cx="8424863" cy="4941887"/>
          </a:xfrm>
        </p:spPr>
        <p:txBody>
          <a:bodyPr/>
          <a:lstStyle/>
          <a:p>
            <a:pPr eaLnBrk="1" hangingPunct="1"/>
            <a:r>
              <a:rPr lang="zh-CN" altLang="en-US" sz="2000" dirty="0">
                <a:solidFill>
                  <a:schemeClr val="accent2"/>
                </a:solidFill>
                <a:latin typeface="黑体" panose="02010609060101010101" pitchFamily="49" charset="-122"/>
                <a:ea typeface="黑体" panose="02010609060101010101" pitchFamily="49" charset="-122"/>
              </a:rPr>
              <a:t>首先画出</a:t>
            </a:r>
            <a:r>
              <a:rPr lang="en-US" altLang="zh-CN" sz="2000" dirty="0">
                <a:solidFill>
                  <a:schemeClr val="accent2"/>
                </a:solidFill>
                <a:latin typeface="黑体" panose="02010609060101010101" pitchFamily="49" charset="-122"/>
                <a:ea typeface="黑体" panose="02010609060101010101" pitchFamily="49" charset="-122"/>
              </a:rPr>
              <a:t>PDM</a:t>
            </a:r>
            <a:r>
              <a:rPr lang="zh-CN" altLang="en-US" sz="2000" dirty="0">
                <a:solidFill>
                  <a:schemeClr val="accent2"/>
                </a:solidFill>
                <a:latin typeface="黑体" panose="02010609060101010101" pitchFamily="49" charset="-122"/>
                <a:ea typeface="黑体" panose="02010609060101010101" pitchFamily="49" charset="-122"/>
              </a:rPr>
              <a:t>网络图</a:t>
            </a:r>
          </a:p>
        </p:txBody>
      </p:sp>
      <p:sp>
        <p:nvSpPr>
          <p:cNvPr id="2" name="Rectangle 9">
            <a:extLst>
              <a:ext uri="{FF2B5EF4-FFF2-40B4-BE49-F238E27FC236}">
                <a16:creationId xmlns:a16="http://schemas.microsoft.com/office/drawing/2014/main" id="{4E484572-B41D-3C71-01CC-5A216006DAD0}"/>
              </a:ext>
            </a:extLst>
          </p:cNvPr>
          <p:cNvSpPr>
            <a:spLocks noChangeArrowheads="1"/>
          </p:cNvSpPr>
          <p:nvPr/>
        </p:nvSpPr>
        <p:spPr bwMode="auto">
          <a:xfrm>
            <a:off x="1373188" y="2600424"/>
            <a:ext cx="1395413" cy="876457"/>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88000"/>
              </a:lnSpc>
              <a:spcBef>
                <a:spcPct val="0"/>
              </a:spcBef>
              <a:buClrTx/>
              <a:buFontTx/>
              <a:buNone/>
            </a:pPr>
            <a:endParaRPr lang="en-US" altLang="zh-CN" sz="1200" dirty="0">
              <a:latin typeface="Times New Roman" panose="02020603050405020304" pitchFamily="18" charset="0"/>
            </a:endParaRPr>
          </a:p>
          <a:p>
            <a:pPr algn="ctr">
              <a:lnSpc>
                <a:spcPct val="88000"/>
              </a:lnSpc>
              <a:spcBef>
                <a:spcPct val="0"/>
              </a:spcBef>
              <a:buClrTx/>
              <a:buFontTx/>
              <a:buNone/>
            </a:pPr>
            <a:r>
              <a:rPr lang="en-US" altLang="zh-CN" sz="1200" dirty="0">
                <a:latin typeface="Times New Roman" panose="02020603050405020304" pitchFamily="18" charset="0"/>
              </a:rPr>
              <a:t>Duration=7</a:t>
            </a:r>
          </a:p>
          <a:p>
            <a:pPr algn="ctr">
              <a:lnSpc>
                <a:spcPct val="88000"/>
              </a:lnSpc>
              <a:spcBef>
                <a:spcPct val="0"/>
              </a:spcBef>
              <a:buClrTx/>
              <a:buFontTx/>
              <a:buNone/>
            </a:pPr>
            <a:r>
              <a:rPr lang="en-US" altLang="zh-CN" sz="1200" dirty="0">
                <a:latin typeface="Times New Roman" panose="02020603050405020304" pitchFamily="18" charset="0"/>
              </a:rPr>
              <a:t>Task A</a:t>
            </a:r>
          </a:p>
        </p:txBody>
      </p:sp>
      <p:sp>
        <p:nvSpPr>
          <p:cNvPr id="3" name="Rectangle 18">
            <a:extLst>
              <a:ext uri="{FF2B5EF4-FFF2-40B4-BE49-F238E27FC236}">
                <a16:creationId xmlns:a16="http://schemas.microsoft.com/office/drawing/2014/main" id="{50EC0B05-3576-1BB0-3A9C-E81BA816D74C}"/>
              </a:ext>
            </a:extLst>
          </p:cNvPr>
          <p:cNvSpPr>
            <a:spLocks noChangeArrowheads="1"/>
          </p:cNvSpPr>
          <p:nvPr/>
        </p:nvSpPr>
        <p:spPr bwMode="auto">
          <a:xfrm>
            <a:off x="1401763" y="4141292"/>
            <a:ext cx="1393825" cy="878224"/>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88000"/>
              </a:lnSpc>
              <a:spcBef>
                <a:spcPct val="0"/>
              </a:spcBef>
              <a:buClrTx/>
              <a:buFontTx/>
              <a:buNone/>
            </a:pPr>
            <a:endParaRPr lang="en-US" altLang="zh-CN" sz="1200" dirty="0">
              <a:latin typeface="Times New Roman" panose="02020603050405020304" pitchFamily="18" charset="0"/>
            </a:endParaRPr>
          </a:p>
          <a:p>
            <a:pPr algn="ctr">
              <a:lnSpc>
                <a:spcPct val="88000"/>
              </a:lnSpc>
              <a:spcBef>
                <a:spcPct val="0"/>
              </a:spcBef>
              <a:buClrTx/>
              <a:buFontTx/>
              <a:buNone/>
            </a:pPr>
            <a:r>
              <a:rPr lang="en-US" altLang="zh-CN" sz="1200" dirty="0">
                <a:latin typeface="Times New Roman" panose="02020603050405020304" pitchFamily="18" charset="0"/>
              </a:rPr>
              <a:t>Duration=3</a:t>
            </a:r>
          </a:p>
          <a:p>
            <a:pPr algn="ctr">
              <a:lnSpc>
                <a:spcPct val="88000"/>
              </a:lnSpc>
              <a:spcBef>
                <a:spcPct val="0"/>
              </a:spcBef>
              <a:buClrTx/>
              <a:buFontTx/>
              <a:buNone/>
            </a:pPr>
            <a:r>
              <a:rPr lang="en-US" altLang="zh-CN" sz="1200" dirty="0">
                <a:latin typeface="Times New Roman" panose="02020603050405020304" pitchFamily="18" charset="0"/>
              </a:rPr>
              <a:t>Task B</a:t>
            </a:r>
          </a:p>
        </p:txBody>
      </p:sp>
      <p:sp>
        <p:nvSpPr>
          <p:cNvPr id="4" name="Rectangle 27">
            <a:extLst>
              <a:ext uri="{FF2B5EF4-FFF2-40B4-BE49-F238E27FC236}">
                <a16:creationId xmlns:a16="http://schemas.microsoft.com/office/drawing/2014/main" id="{ED45DCB2-E045-2608-21D8-ECE3C6436CDD}"/>
              </a:ext>
            </a:extLst>
          </p:cNvPr>
          <p:cNvSpPr>
            <a:spLocks noChangeArrowheads="1"/>
          </p:cNvSpPr>
          <p:nvPr/>
        </p:nvSpPr>
        <p:spPr bwMode="auto">
          <a:xfrm>
            <a:off x="3287713" y="2649901"/>
            <a:ext cx="1395413" cy="878224"/>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88000"/>
              </a:lnSpc>
              <a:spcBef>
                <a:spcPct val="0"/>
              </a:spcBef>
              <a:buClrTx/>
              <a:buFontTx/>
              <a:buNone/>
            </a:pPr>
            <a:endParaRPr lang="en-US" altLang="zh-CN" sz="1200" dirty="0">
              <a:latin typeface="Times New Roman" panose="02020603050405020304" pitchFamily="18" charset="0"/>
            </a:endParaRPr>
          </a:p>
          <a:p>
            <a:pPr algn="ctr">
              <a:lnSpc>
                <a:spcPct val="88000"/>
              </a:lnSpc>
              <a:spcBef>
                <a:spcPct val="0"/>
              </a:spcBef>
              <a:buClrTx/>
              <a:buFontTx/>
              <a:buNone/>
            </a:pPr>
            <a:r>
              <a:rPr lang="en-US" altLang="zh-CN" sz="1200" dirty="0">
                <a:latin typeface="Times New Roman" panose="02020603050405020304" pitchFamily="18" charset="0"/>
              </a:rPr>
              <a:t>Duration=6</a:t>
            </a:r>
          </a:p>
          <a:p>
            <a:pPr algn="ctr">
              <a:lnSpc>
                <a:spcPct val="88000"/>
              </a:lnSpc>
              <a:spcBef>
                <a:spcPct val="0"/>
              </a:spcBef>
              <a:buClrTx/>
              <a:buFontTx/>
              <a:buNone/>
            </a:pPr>
            <a:r>
              <a:rPr lang="en-US" altLang="zh-CN" sz="1200" dirty="0">
                <a:latin typeface="Times New Roman" panose="02020603050405020304" pitchFamily="18" charset="0"/>
              </a:rPr>
              <a:t>Task C</a:t>
            </a:r>
          </a:p>
        </p:txBody>
      </p:sp>
      <p:sp>
        <p:nvSpPr>
          <p:cNvPr id="5" name="Rectangle 36">
            <a:extLst>
              <a:ext uri="{FF2B5EF4-FFF2-40B4-BE49-F238E27FC236}">
                <a16:creationId xmlns:a16="http://schemas.microsoft.com/office/drawing/2014/main" id="{36096F10-3DB4-5105-CFE9-D7DFAA331594}"/>
              </a:ext>
            </a:extLst>
          </p:cNvPr>
          <p:cNvSpPr>
            <a:spLocks noChangeArrowheads="1"/>
          </p:cNvSpPr>
          <p:nvPr/>
        </p:nvSpPr>
        <p:spPr bwMode="auto">
          <a:xfrm>
            <a:off x="3233738" y="4242014"/>
            <a:ext cx="1393825" cy="876457"/>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88000"/>
              </a:lnSpc>
              <a:spcBef>
                <a:spcPct val="0"/>
              </a:spcBef>
              <a:buClrTx/>
              <a:buFontTx/>
              <a:buNone/>
            </a:pPr>
            <a:endParaRPr lang="en-US" altLang="zh-CN" sz="1200" dirty="0">
              <a:latin typeface="Times New Roman" panose="02020603050405020304" pitchFamily="18" charset="0"/>
            </a:endParaRPr>
          </a:p>
          <a:p>
            <a:pPr algn="ctr">
              <a:lnSpc>
                <a:spcPct val="88000"/>
              </a:lnSpc>
              <a:spcBef>
                <a:spcPct val="0"/>
              </a:spcBef>
              <a:buClrTx/>
              <a:buFontTx/>
              <a:buNone/>
            </a:pPr>
            <a:r>
              <a:rPr lang="en-US" altLang="zh-CN" sz="1200" dirty="0">
                <a:latin typeface="Times New Roman" panose="02020603050405020304" pitchFamily="18" charset="0"/>
              </a:rPr>
              <a:t>Duration=3</a:t>
            </a:r>
          </a:p>
          <a:p>
            <a:pPr algn="ctr">
              <a:lnSpc>
                <a:spcPct val="88000"/>
              </a:lnSpc>
              <a:spcBef>
                <a:spcPct val="0"/>
              </a:spcBef>
              <a:buClrTx/>
              <a:buFontTx/>
              <a:buNone/>
            </a:pPr>
            <a:r>
              <a:rPr lang="en-US" altLang="zh-CN" sz="1200" dirty="0">
                <a:latin typeface="Times New Roman" panose="02020603050405020304" pitchFamily="18" charset="0"/>
              </a:rPr>
              <a:t>Task D</a:t>
            </a:r>
          </a:p>
        </p:txBody>
      </p:sp>
      <p:sp>
        <p:nvSpPr>
          <p:cNvPr id="6" name="Rectangle 44">
            <a:extLst>
              <a:ext uri="{FF2B5EF4-FFF2-40B4-BE49-F238E27FC236}">
                <a16:creationId xmlns:a16="http://schemas.microsoft.com/office/drawing/2014/main" id="{252969C4-CAEB-8026-9366-216352DCDFFC}"/>
              </a:ext>
            </a:extLst>
          </p:cNvPr>
          <p:cNvSpPr>
            <a:spLocks noChangeArrowheads="1"/>
          </p:cNvSpPr>
          <p:nvPr/>
        </p:nvSpPr>
        <p:spPr bwMode="auto">
          <a:xfrm>
            <a:off x="5119688" y="2688777"/>
            <a:ext cx="1395413" cy="876457"/>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88000"/>
              </a:lnSpc>
              <a:spcBef>
                <a:spcPct val="0"/>
              </a:spcBef>
              <a:buClrTx/>
              <a:buFontTx/>
              <a:buNone/>
            </a:pPr>
            <a:endParaRPr lang="en-US" altLang="zh-CN" sz="1200" dirty="0">
              <a:latin typeface="Times New Roman" panose="02020603050405020304" pitchFamily="18" charset="0"/>
            </a:endParaRPr>
          </a:p>
          <a:p>
            <a:pPr algn="ctr">
              <a:lnSpc>
                <a:spcPct val="88000"/>
              </a:lnSpc>
              <a:spcBef>
                <a:spcPct val="0"/>
              </a:spcBef>
              <a:buClrTx/>
              <a:buFontTx/>
              <a:buNone/>
            </a:pPr>
            <a:r>
              <a:rPr lang="en-US" altLang="zh-CN" sz="1200" dirty="0">
                <a:latin typeface="Times New Roman" panose="02020603050405020304" pitchFamily="18" charset="0"/>
              </a:rPr>
              <a:t>Duration=3</a:t>
            </a:r>
          </a:p>
          <a:p>
            <a:pPr algn="ctr">
              <a:lnSpc>
                <a:spcPct val="88000"/>
              </a:lnSpc>
              <a:spcBef>
                <a:spcPct val="0"/>
              </a:spcBef>
              <a:buClrTx/>
              <a:buFontTx/>
              <a:buNone/>
            </a:pPr>
            <a:r>
              <a:rPr lang="en-US" altLang="zh-CN" sz="1200" dirty="0">
                <a:latin typeface="Times New Roman" panose="02020603050405020304" pitchFamily="18" charset="0"/>
              </a:rPr>
              <a:t>Task G</a:t>
            </a:r>
          </a:p>
        </p:txBody>
      </p:sp>
      <p:sp>
        <p:nvSpPr>
          <p:cNvPr id="7" name="Rectangle 53">
            <a:extLst>
              <a:ext uri="{FF2B5EF4-FFF2-40B4-BE49-F238E27FC236}">
                <a16:creationId xmlns:a16="http://schemas.microsoft.com/office/drawing/2014/main" id="{D3B2B56F-84F5-2000-3EA9-4D3B5414E23D}"/>
              </a:ext>
            </a:extLst>
          </p:cNvPr>
          <p:cNvSpPr>
            <a:spLocks noChangeArrowheads="1"/>
          </p:cNvSpPr>
          <p:nvPr/>
        </p:nvSpPr>
        <p:spPr bwMode="auto">
          <a:xfrm>
            <a:off x="5092701" y="4305628"/>
            <a:ext cx="1393825" cy="876457"/>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88000"/>
              </a:lnSpc>
              <a:spcBef>
                <a:spcPct val="0"/>
              </a:spcBef>
              <a:buClrTx/>
              <a:buFontTx/>
              <a:buNone/>
            </a:pPr>
            <a:endParaRPr lang="en-US" altLang="zh-CN" sz="1200" dirty="0">
              <a:latin typeface="Times New Roman" panose="02020603050405020304" pitchFamily="18" charset="0"/>
            </a:endParaRPr>
          </a:p>
          <a:p>
            <a:pPr algn="ctr">
              <a:lnSpc>
                <a:spcPct val="88000"/>
              </a:lnSpc>
              <a:spcBef>
                <a:spcPct val="0"/>
              </a:spcBef>
              <a:buClrTx/>
              <a:buFontTx/>
              <a:buNone/>
            </a:pPr>
            <a:r>
              <a:rPr lang="en-US" altLang="zh-CN" sz="1200" dirty="0">
                <a:latin typeface="Times New Roman" panose="02020603050405020304" pitchFamily="18" charset="0"/>
              </a:rPr>
              <a:t>Duration=3</a:t>
            </a:r>
          </a:p>
          <a:p>
            <a:pPr algn="ctr">
              <a:lnSpc>
                <a:spcPct val="88000"/>
              </a:lnSpc>
              <a:spcBef>
                <a:spcPct val="0"/>
              </a:spcBef>
              <a:buClrTx/>
              <a:buFontTx/>
              <a:buNone/>
            </a:pPr>
            <a:r>
              <a:rPr lang="en-US" altLang="zh-CN" sz="1200" dirty="0">
                <a:latin typeface="Times New Roman" panose="02020603050405020304" pitchFamily="18" charset="0"/>
              </a:rPr>
              <a:t>Task F</a:t>
            </a:r>
          </a:p>
        </p:txBody>
      </p:sp>
      <p:sp>
        <p:nvSpPr>
          <p:cNvPr id="8" name="Rectangle 62">
            <a:extLst>
              <a:ext uri="{FF2B5EF4-FFF2-40B4-BE49-F238E27FC236}">
                <a16:creationId xmlns:a16="http://schemas.microsoft.com/office/drawing/2014/main" id="{86AD539A-5F39-3325-0215-38A41887AFBA}"/>
              </a:ext>
            </a:extLst>
          </p:cNvPr>
          <p:cNvSpPr>
            <a:spLocks noChangeArrowheads="1"/>
          </p:cNvSpPr>
          <p:nvPr/>
        </p:nvSpPr>
        <p:spPr bwMode="auto">
          <a:xfrm>
            <a:off x="6788151" y="3552864"/>
            <a:ext cx="1393825" cy="876457"/>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88000"/>
              </a:lnSpc>
              <a:spcBef>
                <a:spcPct val="0"/>
              </a:spcBef>
              <a:buClrTx/>
              <a:buFontTx/>
              <a:buNone/>
            </a:pPr>
            <a:endParaRPr lang="en-US" altLang="zh-CN" sz="1200" dirty="0">
              <a:latin typeface="Times New Roman" panose="02020603050405020304" pitchFamily="18" charset="0"/>
            </a:endParaRPr>
          </a:p>
          <a:p>
            <a:pPr algn="ctr">
              <a:lnSpc>
                <a:spcPct val="88000"/>
              </a:lnSpc>
              <a:spcBef>
                <a:spcPct val="0"/>
              </a:spcBef>
              <a:buClrTx/>
              <a:buFontTx/>
              <a:buNone/>
            </a:pPr>
            <a:r>
              <a:rPr lang="en-US" altLang="zh-CN" sz="1200" dirty="0">
                <a:latin typeface="Times New Roman" panose="02020603050405020304" pitchFamily="18" charset="0"/>
              </a:rPr>
              <a:t>Duration=2</a:t>
            </a:r>
          </a:p>
          <a:p>
            <a:pPr algn="ctr">
              <a:lnSpc>
                <a:spcPct val="88000"/>
              </a:lnSpc>
              <a:spcBef>
                <a:spcPct val="0"/>
              </a:spcBef>
              <a:buClrTx/>
              <a:buFontTx/>
              <a:buNone/>
            </a:pPr>
            <a:r>
              <a:rPr lang="en-US" altLang="zh-CN" sz="1200" dirty="0">
                <a:latin typeface="Times New Roman" panose="02020603050405020304" pitchFamily="18" charset="0"/>
              </a:rPr>
              <a:t>Task H</a:t>
            </a:r>
          </a:p>
        </p:txBody>
      </p:sp>
      <p:sp>
        <p:nvSpPr>
          <p:cNvPr id="9" name="Rectangle 71">
            <a:extLst>
              <a:ext uri="{FF2B5EF4-FFF2-40B4-BE49-F238E27FC236}">
                <a16:creationId xmlns:a16="http://schemas.microsoft.com/office/drawing/2014/main" id="{984A4763-C005-8A2F-944A-FE374CE3F558}"/>
              </a:ext>
            </a:extLst>
          </p:cNvPr>
          <p:cNvSpPr>
            <a:spLocks noChangeArrowheads="1"/>
          </p:cNvSpPr>
          <p:nvPr/>
        </p:nvSpPr>
        <p:spPr bwMode="auto">
          <a:xfrm>
            <a:off x="3287713" y="5671558"/>
            <a:ext cx="1395413" cy="876457"/>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88000"/>
              </a:lnSpc>
              <a:spcBef>
                <a:spcPct val="0"/>
              </a:spcBef>
              <a:buClrTx/>
              <a:buFontTx/>
              <a:buNone/>
            </a:pPr>
            <a:endParaRPr lang="en-US" altLang="zh-CN" sz="1200" dirty="0">
              <a:latin typeface="Times New Roman" panose="02020603050405020304" pitchFamily="18" charset="0"/>
            </a:endParaRPr>
          </a:p>
          <a:p>
            <a:pPr algn="ctr">
              <a:lnSpc>
                <a:spcPct val="88000"/>
              </a:lnSpc>
              <a:spcBef>
                <a:spcPct val="0"/>
              </a:spcBef>
              <a:buClrTx/>
              <a:buFontTx/>
              <a:buNone/>
            </a:pPr>
            <a:r>
              <a:rPr lang="en-US" altLang="zh-CN" sz="1200" dirty="0">
                <a:latin typeface="Times New Roman" panose="02020603050405020304" pitchFamily="18" charset="0"/>
              </a:rPr>
              <a:t>Duration=2</a:t>
            </a:r>
          </a:p>
          <a:p>
            <a:pPr algn="ctr">
              <a:lnSpc>
                <a:spcPct val="88000"/>
              </a:lnSpc>
              <a:spcBef>
                <a:spcPct val="0"/>
              </a:spcBef>
              <a:buClrTx/>
              <a:buFontTx/>
              <a:buNone/>
            </a:pPr>
            <a:r>
              <a:rPr lang="en-US" altLang="zh-CN" sz="1200" dirty="0">
                <a:latin typeface="Times New Roman" panose="02020603050405020304" pitchFamily="18" charset="0"/>
              </a:rPr>
              <a:t>Task E</a:t>
            </a:r>
          </a:p>
        </p:txBody>
      </p:sp>
      <p:sp>
        <p:nvSpPr>
          <p:cNvPr id="10" name="Line 76">
            <a:extLst>
              <a:ext uri="{FF2B5EF4-FFF2-40B4-BE49-F238E27FC236}">
                <a16:creationId xmlns:a16="http://schemas.microsoft.com/office/drawing/2014/main" id="{F4D2BFED-ED14-75EA-ECE5-FB18FCCBD7B1}"/>
              </a:ext>
            </a:extLst>
          </p:cNvPr>
          <p:cNvSpPr>
            <a:spLocks noChangeShapeType="1"/>
          </p:cNvSpPr>
          <p:nvPr/>
        </p:nvSpPr>
        <p:spPr bwMode="auto">
          <a:xfrm>
            <a:off x="1222376" y="3001544"/>
            <a:ext cx="1635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Line 77">
            <a:extLst>
              <a:ext uri="{FF2B5EF4-FFF2-40B4-BE49-F238E27FC236}">
                <a16:creationId xmlns:a16="http://schemas.microsoft.com/office/drawing/2014/main" id="{B077F2ED-2A55-3E4B-37F1-174F0C803A94}"/>
              </a:ext>
            </a:extLst>
          </p:cNvPr>
          <p:cNvSpPr>
            <a:spLocks noChangeShapeType="1"/>
          </p:cNvSpPr>
          <p:nvPr/>
        </p:nvSpPr>
        <p:spPr bwMode="auto">
          <a:xfrm>
            <a:off x="1235076" y="3001544"/>
            <a:ext cx="0" cy="167869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Line 78">
            <a:extLst>
              <a:ext uri="{FF2B5EF4-FFF2-40B4-BE49-F238E27FC236}">
                <a16:creationId xmlns:a16="http://schemas.microsoft.com/office/drawing/2014/main" id="{A128F3DD-7E48-944B-E8EA-D5954023EF2A}"/>
              </a:ext>
            </a:extLst>
          </p:cNvPr>
          <p:cNvSpPr>
            <a:spLocks noChangeShapeType="1"/>
          </p:cNvSpPr>
          <p:nvPr/>
        </p:nvSpPr>
        <p:spPr bwMode="auto">
          <a:xfrm flipV="1">
            <a:off x="1222377" y="4669636"/>
            <a:ext cx="177798" cy="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Line 79">
            <a:extLst>
              <a:ext uri="{FF2B5EF4-FFF2-40B4-BE49-F238E27FC236}">
                <a16:creationId xmlns:a16="http://schemas.microsoft.com/office/drawing/2014/main" id="{8A4A4D74-264F-0019-C4FE-9356566953EE}"/>
              </a:ext>
            </a:extLst>
          </p:cNvPr>
          <p:cNvSpPr>
            <a:spLocks noChangeShapeType="1"/>
          </p:cNvSpPr>
          <p:nvPr/>
        </p:nvSpPr>
        <p:spPr bwMode="auto">
          <a:xfrm>
            <a:off x="827088" y="3916877"/>
            <a:ext cx="39528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Line 80">
            <a:extLst>
              <a:ext uri="{FF2B5EF4-FFF2-40B4-BE49-F238E27FC236}">
                <a16:creationId xmlns:a16="http://schemas.microsoft.com/office/drawing/2014/main" id="{8A4D46D9-2486-B337-5676-57F852294D74}"/>
              </a:ext>
            </a:extLst>
          </p:cNvPr>
          <p:cNvSpPr>
            <a:spLocks noChangeShapeType="1"/>
          </p:cNvSpPr>
          <p:nvPr/>
        </p:nvSpPr>
        <p:spPr bwMode="auto">
          <a:xfrm>
            <a:off x="2768601" y="3026283"/>
            <a:ext cx="519113"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 name="Line 81">
            <a:extLst>
              <a:ext uri="{FF2B5EF4-FFF2-40B4-BE49-F238E27FC236}">
                <a16:creationId xmlns:a16="http://schemas.microsoft.com/office/drawing/2014/main" id="{45038374-434B-36E7-21EA-6F9E914B4C03}"/>
              </a:ext>
            </a:extLst>
          </p:cNvPr>
          <p:cNvSpPr>
            <a:spLocks noChangeShapeType="1"/>
          </p:cNvSpPr>
          <p:nvPr/>
        </p:nvSpPr>
        <p:spPr bwMode="auto">
          <a:xfrm>
            <a:off x="4683126" y="3102266"/>
            <a:ext cx="436563"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 name="Line 82">
            <a:extLst>
              <a:ext uri="{FF2B5EF4-FFF2-40B4-BE49-F238E27FC236}">
                <a16:creationId xmlns:a16="http://schemas.microsoft.com/office/drawing/2014/main" id="{31B06D0E-E0E1-FB5E-8E1B-1D885715A337}"/>
              </a:ext>
            </a:extLst>
          </p:cNvPr>
          <p:cNvSpPr>
            <a:spLocks noChangeShapeType="1"/>
          </p:cNvSpPr>
          <p:nvPr/>
        </p:nvSpPr>
        <p:spPr bwMode="auto">
          <a:xfrm>
            <a:off x="2808288" y="4443458"/>
            <a:ext cx="411163"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 name="Line 83">
            <a:extLst>
              <a:ext uri="{FF2B5EF4-FFF2-40B4-BE49-F238E27FC236}">
                <a16:creationId xmlns:a16="http://schemas.microsoft.com/office/drawing/2014/main" id="{A6BE318E-49F3-69DA-4F34-B0224B2E4BB3}"/>
              </a:ext>
            </a:extLst>
          </p:cNvPr>
          <p:cNvSpPr>
            <a:spLocks noChangeShapeType="1"/>
          </p:cNvSpPr>
          <p:nvPr/>
        </p:nvSpPr>
        <p:spPr bwMode="auto">
          <a:xfrm>
            <a:off x="4627563" y="4517674"/>
            <a:ext cx="47783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 name="Line 84">
            <a:extLst>
              <a:ext uri="{FF2B5EF4-FFF2-40B4-BE49-F238E27FC236}">
                <a16:creationId xmlns:a16="http://schemas.microsoft.com/office/drawing/2014/main" id="{3F0B2176-16DD-F6F0-E70F-634AF9D8A0C8}"/>
              </a:ext>
            </a:extLst>
          </p:cNvPr>
          <p:cNvSpPr>
            <a:spLocks noChangeShapeType="1"/>
          </p:cNvSpPr>
          <p:nvPr/>
        </p:nvSpPr>
        <p:spPr bwMode="auto">
          <a:xfrm>
            <a:off x="8181976" y="4003462"/>
            <a:ext cx="127000" cy="176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cxnSp>
        <p:nvCxnSpPr>
          <p:cNvPr id="19" name="AutoShape 85">
            <a:extLst>
              <a:ext uri="{FF2B5EF4-FFF2-40B4-BE49-F238E27FC236}">
                <a16:creationId xmlns:a16="http://schemas.microsoft.com/office/drawing/2014/main" id="{355F4F94-8910-4B4E-F7E2-5DD47E03DFD1}"/>
              </a:ext>
            </a:extLst>
          </p:cNvPr>
          <p:cNvCxnSpPr>
            <a:cxnSpLocks noChangeShapeType="1"/>
            <a:stCxn id="3" idx="3"/>
            <a:endCxn id="9" idx="1"/>
          </p:cNvCxnSpPr>
          <p:nvPr/>
        </p:nvCxnSpPr>
        <p:spPr bwMode="auto">
          <a:xfrm>
            <a:off x="2795588" y="4581288"/>
            <a:ext cx="492125" cy="1528499"/>
          </a:xfrm>
          <a:prstGeom prst="bentConnector3">
            <a:avLst>
              <a:gd name="adj1" fmla="val 50000"/>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cxnSp>
      <p:cxnSp>
        <p:nvCxnSpPr>
          <p:cNvPr id="20" name="AutoShape 86">
            <a:extLst>
              <a:ext uri="{FF2B5EF4-FFF2-40B4-BE49-F238E27FC236}">
                <a16:creationId xmlns:a16="http://schemas.microsoft.com/office/drawing/2014/main" id="{264DCD64-14F9-4175-EBF8-0B64C545D5C7}"/>
              </a:ext>
            </a:extLst>
          </p:cNvPr>
          <p:cNvCxnSpPr>
            <a:cxnSpLocks noChangeShapeType="1"/>
            <a:stCxn id="9" idx="3"/>
            <a:endCxn id="7" idx="1"/>
          </p:cNvCxnSpPr>
          <p:nvPr/>
        </p:nvCxnSpPr>
        <p:spPr bwMode="auto">
          <a:xfrm flipV="1">
            <a:off x="4683126" y="4743856"/>
            <a:ext cx="409575" cy="1365930"/>
          </a:xfrm>
          <a:prstGeom prst="bentConnector3">
            <a:avLst>
              <a:gd name="adj1" fmla="val 50000"/>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cxnSp>
      <p:cxnSp>
        <p:nvCxnSpPr>
          <p:cNvPr id="21" name="AutoShape 87">
            <a:extLst>
              <a:ext uri="{FF2B5EF4-FFF2-40B4-BE49-F238E27FC236}">
                <a16:creationId xmlns:a16="http://schemas.microsoft.com/office/drawing/2014/main" id="{77184443-4D6C-3458-BDEF-B398B2E37279}"/>
              </a:ext>
            </a:extLst>
          </p:cNvPr>
          <p:cNvCxnSpPr>
            <a:cxnSpLocks noChangeShapeType="1"/>
            <a:stCxn id="7" idx="3"/>
          </p:cNvCxnSpPr>
          <p:nvPr/>
        </p:nvCxnSpPr>
        <p:spPr bwMode="auto">
          <a:xfrm flipV="1">
            <a:off x="6486526" y="4303861"/>
            <a:ext cx="314325" cy="439996"/>
          </a:xfrm>
          <a:prstGeom prst="bentConnector3">
            <a:avLst>
              <a:gd name="adj1" fmla="val 50000"/>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cxnSp>
      <p:cxnSp>
        <p:nvCxnSpPr>
          <p:cNvPr id="22" name="AutoShape 88">
            <a:extLst>
              <a:ext uri="{FF2B5EF4-FFF2-40B4-BE49-F238E27FC236}">
                <a16:creationId xmlns:a16="http://schemas.microsoft.com/office/drawing/2014/main" id="{9BF8A400-389C-52A7-D265-E283BEAB3963}"/>
              </a:ext>
            </a:extLst>
          </p:cNvPr>
          <p:cNvCxnSpPr>
            <a:cxnSpLocks noChangeShapeType="1"/>
            <a:stCxn id="6" idx="3"/>
          </p:cNvCxnSpPr>
          <p:nvPr/>
        </p:nvCxnSpPr>
        <p:spPr bwMode="auto">
          <a:xfrm>
            <a:off x="6515101" y="3127005"/>
            <a:ext cx="273050" cy="558388"/>
          </a:xfrm>
          <a:prstGeom prst="bentConnector3">
            <a:avLst>
              <a:gd name="adj1" fmla="val 50000"/>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cxnSp>
      <p:sp>
        <p:nvSpPr>
          <p:cNvPr id="23" name="Text Box 89">
            <a:extLst>
              <a:ext uri="{FF2B5EF4-FFF2-40B4-BE49-F238E27FC236}">
                <a16:creationId xmlns:a16="http://schemas.microsoft.com/office/drawing/2014/main" id="{CA1587FF-FD23-5FBB-74C0-0A2C8F2C705D}"/>
              </a:ext>
            </a:extLst>
          </p:cNvPr>
          <p:cNvSpPr txBox="1">
            <a:spLocks noChangeArrowheads="1"/>
          </p:cNvSpPr>
          <p:nvPr/>
        </p:nvSpPr>
        <p:spPr bwMode="auto">
          <a:xfrm>
            <a:off x="8323263" y="3807320"/>
            <a:ext cx="655638" cy="39051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lang="en-US" altLang="zh-CN" sz="1200" dirty="0">
                <a:latin typeface="Times New Roman" panose="02020603050405020304" pitchFamily="18" charset="0"/>
              </a:rPr>
              <a:t>Finish</a:t>
            </a:r>
          </a:p>
        </p:txBody>
      </p:sp>
      <p:sp>
        <p:nvSpPr>
          <p:cNvPr id="24" name="Text Box 90">
            <a:extLst>
              <a:ext uri="{FF2B5EF4-FFF2-40B4-BE49-F238E27FC236}">
                <a16:creationId xmlns:a16="http://schemas.microsoft.com/office/drawing/2014/main" id="{B9C57BE6-25CB-05CC-CAB3-3E0062049B6F}"/>
              </a:ext>
            </a:extLst>
          </p:cNvPr>
          <p:cNvSpPr txBox="1">
            <a:spLocks noChangeArrowheads="1"/>
          </p:cNvSpPr>
          <p:nvPr/>
        </p:nvSpPr>
        <p:spPr bwMode="auto">
          <a:xfrm>
            <a:off x="250825" y="3740172"/>
            <a:ext cx="519113" cy="289796"/>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64000"/>
              </a:lnSpc>
              <a:spcBef>
                <a:spcPct val="0"/>
              </a:spcBef>
              <a:buClrTx/>
              <a:buFontTx/>
              <a:buNone/>
            </a:pPr>
            <a:r>
              <a:rPr lang="en-US" altLang="zh-CN" sz="1200" dirty="0">
                <a:latin typeface="Times New Roman" panose="02020603050405020304" pitchFamily="18" charset="0"/>
              </a:rPr>
              <a:t>Start</a:t>
            </a:r>
          </a:p>
        </p:txBody>
      </p:sp>
      <p:graphicFrame>
        <p:nvGraphicFramePr>
          <p:cNvPr id="25" name="表格 6">
            <a:extLst>
              <a:ext uri="{FF2B5EF4-FFF2-40B4-BE49-F238E27FC236}">
                <a16:creationId xmlns:a16="http://schemas.microsoft.com/office/drawing/2014/main" id="{4EE0CC87-5C5C-C9FE-D176-68F776BC4A93}"/>
              </a:ext>
            </a:extLst>
          </p:cNvPr>
          <p:cNvGraphicFramePr>
            <a:graphicFrameLocks noGrp="1"/>
          </p:cNvGraphicFramePr>
          <p:nvPr/>
        </p:nvGraphicFramePr>
        <p:xfrm>
          <a:off x="5252777" y="543238"/>
          <a:ext cx="2950863" cy="1920240"/>
        </p:xfrm>
        <a:graphic>
          <a:graphicData uri="http://schemas.openxmlformats.org/drawingml/2006/table">
            <a:tbl>
              <a:tblPr firstRow="1" bandRow="1">
                <a:tableStyleId>{5C22544A-7EE6-4342-B048-85BDC9FD1C3A}</a:tableStyleId>
              </a:tblPr>
              <a:tblGrid>
                <a:gridCol w="983621">
                  <a:extLst>
                    <a:ext uri="{9D8B030D-6E8A-4147-A177-3AD203B41FA5}">
                      <a16:colId xmlns:a16="http://schemas.microsoft.com/office/drawing/2014/main" val="4007603925"/>
                    </a:ext>
                  </a:extLst>
                </a:gridCol>
                <a:gridCol w="983621">
                  <a:extLst>
                    <a:ext uri="{9D8B030D-6E8A-4147-A177-3AD203B41FA5}">
                      <a16:colId xmlns:a16="http://schemas.microsoft.com/office/drawing/2014/main" val="2959638447"/>
                    </a:ext>
                  </a:extLst>
                </a:gridCol>
                <a:gridCol w="983621">
                  <a:extLst>
                    <a:ext uri="{9D8B030D-6E8A-4147-A177-3AD203B41FA5}">
                      <a16:colId xmlns:a16="http://schemas.microsoft.com/office/drawing/2014/main" val="854757906"/>
                    </a:ext>
                  </a:extLst>
                </a:gridCol>
              </a:tblGrid>
              <a:tr h="145429">
                <a:tc>
                  <a:txBody>
                    <a:bodyPr/>
                    <a:lstStyle/>
                    <a:p>
                      <a:pPr algn="ctr"/>
                      <a:r>
                        <a:rPr lang="zh-CN" altLang="en-US" sz="800" dirty="0"/>
                        <a:t>活动标号</a:t>
                      </a:r>
                    </a:p>
                  </a:txBody>
                  <a:tcPr/>
                </a:tc>
                <a:tc>
                  <a:txBody>
                    <a:bodyPr/>
                    <a:lstStyle/>
                    <a:p>
                      <a:pPr algn="ctr"/>
                      <a:r>
                        <a:rPr lang="zh-CN" altLang="en-US" sz="800" dirty="0"/>
                        <a:t>依赖关系</a:t>
                      </a:r>
                    </a:p>
                  </a:txBody>
                  <a:tcPr/>
                </a:tc>
                <a:tc>
                  <a:txBody>
                    <a:bodyPr/>
                    <a:lstStyle/>
                    <a:p>
                      <a:pPr algn="ctr"/>
                      <a:r>
                        <a:rPr lang="zh-CN" altLang="en-US" sz="800" dirty="0"/>
                        <a:t>持续时间（天）</a:t>
                      </a:r>
                    </a:p>
                  </a:txBody>
                  <a:tcPr/>
                </a:tc>
                <a:extLst>
                  <a:ext uri="{0D108BD9-81ED-4DB2-BD59-A6C34878D82A}">
                    <a16:rowId xmlns:a16="http://schemas.microsoft.com/office/drawing/2014/main" val="3898771359"/>
                  </a:ext>
                </a:extLst>
              </a:tr>
              <a:tr h="145429">
                <a:tc>
                  <a:txBody>
                    <a:bodyPr/>
                    <a:lstStyle/>
                    <a:p>
                      <a:pPr algn="ctr"/>
                      <a:r>
                        <a:rPr lang="en-US" altLang="zh-CN" sz="800" dirty="0"/>
                        <a:t>A</a:t>
                      </a:r>
                      <a:endParaRPr lang="zh-CN" altLang="en-US" sz="800" dirty="0"/>
                    </a:p>
                  </a:txBody>
                  <a:tcPr/>
                </a:tc>
                <a:tc>
                  <a:txBody>
                    <a:bodyPr/>
                    <a:lstStyle/>
                    <a:p>
                      <a:pPr algn="ctr"/>
                      <a:r>
                        <a:rPr lang="en-US" altLang="zh-CN" sz="800" dirty="0"/>
                        <a:t>-</a:t>
                      </a:r>
                      <a:endParaRPr lang="zh-CN" altLang="en-US" sz="800" dirty="0"/>
                    </a:p>
                  </a:txBody>
                  <a:tcPr/>
                </a:tc>
                <a:tc>
                  <a:txBody>
                    <a:bodyPr/>
                    <a:lstStyle/>
                    <a:p>
                      <a:pPr algn="ctr"/>
                      <a:r>
                        <a:rPr lang="en-US" altLang="zh-CN" sz="800" dirty="0"/>
                        <a:t>7</a:t>
                      </a:r>
                      <a:endParaRPr lang="zh-CN" altLang="en-US" sz="800" dirty="0"/>
                    </a:p>
                  </a:txBody>
                  <a:tcPr/>
                </a:tc>
                <a:extLst>
                  <a:ext uri="{0D108BD9-81ED-4DB2-BD59-A6C34878D82A}">
                    <a16:rowId xmlns:a16="http://schemas.microsoft.com/office/drawing/2014/main" val="1990102576"/>
                  </a:ext>
                </a:extLst>
              </a:tr>
              <a:tr h="145429">
                <a:tc>
                  <a:txBody>
                    <a:bodyPr/>
                    <a:lstStyle/>
                    <a:p>
                      <a:pPr algn="ctr"/>
                      <a:r>
                        <a:rPr lang="en-US" altLang="zh-CN" sz="800" dirty="0"/>
                        <a:t>B</a:t>
                      </a:r>
                      <a:endParaRPr lang="zh-CN" altLang="en-US" sz="800" dirty="0"/>
                    </a:p>
                  </a:txBody>
                  <a:tcPr/>
                </a:tc>
                <a:tc>
                  <a:txBody>
                    <a:bodyPr/>
                    <a:lstStyle/>
                    <a:p>
                      <a:pPr algn="ctr"/>
                      <a:r>
                        <a:rPr lang="en-US" altLang="zh-CN" sz="800" dirty="0"/>
                        <a:t>-</a:t>
                      </a:r>
                      <a:endParaRPr lang="zh-CN" altLang="en-US" sz="800" dirty="0"/>
                    </a:p>
                  </a:txBody>
                  <a:tcPr/>
                </a:tc>
                <a:tc>
                  <a:txBody>
                    <a:bodyPr/>
                    <a:lstStyle/>
                    <a:p>
                      <a:pPr algn="ctr"/>
                      <a:r>
                        <a:rPr lang="en-US" altLang="zh-CN" sz="800" dirty="0"/>
                        <a:t>3</a:t>
                      </a:r>
                      <a:endParaRPr lang="zh-CN" altLang="en-US" sz="800" dirty="0"/>
                    </a:p>
                  </a:txBody>
                  <a:tcPr/>
                </a:tc>
                <a:extLst>
                  <a:ext uri="{0D108BD9-81ED-4DB2-BD59-A6C34878D82A}">
                    <a16:rowId xmlns:a16="http://schemas.microsoft.com/office/drawing/2014/main" val="4217803673"/>
                  </a:ext>
                </a:extLst>
              </a:tr>
              <a:tr h="145429">
                <a:tc>
                  <a:txBody>
                    <a:bodyPr/>
                    <a:lstStyle/>
                    <a:p>
                      <a:pPr algn="ctr"/>
                      <a:r>
                        <a:rPr lang="en-US" altLang="zh-CN" sz="800" dirty="0"/>
                        <a:t>C</a:t>
                      </a:r>
                      <a:endParaRPr lang="zh-CN" altLang="en-US" sz="800" dirty="0"/>
                    </a:p>
                  </a:txBody>
                  <a:tcPr/>
                </a:tc>
                <a:tc>
                  <a:txBody>
                    <a:bodyPr/>
                    <a:lstStyle/>
                    <a:p>
                      <a:pPr algn="ctr"/>
                      <a:r>
                        <a:rPr lang="en-US" altLang="zh-CN" sz="800" dirty="0"/>
                        <a:t>A</a:t>
                      </a:r>
                      <a:endParaRPr lang="zh-CN" altLang="en-US" sz="800" dirty="0"/>
                    </a:p>
                  </a:txBody>
                  <a:tcPr/>
                </a:tc>
                <a:tc>
                  <a:txBody>
                    <a:bodyPr/>
                    <a:lstStyle/>
                    <a:p>
                      <a:pPr algn="ctr"/>
                      <a:r>
                        <a:rPr lang="en-US" altLang="zh-CN" sz="800" dirty="0"/>
                        <a:t>6</a:t>
                      </a:r>
                      <a:endParaRPr lang="zh-CN" altLang="en-US" sz="800" dirty="0"/>
                    </a:p>
                  </a:txBody>
                  <a:tcPr/>
                </a:tc>
                <a:extLst>
                  <a:ext uri="{0D108BD9-81ED-4DB2-BD59-A6C34878D82A}">
                    <a16:rowId xmlns:a16="http://schemas.microsoft.com/office/drawing/2014/main" val="261427197"/>
                  </a:ext>
                </a:extLst>
              </a:tr>
              <a:tr h="145429">
                <a:tc>
                  <a:txBody>
                    <a:bodyPr/>
                    <a:lstStyle/>
                    <a:p>
                      <a:pPr algn="ctr"/>
                      <a:r>
                        <a:rPr lang="en-US" altLang="zh-CN" sz="800" dirty="0"/>
                        <a:t>D</a:t>
                      </a:r>
                      <a:endParaRPr lang="zh-CN" altLang="en-US" sz="800" dirty="0"/>
                    </a:p>
                  </a:txBody>
                  <a:tcPr/>
                </a:tc>
                <a:tc>
                  <a:txBody>
                    <a:bodyPr/>
                    <a:lstStyle/>
                    <a:p>
                      <a:pPr algn="ctr"/>
                      <a:r>
                        <a:rPr lang="en-US" altLang="zh-CN" sz="800" dirty="0"/>
                        <a:t>B</a:t>
                      </a:r>
                      <a:endParaRPr lang="zh-CN" altLang="en-US" sz="800" dirty="0"/>
                    </a:p>
                  </a:txBody>
                  <a:tcPr/>
                </a:tc>
                <a:tc>
                  <a:txBody>
                    <a:bodyPr/>
                    <a:lstStyle/>
                    <a:p>
                      <a:pPr algn="ctr"/>
                      <a:r>
                        <a:rPr lang="en-US" altLang="zh-CN" sz="800" dirty="0"/>
                        <a:t>3</a:t>
                      </a:r>
                      <a:endParaRPr lang="zh-CN" altLang="en-US" sz="800" dirty="0"/>
                    </a:p>
                  </a:txBody>
                  <a:tcPr/>
                </a:tc>
                <a:extLst>
                  <a:ext uri="{0D108BD9-81ED-4DB2-BD59-A6C34878D82A}">
                    <a16:rowId xmlns:a16="http://schemas.microsoft.com/office/drawing/2014/main" val="223198874"/>
                  </a:ext>
                </a:extLst>
              </a:tr>
              <a:tr h="145429">
                <a:tc>
                  <a:txBody>
                    <a:bodyPr/>
                    <a:lstStyle/>
                    <a:p>
                      <a:pPr algn="ctr"/>
                      <a:r>
                        <a:rPr lang="en-US" altLang="zh-CN" sz="800" dirty="0"/>
                        <a:t>E</a:t>
                      </a:r>
                      <a:endParaRPr lang="zh-CN" altLang="en-US" sz="800" dirty="0"/>
                    </a:p>
                  </a:txBody>
                  <a:tcPr/>
                </a:tc>
                <a:tc>
                  <a:txBody>
                    <a:bodyPr/>
                    <a:lstStyle/>
                    <a:p>
                      <a:pPr algn="ctr"/>
                      <a:r>
                        <a:rPr lang="en-US" altLang="zh-CN" sz="800" dirty="0"/>
                        <a:t>B</a:t>
                      </a:r>
                      <a:endParaRPr lang="zh-CN" altLang="en-US" sz="800" dirty="0"/>
                    </a:p>
                  </a:txBody>
                  <a:tcPr/>
                </a:tc>
                <a:tc>
                  <a:txBody>
                    <a:bodyPr/>
                    <a:lstStyle/>
                    <a:p>
                      <a:pPr algn="ctr"/>
                      <a:r>
                        <a:rPr lang="en-US" altLang="zh-CN" sz="800" dirty="0"/>
                        <a:t>2</a:t>
                      </a:r>
                      <a:endParaRPr lang="zh-CN" altLang="en-US" sz="800" dirty="0"/>
                    </a:p>
                  </a:txBody>
                  <a:tcPr/>
                </a:tc>
                <a:extLst>
                  <a:ext uri="{0D108BD9-81ED-4DB2-BD59-A6C34878D82A}">
                    <a16:rowId xmlns:a16="http://schemas.microsoft.com/office/drawing/2014/main" val="1823528984"/>
                  </a:ext>
                </a:extLst>
              </a:tr>
              <a:tr h="145429">
                <a:tc>
                  <a:txBody>
                    <a:bodyPr/>
                    <a:lstStyle/>
                    <a:p>
                      <a:pPr algn="ctr"/>
                      <a:r>
                        <a:rPr lang="en-US" altLang="zh-CN" sz="800" dirty="0"/>
                        <a:t>F</a:t>
                      </a:r>
                      <a:endParaRPr lang="zh-CN" altLang="en-US" sz="800" dirty="0"/>
                    </a:p>
                  </a:txBody>
                  <a:tcPr/>
                </a:tc>
                <a:tc>
                  <a:txBody>
                    <a:bodyPr/>
                    <a:lstStyle/>
                    <a:p>
                      <a:pPr algn="ctr"/>
                      <a:r>
                        <a:rPr lang="en-US" altLang="zh-CN" sz="800" dirty="0"/>
                        <a:t>D</a:t>
                      </a:r>
                      <a:r>
                        <a:rPr lang="zh-CN" altLang="en-US" sz="800" dirty="0"/>
                        <a:t>，</a:t>
                      </a:r>
                      <a:r>
                        <a:rPr lang="en-US" altLang="zh-CN" sz="800" dirty="0"/>
                        <a:t>E</a:t>
                      </a:r>
                      <a:endParaRPr lang="zh-CN" altLang="en-US" sz="800" dirty="0"/>
                    </a:p>
                  </a:txBody>
                  <a:tcPr/>
                </a:tc>
                <a:tc>
                  <a:txBody>
                    <a:bodyPr/>
                    <a:lstStyle/>
                    <a:p>
                      <a:pPr algn="ctr"/>
                      <a:r>
                        <a:rPr lang="en-US" altLang="zh-CN" sz="800" dirty="0"/>
                        <a:t>3</a:t>
                      </a:r>
                      <a:endParaRPr lang="zh-CN" altLang="en-US" sz="800" dirty="0"/>
                    </a:p>
                  </a:txBody>
                  <a:tcPr/>
                </a:tc>
                <a:extLst>
                  <a:ext uri="{0D108BD9-81ED-4DB2-BD59-A6C34878D82A}">
                    <a16:rowId xmlns:a16="http://schemas.microsoft.com/office/drawing/2014/main" val="703607342"/>
                  </a:ext>
                </a:extLst>
              </a:tr>
              <a:tr h="145429">
                <a:tc>
                  <a:txBody>
                    <a:bodyPr/>
                    <a:lstStyle/>
                    <a:p>
                      <a:pPr algn="ctr"/>
                      <a:r>
                        <a:rPr lang="en-US" altLang="zh-CN" sz="800" dirty="0"/>
                        <a:t>G</a:t>
                      </a:r>
                      <a:endParaRPr lang="zh-CN" altLang="en-US" sz="800" dirty="0"/>
                    </a:p>
                  </a:txBody>
                  <a:tcPr/>
                </a:tc>
                <a:tc>
                  <a:txBody>
                    <a:bodyPr/>
                    <a:lstStyle/>
                    <a:p>
                      <a:pPr algn="ctr"/>
                      <a:r>
                        <a:rPr lang="en-US" altLang="zh-CN" sz="800" dirty="0"/>
                        <a:t>C</a:t>
                      </a:r>
                      <a:endParaRPr lang="zh-CN" altLang="en-US" sz="800" dirty="0"/>
                    </a:p>
                  </a:txBody>
                  <a:tcPr/>
                </a:tc>
                <a:tc>
                  <a:txBody>
                    <a:bodyPr/>
                    <a:lstStyle/>
                    <a:p>
                      <a:pPr algn="ctr"/>
                      <a:r>
                        <a:rPr lang="en-US" altLang="zh-CN" sz="800" dirty="0"/>
                        <a:t>3</a:t>
                      </a:r>
                      <a:endParaRPr lang="zh-CN" altLang="en-US" sz="800" dirty="0"/>
                    </a:p>
                  </a:txBody>
                  <a:tcPr/>
                </a:tc>
                <a:extLst>
                  <a:ext uri="{0D108BD9-81ED-4DB2-BD59-A6C34878D82A}">
                    <a16:rowId xmlns:a16="http://schemas.microsoft.com/office/drawing/2014/main" val="1790506449"/>
                  </a:ext>
                </a:extLst>
              </a:tr>
              <a:tr h="145429">
                <a:tc>
                  <a:txBody>
                    <a:bodyPr/>
                    <a:lstStyle/>
                    <a:p>
                      <a:pPr algn="ctr"/>
                      <a:r>
                        <a:rPr lang="en-US" altLang="zh-CN" sz="800" dirty="0"/>
                        <a:t>H</a:t>
                      </a:r>
                      <a:endParaRPr lang="zh-CN" altLang="en-US" sz="800" dirty="0"/>
                    </a:p>
                  </a:txBody>
                  <a:tcPr/>
                </a:tc>
                <a:tc>
                  <a:txBody>
                    <a:bodyPr/>
                    <a:lstStyle/>
                    <a:p>
                      <a:pPr algn="ctr"/>
                      <a:r>
                        <a:rPr lang="en-US" altLang="zh-CN" sz="800" dirty="0"/>
                        <a:t>G</a:t>
                      </a:r>
                      <a:r>
                        <a:rPr lang="zh-CN" altLang="en-US" sz="800" dirty="0"/>
                        <a:t>，</a:t>
                      </a:r>
                      <a:r>
                        <a:rPr lang="en-US" altLang="zh-CN" sz="800" dirty="0"/>
                        <a:t>F</a:t>
                      </a:r>
                      <a:endParaRPr lang="zh-CN" altLang="en-US" sz="800" dirty="0"/>
                    </a:p>
                  </a:txBody>
                  <a:tcPr/>
                </a:tc>
                <a:tc>
                  <a:txBody>
                    <a:bodyPr/>
                    <a:lstStyle/>
                    <a:p>
                      <a:pPr algn="ctr"/>
                      <a:r>
                        <a:rPr lang="en-US" altLang="zh-CN" sz="800" dirty="0"/>
                        <a:t>2</a:t>
                      </a:r>
                      <a:endParaRPr lang="zh-CN" altLang="en-US" sz="800" dirty="0"/>
                    </a:p>
                  </a:txBody>
                  <a:tcPr/>
                </a:tc>
                <a:extLst>
                  <a:ext uri="{0D108BD9-81ED-4DB2-BD59-A6C34878D82A}">
                    <a16:rowId xmlns:a16="http://schemas.microsoft.com/office/drawing/2014/main" val="944279918"/>
                  </a:ext>
                </a:extLst>
              </a:tr>
            </a:tbl>
          </a:graphicData>
        </a:graphic>
      </p:graphicFrame>
    </p:spTree>
    <p:extLst>
      <p:ext uri="{BB962C8B-B14F-4D97-AF65-F5344CB8AC3E}">
        <p14:creationId xmlns:p14="http://schemas.microsoft.com/office/powerpoint/2010/main" val="1132642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500"/>
                                        <p:tgtEl>
                                          <p:spTgt spid="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fade">
                                      <p:cBhvr>
                                        <p:cTn id="30" dur="500"/>
                                        <p:tgtEl>
                                          <p:spTgt spid="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fade">
                                      <p:cBhvr>
                                        <p:cTn id="35" dur="500"/>
                                        <p:tgtEl>
                                          <p:spTgt spid="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fade">
                                      <p:cBhvr>
                                        <p:cTn id="43" dur="500"/>
                                        <p:tgtEl>
                                          <p:spTgt spid="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fade">
                                      <p:cBhvr>
                                        <p:cTn id="49" dur="500"/>
                                        <p:tgtEl>
                                          <p:spTgt spid="9"/>
                                        </p:tgtEl>
                                      </p:cBhvr>
                                    </p:animEffect>
                                  </p:childTnLst>
                                </p:cTn>
                              </p:par>
                              <p:par>
                                <p:cTn id="50" presetID="10" presetClass="entr" presetSubtype="0" fill="hold"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00"/>
                                        <p:tgtEl>
                                          <p:spTgt spid="19"/>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7"/>
                                        </p:tgtEl>
                                        <p:attrNameLst>
                                          <p:attrName>style.visibility</p:attrName>
                                        </p:attrNameLst>
                                      </p:cBhvr>
                                      <p:to>
                                        <p:strVal val="visible"/>
                                      </p:to>
                                    </p:set>
                                    <p:animEffect transition="in" filter="fade">
                                      <p:cBhvr>
                                        <p:cTn id="57" dur="500"/>
                                        <p:tgtEl>
                                          <p:spTgt spid="7"/>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7"/>
                                        </p:tgtEl>
                                        <p:attrNameLst>
                                          <p:attrName>style.visibility</p:attrName>
                                        </p:attrNameLst>
                                      </p:cBhvr>
                                      <p:to>
                                        <p:strVal val="visible"/>
                                      </p:to>
                                    </p:set>
                                    <p:animEffect transition="in" filter="fade">
                                      <p:cBhvr>
                                        <p:cTn id="60" dur="500"/>
                                        <p:tgtEl>
                                          <p:spTgt spid="17"/>
                                        </p:tgtEl>
                                      </p:cBhvr>
                                    </p:animEffect>
                                  </p:childTnLst>
                                </p:cTn>
                              </p:par>
                              <p:par>
                                <p:cTn id="61" presetID="10" presetClass="entr" presetSubtype="0" fill="hold" nodeType="with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fade">
                                      <p:cBhvr>
                                        <p:cTn id="63" dur="500"/>
                                        <p:tgtEl>
                                          <p:spTgt spid="20"/>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6"/>
                                        </p:tgtEl>
                                        <p:attrNameLst>
                                          <p:attrName>style.visibility</p:attrName>
                                        </p:attrNameLst>
                                      </p:cBhvr>
                                      <p:to>
                                        <p:strVal val="visible"/>
                                      </p:to>
                                    </p:set>
                                    <p:animEffect transition="in" filter="fade">
                                      <p:cBhvr>
                                        <p:cTn id="68" dur="500"/>
                                        <p:tgtEl>
                                          <p:spTgt spid="6"/>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15"/>
                                        </p:tgtEl>
                                        <p:attrNameLst>
                                          <p:attrName>style.visibility</p:attrName>
                                        </p:attrNameLst>
                                      </p:cBhvr>
                                      <p:to>
                                        <p:strVal val="visible"/>
                                      </p:to>
                                    </p:set>
                                    <p:animEffect transition="in" filter="fade">
                                      <p:cBhvr>
                                        <p:cTn id="71" dur="500"/>
                                        <p:tgtEl>
                                          <p:spTgt spid="15"/>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8"/>
                                        </p:tgtEl>
                                        <p:attrNameLst>
                                          <p:attrName>style.visibility</p:attrName>
                                        </p:attrNameLst>
                                      </p:cBhvr>
                                      <p:to>
                                        <p:strVal val="visible"/>
                                      </p:to>
                                    </p:set>
                                    <p:animEffect transition="in" filter="fade">
                                      <p:cBhvr>
                                        <p:cTn id="76" dur="500"/>
                                        <p:tgtEl>
                                          <p:spTgt spid="8"/>
                                        </p:tgtEl>
                                      </p:cBhvr>
                                    </p:animEffect>
                                  </p:childTnLst>
                                </p:cTn>
                              </p:par>
                              <p:par>
                                <p:cTn id="77" presetID="10" presetClass="entr" presetSubtype="0" fill="hold" nodeType="withEffect">
                                  <p:stCondLst>
                                    <p:cond delay="0"/>
                                  </p:stCondLst>
                                  <p:childTnLst>
                                    <p:set>
                                      <p:cBhvr>
                                        <p:cTn id="78" dur="1" fill="hold">
                                          <p:stCondLst>
                                            <p:cond delay="0"/>
                                          </p:stCondLst>
                                        </p:cTn>
                                        <p:tgtEl>
                                          <p:spTgt spid="22"/>
                                        </p:tgtEl>
                                        <p:attrNameLst>
                                          <p:attrName>style.visibility</p:attrName>
                                        </p:attrNameLst>
                                      </p:cBhvr>
                                      <p:to>
                                        <p:strVal val="visible"/>
                                      </p:to>
                                    </p:set>
                                    <p:animEffect transition="in" filter="fade">
                                      <p:cBhvr>
                                        <p:cTn id="79" dur="500"/>
                                        <p:tgtEl>
                                          <p:spTgt spid="22"/>
                                        </p:tgtEl>
                                      </p:cBhvr>
                                    </p:animEffect>
                                  </p:childTnLst>
                                </p:cTn>
                              </p:par>
                              <p:par>
                                <p:cTn id="80" presetID="10" presetClass="entr" presetSubtype="0" fill="hold" nodeType="with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00"/>
                                        <p:tgtEl>
                                          <p:spTgt spid="21"/>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18"/>
                                        </p:tgtEl>
                                        <p:attrNameLst>
                                          <p:attrName>style.visibility</p:attrName>
                                        </p:attrNameLst>
                                      </p:cBhvr>
                                      <p:to>
                                        <p:strVal val="visible"/>
                                      </p:to>
                                    </p:set>
                                    <p:animEffect transition="in" filter="fade">
                                      <p:cBhvr>
                                        <p:cTn id="85" dur="500"/>
                                        <p:tgtEl>
                                          <p:spTgt spid="18"/>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23"/>
                                        </p:tgtEl>
                                        <p:attrNameLst>
                                          <p:attrName>style.visibility</p:attrName>
                                        </p:attrNameLst>
                                      </p:cBhvr>
                                      <p:to>
                                        <p:strVal val="visible"/>
                                      </p:to>
                                    </p:set>
                                    <p:animEffect transition="in" filter="fade">
                                      <p:cBhvr>
                                        <p:cTn id="8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23" grpId="0" animBg="1"/>
      <p:bldP spid="24"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B6533BBF-7BB2-3887-457B-EE9471F009A8}"/>
              </a:ext>
            </a:extLst>
          </p:cNvPr>
          <p:cNvSpPr>
            <a:spLocks noGrp="1" noChangeArrowheads="1"/>
          </p:cNvSpPr>
          <p:nvPr>
            <p:ph type="title"/>
          </p:nvPr>
        </p:nvSpPr>
        <p:spPr/>
        <p:txBody>
          <a:bodyPr/>
          <a:lstStyle/>
          <a:p>
            <a:pPr eaLnBrk="1" hangingPunct="1"/>
            <a:r>
              <a:rPr kumimoji="1" lang="zh-CN" altLang="en-US"/>
              <a:t>软件项目进度计划</a:t>
            </a:r>
          </a:p>
        </p:txBody>
      </p:sp>
      <p:sp>
        <p:nvSpPr>
          <p:cNvPr id="91139" name="Rectangle 3">
            <a:extLst>
              <a:ext uri="{FF2B5EF4-FFF2-40B4-BE49-F238E27FC236}">
                <a16:creationId xmlns:a16="http://schemas.microsoft.com/office/drawing/2014/main" id="{DD34128D-C057-BEB0-FF0C-28041C6AF123}"/>
              </a:ext>
            </a:extLst>
          </p:cNvPr>
          <p:cNvSpPr>
            <a:spLocks noGrp="1" noChangeArrowheads="1"/>
          </p:cNvSpPr>
          <p:nvPr>
            <p:ph type="body" idx="1"/>
          </p:nvPr>
        </p:nvSpPr>
        <p:spPr>
          <a:xfrm>
            <a:off x="611188" y="1916113"/>
            <a:ext cx="8353425" cy="4941887"/>
          </a:xfrm>
        </p:spPr>
        <p:txBody>
          <a:bodyPr/>
          <a:lstStyle/>
          <a:p>
            <a:pPr eaLnBrk="1" hangingPunct="1"/>
            <a:r>
              <a:rPr lang="zh-CN" altLang="en-US" sz="2400" dirty="0">
                <a:solidFill>
                  <a:schemeClr val="accent2"/>
                </a:solidFill>
                <a:latin typeface="黑体" panose="02010609060101010101" pitchFamily="49" charset="-122"/>
                <a:ea typeface="黑体" panose="02010609060101010101" pitchFamily="49" charset="-122"/>
              </a:rPr>
              <a:t>正推法</a:t>
            </a:r>
            <a:r>
              <a:rPr lang="en-US" altLang="zh-CN" sz="2400" dirty="0">
                <a:solidFill>
                  <a:schemeClr val="accent2"/>
                </a:solidFill>
                <a:latin typeface="黑体" panose="02010609060101010101" pitchFamily="49" charset="-122"/>
                <a:ea typeface="黑体" panose="02010609060101010101" pitchFamily="49" charset="-122"/>
              </a:rPr>
              <a:t>(</a:t>
            </a:r>
            <a:r>
              <a:rPr lang="en-US" altLang="zh-CN" sz="2400" dirty="0">
                <a:solidFill>
                  <a:schemeClr val="accent2"/>
                </a:solidFill>
                <a:ea typeface="黑体" panose="02010609060101010101" pitchFamily="49" charset="-122"/>
              </a:rPr>
              <a:t>Forward pass</a:t>
            </a:r>
            <a:r>
              <a:rPr lang="en-US" altLang="zh-CN" sz="2400" dirty="0">
                <a:solidFill>
                  <a:schemeClr val="accent2"/>
                </a:solidFill>
                <a:latin typeface="黑体" panose="02010609060101010101" pitchFamily="49" charset="-122"/>
                <a:ea typeface="黑体" panose="02010609060101010101" pitchFamily="49" charset="-122"/>
              </a:rPr>
              <a:t>)</a:t>
            </a:r>
          </a:p>
          <a:p>
            <a:pPr eaLnBrk="1" hangingPunct="1">
              <a:buFont typeface="Wingdings 2" panose="05020102010507070707" pitchFamily="18" charset="2"/>
              <a:buNone/>
            </a:pPr>
            <a:r>
              <a:rPr lang="en-US" altLang="zh-CN" sz="2400" b="0" dirty="0">
                <a:solidFill>
                  <a:srgbClr val="B0AC00"/>
                </a:solidFill>
                <a:latin typeface="黑体" panose="02010609060101010101" pitchFamily="49" charset="-122"/>
                <a:ea typeface="黑体" panose="02010609060101010101" pitchFamily="49" charset="-122"/>
              </a:rPr>
              <a:t>   </a:t>
            </a:r>
            <a:r>
              <a:rPr lang="en-US" altLang="zh-CN" sz="2000" dirty="0">
                <a:solidFill>
                  <a:srgbClr val="CC6600"/>
                </a:solidFill>
                <a:ea typeface="黑体" panose="02010609060101010101" pitchFamily="49" charset="-122"/>
              </a:rPr>
              <a:t>——</a:t>
            </a:r>
            <a:r>
              <a:rPr lang="zh-CN" altLang="en-US" sz="2000" dirty="0">
                <a:solidFill>
                  <a:srgbClr val="CC6600"/>
                </a:solidFill>
                <a:latin typeface="黑体" panose="02010609060101010101" pitchFamily="49" charset="-122"/>
                <a:ea typeface="黑体" panose="02010609060101010101" pitchFamily="49" charset="-122"/>
              </a:rPr>
              <a:t>按照时间顺序计算最早开始时间和最早完成时间的方法</a:t>
            </a:r>
            <a:r>
              <a:rPr lang="en-US" altLang="zh-CN" sz="2000" dirty="0">
                <a:solidFill>
                  <a:srgbClr val="CC6600"/>
                </a:solidFill>
                <a:latin typeface="黑体" panose="02010609060101010101" pitchFamily="49" charset="-122"/>
                <a:ea typeface="黑体" panose="02010609060101010101" pitchFamily="49" charset="-122"/>
              </a:rPr>
              <a:t>,</a:t>
            </a:r>
            <a:r>
              <a:rPr lang="zh-CN" altLang="en-US" sz="2000" dirty="0">
                <a:solidFill>
                  <a:srgbClr val="CC6600"/>
                </a:solidFill>
                <a:latin typeface="黑体" panose="02010609060101010101" pitchFamily="49" charset="-122"/>
                <a:ea typeface="黑体" panose="02010609060101010101" pitchFamily="49" charset="-122"/>
              </a:rPr>
              <a:t>称为正推法</a:t>
            </a:r>
          </a:p>
          <a:p>
            <a:pPr lvl="1" eaLnBrk="1" hangingPunct="1">
              <a:lnSpc>
                <a:spcPct val="120000"/>
              </a:lnSpc>
            </a:pPr>
            <a:r>
              <a:rPr lang="zh-CN" altLang="en-US" sz="2000" dirty="0">
                <a:latin typeface="宋体" panose="02010600030101010101" pitchFamily="2" charset="-122"/>
              </a:rPr>
              <a:t>首先建立项目的开始时间</a:t>
            </a:r>
          </a:p>
          <a:p>
            <a:pPr lvl="1" eaLnBrk="1" hangingPunct="1">
              <a:lnSpc>
                <a:spcPct val="120000"/>
              </a:lnSpc>
            </a:pPr>
            <a:r>
              <a:rPr lang="zh-CN" altLang="en-US" sz="2000" dirty="0">
                <a:latin typeface="宋体" panose="02010600030101010101" pitchFamily="2" charset="-122"/>
              </a:rPr>
              <a:t>项目的开始时间是网络图中第一个活动的最早开始时间</a:t>
            </a:r>
          </a:p>
          <a:p>
            <a:pPr lvl="1" eaLnBrk="1" hangingPunct="1">
              <a:lnSpc>
                <a:spcPct val="120000"/>
              </a:lnSpc>
            </a:pPr>
            <a:r>
              <a:rPr lang="zh-CN" altLang="en-US" sz="2000" dirty="0">
                <a:latin typeface="宋体" panose="02010600030101010101" pitchFamily="2" charset="-122"/>
              </a:rPr>
              <a:t>从左到右，从上到下进行任务编排</a:t>
            </a:r>
          </a:p>
          <a:p>
            <a:pPr lvl="1" eaLnBrk="1" hangingPunct="1">
              <a:lnSpc>
                <a:spcPct val="120000"/>
              </a:lnSpc>
            </a:pPr>
            <a:r>
              <a:rPr lang="zh-CN" altLang="en-US" sz="2000" dirty="0">
                <a:solidFill>
                  <a:srgbClr val="FF0000"/>
                </a:solidFill>
                <a:latin typeface="宋体" panose="02010600030101010101" pitchFamily="2" charset="-122"/>
              </a:rPr>
              <a:t>当一个任务有多个前置时，选择其中最大的最早完成日期作为其后置任务的最早开始日期</a:t>
            </a:r>
          </a:p>
          <a:p>
            <a:pPr lvl="1" eaLnBrk="1" hangingPunct="1">
              <a:lnSpc>
                <a:spcPct val="120000"/>
              </a:lnSpc>
            </a:pPr>
            <a:r>
              <a:rPr lang="zh-CN" altLang="en-US" sz="2000" dirty="0">
                <a:latin typeface="宋体" panose="02010600030101010101" pitchFamily="2" charset="-122"/>
              </a:rPr>
              <a:t>公式</a:t>
            </a:r>
            <a:r>
              <a:rPr lang="en-US" altLang="zh-CN" sz="2000" dirty="0">
                <a:latin typeface="宋体" panose="02010600030101010101" pitchFamily="2" charset="-122"/>
              </a:rPr>
              <a:t>:</a:t>
            </a:r>
          </a:p>
          <a:p>
            <a:pPr lvl="2" eaLnBrk="1" hangingPunct="1">
              <a:lnSpc>
                <a:spcPct val="120000"/>
              </a:lnSpc>
            </a:pPr>
            <a:r>
              <a:rPr lang="en-US" altLang="zh-CN" dirty="0" err="1">
                <a:ea typeface="黑体" panose="02010609060101010101" pitchFamily="49" charset="-122"/>
              </a:rPr>
              <a:t>ES+Duration</a:t>
            </a:r>
            <a:r>
              <a:rPr lang="en-US" altLang="zh-CN" dirty="0">
                <a:ea typeface="黑体" panose="02010609060101010101" pitchFamily="49" charset="-122"/>
              </a:rPr>
              <a:t>=EF</a:t>
            </a:r>
          </a:p>
          <a:p>
            <a:pPr lvl="2" eaLnBrk="1" hangingPunct="1">
              <a:lnSpc>
                <a:spcPct val="120000"/>
              </a:lnSpc>
            </a:pPr>
            <a:r>
              <a:rPr lang="en-US" altLang="zh-CN" dirty="0" err="1">
                <a:ea typeface="黑体" panose="02010609060101010101" pitchFamily="49" charset="-122"/>
              </a:rPr>
              <a:t>EF+Lag</a:t>
            </a:r>
            <a:r>
              <a:rPr lang="en-US" altLang="zh-CN" dirty="0">
                <a:ea typeface="黑体" panose="02010609060101010101" pitchFamily="49" charset="-122"/>
              </a:rPr>
              <a:t>=ESs</a:t>
            </a:r>
          </a:p>
          <a:p>
            <a:pPr eaLnBrk="1" hangingPunct="1">
              <a:lnSpc>
                <a:spcPct val="120000"/>
              </a:lnSpc>
              <a:spcBef>
                <a:spcPct val="20000"/>
              </a:spcBef>
            </a:pPr>
            <a:endParaRPr lang="en-US" altLang="zh-CN" sz="2000" dirty="0">
              <a:solidFill>
                <a:schemeClr val="accent2"/>
              </a:solidFill>
              <a:latin typeface="黑体" panose="02010609060101010101" pitchFamily="49" charset="-122"/>
              <a:ea typeface="黑体" panose="02010609060101010101" pitchFamily="49" charset="-122"/>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21919306-02CD-154B-53B1-C7F0ADD8A64D}"/>
              </a:ext>
            </a:extLst>
          </p:cNvPr>
          <p:cNvSpPr>
            <a:spLocks noGrp="1" noChangeArrowheads="1"/>
          </p:cNvSpPr>
          <p:nvPr>
            <p:ph type="title"/>
          </p:nvPr>
        </p:nvSpPr>
        <p:spPr/>
        <p:txBody>
          <a:bodyPr/>
          <a:lstStyle/>
          <a:p>
            <a:pPr eaLnBrk="1" hangingPunct="1"/>
            <a:r>
              <a:rPr lang="en-US" altLang="zh-CN" dirty="0"/>
              <a:t>7.3 </a:t>
            </a:r>
            <a:r>
              <a:rPr kumimoji="1" lang="zh-CN" altLang="en-US" dirty="0"/>
              <a:t>软件项目进度计划</a:t>
            </a:r>
          </a:p>
        </p:txBody>
      </p:sp>
      <p:sp>
        <p:nvSpPr>
          <p:cNvPr id="92163" name="Rectangle 3">
            <a:extLst>
              <a:ext uri="{FF2B5EF4-FFF2-40B4-BE49-F238E27FC236}">
                <a16:creationId xmlns:a16="http://schemas.microsoft.com/office/drawing/2014/main" id="{C0F47920-BD0D-2A86-6BB0-28F01876E220}"/>
              </a:ext>
            </a:extLst>
          </p:cNvPr>
          <p:cNvSpPr>
            <a:spLocks noGrp="1" noChangeArrowheads="1"/>
          </p:cNvSpPr>
          <p:nvPr>
            <p:ph type="body" idx="1"/>
          </p:nvPr>
        </p:nvSpPr>
        <p:spPr>
          <a:xfrm>
            <a:off x="539750" y="1916113"/>
            <a:ext cx="8424863" cy="4941887"/>
          </a:xfrm>
        </p:spPr>
        <p:txBody>
          <a:bodyPr/>
          <a:lstStyle/>
          <a:p>
            <a:pPr eaLnBrk="1" hangingPunct="1"/>
            <a:r>
              <a:rPr lang="zh-CN" altLang="en-US" sz="2000" dirty="0">
                <a:solidFill>
                  <a:schemeClr val="accent2"/>
                </a:solidFill>
                <a:latin typeface="黑体" panose="02010609060101010101" pitchFamily="49" charset="-122"/>
                <a:ea typeface="黑体" panose="02010609060101010101" pitchFamily="49" charset="-122"/>
              </a:rPr>
              <a:t>正推法实例</a:t>
            </a:r>
          </a:p>
        </p:txBody>
      </p:sp>
      <p:grpSp>
        <p:nvGrpSpPr>
          <p:cNvPr id="92165" name="Group 4">
            <a:extLst>
              <a:ext uri="{FF2B5EF4-FFF2-40B4-BE49-F238E27FC236}">
                <a16:creationId xmlns:a16="http://schemas.microsoft.com/office/drawing/2014/main" id="{24B67D53-0D5B-1130-F376-9659F554C86C}"/>
              </a:ext>
            </a:extLst>
          </p:cNvPr>
          <p:cNvGrpSpPr>
            <a:grpSpLocks/>
          </p:cNvGrpSpPr>
          <p:nvPr/>
        </p:nvGrpSpPr>
        <p:grpSpPr bwMode="auto">
          <a:xfrm>
            <a:off x="827088" y="2349500"/>
            <a:ext cx="8267700" cy="4437063"/>
            <a:chOff x="301" y="1200"/>
            <a:chExt cx="5208" cy="2511"/>
          </a:xfrm>
        </p:grpSpPr>
        <p:sp>
          <p:nvSpPr>
            <p:cNvPr id="92167" name="Text Box 5">
              <a:extLst>
                <a:ext uri="{FF2B5EF4-FFF2-40B4-BE49-F238E27FC236}">
                  <a16:creationId xmlns:a16="http://schemas.microsoft.com/office/drawing/2014/main" id="{600B3583-3F28-4ECE-78C8-A2E1F6D04B07}"/>
                </a:ext>
              </a:extLst>
            </p:cNvPr>
            <p:cNvSpPr txBox="1">
              <a:spLocks noChangeArrowheads="1"/>
            </p:cNvSpPr>
            <p:nvPr/>
          </p:nvSpPr>
          <p:spPr bwMode="auto">
            <a:xfrm>
              <a:off x="1242" y="1836"/>
              <a:ext cx="276" cy="149"/>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200" dirty="0">
                  <a:latin typeface="Times New Roman" panose="02020603050405020304" pitchFamily="18" charset="0"/>
                </a:rPr>
                <a:t>LF</a:t>
              </a:r>
            </a:p>
          </p:txBody>
        </p:sp>
        <p:sp>
          <p:nvSpPr>
            <p:cNvPr id="92168" name="Text Box 6">
              <a:extLst>
                <a:ext uri="{FF2B5EF4-FFF2-40B4-BE49-F238E27FC236}">
                  <a16:creationId xmlns:a16="http://schemas.microsoft.com/office/drawing/2014/main" id="{48309D5D-7A9B-B11F-A3E0-1CE2BFCA15CE}"/>
                </a:ext>
              </a:extLst>
            </p:cNvPr>
            <p:cNvSpPr txBox="1">
              <a:spLocks noChangeArrowheads="1"/>
            </p:cNvSpPr>
            <p:nvPr/>
          </p:nvSpPr>
          <p:spPr bwMode="auto">
            <a:xfrm>
              <a:off x="670" y="1824"/>
              <a:ext cx="276" cy="149"/>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200">
                  <a:latin typeface="Times New Roman" panose="02020603050405020304" pitchFamily="18" charset="0"/>
                </a:rPr>
                <a:t>LS</a:t>
              </a:r>
            </a:p>
          </p:txBody>
        </p:sp>
        <p:sp>
          <p:nvSpPr>
            <p:cNvPr id="92169" name="Text Box 7">
              <a:extLst>
                <a:ext uri="{FF2B5EF4-FFF2-40B4-BE49-F238E27FC236}">
                  <a16:creationId xmlns:a16="http://schemas.microsoft.com/office/drawing/2014/main" id="{BDC37983-45C2-D679-087A-8518DCFD5D96}"/>
                </a:ext>
              </a:extLst>
            </p:cNvPr>
            <p:cNvSpPr txBox="1">
              <a:spLocks noChangeArrowheads="1"/>
            </p:cNvSpPr>
            <p:nvPr/>
          </p:nvSpPr>
          <p:spPr bwMode="auto">
            <a:xfrm>
              <a:off x="1239" y="1207"/>
              <a:ext cx="276" cy="149"/>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200" dirty="0">
                  <a:latin typeface="Times New Roman" panose="02020603050405020304" pitchFamily="18" charset="0"/>
                </a:rPr>
                <a:t>EF</a:t>
              </a:r>
            </a:p>
          </p:txBody>
        </p:sp>
        <p:sp>
          <p:nvSpPr>
            <p:cNvPr id="92170" name="Text Box 8">
              <a:extLst>
                <a:ext uri="{FF2B5EF4-FFF2-40B4-BE49-F238E27FC236}">
                  <a16:creationId xmlns:a16="http://schemas.microsoft.com/office/drawing/2014/main" id="{1AF610F2-348D-9E10-C10D-6D5DF091AA89}"/>
                </a:ext>
              </a:extLst>
            </p:cNvPr>
            <p:cNvSpPr txBox="1">
              <a:spLocks noChangeArrowheads="1"/>
            </p:cNvSpPr>
            <p:nvPr/>
          </p:nvSpPr>
          <p:spPr bwMode="auto">
            <a:xfrm>
              <a:off x="645" y="1200"/>
              <a:ext cx="276" cy="149"/>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200" dirty="0">
                  <a:latin typeface="Times New Roman" panose="02020603050405020304" pitchFamily="18" charset="0"/>
                </a:rPr>
                <a:t>ES</a:t>
              </a:r>
            </a:p>
          </p:txBody>
        </p:sp>
        <p:sp>
          <p:nvSpPr>
            <p:cNvPr id="92171" name="Rectangle 9">
              <a:extLst>
                <a:ext uri="{FF2B5EF4-FFF2-40B4-BE49-F238E27FC236}">
                  <a16:creationId xmlns:a16="http://schemas.microsoft.com/office/drawing/2014/main" id="{D12740B0-7F42-1CDF-F3AD-A1187011A6B8}"/>
                </a:ext>
              </a:extLst>
            </p:cNvPr>
            <p:cNvSpPr>
              <a:spLocks noChangeArrowheads="1"/>
            </p:cNvSpPr>
            <p:nvPr/>
          </p:nvSpPr>
          <p:spPr bwMode="auto">
            <a:xfrm>
              <a:off x="645" y="1342"/>
              <a:ext cx="879" cy="496"/>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88000"/>
                </a:lnSpc>
                <a:spcBef>
                  <a:spcPct val="0"/>
                </a:spcBef>
                <a:buClrTx/>
                <a:buFontTx/>
                <a:buNone/>
              </a:pPr>
              <a:endParaRPr lang="en-US" altLang="zh-CN" sz="1200" dirty="0">
                <a:latin typeface="Times New Roman" panose="02020603050405020304" pitchFamily="18" charset="0"/>
              </a:endParaRPr>
            </a:p>
            <a:p>
              <a:pPr algn="ctr">
                <a:lnSpc>
                  <a:spcPct val="88000"/>
                </a:lnSpc>
                <a:spcBef>
                  <a:spcPct val="0"/>
                </a:spcBef>
                <a:buClrTx/>
                <a:buFontTx/>
                <a:buNone/>
              </a:pPr>
              <a:endParaRPr lang="en-US" altLang="zh-CN" sz="1200" dirty="0">
                <a:latin typeface="Times New Roman" panose="02020603050405020304" pitchFamily="18" charset="0"/>
              </a:endParaRPr>
            </a:p>
            <a:p>
              <a:pPr algn="ctr">
                <a:lnSpc>
                  <a:spcPct val="88000"/>
                </a:lnSpc>
                <a:spcBef>
                  <a:spcPct val="0"/>
                </a:spcBef>
                <a:buClrTx/>
                <a:buFontTx/>
                <a:buNone/>
              </a:pPr>
              <a:r>
                <a:rPr lang="en-US" altLang="zh-CN" sz="1200" dirty="0">
                  <a:latin typeface="Times New Roman" panose="02020603050405020304" pitchFamily="18" charset="0"/>
                </a:rPr>
                <a:t>Duration=7</a:t>
              </a:r>
            </a:p>
            <a:p>
              <a:pPr algn="ctr">
                <a:lnSpc>
                  <a:spcPct val="88000"/>
                </a:lnSpc>
                <a:spcBef>
                  <a:spcPct val="0"/>
                </a:spcBef>
                <a:buClrTx/>
                <a:buFontTx/>
                <a:buNone/>
              </a:pPr>
              <a:r>
                <a:rPr lang="en-US" altLang="zh-CN" sz="1200" dirty="0">
                  <a:latin typeface="Times New Roman" panose="02020603050405020304" pitchFamily="18" charset="0"/>
                </a:rPr>
                <a:t>Task A</a:t>
              </a:r>
            </a:p>
          </p:txBody>
        </p:sp>
        <p:sp>
          <p:nvSpPr>
            <p:cNvPr id="92172" name="Rectangle 10">
              <a:extLst>
                <a:ext uri="{FF2B5EF4-FFF2-40B4-BE49-F238E27FC236}">
                  <a16:creationId xmlns:a16="http://schemas.microsoft.com/office/drawing/2014/main" id="{A63BDA56-3659-837C-16F8-38FF3144E63A}"/>
                </a:ext>
              </a:extLst>
            </p:cNvPr>
            <p:cNvSpPr>
              <a:spLocks noChangeArrowheads="1"/>
            </p:cNvSpPr>
            <p:nvPr/>
          </p:nvSpPr>
          <p:spPr bwMode="auto">
            <a:xfrm>
              <a:off x="645" y="1346"/>
              <a:ext cx="318" cy="142"/>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en-US" altLang="zh-CN" sz="1200" dirty="0">
                  <a:latin typeface="Times New Roman" panose="02020603050405020304" pitchFamily="18" charset="0"/>
                </a:rPr>
                <a:t>0</a:t>
              </a:r>
            </a:p>
          </p:txBody>
        </p:sp>
        <p:sp>
          <p:nvSpPr>
            <p:cNvPr id="92173" name="Rectangle 11">
              <a:extLst>
                <a:ext uri="{FF2B5EF4-FFF2-40B4-BE49-F238E27FC236}">
                  <a16:creationId xmlns:a16="http://schemas.microsoft.com/office/drawing/2014/main" id="{3CDAA45F-7599-0CBD-0095-C0095E5F79FA}"/>
                </a:ext>
              </a:extLst>
            </p:cNvPr>
            <p:cNvSpPr>
              <a:spLocks noChangeArrowheads="1"/>
            </p:cNvSpPr>
            <p:nvPr/>
          </p:nvSpPr>
          <p:spPr bwMode="auto">
            <a:xfrm>
              <a:off x="1206" y="1346"/>
              <a:ext cx="318" cy="142"/>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en-US" altLang="zh-CN" sz="1200" dirty="0">
                  <a:latin typeface="Times New Roman" panose="02020603050405020304" pitchFamily="18" charset="0"/>
                </a:rPr>
                <a:t>7</a:t>
              </a:r>
            </a:p>
          </p:txBody>
        </p:sp>
        <p:sp>
          <p:nvSpPr>
            <p:cNvPr id="92174" name="Rectangle 12">
              <a:extLst>
                <a:ext uri="{FF2B5EF4-FFF2-40B4-BE49-F238E27FC236}">
                  <a16:creationId xmlns:a16="http://schemas.microsoft.com/office/drawing/2014/main" id="{D955D5FB-2ECF-144A-1A6D-E4F9F410715A}"/>
                </a:ext>
              </a:extLst>
            </p:cNvPr>
            <p:cNvSpPr>
              <a:spLocks noChangeArrowheads="1"/>
            </p:cNvSpPr>
            <p:nvPr/>
          </p:nvSpPr>
          <p:spPr bwMode="auto">
            <a:xfrm>
              <a:off x="653" y="1696"/>
              <a:ext cx="318" cy="142"/>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64000"/>
                </a:lnSpc>
                <a:spcBef>
                  <a:spcPct val="0"/>
                </a:spcBef>
                <a:buClrTx/>
                <a:buFontTx/>
                <a:buNone/>
              </a:pPr>
              <a:endParaRPr lang="zh-CN" altLang="zh-CN" sz="1200">
                <a:latin typeface="Times New Roman" panose="02020603050405020304" pitchFamily="18" charset="0"/>
              </a:endParaRPr>
            </a:p>
          </p:txBody>
        </p:sp>
        <p:sp>
          <p:nvSpPr>
            <p:cNvPr id="92175" name="Rectangle 13">
              <a:extLst>
                <a:ext uri="{FF2B5EF4-FFF2-40B4-BE49-F238E27FC236}">
                  <a16:creationId xmlns:a16="http://schemas.microsoft.com/office/drawing/2014/main" id="{FE809A2F-8222-DF5B-1D39-8D58B72AC311}"/>
                </a:ext>
              </a:extLst>
            </p:cNvPr>
            <p:cNvSpPr>
              <a:spLocks noChangeArrowheads="1"/>
            </p:cNvSpPr>
            <p:nvPr/>
          </p:nvSpPr>
          <p:spPr bwMode="auto">
            <a:xfrm>
              <a:off x="1213" y="1701"/>
              <a:ext cx="318" cy="142"/>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endParaRPr lang="zh-CN" altLang="zh-CN" sz="1200">
                <a:latin typeface="Times New Roman" panose="02020603050405020304" pitchFamily="18" charset="0"/>
              </a:endParaRPr>
            </a:p>
          </p:txBody>
        </p:sp>
        <p:sp>
          <p:nvSpPr>
            <p:cNvPr id="92176" name="Text Box 14">
              <a:extLst>
                <a:ext uri="{FF2B5EF4-FFF2-40B4-BE49-F238E27FC236}">
                  <a16:creationId xmlns:a16="http://schemas.microsoft.com/office/drawing/2014/main" id="{9832E202-393E-714E-A6EF-0FEF8E6D343E}"/>
                </a:ext>
              </a:extLst>
            </p:cNvPr>
            <p:cNvSpPr txBox="1">
              <a:spLocks noChangeArrowheads="1"/>
            </p:cNvSpPr>
            <p:nvPr/>
          </p:nvSpPr>
          <p:spPr bwMode="auto">
            <a:xfrm>
              <a:off x="1256" y="2690"/>
              <a:ext cx="276" cy="149"/>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200">
                  <a:latin typeface="Times New Roman" panose="02020603050405020304" pitchFamily="18" charset="0"/>
                </a:rPr>
                <a:t>LF</a:t>
              </a:r>
            </a:p>
          </p:txBody>
        </p:sp>
        <p:sp>
          <p:nvSpPr>
            <p:cNvPr id="92177" name="Text Box 15">
              <a:extLst>
                <a:ext uri="{FF2B5EF4-FFF2-40B4-BE49-F238E27FC236}">
                  <a16:creationId xmlns:a16="http://schemas.microsoft.com/office/drawing/2014/main" id="{1776B300-F9AB-3A78-F5DB-D8A7310E160F}"/>
                </a:ext>
              </a:extLst>
            </p:cNvPr>
            <p:cNvSpPr txBox="1">
              <a:spLocks noChangeArrowheads="1"/>
            </p:cNvSpPr>
            <p:nvPr/>
          </p:nvSpPr>
          <p:spPr bwMode="auto">
            <a:xfrm>
              <a:off x="688" y="2697"/>
              <a:ext cx="276" cy="149"/>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200">
                  <a:latin typeface="Times New Roman" panose="02020603050405020304" pitchFamily="18" charset="0"/>
                </a:rPr>
                <a:t>LS</a:t>
              </a:r>
            </a:p>
          </p:txBody>
        </p:sp>
        <p:sp>
          <p:nvSpPr>
            <p:cNvPr id="92178" name="Text Box 16">
              <a:extLst>
                <a:ext uri="{FF2B5EF4-FFF2-40B4-BE49-F238E27FC236}">
                  <a16:creationId xmlns:a16="http://schemas.microsoft.com/office/drawing/2014/main" id="{9C6F52F2-2872-0E63-04FD-3C054C41C1E7}"/>
                </a:ext>
              </a:extLst>
            </p:cNvPr>
            <p:cNvSpPr txBox="1">
              <a:spLocks noChangeArrowheads="1"/>
            </p:cNvSpPr>
            <p:nvPr/>
          </p:nvSpPr>
          <p:spPr bwMode="auto">
            <a:xfrm>
              <a:off x="1256" y="2079"/>
              <a:ext cx="276" cy="149"/>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200">
                  <a:latin typeface="Times New Roman" panose="02020603050405020304" pitchFamily="18" charset="0"/>
                </a:rPr>
                <a:t>EF</a:t>
              </a:r>
            </a:p>
          </p:txBody>
        </p:sp>
        <p:sp>
          <p:nvSpPr>
            <p:cNvPr id="92179" name="Text Box 17">
              <a:extLst>
                <a:ext uri="{FF2B5EF4-FFF2-40B4-BE49-F238E27FC236}">
                  <a16:creationId xmlns:a16="http://schemas.microsoft.com/office/drawing/2014/main" id="{32DF784A-9DD3-6224-FF56-C48941421F1C}"/>
                </a:ext>
              </a:extLst>
            </p:cNvPr>
            <p:cNvSpPr txBox="1">
              <a:spLocks noChangeArrowheads="1"/>
            </p:cNvSpPr>
            <p:nvPr/>
          </p:nvSpPr>
          <p:spPr bwMode="auto">
            <a:xfrm>
              <a:off x="663" y="2072"/>
              <a:ext cx="275" cy="149"/>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200">
                  <a:latin typeface="Times New Roman" panose="02020603050405020304" pitchFamily="18" charset="0"/>
                </a:rPr>
                <a:t>ES</a:t>
              </a:r>
            </a:p>
          </p:txBody>
        </p:sp>
        <p:sp>
          <p:nvSpPr>
            <p:cNvPr id="92180" name="Rectangle 18">
              <a:extLst>
                <a:ext uri="{FF2B5EF4-FFF2-40B4-BE49-F238E27FC236}">
                  <a16:creationId xmlns:a16="http://schemas.microsoft.com/office/drawing/2014/main" id="{5555157E-3BB7-F5E7-2553-C061C5365126}"/>
                </a:ext>
              </a:extLst>
            </p:cNvPr>
            <p:cNvSpPr>
              <a:spLocks noChangeArrowheads="1"/>
            </p:cNvSpPr>
            <p:nvPr/>
          </p:nvSpPr>
          <p:spPr bwMode="auto">
            <a:xfrm>
              <a:off x="663" y="2214"/>
              <a:ext cx="878" cy="497"/>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88000"/>
                </a:lnSpc>
                <a:spcBef>
                  <a:spcPct val="0"/>
                </a:spcBef>
                <a:buClrTx/>
                <a:buFontTx/>
                <a:buNone/>
              </a:pPr>
              <a:endParaRPr lang="en-US" altLang="zh-CN" sz="1200">
                <a:latin typeface="Times New Roman" panose="02020603050405020304" pitchFamily="18" charset="0"/>
              </a:endParaRPr>
            </a:p>
            <a:p>
              <a:pPr algn="ctr">
                <a:lnSpc>
                  <a:spcPct val="88000"/>
                </a:lnSpc>
                <a:spcBef>
                  <a:spcPct val="0"/>
                </a:spcBef>
                <a:buClrTx/>
                <a:buFontTx/>
                <a:buNone/>
              </a:pPr>
              <a:endParaRPr lang="en-US" altLang="zh-CN" sz="1200">
                <a:latin typeface="Times New Roman" panose="02020603050405020304" pitchFamily="18" charset="0"/>
              </a:endParaRPr>
            </a:p>
            <a:p>
              <a:pPr algn="ctr">
                <a:lnSpc>
                  <a:spcPct val="88000"/>
                </a:lnSpc>
                <a:spcBef>
                  <a:spcPct val="0"/>
                </a:spcBef>
                <a:buClrTx/>
                <a:buFontTx/>
                <a:buNone/>
              </a:pPr>
              <a:r>
                <a:rPr lang="en-US" altLang="zh-CN" sz="1200">
                  <a:latin typeface="Times New Roman" panose="02020603050405020304" pitchFamily="18" charset="0"/>
                </a:rPr>
                <a:t>Duration=3</a:t>
              </a:r>
            </a:p>
            <a:p>
              <a:pPr algn="ctr">
                <a:lnSpc>
                  <a:spcPct val="88000"/>
                </a:lnSpc>
                <a:spcBef>
                  <a:spcPct val="0"/>
                </a:spcBef>
                <a:buClrTx/>
                <a:buFontTx/>
                <a:buNone/>
              </a:pPr>
              <a:r>
                <a:rPr lang="en-US" altLang="zh-CN" sz="1200">
                  <a:latin typeface="Times New Roman" panose="02020603050405020304" pitchFamily="18" charset="0"/>
                </a:rPr>
                <a:t>Task B</a:t>
              </a:r>
            </a:p>
          </p:txBody>
        </p:sp>
        <p:sp>
          <p:nvSpPr>
            <p:cNvPr id="92181" name="Rectangle 19">
              <a:extLst>
                <a:ext uri="{FF2B5EF4-FFF2-40B4-BE49-F238E27FC236}">
                  <a16:creationId xmlns:a16="http://schemas.microsoft.com/office/drawing/2014/main" id="{57C4D993-7620-FBD7-335C-E6DB78DA898F}"/>
                </a:ext>
              </a:extLst>
            </p:cNvPr>
            <p:cNvSpPr>
              <a:spLocks noChangeArrowheads="1"/>
            </p:cNvSpPr>
            <p:nvPr/>
          </p:nvSpPr>
          <p:spPr bwMode="auto">
            <a:xfrm>
              <a:off x="663" y="2218"/>
              <a:ext cx="318" cy="142"/>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en-US" altLang="zh-CN" sz="1200" dirty="0">
                  <a:latin typeface="Times New Roman" panose="02020603050405020304" pitchFamily="18" charset="0"/>
                </a:rPr>
                <a:t>0</a:t>
              </a:r>
            </a:p>
          </p:txBody>
        </p:sp>
        <p:sp>
          <p:nvSpPr>
            <p:cNvPr id="92182" name="Rectangle 20">
              <a:extLst>
                <a:ext uri="{FF2B5EF4-FFF2-40B4-BE49-F238E27FC236}">
                  <a16:creationId xmlns:a16="http://schemas.microsoft.com/office/drawing/2014/main" id="{5A6FD4D1-E120-988C-88C3-219B8BC4DF63}"/>
                </a:ext>
              </a:extLst>
            </p:cNvPr>
            <p:cNvSpPr>
              <a:spLocks noChangeArrowheads="1"/>
            </p:cNvSpPr>
            <p:nvPr/>
          </p:nvSpPr>
          <p:spPr bwMode="auto">
            <a:xfrm>
              <a:off x="1223" y="2218"/>
              <a:ext cx="318" cy="142"/>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en-US" altLang="zh-CN" sz="1200" dirty="0">
                  <a:latin typeface="Times New Roman" panose="02020603050405020304" pitchFamily="18" charset="0"/>
                </a:rPr>
                <a:t>3</a:t>
              </a:r>
            </a:p>
          </p:txBody>
        </p:sp>
        <p:sp>
          <p:nvSpPr>
            <p:cNvPr id="92183" name="Rectangle 21">
              <a:extLst>
                <a:ext uri="{FF2B5EF4-FFF2-40B4-BE49-F238E27FC236}">
                  <a16:creationId xmlns:a16="http://schemas.microsoft.com/office/drawing/2014/main" id="{F624441F-D7E9-277D-8F17-667EDDA6D1CD}"/>
                </a:ext>
              </a:extLst>
            </p:cNvPr>
            <p:cNvSpPr>
              <a:spLocks noChangeArrowheads="1"/>
            </p:cNvSpPr>
            <p:nvPr/>
          </p:nvSpPr>
          <p:spPr bwMode="auto">
            <a:xfrm>
              <a:off x="671" y="2569"/>
              <a:ext cx="318" cy="142"/>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endParaRPr lang="zh-CN" altLang="zh-CN" sz="1200">
                <a:latin typeface="Times New Roman" panose="02020603050405020304" pitchFamily="18" charset="0"/>
              </a:endParaRPr>
            </a:p>
          </p:txBody>
        </p:sp>
        <p:sp>
          <p:nvSpPr>
            <p:cNvPr id="92184" name="Rectangle 22">
              <a:extLst>
                <a:ext uri="{FF2B5EF4-FFF2-40B4-BE49-F238E27FC236}">
                  <a16:creationId xmlns:a16="http://schemas.microsoft.com/office/drawing/2014/main" id="{9CFC37A5-A89A-4711-E5C5-B04EE14357C4}"/>
                </a:ext>
              </a:extLst>
            </p:cNvPr>
            <p:cNvSpPr>
              <a:spLocks noChangeArrowheads="1"/>
            </p:cNvSpPr>
            <p:nvPr/>
          </p:nvSpPr>
          <p:spPr bwMode="auto">
            <a:xfrm>
              <a:off x="1230" y="2573"/>
              <a:ext cx="318" cy="142"/>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endParaRPr lang="zh-CN" altLang="zh-CN" sz="1200">
                <a:latin typeface="Times New Roman" panose="02020603050405020304" pitchFamily="18" charset="0"/>
              </a:endParaRPr>
            </a:p>
          </p:txBody>
        </p:sp>
        <p:sp>
          <p:nvSpPr>
            <p:cNvPr id="92185" name="Text Box 23">
              <a:extLst>
                <a:ext uri="{FF2B5EF4-FFF2-40B4-BE49-F238E27FC236}">
                  <a16:creationId xmlns:a16="http://schemas.microsoft.com/office/drawing/2014/main" id="{7CF55368-AF0E-1D65-1C70-FD63F16E90AD}"/>
                </a:ext>
              </a:extLst>
            </p:cNvPr>
            <p:cNvSpPr txBox="1">
              <a:spLocks noChangeArrowheads="1"/>
            </p:cNvSpPr>
            <p:nvPr/>
          </p:nvSpPr>
          <p:spPr bwMode="auto">
            <a:xfrm>
              <a:off x="2445" y="1846"/>
              <a:ext cx="276" cy="149"/>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200">
                  <a:latin typeface="Times New Roman" panose="02020603050405020304" pitchFamily="18" charset="0"/>
                </a:rPr>
                <a:t>LF</a:t>
              </a:r>
            </a:p>
          </p:txBody>
        </p:sp>
        <p:sp>
          <p:nvSpPr>
            <p:cNvPr id="92186" name="Text Box 24">
              <a:extLst>
                <a:ext uri="{FF2B5EF4-FFF2-40B4-BE49-F238E27FC236}">
                  <a16:creationId xmlns:a16="http://schemas.microsoft.com/office/drawing/2014/main" id="{C25E20AE-B201-E8B8-8145-523C2CDF3225}"/>
                </a:ext>
              </a:extLst>
            </p:cNvPr>
            <p:cNvSpPr txBox="1">
              <a:spLocks noChangeArrowheads="1"/>
            </p:cNvSpPr>
            <p:nvPr/>
          </p:nvSpPr>
          <p:spPr bwMode="auto">
            <a:xfrm>
              <a:off x="1876" y="1853"/>
              <a:ext cx="276" cy="149"/>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200">
                  <a:latin typeface="Times New Roman" panose="02020603050405020304" pitchFamily="18" charset="0"/>
                </a:rPr>
                <a:t>LS</a:t>
              </a:r>
            </a:p>
          </p:txBody>
        </p:sp>
        <p:sp>
          <p:nvSpPr>
            <p:cNvPr id="92187" name="Text Box 25">
              <a:extLst>
                <a:ext uri="{FF2B5EF4-FFF2-40B4-BE49-F238E27FC236}">
                  <a16:creationId xmlns:a16="http://schemas.microsoft.com/office/drawing/2014/main" id="{B9ADCB4F-69DF-D2C6-6BC3-66BBF38627A9}"/>
                </a:ext>
              </a:extLst>
            </p:cNvPr>
            <p:cNvSpPr txBox="1">
              <a:spLocks noChangeArrowheads="1"/>
            </p:cNvSpPr>
            <p:nvPr/>
          </p:nvSpPr>
          <p:spPr bwMode="auto">
            <a:xfrm>
              <a:off x="2445" y="1235"/>
              <a:ext cx="276" cy="149"/>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200">
                  <a:latin typeface="Times New Roman" panose="02020603050405020304" pitchFamily="18" charset="0"/>
                </a:rPr>
                <a:t>EF</a:t>
              </a:r>
            </a:p>
          </p:txBody>
        </p:sp>
        <p:sp>
          <p:nvSpPr>
            <p:cNvPr id="92188" name="Text Box 26">
              <a:extLst>
                <a:ext uri="{FF2B5EF4-FFF2-40B4-BE49-F238E27FC236}">
                  <a16:creationId xmlns:a16="http://schemas.microsoft.com/office/drawing/2014/main" id="{3FC359DD-8732-74D7-0D9F-0A3B8BAF0A2C}"/>
                </a:ext>
              </a:extLst>
            </p:cNvPr>
            <p:cNvSpPr txBox="1">
              <a:spLocks noChangeArrowheads="1"/>
            </p:cNvSpPr>
            <p:nvPr/>
          </p:nvSpPr>
          <p:spPr bwMode="auto">
            <a:xfrm>
              <a:off x="1851" y="1228"/>
              <a:ext cx="276" cy="149"/>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200">
                  <a:latin typeface="Times New Roman" panose="02020603050405020304" pitchFamily="18" charset="0"/>
                </a:rPr>
                <a:t>ES</a:t>
              </a:r>
            </a:p>
          </p:txBody>
        </p:sp>
        <p:sp>
          <p:nvSpPr>
            <p:cNvPr id="92189" name="Rectangle 27">
              <a:extLst>
                <a:ext uri="{FF2B5EF4-FFF2-40B4-BE49-F238E27FC236}">
                  <a16:creationId xmlns:a16="http://schemas.microsoft.com/office/drawing/2014/main" id="{81FD5533-4024-EB46-944E-EA712EED8457}"/>
                </a:ext>
              </a:extLst>
            </p:cNvPr>
            <p:cNvSpPr>
              <a:spLocks noChangeArrowheads="1"/>
            </p:cNvSpPr>
            <p:nvPr/>
          </p:nvSpPr>
          <p:spPr bwMode="auto">
            <a:xfrm>
              <a:off x="1851" y="1370"/>
              <a:ext cx="879" cy="497"/>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88000"/>
                </a:lnSpc>
                <a:spcBef>
                  <a:spcPct val="0"/>
                </a:spcBef>
                <a:buClrTx/>
                <a:buFontTx/>
                <a:buNone/>
              </a:pPr>
              <a:endParaRPr lang="en-US" altLang="zh-CN" sz="1200" dirty="0">
                <a:latin typeface="Times New Roman" panose="02020603050405020304" pitchFamily="18" charset="0"/>
              </a:endParaRPr>
            </a:p>
            <a:p>
              <a:pPr algn="ctr">
                <a:lnSpc>
                  <a:spcPct val="88000"/>
                </a:lnSpc>
                <a:spcBef>
                  <a:spcPct val="0"/>
                </a:spcBef>
                <a:buClrTx/>
                <a:buFontTx/>
                <a:buNone/>
              </a:pPr>
              <a:endParaRPr lang="en-US" altLang="zh-CN" sz="1200" dirty="0">
                <a:latin typeface="Times New Roman" panose="02020603050405020304" pitchFamily="18" charset="0"/>
              </a:endParaRPr>
            </a:p>
            <a:p>
              <a:pPr algn="ctr">
                <a:lnSpc>
                  <a:spcPct val="88000"/>
                </a:lnSpc>
                <a:spcBef>
                  <a:spcPct val="0"/>
                </a:spcBef>
                <a:buClrTx/>
                <a:buFontTx/>
                <a:buNone/>
              </a:pPr>
              <a:r>
                <a:rPr lang="en-US" altLang="zh-CN" sz="1200" dirty="0">
                  <a:latin typeface="Times New Roman" panose="02020603050405020304" pitchFamily="18" charset="0"/>
                </a:rPr>
                <a:t>Duration=6</a:t>
              </a:r>
            </a:p>
            <a:p>
              <a:pPr algn="ctr">
                <a:lnSpc>
                  <a:spcPct val="88000"/>
                </a:lnSpc>
                <a:spcBef>
                  <a:spcPct val="0"/>
                </a:spcBef>
                <a:buClrTx/>
                <a:buFontTx/>
                <a:buNone/>
              </a:pPr>
              <a:r>
                <a:rPr lang="en-US" altLang="zh-CN" sz="1200" dirty="0">
                  <a:latin typeface="Times New Roman" panose="02020603050405020304" pitchFamily="18" charset="0"/>
                </a:rPr>
                <a:t>Task C</a:t>
              </a:r>
            </a:p>
          </p:txBody>
        </p:sp>
        <p:sp>
          <p:nvSpPr>
            <p:cNvPr id="92190" name="Rectangle 28">
              <a:extLst>
                <a:ext uri="{FF2B5EF4-FFF2-40B4-BE49-F238E27FC236}">
                  <a16:creationId xmlns:a16="http://schemas.microsoft.com/office/drawing/2014/main" id="{0D391965-E175-A029-BE5B-239C6E9C6CC7}"/>
                </a:ext>
              </a:extLst>
            </p:cNvPr>
            <p:cNvSpPr>
              <a:spLocks noChangeArrowheads="1"/>
            </p:cNvSpPr>
            <p:nvPr/>
          </p:nvSpPr>
          <p:spPr bwMode="auto">
            <a:xfrm>
              <a:off x="1851" y="1374"/>
              <a:ext cx="318" cy="142"/>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en-US" altLang="zh-CN" sz="1200" dirty="0">
                  <a:latin typeface="Times New Roman" panose="02020603050405020304" pitchFamily="18" charset="0"/>
                </a:rPr>
                <a:t>7</a:t>
              </a:r>
            </a:p>
          </p:txBody>
        </p:sp>
        <p:sp>
          <p:nvSpPr>
            <p:cNvPr id="92191" name="Rectangle 29">
              <a:extLst>
                <a:ext uri="{FF2B5EF4-FFF2-40B4-BE49-F238E27FC236}">
                  <a16:creationId xmlns:a16="http://schemas.microsoft.com/office/drawing/2014/main" id="{FA5F9EE1-7D23-9584-B952-34DE0C9A9812}"/>
                </a:ext>
              </a:extLst>
            </p:cNvPr>
            <p:cNvSpPr>
              <a:spLocks noChangeArrowheads="1"/>
            </p:cNvSpPr>
            <p:nvPr/>
          </p:nvSpPr>
          <p:spPr bwMode="auto">
            <a:xfrm>
              <a:off x="2412" y="1374"/>
              <a:ext cx="318" cy="142"/>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en-US" altLang="zh-CN" sz="1200" dirty="0">
                  <a:latin typeface="Times New Roman" panose="02020603050405020304" pitchFamily="18" charset="0"/>
                </a:rPr>
                <a:t>13</a:t>
              </a:r>
            </a:p>
          </p:txBody>
        </p:sp>
        <p:sp>
          <p:nvSpPr>
            <p:cNvPr id="92192" name="Rectangle 30">
              <a:extLst>
                <a:ext uri="{FF2B5EF4-FFF2-40B4-BE49-F238E27FC236}">
                  <a16:creationId xmlns:a16="http://schemas.microsoft.com/office/drawing/2014/main" id="{0E945378-353A-448B-56C8-564249E0B1F6}"/>
                </a:ext>
              </a:extLst>
            </p:cNvPr>
            <p:cNvSpPr>
              <a:spLocks noChangeArrowheads="1"/>
            </p:cNvSpPr>
            <p:nvPr/>
          </p:nvSpPr>
          <p:spPr bwMode="auto">
            <a:xfrm>
              <a:off x="1859" y="1725"/>
              <a:ext cx="318" cy="142"/>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endParaRPr lang="zh-CN" altLang="zh-CN" sz="1200">
                <a:latin typeface="Times New Roman" panose="02020603050405020304" pitchFamily="18" charset="0"/>
              </a:endParaRPr>
            </a:p>
          </p:txBody>
        </p:sp>
        <p:sp>
          <p:nvSpPr>
            <p:cNvPr id="92193" name="Rectangle 31">
              <a:extLst>
                <a:ext uri="{FF2B5EF4-FFF2-40B4-BE49-F238E27FC236}">
                  <a16:creationId xmlns:a16="http://schemas.microsoft.com/office/drawing/2014/main" id="{31823162-10E7-243C-6219-409D84472C4B}"/>
                </a:ext>
              </a:extLst>
            </p:cNvPr>
            <p:cNvSpPr>
              <a:spLocks noChangeArrowheads="1"/>
            </p:cNvSpPr>
            <p:nvPr/>
          </p:nvSpPr>
          <p:spPr bwMode="auto">
            <a:xfrm>
              <a:off x="2419" y="1729"/>
              <a:ext cx="318" cy="142"/>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endParaRPr lang="zh-CN" altLang="zh-CN" sz="1200">
                <a:latin typeface="Times New Roman" panose="02020603050405020304" pitchFamily="18" charset="0"/>
              </a:endParaRPr>
            </a:p>
          </p:txBody>
        </p:sp>
        <p:sp>
          <p:nvSpPr>
            <p:cNvPr id="92194" name="Text Box 32">
              <a:extLst>
                <a:ext uri="{FF2B5EF4-FFF2-40B4-BE49-F238E27FC236}">
                  <a16:creationId xmlns:a16="http://schemas.microsoft.com/office/drawing/2014/main" id="{736456A6-8305-0CD3-8AD7-FBCBE9C6566A}"/>
                </a:ext>
              </a:extLst>
            </p:cNvPr>
            <p:cNvSpPr txBox="1">
              <a:spLocks noChangeArrowheads="1"/>
            </p:cNvSpPr>
            <p:nvPr/>
          </p:nvSpPr>
          <p:spPr bwMode="auto">
            <a:xfrm>
              <a:off x="2410" y="2746"/>
              <a:ext cx="276" cy="149"/>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200">
                  <a:latin typeface="Times New Roman" panose="02020603050405020304" pitchFamily="18" charset="0"/>
                </a:rPr>
                <a:t>LF</a:t>
              </a:r>
            </a:p>
          </p:txBody>
        </p:sp>
        <p:sp>
          <p:nvSpPr>
            <p:cNvPr id="92195" name="Text Box 33">
              <a:extLst>
                <a:ext uri="{FF2B5EF4-FFF2-40B4-BE49-F238E27FC236}">
                  <a16:creationId xmlns:a16="http://schemas.microsoft.com/office/drawing/2014/main" id="{986EECDC-0751-4C55-96F3-443972D8F0EF}"/>
                </a:ext>
              </a:extLst>
            </p:cNvPr>
            <p:cNvSpPr txBox="1">
              <a:spLocks noChangeArrowheads="1"/>
            </p:cNvSpPr>
            <p:nvPr/>
          </p:nvSpPr>
          <p:spPr bwMode="auto">
            <a:xfrm>
              <a:off x="1842" y="2753"/>
              <a:ext cx="276" cy="149"/>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200">
                  <a:latin typeface="Times New Roman" panose="02020603050405020304" pitchFamily="18" charset="0"/>
                </a:rPr>
                <a:t>LS</a:t>
              </a:r>
            </a:p>
          </p:txBody>
        </p:sp>
        <p:sp>
          <p:nvSpPr>
            <p:cNvPr id="92196" name="Text Box 34">
              <a:extLst>
                <a:ext uri="{FF2B5EF4-FFF2-40B4-BE49-F238E27FC236}">
                  <a16:creationId xmlns:a16="http://schemas.microsoft.com/office/drawing/2014/main" id="{4FBDE621-18EB-99AF-0FAF-EB2A769A2F19}"/>
                </a:ext>
              </a:extLst>
            </p:cNvPr>
            <p:cNvSpPr txBox="1">
              <a:spLocks noChangeArrowheads="1"/>
            </p:cNvSpPr>
            <p:nvPr/>
          </p:nvSpPr>
          <p:spPr bwMode="auto">
            <a:xfrm>
              <a:off x="2410" y="2136"/>
              <a:ext cx="276" cy="149"/>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200">
                  <a:latin typeface="Times New Roman" panose="02020603050405020304" pitchFamily="18" charset="0"/>
                </a:rPr>
                <a:t>EF</a:t>
              </a:r>
            </a:p>
          </p:txBody>
        </p:sp>
        <p:sp>
          <p:nvSpPr>
            <p:cNvPr id="92197" name="Text Box 35">
              <a:extLst>
                <a:ext uri="{FF2B5EF4-FFF2-40B4-BE49-F238E27FC236}">
                  <a16:creationId xmlns:a16="http://schemas.microsoft.com/office/drawing/2014/main" id="{4150CCF1-2B7B-C008-B30A-B3ABBA559B84}"/>
                </a:ext>
              </a:extLst>
            </p:cNvPr>
            <p:cNvSpPr txBox="1">
              <a:spLocks noChangeArrowheads="1"/>
            </p:cNvSpPr>
            <p:nvPr/>
          </p:nvSpPr>
          <p:spPr bwMode="auto">
            <a:xfrm>
              <a:off x="1817" y="2129"/>
              <a:ext cx="275" cy="149"/>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200">
                  <a:latin typeface="Times New Roman" panose="02020603050405020304" pitchFamily="18" charset="0"/>
                </a:rPr>
                <a:t>ES</a:t>
              </a:r>
            </a:p>
          </p:txBody>
        </p:sp>
        <p:sp>
          <p:nvSpPr>
            <p:cNvPr id="92198" name="Rectangle 36">
              <a:extLst>
                <a:ext uri="{FF2B5EF4-FFF2-40B4-BE49-F238E27FC236}">
                  <a16:creationId xmlns:a16="http://schemas.microsoft.com/office/drawing/2014/main" id="{3DC47F0E-3771-A5A1-1E73-EF79F59F4DB6}"/>
                </a:ext>
              </a:extLst>
            </p:cNvPr>
            <p:cNvSpPr>
              <a:spLocks noChangeArrowheads="1"/>
            </p:cNvSpPr>
            <p:nvPr/>
          </p:nvSpPr>
          <p:spPr bwMode="auto">
            <a:xfrm>
              <a:off x="1817" y="2271"/>
              <a:ext cx="878" cy="496"/>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88000"/>
                </a:lnSpc>
                <a:spcBef>
                  <a:spcPct val="0"/>
                </a:spcBef>
                <a:buClrTx/>
                <a:buFontTx/>
                <a:buNone/>
              </a:pPr>
              <a:endParaRPr lang="en-US" altLang="zh-CN" sz="1200" dirty="0">
                <a:latin typeface="Times New Roman" panose="02020603050405020304" pitchFamily="18" charset="0"/>
              </a:endParaRPr>
            </a:p>
            <a:p>
              <a:pPr algn="ctr">
                <a:lnSpc>
                  <a:spcPct val="88000"/>
                </a:lnSpc>
                <a:spcBef>
                  <a:spcPct val="0"/>
                </a:spcBef>
                <a:buClrTx/>
                <a:buFontTx/>
                <a:buNone/>
              </a:pPr>
              <a:endParaRPr lang="en-US" altLang="zh-CN" sz="1200" dirty="0">
                <a:latin typeface="Times New Roman" panose="02020603050405020304" pitchFamily="18" charset="0"/>
              </a:endParaRPr>
            </a:p>
            <a:p>
              <a:pPr algn="ctr">
                <a:lnSpc>
                  <a:spcPct val="88000"/>
                </a:lnSpc>
                <a:spcBef>
                  <a:spcPct val="0"/>
                </a:spcBef>
                <a:buClrTx/>
                <a:buFontTx/>
                <a:buNone/>
              </a:pPr>
              <a:r>
                <a:rPr lang="en-US" altLang="zh-CN" sz="1200" dirty="0">
                  <a:latin typeface="Times New Roman" panose="02020603050405020304" pitchFamily="18" charset="0"/>
                </a:rPr>
                <a:t>Duration=3</a:t>
              </a:r>
            </a:p>
            <a:p>
              <a:pPr algn="ctr">
                <a:lnSpc>
                  <a:spcPct val="88000"/>
                </a:lnSpc>
                <a:spcBef>
                  <a:spcPct val="0"/>
                </a:spcBef>
                <a:buClrTx/>
                <a:buFontTx/>
                <a:buNone/>
              </a:pPr>
              <a:r>
                <a:rPr lang="en-US" altLang="zh-CN" sz="1200" dirty="0">
                  <a:latin typeface="Times New Roman" panose="02020603050405020304" pitchFamily="18" charset="0"/>
                </a:rPr>
                <a:t>Task D</a:t>
              </a:r>
            </a:p>
          </p:txBody>
        </p:sp>
        <p:sp>
          <p:nvSpPr>
            <p:cNvPr id="92199" name="Rectangle 37">
              <a:extLst>
                <a:ext uri="{FF2B5EF4-FFF2-40B4-BE49-F238E27FC236}">
                  <a16:creationId xmlns:a16="http://schemas.microsoft.com/office/drawing/2014/main" id="{B8F7014E-F41B-AA3F-41B0-C6B385DD091A}"/>
                </a:ext>
              </a:extLst>
            </p:cNvPr>
            <p:cNvSpPr>
              <a:spLocks noChangeArrowheads="1"/>
            </p:cNvSpPr>
            <p:nvPr/>
          </p:nvSpPr>
          <p:spPr bwMode="auto">
            <a:xfrm>
              <a:off x="1817" y="2275"/>
              <a:ext cx="318" cy="142"/>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en-US" altLang="zh-CN" sz="1200" dirty="0">
                  <a:latin typeface="Times New Roman" panose="02020603050405020304" pitchFamily="18" charset="0"/>
                </a:rPr>
                <a:t>3</a:t>
              </a:r>
            </a:p>
          </p:txBody>
        </p:sp>
        <p:sp>
          <p:nvSpPr>
            <p:cNvPr id="92200" name="Rectangle 38">
              <a:extLst>
                <a:ext uri="{FF2B5EF4-FFF2-40B4-BE49-F238E27FC236}">
                  <a16:creationId xmlns:a16="http://schemas.microsoft.com/office/drawing/2014/main" id="{137536EE-D094-2ACA-82F6-0AB512D81400}"/>
                </a:ext>
              </a:extLst>
            </p:cNvPr>
            <p:cNvSpPr>
              <a:spLocks noChangeArrowheads="1"/>
            </p:cNvSpPr>
            <p:nvPr/>
          </p:nvSpPr>
          <p:spPr bwMode="auto">
            <a:xfrm>
              <a:off x="2377" y="2275"/>
              <a:ext cx="318" cy="142"/>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en-US" altLang="zh-CN" sz="1200" dirty="0">
                  <a:latin typeface="Times New Roman" panose="02020603050405020304" pitchFamily="18" charset="0"/>
                </a:rPr>
                <a:t>6</a:t>
              </a:r>
            </a:p>
          </p:txBody>
        </p:sp>
        <p:sp>
          <p:nvSpPr>
            <p:cNvPr id="92201" name="Rectangle 39">
              <a:extLst>
                <a:ext uri="{FF2B5EF4-FFF2-40B4-BE49-F238E27FC236}">
                  <a16:creationId xmlns:a16="http://schemas.microsoft.com/office/drawing/2014/main" id="{3376DCA9-EA99-46D3-1AC1-65C7FA17655A}"/>
                </a:ext>
              </a:extLst>
            </p:cNvPr>
            <p:cNvSpPr>
              <a:spLocks noChangeArrowheads="1"/>
            </p:cNvSpPr>
            <p:nvPr/>
          </p:nvSpPr>
          <p:spPr bwMode="auto">
            <a:xfrm>
              <a:off x="1825" y="2625"/>
              <a:ext cx="318" cy="142"/>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endParaRPr lang="zh-CN" altLang="zh-CN" sz="1200">
                <a:latin typeface="Times New Roman" panose="02020603050405020304" pitchFamily="18" charset="0"/>
              </a:endParaRPr>
            </a:p>
          </p:txBody>
        </p:sp>
        <p:sp>
          <p:nvSpPr>
            <p:cNvPr id="92202" name="Text Box 40">
              <a:extLst>
                <a:ext uri="{FF2B5EF4-FFF2-40B4-BE49-F238E27FC236}">
                  <a16:creationId xmlns:a16="http://schemas.microsoft.com/office/drawing/2014/main" id="{046511EE-8D00-E156-B588-CF606D73A6F4}"/>
                </a:ext>
              </a:extLst>
            </p:cNvPr>
            <p:cNvSpPr txBox="1">
              <a:spLocks noChangeArrowheads="1"/>
            </p:cNvSpPr>
            <p:nvPr/>
          </p:nvSpPr>
          <p:spPr bwMode="auto">
            <a:xfrm>
              <a:off x="3599" y="1867"/>
              <a:ext cx="276" cy="149"/>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200">
                  <a:latin typeface="Times New Roman" panose="02020603050405020304" pitchFamily="18" charset="0"/>
                </a:rPr>
                <a:t>LF</a:t>
              </a:r>
            </a:p>
          </p:txBody>
        </p:sp>
        <p:sp>
          <p:nvSpPr>
            <p:cNvPr id="92203" name="Text Box 41">
              <a:extLst>
                <a:ext uri="{FF2B5EF4-FFF2-40B4-BE49-F238E27FC236}">
                  <a16:creationId xmlns:a16="http://schemas.microsoft.com/office/drawing/2014/main" id="{BD782B65-64F5-9412-7596-8A852E90B60A}"/>
                </a:ext>
              </a:extLst>
            </p:cNvPr>
            <p:cNvSpPr txBox="1">
              <a:spLocks noChangeArrowheads="1"/>
            </p:cNvSpPr>
            <p:nvPr/>
          </p:nvSpPr>
          <p:spPr bwMode="auto">
            <a:xfrm>
              <a:off x="3030" y="1874"/>
              <a:ext cx="276" cy="149"/>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200">
                  <a:latin typeface="Times New Roman" panose="02020603050405020304" pitchFamily="18" charset="0"/>
                </a:rPr>
                <a:t>LS</a:t>
              </a:r>
            </a:p>
          </p:txBody>
        </p:sp>
        <p:sp>
          <p:nvSpPr>
            <p:cNvPr id="92204" name="Text Box 42">
              <a:extLst>
                <a:ext uri="{FF2B5EF4-FFF2-40B4-BE49-F238E27FC236}">
                  <a16:creationId xmlns:a16="http://schemas.microsoft.com/office/drawing/2014/main" id="{4364D5D2-629B-7595-4C76-36B7A838F99A}"/>
                </a:ext>
              </a:extLst>
            </p:cNvPr>
            <p:cNvSpPr txBox="1">
              <a:spLocks noChangeArrowheads="1"/>
            </p:cNvSpPr>
            <p:nvPr/>
          </p:nvSpPr>
          <p:spPr bwMode="auto">
            <a:xfrm>
              <a:off x="3599" y="1257"/>
              <a:ext cx="276" cy="149"/>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200">
                  <a:latin typeface="Times New Roman" panose="02020603050405020304" pitchFamily="18" charset="0"/>
                </a:rPr>
                <a:t>EF</a:t>
              </a:r>
            </a:p>
          </p:txBody>
        </p:sp>
        <p:sp>
          <p:nvSpPr>
            <p:cNvPr id="92205" name="Text Box 43">
              <a:extLst>
                <a:ext uri="{FF2B5EF4-FFF2-40B4-BE49-F238E27FC236}">
                  <a16:creationId xmlns:a16="http://schemas.microsoft.com/office/drawing/2014/main" id="{BD7D2168-6F26-FFAB-1142-B24FB2500460}"/>
                </a:ext>
              </a:extLst>
            </p:cNvPr>
            <p:cNvSpPr txBox="1">
              <a:spLocks noChangeArrowheads="1"/>
            </p:cNvSpPr>
            <p:nvPr/>
          </p:nvSpPr>
          <p:spPr bwMode="auto">
            <a:xfrm>
              <a:off x="3005" y="1250"/>
              <a:ext cx="276" cy="149"/>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200">
                  <a:latin typeface="Times New Roman" panose="02020603050405020304" pitchFamily="18" charset="0"/>
                </a:rPr>
                <a:t>ES</a:t>
              </a:r>
            </a:p>
          </p:txBody>
        </p:sp>
        <p:sp>
          <p:nvSpPr>
            <p:cNvPr id="92206" name="Rectangle 44">
              <a:extLst>
                <a:ext uri="{FF2B5EF4-FFF2-40B4-BE49-F238E27FC236}">
                  <a16:creationId xmlns:a16="http://schemas.microsoft.com/office/drawing/2014/main" id="{40C59F26-2F7B-DE6B-4B30-175B0C174D8D}"/>
                </a:ext>
              </a:extLst>
            </p:cNvPr>
            <p:cNvSpPr>
              <a:spLocks noChangeArrowheads="1"/>
            </p:cNvSpPr>
            <p:nvPr/>
          </p:nvSpPr>
          <p:spPr bwMode="auto">
            <a:xfrm>
              <a:off x="3005" y="1392"/>
              <a:ext cx="879" cy="496"/>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88000"/>
                </a:lnSpc>
                <a:spcBef>
                  <a:spcPct val="0"/>
                </a:spcBef>
                <a:buClrTx/>
                <a:buFontTx/>
                <a:buNone/>
              </a:pPr>
              <a:endParaRPr lang="en-US" altLang="zh-CN" sz="1200" dirty="0">
                <a:latin typeface="Times New Roman" panose="02020603050405020304" pitchFamily="18" charset="0"/>
              </a:endParaRPr>
            </a:p>
            <a:p>
              <a:pPr algn="ctr">
                <a:lnSpc>
                  <a:spcPct val="88000"/>
                </a:lnSpc>
                <a:spcBef>
                  <a:spcPct val="0"/>
                </a:spcBef>
                <a:buClrTx/>
                <a:buFontTx/>
                <a:buNone/>
              </a:pPr>
              <a:endParaRPr lang="en-US" altLang="zh-CN" sz="1200" dirty="0">
                <a:latin typeface="Times New Roman" panose="02020603050405020304" pitchFamily="18" charset="0"/>
              </a:endParaRPr>
            </a:p>
            <a:p>
              <a:pPr algn="ctr">
                <a:lnSpc>
                  <a:spcPct val="88000"/>
                </a:lnSpc>
                <a:spcBef>
                  <a:spcPct val="0"/>
                </a:spcBef>
                <a:buClrTx/>
                <a:buFontTx/>
                <a:buNone/>
              </a:pPr>
              <a:r>
                <a:rPr lang="en-US" altLang="zh-CN" sz="1200" dirty="0">
                  <a:latin typeface="Times New Roman" panose="02020603050405020304" pitchFamily="18" charset="0"/>
                </a:rPr>
                <a:t>Duration=3</a:t>
              </a:r>
            </a:p>
            <a:p>
              <a:pPr algn="ctr">
                <a:lnSpc>
                  <a:spcPct val="88000"/>
                </a:lnSpc>
                <a:spcBef>
                  <a:spcPct val="0"/>
                </a:spcBef>
                <a:buClrTx/>
                <a:buFontTx/>
                <a:buNone/>
              </a:pPr>
              <a:r>
                <a:rPr lang="en-US" altLang="zh-CN" sz="1200" dirty="0">
                  <a:latin typeface="Times New Roman" panose="02020603050405020304" pitchFamily="18" charset="0"/>
                </a:rPr>
                <a:t>Task G</a:t>
              </a:r>
            </a:p>
          </p:txBody>
        </p:sp>
        <p:sp>
          <p:nvSpPr>
            <p:cNvPr id="92207" name="Rectangle 45">
              <a:extLst>
                <a:ext uri="{FF2B5EF4-FFF2-40B4-BE49-F238E27FC236}">
                  <a16:creationId xmlns:a16="http://schemas.microsoft.com/office/drawing/2014/main" id="{761C9B18-5687-670C-E302-8D3D916C45E4}"/>
                </a:ext>
              </a:extLst>
            </p:cNvPr>
            <p:cNvSpPr>
              <a:spLocks noChangeArrowheads="1"/>
            </p:cNvSpPr>
            <p:nvPr/>
          </p:nvSpPr>
          <p:spPr bwMode="auto">
            <a:xfrm>
              <a:off x="3005" y="1396"/>
              <a:ext cx="318" cy="142"/>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en-US" altLang="zh-CN" sz="1200" dirty="0">
                  <a:latin typeface="Times New Roman" panose="02020603050405020304" pitchFamily="18" charset="0"/>
                </a:rPr>
                <a:t>13</a:t>
              </a:r>
            </a:p>
          </p:txBody>
        </p:sp>
        <p:sp>
          <p:nvSpPr>
            <p:cNvPr id="92208" name="Rectangle 46">
              <a:extLst>
                <a:ext uri="{FF2B5EF4-FFF2-40B4-BE49-F238E27FC236}">
                  <a16:creationId xmlns:a16="http://schemas.microsoft.com/office/drawing/2014/main" id="{68E5CD34-F0B7-D5D6-15CE-3E7EE467026B}"/>
                </a:ext>
              </a:extLst>
            </p:cNvPr>
            <p:cNvSpPr>
              <a:spLocks noChangeArrowheads="1"/>
            </p:cNvSpPr>
            <p:nvPr/>
          </p:nvSpPr>
          <p:spPr bwMode="auto">
            <a:xfrm>
              <a:off x="3566" y="1396"/>
              <a:ext cx="318" cy="142"/>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en-US" altLang="zh-CN" sz="1200" dirty="0">
                  <a:latin typeface="Times New Roman" panose="02020603050405020304" pitchFamily="18" charset="0"/>
                </a:rPr>
                <a:t>16</a:t>
              </a:r>
            </a:p>
          </p:txBody>
        </p:sp>
        <p:sp>
          <p:nvSpPr>
            <p:cNvPr id="92209" name="Rectangle 47">
              <a:extLst>
                <a:ext uri="{FF2B5EF4-FFF2-40B4-BE49-F238E27FC236}">
                  <a16:creationId xmlns:a16="http://schemas.microsoft.com/office/drawing/2014/main" id="{3502B456-2117-579E-5879-EB4187FBF0F5}"/>
                </a:ext>
              </a:extLst>
            </p:cNvPr>
            <p:cNvSpPr>
              <a:spLocks noChangeArrowheads="1"/>
            </p:cNvSpPr>
            <p:nvPr/>
          </p:nvSpPr>
          <p:spPr bwMode="auto">
            <a:xfrm>
              <a:off x="3013" y="1746"/>
              <a:ext cx="318" cy="142"/>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endParaRPr lang="zh-CN" altLang="zh-CN" sz="1200">
                <a:latin typeface="Times New Roman" panose="02020603050405020304" pitchFamily="18" charset="0"/>
              </a:endParaRPr>
            </a:p>
          </p:txBody>
        </p:sp>
        <p:sp>
          <p:nvSpPr>
            <p:cNvPr id="92210" name="Rectangle 48">
              <a:extLst>
                <a:ext uri="{FF2B5EF4-FFF2-40B4-BE49-F238E27FC236}">
                  <a16:creationId xmlns:a16="http://schemas.microsoft.com/office/drawing/2014/main" id="{C28FB78F-FE92-A77F-238D-0A6C514BDFAE}"/>
                </a:ext>
              </a:extLst>
            </p:cNvPr>
            <p:cNvSpPr>
              <a:spLocks noChangeArrowheads="1"/>
            </p:cNvSpPr>
            <p:nvPr/>
          </p:nvSpPr>
          <p:spPr bwMode="auto">
            <a:xfrm>
              <a:off x="3573" y="1751"/>
              <a:ext cx="318" cy="142"/>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endParaRPr lang="zh-CN" altLang="zh-CN" sz="1200">
                <a:latin typeface="Times New Roman" panose="02020603050405020304" pitchFamily="18" charset="0"/>
              </a:endParaRPr>
            </a:p>
          </p:txBody>
        </p:sp>
        <p:sp>
          <p:nvSpPr>
            <p:cNvPr id="92211" name="Text Box 49">
              <a:extLst>
                <a:ext uri="{FF2B5EF4-FFF2-40B4-BE49-F238E27FC236}">
                  <a16:creationId xmlns:a16="http://schemas.microsoft.com/office/drawing/2014/main" id="{611494F7-0D2C-E2D6-CB08-6D31D0C901A8}"/>
                </a:ext>
              </a:extLst>
            </p:cNvPr>
            <p:cNvSpPr txBox="1">
              <a:spLocks noChangeArrowheads="1"/>
            </p:cNvSpPr>
            <p:nvPr/>
          </p:nvSpPr>
          <p:spPr bwMode="auto">
            <a:xfrm>
              <a:off x="3581" y="2782"/>
              <a:ext cx="276" cy="149"/>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200">
                  <a:latin typeface="Times New Roman" panose="02020603050405020304" pitchFamily="18" charset="0"/>
                </a:rPr>
                <a:t>LF</a:t>
              </a:r>
            </a:p>
          </p:txBody>
        </p:sp>
        <p:sp>
          <p:nvSpPr>
            <p:cNvPr id="92212" name="Text Box 50">
              <a:extLst>
                <a:ext uri="{FF2B5EF4-FFF2-40B4-BE49-F238E27FC236}">
                  <a16:creationId xmlns:a16="http://schemas.microsoft.com/office/drawing/2014/main" id="{CBABDBB5-171E-F487-CFCE-0136F5EED057}"/>
                </a:ext>
              </a:extLst>
            </p:cNvPr>
            <p:cNvSpPr txBox="1">
              <a:spLocks noChangeArrowheads="1"/>
            </p:cNvSpPr>
            <p:nvPr/>
          </p:nvSpPr>
          <p:spPr bwMode="auto">
            <a:xfrm>
              <a:off x="3013" y="2789"/>
              <a:ext cx="276" cy="149"/>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200">
                  <a:latin typeface="Times New Roman" panose="02020603050405020304" pitchFamily="18" charset="0"/>
                </a:rPr>
                <a:t>LS</a:t>
              </a:r>
            </a:p>
          </p:txBody>
        </p:sp>
        <p:sp>
          <p:nvSpPr>
            <p:cNvPr id="92213" name="Text Box 51">
              <a:extLst>
                <a:ext uri="{FF2B5EF4-FFF2-40B4-BE49-F238E27FC236}">
                  <a16:creationId xmlns:a16="http://schemas.microsoft.com/office/drawing/2014/main" id="{7D5C62B5-8283-64AF-E09A-CA175B40B084}"/>
                </a:ext>
              </a:extLst>
            </p:cNvPr>
            <p:cNvSpPr txBox="1">
              <a:spLocks noChangeArrowheads="1"/>
            </p:cNvSpPr>
            <p:nvPr/>
          </p:nvSpPr>
          <p:spPr bwMode="auto">
            <a:xfrm>
              <a:off x="3581" y="2172"/>
              <a:ext cx="276" cy="149"/>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200">
                  <a:latin typeface="Times New Roman" panose="02020603050405020304" pitchFamily="18" charset="0"/>
                </a:rPr>
                <a:t>EF</a:t>
              </a:r>
            </a:p>
          </p:txBody>
        </p:sp>
        <p:sp>
          <p:nvSpPr>
            <p:cNvPr id="92214" name="Text Box 52">
              <a:extLst>
                <a:ext uri="{FF2B5EF4-FFF2-40B4-BE49-F238E27FC236}">
                  <a16:creationId xmlns:a16="http://schemas.microsoft.com/office/drawing/2014/main" id="{623BA001-7600-07D1-5A23-089820F5DCE1}"/>
                </a:ext>
              </a:extLst>
            </p:cNvPr>
            <p:cNvSpPr txBox="1">
              <a:spLocks noChangeArrowheads="1"/>
            </p:cNvSpPr>
            <p:nvPr/>
          </p:nvSpPr>
          <p:spPr bwMode="auto">
            <a:xfrm>
              <a:off x="2988" y="2165"/>
              <a:ext cx="275" cy="149"/>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200">
                  <a:latin typeface="Times New Roman" panose="02020603050405020304" pitchFamily="18" charset="0"/>
                </a:rPr>
                <a:t>ES</a:t>
              </a:r>
            </a:p>
          </p:txBody>
        </p:sp>
        <p:sp>
          <p:nvSpPr>
            <p:cNvPr id="92215" name="Rectangle 53">
              <a:extLst>
                <a:ext uri="{FF2B5EF4-FFF2-40B4-BE49-F238E27FC236}">
                  <a16:creationId xmlns:a16="http://schemas.microsoft.com/office/drawing/2014/main" id="{96214D77-E5B0-EF1F-D4EE-B1D992045F28}"/>
                </a:ext>
              </a:extLst>
            </p:cNvPr>
            <p:cNvSpPr>
              <a:spLocks noChangeArrowheads="1"/>
            </p:cNvSpPr>
            <p:nvPr/>
          </p:nvSpPr>
          <p:spPr bwMode="auto">
            <a:xfrm>
              <a:off x="2988" y="2307"/>
              <a:ext cx="878" cy="496"/>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88000"/>
                </a:lnSpc>
                <a:spcBef>
                  <a:spcPct val="0"/>
                </a:spcBef>
                <a:buClrTx/>
                <a:buFontTx/>
                <a:buNone/>
              </a:pPr>
              <a:endParaRPr lang="en-US" altLang="zh-CN" sz="1200" dirty="0">
                <a:latin typeface="Times New Roman" panose="02020603050405020304" pitchFamily="18" charset="0"/>
              </a:endParaRPr>
            </a:p>
            <a:p>
              <a:pPr algn="ctr">
                <a:lnSpc>
                  <a:spcPct val="88000"/>
                </a:lnSpc>
                <a:spcBef>
                  <a:spcPct val="0"/>
                </a:spcBef>
                <a:buClrTx/>
                <a:buFontTx/>
                <a:buNone/>
              </a:pPr>
              <a:endParaRPr lang="en-US" altLang="zh-CN" sz="1200" dirty="0">
                <a:latin typeface="Times New Roman" panose="02020603050405020304" pitchFamily="18" charset="0"/>
              </a:endParaRPr>
            </a:p>
            <a:p>
              <a:pPr algn="ctr">
                <a:lnSpc>
                  <a:spcPct val="88000"/>
                </a:lnSpc>
                <a:spcBef>
                  <a:spcPct val="0"/>
                </a:spcBef>
                <a:buClrTx/>
                <a:buFontTx/>
                <a:buNone/>
              </a:pPr>
              <a:r>
                <a:rPr lang="en-US" altLang="zh-CN" sz="1200" dirty="0">
                  <a:latin typeface="Times New Roman" panose="02020603050405020304" pitchFamily="18" charset="0"/>
                </a:rPr>
                <a:t>Duration=3</a:t>
              </a:r>
            </a:p>
            <a:p>
              <a:pPr algn="ctr">
                <a:lnSpc>
                  <a:spcPct val="88000"/>
                </a:lnSpc>
                <a:spcBef>
                  <a:spcPct val="0"/>
                </a:spcBef>
                <a:buClrTx/>
                <a:buFontTx/>
                <a:buNone/>
              </a:pPr>
              <a:r>
                <a:rPr lang="en-US" altLang="zh-CN" sz="1200" dirty="0">
                  <a:latin typeface="Times New Roman" panose="02020603050405020304" pitchFamily="18" charset="0"/>
                </a:rPr>
                <a:t>Task F</a:t>
              </a:r>
            </a:p>
          </p:txBody>
        </p:sp>
        <p:sp>
          <p:nvSpPr>
            <p:cNvPr id="92216" name="Rectangle 54">
              <a:extLst>
                <a:ext uri="{FF2B5EF4-FFF2-40B4-BE49-F238E27FC236}">
                  <a16:creationId xmlns:a16="http://schemas.microsoft.com/office/drawing/2014/main" id="{416017DD-B95C-FF6B-0C16-E7F2ED4FF4CE}"/>
                </a:ext>
              </a:extLst>
            </p:cNvPr>
            <p:cNvSpPr>
              <a:spLocks noChangeArrowheads="1"/>
            </p:cNvSpPr>
            <p:nvPr/>
          </p:nvSpPr>
          <p:spPr bwMode="auto">
            <a:xfrm>
              <a:off x="2988" y="2311"/>
              <a:ext cx="318" cy="142"/>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en-US" altLang="zh-CN" sz="1200" dirty="0">
                  <a:latin typeface="Times New Roman" panose="02020603050405020304" pitchFamily="18" charset="0"/>
                </a:rPr>
                <a:t>6</a:t>
              </a:r>
            </a:p>
          </p:txBody>
        </p:sp>
        <p:sp>
          <p:nvSpPr>
            <p:cNvPr id="92217" name="Rectangle 55">
              <a:extLst>
                <a:ext uri="{FF2B5EF4-FFF2-40B4-BE49-F238E27FC236}">
                  <a16:creationId xmlns:a16="http://schemas.microsoft.com/office/drawing/2014/main" id="{76081C05-768B-C887-173F-802CEFE4F38F}"/>
                </a:ext>
              </a:extLst>
            </p:cNvPr>
            <p:cNvSpPr>
              <a:spLocks noChangeArrowheads="1"/>
            </p:cNvSpPr>
            <p:nvPr/>
          </p:nvSpPr>
          <p:spPr bwMode="auto">
            <a:xfrm>
              <a:off x="3548" y="2311"/>
              <a:ext cx="318" cy="142"/>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en-US" altLang="zh-CN" sz="1200" dirty="0">
                  <a:latin typeface="Times New Roman" panose="02020603050405020304" pitchFamily="18" charset="0"/>
                </a:rPr>
                <a:t>9</a:t>
              </a:r>
            </a:p>
          </p:txBody>
        </p:sp>
        <p:sp>
          <p:nvSpPr>
            <p:cNvPr id="92218" name="Rectangle 56">
              <a:extLst>
                <a:ext uri="{FF2B5EF4-FFF2-40B4-BE49-F238E27FC236}">
                  <a16:creationId xmlns:a16="http://schemas.microsoft.com/office/drawing/2014/main" id="{5132ACDA-7EAA-0B5A-3EF2-8893318DE76D}"/>
                </a:ext>
              </a:extLst>
            </p:cNvPr>
            <p:cNvSpPr>
              <a:spLocks noChangeArrowheads="1"/>
            </p:cNvSpPr>
            <p:nvPr/>
          </p:nvSpPr>
          <p:spPr bwMode="auto">
            <a:xfrm>
              <a:off x="2996" y="2661"/>
              <a:ext cx="318" cy="142"/>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endParaRPr lang="zh-CN" altLang="zh-CN" sz="1200">
                <a:latin typeface="Times New Roman" panose="02020603050405020304" pitchFamily="18" charset="0"/>
              </a:endParaRPr>
            </a:p>
          </p:txBody>
        </p:sp>
        <p:sp>
          <p:nvSpPr>
            <p:cNvPr id="92219" name="Rectangle 57">
              <a:extLst>
                <a:ext uri="{FF2B5EF4-FFF2-40B4-BE49-F238E27FC236}">
                  <a16:creationId xmlns:a16="http://schemas.microsoft.com/office/drawing/2014/main" id="{4D07E93C-0CC6-D1BA-2446-ADE2DE0DA515}"/>
                </a:ext>
              </a:extLst>
            </p:cNvPr>
            <p:cNvSpPr>
              <a:spLocks noChangeArrowheads="1"/>
            </p:cNvSpPr>
            <p:nvPr/>
          </p:nvSpPr>
          <p:spPr bwMode="auto">
            <a:xfrm>
              <a:off x="3567" y="2666"/>
              <a:ext cx="318" cy="142"/>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endParaRPr lang="zh-CN" altLang="zh-CN" sz="1200">
                <a:latin typeface="Times New Roman" panose="02020603050405020304" pitchFamily="18" charset="0"/>
              </a:endParaRPr>
            </a:p>
          </p:txBody>
        </p:sp>
        <p:sp>
          <p:nvSpPr>
            <p:cNvPr id="92220" name="Text Box 58">
              <a:extLst>
                <a:ext uri="{FF2B5EF4-FFF2-40B4-BE49-F238E27FC236}">
                  <a16:creationId xmlns:a16="http://schemas.microsoft.com/office/drawing/2014/main" id="{7A5280B0-5ED8-6F0F-2E44-3C7FDED8FD22}"/>
                </a:ext>
              </a:extLst>
            </p:cNvPr>
            <p:cNvSpPr txBox="1">
              <a:spLocks noChangeArrowheads="1"/>
            </p:cNvSpPr>
            <p:nvPr/>
          </p:nvSpPr>
          <p:spPr bwMode="auto">
            <a:xfrm>
              <a:off x="4649" y="2356"/>
              <a:ext cx="276" cy="149"/>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200">
                  <a:latin typeface="Times New Roman" panose="02020603050405020304" pitchFamily="18" charset="0"/>
                </a:rPr>
                <a:t>LF</a:t>
              </a:r>
            </a:p>
          </p:txBody>
        </p:sp>
        <p:sp>
          <p:nvSpPr>
            <p:cNvPr id="92221" name="Text Box 59">
              <a:extLst>
                <a:ext uri="{FF2B5EF4-FFF2-40B4-BE49-F238E27FC236}">
                  <a16:creationId xmlns:a16="http://schemas.microsoft.com/office/drawing/2014/main" id="{9102CD59-DEEB-0C3E-BF06-8699DA93C422}"/>
                </a:ext>
              </a:extLst>
            </p:cNvPr>
            <p:cNvSpPr txBox="1">
              <a:spLocks noChangeArrowheads="1"/>
            </p:cNvSpPr>
            <p:nvPr/>
          </p:nvSpPr>
          <p:spPr bwMode="auto">
            <a:xfrm>
              <a:off x="4081" y="2363"/>
              <a:ext cx="276" cy="149"/>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200">
                  <a:latin typeface="Times New Roman" panose="02020603050405020304" pitchFamily="18" charset="0"/>
                </a:rPr>
                <a:t>LS</a:t>
              </a:r>
            </a:p>
          </p:txBody>
        </p:sp>
        <p:sp>
          <p:nvSpPr>
            <p:cNvPr id="92222" name="Text Box 60">
              <a:extLst>
                <a:ext uri="{FF2B5EF4-FFF2-40B4-BE49-F238E27FC236}">
                  <a16:creationId xmlns:a16="http://schemas.microsoft.com/office/drawing/2014/main" id="{D724A558-5BBF-D325-426B-9945378AA23A}"/>
                </a:ext>
              </a:extLst>
            </p:cNvPr>
            <p:cNvSpPr txBox="1">
              <a:spLocks noChangeArrowheads="1"/>
            </p:cNvSpPr>
            <p:nvPr/>
          </p:nvSpPr>
          <p:spPr bwMode="auto">
            <a:xfrm>
              <a:off x="4649" y="1746"/>
              <a:ext cx="276" cy="149"/>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200">
                  <a:latin typeface="Times New Roman" panose="02020603050405020304" pitchFamily="18" charset="0"/>
                </a:rPr>
                <a:t>EF</a:t>
              </a:r>
            </a:p>
          </p:txBody>
        </p:sp>
        <p:sp>
          <p:nvSpPr>
            <p:cNvPr id="92223" name="Text Box 61">
              <a:extLst>
                <a:ext uri="{FF2B5EF4-FFF2-40B4-BE49-F238E27FC236}">
                  <a16:creationId xmlns:a16="http://schemas.microsoft.com/office/drawing/2014/main" id="{856F2C59-FA23-6F1E-0E7A-76E1E7055026}"/>
                </a:ext>
              </a:extLst>
            </p:cNvPr>
            <p:cNvSpPr txBox="1">
              <a:spLocks noChangeArrowheads="1"/>
            </p:cNvSpPr>
            <p:nvPr/>
          </p:nvSpPr>
          <p:spPr bwMode="auto">
            <a:xfrm>
              <a:off x="4056" y="1739"/>
              <a:ext cx="275" cy="149"/>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200">
                  <a:latin typeface="Times New Roman" panose="02020603050405020304" pitchFamily="18" charset="0"/>
                </a:rPr>
                <a:t>ES</a:t>
              </a:r>
            </a:p>
          </p:txBody>
        </p:sp>
        <p:sp>
          <p:nvSpPr>
            <p:cNvPr id="92224" name="Rectangle 62">
              <a:extLst>
                <a:ext uri="{FF2B5EF4-FFF2-40B4-BE49-F238E27FC236}">
                  <a16:creationId xmlns:a16="http://schemas.microsoft.com/office/drawing/2014/main" id="{3A8ABB4C-16B8-C0FE-E968-E72A7A42A2A9}"/>
                </a:ext>
              </a:extLst>
            </p:cNvPr>
            <p:cNvSpPr>
              <a:spLocks noChangeArrowheads="1"/>
            </p:cNvSpPr>
            <p:nvPr/>
          </p:nvSpPr>
          <p:spPr bwMode="auto">
            <a:xfrm>
              <a:off x="4056" y="1881"/>
              <a:ext cx="878" cy="496"/>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88000"/>
                </a:lnSpc>
                <a:spcBef>
                  <a:spcPct val="0"/>
                </a:spcBef>
                <a:buClrTx/>
                <a:buFontTx/>
                <a:buNone/>
              </a:pPr>
              <a:endParaRPr lang="en-US" altLang="zh-CN" sz="1200">
                <a:latin typeface="Times New Roman" panose="02020603050405020304" pitchFamily="18" charset="0"/>
              </a:endParaRPr>
            </a:p>
            <a:p>
              <a:pPr algn="ctr">
                <a:lnSpc>
                  <a:spcPct val="88000"/>
                </a:lnSpc>
                <a:spcBef>
                  <a:spcPct val="0"/>
                </a:spcBef>
                <a:buClrTx/>
                <a:buFontTx/>
                <a:buNone/>
              </a:pPr>
              <a:endParaRPr lang="en-US" altLang="zh-CN" sz="1200">
                <a:latin typeface="Times New Roman" panose="02020603050405020304" pitchFamily="18" charset="0"/>
              </a:endParaRPr>
            </a:p>
            <a:p>
              <a:pPr algn="ctr">
                <a:lnSpc>
                  <a:spcPct val="88000"/>
                </a:lnSpc>
                <a:spcBef>
                  <a:spcPct val="0"/>
                </a:spcBef>
                <a:buClrTx/>
                <a:buFontTx/>
                <a:buNone/>
              </a:pPr>
              <a:r>
                <a:rPr lang="en-US" altLang="zh-CN" sz="1200">
                  <a:latin typeface="Times New Roman" panose="02020603050405020304" pitchFamily="18" charset="0"/>
                </a:rPr>
                <a:t>Duration=2</a:t>
              </a:r>
            </a:p>
            <a:p>
              <a:pPr algn="ctr">
                <a:lnSpc>
                  <a:spcPct val="88000"/>
                </a:lnSpc>
                <a:spcBef>
                  <a:spcPct val="0"/>
                </a:spcBef>
                <a:buClrTx/>
                <a:buFontTx/>
                <a:buNone/>
              </a:pPr>
              <a:r>
                <a:rPr lang="en-US" altLang="zh-CN" sz="1200">
                  <a:latin typeface="Times New Roman" panose="02020603050405020304" pitchFamily="18" charset="0"/>
                </a:rPr>
                <a:t>Task H</a:t>
              </a:r>
            </a:p>
          </p:txBody>
        </p:sp>
        <p:sp>
          <p:nvSpPr>
            <p:cNvPr id="92225" name="Rectangle 63">
              <a:extLst>
                <a:ext uri="{FF2B5EF4-FFF2-40B4-BE49-F238E27FC236}">
                  <a16:creationId xmlns:a16="http://schemas.microsoft.com/office/drawing/2014/main" id="{CBF7D542-471E-C243-0E2C-E866E13A6124}"/>
                </a:ext>
              </a:extLst>
            </p:cNvPr>
            <p:cNvSpPr>
              <a:spLocks noChangeArrowheads="1"/>
            </p:cNvSpPr>
            <p:nvPr/>
          </p:nvSpPr>
          <p:spPr bwMode="auto">
            <a:xfrm>
              <a:off x="4056" y="1885"/>
              <a:ext cx="318" cy="142"/>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en-US" altLang="zh-CN" sz="1200" dirty="0">
                  <a:latin typeface="Times New Roman" panose="02020603050405020304" pitchFamily="18" charset="0"/>
                </a:rPr>
                <a:t>16</a:t>
              </a:r>
            </a:p>
          </p:txBody>
        </p:sp>
        <p:sp>
          <p:nvSpPr>
            <p:cNvPr id="92226" name="Rectangle 64">
              <a:extLst>
                <a:ext uri="{FF2B5EF4-FFF2-40B4-BE49-F238E27FC236}">
                  <a16:creationId xmlns:a16="http://schemas.microsoft.com/office/drawing/2014/main" id="{144FB759-8F70-779A-00B7-EAEB9BBAA351}"/>
                </a:ext>
              </a:extLst>
            </p:cNvPr>
            <p:cNvSpPr>
              <a:spLocks noChangeArrowheads="1"/>
            </p:cNvSpPr>
            <p:nvPr/>
          </p:nvSpPr>
          <p:spPr bwMode="auto">
            <a:xfrm>
              <a:off x="4616" y="1885"/>
              <a:ext cx="318" cy="142"/>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en-US" altLang="zh-CN" sz="1200" dirty="0">
                  <a:latin typeface="Times New Roman" panose="02020603050405020304" pitchFamily="18" charset="0"/>
                </a:rPr>
                <a:t>18</a:t>
              </a:r>
            </a:p>
          </p:txBody>
        </p:sp>
        <p:sp>
          <p:nvSpPr>
            <p:cNvPr id="92227" name="Rectangle 65">
              <a:extLst>
                <a:ext uri="{FF2B5EF4-FFF2-40B4-BE49-F238E27FC236}">
                  <a16:creationId xmlns:a16="http://schemas.microsoft.com/office/drawing/2014/main" id="{DF48A3AC-C5C3-710D-AFAD-CA0D87549FD0}"/>
                </a:ext>
              </a:extLst>
            </p:cNvPr>
            <p:cNvSpPr>
              <a:spLocks noChangeArrowheads="1"/>
            </p:cNvSpPr>
            <p:nvPr/>
          </p:nvSpPr>
          <p:spPr bwMode="auto">
            <a:xfrm>
              <a:off x="4064" y="2235"/>
              <a:ext cx="318" cy="142"/>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endParaRPr lang="zh-CN" altLang="zh-CN" sz="1200">
                <a:latin typeface="Times New Roman" panose="02020603050405020304" pitchFamily="18" charset="0"/>
              </a:endParaRPr>
            </a:p>
          </p:txBody>
        </p:sp>
        <p:sp>
          <p:nvSpPr>
            <p:cNvPr id="92228" name="Rectangle 66">
              <a:extLst>
                <a:ext uri="{FF2B5EF4-FFF2-40B4-BE49-F238E27FC236}">
                  <a16:creationId xmlns:a16="http://schemas.microsoft.com/office/drawing/2014/main" id="{AA8B09B3-21C8-A49B-7AE9-16DBC05252F9}"/>
                </a:ext>
              </a:extLst>
            </p:cNvPr>
            <p:cNvSpPr>
              <a:spLocks noChangeArrowheads="1"/>
            </p:cNvSpPr>
            <p:nvPr/>
          </p:nvSpPr>
          <p:spPr bwMode="auto">
            <a:xfrm>
              <a:off x="4623" y="2240"/>
              <a:ext cx="318" cy="142"/>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endParaRPr lang="zh-CN" altLang="zh-CN" sz="1200">
                <a:latin typeface="Times New Roman" panose="02020603050405020304" pitchFamily="18" charset="0"/>
              </a:endParaRPr>
            </a:p>
          </p:txBody>
        </p:sp>
        <p:sp>
          <p:nvSpPr>
            <p:cNvPr id="92229" name="Text Box 67">
              <a:extLst>
                <a:ext uri="{FF2B5EF4-FFF2-40B4-BE49-F238E27FC236}">
                  <a16:creationId xmlns:a16="http://schemas.microsoft.com/office/drawing/2014/main" id="{FE41B36F-FA99-41D6-A1FA-ED4E2729C6CF}"/>
                </a:ext>
              </a:extLst>
            </p:cNvPr>
            <p:cNvSpPr txBox="1">
              <a:spLocks noChangeArrowheads="1"/>
            </p:cNvSpPr>
            <p:nvPr/>
          </p:nvSpPr>
          <p:spPr bwMode="auto">
            <a:xfrm>
              <a:off x="2445" y="3555"/>
              <a:ext cx="276" cy="149"/>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200">
                  <a:latin typeface="Times New Roman" panose="02020603050405020304" pitchFamily="18" charset="0"/>
                </a:rPr>
                <a:t>LF</a:t>
              </a:r>
            </a:p>
          </p:txBody>
        </p:sp>
        <p:sp>
          <p:nvSpPr>
            <p:cNvPr id="92230" name="Text Box 68">
              <a:extLst>
                <a:ext uri="{FF2B5EF4-FFF2-40B4-BE49-F238E27FC236}">
                  <a16:creationId xmlns:a16="http://schemas.microsoft.com/office/drawing/2014/main" id="{572107E0-2ED8-D0CD-2A72-E4E5BB8236A7}"/>
                </a:ext>
              </a:extLst>
            </p:cNvPr>
            <p:cNvSpPr txBox="1">
              <a:spLocks noChangeArrowheads="1"/>
            </p:cNvSpPr>
            <p:nvPr/>
          </p:nvSpPr>
          <p:spPr bwMode="auto">
            <a:xfrm>
              <a:off x="1876" y="3562"/>
              <a:ext cx="276" cy="149"/>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200">
                  <a:latin typeface="Times New Roman" panose="02020603050405020304" pitchFamily="18" charset="0"/>
                </a:rPr>
                <a:t>LS</a:t>
              </a:r>
            </a:p>
          </p:txBody>
        </p:sp>
        <p:sp>
          <p:nvSpPr>
            <p:cNvPr id="92231" name="Text Box 69">
              <a:extLst>
                <a:ext uri="{FF2B5EF4-FFF2-40B4-BE49-F238E27FC236}">
                  <a16:creationId xmlns:a16="http://schemas.microsoft.com/office/drawing/2014/main" id="{48DD5D2F-12B9-B545-AA4F-BCE054A7C6C8}"/>
                </a:ext>
              </a:extLst>
            </p:cNvPr>
            <p:cNvSpPr txBox="1">
              <a:spLocks noChangeArrowheads="1"/>
            </p:cNvSpPr>
            <p:nvPr/>
          </p:nvSpPr>
          <p:spPr bwMode="auto">
            <a:xfrm>
              <a:off x="2445" y="2945"/>
              <a:ext cx="276" cy="149"/>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200">
                  <a:latin typeface="Times New Roman" panose="02020603050405020304" pitchFamily="18" charset="0"/>
                </a:rPr>
                <a:t>EF</a:t>
              </a:r>
            </a:p>
          </p:txBody>
        </p:sp>
        <p:sp>
          <p:nvSpPr>
            <p:cNvPr id="92232" name="Text Box 70">
              <a:extLst>
                <a:ext uri="{FF2B5EF4-FFF2-40B4-BE49-F238E27FC236}">
                  <a16:creationId xmlns:a16="http://schemas.microsoft.com/office/drawing/2014/main" id="{CEA96EA3-11BC-CB11-58B4-E61FD3D6B702}"/>
                </a:ext>
              </a:extLst>
            </p:cNvPr>
            <p:cNvSpPr txBox="1">
              <a:spLocks noChangeArrowheads="1"/>
            </p:cNvSpPr>
            <p:nvPr/>
          </p:nvSpPr>
          <p:spPr bwMode="auto">
            <a:xfrm>
              <a:off x="1851" y="2938"/>
              <a:ext cx="276" cy="149"/>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200">
                  <a:latin typeface="Times New Roman" panose="02020603050405020304" pitchFamily="18" charset="0"/>
                </a:rPr>
                <a:t>ES</a:t>
              </a:r>
            </a:p>
          </p:txBody>
        </p:sp>
        <p:sp>
          <p:nvSpPr>
            <p:cNvPr id="92233" name="Rectangle 71">
              <a:extLst>
                <a:ext uri="{FF2B5EF4-FFF2-40B4-BE49-F238E27FC236}">
                  <a16:creationId xmlns:a16="http://schemas.microsoft.com/office/drawing/2014/main" id="{C1BF282C-FB09-D6C5-93AB-F8C356CE069D}"/>
                </a:ext>
              </a:extLst>
            </p:cNvPr>
            <p:cNvSpPr>
              <a:spLocks noChangeArrowheads="1"/>
            </p:cNvSpPr>
            <p:nvPr/>
          </p:nvSpPr>
          <p:spPr bwMode="auto">
            <a:xfrm>
              <a:off x="1851" y="3080"/>
              <a:ext cx="879" cy="496"/>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88000"/>
                </a:lnSpc>
                <a:spcBef>
                  <a:spcPct val="0"/>
                </a:spcBef>
                <a:buClrTx/>
                <a:buFontTx/>
                <a:buNone/>
              </a:pPr>
              <a:endParaRPr lang="en-US" altLang="zh-CN" sz="1200" dirty="0">
                <a:latin typeface="Times New Roman" panose="02020603050405020304" pitchFamily="18" charset="0"/>
              </a:endParaRPr>
            </a:p>
            <a:p>
              <a:pPr algn="ctr">
                <a:lnSpc>
                  <a:spcPct val="88000"/>
                </a:lnSpc>
                <a:spcBef>
                  <a:spcPct val="0"/>
                </a:spcBef>
                <a:buClrTx/>
                <a:buFontTx/>
                <a:buNone/>
              </a:pPr>
              <a:endParaRPr lang="en-US" altLang="zh-CN" sz="1200" dirty="0">
                <a:latin typeface="Times New Roman" panose="02020603050405020304" pitchFamily="18" charset="0"/>
              </a:endParaRPr>
            </a:p>
            <a:p>
              <a:pPr algn="ctr">
                <a:lnSpc>
                  <a:spcPct val="88000"/>
                </a:lnSpc>
                <a:spcBef>
                  <a:spcPct val="0"/>
                </a:spcBef>
                <a:buClrTx/>
                <a:buFontTx/>
                <a:buNone/>
              </a:pPr>
              <a:r>
                <a:rPr lang="en-US" altLang="zh-CN" sz="1200" dirty="0">
                  <a:latin typeface="Times New Roman" panose="02020603050405020304" pitchFamily="18" charset="0"/>
                </a:rPr>
                <a:t>Duration=2</a:t>
              </a:r>
            </a:p>
            <a:p>
              <a:pPr algn="ctr">
                <a:lnSpc>
                  <a:spcPct val="88000"/>
                </a:lnSpc>
                <a:spcBef>
                  <a:spcPct val="0"/>
                </a:spcBef>
                <a:buClrTx/>
                <a:buFontTx/>
                <a:buNone/>
              </a:pPr>
              <a:r>
                <a:rPr lang="en-US" altLang="zh-CN" sz="1200" dirty="0">
                  <a:latin typeface="Times New Roman" panose="02020603050405020304" pitchFamily="18" charset="0"/>
                </a:rPr>
                <a:t>Task E</a:t>
              </a:r>
            </a:p>
          </p:txBody>
        </p:sp>
        <p:sp>
          <p:nvSpPr>
            <p:cNvPr id="92234" name="Rectangle 72">
              <a:extLst>
                <a:ext uri="{FF2B5EF4-FFF2-40B4-BE49-F238E27FC236}">
                  <a16:creationId xmlns:a16="http://schemas.microsoft.com/office/drawing/2014/main" id="{3C80376D-3FA7-9F5B-E10E-199D7D3738E6}"/>
                </a:ext>
              </a:extLst>
            </p:cNvPr>
            <p:cNvSpPr>
              <a:spLocks noChangeArrowheads="1"/>
            </p:cNvSpPr>
            <p:nvPr/>
          </p:nvSpPr>
          <p:spPr bwMode="auto">
            <a:xfrm>
              <a:off x="1851" y="3084"/>
              <a:ext cx="318" cy="142"/>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en-US" altLang="zh-CN" sz="1200" dirty="0">
                  <a:latin typeface="Times New Roman" panose="02020603050405020304" pitchFamily="18" charset="0"/>
                </a:rPr>
                <a:t>3</a:t>
              </a:r>
            </a:p>
          </p:txBody>
        </p:sp>
        <p:sp>
          <p:nvSpPr>
            <p:cNvPr id="92235" name="Rectangle 73">
              <a:extLst>
                <a:ext uri="{FF2B5EF4-FFF2-40B4-BE49-F238E27FC236}">
                  <a16:creationId xmlns:a16="http://schemas.microsoft.com/office/drawing/2014/main" id="{D5178886-2838-31A4-8CBD-5C0AD8F9F552}"/>
                </a:ext>
              </a:extLst>
            </p:cNvPr>
            <p:cNvSpPr>
              <a:spLocks noChangeArrowheads="1"/>
            </p:cNvSpPr>
            <p:nvPr/>
          </p:nvSpPr>
          <p:spPr bwMode="auto">
            <a:xfrm>
              <a:off x="2412" y="3084"/>
              <a:ext cx="318" cy="142"/>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en-US" altLang="zh-CN" sz="1200" dirty="0">
                  <a:latin typeface="Times New Roman" panose="02020603050405020304" pitchFamily="18" charset="0"/>
                </a:rPr>
                <a:t>5</a:t>
              </a:r>
            </a:p>
          </p:txBody>
        </p:sp>
        <p:sp>
          <p:nvSpPr>
            <p:cNvPr id="92236" name="Rectangle 74">
              <a:extLst>
                <a:ext uri="{FF2B5EF4-FFF2-40B4-BE49-F238E27FC236}">
                  <a16:creationId xmlns:a16="http://schemas.microsoft.com/office/drawing/2014/main" id="{F8A6DA60-6FC5-F52B-8138-2A0D5817F15C}"/>
                </a:ext>
              </a:extLst>
            </p:cNvPr>
            <p:cNvSpPr>
              <a:spLocks noChangeArrowheads="1"/>
            </p:cNvSpPr>
            <p:nvPr/>
          </p:nvSpPr>
          <p:spPr bwMode="auto">
            <a:xfrm>
              <a:off x="1859" y="3434"/>
              <a:ext cx="318" cy="142"/>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endParaRPr lang="zh-CN" altLang="zh-CN" sz="1200">
                <a:latin typeface="Times New Roman" panose="02020603050405020304" pitchFamily="18" charset="0"/>
              </a:endParaRPr>
            </a:p>
          </p:txBody>
        </p:sp>
        <p:sp>
          <p:nvSpPr>
            <p:cNvPr id="92237" name="Rectangle 75">
              <a:extLst>
                <a:ext uri="{FF2B5EF4-FFF2-40B4-BE49-F238E27FC236}">
                  <a16:creationId xmlns:a16="http://schemas.microsoft.com/office/drawing/2014/main" id="{0269E495-1C05-49E3-2171-9267410DE4ED}"/>
                </a:ext>
              </a:extLst>
            </p:cNvPr>
            <p:cNvSpPr>
              <a:spLocks noChangeArrowheads="1"/>
            </p:cNvSpPr>
            <p:nvPr/>
          </p:nvSpPr>
          <p:spPr bwMode="auto">
            <a:xfrm>
              <a:off x="2433" y="3439"/>
              <a:ext cx="318" cy="142"/>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endParaRPr lang="zh-CN" altLang="zh-CN" sz="1200">
                <a:latin typeface="Times New Roman" panose="02020603050405020304" pitchFamily="18" charset="0"/>
              </a:endParaRPr>
            </a:p>
          </p:txBody>
        </p:sp>
        <p:sp>
          <p:nvSpPr>
            <p:cNvPr id="92238" name="Line 76">
              <a:extLst>
                <a:ext uri="{FF2B5EF4-FFF2-40B4-BE49-F238E27FC236}">
                  <a16:creationId xmlns:a16="http://schemas.microsoft.com/office/drawing/2014/main" id="{876CDA7C-4DBB-6703-E403-8B926AD939E2}"/>
                </a:ext>
              </a:extLst>
            </p:cNvPr>
            <p:cNvSpPr>
              <a:spLocks noChangeShapeType="1"/>
            </p:cNvSpPr>
            <p:nvPr/>
          </p:nvSpPr>
          <p:spPr bwMode="auto">
            <a:xfrm>
              <a:off x="550" y="1569"/>
              <a:ext cx="10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39" name="Line 77">
              <a:extLst>
                <a:ext uri="{FF2B5EF4-FFF2-40B4-BE49-F238E27FC236}">
                  <a16:creationId xmlns:a16="http://schemas.microsoft.com/office/drawing/2014/main" id="{BC18AE0C-7C37-D96E-2011-A52036E5203B}"/>
                </a:ext>
              </a:extLst>
            </p:cNvPr>
            <p:cNvSpPr>
              <a:spLocks noChangeShapeType="1"/>
            </p:cNvSpPr>
            <p:nvPr/>
          </p:nvSpPr>
          <p:spPr bwMode="auto">
            <a:xfrm>
              <a:off x="558" y="1569"/>
              <a:ext cx="0" cy="9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40" name="Line 78">
              <a:extLst>
                <a:ext uri="{FF2B5EF4-FFF2-40B4-BE49-F238E27FC236}">
                  <a16:creationId xmlns:a16="http://schemas.microsoft.com/office/drawing/2014/main" id="{7F613FBD-542D-277E-4735-60C932191FF4}"/>
                </a:ext>
              </a:extLst>
            </p:cNvPr>
            <p:cNvSpPr>
              <a:spLocks noChangeShapeType="1"/>
            </p:cNvSpPr>
            <p:nvPr/>
          </p:nvSpPr>
          <p:spPr bwMode="auto">
            <a:xfrm flipV="1">
              <a:off x="550" y="2512"/>
              <a:ext cx="138"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41" name="Line 79">
              <a:extLst>
                <a:ext uri="{FF2B5EF4-FFF2-40B4-BE49-F238E27FC236}">
                  <a16:creationId xmlns:a16="http://schemas.microsoft.com/office/drawing/2014/main" id="{0626BA1A-3307-D787-510D-7A86967B04AA}"/>
                </a:ext>
              </a:extLst>
            </p:cNvPr>
            <p:cNvSpPr>
              <a:spLocks noChangeShapeType="1"/>
            </p:cNvSpPr>
            <p:nvPr/>
          </p:nvSpPr>
          <p:spPr bwMode="auto">
            <a:xfrm>
              <a:off x="301" y="2087"/>
              <a:ext cx="24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42" name="Line 80">
              <a:extLst>
                <a:ext uri="{FF2B5EF4-FFF2-40B4-BE49-F238E27FC236}">
                  <a16:creationId xmlns:a16="http://schemas.microsoft.com/office/drawing/2014/main" id="{CEE0EC9B-7A6B-7820-1EF9-DCE5A4A79270}"/>
                </a:ext>
              </a:extLst>
            </p:cNvPr>
            <p:cNvSpPr>
              <a:spLocks noChangeShapeType="1"/>
            </p:cNvSpPr>
            <p:nvPr/>
          </p:nvSpPr>
          <p:spPr bwMode="auto">
            <a:xfrm>
              <a:off x="1524" y="1583"/>
              <a:ext cx="327"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243" name="Line 81">
              <a:extLst>
                <a:ext uri="{FF2B5EF4-FFF2-40B4-BE49-F238E27FC236}">
                  <a16:creationId xmlns:a16="http://schemas.microsoft.com/office/drawing/2014/main" id="{1284FC6E-180C-84EA-55B1-60EFE356A61D}"/>
                </a:ext>
              </a:extLst>
            </p:cNvPr>
            <p:cNvSpPr>
              <a:spLocks noChangeShapeType="1"/>
            </p:cNvSpPr>
            <p:nvPr/>
          </p:nvSpPr>
          <p:spPr bwMode="auto">
            <a:xfrm>
              <a:off x="2730" y="1626"/>
              <a:ext cx="27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244" name="Line 82">
              <a:extLst>
                <a:ext uri="{FF2B5EF4-FFF2-40B4-BE49-F238E27FC236}">
                  <a16:creationId xmlns:a16="http://schemas.microsoft.com/office/drawing/2014/main" id="{6EF6D742-19D0-1DC6-4201-D13CF43A7DD5}"/>
                </a:ext>
              </a:extLst>
            </p:cNvPr>
            <p:cNvSpPr>
              <a:spLocks noChangeShapeType="1"/>
            </p:cNvSpPr>
            <p:nvPr/>
          </p:nvSpPr>
          <p:spPr bwMode="auto">
            <a:xfrm>
              <a:off x="1549" y="2385"/>
              <a:ext cx="25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245" name="Line 83">
              <a:extLst>
                <a:ext uri="{FF2B5EF4-FFF2-40B4-BE49-F238E27FC236}">
                  <a16:creationId xmlns:a16="http://schemas.microsoft.com/office/drawing/2014/main" id="{558C97F8-B2A1-38EF-FB53-7DF2D9FFEC1B}"/>
                </a:ext>
              </a:extLst>
            </p:cNvPr>
            <p:cNvSpPr>
              <a:spLocks noChangeShapeType="1"/>
            </p:cNvSpPr>
            <p:nvPr/>
          </p:nvSpPr>
          <p:spPr bwMode="auto">
            <a:xfrm>
              <a:off x="2695" y="2427"/>
              <a:ext cx="301"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2246" name="Line 84">
              <a:extLst>
                <a:ext uri="{FF2B5EF4-FFF2-40B4-BE49-F238E27FC236}">
                  <a16:creationId xmlns:a16="http://schemas.microsoft.com/office/drawing/2014/main" id="{CFA2B200-3C12-09A6-BED3-1C8E6BFEDA7F}"/>
                </a:ext>
              </a:extLst>
            </p:cNvPr>
            <p:cNvSpPr>
              <a:spLocks noChangeShapeType="1"/>
            </p:cNvSpPr>
            <p:nvPr/>
          </p:nvSpPr>
          <p:spPr bwMode="auto">
            <a:xfrm>
              <a:off x="4934" y="2136"/>
              <a:ext cx="16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cxnSp>
          <p:nvCxnSpPr>
            <p:cNvPr id="92247" name="AutoShape 85">
              <a:extLst>
                <a:ext uri="{FF2B5EF4-FFF2-40B4-BE49-F238E27FC236}">
                  <a16:creationId xmlns:a16="http://schemas.microsoft.com/office/drawing/2014/main" id="{44A179A9-EF8B-59C1-59B2-8EC3B7CB67E5}"/>
                </a:ext>
              </a:extLst>
            </p:cNvPr>
            <p:cNvCxnSpPr>
              <a:cxnSpLocks noChangeShapeType="1"/>
              <a:stCxn id="92180" idx="3"/>
              <a:endCxn id="92233" idx="1"/>
            </p:cNvCxnSpPr>
            <p:nvPr/>
          </p:nvCxnSpPr>
          <p:spPr bwMode="auto">
            <a:xfrm>
              <a:off x="1541" y="2463"/>
              <a:ext cx="310" cy="865"/>
            </a:xfrm>
            <a:prstGeom prst="bentConnector3">
              <a:avLst>
                <a:gd name="adj1" fmla="val 50000"/>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cxnSp>
        <p:cxnSp>
          <p:nvCxnSpPr>
            <p:cNvPr id="92248" name="AutoShape 86">
              <a:extLst>
                <a:ext uri="{FF2B5EF4-FFF2-40B4-BE49-F238E27FC236}">
                  <a16:creationId xmlns:a16="http://schemas.microsoft.com/office/drawing/2014/main" id="{BF34113C-B19C-6448-C953-4B99B2E5BE1A}"/>
                </a:ext>
              </a:extLst>
            </p:cNvPr>
            <p:cNvCxnSpPr>
              <a:cxnSpLocks noChangeShapeType="1"/>
              <a:stCxn id="92233" idx="3"/>
              <a:endCxn id="92215" idx="1"/>
            </p:cNvCxnSpPr>
            <p:nvPr/>
          </p:nvCxnSpPr>
          <p:spPr bwMode="auto">
            <a:xfrm flipV="1">
              <a:off x="2730" y="2555"/>
              <a:ext cx="258" cy="773"/>
            </a:xfrm>
            <a:prstGeom prst="bentConnector3">
              <a:avLst>
                <a:gd name="adj1" fmla="val 50000"/>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cxnSp>
        <p:cxnSp>
          <p:nvCxnSpPr>
            <p:cNvPr id="92249" name="AutoShape 87">
              <a:extLst>
                <a:ext uri="{FF2B5EF4-FFF2-40B4-BE49-F238E27FC236}">
                  <a16:creationId xmlns:a16="http://schemas.microsoft.com/office/drawing/2014/main" id="{E6D3C08A-1EAD-BF4F-DC44-FB5A4C315202}"/>
                </a:ext>
              </a:extLst>
            </p:cNvPr>
            <p:cNvCxnSpPr>
              <a:cxnSpLocks noChangeShapeType="1"/>
              <a:stCxn id="92215" idx="3"/>
              <a:endCxn id="92227" idx="1"/>
            </p:cNvCxnSpPr>
            <p:nvPr/>
          </p:nvCxnSpPr>
          <p:spPr bwMode="auto">
            <a:xfrm flipV="1">
              <a:off x="3866" y="2306"/>
              <a:ext cx="198" cy="249"/>
            </a:xfrm>
            <a:prstGeom prst="bentConnector3">
              <a:avLst>
                <a:gd name="adj1" fmla="val 50000"/>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cxnSp>
        <p:cxnSp>
          <p:nvCxnSpPr>
            <p:cNvPr id="92250" name="AutoShape 88">
              <a:extLst>
                <a:ext uri="{FF2B5EF4-FFF2-40B4-BE49-F238E27FC236}">
                  <a16:creationId xmlns:a16="http://schemas.microsoft.com/office/drawing/2014/main" id="{A3B73F02-BCE4-4B03-9C06-6E57B2616391}"/>
                </a:ext>
              </a:extLst>
            </p:cNvPr>
            <p:cNvCxnSpPr>
              <a:cxnSpLocks noChangeShapeType="1"/>
              <a:stCxn id="92206" idx="3"/>
              <a:endCxn id="92225" idx="1"/>
            </p:cNvCxnSpPr>
            <p:nvPr/>
          </p:nvCxnSpPr>
          <p:spPr bwMode="auto">
            <a:xfrm>
              <a:off x="3884" y="1640"/>
              <a:ext cx="172" cy="316"/>
            </a:xfrm>
            <a:prstGeom prst="bentConnector3">
              <a:avLst>
                <a:gd name="adj1" fmla="val 50000"/>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cxnSp>
        <p:sp>
          <p:nvSpPr>
            <p:cNvPr id="92251" name="Text Box 89">
              <a:extLst>
                <a:ext uri="{FF2B5EF4-FFF2-40B4-BE49-F238E27FC236}">
                  <a16:creationId xmlns:a16="http://schemas.microsoft.com/office/drawing/2014/main" id="{A9B62CE2-74DF-6BB2-1A12-77B671CB93CA}"/>
                </a:ext>
              </a:extLst>
            </p:cNvPr>
            <p:cNvSpPr txBox="1">
              <a:spLocks noChangeArrowheads="1"/>
            </p:cNvSpPr>
            <p:nvPr/>
          </p:nvSpPr>
          <p:spPr bwMode="auto">
            <a:xfrm>
              <a:off x="5096" y="2012"/>
              <a:ext cx="413" cy="221"/>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lang="en-US" altLang="zh-CN" sz="1200" dirty="0">
                  <a:latin typeface="Times New Roman" panose="02020603050405020304" pitchFamily="18" charset="0"/>
                </a:rPr>
                <a:t>Finish</a:t>
              </a:r>
            </a:p>
          </p:txBody>
        </p:sp>
      </p:grpSp>
      <p:sp>
        <p:nvSpPr>
          <p:cNvPr id="92166" name="Text Box 90">
            <a:extLst>
              <a:ext uri="{FF2B5EF4-FFF2-40B4-BE49-F238E27FC236}">
                <a16:creationId xmlns:a16="http://schemas.microsoft.com/office/drawing/2014/main" id="{756ECE24-5BA7-6B07-AA68-9FDFC5B104C7}"/>
              </a:ext>
            </a:extLst>
          </p:cNvPr>
          <p:cNvSpPr txBox="1">
            <a:spLocks noChangeArrowheads="1"/>
          </p:cNvSpPr>
          <p:nvPr/>
        </p:nvSpPr>
        <p:spPr bwMode="auto">
          <a:xfrm>
            <a:off x="250825" y="3740168"/>
            <a:ext cx="519113" cy="289796"/>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64000"/>
              </a:lnSpc>
              <a:spcBef>
                <a:spcPct val="0"/>
              </a:spcBef>
              <a:buClrTx/>
              <a:buFontTx/>
              <a:buNone/>
            </a:pPr>
            <a:r>
              <a:rPr lang="en-US" altLang="zh-CN" sz="1200" dirty="0">
                <a:latin typeface="Times New Roman" panose="02020603050405020304" pitchFamily="18" charset="0"/>
              </a:rPr>
              <a:t>Start</a:t>
            </a:r>
          </a:p>
        </p:txBody>
      </p:sp>
      <p:sp>
        <p:nvSpPr>
          <p:cNvPr id="2" name="Rectangle 39">
            <a:extLst>
              <a:ext uri="{FF2B5EF4-FFF2-40B4-BE49-F238E27FC236}">
                <a16:creationId xmlns:a16="http://schemas.microsoft.com/office/drawing/2014/main" id="{4ACDE678-C2B9-9C17-05C4-6FBA1AA5D3B0}"/>
              </a:ext>
            </a:extLst>
          </p:cNvPr>
          <p:cNvSpPr>
            <a:spLocks noChangeArrowheads="1"/>
          </p:cNvSpPr>
          <p:nvPr/>
        </p:nvSpPr>
        <p:spPr bwMode="auto">
          <a:xfrm>
            <a:off x="4118371" y="4855176"/>
            <a:ext cx="504825" cy="250921"/>
          </a:xfrm>
          <a:prstGeom prst="rect">
            <a:avLst/>
          </a:prstGeom>
          <a:solidFill>
            <a:srgbClr val="FFFF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endParaRPr lang="zh-CN" altLang="zh-CN" sz="1200">
              <a:latin typeface="Times New Roman" panose="02020603050405020304" pitchFamily="18"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661D6822-E85C-E7B9-77AB-39FD35C083BE}"/>
              </a:ext>
            </a:extLst>
          </p:cNvPr>
          <p:cNvSpPr>
            <a:spLocks noGrp="1" noChangeArrowheads="1"/>
          </p:cNvSpPr>
          <p:nvPr>
            <p:ph type="title"/>
          </p:nvPr>
        </p:nvSpPr>
        <p:spPr/>
        <p:txBody>
          <a:bodyPr/>
          <a:lstStyle/>
          <a:p>
            <a:pPr eaLnBrk="1" hangingPunct="1"/>
            <a:r>
              <a:rPr lang="en-US" altLang="zh-CN" dirty="0"/>
              <a:t>7.3 </a:t>
            </a:r>
            <a:r>
              <a:rPr kumimoji="1" lang="zh-CN" altLang="en-US" dirty="0"/>
              <a:t>软件项目进度计划</a:t>
            </a:r>
          </a:p>
        </p:txBody>
      </p:sp>
      <p:sp>
        <p:nvSpPr>
          <p:cNvPr id="93187" name="Rectangle 3">
            <a:extLst>
              <a:ext uri="{FF2B5EF4-FFF2-40B4-BE49-F238E27FC236}">
                <a16:creationId xmlns:a16="http://schemas.microsoft.com/office/drawing/2014/main" id="{DE6CFADA-B9A6-72F4-3AE5-9CC46BA9367A}"/>
              </a:ext>
            </a:extLst>
          </p:cNvPr>
          <p:cNvSpPr>
            <a:spLocks noGrp="1" noChangeArrowheads="1"/>
          </p:cNvSpPr>
          <p:nvPr>
            <p:ph type="body" idx="1"/>
          </p:nvPr>
        </p:nvSpPr>
        <p:spPr>
          <a:xfrm>
            <a:off x="684213" y="1989138"/>
            <a:ext cx="8280400" cy="4868862"/>
          </a:xfrm>
        </p:spPr>
        <p:txBody>
          <a:bodyPr/>
          <a:lstStyle/>
          <a:p>
            <a:pPr eaLnBrk="1" hangingPunct="1"/>
            <a:r>
              <a:rPr lang="zh-CN" altLang="en-US" sz="2400" dirty="0">
                <a:solidFill>
                  <a:schemeClr val="accent2"/>
                </a:solidFill>
                <a:latin typeface="黑体" panose="02010609060101010101" pitchFamily="49" charset="-122"/>
                <a:ea typeface="黑体" panose="02010609060101010101" pitchFamily="49" charset="-122"/>
              </a:rPr>
              <a:t>逆推法</a:t>
            </a:r>
            <a:r>
              <a:rPr lang="en-US" altLang="zh-CN" sz="2400" dirty="0">
                <a:solidFill>
                  <a:schemeClr val="accent2"/>
                </a:solidFill>
                <a:latin typeface="黑体" panose="02010609060101010101" pitchFamily="49" charset="-122"/>
                <a:ea typeface="黑体" panose="02010609060101010101" pitchFamily="49" charset="-122"/>
              </a:rPr>
              <a:t>(</a:t>
            </a:r>
            <a:r>
              <a:rPr lang="en-US" altLang="zh-CN" sz="2400" dirty="0">
                <a:solidFill>
                  <a:schemeClr val="accent2"/>
                </a:solidFill>
                <a:ea typeface="黑体" panose="02010609060101010101" pitchFamily="49" charset="-122"/>
              </a:rPr>
              <a:t>Backward pass</a:t>
            </a:r>
            <a:r>
              <a:rPr lang="en-US" altLang="zh-CN" sz="2400" dirty="0">
                <a:solidFill>
                  <a:schemeClr val="accent2"/>
                </a:solidFill>
                <a:latin typeface="黑体" panose="02010609060101010101" pitchFamily="49" charset="-122"/>
                <a:ea typeface="黑体" panose="02010609060101010101" pitchFamily="49" charset="-122"/>
              </a:rPr>
              <a:t>)</a:t>
            </a:r>
          </a:p>
          <a:p>
            <a:pPr eaLnBrk="1" hangingPunct="1">
              <a:buFont typeface="Wingdings 2" panose="05020102010507070707" pitchFamily="18" charset="2"/>
              <a:buNone/>
            </a:pPr>
            <a:r>
              <a:rPr lang="en-US" altLang="zh-CN" b="0" dirty="0">
                <a:solidFill>
                  <a:srgbClr val="B0AC00"/>
                </a:solidFill>
                <a:latin typeface="黑体" panose="02010609060101010101" pitchFamily="49" charset="-122"/>
                <a:ea typeface="黑体" panose="02010609060101010101" pitchFamily="49" charset="-122"/>
              </a:rPr>
              <a:t>  </a:t>
            </a:r>
            <a:r>
              <a:rPr lang="en-US" altLang="zh-CN" sz="2000" b="0" dirty="0">
                <a:solidFill>
                  <a:srgbClr val="CA5B08"/>
                </a:solidFill>
                <a:ea typeface="黑体" panose="02010609060101010101" pitchFamily="49" charset="-122"/>
              </a:rPr>
              <a:t>——</a:t>
            </a:r>
            <a:r>
              <a:rPr lang="zh-CN" altLang="en-US" sz="2000" b="0" dirty="0">
                <a:solidFill>
                  <a:srgbClr val="CA5B08"/>
                </a:solidFill>
                <a:latin typeface="黑体" panose="02010609060101010101" pitchFamily="49" charset="-122"/>
                <a:ea typeface="黑体" panose="02010609060101010101" pitchFamily="49" charset="-122"/>
              </a:rPr>
              <a:t>按照逆时间顺序计算最晚开始时间和最晚结束时间的方法</a:t>
            </a:r>
            <a:r>
              <a:rPr lang="en-US" altLang="zh-CN" sz="2000" b="0" dirty="0">
                <a:solidFill>
                  <a:srgbClr val="CA5B08"/>
                </a:solidFill>
                <a:latin typeface="黑体" panose="02010609060101010101" pitchFamily="49" charset="-122"/>
                <a:ea typeface="黑体" panose="02010609060101010101" pitchFamily="49" charset="-122"/>
              </a:rPr>
              <a:t>,</a:t>
            </a:r>
            <a:r>
              <a:rPr lang="zh-CN" altLang="en-US" sz="2000" b="0" dirty="0">
                <a:solidFill>
                  <a:srgbClr val="CA5B08"/>
                </a:solidFill>
                <a:latin typeface="黑体" panose="02010609060101010101" pitchFamily="49" charset="-122"/>
                <a:ea typeface="黑体" panose="02010609060101010101" pitchFamily="49" charset="-122"/>
              </a:rPr>
              <a:t>称为逆推法</a:t>
            </a:r>
            <a:r>
              <a:rPr lang="en-US" altLang="zh-CN" sz="2000" b="0" dirty="0">
                <a:solidFill>
                  <a:srgbClr val="CA5B08"/>
                </a:solidFill>
                <a:latin typeface="黑体" panose="02010609060101010101" pitchFamily="49" charset="-122"/>
                <a:ea typeface="黑体" panose="02010609060101010101" pitchFamily="49" charset="-122"/>
              </a:rPr>
              <a:t>.</a:t>
            </a:r>
            <a:r>
              <a:rPr lang="en-US" altLang="zh-CN" sz="2000" b="0" dirty="0">
                <a:solidFill>
                  <a:srgbClr val="B0AC00"/>
                </a:solidFill>
                <a:latin typeface="黑体" panose="02010609060101010101" pitchFamily="49" charset="-122"/>
                <a:ea typeface="黑体" panose="02010609060101010101" pitchFamily="49" charset="-122"/>
              </a:rPr>
              <a:t> </a:t>
            </a:r>
          </a:p>
          <a:p>
            <a:pPr lvl="1" eaLnBrk="1" hangingPunct="1">
              <a:lnSpc>
                <a:spcPct val="110000"/>
              </a:lnSpc>
            </a:pPr>
            <a:r>
              <a:rPr lang="zh-CN" altLang="en-US" sz="2000" dirty="0">
                <a:latin typeface="宋体" panose="02010600030101010101" pitchFamily="2" charset="-122"/>
              </a:rPr>
              <a:t>首先建立项目的结束时间</a:t>
            </a:r>
          </a:p>
          <a:p>
            <a:pPr lvl="1" eaLnBrk="1" hangingPunct="1">
              <a:lnSpc>
                <a:spcPct val="110000"/>
              </a:lnSpc>
            </a:pPr>
            <a:r>
              <a:rPr lang="zh-CN" altLang="en-US" sz="2000" dirty="0">
                <a:latin typeface="宋体" panose="02010600030101010101" pitchFamily="2" charset="-122"/>
              </a:rPr>
              <a:t>项目的结束时间是网络图中最后一个活动的最晚结束时间</a:t>
            </a:r>
          </a:p>
          <a:p>
            <a:pPr lvl="1" eaLnBrk="1" hangingPunct="1">
              <a:lnSpc>
                <a:spcPct val="110000"/>
              </a:lnSpc>
            </a:pPr>
            <a:r>
              <a:rPr lang="zh-CN" altLang="en-US" sz="2000" dirty="0">
                <a:latin typeface="宋体" panose="02010600030101010101" pitchFamily="2" charset="-122"/>
              </a:rPr>
              <a:t>从右到左，从下到上进行计算</a:t>
            </a:r>
          </a:p>
          <a:p>
            <a:pPr lvl="1" eaLnBrk="1" hangingPunct="1">
              <a:lnSpc>
                <a:spcPct val="110000"/>
              </a:lnSpc>
            </a:pPr>
            <a:r>
              <a:rPr lang="zh-CN" altLang="en-US" sz="2000" dirty="0">
                <a:solidFill>
                  <a:srgbClr val="FF0000"/>
                </a:solidFill>
                <a:latin typeface="宋体" panose="02010600030101010101" pitchFamily="2" charset="-122"/>
              </a:rPr>
              <a:t> 当一个前置任务有多个后置任务时，选择其中最小最晚开始日期作为其前置任务的最晚完成日期</a:t>
            </a:r>
          </a:p>
          <a:p>
            <a:pPr lvl="1" eaLnBrk="1" hangingPunct="1">
              <a:lnSpc>
                <a:spcPct val="110000"/>
              </a:lnSpc>
            </a:pPr>
            <a:r>
              <a:rPr lang="zh-CN" altLang="en-US" sz="2000" dirty="0">
                <a:latin typeface="宋体" panose="02010600030101010101" pitchFamily="2" charset="-122"/>
              </a:rPr>
              <a:t>公式</a:t>
            </a:r>
            <a:r>
              <a:rPr lang="en-US" altLang="zh-CN" sz="2000" dirty="0">
                <a:latin typeface="宋体" panose="02010600030101010101" pitchFamily="2" charset="-122"/>
              </a:rPr>
              <a:t>:</a:t>
            </a:r>
          </a:p>
          <a:p>
            <a:pPr lvl="2" eaLnBrk="1" hangingPunct="1">
              <a:lnSpc>
                <a:spcPct val="110000"/>
              </a:lnSpc>
            </a:pPr>
            <a:r>
              <a:rPr lang="en-US" altLang="zh-CN" dirty="0"/>
              <a:t>LF-Duration=LS</a:t>
            </a:r>
          </a:p>
          <a:p>
            <a:pPr lvl="2" eaLnBrk="1" hangingPunct="1">
              <a:lnSpc>
                <a:spcPct val="110000"/>
              </a:lnSpc>
            </a:pPr>
            <a:r>
              <a:rPr lang="en-US" altLang="zh-CN" dirty="0"/>
              <a:t>LS-Lag=</a:t>
            </a:r>
            <a:r>
              <a:rPr lang="en-US" altLang="zh-CN" dirty="0" err="1"/>
              <a:t>LFp</a:t>
            </a:r>
            <a:endParaRPr lang="en-US" altLang="zh-CN" dirty="0"/>
          </a:p>
          <a:p>
            <a:pPr eaLnBrk="1" hangingPunct="1"/>
            <a:endParaRPr lang="en-US" altLang="zh-CN" sz="2000" dirty="0">
              <a:solidFill>
                <a:schemeClr val="accent2"/>
              </a:solidFill>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E91BFC6F-86C9-F796-AEFB-C2F7F0C94FB0}"/>
              </a:ext>
            </a:extLst>
          </p:cNvPr>
          <p:cNvSpPr>
            <a:spLocks noGrp="1" noChangeArrowheads="1"/>
          </p:cNvSpPr>
          <p:nvPr>
            <p:ph type="title"/>
          </p:nvPr>
        </p:nvSpPr>
        <p:spPr/>
        <p:txBody>
          <a:bodyPr/>
          <a:lstStyle/>
          <a:p>
            <a:pPr eaLnBrk="1" hangingPunct="1"/>
            <a:r>
              <a:rPr lang="en-US" altLang="zh-CN" dirty="0"/>
              <a:t>7.3 </a:t>
            </a:r>
            <a:r>
              <a:rPr kumimoji="1" lang="zh-CN" altLang="en-US" dirty="0"/>
              <a:t>软件项目进度计划</a:t>
            </a:r>
          </a:p>
        </p:txBody>
      </p:sp>
      <p:sp>
        <p:nvSpPr>
          <p:cNvPr id="94211" name="Rectangle 3">
            <a:extLst>
              <a:ext uri="{FF2B5EF4-FFF2-40B4-BE49-F238E27FC236}">
                <a16:creationId xmlns:a16="http://schemas.microsoft.com/office/drawing/2014/main" id="{AD5E354E-477B-6F11-63A3-F7BF685CA56A}"/>
              </a:ext>
            </a:extLst>
          </p:cNvPr>
          <p:cNvSpPr>
            <a:spLocks noGrp="1" noChangeArrowheads="1"/>
          </p:cNvSpPr>
          <p:nvPr>
            <p:ph type="body" idx="1"/>
          </p:nvPr>
        </p:nvSpPr>
        <p:spPr>
          <a:xfrm>
            <a:off x="539750" y="1916113"/>
            <a:ext cx="8424863" cy="4941887"/>
          </a:xfrm>
        </p:spPr>
        <p:txBody>
          <a:bodyPr/>
          <a:lstStyle/>
          <a:p>
            <a:pPr eaLnBrk="1" hangingPunct="1"/>
            <a:r>
              <a:rPr lang="zh-CN" altLang="en-US" sz="2000" dirty="0">
                <a:solidFill>
                  <a:schemeClr val="accent2"/>
                </a:solidFill>
                <a:latin typeface="黑体" panose="02010609060101010101" pitchFamily="49" charset="-122"/>
                <a:ea typeface="黑体" panose="02010609060101010101" pitchFamily="49" charset="-122"/>
              </a:rPr>
              <a:t>逆推法实例</a:t>
            </a:r>
          </a:p>
        </p:txBody>
      </p:sp>
      <p:grpSp>
        <p:nvGrpSpPr>
          <p:cNvPr id="94212" name="Group 94">
            <a:extLst>
              <a:ext uri="{FF2B5EF4-FFF2-40B4-BE49-F238E27FC236}">
                <a16:creationId xmlns:a16="http://schemas.microsoft.com/office/drawing/2014/main" id="{79B912BE-4D41-9E58-9EDD-0B724A74A321}"/>
              </a:ext>
            </a:extLst>
          </p:cNvPr>
          <p:cNvGrpSpPr>
            <a:grpSpLocks/>
          </p:cNvGrpSpPr>
          <p:nvPr/>
        </p:nvGrpSpPr>
        <p:grpSpPr bwMode="auto">
          <a:xfrm>
            <a:off x="239713" y="2420938"/>
            <a:ext cx="8985250" cy="4313237"/>
            <a:chOff x="242" y="1525"/>
            <a:chExt cx="5660" cy="2717"/>
          </a:xfrm>
        </p:grpSpPr>
        <p:grpSp>
          <p:nvGrpSpPr>
            <p:cNvPr id="94213" name="Group 4">
              <a:extLst>
                <a:ext uri="{FF2B5EF4-FFF2-40B4-BE49-F238E27FC236}">
                  <a16:creationId xmlns:a16="http://schemas.microsoft.com/office/drawing/2014/main" id="{0881477C-EC86-D523-F619-593E9D199EB8}"/>
                </a:ext>
              </a:extLst>
            </p:cNvPr>
            <p:cNvGrpSpPr>
              <a:grpSpLocks/>
            </p:cNvGrpSpPr>
            <p:nvPr/>
          </p:nvGrpSpPr>
          <p:grpSpPr bwMode="auto">
            <a:xfrm>
              <a:off x="242" y="1525"/>
              <a:ext cx="5216" cy="2717"/>
              <a:chOff x="-155" y="1008"/>
              <a:chExt cx="5613" cy="2584"/>
            </a:xfrm>
          </p:grpSpPr>
          <p:sp>
            <p:nvSpPr>
              <p:cNvPr id="94215" name="Text Box 5">
                <a:extLst>
                  <a:ext uri="{FF2B5EF4-FFF2-40B4-BE49-F238E27FC236}">
                    <a16:creationId xmlns:a16="http://schemas.microsoft.com/office/drawing/2014/main" id="{BDA5C137-7607-C37D-EDB0-F45E35851B7E}"/>
                  </a:ext>
                </a:extLst>
              </p:cNvPr>
              <p:cNvSpPr txBox="1">
                <a:spLocks noChangeArrowheads="1"/>
              </p:cNvSpPr>
              <p:nvPr/>
            </p:nvSpPr>
            <p:spPr bwMode="auto">
              <a:xfrm>
                <a:off x="-155" y="1833"/>
                <a:ext cx="349" cy="168"/>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64000"/>
                  </a:lnSpc>
                  <a:spcBef>
                    <a:spcPct val="0"/>
                  </a:spcBef>
                  <a:buClrTx/>
                  <a:buFontTx/>
                  <a:buNone/>
                </a:pPr>
                <a:r>
                  <a:rPr lang="en-US" altLang="zh-CN" sz="1000" dirty="0">
                    <a:latin typeface="Times New Roman" panose="02020603050405020304" pitchFamily="18" charset="0"/>
                    <a:ea typeface="黑体" panose="02010609060101010101" pitchFamily="49" charset="-122"/>
                  </a:rPr>
                  <a:t>Start</a:t>
                </a:r>
              </a:p>
            </p:txBody>
          </p:sp>
          <p:sp>
            <p:nvSpPr>
              <p:cNvPr id="94216" name="Text Box 6">
                <a:extLst>
                  <a:ext uri="{FF2B5EF4-FFF2-40B4-BE49-F238E27FC236}">
                    <a16:creationId xmlns:a16="http://schemas.microsoft.com/office/drawing/2014/main" id="{817F8BB1-C4DD-B909-0C20-7CD93255FE50}"/>
                  </a:ext>
                </a:extLst>
              </p:cNvPr>
              <p:cNvSpPr txBox="1">
                <a:spLocks noChangeArrowheads="1"/>
              </p:cNvSpPr>
              <p:nvPr/>
            </p:nvSpPr>
            <p:spPr bwMode="auto">
              <a:xfrm>
                <a:off x="1209" y="1643"/>
                <a:ext cx="294" cy="154"/>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000">
                    <a:latin typeface="Times New Roman" panose="02020603050405020304" pitchFamily="18" charset="0"/>
                    <a:ea typeface="黑体" panose="02010609060101010101" pitchFamily="49" charset="-122"/>
                  </a:rPr>
                  <a:t>LF</a:t>
                </a:r>
              </a:p>
            </p:txBody>
          </p:sp>
          <p:sp>
            <p:nvSpPr>
              <p:cNvPr id="94217" name="Text Box 7">
                <a:extLst>
                  <a:ext uri="{FF2B5EF4-FFF2-40B4-BE49-F238E27FC236}">
                    <a16:creationId xmlns:a16="http://schemas.microsoft.com/office/drawing/2014/main" id="{3B4B79A2-E2FB-CCA6-1BA6-24D0F0DA1F8A}"/>
                  </a:ext>
                </a:extLst>
              </p:cNvPr>
              <p:cNvSpPr txBox="1">
                <a:spLocks noChangeArrowheads="1"/>
              </p:cNvSpPr>
              <p:nvPr/>
            </p:nvSpPr>
            <p:spPr bwMode="auto">
              <a:xfrm>
                <a:off x="603" y="1651"/>
                <a:ext cx="294" cy="153"/>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000">
                    <a:latin typeface="Times New Roman" panose="02020603050405020304" pitchFamily="18" charset="0"/>
                    <a:ea typeface="黑体" panose="02010609060101010101" pitchFamily="49" charset="-122"/>
                  </a:rPr>
                  <a:t>LS</a:t>
                </a:r>
              </a:p>
            </p:txBody>
          </p:sp>
          <p:sp>
            <p:nvSpPr>
              <p:cNvPr id="94218" name="Text Box 8">
                <a:extLst>
                  <a:ext uri="{FF2B5EF4-FFF2-40B4-BE49-F238E27FC236}">
                    <a16:creationId xmlns:a16="http://schemas.microsoft.com/office/drawing/2014/main" id="{252E9C7C-6073-DD8E-D43E-AAB7EEB12355}"/>
                  </a:ext>
                </a:extLst>
              </p:cNvPr>
              <p:cNvSpPr txBox="1">
                <a:spLocks noChangeArrowheads="1"/>
              </p:cNvSpPr>
              <p:nvPr/>
            </p:nvSpPr>
            <p:spPr bwMode="auto">
              <a:xfrm>
                <a:off x="1209" y="1015"/>
                <a:ext cx="294" cy="154"/>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000">
                    <a:latin typeface="Times New Roman" panose="02020603050405020304" pitchFamily="18" charset="0"/>
                    <a:ea typeface="黑体" panose="02010609060101010101" pitchFamily="49" charset="-122"/>
                  </a:rPr>
                  <a:t>EF</a:t>
                </a:r>
              </a:p>
            </p:txBody>
          </p:sp>
          <p:sp>
            <p:nvSpPr>
              <p:cNvPr id="94219" name="Text Box 9">
                <a:extLst>
                  <a:ext uri="{FF2B5EF4-FFF2-40B4-BE49-F238E27FC236}">
                    <a16:creationId xmlns:a16="http://schemas.microsoft.com/office/drawing/2014/main" id="{0C5B283F-7458-EA68-AADC-41A56E2B3611}"/>
                  </a:ext>
                </a:extLst>
              </p:cNvPr>
              <p:cNvSpPr txBox="1">
                <a:spLocks noChangeArrowheads="1"/>
              </p:cNvSpPr>
              <p:nvPr/>
            </p:nvSpPr>
            <p:spPr bwMode="auto">
              <a:xfrm>
                <a:off x="576" y="1008"/>
                <a:ext cx="294" cy="153"/>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000">
                    <a:latin typeface="Times New Roman" panose="02020603050405020304" pitchFamily="18" charset="0"/>
                    <a:ea typeface="黑体" panose="02010609060101010101" pitchFamily="49" charset="-122"/>
                  </a:rPr>
                  <a:t>ES</a:t>
                </a:r>
              </a:p>
            </p:txBody>
          </p:sp>
          <p:sp>
            <p:nvSpPr>
              <p:cNvPr id="94220" name="Rectangle 10">
                <a:extLst>
                  <a:ext uri="{FF2B5EF4-FFF2-40B4-BE49-F238E27FC236}">
                    <a16:creationId xmlns:a16="http://schemas.microsoft.com/office/drawing/2014/main" id="{77DE1C9A-8508-F7D8-8D0C-66E12D4637FB}"/>
                  </a:ext>
                </a:extLst>
              </p:cNvPr>
              <p:cNvSpPr>
                <a:spLocks noChangeArrowheads="1"/>
              </p:cNvSpPr>
              <p:nvPr/>
            </p:nvSpPr>
            <p:spPr bwMode="auto">
              <a:xfrm>
                <a:off x="576" y="1154"/>
                <a:ext cx="937" cy="511"/>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88000"/>
                  </a:lnSpc>
                  <a:spcBef>
                    <a:spcPct val="0"/>
                  </a:spcBef>
                  <a:buClrTx/>
                  <a:buFontTx/>
                  <a:buNone/>
                </a:pPr>
                <a:endParaRPr lang="en-US" altLang="zh-CN" sz="1000">
                  <a:latin typeface="Times New Roman" panose="02020603050405020304" pitchFamily="18" charset="0"/>
                  <a:ea typeface="黑体" panose="02010609060101010101" pitchFamily="49" charset="-122"/>
                </a:endParaRPr>
              </a:p>
              <a:p>
                <a:pPr algn="ctr">
                  <a:lnSpc>
                    <a:spcPct val="88000"/>
                  </a:lnSpc>
                  <a:spcBef>
                    <a:spcPct val="0"/>
                  </a:spcBef>
                  <a:buClrTx/>
                  <a:buFontTx/>
                  <a:buNone/>
                </a:pPr>
                <a:endParaRPr lang="en-US" altLang="zh-CN" sz="1000">
                  <a:latin typeface="Times New Roman" panose="02020603050405020304" pitchFamily="18" charset="0"/>
                  <a:ea typeface="黑体" panose="02010609060101010101" pitchFamily="49" charset="-122"/>
                </a:endParaRPr>
              </a:p>
              <a:p>
                <a:pPr algn="ctr">
                  <a:lnSpc>
                    <a:spcPct val="88000"/>
                  </a:lnSpc>
                  <a:spcBef>
                    <a:spcPct val="0"/>
                  </a:spcBef>
                  <a:buClrTx/>
                  <a:buFontTx/>
                  <a:buNone/>
                </a:pPr>
                <a:r>
                  <a:rPr lang="en-US" altLang="zh-CN" sz="1000">
                    <a:latin typeface="Times New Roman" panose="02020603050405020304" pitchFamily="18" charset="0"/>
                    <a:ea typeface="黑体" panose="02010609060101010101" pitchFamily="49" charset="-122"/>
                  </a:rPr>
                  <a:t>Duration=7</a:t>
                </a:r>
              </a:p>
              <a:p>
                <a:pPr algn="ctr">
                  <a:lnSpc>
                    <a:spcPct val="88000"/>
                  </a:lnSpc>
                  <a:spcBef>
                    <a:spcPct val="0"/>
                  </a:spcBef>
                  <a:buClrTx/>
                  <a:buFontTx/>
                  <a:buNone/>
                </a:pPr>
                <a:r>
                  <a:rPr lang="en-US" altLang="zh-CN" sz="1000">
                    <a:latin typeface="Times New Roman" panose="02020603050405020304" pitchFamily="18" charset="0"/>
                    <a:ea typeface="黑体" panose="02010609060101010101" pitchFamily="49" charset="-122"/>
                  </a:rPr>
                  <a:t>Task A</a:t>
                </a:r>
              </a:p>
            </p:txBody>
          </p:sp>
          <p:sp>
            <p:nvSpPr>
              <p:cNvPr id="94221" name="Rectangle 11">
                <a:extLst>
                  <a:ext uri="{FF2B5EF4-FFF2-40B4-BE49-F238E27FC236}">
                    <a16:creationId xmlns:a16="http://schemas.microsoft.com/office/drawing/2014/main" id="{65478882-9C6A-D75A-1A03-87F258D3F1CB}"/>
                  </a:ext>
                </a:extLst>
              </p:cNvPr>
              <p:cNvSpPr>
                <a:spLocks noChangeArrowheads="1"/>
              </p:cNvSpPr>
              <p:nvPr/>
            </p:nvSpPr>
            <p:spPr bwMode="auto">
              <a:xfrm>
                <a:off x="576" y="1158"/>
                <a:ext cx="339" cy="146"/>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en-US" altLang="zh-CN" sz="1000" dirty="0">
                    <a:latin typeface="Times New Roman" panose="02020603050405020304" pitchFamily="18" charset="0"/>
                    <a:ea typeface="黑体" panose="02010609060101010101" pitchFamily="49" charset="-122"/>
                  </a:rPr>
                  <a:t>0</a:t>
                </a:r>
              </a:p>
            </p:txBody>
          </p:sp>
          <p:sp>
            <p:nvSpPr>
              <p:cNvPr id="94222" name="Rectangle 12">
                <a:extLst>
                  <a:ext uri="{FF2B5EF4-FFF2-40B4-BE49-F238E27FC236}">
                    <a16:creationId xmlns:a16="http://schemas.microsoft.com/office/drawing/2014/main" id="{A95F5674-E373-26A2-348A-F816FC56542D}"/>
                  </a:ext>
                </a:extLst>
              </p:cNvPr>
              <p:cNvSpPr>
                <a:spLocks noChangeArrowheads="1"/>
              </p:cNvSpPr>
              <p:nvPr/>
            </p:nvSpPr>
            <p:spPr bwMode="auto">
              <a:xfrm>
                <a:off x="1173" y="1158"/>
                <a:ext cx="340" cy="146"/>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en-US" altLang="zh-CN" sz="1000" dirty="0">
                    <a:latin typeface="Times New Roman" panose="02020603050405020304" pitchFamily="18" charset="0"/>
                    <a:ea typeface="黑体" panose="02010609060101010101" pitchFamily="49" charset="-122"/>
                  </a:rPr>
                  <a:t>7</a:t>
                </a:r>
              </a:p>
            </p:txBody>
          </p:sp>
          <p:sp>
            <p:nvSpPr>
              <p:cNvPr id="94223" name="Rectangle 13">
                <a:extLst>
                  <a:ext uri="{FF2B5EF4-FFF2-40B4-BE49-F238E27FC236}">
                    <a16:creationId xmlns:a16="http://schemas.microsoft.com/office/drawing/2014/main" id="{0D6FB9B6-7C0A-34AA-0A80-E5B5EE1A56E7}"/>
                  </a:ext>
                </a:extLst>
              </p:cNvPr>
              <p:cNvSpPr>
                <a:spLocks noChangeArrowheads="1"/>
              </p:cNvSpPr>
              <p:nvPr/>
            </p:nvSpPr>
            <p:spPr bwMode="auto">
              <a:xfrm>
                <a:off x="585" y="1519"/>
                <a:ext cx="339" cy="146"/>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64000"/>
                  </a:lnSpc>
                  <a:spcBef>
                    <a:spcPct val="0"/>
                  </a:spcBef>
                  <a:buClrTx/>
                  <a:buFontTx/>
                  <a:buNone/>
                </a:pPr>
                <a:r>
                  <a:rPr lang="en-US" altLang="zh-CN" sz="1000" dirty="0">
                    <a:latin typeface="Times New Roman" panose="02020603050405020304" pitchFamily="18" charset="0"/>
                    <a:ea typeface="黑体" panose="02010609060101010101" pitchFamily="49" charset="-122"/>
                  </a:rPr>
                  <a:t>0</a:t>
                </a:r>
              </a:p>
            </p:txBody>
          </p:sp>
          <p:sp>
            <p:nvSpPr>
              <p:cNvPr id="94224" name="Rectangle 14">
                <a:extLst>
                  <a:ext uri="{FF2B5EF4-FFF2-40B4-BE49-F238E27FC236}">
                    <a16:creationId xmlns:a16="http://schemas.microsoft.com/office/drawing/2014/main" id="{7183455B-20F3-179B-7EE6-50A3C527B8DE}"/>
                  </a:ext>
                </a:extLst>
              </p:cNvPr>
              <p:cNvSpPr>
                <a:spLocks noChangeArrowheads="1"/>
              </p:cNvSpPr>
              <p:nvPr/>
            </p:nvSpPr>
            <p:spPr bwMode="auto">
              <a:xfrm>
                <a:off x="1181" y="1524"/>
                <a:ext cx="339" cy="146"/>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en-US" altLang="zh-CN" sz="1000" dirty="0">
                    <a:latin typeface="Times New Roman" panose="02020603050405020304" pitchFamily="18" charset="0"/>
                    <a:ea typeface="黑体" panose="02010609060101010101" pitchFamily="49" charset="-122"/>
                  </a:rPr>
                  <a:t>7</a:t>
                </a:r>
              </a:p>
            </p:txBody>
          </p:sp>
          <p:sp>
            <p:nvSpPr>
              <p:cNvPr id="94225" name="Text Box 15">
                <a:extLst>
                  <a:ext uri="{FF2B5EF4-FFF2-40B4-BE49-F238E27FC236}">
                    <a16:creationId xmlns:a16="http://schemas.microsoft.com/office/drawing/2014/main" id="{22F95223-5E04-73D2-31BA-B580806EA24F}"/>
                  </a:ext>
                </a:extLst>
              </p:cNvPr>
              <p:cNvSpPr txBox="1">
                <a:spLocks noChangeArrowheads="1"/>
              </p:cNvSpPr>
              <p:nvPr/>
            </p:nvSpPr>
            <p:spPr bwMode="auto">
              <a:xfrm>
                <a:off x="1227" y="2541"/>
                <a:ext cx="294" cy="153"/>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000">
                    <a:latin typeface="Times New Roman" panose="02020603050405020304" pitchFamily="18" charset="0"/>
                    <a:ea typeface="黑体" panose="02010609060101010101" pitchFamily="49" charset="-122"/>
                  </a:rPr>
                  <a:t>LF</a:t>
                </a:r>
              </a:p>
            </p:txBody>
          </p:sp>
          <p:sp>
            <p:nvSpPr>
              <p:cNvPr id="94226" name="Text Box 16">
                <a:extLst>
                  <a:ext uri="{FF2B5EF4-FFF2-40B4-BE49-F238E27FC236}">
                    <a16:creationId xmlns:a16="http://schemas.microsoft.com/office/drawing/2014/main" id="{250ABD11-BCA7-C901-24A7-E6C2DBB1943D}"/>
                  </a:ext>
                </a:extLst>
              </p:cNvPr>
              <p:cNvSpPr txBox="1">
                <a:spLocks noChangeArrowheads="1"/>
              </p:cNvSpPr>
              <p:nvPr/>
            </p:nvSpPr>
            <p:spPr bwMode="auto">
              <a:xfrm>
                <a:off x="621" y="2548"/>
                <a:ext cx="294" cy="153"/>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000">
                    <a:latin typeface="Times New Roman" panose="02020603050405020304" pitchFamily="18" charset="0"/>
                    <a:ea typeface="黑体" panose="02010609060101010101" pitchFamily="49" charset="-122"/>
                  </a:rPr>
                  <a:t>LS</a:t>
                </a:r>
              </a:p>
            </p:txBody>
          </p:sp>
          <p:sp>
            <p:nvSpPr>
              <p:cNvPr id="94227" name="Text Box 17">
                <a:extLst>
                  <a:ext uri="{FF2B5EF4-FFF2-40B4-BE49-F238E27FC236}">
                    <a16:creationId xmlns:a16="http://schemas.microsoft.com/office/drawing/2014/main" id="{E9428786-71A8-3CE3-5F22-328265BC44E9}"/>
                  </a:ext>
                </a:extLst>
              </p:cNvPr>
              <p:cNvSpPr txBox="1">
                <a:spLocks noChangeArrowheads="1"/>
              </p:cNvSpPr>
              <p:nvPr/>
            </p:nvSpPr>
            <p:spPr bwMode="auto">
              <a:xfrm>
                <a:off x="1227" y="1913"/>
                <a:ext cx="294" cy="153"/>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000">
                    <a:latin typeface="Times New Roman" panose="02020603050405020304" pitchFamily="18" charset="0"/>
                    <a:ea typeface="黑体" panose="02010609060101010101" pitchFamily="49" charset="-122"/>
                  </a:rPr>
                  <a:t>EF</a:t>
                </a:r>
              </a:p>
            </p:txBody>
          </p:sp>
          <p:sp>
            <p:nvSpPr>
              <p:cNvPr id="94228" name="Text Box 18">
                <a:extLst>
                  <a:ext uri="{FF2B5EF4-FFF2-40B4-BE49-F238E27FC236}">
                    <a16:creationId xmlns:a16="http://schemas.microsoft.com/office/drawing/2014/main" id="{6D2F2FE3-C0BF-B08E-B5EC-408A2475B062}"/>
                  </a:ext>
                </a:extLst>
              </p:cNvPr>
              <p:cNvSpPr txBox="1">
                <a:spLocks noChangeArrowheads="1"/>
              </p:cNvSpPr>
              <p:nvPr/>
            </p:nvSpPr>
            <p:spPr bwMode="auto">
              <a:xfrm>
                <a:off x="594" y="1906"/>
                <a:ext cx="294" cy="153"/>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000">
                    <a:latin typeface="Times New Roman" panose="02020603050405020304" pitchFamily="18" charset="0"/>
                    <a:ea typeface="黑体" panose="02010609060101010101" pitchFamily="49" charset="-122"/>
                  </a:rPr>
                  <a:t>ES</a:t>
                </a:r>
              </a:p>
            </p:txBody>
          </p:sp>
          <p:sp>
            <p:nvSpPr>
              <p:cNvPr id="94229" name="Rectangle 19">
                <a:extLst>
                  <a:ext uri="{FF2B5EF4-FFF2-40B4-BE49-F238E27FC236}">
                    <a16:creationId xmlns:a16="http://schemas.microsoft.com/office/drawing/2014/main" id="{BF54858D-3F94-41DE-3F5A-07BC00AA92DB}"/>
                  </a:ext>
                </a:extLst>
              </p:cNvPr>
              <p:cNvSpPr>
                <a:spLocks noChangeArrowheads="1"/>
              </p:cNvSpPr>
              <p:nvPr/>
            </p:nvSpPr>
            <p:spPr bwMode="auto">
              <a:xfrm>
                <a:off x="594" y="2052"/>
                <a:ext cx="937" cy="510"/>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88000"/>
                  </a:lnSpc>
                  <a:spcBef>
                    <a:spcPct val="0"/>
                  </a:spcBef>
                  <a:buClrTx/>
                  <a:buFontTx/>
                  <a:buNone/>
                </a:pPr>
                <a:endParaRPr lang="en-US" altLang="zh-CN" sz="1000">
                  <a:latin typeface="Times New Roman" panose="02020603050405020304" pitchFamily="18" charset="0"/>
                  <a:ea typeface="黑体" panose="02010609060101010101" pitchFamily="49" charset="-122"/>
                </a:endParaRPr>
              </a:p>
              <a:p>
                <a:pPr algn="ctr">
                  <a:lnSpc>
                    <a:spcPct val="88000"/>
                  </a:lnSpc>
                  <a:spcBef>
                    <a:spcPct val="0"/>
                  </a:spcBef>
                  <a:buClrTx/>
                  <a:buFontTx/>
                  <a:buNone/>
                </a:pPr>
                <a:endParaRPr lang="en-US" altLang="zh-CN" sz="1000">
                  <a:latin typeface="Times New Roman" panose="02020603050405020304" pitchFamily="18" charset="0"/>
                  <a:ea typeface="黑体" panose="02010609060101010101" pitchFamily="49" charset="-122"/>
                </a:endParaRPr>
              </a:p>
              <a:p>
                <a:pPr algn="ctr">
                  <a:lnSpc>
                    <a:spcPct val="88000"/>
                  </a:lnSpc>
                  <a:spcBef>
                    <a:spcPct val="0"/>
                  </a:spcBef>
                  <a:buClrTx/>
                  <a:buFontTx/>
                  <a:buNone/>
                </a:pPr>
                <a:r>
                  <a:rPr lang="en-US" altLang="zh-CN" sz="1000">
                    <a:latin typeface="Times New Roman" panose="02020603050405020304" pitchFamily="18" charset="0"/>
                    <a:ea typeface="黑体" panose="02010609060101010101" pitchFamily="49" charset="-122"/>
                  </a:rPr>
                  <a:t>Duration=3</a:t>
                </a:r>
              </a:p>
              <a:p>
                <a:pPr algn="ctr">
                  <a:lnSpc>
                    <a:spcPct val="88000"/>
                  </a:lnSpc>
                  <a:spcBef>
                    <a:spcPct val="0"/>
                  </a:spcBef>
                  <a:buClrTx/>
                  <a:buFontTx/>
                  <a:buNone/>
                </a:pPr>
                <a:r>
                  <a:rPr lang="en-US" altLang="zh-CN" sz="1000">
                    <a:latin typeface="Times New Roman" panose="02020603050405020304" pitchFamily="18" charset="0"/>
                    <a:ea typeface="黑体" panose="02010609060101010101" pitchFamily="49" charset="-122"/>
                  </a:rPr>
                  <a:t>Task B</a:t>
                </a:r>
              </a:p>
            </p:txBody>
          </p:sp>
          <p:sp>
            <p:nvSpPr>
              <p:cNvPr id="94230" name="Rectangle 20">
                <a:extLst>
                  <a:ext uri="{FF2B5EF4-FFF2-40B4-BE49-F238E27FC236}">
                    <a16:creationId xmlns:a16="http://schemas.microsoft.com/office/drawing/2014/main" id="{292FFECF-1053-00D0-8FB9-79C7CF7159C4}"/>
                  </a:ext>
                </a:extLst>
              </p:cNvPr>
              <p:cNvSpPr>
                <a:spLocks noChangeArrowheads="1"/>
              </p:cNvSpPr>
              <p:nvPr/>
            </p:nvSpPr>
            <p:spPr bwMode="auto">
              <a:xfrm>
                <a:off x="594" y="2056"/>
                <a:ext cx="339" cy="146"/>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en-US" altLang="zh-CN" sz="1000" dirty="0">
                    <a:latin typeface="Times New Roman" panose="02020603050405020304" pitchFamily="18" charset="0"/>
                    <a:ea typeface="黑体" panose="02010609060101010101" pitchFamily="49" charset="-122"/>
                  </a:rPr>
                  <a:t>0</a:t>
                </a:r>
              </a:p>
            </p:txBody>
          </p:sp>
          <p:sp>
            <p:nvSpPr>
              <p:cNvPr id="94231" name="Rectangle 21">
                <a:extLst>
                  <a:ext uri="{FF2B5EF4-FFF2-40B4-BE49-F238E27FC236}">
                    <a16:creationId xmlns:a16="http://schemas.microsoft.com/office/drawing/2014/main" id="{C568DA7F-16B4-7500-2417-A8A2C6089A4A}"/>
                  </a:ext>
                </a:extLst>
              </p:cNvPr>
              <p:cNvSpPr>
                <a:spLocks noChangeArrowheads="1"/>
              </p:cNvSpPr>
              <p:nvPr/>
            </p:nvSpPr>
            <p:spPr bwMode="auto">
              <a:xfrm>
                <a:off x="1191" y="2056"/>
                <a:ext cx="340" cy="146"/>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en-US" altLang="zh-CN" sz="1000" dirty="0">
                    <a:latin typeface="Times New Roman" panose="02020603050405020304" pitchFamily="18" charset="0"/>
                    <a:ea typeface="黑体" panose="02010609060101010101" pitchFamily="49" charset="-122"/>
                  </a:rPr>
                  <a:t>3</a:t>
                </a:r>
              </a:p>
            </p:txBody>
          </p:sp>
          <p:sp>
            <p:nvSpPr>
              <p:cNvPr id="94232" name="Rectangle 22">
                <a:extLst>
                  <a:ext uri="{FF2B5EF4-FFF2-40B4-BE49-F238E27FC236}">
                    <a16:creationId xmlns:a16="http://schemas.microsoft.com/office/drawing/2014/main" id="{E0B2988D-09E6-2C2F-975A-321E8AEEF83A}"/>
                  </a:ext>
                </a:extLst>
              </p:cNvPr>
              <p:cNvSpPr>
                <a:spLocks noChangeArrowheads="1"/>
              </p:cNvSpPr>
              <p:nvPr/>
            </p:nvSpPr>
            <p:spPr bwMode="auto">
              <a:xfrm>
                <a:off x="603" y="2417"/>
                <a:ext cx="339" cy="145"/>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en-US" altLang="zh-CN" sz="1000" dirty="0">
                    <a:latin typeface="Times New Roman" panose="02020603050405020304" pitchFamily="18" charset="0"/>
                    <a:ea typeface="黑体" panose="02010609060101010101" pitchFamily="49" charset="-122"/>
                  </a:rPr>
                  <a:t>7</a:t>
                </a:r>
              </a:p>
            </p:txBody>
          </p:sp>
          <p:sp>
            <p:nvSpPr>
              <p:cNvPr id="94233" name="Rectangle 23">
                <a:extLst>
                  <a:ext uri="{FF2B5EF4-FFF2-40B4-BE49-F238E27FC236}">
                    <a16:creationId xmlns:a16="http://schemas.microsoft.com/office/drawing/2014/main" id="{71A33AE3-9F79-CCBA-B07C-CFAA2E9F733C}"/>
                  </a:ext>
                </a:extLst>
              </p:cNvPr>
              <p:cNvSpPr>
                <a:spLocks noChangeArrowheads="1"/>
              </p:cNvSpPr>
              <p:nvPr/>
            </p:nvSpPr>
            <p:spPr bwMode="auto">
              <a:xfrm>
                <a:off x="1199" y="2421"/>
                <a:ext cx="339" cy="146"/>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en-US" altLang="zh-CN" sz="1000" dirty="0">
                    <a:latin typeface="Times New Roman" panose="02020603050405020304" pitchFamily="18" charset="0"/>
                    <a:ea typeface="黑体" panose="02010609060101010101" pitchFamily="49" charset="-122"/>
                  </a:rPr>
                  <a:t>10</a:t>
                </a:r>
              </a:p>
            </p:txBody>
          </p:sp>
          <p:sp>
            <p:nvSpPr>
              <p:cNvPr id="94234" name="Text Box 24">
                <a:extLst>
                  <a:ext uri="{FF2B5EF4-FFF2-40B4-BE49-F238E27FC236}">
                    <a16:creationId xmlns:a16="http://schemas.microsoft.com/office/drawing/2014/main" id="{A5C3AC8E-BE1E-0C74-0F1E-21F7A8B25434}"/>
                  </a:ext>
                </a:extLst>
              </p:cNvPr>
              <p:cNvSpPr txBox="1">
                <a:spLocks noChangeArrowheads="1"/>
              </p:cNvSpPr>
              <p:nvPr/>
            </p:nvSpPr>
            <p:spPr bwMode="auto">
              <a:xfrm>
                <a:off x="2494" y="1672"/>
                <a:ext cx="294" cy="154"/>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000">
                    <a:latin typeface="Times New Roman" panose="02020603050405020304" pitchFamily="18" charset="0"/>
                    <a:ea typeface="黑体" panose="02010609060101010101" pitchFamily="49" charset="-122"/>
                  </a:rPr>
                  <a:t>LF</a:t>
                </a:r>
              </a:p>
            </p:txBody>
          </p:sp>
          <p:sp>
            <p:nvSpPr>
              <p:cNvPr id="94235" name="Text Box 25">
                <a:extLst>
                  <a:ext uri="{FF2B5EF4-FFF2-40B4-BE49-F238E27FC236}">
                    <a16:creationId xmlns:a16="http://schemas.microsoft.com/office/drawing/2014/main" id="{4175F766-3CA6-0EC3-B25A-01074155DCDC}"/>
                  </a:ext>
                </a:extLst>
              </p:cNvPr>
              <p:cNvSpPr txBox="1">
                <a:spLocks noChangeArrowheads="1"/>
              </p:cNvSpPr>
              <p:nvPr/>
            </p:nvSpPr>
            <p:spPr bwMode="auto">
              <a:xfrm>
                <a:off x="1888" y="1680"/>
                <a:ext cx="294" cy="153"/>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000">
                    <a:latin typeface="Times New Roman" panose="02020603050405020304" pitchFamily="18" charset="0"/>
                    <a:ea typeface="黑体" panose="02010609060101010101" pitchFamily="49" charset="-122"/>
                  </a:rPr>
                  <a:t>LS</a:t>
                </a:r>
              </a:p>
            </p:txBody>
          </p:sp>
          <p:sp>
            <p:nvSpPr>
              <p:cNvPr id="94236" name="Text Box 26">
                <a:extLst>
                  <a:ext uri="{FF2B5EF4-FFF2-40B4-BE49-F238E27FC236}">
                    <a16:creationId xmlns:a16="http://schemas.microsoft.com/office/drawing/2014/main" id="{1D743D8C-5E00-1F1C-D7CC-EE07E1FD06FC}"/>
                  </a:ext>
                </a:extLst>
              </p:cNvPr>
              <p:cNvSpPr txBox="1">
                <a:spLocks noChangeArrowheads="1"/>
              </p:cNvSpPr>
              <p:nvPr/>
            </p:nvSpPr>
            <p:spPr bwMode="auto">
              <a:xfrm>
                <a:off x="2494" y="1044"/>
                <a:ext cx="294" cy="154"/>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000">
                    <a:latin typeface="Times New Roman" panose="02020603050405020304" pitchFamily="18" charset="0"/>
                    <a:ea typeface="黑体" panose="02010609060101010101" pitchFamily="49" charset="-122"/>
                  </a:rPr>
                  <a:t>EF</a:t>
                </a:r>
              </a:p>
            </p:txBody>
          </p:sp>
          <p:sp>
            <p:nvSpPr>
              <p:cNvPr id="94237" name="Text Box 27">
                <a:extLst>
                  <a:ext uri="{FF2B5EF4-FFF2-40B4-BE49-F238E27FC236}">
                    <a16:creationId xmlns:a16="http://schemas.microsoft.com/office/drawing/2014/main" id="{50065EAD-713A-5B52-3D05-AB1BF55E78CE}"/>
                  </a:ext>
                </a:extLst>
              </p:cNvPr>
              <p:cNvSpPr txBox="1">
                <a:spLocks noChangeArrowheads="1"/>
              </p:cNvSpPr>
              <p:nvPr/>
            </p:nvSpPr>
            <p:spPr bwMode="auto">
              <a:xfrm>
                <a:off x="1861" y="1037"/>
                <a:ext cx="294" cy="153"/>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000">
                    <a:latin typeface="Times New Roman" panose="02020603050405020304" pitchFamily="18" charset="0"/>
                    <a:ea typeface="黑体" panose="02010609060101010101" pitchFamily="49" charset="-122"/>
                  </a:rPr>
                  <a:t>ES</a:t>
                </a:r>
              </a:p>
            </p:txBody>
          </p:sp>
          <p:sp>
            <p:nvSpPr>
              <p:cNvPr id="94238" name="Rectangle 28">
                <a:extLst>
                  <a:ext uri="{FF2B5EF4-FFF2-40B4-BE49-F238E27FC236}">
                    <a16:creationId xmlns:a16="http://schemas.microsoft.com/office/drawing/2014/main" id="{2396E7D9-E32E-4F62-75D5-6C71F7D9BCBF}"/>
                  </a:ext>
                </a:extLst>
              </p:cNvPr>
              <p:cNvSpPr>
                <a:spLocks noChangeArrowheads="1"/>
              </p:cNvSpPr>
              <p:nvPr/>
            </p:nvSpPr>
            <p:spPr bwMode="auto">
              <a:xfrm>
                <a:off x="1861" y="1183"/>
                <a:ext cx="937" cy="511"/>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88000"/>
                  </a:lnSpc>
                  <a:spcBef>
                    <a:spcPct val="0"/>
                  </a:spcBef>
                  <a:buClrTx/>
                  <a:buFontTx/>
                  <a:buNone/>
                </a:pPr>
                <a:endParaRPr lang="en-US" altLang="zh-CN" sz="1000">
                  <a:latin typeface="Times New Roman" panose="02020603050405020304" pitchFamily="18" charset="0"/>
                  <a:ea typeface="黑体" panose="02010609060101010101" pitchFamily="49" charset="-122"/>
                </a:endParaRPr>
              </a:p>
              <a:p>
                <a:pPr algn="ctr">
                  <a:lnSpc>
                    <a:spcPct val="88000"/>
                  </a:lnSpc>
                  <a:spcBef>
                    <a:spcPct val="0"/>
                  </a:spcBef>
                  <a:buClrTx/>
                  <a:buFontTx/>
                  <a:buNone/>
                </a:pPr>
                <a:endParaRPr lang="en-US" altLang="zh-CN" sz="1000">
                  <a:latin typeface="Times New Roman" panose="02020603050405020304" pitchFamily="18" charset="0"/>
                  <a:ea typeface="黑体" panose="02010609060101010101" pitchFamily="49" charset="-122"/>
                </a:endParaRPr>
              </a:p>
              <a:p>
                <a:pPr algn="ctr">
                  <a:lnSpc>
                    <a:spcPct val="88000"/>
                  </a:lnSpc>
                  <a:spcBef>
                    <a:spcPct val="0"/>
                  </a:spcBef>
                  <a:buClrTx/>
                  <a:buFontTx/>
                  <a:buNone/>
                </a:pPr>
                <a:r>
                  <a:rPr lang="en-US" altLang="zh-CN" sz="1000">
                    <a:latin typeface="Times New Roman" panose="02020603050405020304" pitchFamily="18" charset="0"/>
                    <a:ea typeface="黑体" panose="02010609060101010101" pitchFamily="49" charset="-122"/>
                  </a:rPr>
                  <a:t>Duration=6</a:t>
                </a:r>
              </a:p>
              <a:p>
                <a:pPr algn="ctr">
                  <a:lnSpc>
                    <a:spcPct val="88000"/>
                  </a:lnSpc>
                  <a:spcBef>
                    <a:spcPct val="0"/>
                  </a:spcBef>
                  <a:buClrTx/>
                  <a:buFontTx/>
                  <a:buNone/>
                </a:pPr>
                <a:r>
                  <a:rPr lang="en-US" altLang="zh-CN" sz="1000">
                    <a:latin typeface="Times New Roman" panose="02020603050405020304" pitchFamily="18" charset="0"/>
                    <a:ea typeface="黑体" panose="02010609060101010101" pitchFamily="49" charset="-122"/>
                  </a:rPr>
                  <a:t>Task C</a:t>
                </a:r>
              </a:p>
            </p:txBody>
          </p:sp>
          <p:sp>
            <p:nvSpPr>
              <p:cNvPr id="94239" name="Rectangle 29">
                <a:extLst>
                  <a:ext uri="{FF2B5EF4-FFF2-40B4-BE49-F238E27FC236}">
                    <a16:creationId xmlns:a16="http://schemas.microsoft.com/office/drawing/2014/main" id="{19C462F0-A549-A4A2-B323-8AEF07312632}"/>
                  </a:ext>
                </a:extLst>
              </p:cNvPr>
              <p:cNvSpPr>
                <a:spLocks noChangeArrowheads="1"/>
              </p:cNvSpPr>
              <p:nvPr/>
            </p:nvSpPr>
            <p:spPr bwMode="auto">
              <a:xfrm>
                <a:off x="1861" y="1187"/>
                <a:ext cx="339" cy="146"/>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en-US" altLang="zh-CN" sz="1000" dirty="0">
                    <a:latin typeface="Times New Roman" panose="02020603050405020304" pitchFamily="18" charset="0"/>
                    <a:ea typeface="黑体" panose="02010609060101010101" pitchFamily="49" charset="-122"/>
                  </a:rPr>
                  <a:t>7</a:t>
                </a:r>
              </a:p>
            </p:txBody>
          </p:sp>
          <p:sp>
            <p:nvSpPr>
              <p:cNvPr id="94240" name="Rectangle 30">
                <a:extLst>
                  <a:ext uri="{FF2B5EF4-FFF2-40B4-BE49-F238E27FC236}">
                    <a16:creationId xmlns:a16="http://schemas.microsoft.com/office/drawing/2014/main" id="{7B0B5786-30B6-0A82-93A8-749A58245004}"/>
                  </a:ext>
                </a:extLst>
              </p:cNvPr>
              <p:cNvSpPr>
                <a:spLocks noChangeArrowheads="1"/>
              </p:cNvSpPr>
              <p:nvPr/>
            </p:nvSpPr>
            <p:spPr bwMode="auto">
              <a:xfrm>
                <a:off x="2458" y="1187"/>
                <a:ext cx="340" cy="146"/>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en-US" altLang="zh-CN" sz="1000" dirty="0">
                    <a:latin typeface="Times New Roman" panose="02020603050405020304" pitchFamily="18" charset="0"/>
                    <a:ea typeface="黑体" panose="02010609060101010101" pitchFamily="49" charset="-122"/>
                  </a:rPr>
                  <a:t>13</a:t>
                </a:r>
              </a:p>
            </p:txBody>
          </p:sp>
          <p:sp>
            <p:nvSpPr>
              <p:cNvPr id="94241" name="Rectangle 31">
                <a:extLst>
                  <a:ext uri="{FF2B5EF4-FFF2-40B4-BE49-F238E27FC236}">
                    <a16:creationId xmlns:a16="http://schemas.microsoft.com/office/drawing/2014/main" id="{7B8AD7C8-A7F7-AFF8-A66F-C4A5AEC65846}"/>
                  </a:ext>
                </a:extLst>
              </p:cNvPr>
              <p:cNvSpPr>
                <a:spLocks noChangeArrowheads="1"/>
              </p:cNvSpPr>
              <p:nvPr/>
            </p:nvSpPr>
            <p:spPr bwMode="auto">
              <a:xfrm>
                <a:off x="1870" y="1548"/>
                <a:ext cx="339" cy="146"/>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en-US" altLang="zh-CN" sz="1000" dirty="0">
                    <a:latin typeface="Times New Roman" panose="02020603050405020304" pitchFamily="18" charset="0"/>
                    <a:ea typeface="黑体" panose="02010609060101010101" pitchFamily="49" charset="-122"/>
                  </a:rPr>
                  <a:t>7</a:t>
                </a:r>
              </a:p>
            </p:txBody>
          </p:sp>
          <p:sp>
            <p:nvSpPr>
              <p:cNvPr id="94242" name="Rectangle 32">
                <a:extLst>
                  <a:ext uri="{FF2B5EF4-FFF2-40B4-BE49-F238E27FC236}">
                    <a16:creationId xmlns:a16="http://schemas.microsoft.com/office/drawing/2014/main" id="{4E245704-BE66-0E21-1454-E7BD85A618FE}"/>
                  </a:ext>
                </a:extLst>
              </p:cNvPr>
              <p:cNvSpPr>
                <a:spLocks noChangeArrowheads="1"/>
              </p:cNvSpPr>
              <p:nvPr/>
            </p:nvSpPr>
            <p:spPr bwMode="auto">
              <a:xfrm>
                <a:off x="2466" y="1553"/>
                <a:ext cx="339" cy="146"/>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000" dirty="0">
                    <a:latin typeface="Times New Roman" panose="02020603050405020304" pitchFamily="18" charset="0"/>
                    <a:ea typeface="黑体" panose="02010609060101010101" pitchFamily="49" charset="-122"/>
                  </a:rPr>
                  <a:t>13</a:t>
                </a:r>
              </a:p>
            </p:txBody>
          </p:sp>
          <p:sp>
            <p:nvSpPr>
              <p:cNvPr id="94243" name="Text Box 33">
                <a:extLst>
                  <a:ext uri="{FF2B5EF4-FFF2-40B4-BE49-F238E27FC236}">
                    <a16:creationId xmlns:a16="http://schemas.microsoft.com/office/drawing/2014/main" id="{CC2AF4BD-ED1D-54CD-C971-BCA167637877}"/>
                  </a:ext>
                </a:extLst>
              </p:cNvPr>
              <p:cNvSpPr txBox="1">
                <a:spLocks noChangeArrowheads="1"/>
              </p:cNvSpPr>
              <p:nvPr/>
            </p:nvSpPr>
            <p:spPr bwMode="auto">
              <a:xfrm>
                <a:off x="2458" y="2599"/>
                <a:ext cx="294" cy="154"/>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000">
                    <a:latin typeface="Times New Roman" panose="02020603050405020304" pitchFamily="18" charset="0"/>
                    <a:ea typeface="黑体" panose="02010609060101010101" pitchFamily="49" charset="-122"/>
                  </a:rPr>
                  <a:t>LF</a:t>
                </a:r>
              </a:p>
            </p:txBody>
          </p:sp>
          <p:sp>
            <p:nvSpPr>
              <p:cNvPr id="94244" name="Text Box 34">
                <a:extLst>
                  <a:ext uri="{FF2B5EF4-FFF2-40B4-BE49-F238E27FC236}">
                    <a16:creationId xmlns:a16="http://schemas.microsoft.com/office/drawing/2014/main" id="{D4EE2998-64CB-1D14-AA44-695CF3747CF2}"/>
                  </a:ext>
                </a:extLst>
              </p:cNvPr>
              <p:cNvSpPr txBox="1">
                <a:spLocks noChangeArrowheads="1"/>
              </p:cNvSpPr>
              <p:nvPr/>
            </p:nvSpPr>
            <p:spPr bwMode="auto">
              <a:xfrm>
                <a:off x="1852" y="2607"/>
                <a:ext cx="294" cy="153"/>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000">
                    <a:latin typeface="Times New Roman" panose="02020603050405020304" pitchFamily="18" charset="0"/>
                    <a:ea typeface="黑体" panose="02010609060101010101" pitchFamily="49" charset="-122"/>
                  </a:rPr>
                  <a:t>LS</a:t>
                </a:r>
              </a:p>
            </p:txBody>
          </p:sp>
          <p:sp>
            <p:nvSpPr>
              <p:cNvPr id="94245" name="Text Box 35">
                <a:extLst>
                  <a:ext uri="{FF2B5EF4-FFF2-40B4-BE49-F238E27FC236}">
                    <a16:creationId xmlns:a16="http://schemas.microsoft.com/office/drawing/2014/main" id="{C3AA258F-619B-1568-352A-440DBD2CE498}"/>
                  </a:ext>
                </a:extLst>
              </p:cNvPr>
              <p:cNvSpPr txBox="1">
                <a:spLocks noChangeArrowheads="1"/>
              </p:cNvSpPr>
              <p:nvPr/>
            </p:nvSpPr>
            <p:spPr bwMode="auto">
              <a:xfrm>
                <a:off x="2458" y="1971"/>
                <a:ext cx="294" cy="154"/>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000">
                    <a:latin typeface="Times New Roman" panose="02020603050405020304" pitchFamily="18" charset="0"/>
                    <a:ea typeface="黑体" panose="02010609060101010101" pitchFamily="49" charset="-122"/>
                  </a:rPr>
                  <a:t>EF</a:t>
                </a:r>
              </a:p>
            </p:txBody>
          </p:sp>
          <p:sp>
            <p:nvSpPr>
              <p:cNvPr id="94246" name="Text Box 36">
                <a:extLst>
                  <a:ext uri="{FF2B5EF4-FFF2-40B4-BE49-F238E27FC236}">
                    <a16:creationId xmlns:a16="http://schemas.microsoft.com/office/drawing/2014/main" id="{858FB2AF-28A7-C1F1-AE00-9D47C8148BF9}"/>
                  </a:ext>
                </a:extLst>
              </p:cNvPr>
              <p:cNvSpPr txBox="1">
                <a:spLocks noChangeArrowheads="1"/>
              </p:cNvSpPr>
              <p:nvPr/>
            </p:nvSpPr>
            <p:spPr bwMode="auto">
              <a:xfrm>
                <a:off x="1825" y="1964"/>
                <a:ext cx="294" cy="153"/>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000">
                    <a:latin typeface="Times New Roman" panose="02020603050405020304" pitchFamily="18" charset="0"/>
                    <a:ea typeface="黑体" panose="02010609060101010101" pitchFamily="49" charset="-122"/>
                  </a:rPr>
                  <a:t>ES</a:t>
                </a:r>
              </a:p>
            </p:txBody>
          </p:sp>
          <p:sp>
            <p:nvSpPr>
              <p:cNvPr id="94247" name="Rectangle 37">
                <a:extLst>
                  <a:ext uri="{FF2B5EF4-FFF2-40B4-BE49-F238E27FC236}">
                    <a16:creationId xmlns:a16="http://schemas.microsoft.com/office/drawing/2014/main" id="{51CAA8CC-6892-FF2E-DAC4-6F989CEB3BEE}"/>
                  </a:ext>
                </a:extLst>
              </p:cNvPr>
              <p:cNvSpPr>
                <a:spLocks noChangeArrowheads="1"/>
              </p:cNvSpPr>
              <p:nvPr/>
            </p:nvSpPr>
            <p:spPr bwMode="auto">
              <a:xfrm>
                <a:off x="1825" y="2110"/>
                <a:ext cx="937" cy="511"/>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88000"/>
                  </a:lnSpc>
                  <a:spcBef>
                    <a:spcPct val="0"/>
                  </a:spcBef>
                  <a:buClrTx/>
                  <a:buFontTx/>
                  <a:buNone/>
                </a:pPr>
                <a:endParaRPr lang="en-US" altLang="zh-CN" sz="1000">
                  <a:latin typeface="Times New Roman" panose="02020603050405020304" pitchFamily="18" charset="0"/>
                  <a:ea typeface="黑体" panose="02010609060101010101" pitchFamily="49" charset="-122"/>
                </a:endParaRPr>
              </a:p>
              <a:p>
                <a:pPr algn="ctr">
                  <a:lnSpc>
                    <a:spcPct val="88000"/>
                  </a:lnSpc>
                  <a:spcBef>
                    <a:spcPct val="0"/>
                  </a:spcBef>
                  <a:buClrTx/>
                  <a:buFontTx/>
                  <a:buNone/>
                </a:pPr>
                <a:endParaRPr lang="en-US" altLang="zh-CN" sz="1000">
                  <a:latin typeface="Times New Roman" panose="02020603050405020304" pitchFamily="18" charset="0"/>
                  <a:ea typeface="黑体" panose="02010609060101010101" pitchFamily="49" charset="-122"/>
                </a:endParaRPr>
              </a:p>
              <a:p>
                <a:pPr algn="ctr">
                  <a:lnSpc>
                    <a:spcPct val="88000"/>
                  </a:lnSpc>
                  <a:spcBef>
                    <a:spcPct val="0"/>
                  </a:spcBef>
                  <a:buClrTx/>
                  <a:buFontTx/>
                  <a:buNone/>
                </a:pPr>
                <a:r>
                  <a:rPr lang="en-US" altLang="zh-CN" sz="1000">
                    <a:latin typeface="Times New Roman" panose="02020603050405020304" pitchFamily="18" charset="0"/>
                    <a:ea typeface="黑体" panose="02010609060101010101" pitchFamily="49" charset="-122"/>
                  </a:rPr>
                  <a:t>Duration=3</a:t>
                </a:r>
              </a:p>
              <a:p>
                <a:pPr algn="ctr">
                  <a:lnSpc>
                    <a:spcPct val="88000"/>
                  </a:lnSpc>
                  <a:spcBef>
                    <a:spcPct val="0"/>
                  </a:spcBef>
                  <a:buClrTx/>
                  <a:buFontTx/>
                  <a:buNone/>
                </a:pPr>
                <a:r>
                  <a:rPr lang="en-US" altLang="zh-CN" sz="1000">
                    <a:latin typeface="Times New Roman" panose="02020603050405020304" pitchFamily="18" charset="0"/>
                    <a:ea typeface="黑体" panose="02010609060101010101" pitchFamily="49" charset="-122"/>
                  </a:rPr>
                  <a:t>Task D</a:t>
                </a:r>
              </a:p>
            </p:txBody>
          </p:sp>
          <p:sp>
            <p:nvSpPr>
              <p:cNvPr id="94248" name="Rectangle 38">
                <a:extLst>
                  <a:ext uri="{FF2B5EF4-FFF2-40B4-BE49-F238E27FC236}">
                    <a16:creationId xmlns:a16="http://schemas.microsoft.com/office/drawing/2014/main" id="{BC9CCE35-9B76-3C96-0350-1E6C5FB060D9}"/>
                  </a:ext>
                </a:extLst>
              </p:cNvPr>
              <p:cNvSpPr>
                <a:spLocks noChangeArrowheads="1"/>
              </p:cNvSpPr>
              <p:nvPr/>
            </p:nvSpPr>
            <p:spPr bwMode="auto">
              <a:xfrm>
                <a:off x="1825" y="2114"/>
                <a:ext cx="339" cy="146"/>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en-US" altLang="zh-CN" sz="1000" dirty="0">
                    <a:latin typeface="Times New Roman" panose="02020603050405020304" pitchFamily="18" charset="0"/>
                    <a:ea typeface="黑体" panose="02010609060101010101" pitchFamily="49" charset="-122"/>
                  </a:rPr>
                  <a:t>3</a:t>
                </a:r>
              </a:p>
            </p:txBody>
          </p:sp>
          <p:sp>
            <p:nvSpPr>
              <p:cNvPr id="94249" name="Rectangle 39">
                <a:extLst>
                  <a:ext uri="{FF2B5EF4-FFF2-40B4-BE49-F238E27FC236}">
                    <a16:creationId xmlns:a16="http://schemas.microsoft.com/office/drawing/2014/main" id="{9A5CCA1C-98B4-0DE1-2477-57F097478837}"/>
                  </a:ext>
                </a:extLst>
              </p:cNvPr>
              <p:cNvSpPr>
                <a:spLocks noChangeArrowheads="1"/>
              </p:cNvSpPr>
              <p:nvPr/>
            </p:nvSpPr>
            <p:spPr bwMode="auto">
              <a:xfrm>
                <a:off x="2422" y="2114"/>
                <a:ext cx="340" cy="146"/>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en-US" altLang="zh-CN" sz="1000" dirty="0">
                    <a:latin typeface="Times New Roman" panose="02020603050405020304" pitchFamily="18" charset="0"/>
                    <a:ea typeface="黑体" panose="02010609060101010101" pitchFamily="49" charset="-122"/>
                  </a:rPr>
                  <a:t>6</a:t>
                </a:r>
              </a:p>
            </p:txBody>
          </p:sp>
          <p:sp>
            <p:nvSpPr>
              <p:cNvPr id="94250" name="Rectangle 40">
                <a:extLst>
                  <a:ext uri="{FF2B5EF4-FFF2-40B4-BE49-F238E27FC236}">
                    <a16:creationId xmlns:a16="http://schemas.microsoft.com/office/drawing/2014/main" id="{99D54B9C-C9A1-DEB3-10F7-8D08DE7C1503}"/>
                  </a:ext>
                </a:extLst>
              </p:cNvPr>
              <p:cNvSpPr>
                <a:spLocks noChangeArrowheads="1"/>
              </p:cNvSpPr>
              <p:nvPr/>
            </p:nvSpPr>
            <p:spPr bwMode="auto">
              <a:xfrm>
                <a:off x="1834" y="2475"/>
                <a:ext cx="339" cy="146"/>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en-US" altLang="zh-CN" sz="1000" dirty="0">
                    <a:latin typeface="Times New Roman" panose="02020603050405020304" pitchFamily="18" charset="0"/>
                    <a:ea typeface="黑体" panose="02010609060101010101" pitchFamily="49" charset="-122"/>
                  </a:rPr>
                  <a:t>10</a:t>
                </a:r>
              </a:p>
            </p:txBody>
          </p:sp>
          <p:sp>
            <p:nvSpPr>
              <p:cNvPr id="94251" name="Rectangle 41">
                <a:extLst>
                  <a:ext uri="{FF2B5EF4-FFF2-40B4-BE49-F238E27FC236}">
                    <a16:creationId xmlns:a16="http://schemas.microsoft.com/office/drawing/2014/main" id="{089F8311-0067-9542-83AB-F3E38DF7079B}"/>
                  </a:ext>
                </a:extLst>
              </p:cNvPr>
              <p:cNvSpPr>
                <a:spLocks noChangeArrowheads="1"/>
              </p:cNvSpPr>
              <p:nvPr/>
            </p:nvSpPr>
            <p:spPr bwMode="auto">
              <a:xfrm>
                <a:off x="2430" y="2480"/>
                <a:ext cx="339" cy="146"/>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en-US" altLang="zh-CN" sz="1000" dirty="0">
                    <a:latin typeface="Times New Roman" panose="02020603050405020304" pitchFamily="18" charset="0"/>
                    <a:ea typeface="黑体" panose="02010609060101010101" pitchFamily="49" charset="-122"/>
                  </a:rPr>
                  <a:t>13</a:t>
                </a:r>
              </a:p>
            </p:txBody>
          </p:sp>
          <p:sp>
            <p:nvSpPr>
              <p:cNvPr id="94252" name="Text Box 42">
                <a:extLst>
                  <a:ext uri="{FF2B5EF4-FFF2-40B4-BE49-F238E27FC236}">
                    <a16:creationId xmlns:a16="http://schemas.microsoft.com/office/drawing/2014/main" id="{3EF5DA29-82E4-7E46-ABE0-56B27532ABA8}"/>
                  </a:ext>
                </a:extLst>
              </p:cNvPr>
              <p:cNvSpPr txBox="1">
                <a:spLocks noChangeArrowheads="1"/>
              </p:cNvSpPr>
              <p:nvPr/>
            </p:nvSpPr>
            <p:spPr bwMode="auto">
              <a:xfrm>
                <a:off x="3725" y="1694"/>
                <a:ext cx="294" cy="154"/>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000">
                    <a:latin typeface="Times New Roman" panose="02020603050405020304" pitchFamily="18" charset="0"/>
                    <a:ea typeface="黑体" panose="02010609060101010101" pitchFamily="49" charset="-122"/>
                  </a:rPr>
                  <a:t>LF</a:t>
                </a:r>
              </a:p>
            </p:txBody>
          </p:sp>
          <p:sp>
            <p:nvSpPr>
              <p:cNvPr id="94253" name="Text Box 43">
                <a:extLst>
                  <a:ext uri="{FF2B5EF4-FFF2-40B4-BE49-F238E27FC236}">
                    <a16:creationId xmlns:a16="http://schemas.microsoft.com/office/drawing/2014/main" id="{4EEEE2B6-58B4-4663-2637-4EAEDB4E8E45}"/>
                  </a:ext>
                </a:extLst>
              </p:cNvPr>
              <p:cNvSpPr txBox="1">
                <a:spLocks noChangeArrowheads="1"/>
              </p:cNvSpPr>
              <p:nvPr/>
            </p:nvSpPr>
            <p:spPr bwMode="auto">
              <a:xfrm>
                <a:off x="3119" y="1702"/>
                <a:ext cx="294" cy="153"/>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000">
                    <a:latin typeface="Times New Roman" panose="02020603050405020304" pitchFamily="18" charset="0"/>
                    <a:ea typeface="黑体" panose="02010609060101010101" pitchFamily="49" charset="-122"/>
                  </a:rPr>
                  <a:t>LS</a:t>
                </a:r>
              </a:p>
            </p:txBody>
          </p:sp>
          <p:sp>
            <p:nvSpPr>
              <p:cNvPr id="94254" name="Text Box 44">
                <a:extLst>
                  <a:ext uri="{FF2B5EF4-FFF2-40B4-BE49-F238E27FC236}">
                    <a16:creationId xmlns:a16="http://schemas.microsoft.com/office/drawing/2014/main" id="{0B283A05-FB2E-BD88-B304-75727C4BA386}"/>
                  </a:ext>
                </a:extLst>
              </p:cNvPr>
              <p:cNvSpPr txBox="1">
                <a:spLocks noChangeArrowheads="1"/>
              </p:cNvSpPr>
              <p:nvPr/>
            </p:nvSpPr>
            <p:spPr bwMode="auto">
              <a:xfrm>
                <a:off x="3725" y="1066"/>
                <a:ext cx="294" cy="154"/>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000">
                    <a:latin typeface="Times New Roman" panose="02020603050405020304" pitchFamily="18" charset="0"/>
                    <a:ea typeface="黑体" panose="02010609060101010101" pitchFamily="49" charset="-122"/>
                  </a:rPr>
                  <a:t>EF</a:t>
                </a:r>
              </a:p>
            </p:txBody>
          </p:sp>
          <p:sp>
            <p:nvSpPr>
              <p:cNvPr id="94255" name="Text Box 45">
                <a:extLst>
                  <a:ext uri="{FF2B5EF4-FFF2-40B4-BE49-F238E27FC236}">
                    <a16:creationId xmlns:a16="http://schemas.microsoft.com/office/drawing/2014/main" id="{9118BAE2-BC8F-635D-A1DA-702ABB341B71}"/>
                  </a:ext>
                </a:extLst>
              </p:cNvPr>
              <p:cNvSpPr txBox="1">
                <a:spLocks noChangeArrowheads="1"/>
              </p:cNvSpPr>
              <p:nvPr/>
            </p:nvSpPr>
            <p:spPr bwMode="auto">
              <a:xfrm>
                <a:off x="3092" y="1059"/>
                <a:ext cx="294" cy="153"/>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000">
                    <a:latin typeface="Times New Roman" panose="02020603050405020304" pitchFamily="18" charset="0"/>
                    <a:ea typeface="黑体" panose="02010609060101010101" pitchFamily="49" charset="-122"/>
                  </a:rPr>
                  <a:t>ES</a:t>
                </a:r>
              </a:p>
            </p:txBody>
          </p:sp>
          <p:sp>
            <p:nvSpPr>
              <p:cNvPr id="94256" name="Rectangle 46">
                <a:extLst>
                  <a:ext uri="{FF2B5EF4-FFF2-40B4-BE49-F238E27FC236}">
                    <a16:creationId xmlns:a16="http://schemas.microsoft.com/office/drawing/2014/main" id="{E80A5313-44C1-9C3B-A5C4-4F9E9750AF1C}"/>
                  </a:ext>
                </a:extLst>
              </p:cNvPr>
              <p:cNvSpPr>
                <a:spLocks noChangeArrowheads="1"/>
              </p:cNvSpPr>
              <p:nvPr/>
            </p:nvSpPr>
            <p:spPr bwMode="auto">
              <a:xfrm>
                <a:off x="3092" y="1205"/>
                <a:ext cx="937" cy="511"/>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88000"/>
                  </a:lnSpc>
                  <a:spcBef>
                    <a:spcPct val="0"/>
                  </a:spcBef>
                  <a:buClrTx/>
                  <a:buFontTx/>
                  <a:buNone/>
                </a:pPr>
                <a:endParaRPr lang="en-US" altLang="zh-CN" sz="1000">
                  <a:latin typeface="Times New Roman" panose="02020603050405020304" pitchFamily="18" charset="0"/>
                  <a:ea typeface="黑体" panose="02010609060101010101" pitchFamily="49" charset="-122"/>
                </a:endParaRPr>
              </a:p>
              <a:p>
                <a:pPr algn="ctr">
                  <a:lnSpc>
                    <a:spcPct val="88000"/>
                  </a:lnSpc>
                  <a:spcBef>
                    <a:spcPct val="0"/>
                  </a:spcBef>
                  <a:buClrTx/>
                  <a:buFontTx/>
                  <a:buNone/>
                </a:pPr>
                <a:endParaRPr lang="en-US" altLang="zh-CN" sz="1000">
                  <a:latin typeface="Times New Roman" panose="02020603050405020304" pitchFamily="18" charset="0"/>
                  <a:ea typeface="黑体" panose="02010609060101010101" pitchFamily="49" charset="-122"/>
                </a:endParaRPr>
              </a:p>
              <a:p>
                <a:pPr algn="ctr">
                  <a:lnSpc>
                    <a:spcPct val="88000"/>
                  </a:lnSpc>
                  <a:spcBef>
                    <a:spcPct val="0"/>
                  </a:spcBef>
                  <a:buClrTx/>
                  <a:buFontTx/>
                  <a:buNone/>
                </a:pPr>
                <a:r>
                  <a:rPr lang="en-US" altLang="zh-CN" sz="1000">
                    <a:latin typeface="Times New Roman" panose="02020603050405020304" pitchFamily="18" charset="0"/>
                    <a:ea typeface="黑体" panose="02010609060101010101" pitchFamily="49" charset="-122"/>
                  </a:rPr>
                  <a:t>Duration=3</a:t>
                </a:r>
              </a:p>
              <a:p>
                <a:pPr algn="ctr">
                  <a:lnSpc>
                    <a:spcPct val="88000"/>
                  </a:lnSpc>
                  <a:spcBef>
                    <a:spcPct val="0"/>
                  </a:spcBef>
                  <a:buClrTx/>
                  <a:buFontTx/>
                  <a:buNone/>
                </a:pPr>
                <a:r>
                  <a:rPr lang="en-US" altLang="zh-CN" sz="1000">
                    <a:latin typeface="Times New Roman" panose="02020603050405020304" pitchFamily="18" charset="0"/>
                    <a:ea typeface="黑体" panose="02010609060101010101" pitchFamily="49" charset="-122"/>
                  </a:rPr>
                  <a:t>Task G</a:t>
                </a:r>
              </a:p>
            </p:txBody>
          </p:sp>
          <p:sp>
            <p:nvSpPr>
              <p:cNvPr id="94257" name="Rectangle 47">
                <a:extLst>
                  <a:ext uri="{FF2B5EF4-FFF2-40B4-BE49-F238E27FC236}">
                    <a16:creationId xmlns:a16="http://schemas.microsoft.com/office/drawing/2014/main" id="{80C3D424-0E6F-F670-02F8-022DB021F049}"/>
                  </a:ext>
                </a:extLst>
              </p:cNvPr>
              <p:cNvSpPr>
                <a:spLocks noChangeArrowheads="1"/>
              </p:cNvSpPr>
              <p:nvPr/>
            </p:nvSpPr>
            <p:spPr bwMode="auto">
              <a:xfrm>
                <a:off x="3092" y="1209"/>
                <a:ext cx="339" cy="146"/>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en-US" altLang="zh-CN" sz="1000" dirty="0">
                    <a:latin typeface="Times New Roman" panose="02020603050405020304" pitchFamily="18" charset="0"/>
                    <a:ea typeface="黑体" panose="02010609060101010101" pitchFamily="49" charset="-122"/>
                  </a:rPr>
                  <a:t>13</a:t>
                </a:r>
              </a:p>
            </p:txBody>
          </p:sp>
          <p:sp>
            <p:nvSpPr>
              <p:cNvPr id="94258" name="Rectangle 48">
                <a:extLst>
                  <a:ext uri="{FF2B5EF4-FFF2-40B4-BE49-F238E27FC236}">
                    <a16:creationId xmlns:a16="http://schemas.microsoft.com/office/drawing/2014/main" id="{9740EA34-FB13-6C43-DEF4-3D88706219CD}"/>
                  </a:ext>
                </a:extLst>
              </p:cNvPr>
              <p:cNvSpPr>
                <a:spLocks noChangeArrowheads="1"/>
              </p:cNvSpPr>
              <p:nvPr/>
            </p:nvSpPr>
            <p:spPr bwMode="auto">
              <a:xfrm>
                <a:off x="3689" y="1209"/>
                <a:ext cx="340" cy="146"/>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en-US" altLang="zh-CN" sz="1000" dirty="0">
                    <a:latin typeface="Times New Roman" panose="02020603050405020304" pitchFamily="18" charset="0"/>
                    <a:ea typeface="黑体" panose="02010609060101010101" pitchFamily="49" charset="-122"/>
                  </a:rPr>
                  <a:t>16</a:t>
                </a:r>
              </a:p>
            </p:txBody>
          </p:sp>
          <p:sp>
            <p:nvSpPr>
              <p:cNvPr id="94259" name="Rectangle 49">
                <a:extLst>
                  <a:ext uri="{FF2B5EF4-FFF2-40B4-BE49-F238E27FC236}">
                    <a16:creationId xmlns:a16="http://schemas.microsoft.com/office/drawing/2014/main" id="{D793E4C3-0280-BF95-5530-11B447E3D50E}"/>
                  </a:ext>
                </a:extLst>
              </p:cNvPr>
              <p:cNvSpPr>
                <a:spLocks noChangeArrowheads="1"/>
              </p:cNvSpPr>
              <p:nvPr/>
            </p:nvSpPr>
            <p:spPr bwMode="auto">
              <a:xfrm>
                <a:off x="3101" y="1570"/>
                <a:ext cx="339" cy="146"/>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en-US" altLang="zh-CN" sz="1000" dirty="0">
                    <a:latin typeface="Times New Roman" panose="02020603050405020304" pitchFamily="18" charset="0"/>
                    <a:ea typeface="黑体" panose="02010609060101010101" pitchFamily="49" charset="-122"/>
                  </a:rPr>
                  <a:t>13</a:t>
                </a:r>
              </a:p>
            </p:txBody>
          </p:sp>
          <p:sp>
            <p:nvSpPr>
              <p:cNvPr id="94260" name="Rectangle 50">
                <a:extLst>
                  <a:ext uri="{FF2B5EF4-FFF2-40B4-BE49-F238E27FC236}">
                    <a16:creationId xmlns:a16="http://schemas.microsoft.com/office/drawing/2014/main" id="{5EB485A9-863B-18BE-7659-747F2CE4E701}"/>
                  </a:ext>
                </a:extLst>
              </p:cNvPr>
              <p:cNvSpPr>
                <a:spLocks noChangeArrowheads="1"/>
              </p:cNvSpPr>
              <p:nvPr/>
            </p:nvSpPr>
            <p:spPr bwMode="auto">
              <a:xfrm>
                <a:off x="3697" y="1575"/>
                <a:ext cx="339" cy="146"/>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en-US" altLang="zh-CN" sz="1000" dirty="0">
                    <a:latin typeface="Times New Roman" panose="02020603050405020304" pitchFamily="18" charset="0"/>
                    <a:ea typeface="黑体" panose="02010609060101010101" pitchFamily="49" charset="-122"/>
                  </a:rPr>
                  <a:t>16</a:t>
                </a:r>
              </a:p>
            </p:txBody>
          </p:sp>
          <p:sp>
            <p:nvSpPr>
              <p:cNvPr id="94261" name="Text Box 51">
                <a:extLst>
                  <a:ext uri="{FF2B5EF4-FFF2-40B4-BE49-F238E27FC236}">
                    <a16:creationId xmlns:a16="http://schemas.microsoft.com/office/drawing/2014/main" id="{8EE88215-C3C3-597F-7343-5ED0F07F8C4E}"/>
                  </a:ext>
                </a:extLst>
              </p:cNvPr>
              <p:cNvSpPr txBox="1">
                <a:spLocks noChangeArrowheads="1"/>
              </p:cNvSpPr>
              <p:nvPr/>
            </p:nvSpPr>
            <p:spPr bwMode="auto">
              <a:xfrm>
                <a:off x="3706" y="2636"/>
                <a:ext cx="294" cy="153"/>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000">
                    <a:latin typeface="Times New Roman" panose="02020603050405020304" pitchFamily="18" charset="0"/>
                    <a:ea typeface="黑体" panose="02010609060101010101" pitchFamily="49" charset="-122"/>
                  </a:rPr>
                  <a:t>LF</a:t>
                </a:r>
              </a:p>
            </p:txBody>
          </p:sp>
          <p:sp>
            <p:nvSpPr>
              <p:cNvPr id="94262" name="Text Box 52">
                <a:extLst>
                  <a:ext uri="{FF2B5EF4-FFF2-40B4-BE49-F238E27FC236}">
                    <a16:creationId xmlns:a16="http://schemas.microsoft.com/office/drawing/2014/main" id="{399841D5-9AB9-A3C5-EEF4-7E0DAE7AEE09}"/>
                  </a:ext>
                </a:extLst>
              </p:cNvPr>
              <p:cNvSpPr txBox="1">
                <a:spLocks noChangeArrowheads="1"/>
              </p:cNvSpPr>
              <p:nvPr/>
            </p:nvSpPr>
            <p:spPr bwMode="auto">
              <a:xfrm>
                <a:off x="3100" y="2643"/>
                <a:ext cx="294" cy="153"/>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000">
                    <a:latin typeface="Times New Roman" panose="02020603050405020304" pitchFamily="18" charset="0"/>
                    <a:ea typeface="黑体" panose="02010609060101010101" pitchFamily="49" charset="-122"/>
                  </a:rPr>
                  <a:t>LS</a:t>
                </a:r>
              </a:p>
            </p:txBody>
          </p:sp>
          <p:sp>
            <p:nvSpPr>
              <p:cNvPr id="94263" name="Text Box 53">
                <a:extLst>
                  <a:ext uri="{FF2B5EF4-FFF2-40B4-BE49-F238E27FC236}">
                    <a16:creationId xmlns:a16="http://schemas.microsoft.com/office/drawing/2014/main" id="{75EF3F71-761B-64D8-BBBA-2BF09052A4E9}"/>
                  </a:ext>
                </a:extLst>
              </p:cNvPr>
              <p:cNvSpPr txBox="1">
                <a:spLocks noChangeArrowheads="1"/>
              </p:cNvSpPr>
              <p:nvPr/>
            </p:nvSpPr>
            <p:spPr bwMode="auto">
              <a:xfrm>
                <a:off x="3706" y="2008"/>
                <a:ext cx="294" cy="153"/>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000">
                    <a:latin typeface="Times New Roman" panose="02020603050405020304" pitchFamily="18" charset="0"/>
                    <a:ea typeface="黑体" panose="02010609060101010101" pitchFamily="49" charset="-122"/>
                  </a:rPr>
                  <a:t>EF</a:t>
                </a:r>
              </a:p>
            </p:txBody>
          </p:sp>
          <p:sp>
            <p:nvSpPr>
              <p:cNvPr id="94264" name="Text Box 54">
                <a:extLst>
                  <a:ext uri="{FF2B5EF4-FFF2-40B4-BE49-F238E27FC236}">
                    <a16:creationId xmlns:a16="http://schemas.microsoft.com/office/drawing/2014/main" id="{7A6680E2-59CD-D80C-1756-A2925EEAAAE2}"/>
                  </a:ext>
                </a:extLst>
              </p:cNvPr>
              <p:cNvSpPr txBox="1">
                <a:spLocks noChangeArrowheads="1"/>
              </p:cNvSpPr>
              <p:nvPr/>
            </p:nvSpPr>
            <p:spPr bwMode="auto">
              <a:xfrm>
                <a:off x="3073" y="2001"/>
                <a:ext cx="294" cy="153"/>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000">
                    <a:latin typeface="Times New Roman" panose="02020603050405020304" pitchFamily="18" charset="0"/>
                    <a:ea typeface="黑体" panose="02010609060101010101" pitchFamily="49" charset="-122"/>
                  </a:rPr>
                  <a:t>ES</a:t>
                </a:r>
              </a:p>
            </p:txBody>
          </p:sp>
          <p:sp>
            <p:nvSpPr>
              <p:cNvPr id="94265" name="Rectangle 55">
                <a:extLst>
                  <a:ext uri="{FF2B5EF4-FFF2-40B4-BE49-F238E27FC236}">
                    <a16:creationId xmlns:a16="http://schemas.microsoft.com/office/drawing/2014/main" id="{7C25C725-1221-8A80-81F9-5E3A474A461E}"/>
                  </a:ext>
                </a:extLst>
              </p:cNvPr>
              <p:cNvSpPr>
                <a:spLocks noChangeArrowheads="1"/>
              </p:cNvSpPr>
              <p:nvPr/>
            </p:nvSpPr>
            <p:spPr bwMode="auto">
              <a:xfrm>
                <a:off x="3073" y="2147"/>
                <a:ext cx="937" cy="510"/>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88000"/>
                  </a:lnSpc>
                  <a:spcBef>
                    <a:spcPct val="0"/>
                  </a:spcBef>
                  <a:buClrTx/>
                  <a:buFontTx/>
                  <a:buNone/>
                </a:pPr>
                <a:endParaRPr lang="en-US" altLang="zh-CN" sz="1000" dirty="0">
                  <a:latin typeface="Times New Roman" panose="02020603050405020304" pitchFamily="18" charset="0"/>
                  <a:ea typeface="黑体" panose="02010609060101010101" pitchFamily="49" charset="-122"/>
                </a:endParaRPr>
              </a:p>
              <a:p>
                <a:pPr algn="ctr">
                  <a:lnSpc>
                    <a:spcPct val="88000"/>
                  </a:lnSpc>
                  <a:spcBef>
                    <a:spcPct val="0"/>
                  </a:spcBef>
                  <a:buClrTx/>
                  <a:buFontTx/>
                  <a:buNone/>
                </a:pPr>
                <a:endParaRPr lang="en-US" altLang="zh-CN" sz="1000" dirty="0">
                  <a:latin typeface="Times New Roman" panose="02020603050405020304" pitchFamily="18" charset="0"/>
                  <a:ea typeface="黑体" panose="02010609060101010101" pitchFamily="49" charset="-122"/>
                </a:endParaRPr>
              </a:p>
              <a:p>
                <a:pPr algn="ctr">
                  <a:lnSpc>
                    <a:spcPct val="88000"/>
                  </a:lnSpc>
                  <a:spcBef>
                    <a:spcPct val="0"/>
                  </a:spcBef>
                  <a:buClrTx/>
                  <a:buFontTx/>
                  <a:buNone/>
                </a:pPr>
                <a:r>
                  <a:rPr lang="en-US" altLang="zh-CN" sz="1000" dirty="0">
                    <a:latin typeface="Times New Roman" panose="02020603050405020304" pitchFamily="18" charset="0"/>
                    <a:ea typeface="黑体" panose="02010609060101010101" pitchFamily="49" charset="-122"/>
                  </a:rPr>
                  <a:t>Duration=3</a:t>
                </a:r>
              </a:p>
              <a:p>
                <a:pPr algn="ctr">
                  <a:lnSpc>
                    <a:spcPct val="88000"/>
                  </a:lnSpc>
                  <a:spcBef>
                    <a:spcPct val="0"/>
                  </a:spcBef>
                  <a:buClrTx/>
                  <a:buFontTx/>
                  <a:buNone/>
                </a:pPr>
                <a:r>
                  <a:rPr lang="en-US" altLang="zh-CN" sz="1000" dirty="0">
                    <a:latin typeface="Times New Roman" panose="02020603050405020304" pitchFamily="18" charset="0"/>
                    <a:ea typeface="黑体" panose="02010609060101010101" pitchFamily="49" charset="-122"/>
                  </a:rPr>
                  <a:t>Task F</a:t>
                </a:r>
              </a:p>
            </p:txBody>
          </p:sp>
          <p:sp>
            <p:nvSpPr>
              <p:cNvPr id="94266" name="Rectangle 56">
                <a:extLst>
                  <a:ext uri="{FF2B5EF4-FFF2-40B4-BE49-F238E27FC236}">
                    <a16:creationId xmlns:a16="http://schemas.microsoft.com/office/drawing/2014/main" id="{F5CFB72C-6323-BCC1-EA69-C84083923034}"/>
                  </a:ext>
                </a:extLst>
              </p:cNvPr>
              <p:cNvSpPr>
                <a:spLocks noChangeArrowheads="1"/>
              </p:cNvSpPr>
              <p:nvPr/>
            </p:nvSpPr>
            <p:spPr bwMode="auto">
              <a:xfrm>
                <a:off x="3073" y="2151"/>
                <a:ext cx="339" cy="146"/>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en-US" altLang="zh-CN" sz="1000" dirty="0">
                    <a:latin typeface="Times New Roman" panose="02020603050405020304" pitchFamily="18" charset="0"/>
                    <a:ea typeface="黑体" panose="02010609060101010101" pitchFamily="49" charset="-122"/>
                  </a:rPr>
                  <a:t>6</a:t>
                </a:r>
              </a:p>
            </p:txBody>
          </p:sp>
          <p:sp>
            <p:nvSpPr>
              <p:cNvPr id="94267" name="Rectangle 57">
                <a:extLst>
                  <a:ext uri="{FF2B5EF4-FFF2-40B4-BE49-F238E27FC236}">
                    <a16:creationId xmlns:a16="http://schemas.microsoft.com/office/drawing/2014/main" id="{374D0A32-7625-F878-5FCB-8A64658CC79A}"/>
                  </a:ext>
                </a:extLst>
              </p:cNvPr>
              <p:cNvSpPr>
                <a:spLocks noChangeArrowheads="1"/>
              </p:cNvSpPr>
              <p:nvPr/>
            </p:nvSpPr>
            <p:spPr bwMode="auto">
              <a:xfrm>
                <a:off x="3670" y="2151"/>
                <a:ext cx="340" cy="146"/>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en-US" altLang="zh-CN" sz="1000" dirty="0">
                    <a:latin typeface="Times New Roman" panose="02020603050405020304" pitchFamily="18" charset="0"/>
                    <a:ea typeface="黑体" panose="02010609060101010101" pitchFamily="49" charset="-122"/>
                  </a:rPr>
                  <a:t>9</a:t>
                </a:r>
              </a:p>
            </p:txBody>
          </p:sp>
          <p:sp>
            <p:nvSpPr>
              <p:cNvPr id="94268" name="Rectangle 58">
                <a:extLst>
                  <a:ext uri="{FF2B5EF4-FFF2-40B4-BE49-F238E27FC236}">
                    <a16:creationId xmlns:a16="http://schemas.microsoft.com/office/drawing/2014/main" id="{3F3DB7FE-DE0C-BA3F-5031-A1CACB88141B}"/>
                  </a:ext>
                </a:extLst>
              </p:cNvPr>
              <p:cNvSpPr>
                <a:spLocks noChangeArrowheads="1"/>
              </p:cNvSpPr>
              <p:nvPr/>
            </p:nvSpPr>
            <p:spPr bwMode="auto">
              <a:xfrm>
                <a:off x="3082" y="2512"/>
                <a:ext cx="339" cy="145"/>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en-US" altLang="zh-CN" sz="1000" dirty="0">
                    <a:latin typeface="Times New Roman" panose="02020603050405020304" pitchFamily="18" charset="0"/>
                    <a:ea typeface="黑体" panose="02010609060101010101" pitchFamily="49" charset="-122"/>
                  </a:rPr>
                  <a:t>13</a:t>
                </a:r>
              </a:p>
            </p:txBody>
          </p:sp>
          <p:sp>
            <p:nvSpPr>
              <p:cNvPr id="94269" name="Rectangle 59">
                <a:extLst>
                  <a:ext uri="{FF2B5EF4-FFF2-40B4-BE49-F238E27FC236}">
                    <a16:creationId xmlns:a16="http://schemas.microsoft.com/office/drawing/2014/main" id="{3088E160-A3C2-BB72-4A3C-291333468824}"/>
                  </a:ext>
                </a:extLst>
              </p:cNvPr>
              <p:cNvSpPr>
                <a:spLocks noChangeArrowheads="1"/>
              </p:cNvSpPr>
              <p:nvPr/>
            </p:nvSpPr>
            <p:spPr bwMode="auto">
              <a:xfrm>
                <a:off x="3678" y="2516"/>
                <a:ext cx="339" cy="146"/>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en-US" altLang="zh-CN" sz="1000" dirty="0">
                    <a:latin typeface="Times New Roman" panose="02020603050405020304" pitchFamily="18" charset="0"/>
                    <a:ea typeface="黑体" panose="02010609060101010101" pitchFamily="49" charset="-122"/>
                  </a:rPr>
                  <a:t>16</a:t>
                </a:r>
              </a:p>
            </p:txBody>
          </p:sp>
          <p:sp>
            <p:nvSpPr>
              <p:cNvPr id="94270" name="Text Box 60">
                <a:extLst>
                  <a:ext uri="{FF2B5EF4-FFF2-40B4-BE49-F238E27FC236}">
                    <a16:creationId xmlns:a16="http://schemas.microsoft.com/office/drawing/2014/main" id="{9A159C6D-1F67-E605-3883-69DA317949C8}"/>
                  </a:ext>
                </a:extLst>
              </p:cNvPr>
              <p:cNvSpPr txBox="1">
                <a:spLocks noChangeArrowheads="1"/>
              </p:cNvSpPr>
              <p:nvPr/>
            </p:nvSpPr>
            <p:spPr bwMode="auto">
              <a:xfrm>
                <a:off x="4845" y="2198"/>
                <a:ext cx="294" cy="153"/>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000">
                    <a:latin typeface="Times New Roman" panose="02020603050405020304" pitchFamily="18" charset="0"/>
                    <a:ea typeface="黑体" panose="02010609060101010101" pitchFamily="49" charset="-122"/>
                  </a:rPr>
                  <a:t>LF</a:t>
                </a:r>
              </a:p>
            </p:txBody>
          </p:sp>
          <p:sp>
            <p:nvSpPr>
              <p:cNvPr id="94271" name="Text Box 61">
                <a:extLst>
                  <a:ext uri="{FF2B5EF4-FFF2-40B4-BE49-F238E27FC236}">
                    <a16:creationId xmlns:a16="http://schemas.microsoft.com/office/drawing/2014/main" id="{5DD3F3B7-BA81-8769-57F1-61592E74F6C6}"/>
                  </a:ext>
                </a:extLst>
              </p:cNvPr>
              <p:cNvSpPr txBox="1">
                <a:spLocks noChangeArrowheads="1"/>
              </p:cNvSpPr>
              <p:nvPr/>
            </p:nvSpPr>
            <p:spPr bwMode="auto">
              <a:xfrm>
                <a:off x="4239" y="2205"/>
                <a:ext cx="294" cy="153"/>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000">
                    <a:latin typeface="Times New Roman" panose="02020603050405020304" pitchFamily="18" charset="0"/>
                    <a:ea typeface="黑体" panose="02010609060101010101" pitchFamily="49" charset="-122"/>
                  </a:rPr>
                  <a:t>LS</a:t>
                </a:r>
              </a:p>
            </p:txBody>
          </p:sp>
          <p:sp>
            <p:nvSpPr>
              <p:cNvPr id="94272" name="Text Box 62">
                <a:extLst>
                  <a:ext uri="{FF2B5EF4-FFF2-40B4-BE49-F238E27FC236}">
                    <a16:creationId xmlns:a16="http://schemas.microsoft.com/office/drawing/2014/main" id="{FEDED98E-8534-A308-4D40-665E52F292B8}"/>
                  </a:ext>
                </a:extLst>
              </p:cNvPr>
              <p:cNvSpPr txBox="1">
                <a:spLocks noChangeArrowheads="1"/>
              </p:cNvSpPr>
              <p:nvPr/>
            </p:nvSpPr>
            <p:spPr bwMode="auto">
              <a:xfrm>
                <a:off x="4845" y="1570"/>
                <a:ext cx="294" cy="153"/>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000">
                    <a:latin typeface="Times New Roman" panose="02020603050405020304" pitchFamily="18" charset="0"/>
                    <a:ea typeface="黑体" panose="02010609060101010101" pitchFamily="49" charset="-122"/>
                  </a:rPr>
                  <a:t>EF</a:t>
                </a:r>
              </a:p>
            </p:txBody>
          </p:sp>
          <p:sp>
            <p:nvSpPr>
              <p:cNvPr id="94273" name="Text Box 63">
                <a:extLst>
                  <a:ext uri="{FF2B5EF4-FFF2-40B4-BE49-F238E27FC236}">
                    <a16:creationId xmlns:a16="http://schemas.microsoft.com/office/drawing/2014/main" id="{7A6B8203-1BE6-6268-DB05-D47A295513B9}"/>
                  </a:ext>
                </a:extLst>
              </p:cNvPr>
              <p:cNvSpPr txBox="1">
                <a:spLocks noChangeArrowheads="1"/>
              </p:cNvSpPr>
              <p:nvPr/>
            </p:nvSpPr>
            <p:spPr bwMode="auto">
              <a:xfrm>
                <a:off x="4212" y="1563"/>
                <a:ext cx="294" cy="153"/>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000">
                    <a:latin typeface="Times New Roman" panose="02020603050405020304" pitchFamily="18" charset="0"/>
                    <a:ea typeface="黑体" panose="02010609060101010101" pitchFamily="49" charset="-122"/>
                  </a:rPr>
                  <a:t>ES</a:t>
                </a:r>
              </a:p>
            </p:txBody>
          </p:sp>
          <p:sp>
            <p:nvSpPr>
              <p:cNvPr id="94274" name="Rectangle 64">
                <a:extLst>
                  <a:ext uri="{FF2B5EF4-FFF2-40B4-BE49-F238E27FC236}">
                    <a16:creationId xmlns:a16="http://schemas.microsoft.com/office/drawing/2014/main" id="{7E28DA68-C262-720B-D1F0-498BC7A2D6F8}"/>
                  </a:ext>
                </a:extLst>
              </p:cNvPr>
              <p:cNvSpPr>
                <a:spLocks noChangeArrowheads="1"/>
              </p:cNvSpPr>
              <p:nvPr/>
            </p:nvSpPr>
            <p:spPr bwMode="auto">
              <a:xfrm>
                <a:off x="4212" y="1709"/>
                <a:ext cx="937" cy="510"/>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88000"/>
                  </a:lnSpc>
                  <a:spcBef>
                    <a:spcPct val="0"/>
                  </a:spcBef>
                  <a:buClrTx/>
                  <a:buFontTx/>
                  <a:buNone/>
                </a:pPr>
                <a:endParaRPr lang="en-US" altLang="zh-CN" sz="1000">
                  <a:latin typeface="Times New Roman" panose="02020603050405020304" pitchFamily="18" charset="0"/>
                  <a:ea typeface="黑体" panose="02010609060101010101" pitchFamily="49" charset="-122"/>
                </a:endParaRPr>
              </a:p>
              <a:p>
                <a:pPr algn="ctr">
                  <a:lnSpc>
                    <a:spcPct val="88000"/>
                  </a:lnSpc>
                  <a:spcBef>
                    <a:spcPct val="0"/>
                  </a:spcBef>
                  <a:buClrTx/>
                  <a:buFontTx/>
                  <a:buNone/>
                </a:pPr>
                <a:endParaRPr lang="en-US" altLang="zh-CN" sz="1000">
                  <a:latin typeface="Times New Roman" panose="02020603050405020304" pitchFamily="18" charset="0"/>
                  <a:ea typeface="黑体" panose="02010609060101010101" pitchFamily="49" charset="-122"/>
                </a:endParaRPr>
              </a:p>
              <a:p>
                <a:pPr algn="ctr">
                  <a:lnSpc>
                    <a:spcPct val="88000"/>
                  </a:lnSpc>
                  <a:spcBef>
                    <a:spcPct val="0"/>
                  </a:spcBef>
                  <a:buClrTx/>
                  <a:buFontTx/>
                  <a:buNone/>
                </a:pPr>
                <a:r>
                  <a:rPr lang="en-US" altLang="zh-CN" sz="1000">
                    <a:latin typeface="Times New Roman" panose="02020603050405020304" pitchFamily="18" charset="0"/>
                    <a:ea typeface="黑体" panose="02010609060101010101" pitchFamily="49" charset="-122"/>
                  </a:rPr>
                  <a:t>Duration=2</a:t>
                </a:r>
              </a:p>
              <a:p>
                <a:pPr algn="ctr">
                  <a:lnSpc>
                    <a:spcPct val="88000"/>
                  </a:lnSpc>
                  <a:spcBef>
                    <a:spcPct val="0"/>
                  </a:spcBef>
                  <a:buClrTx/>
                  <a:buFontTx/>
                  <a:buNone/>
                </a:pPr>
                <a:r>
                  <a:rPr lang="en-US" altLang="zh-CN" sz="1000">
                    <a:latin typeface="Times New Roman" panose="02020603050405020304" pitchFamily="18" charset="0"/>
                    <a:ea typeface="黑体" panose="02010609060101010101" pitchFamily="49" charset="-122"/>
                  </a:rPr>
                  <a:t>Task H</a:t>
                </a:r>
              </a:p>
            </p:txBody>
          </p:sp>
          <p:sp>
            <p:nvSpPr>
              <p:cNvPr id="94275" name="Rectangle 65">
                <a:extLst>
                  <a:ext uri="{FF2B5EF4-FFF2-40B4-BE49-F238E27FC236}">
                    <a16:creationId xmlns:a16="http://schemas.microsoft.com/office/drawing/2014/main" id="{ED3BF7BC-189D-B520-FF72-B1C903056216}"/>
                  </a:ext>
                </a:extLst>
              </p:cNvPr>
              <p:cNvSpPr>
                <a:spLocks noChangeArrowheads="1"/>
              </p:cNvSpPr>
              <p:nvPr/>
            </p:nvSpPr>
            <p:spPr bwMode="auto">
              <a:xfrm>
                <a:off x="4212" y="1713"/>
                <a:ext cx="339" cy="146"/>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en-US" altLang="zh-CN" sz="1000" dirty="0">
                    <a:latin typeface="Times New Roman" panose="02020603050405020304" pitchFamily="18" charset="0"/>
                    <a:ea typeface="黑体" panose="02010609060101010101" pitchFamily="49" charset="-122"/>
                  </a:rPr>
                  <a:t>16</a:t>
                </a:r>
              </a:p>
            </p:txBody>
          </p:sp>
          <p:sp>
            <p:nvSpPr>
              <p:cNvPr id="94276" name="Rectangle 66">
                <a:extLst>
                  <a:ext uri="{FF2B5EF4-FFF2-40B4-BE49-F238E27FC236}">
                    <a16:creationId xmlns:a16="http://schemas.microsoft.com/office/drawing/2014/main" id="{3FF3C942-A667-241A-1EBA-76A2538A53BB}"/>
                  </a:ext>
                </a:extLst>
              </p:cNvPr>
              <p:cNvSpPr>
                <a:spLocks noChangeArrowheads="1"/>
              </p:cNvSpPr>
              <p:nvPr/>
            </p:nvSpPr>
            <p:spPr bwMode="auto">
              <a:xfrm>
                <a:off x="4809" y="1713"/>
                <a:ext cx="340" cy="146"/>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en-US" altLang="zh-CN" sz="1000" dirty="0">
                    <a:latin typeface="Times New Roman" panose="02020603050405020304" pitchFamily="18" charset="0"/>
                    <a:ea typeface="黑体" panose="02010609060101010101" pitchFamily="49" charset="-122"/>
                  </a:rPr>
                  <a:t>18</a:t>
                </a:r>
              </a:p>
            </p:txBody>
          </p:sp>
          <p:sp>
            <p:nvSpPr>
              <p:cNvPr id="94277" name="Rectangle 67">
                <a:extLst>
                  <a:ext uri="{FF2B5EF4-FFF2-40B4-BE49-F238E27FC236}">
                    <a16:creationId xmlns:a16="http://schemas.microsoft.com/office/drawing/2014/main" id="{B72A0B1B-5760-D243-0848-3D9FC0B3CE13}"/>
                  </a:ext>
                </a:extLst>
              </p:cNvPr>
              <p:cNvSpPr>
                <a:spLocks noChangeArrowheads="1"/>
              </p:cNvSpPr>
              <p:nvPr/>
            </p:nvSpPr>
            <p:spPr bwMode="auto">
              <a:xfrm>
                <a:off x="4221" y="2074"/>
                <a:ext cx="339" cy="145"/>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en-US" altLang="zh-CN" sz="1000" dirty="0">
                    <a:latin typeface="Times New Roman" panose="02020603050405020304" pitchFamily="18" charset="0"/>
                    <a:ea typeface="黑体" panose="02010609060101010101" pitchFamily="49" charset="-122"/>
                  </a:rPr>
                  <a:t>16</a:t>
                </a:r>
              </a:p>
            </p:txBody>
          </p:sp>
          <p:sp>
            <p:nvSpPr>
              <p:cNvPr id="94278" name="Rectangle 68">
                <a:extLst>
                  <a:ext uri="{FF2B5EF4-FFF2-40B4-BE49-F238E27FC236}">
                    <a16:creationId xmlns:a16="http://schemas.microsoft.com/office/drawing/2014/main" id="{2F7A4FDE-4F01-F3BD-D888-270673B647FF}"/>
                  </a:ext>
                </a:extLst>
              </p:cNvPr>
              <p:cNvSpPr>
                <a:spLocks noChangeArrowheads="1"/>
              </p:cNvSpPr>
              <p:nvPr/>
            </p:nvSpPr>
            <p:spPr bwMode="auto">
              <a:xfrm>
                <a:off x="4817" y="2078"/>
                <a:ext cx="339" cy="146"/>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en-US" altLang="zh-CN" sz="1000" dirty="0">
                    <a:latin typeface="Times New Roman" panose="02020603050405020304" pitchFamily="18" charset="0"/>
                    <a:ea typeface="黑体" panose="02010609060101010101" pitchFamily="49" charset="-122"/>
                  </a:rPr>
                  <a:t>18</a:t>
                </a:r>
              </a:p>
            </p:txBody>
          </p:sp>
          <p:sp>
            <p:nvSpPr>
              <p:cNvPr id="94279" name="Text Box 69">
                <a:extLst>
                  <a:ext uri="{FF2B5EF4-FFF2-40B4-BE49-F238E27FC236}">
                    <a16:creationId xmlns:a16="http://schemas.microsoft.com/office/drawing/2014/main" id="{E8BE239C-1A17-EEA2-C42F-7DCF600FCB01}"/>
                  </a:ext>
                </a:extLst>
              </p:cNvPr>
              <p:cNvSpPr txBox="1">
                <a:spLocks noChangeArrowheads="1"/>
              </p:cNvSpPr>
              <p:nvPr/>
            </p:nvSpPr>
            <p:spPr bwMode="auto">
              <a:xfrm>
                <a:off x="2494" y="3431"/>
                <a:ext cx="294" cy="154"/>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000">
                    <a:latin typeface="Times New Roman" panose="02020603050405020304" pitchFamily="18" charset="0"/>
                    <a:ea typeface="黑体" panose="02010609060101010101" pitchFamily="49" charset="-122"/>
                  </a:rPr>
                  <a:t>LF</a:t>
                </a:r>
              </a:p>
            </p:txBody>
          </p:sp>
          <p:sp>
            <p:nvSpPr>
              <p:cNvPr id="94280" name="Text Box 70">
                <a:extLst>
                  <a:ext uri="{FF2B5EF4-FFF2-40B4-BE49-F238E27FC236}">
                    <a16:creationId xmlns:a16="http://schemas.microsoft.com/office/drawing/2014/main" id="{C2668E78-5164-2DA3-1455-528DBFBB34C7}"/>
                  </a:ext>
                </a:extLst>
              </p:cNvPr>
              <p:cNvSpPr txBox="1">
                <a:spLocks noChangeArrowheads="1"/>
              </p:cNvSpPr>
              <p:nvPr/>
            </p:nvSpPr>
            <p:spPr bwMode="auto">
              <a:xfrm>
                <a:off x="1888" y="3439"/>
                <a:ext cx="294" cy="153"/>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000">
                    <a:latin typeface="Times New Roman" panose="02020603050405020304" pitchFamily="18" charset="0"/>
                    <a:ea typeface="黑体" panose="02010609060101010101" pitchFamily="49" charset="-122"/>
                  </a:rPr>
                  <a:t>LS</a:t>
                </a:r>
              </a:p>
            </p:txBody>
          </p:sp>
          <p:sp>
            <p:nvSpPr>
              <p:cNvPr id="94281" name="Text Box 71">
                <a:extLst>
                  <a:ext uri="{FF2B5EF4-FFF2-40B4-BE49-F238E27FC236}">
                    <a16:creationId xmlns:a16="http://schemas.microsoft.com/office/drawing/2014/main" id="{1597F6ED-869E-2835-DAFE-551BEB7D2C53}"/>
                  </a:ext>
                </a:extLst>
              </p:cNvPr>
              <p:cNvSpPr txBox="1">
                <a:spLocks noChangeArrowheads="1"/>
              </p:cNvSpPr>
              <p:nvPr/>
            </p:nvSpPr>
            <p:spPr bwMode="auto">
              <a:xfrm>
                <a:off x="2494" y="2803"/>
                <a:ext cx="294" cy="154"/>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000">
                    <a:latin typeface="Times New Roman" panose="02020603050405020304" pitchFamily="18" charset="0"/>
                    <a:ea typeface="黑体" panose="02010609060101010101" pitchFamily="49" charset="-122"/>
                  </a:rPr>
                  <a:t>EF</a:t>
                </a:r>
              </a:p>
            </p:txBody>
          </p:sp>
          <p:sp>
            <p:nvSpPr>
              <p:cNvPr id="94282" name="Text Box 72">
                <a:extLst>
                  <a:ext uri="{FF2B5EF4-FFF2-40B4-BE49-F238E27FC236}">
                    <a16:creationId xmlns:a16="http://schemas.microsoft.com/office/drawing/2014/main" id="{538A4657-0C87-B5CA-3CD4-825191B427F7}"/>
                  </a:ext>
                </a:extLst>
              </p:cNvPr>
              <p:cNvSpPr txBox="1">
                <a:spLocks noChangeArrowheads="1"/>
              </p:cNvSpPr>
              <p:nvPr/>
            </p:nvSpPr>
            <p:spPr bwMode="auto">
              <a:xfrm>
                <a:off x="1861" y="2796"/>
                <a:ext cx="294" cy="153"/>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lnSpc>
                    <a:spcPct val="72000"/>
                  </a:lnSpc>
                  <a:spcBef>
                    <a:spcPct val="0"/>
                  </a:spcBef>
                  <a:buClrTx/>
                  <a:buFontTx/>
                  <a:buNone/>
                </a:pPr>
                <a:r>
                  <a:rPr lang="en-US" altLang="zh-CN" sz="1000">
                    <a:latin typeface="Times New Roman" panose="02020603050405020304" pitchFamily="18" charset="0"/>
                    <a:ea typeface="黑体" panose="02010609060101010101" pitchFamily="49" charset="-122"/>
                  </a:rPr>
                  <a:t>ES</a:t>
                </a:r>
              </a:p>
            </p:txBody>
          </p:sp>
          <p:sp>
            <p:nvSpPr>
              <p:cNvPr id="94283" name="Rectangle 73">
                <a:extLst>
                  <a:ext uri="{FF2B5EF4-FFF2-40B4-BE49-F238E27FC236}">
                    <a16:creationId xmlns:a16="http://schemas.microsoft.com/office/drawing/2014/main" id="{1B3267D7-EB4A-E5F0-ADC8-69D40913E831}"/>
                  </a:ext>
                </a:extLst>
              </p:cNvPr>
              <p:cNvSpPr>
                <a:spLocks noChangeArrowheads="1"/>
              </p:cNvSpPr>
              <p:nvPr/>
            </p:nvSpPr>
            <p:spPr bwMode="auto">
              <a:xfrm>
                <a:off x="1861" y="2942"/>
                <a:ext cx="937" cy="511"/>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88000"/>
                  </a:lnSpc>
                  <a:spcBef>
                    <a:spcPct val="0"/>
                  </a:spcBef>
                  <a:buClrTx/>
                  <a:buFontTx/>
                  <a:buNone/>
                </a:pPr>
                <a:endParaRPr lang="en-US" altLang="zh-CN" sz="1000" dirty="0">
                  <a:latin typeface="Times New Roman" panose="02020603050405020304" pitchFamily="18" charset="0"/>
                  <a:ea typeface="黑体" panose="02010609060101010101" pitchFamily="49" charset="-122"/>
                </a:endParaRPr>
              </a:p>
              <a:p>
                <a:pPr algn="ctr">
                  <a:lnSpc>
                    <a:spcPct val="88000"/>
                  </a:lnSpc>
                  <a:spcBef>
                    <a:spcPct val="0"/>
                  </a:spcBef>
                  <a:buClrTx/>
                  <a:buFontTx/>
                  <a:buNone/>
                </a:pPr>
                <a:endParaRPr lang="en-US" altLang="zh-CN" sz="1000" dirty="0">
                  <a:latin typeface="Times New Roman" panose="02020603050405020304" pitchFamily="18" charset="0"/>
                  <a:ea typeface="黑体" panose="02010609060101010101" pitchFamily="49" charset="-122"/>
                </a:endParaRPr>
              </a:p>
              <a:p>
                <a:pPr algn="ctr">
                  <a:lnSpc>
                    <a:spcPct val="88000"/>
                  </a:lnSpc>
                  <a:spcBef>
                    <a:spcPct val="0"/>
                  </a:spcBef>
                  <a:buClrTx/>
                  <a:buFontTx/>
                  <a:buNone/>
                </a:pPr>
                <a:r>
                  <a:rPr lang="en-US" altLang="zh-CN" sz="1000" dirty="0">
                    <a:latin typeface="Times New Roman" panose="02020603050405020304" pitchFamily="18" charset="0"/>
                    <a:ea typeface="黑体" panose="02010609060101010101" pitchFamily="49" charset="-122"/>
                  </a:rPr>
                  <a:t>Duration=2</a:t>
                </a:r>
              </a:p>
              <a:p>
                <a:pPr algn="ctr">
                  <a:lnSpc>
                    <a:spcPct val="88000"/>
                  </a:lnSpc>
                  <a:spcBef>
                    <a:spcPct val="0"/>
                  </a:spcBef>
                  <a:buClrTx/>
                  <a:buFontTx/>
                  <a:buNone/>
                </a:pPr>
                <a:r>
                  <a:rPr lang="en-US" altLang="zh-CN" sz="1000" dirty="0">
                    <a:latin typeface="Times New Roman" panose="02020603050405020304" pitchFamily="18" charset="0"/>
                    <a:ea typeface="黑体" panose="02010609060101010101" pitchFamily="49" charset="-122"/>
                  </a:rPr>
                  <a:t>Task E</a:t>
                </a:r>
              </a:p>
            </p:txBody>
          </p:sp>
          <p:sp>
            <p:nvSpPr>
              <p:cNvPr id="94284" name="Rectangle 74">
                <a:extLst>
                  <a:ext uri="{FF2B5EF4-FFF2-40B4-BE49-F238E27FC236}">
                    <a16:creationId xmlns:a16="http://schemas.microsoft.com/office/drawing/2014/main" id="{986C147D-BE57-D385-136C-110368F285FB}"/>
                  </a:ext>
                </a:extLst>
              </p:cNvPr>
              <p:cNvSpPr>
                <a:spLocks noChangeArrowheads="1"/>
              </p:cNvSpPr>
              <p:nvPr/>
            </p:nvSpPr>
            <p:spPr bwMode="auto">
              <a:xfrm>
                <a:off x="1861" y="2946"/>
                <a:ext cx="339" cy="146"/>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en-US" altLang="zh-CN" sz="1000" dirty="0">
                    <a:latin typeface="Times New Roman" panose="02020603050405020304" pitchFamily="18" charset="0"/>
                    <a:ea typeface="黑体" panose="02010609060101010101" pitchFamily="49" charset="-122"/>
                  </a:rPr>
                  <a:t>3</a:t>
                </a:r>
              </a:p>
            </p:txBody>
          </p:sp>
          <p:sp>
            <p:nvSpPr>
              <p:cNvPr id="94285" name="Rectangle 75">
                <a:extLst>
                  <a:ext uri="{FF2B5EF4-FFF2-40B4-BE49-F238E27FC236}">
                    <a16:creationId xmlns:a16="http://schemas.microsoft.com/office/drawing/2014/main" id="{2956B2EB-98D1-5BC8-6196-BAF5CBA6924B}"/>
                  </a:ext>
                </a:extLst>
              </p:cNvPr>
              <p:cNvSpPr>
                <a:spLocks noChangeArrowheads="1"/>
              </p:cNvSpPr>
              <p:nvPr/>
            </p:nvSpPr>
            <p:spPr bwMode="auto">
              <a:xfrm>
                <a:off x="2458" y="2946"/>
                <a:ext cx="340" cy="146"/>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en-US" altLang="zh-CN" sz="1000" dirty="0">
                    <a:latin typeface="Times New Roman" panose="02020603050405020304" pitchFamily="18" charset="0"/>
                    <a:ea typeface="黑体" panose="02010609060101010101" pitchFamily="49" charset="-122"/>
                  </a:rPr>
                  <a:t>5</a:t>
                </a:r>
              </a:p>
            </p:txBody>
          </p:sp>
          <p:sp>
            <p:nvSpPr>
              <p:cNvPr id="94286" name="Rectangle 76">
                <a:extLst>
                  <a:ext uri="{FF2B5EF4-FFF2-40B4-BE49-F238E27FC236}">
                    <a16:creationId xmlns:a16="http://schemas.microsoft.com/office/drawing/2014/main" id="{48BDA14C-61AE-33DD-55C6-350F4FA67887}"/>
                  </a:ext>
                </a:extLst>
              </p:cNvPr>
              <p:cNvSpPr>
                <a:spLocks noChangeArrowheads="1"/>
              </p:cNvSpPr>
              <p:nvPr/>
            </p:nvSpPr>
            <p:spPr bwMode="auto">
              <a:xfrm>
                <a:off x="1870" y="3307"/>
                <a:ext cx="339" cy="146"/>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lnSpc>
                    <a:spcPct val="72000"/>
                  </a:lnSpc>
                  <a:spcBef>
                    <a:spcPct val="0"/>
                  </a:spcBef>
                  <a:buClrTx/>
                  <a:buFontTx/>
                  <a:buNone/>
                </a:pPr>
                <a:r>
                  <a:rPr lang="en-US" altLang="zh-CN" sz="1000" dirty="0">
                    <a:latin typeface="Times New Roman" panose="02020603050405020304" pitchFamily="18" charset="0"/>
                    <a:ea typeface="黑体" panose="02010609060101010101" pitchFamily="49" charset="-122"/>
                  </a:rPr>
                  <a:t>11</a:t>
                </a:r>
              </a:p>
            </p:txBody>
          </p:sp>
          <p:sp>
            <p:nvSpPr>
              <p:cNvPr id="94287" name="Rectangle 77">
                <a:extLst>
                  <a:ext uri="{FF2B5EF4-FFF2-40B4-BE49-F238E27FC236}">
                    <a16:creationId xmlns:a16="http://schemas.microsoft.com/office/drawing/2014/main" id="{C710FC10-EAFD-A936-577A-E4BAA8A3D81C}"/>
                  </a:ext>
                </a:extLst>
              </p:cNvPr>
              <p:cNvSpPr>
                <a:spLocks noChangeArrowheads="1"/>
              </p:cNvSpPr>
              <p:nvPr/>
            </p:nvSpPr>
            <p:spPr bwMode="auto">
              <a:xfrm>
                <a:off x="2466" y="3312"/>
                <a:ext cx="339" cy="146"/>
              </a:xfrm>
              <a:prstGeom prst="rect">
                <a:avLst/>
              </a:prstGeom>
              <a:solidFill>
                <a:srgbClr val="FFCC00"/>
              </a:solidFill>
              <a:ln w="9525">
                <a:solidFill>
                  <a:srgbClr val="000000"/>
                </a:solidFill>
                <a:miter lim="800000"/>
                <a:headEnd/>
                <a:tailEnd/>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lang="en-US" altLang="zh-CN" sz="1000" dirty="0">
                    <a:latin typeface="Times New Roman" panose="02020603050405020304" pitchFamily="18" charset="0"/>
                    <a:ea typeface="黑体" panose="02010609060101010101" pitchFamily="49" charset="-122"/>
                  </a:rPr>
                  <a:t>13</a:t>
                </a:r>
              </a:p>
            </p:txBody>
          </p:sp>
          <p:sp>
            <p:nvSpPr>
              <p:cNvPr id="94288" name="Line 78">
                <a:extLst>
                  <a:ext uri="{FF2B5EF4-FFF2-40B4-BE49-F238E27FC236}">
                    <a16:creationId xmlns:a16="http://schemas.microsoft.com/office/drawing/2014/main" id="{73EDE09B-96A6-982E-2FC2-42BA230A7A89}"/>
                  </a:ext>
                </a:extLst>
              </p:cNvPr>
              <p:cNvSpPr>
                <a:spLocks noChangeShapeType="1"/>
              </p:cNvSpPr>
              <p:nvPr/>
            </p:nvSpPr>
            <p:spPr bwMode="auto">
              <a:xfrm>
                <a:off x="475" y="1388"/>
                <a:ext cx="11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89" name="Line 79">
                <a:extLst>
                  <a:ext uri="{FF2B5EF4-FFF2-40B4-BE49-F238E27FC236}">
                    <a16:creationId xmlns:a16="http://schemas.microsoft.com/office/drawing/2014/main" id="{411852AE-DA78-2C9A-9008-73EA0DE22752}"/>
                  </a:ext>
                </a:extLst>
              </p:cNvPr>
              <p:cNvSpPr>
                <a:spLocks noChangeShapeType="1"/>
              </p:cNvSpPr>
              <p:nvPr/>
            </p:nvSpPr>
            <p:spPr bwMode="auto">
              <a:xfrm>
                <a:off x="483" y="1388"/>
                <a:ext cx="0" cy="97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90" name="Line 80">
                <a:extLst>
                  <a:ext uri="{FF2B5EF4-FFF2-40B4-BE49-F238E27FC236}">
                    <a16:creationId xmlns:a16="http://schemas.microsoft.com/office/drawing/2014/main" id="{9510954F-BEE7-E0E3-1F55-ACAD5EE718C1}"/>
                  </a:ext>
                </a:extLst>
              </p:cNvPr>
              <p:cNvSpPr>
                <a:spLocks noChangeShapeType="1"/>
              </p:cNvSpPr>
              <p:nvPr/>
            </p:nvSpPr>
            <p:spPr bwMode="auto">
              <a:xfrm flipV="1">
                <a:off x="475" y="2358"/>
                <a:ext cx="146"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91" name="Line 81">
                <a:extLst>
                  <a:ext uri="{FF2B5EF4-FFF2-40B4-BE49-F238E27FC236}">
                    <a16:creationId xmlns:a16="http://schemas.microsoft.com/office/drawing/2014/main" id="{122D07CF-9003-5ED2-B4FF-7DEA46EC757F}"/>
                  </a:ext>
                </a:extLst>
              </p:cNvPr>
              <p:cNvSpPr>
                <a:spLocks noChangeShapeType="1"/>
              </p:cNvSpPr>
              <p:nvPr/>
            </p:nvSpPr>
            <p:spPr bwMode="auto">
              <a:xfrm>
                <a:off x="209" y="1920"/>
                <a:ext cx="26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292" name="Line 82">
                <a:extLst>
                  <a:ext uri="{FF2B5EF4-FFF2-40B4-BE49-F238E27FC236}">
                    <a16:creationId xmlns:a16="http://schemas.microsoft.com/office/drawing/2014/main" id="{6C836207-1BEE-2C40-F222-662AEE32ACD1}"/>
                  </a:ext>
                </a:extLst>
              </p:cNvPr>
              <p:cNvSpPr>
                <a:spLocks noChangeShapeType="1"/>
              </p:cNvSpPr>
              <p:nvPr/>
            </p:nvSpPr>
            <p:spPr bwMode="auto">
              <a:xfrm>
                <a:off x="1513" y="1402"/>
                <a:ext cx="34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4293" name="Line 83">
                <a:extLst>
                  <a:ext uri="{FF2B5EF4-FFF2-40B4-BE49-F238E27FC236}">
                    <a16:creationId xmlns:a16="http://schemas.microsoft.com/office/drawing/2014/main" id="{221566C8-3B02-01F3-726D-502405CC4A3C}"/>
                  </a:ext>
                </a:extLst>
              </p:cNvPr>
              <p:cNvSpPr>
                <a:spLocks noChangeShapeType="1"/>
              </p:cNvSpPr>
              <p:nvPr/>
            </p:nvSpPr>
            <p:spPr bwMode="auto">
              <a:xfrm>
                <a:off x="2798" y="1446"/>
                <a:ext cx="29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4294" name="Line 84">
                <a:extLst>
                  <a:ext uri="{FF2B5EF4-FFF2-40B4-BE49-F238E27FC236}">
                    <a16:creationId xmlns:a16="http://schemas.microsoft.com/office/drawing/2014/main" id="{D328A043-F301-3ADD-F278-23FE0978754B}"/>
                  </a:ext>
                </a:extLst>
              </p:cNvPr>
              <p:cNvSpPr>
                <a:spLocks noChangeShapeType="1"/>
              </p:cNvSpPr>
              <p:nvPr/>
            </p:nvSpPr>
            <p:spPr bwMode="auto">
              <a:xfrm>
                <a:off x="1540" y="2227"/>
                <a:ext cx="27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4295" name="Line 85">
                <a:extLst>
                  <a:ext uri="{FF2B5EF4-FFF2-40B4-BE49-F238E27FC236}">
                    <a16:creationId xmlns:a16="http://schemas.microsoft.com/office/drawing/2014/main" id="{48E63DF0-C562-33FF-458C-65B883CF758E}"/>
                  </a:ext>
                </a:extLst>
              </p:cNvPr>
              <p:cNvSpPr>
                <a:spLocks noChangeShapeType="1"/>
              </p:cNvSpPr>
              <p:nvPr/>
            </p:nvSpPr>
            <p:spPr bwMode="auto">
              <a:xfrm>
                <a:off x="2761" y="2271"/>
                <a:ext cx="321"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4296" name="Line 86">
                <a:extLst>
                  <a:ext uri="{FF2B5EF4-FFF2-40B4-BE49-F238E27FC236}">
                    <a16:creationId xmlns:a16="http://schemas.microsoft.com/office/drawing/2014/main" id="{0E526A44-BD19-0AD5-C15A-DFC8F39027A1}"/>
                  </a:ext>
                </a:extLst>
              </p:cNvPr>
              <p:cNvSpPr>
                <a:spLocks noChangeShapeType="1"/>
              </p:cNvSpPr>
              <p:nvPr/>
            </p:nvSpPr>
            <p:spPr bwMode="auto">
              <a:xfrm>
                <a:off x="5148" y="1972"/>
                <a:ext cx="31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cxnSp>
            <p:nvCxnSpPr>
              <p:cNvPr id="94297" name="AutoShape 87">
                <a:extLst>
                  <a:ext uri="{FF2B5EF4-FFF2-40B4-BE49-F238E27FC236}">
                    <a16:creationId xmlns:a16="http://schemas.microsoft.com/office/drawing/2014/main" id="{A46CA533-DC41-FABF-79C9-429F4B59CDE9}"/>
                  </a:ext>
                </a:extLst>
              </p:cNvPr>
              <p:cNvCxnSpPr>
                <a:cxnSpLocks noChangeShapeType="1"/>
                <a:stCxn id="94229" idx="3"/>
                <a:endCxn id="94283" idx="1"/>
              </p:cNvCxnSpPr>
              <p:nvPr/>
            </p:nvCxnSpPr>
            <p:spPr bwMode="auto">
              <a:xfrm>
                <a:off x="1531" y="2307"/>
                <a:ext cx="330" cy="891"/>
              </a:xfrm>
              <a:prstGeom prst="bentConnector3">
                <a:avLst>
                  <a:gd name="adj1" fmla="val 50000"/>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cxnSp>
          <p:cxnSp>
            <p:nvCxnSpPr>
              <p:cNvPr id="94298" name="AutoShape 88">
                <a:extLst>
                  <a:ext uri="{FF2B5EF4-FFF2-40B4-BE49-F238E27FC236}">
                    <a16:creationId xmlns:a16="http://schemas.microsoft.com/office/drawing/2014/main" id="{C1AFF71F-8D34-764B-2F8A-56DB88F1D595}"/>
                  </a:ext>
                </a:extLst>
              </p:cNvPr>
              <p:cNvCxnSpPr>
                <a:cxnSpLocks noChangeShapeType="1"/>
                <a:stCxn id="94283" idx="3"/>
                <a:endCxn id="94265" idx="1"/>
              </p:cNvCxnSpPr>
              <p:nvPr/>
            </p:nvCxnSpPr>
            <p:spPr bwMode="auto">
              <a:xfrm flipV="1">
                <a:off x="2798" y="2402"/>
                <a:ext cx="275" cy="796"/>
              </a:xfrm>
              <a:prstGeom prst="bentConnector3">
                <a:avLst>
                  <a:gd name="adj1" fmla="val 49819"/>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cxnSp>
          <p:cxnSp>
            <p:nvCxnSpPr>
              <p:cNvPr id="94299" name="AutoShape 89">
                <a:extLst>
                  <a:ext uri="{FF2B5EF4-FFF2-40B4-BE49-F238E27FC236}">
                    <a16:creationId xmlns:a16="http://schemas.microsoft.com/office/drawing/2014/main" id="{D4FEA277-EF03-D793-BB23-FA54BF3FAE1E}"/>
                  </a:ext>
                </a:extLst>
              </p:cNvPr>
              <p:cNvCxnSpPr>
                <a:cxnSpLocks noChangeShapeType="1"/>
                <a:stCxn id="94265" idx="3"/>
                <a:endCxn id="94277" idx="1"/>
              </p:cNvCxnSpPr>
              <p:nvPr/>
            </p:nvCxnSpPr>
            <p:spPr bwMode="auto">
              <a:xfrm flipV="1">
                <a:off x="4010" y="2147"/>
                <a:ext cx="211" cy="255"/>
              </a:xfrm>
              <a:prstGeom prst="bentConnector3">
                <a:avLst>
                  <a:gd name="adj1" fmla="val 49764"/>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cxnSp>
          <p:cxnSp>
            <p:nvCxnSpPr>
              <p:cNvPr id="94300" name="AutoShape 90">
                <a:extLst>
                  <a:ext uri="{FF2B5EF4-FFF2-40B4-BE49-F238E27FC236}">
                    <a16:creationId xmlns:a16="http://schemas.microsoft.com/office/drawing/2014/main" id="{5E9BF869-BE7C-3F89-CF20-9A914500D597}"/>
                  </a:ext>
                </a:extLst>
              </p:cNvPr>
              <p:cNvCxnSpPr>
                <a:cxnSpLocks noChangeShapeType="1"/>
                <a:stCxn id="94256" idx="3"/>
                <a:endCxn id="94275" idx="1"/>
              </p:cNvCxnSpPr>
              <p:nvPr/>
            </p:nvCxnSpPr>
            <p:spPr bwMode="auto">
              <a:xfrm>
                <a:off x="4029" y="1461"/>
                <a:ext cx="183" cy="325"/>
              </a:xfrm>
              <a:prstGeom prst="bentConnector3">
                <a:avLst>
                  <a:gd name="adj1" fmla="val 49727"/>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cxnSp>
        </p:grpSp>
        <p:sp>
          <p:nvSpPr>
            <p:cNvPr id="94214" name="Text Box 93">
              <a:extLst>
                <a:ext uri="{FF2B5EF4-FFF2-40B4-BE49-F238E27FC236}">
                  <a16:creationId xmlns:a16="http://schemas.microsoft.com/office/drawing/2014/main" id="{1D9E6AB7-4219-5A4A-2689-561DC9A5CC04}"/>
                </a:ext>
              </a:extLst>
            </p:cNvPr>
            <p:cNvSpPr txBox="1">
              <a:spLocks noChangeArrowheads="1"/>
            </p:cNvSpPr>
            <p:nvPr/>
          </p:nvSpPr>
          <p:spPr bwMode="auto">
            <a:xfrm>
              <a:off x="5461" y="2416"/>
              <a:ext cx="441" cy="228"/>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just">
                <a:spcBef>
                  <a:spcPct val="0"/>
                </a:spcBef>
                <a:buClrTx/>
                <a:buFontTx/>
                <a:buNone/>
              </a:pPr>
              <a:r>
                <a:rPr lang="en-US" altLang="zh-CN" sz="1000" dirty="0">
                  <a:latin typeface="Times New Roman" panose="02020603050405020304" pitchFamily="18" charset="0"/>
                  <a:ea typeface="黑体" panose="02010609060101010101" pitchFamily="49" charset="-122"/>
                </a:rPr>
                <a:t>Finish</a:t>
              </a:r>
            </a:p>
          </p:txBody>
        </p:sp>
      </p:grpSp>
      <p:sp>
        <p:nvSpPr>
          <p:cNvPr id="3" name="Text Box 91">
            <a:extLst>
              <a:ext uri="{FF2B5EF4-FFF2-40B4-BE49-F238E27FC236}">
                <a16:creationId xmlns:a16="http://schemas.microsoft.com/office/drawing/2014/main" id="{8269B4B4-1982-EF3C-D5D5-6A34EF92AC87}"/>
              </a:ext>
            </a:extLst>
          </p:cNvPr>
          <p:cNvSpPr txBox="1">
            <a:spLocks noChangeArrowheads="1"/>
          </p:cNvSpPr>
          <p:nvPr/>
        </p:nvSpPr>
        <p:spPr bwMode="auto">
          <a:xfrm>
            <a:off x="6258952" y="6021422"/>
            <a:ext cx="2195125" cy="367226"/>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type="none" w="sm" len="sm"/>
                <a:tailEnd type="none" w="med" len="lg"/>
              </a14:hiddenLine>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en-US" altLang="zh-CN" sz="1800" dirty="0">
                <a:solidFill>
                  <a:schemeClr val="accent2"/>
                </a:solidFill>
                <a:ea typeface="黑体" panose="02010609060101010101" pitchFamily="49" charset="-122"/>
              </a:rPr>
              <a:t>CP:A-&gt;C-&gt;G-&gt;H</a:t>
            </a:r>
          </a:p>
        </p:txBody>
      </p:sp>
      <p:sp>
        <p:nvSpPr>
          <p:cNvPr id="4" name="Text Box 92">
            <a:extLst>
              <a:ext uri="{FF2B5EF4-FFF2-40B4-BE49-F238E27FC236}">
                <a16:creationId xmlns:a16="http://schemas.microsoft.com/office/drawing/2014/main" id="{3B983B2C-21C2-D4C9-91F8-C460865D8DBD}"/>
              </a:ext>
            </a:extLst>
          </p:cNvPr>
          <p:cNvSpPr txBox="1">
            <a:spLocks noChangeArrowheads="1"/>
          </p:cNvSpPr>
          <p:nvPr/>
        </p:nvSpPr>
        <p:spPr bwMode="auto">
          <a:xfrm>
            <a:off x="6258952" y="6513308"/>
            <a:ext cx="2124314" cy="367226"/>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type="none" w="sm" len="sm"/>
                <a:tailEnd type="none" w="med" len="lg"/>
              </a14:hiddenLine>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en-US" altLang="zh-CN" sz="1800" dirty="0">
                <a:solidFill>
                  <a:schemeClr val="accent2"/>
                </a:solidFill>
                <a:ea typeface="黑体" panose="02010609060101010101" pitchFamily="49" charset="-122"/>
              </a:rPr>
              <a:t>Cp Path:18</a:t>
            </a:r>
          </a:p>
        </p:txBody>
      </p:sp>
      <p:sp>
        <p:nvSpPr>
          <p:cNvPr id="5" name="Text Box 91">
            <a:extLst>
              <a:ext uri="{FF2B5EF4-FFF2-40B4-BE49-F238E27FC236}">
                <a16:creationId xmlns:a16="http://schemas.microsoft.com/office/drawing/2014/main" id="{58F03E3C-69AC-7B9F-BF2C-792D9687A674}"/>
              </a:ext>
            </a:extLst>
          </p:cNvPr>
          <p:cNvSpPr txBox="1">
            <a:spLocks noChangeArrowheads="1"/>
          </p:cNvSpPr>
          <p:nvPr/>
        </p:nvSpPr>
        <p:spPr bwMode="auto">
          <a:xfrm>
            <a:off x="5319910" y="5519606"/>
            <a:ext cx="3667503" cy="369332"/>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type="none" w="sm" len="sm"/>
                <a:tailEnd type="none" w="med" len="lg"/>
              </a14:hiddenLine>
            </a:ext>
          </a:extLst>
        </p:spPr>
        <p:txBody>
          <a:bodyPr wrap="square">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1800" dirty="0">
                <a:solidFill>
                  <a:schemeClr val="accent2"/>
                </a:solidFill>
                <a:ea typeface="黑体" panose="02010609060101010101" pitchFamily="49" charset="-122"/>
              </a:rPr>
              <a:t>关键任务：没有缓冲时间的任务</a:t>
            </a:r>
            <a:endParaRPr kumimoji="1" lang="en-US" altLang="zh-CN" sz="1800" dirty="0">
              <a:solidFill>
                <a:schemeClr val="accent2"/>
              </a:solidFill>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2014FD5D-91FB-24FF-298D-53A395768136}"/>
              </a:ext>
            </a:extLst>
          </p:cNvPr>
          <p:cNvSpPr>
            <a:spLocks noGrp="1" noChangeArrowheads="1"/>
          </p:cNvSpPr>
          <p:nvPr>
            <p:ph type="title"/>
          </p:nvPr>
        </p:nvSpPr>
        <p:spPr/>
        <p:txBody>
          <a:bodyPr/>
          <a:lstStyle/>
          <a:p>
            <a:pPr eaLnBrk="1" hangingPunct="1"/>
            <a:r>
              <a:rPr kumimoji="1" lang="zh-CN" altLang="en-US"/>
              <a:t>软件项目进度计划</a:t>
            </a:r>
            <a:r>
              <a:rPr kumimoji="1" lang="en-US" altLang="zh-CN"/>
              <a:t>——</a:t>
            </a:r>
            <a:r>
              <a:rPr kumimoji="1" lang="zh-CN" altLang="en-US" sz="2400"/>
              <a:t>检查网络图</a:t>
            </a:r>
          </a:p>
        </p:txBody>
      </p:sp>
      <p:sp>
        <p:nvSpPr>
          <p:cNvPr id="95235" name="Rectangle 3">
            <a:extLst>
              <a:ext uri="{FF2B5EF4-FFF2-40B4-BE49-F238E27FC236}">
                <a16:creationId xmlns:a16="http://schemas.microsoft.com/office/drawing/2014/main" id="{34B4DB78-1BB5-7B8E-200B-E1B814C2CFB2}"/>
              </a:ext>
            </a:extLst>
          </p:cNvPr>
          <p:cNvSpPr>
            <a:spLocks noGrp="1" noChangeArrowheads="1"/>
          </p:cNvSpPr>
          <p:nvPr>
            <p:ph type="body" idx="1"/>
          </p:nvPr>
        </p:nvSpPr>
        <p:spPr>
          <a:xfrm>
            <a:off x="611188" y="1844675"/>
            <a:ext cx="8353425" cy="5013325"/>
          </a:xfrm>
        </p:spPr>
        <p:txBody>
          <a:bodyPr/>
          <a:lstStyle/>
          <a:p>
            <a:pPr eaLnBrk="1" hangingPunct="1">
              <a:lnSpc>
                <a:spcPct val="90000"/>
              </a:lnSpc>
            </a:pPr>
            <a:r>
              <a:rPr lang="zh-CN" altLang="en-US" sz="2400">
                <a:solidFill>
                  <a:schemeClr val="accent2"/>
                </a:solidFill>
                <a:latin typeface="黑体" panose="02010609060101010101" pitchFamily="49" charset="-122"/>
                <a:ea typeface="黑体" panose="02010609060101010101" pitchFamily="49" charset="-122"/>
              </a:rPr>
              <a:t>确保网络图完整</a:t>
            </a:r>
          </a:p>
          <a:p>
            <a:pPr lvl="1" eaLnBrk="1" hangingPunct="1">
              <a:lnSpc>
                <a:spcPct val="90000"/>
              </a:lnSpc>
            </a:pPr>
            <a:r>
              <a:rPr lang="zh-CN" altLang="en-US" sz="2000">
                <a:latin typeface="黑体" panose="02010609060101010101" pitchFamily="49" charset="-122"/>
                <a:ea typeface="黑体" panose="02010609060101010101" pitchFamily="49" charset="-122"/>
              </a:rPr>
              <a:t>是否正确标示了</a:t>
            </a:r>
            <a:r>
              <a:rPr lang="en-US" altLang="zh-CN" sz="2000">
                <a:ea typeface="黑体" panose="02010609060101010101" pitchFamily="49" charset="-122"/>
              </a:rPr>
              <a:t>critical path</a:t>
            </a:r>
            <a:r>
              <a:rPr lang="en-US" altLang="zh-CN" sz="2000">
                <a:latin typeface="黑体" panose="02010609060101010101" pitchFamily="49" charset="-122"/>
                <a:ea typeface="黑体" panose="02010609060101010101" pitchFamily="49" charset="-122"/>
              </a:rPr>
              <a:t>?</a:t>
            </a:r>
          </a:p>
          <a:p>
            <a:pPr lvl="1" eaLnBrk="1" hangingPunct="1">
              <a:lnSpc>
                <a:spcPct val="90000"/>
              </a:lnSpc>
            </a:pPr>
            <a:r>
              <a:rPr lang="zh-CN" altLang="en-US" sz="2000">
                <a:latin typeface="黑体" panose="02010609060101010101" pitchFamily="49" charset="-122"/>
                <a:ea typeface="黑体" panose="02010609060101010101" pitchFamily="49" charset="-122"/>
              </a:rPr>
              <a:t>是否有哪个任务存在很大的</a:t>
            </a:r>
            <a:r>
              <a:rPr lang="en-US" altLang="zh-CN" sz="2000">
                <a:ea typeface="黑体" panose="02010609060101010101" pitchFamily="49" charset="-122"/>
              </a:rPr>
              <a:t>float</a:t>
            </a:r>
            <a:r>
              <a:rPr lang="zh-CN" altLang="en-US" sz="2000">
                <a:latin typeface="黑体" panose="02010609060101010101" pitchFamily="49" charset="-122"/>
                <a:ea typeface="黑体" panose="02010609060101010101" pitchFamily="49" charset="-122"/>
              </a:rPr>
              <a:t>，需要重新规划</a:t>
            </a:r>
          </a:p>
          <a:p>
            <a:pPr lvl="1" eaLnBrk="1" hangingPunct="1">
              <a:lnSpc>
                <a:spcPct val="90000"/>
              </a:lnSpc>
            </a:pPr>
            <a:r>
              <a:rPr lang="zh-CN" altLang="en-US" sz="2000">
                <a:latin typeface="黑体" panose="02010609060101010101" pitchFamily="49" charset="-122"/>
                <a:ea typeface="黑体" panose="02010609060101010101" pitchFamily="49" charset="-122"/>
              </a:rPr>
              <a:t>是否有不合理的空闲时间</a:t>
            </a:r>
          </a:p>
          <a:p>
            <a:pPr eaLnBrk="1" hangingPunct="1">
              <a:lnSpc>
                <a:spcPct val="90000"/>
              </a:lnSpc>
            </a:pPr>
            <a:r>
              <a:rPr lang="zh-CN" altLang="en-US" sz="2400">
                <a:solidFill>
                  <a:schemeClr val="accent2"/>
                </a:solidFill>
                <a:latin typeface="黑体" panose="02010609060101010101" pitchFamily="49" charset="-122"/>
                <a:ea typeface="黑体" panose="02010609060101010101" pitchFamily="49" charset="-122"/>
              </a:rPr>
              <a:t>熟悉并分析网络图</a:t>
            </a:r>
          </a:p>
          <a:p>
            <a:pPr lvl="1" eaLnBrk="1" hangingPunct="1">
              <a:lnSpc>
                <a:spcPct val="90000"/>
              </a:lnSpc>
            </a:pPr>
            <a:r>
              <a:rPr lang="en-US" altLang="zh-CN" sz="2000">
                <a:ea typeface="黑体" panose="02010609060101010101" pitchFamily="49" charset="-122"/>
              </a:rPr>
              <a:t>critical path</a:t>
            </a:r>
            <a:r>
              <a:rPr lang="zh-CN" altLang="en-US" sz="2000">
                <a:latin typeface="黑体" panose="02010609060101010101" pitchFamily="49" charset="-122"/>
                <a:ea typeface="黑体" panose="02010609060101010101" pitchFamily="49" charset="-122"/>
              </a:rPr>
              <a:t>上有什么风险？</a:t>
            </a:r>
          </a:p>
          <a:p>
            <a:pPr lvl="1" eaLnBrk="1" hangingPunct="1">
              <a:lnSpc>
                <a:spcPct val="90000"/>
              </a:lnSpc>
            </a:pPr>
            <a:r>
              <a:rPr lang="en-US" altLang="zh-CN" sz="2000">
                <a:ea typeface="黑体" panose="02010609060101010101" pitchFamily="49" charset="-122"/>
              </a:rPr>
              <a:t>Float</a:t>
            </a:r>
            <a:r>
              <a:rPr lang="zh-CN" altLang="en-US" sz="2000">
                <a:latin typeface="黑体" panose="02010609060101010101" pitchFamily="49" charset="-122"/>
                <a:ea typeface="黑体" panose="02010609060101010101" pitchFamily="49" charset="-122"/>
              </a:rPr>
              <a:t>有多大？</a:t>
            </a:r>
          </a:p>
          <a:p>
            <a:pPr lvl="1" eaLnBrk="1" hangingPunct="1">
              <a:lnSpc>
                <a:spcPct val="90000"/>
              </a:lnSpc>
            </a:pPr>
            <a:r>
              <a:rPr lang="zh-CN" altLang="en-US" sz="2000">
                <a:latin typeface="黑体" panose="02010609060101010101" pitchFamily="49" charset="-122"/>
                <a:ea typeface="黑体" panose="02010609060101010101" pitchFamily="49" charset="-122"/>
              </a:rPr>
              <a:t>哪些任务有哪种类型的</a:t>
            </a:r>
            <a:r>
              <a:rPr lang="en-US" altLang="zh-CN" sz="2000">
                <a:ea typeface="黑体" panose="02010609060101010101" pitchFamily="49" charset="-122"/>
              </a:rPr>
              <a:t>Float</a:t>
            </a:r>
            <a:r>
              <a:rPr lang="zh-CN" altLang="en-US" sz="2000">
                <a:latin typeface="黑体" panose="02010609060101010101" pitchFamily="49" charset="-122"/>
                <a:ea typeface="黑体" panose="02010609060101010101" pitchFamily="49" charset="-122"/>
              </a:rPr>
              <a:t>。</a:t>
            </a:r>
          </a:p>
          <a:p>
            <a:pPr eaLnBrk="1" hangingPunct="1">
              <a:lnSpc>
                <a:spcPct val="90000"/>
              </a:lnSpc>
            </a:pPr>
            <a:r>
              <a:rPr lang="zh-CN" altLang="en-US" sz="2400">
                <a:solidFill>
                  <a:schemeClr val="accent2"/>
                </a:solidFill>
                <a:latin typeface="黑体" panose="02010609060101010101" pitchFamily="49" charset="-122"/>
                <a:ea typeface="黑体" panose="02010609060101010101" pitchFamily="49" charset="-122"/>
              </a:rPr>
              <a:t>应该确保你的目标被满足</a:t>
            </a:r>
          </a:p>
          <a:p>
            <a:pPr lvl="1" eaLnBrk="1" hangingPunct="1">
              <a:lnSpc>
                <a:spcPct val="90000"/>
              </a:lnSpc>
            </a:pPr>
            <a:r>
              <a:rPr lang="zh-CN" altLang="en-US" sz="2000">
                <a:latin typeface="黑体" panose="02010609060101010101" pitchFamily="49" charset="-122"/>
                <a:ea typeface="黑体" panose="02010609060101010101" pitchFamily="49" charset="-122"/>
              </a:rPr>
              <a:t>是否需要增加里程碑</a:t>
            </a:r>
          </a:p>
          <a:p>
            <a:pPr lvl="1" eaLnBrk="1" hangingPunct="1">
              <a:lnSpc>
                <a:spcPct val="90000"/>
              </a:lnSpc>
            </a:pPr>
            <a:r>
              <a:rPr lang="zh-CN" altLang="en-US" sz="2000">
                <a:latin typeface="黑体" panose="02010609060101010101" pitchFamily="49" charset="-122"/>
                <a:ea typeface="黑体" panose="02010609060101010101" pitchFamily="49" charset="-122"/>
              </a:rPr>
              <a:t>哪些任务有提交物</a:t>
            </a:r>
          </a:p>
          <a:p>
            <a:pPr lvl="1" eaLnBrk="1" hangingPunct="1">
              <a:lnSpc>
                <a:spcPct val="90000"/>
              </a:lnSpc>
            </a:pPr>
            <a:r>
              <a:rPr lang="zh-CN" altLang="en-US" sz="2000">
                <a:latin typeface="黑体" panose="02010609060101010101" pitchFamily="49" charset="-122"/>
                <a:ea typeface="黑体" panose="02010609060101010101" pitchFamily="49" charset="-122"/>
              </a:rPr>
              <a:t>工作可以在期望的时间内完成吗？</a:t>
            </a:r>
          </a:p>
          <a:p>
            <a:pPr lvl="1" eaLnBrk="1" hangingPunct="1">
              <a:lnSpc>
                <a:spcPct val="90000"/>
              </a:lnSpc>
            </a:pPr>
            <a:r>
              <a:rPr lang="zh-CN" altLang="en-US" sz="2000">
                <a:latin typeface="黑体" panose="02010609060101010101" pitchFamily="49" charset="-122"/>
                <a:ea typeface="黑体" panose="02010609060101010101" pitchFamily="49" charset="-122"/>
              </a:rPr>
              <a:t>提交物可以在规定的时间内完成吗？</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8B38D481-D9E6-4492-1C85-0A7353B65140}"/>
              </a:ext>
            </a:extLst>
          </p:cNvPr>
          <p:cNvSpPr>
            <a:spLocks noGrp="1" noChangeArrowheads="1"/>
          </p:cNvSpPr>
          <p:nvPr>
            <p:ph type="title"/>
          </p:nvPr>
        </p:nvSpPr>
        <p:spPr>
          <a:xfrm>
            <a:off x="250825" y="981075"/>
            <a:ext cx="8640763" cy="720725"/>
          </a:xfrm>
        </p:spPr>
        <p:txBody>
          <a:bodyPr/>
          <a:lstStyle/>
          <a:p>
            <a:pPr eaLnBrk="1" hangingPunct="1"/>
            <a:r>
              <a:rPr kumimoji="1" lang="zh-CN" altLang="en-US"/>
              <a:t>软件项目进度计划</a:t>
            </a:r>
            <a:r>
              <a:rPr kumimoji="1" lang="en-US" altLang="zh-CN" sz="2400">
                <a:latin typeface="宋体" panose="02010600030101010101" pitchFamily="2" charset="-122"/>
              </a:rPr>
              <a:t>——</a:t>
            </a:r>
            <a:r>
              <a:rPr lang="zh-CN" altLang="en-US" sz="2400">
                <a:latin typeface="黑体" panose="02010609060101010101" pitchFamily="49" charset="-122"/>
              </a:rPr>
              <a:t>时间压缩法</a:t>
            </a:r>
          </a:p>
        </p:txBody>
      </p:sp>
      <p:sp>
        <p:nvSpPr>
          <p:cNvPr id="96259" name="Rectangle 3">
            <a:extLst>
              <a:ext uri="{FF2B5EF4-FFF2-40B4-BE49-F238E27FC236}">
                <a16:creationId xmlns:a16="http://schemas.microsoft.com/office/drawing/2014/main" id="{5CBAE5D4-EB9A-E10A-E9DC-B108D9C5C67C}"/>
              </a:ext>
            </a:extLst>
          </p:cNvPr>
          <p:cNvSpPr>
            <a:spLocks noGrp="1" noChangeArrowheads="1"/>
          </p:cNvSpPr>
          <p:nvPr>
            <p:ph type="body" idx="1"/>
          </p:nvPr>
        </p:nvSpPr>
        <p:spPr>
          <a:xfrm>
            <a:off x="323850" y="1773238"/>
            <a:ext cx="4535488" cy="5084762"/>
          </a:xfrm>
        </p:spPr>
        <p:txBody>
          <a:bodyPr/>
          <a:lstStyle/>
          <a:p>
            <a:pPr eaLnBrk="1" hangingPunct="1"/>
            <a:r>
              <a:rPr lang="zh-CN" altLang="en-US" sz="2400">
                <a:solidFill>
                  <a:schemeClr val="accent2"/>
                </a:solidFill>
                <a:latin typeface="黑体" panose="02010609060101010101" pitchFamily="49" charset="-122"/>
                <a:ea typeface="黑体" panose="02010609060101010101" pitchFamily="49" charset="-122"/>
              </a:rPr>
              <a:t>时间压缩法</a:t>
            </a:r>
          </a:p>
          <a:p>
            <a:pPr eaLnBrk="1" hangingPunct="1">
              <a:lnSpc>
                <a:spcPct val="120000"/>
              </a:lnSpc>
              <a:spcBef>
                <a:spcPct val="20000"/>
              </a:spcBef>
              <a:buFont typeface="Wingdings 2" panose="05020102010507070707" pitchFamily="18" charset="2"/>
              <a:buNone/>
            </a:pPr>
            <a:r>
              <a:rPr lang="zh-CN" altLang="en-US">
                <a:latin typeface="黑体" panose="02010609060101010101" pitchFamily="49" charset="-122"/>
                <a:ea typeface="黑体" panose="02010609060101010101" pitchFamily="49" charset="-122"/>
              </a:rPr>
              <a:t>  </a:t>
            </a:r>
            <a:r>
              <a:rPr lang="en-US" altLang="zh-CN">
                <a:solidFill>
                  <a:schemeClr val="accent2"/>
                </a:solidFill>
                <a:latin typeface="Times New Roman" panose="02020603050405020304" pitchFamily="18" charset="0"/>
                <a:ea typeface="黑体" panose="02010609060101010101" pitchFamily="49" charset="-122"/>
              </a:rPr>
              <a:t>—</a:t>
            </a:r>
            <a:r>
              <a:rPr lang="zh-CN" altLang="en-US" sz="2000">
                <a:solidFill>
                  <a:schemeClr val="accent2"/>
                </a:solidFill>
                <a:latin typeface="黑体" panose="02010609060101010101" pitchFamily="49" charset="-122"/>
                <a:ea typeface="黑体" panose="02010609060101010101" pitchFamily="49" charset="-122"/>
              </a:rPr>
              <a:t>时间压缩法是在不改变项目范围的前提下缩短项目工期的方法</a:t>
            </a:r>
          </a:p>
          <a:p>
            <a:pPr eaLnBrk="1" hangingPunct="1">
              <a:lnSpc>
                <a:spcPct val="120000"/>
              </a:lnSpc>
              <a:spcBef>
                <a:spcPct val="20000"/>
              </a:spcBef>
            </a:pPr>
            <a:r>
              <a:rPr lang="zh-CN" altLang="en-US" sz="2000">
                <a:latin typeface="黑体" panose="02010609060101010101" pitchFamily="49" charset="-122"/>
                <a:ea typeface="黑体" panose="02010609060101010101" pitchFamily="49" charset="-122"/>
              </a:rPr>
              <a:t>应急法</a:t>
            </a:r>
            <a:r>
              <a:rPr lang="en-US" altLang="zh-CN" sz="2000">
                <a:latin typeface="黑体" panose="02010609060101010101" pitchFamily="49" charset="-122"/>
                <a:ea typeface="黑体" panose="02010609060101010101" pitchFamily="49" charset="-122"/>
              </a:rPr>
              <a:t>--</a:t>
            </a:r>
            <a:r>
              <a:rPr lang="zh-CN" altLang="en-US" sz="2000">
                <a:latin typeface="黑体" panose="02010609060101010101" pitchFamily="49" charset="-122"/>
                <a:ea typeface="黑体" panose="02010609060101010101" pitchFamily="49" charset="-122"/>
              </a:rPr>
              <a:t>赶工（</a:t>
            </a:r>
            <a:r>
              <a:rPr lang="en-US" altLang="zh-CN" sz="2000">
                <a:latin typeface="黑体" panose="02010609060101010101" pitchFamily="49" charset="-122"/>
                <a:ea typeface="黑体" panose="02010609060101010101" pitchFamily="49" charset="-122"/>
              </a:rPr>
              <a:t>Crash</a:t>
            </a:r>
            <a:r>
              <a:rPr lang="zh-CN" altLang="en-US" sz="2000">
                <a:latin typeface="黑体" panose="02010609060101010101" pitchFamily="49" charset="-122"/>
                <a:ea typeface="黑体" panose="02010609060101010101" pitchFamily="49" charset="-122"/>
              </a:rPr>
              <a:t>）</a:t>
            </a:r>
          </a:p>
          <a:p>
            <a:pPr lvl="1" eaLnBrk="1" hangingPunct="1">
              <a:lnSpc>
                <a:spcPct val="120000"/>
              </a:lnSpc>
            </a:pPr>
            <a:r>
              <a:rPr lang="zh-CN" altLang="en-US" sz="2000">
                <a:latin typeface="宋体" panose="02010600030101010101" pitchFamily="2" charset="-122"/>
              </a:rPr>
              <a:t>赶工也称为时间</a:t>
            </a:r>
            <a:r>
              <a:rPr lang="en-US" altLang="zh-CN" sz="2000">
                <a:latin typeface="宋体" panose="02010600030101010101" pitchFamily="2" charset="-122"/>
              </a:rPr>
              <a:t>-</a:t>
            </a:r>
            <a:r>
              <a:rPr lang="zh-CN" altLang="en-US" sz="2000">
                <a:latin typeface="宋体" panose="02010600030101010101" pitchFamily="2" charset="-122"/>
              </a:rPr>
              <a:t>成本平衡方法</a:t>
            </a:r>
            <a:br>
              <a:rPr lang="zh-CN" altLang="en-US" sz="2000">
                <a:latin typeface="宋体" panose="02010600030101010101" pitchFamily="2" charset="-122"/>
              </a:rPr>
            </a:br>
            <a:r>
              <a:rPr lang="zh-CN" altLang="en-US" sz="2000">
                <a:latin typeface="宋体" panose="02010600030101010101" pitchFamily="2" charset="-122"/>
              </a:rPr>
              <a:t>是在</a:t>
            </a:r>
            <a:r>
              <a:rPr lang="zh-CN" altLang="en-US" sz="2000">
                <a:solidFill>
                  <a:srgbClr val="FF0000"/>
                </a:solidFill>
                <a:latin typeface="宋体" panose="02010600030101010101" pitchFamily="2" charset="-122"/>
              </a:rPr>
              <a:t>不改变活动</a:t>
            </a:r>
            <a:r>
              <a:rPr lang="zh-CN" altLang="en-US" sz="2000">
                <a:latin typeface="宋体" panose="02010600030101010101" pitchFamily="2" charset="-122"/>
              </a:rPr>
              <a:t>的前提下，通过压缩某一个或者多个活动的时间来达到缩短整个项目工期的目的</a:t>
            </a:r>
          </a:p>
          <a:p>
            <a:pPr lvl="1" eaLnBrk="1" hangingPunct="1">
              <a:lnSpc>
                <a:spcPct val="120000"/>
              </a:lnSpc>
            </a:pPr>
            <a:r>
              <a:rPr lang="zh-CN" altLang="en-US" sz="2000">
                <a:latin typeface="宋体" panose="02010600030101010101" pitchFamily="2" charset="-122"/>
              </a:rPr>
              <a:t>是在</a:t>
            </a:r>
            <a:r>
              <a:rPr lang="zh-CN" altLang="en-US" sz="2000">
                <a:solidFill>
                  <a:srgbClr val="FF0000"/>
                </a:solidFill>
                <a:latin typeface="宋体" panose="02010600030101010101" pitchFamily="2" charset="-122"/>
              </a:rPr>
              <a:t>最小相关成本增加</a:t>
            </a:r>
            <a:r>
              <a:rPr lang="zh-CN" altLang="en-US" sz="2000">
                <a:latin typeface="宋体" panose="02010600030101010101" pitchFamily="2" charset="-122"/>
              </a:rPr>
              <a:t>的条件下，</a:t>
            </a:r>
            <a:r>
              <a:rPr lang="zh-CN" altLang="en-US" sz="2000">
                <a:solidFill>
                  <a:srgbClr val="FF0000"/>
                </a:solidFill>
                <a:latin typeface="宋体" panose="02010600030101010101" pitchFamily="2" charset="-122"/>
              </a:rPr>
              <a:t>压缩关键路经上的关键活动</a:t>
            </a:r>
            <a:r>
              <a:rPr lang="zh-CN" altLang="en-US" sz="2000">
                <a:latin typeface="宋体" panose="02010600030101010101" pitchFamily="2" charset="-122"/>
              </a:rPr>
              <a:t>历时的方法</a:t>
            </a:r>
          </a:p>
          <a:p>
            <a:pPr eaLnBrk="1" hangingPunct="1"/>
            <a:endParaRPr lang="zh-CN" altLang="en-US" sz="2000">
              <a:latin typeface="宋体" panose="02010600030101010101" pitchFamily="2" charset="-122"/>
            </a:endParaRPr>
          </a:p>
          <a:p>
            <a:pPr eaLnBrk="1" hangingPunct="1"/>
            <a:endParaRPr lang="en-US" altLang="zh-CN" sz="2000">
              <a:solidFill>
                <a:schemeClr val="accent2"/>
              </a:solidFill>
              <a:latin typeface="黑体" panose="02010609060101010101" pitchFamily="49" charset="-122"/>
              <a:ea typeface="黑体" panose="02010609060101010101" pitchFamily="49" charset="-122"/>
            </a:endParaRPr>
          </a:p>
        </p:txBody>
      </p:sp>
      <p:grpSp>
        <p:nvGrpSpPr>
          <p:cNvPr id="96260" name="Group 4">
            <a:extLst>
              <a:ext uri="{FF2B5EF4-FFF2-40B4-BE49-F238E27FC236}">
                <a16:creationId xmlns:a16="http://schemas.microsoft.com/office/drawing/2014/main" id="{827E0EC7-8434-BD8F-A97B-58ED2851C021}"/>
              </a:ext>
            </a:extLst>
          </p:cNvPr>
          <p:cNvGrpSpPr>
            <a:grpSpLocks/>
          </p:cNvGrpSpPr>
          <p:nvPr/>
        </p:nvGrpSpPr>
        <p:grpSpPr bwMode="auto">
          <a:xfrm>
            <a:off x="4930775" y="2708275"/>
            <a:ext cx="4213225" cy="2971800"/>
            <a:chOff x="816" y="1056"/>
            <a:chExt cx="4128" cy="2976"/>
          </a:xfrm>
        </p:grpSpPr>
        <p:sp>
          <p:nvSpPr>
            <p:cNvPr id="96261" name="Line 5">
              <a:extLst>
                <a:ext uri="{FF2B5EF4-FFF2-40B4-BE49-F238E27FC236}">
                  <a16:creationId xmlns:a16="http://schemas.microsoft.com/office/drawing/2014/main" id="{48395853-09C0-5EC7-FCC0-78AAE9BBF4B2}"/>
                </a:ext>
              </a:extLst>
            </p:cNvPr>
            <p:cNvSpPr>
              <a:spLocks noChangeShapeType="1"/>
            </p:cNvSpPr>
            <p:nvPr/>
          </p:nvSpPr>
          <p:spPr bwMode="auto">
            <a:xfrm>
              <a:off x="816" y="2736"/>
              <a:ext cx="3360" cy="0"/>
            </a:xfrm>
            <a:prstGeom prst="line">
              <a:avLst/>
            </a:prstGeom>
            <a:noFill/>
            <a:ln w="25400">
              <a:solidFill>
                <a:schemeClr val="tx1"/>
              </a:solidFill>
              <a:round/>
              <a:headEnd type="none" w="sm" len="sm"/>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96262" name="Line 6">
              <a:extLst>
                <a:ext uri="{FF2B5EF4-FFF2-40B4-BE49-F238E27FC236}">
                  <a16:creationId xmlns:a16="http://schemas.microsoft.com/office/drawing/2014/main" id="{621CE09B-4899-46F6-F15B-A45454A764D2}"/>
                </a:ext>
              </a:extLst>
            </p:cNvPr>
            <p:cNvSpPr>
              <a:spLocks noChangeShapeType="1"/>
            </p:cNvSpPr>
            <p:nvPr/>
          </p:nvSpPr>
          <p:spPr bwMode="auto">
            <a:xfrm flipV="1">
              <a:off x="4176" y="1056"/>
              <a:ext cx="0" cy="1680"/>
            </a:xfrm>
            <a:prstGeom prst="line">
              <a:avLst/>
            </a:prstGeom>
            <a:noFill/>
            <a:ln w="25400">
              <a:solidFill>
                <a:schemeClr val="tx1"/>
              </a:solidFill>
              <a:round/>
              <a:headEnd type="none" w="sm" len="sm"/>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96263" name="Line 7">
              <a:extLst>
                <a:ext uri="{FF2B5EF4-FFF2-40B4-BE49-F238E27FC236}">
                  <a16:creationId xmlns:a16="http://schemas.microsoft.com/office/drawing/2014/main" id="{61F3F216-75B3-1125-14C1-C5A99AE644CA}"/>
                </a:ext>
              </a:extLst>
            </p:cNvPr>
            <p:cNvSpPr>
              <a:spLocks noChangeShapeType="1"/>
            </p:cNvSpPr>
            <p:nvPr/>
          </p:nvSpPr>
          <p:spPr bwMode="auto">
            <a:xfrm flipV="1">
              <a:off x="816" y="1056"/>
              <a:ext cx="3360" cy="1680"/>
            </a:xfrm>
            <a:prstGeom prst="line">
              <a:avLst/>
            </a:prstGeom>
            <a:noFill/>
            <a:ln w="25400">
              <a:solidFill>
                <a:schemeClr val="tx1"/>
              </a:solidFill>
              <a:round/>
              <a:headEnd type="none" w="sm" len="sm"/>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96264" name="AutoShape 8">
              <a:extLst>
                <a:ext uri="{FF2B5EF4-FFF2-40B4-BE49-F238E27FC236}">
                  <a16:creationId xmlns:a16="http://schemas.microsoft.com/office/drawing/2014/main" id="{B96495FC-B13B-60AE-AAC4-80C23AA949F6}"/>
                </a:ext>
              </a:extLst>
            </p:cNvPr>
            <p:cNvSpPr>
              <a:spLocks noChangeArrowheads="1"/>
            </p:cNvSpPr>
            <p:nvPr/>
          </p:nvSpPr>
          <p:spPr bwMode="auto">
            <a:xfrm>
              <a:off x="1728" y="2304"/>
              <a:ext cx="144" cy="432"/>
            </a:xfrm>
            <a:prstGeom prst="curvedLeftArrow">
              <a:avLst>
                <a:gd name="adj1" fmla="val 60000"/>
                <a:gd name="adj2" fmla="val 120000"/>
                <a:gd name="adj3" fmla="val 33333"/>
              </a:avLst>
            </a:prstGeom>
            <a:solidFill>
              <a:srgbClr val="CA5B08"/>
            </a:solidFill>
            <a:ln w="25400">
              <a:solidFill>
                <a:schemeClr val="tx1"/>
              </a:solidFill>
              <a:miter lim="800000"/>
              <a:headEnd type="none" w="sm" len="sm"/>
              <a:tailEnd type="none" w="med" len="lg"/>
            </a:ln>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96265" name="AutoShape 9">
              <a:extLst>
                <a:ext uri="{FF2B5EF4-FFF2-40B4-BE49-F238E27FC236}">
                  <a16:creationId xmlns:a16="http://schemas.microsoft.com/office/drawing/2014/main" id="{758F93E6-CBB2-4B61-58D2-5A324B94662D}"/>
                </a:ext>
              </a:extLst>
            </p:cNvPr>
            <p:cNvSpPr>
              <a:spLocks noChangeArrowheads="1"/>
            </p:cNvSpPr>
            <p:nvPr/>
          </p:nvSpPr>
          <p:spPr bwMode="auto">
            <a:xfrm>
              <a:off x="1776" y="3312"/>
              <a:ext cx="2208" cy="720"/>
            </a:xfrm>
            <a:prstGeom prst="wedgeRoundRectCallout">
              <a:avLst>
                <a:gd name="adj1" fmla="val -46468"/>
                <a:gd name="adj2" fmla="val -138333"/>
                <a:gd name="adj3" fmla="val 16667"/>
              </a:avLst>
            </a:prstGeom>
            <a:solidFill>
              <a:srgbClr val="CA5B08"/>
            </a:solidFill>
            <a:ln w="25400">
              <a:solidFill>
                <a:schemeClr val="tx1"/>
              </a:solidFill>
              <a:miter lim="800000"/>
              <a:headEnd type="none" w="sm" len="sm"/>
              <a:tailEnd type="none" w="med" len="lg"/>
            </a:ln>
          </p:spPr>
          <p:txBody>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1800" b="1" i="0" u="none" strike="noStrike" kern="1200" cap="none" spc="0" normalizeH="0" baseline="0" noProof="0">
                  <a:ln>
                    <a:noFill/>
                  </a:ln>
                  <a:solidFill>
                    <a:srgbClr val="FFFFFF"/>
                  </a:solidFill>
                  <a:effectLst/>
                  <a:uLnTx/>
                  <a:uFillTx/>
                  <a:latin typeface="Arial Narrow" panose="020B0606020202030204" pitchFamily="34" charset="0"/>
                  <a:ea typeface="黑体" panose="02010609060101010101" pitchFamily="49" charset="-122"/>
                  <a:cs typeface="+mn-cs"/>
                </a:rPr>
                <a:t>压缩角度，越小越好</a:t>
              </a:r>
            </a:p>
          </p:txBody>
        </p:sp>
        <p:sp>
          <p:nvSpPr>
            <p:cNvPr id="96266" name="Text Box 10">
              <a:extLst>
                <a:ext uri="{FF2B5EF4-FFF2-40B4-BE49-F238E27FC236}">
                  <a16:creationId xmlns:a16="http://schemas.microsoft.com/office/drawing/2014/main" id="{88E49847-6FA3-8CBD-3A96-76FB73D80CC5}"/>
                </a:ext>
              </a:extLst>
            </p:cNvPr>
            <p:cNvSpPr txBox="1">
              <a:spLocks noChangeArrowheads="1"/>
            </p:cNvSpPr>
            <p:nvPr/>
          </p:nvSpPr>
          <p:spPr bwMode="auto">
            <a:xfrm>
              <a:off x="4204" y="1201"/>
              <a:ext cx="682" cy="1343"/>
            </a:xfrm>
            <a:prstGeom prst="rect">
              <a:avLst/>
            </a:prstGeom>
            <a:solidFill>
              <a:schemeClr val="bg1"/>
            </a:solidFill>
            <a:ln w="25400">
              <a:solidFill>
                <a:schemeClr val="tx1"/>
              </a:solidFill>
              <a:miter lim="800000"/>
              <a:headEnd type="none" w="sm" len="sm"/>
              <a:tailEnd type="none" w="med" len="lg"/>
            </a:ln>
          </p:spPr>
          <p:txBody>
            <a:bodyPr vert="eaVert">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endParaRPr kumimoji="1" lang="zh-CN" altLang="zh-CN" sz="3200" b="0">
                <a:latin typeface="Arial Narrow" panose="020B0606020202030204" pitchFamily="34" charset="0"/>
              </a:endParaRPr>
            </a:p>
          </p:txBody>
        </p:sp>
        <p:sp>
          <p:nvSpPr>
            <p:cNvPr id="96267" name="Text Box 11">
              <a:extLst>
                <a:ext uri="{FF2B5EF4-FFF2-40B4-BE49-F238E27FC236}">
                  <a16:creationId xmlns:a16="http://schemas.microsoft.com/office/drawing/2014/main" id="{E81D0A5B-564D-1AE8-59E1-136E3215CFBD}"/>
                </a:ext>
              </a:extLst>
            </p:cNvPr>
            <p:cNvSpPr txBox="1">
              <a:spLocks noChangeArrowheads="1"/>
            </p:cNvSpPr>
            <p:nvPr/>
          </p:nvSpPr>
          <p:spPr bwMode="auto">
            <a:xfrm>
              <a:off x="4492" y="1201"/>
              <a:ext cx="452" cy="1488"/>
            </a:xfrm>
            <a:prstGeom prst="rect">
              <a:avLst/>
            </a:prstGeom>
            <a:solidFill>
              <a:srgbClr val="CA5B08"/>
            </a:solidFill>
            <a:ln w="25400">
              <a:solidFill>
                <a:schemeClr val="tx1"/>
              </a:solidFill>
              <a:miter lim="800000"/>
              <a:headEnd type="none" w="sm" len="sm"/>
              <a:tailEnd type="none" w="med" len="lg"/>
            </a:ln>
          </p:spPr>
          <p:txBody>
            <a:bodyPr vert="eaVert">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1800">
                  <a:solidFill>
                    <a:schemeClr val="bg1"/>
                  </a:solidFill>
                  <a:latin typeface="Arial Narrow" panose="020B0606020202030204" pitchFamily="34" charset="0"/>
                  <a:ea typeface="黑体" panose="02010609060101010101" pitchFamily="49" charset="-122"/>
                </a:rPr>
                <a:t>追加成本</a:t>
              </a:r>
            </a:p>
          </p:txBody>
        </p:sp>
      </p:gr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8C8DB473-29D0-1324-126F-79C3C163E662}"/>
              </a:ext>
            </a:extLst>
          </p:cNvPr>
          <p:cNvSpPr>
            <a:spLocks noGrp="1" noChangeArrowheads="1"/>
          </p:cNvSpPr>
          <p:nvPr>
            <p:ph type="title"/>
          </p:nvPr>
        </p:nvSpPr>
        <p:spPr/>
        <p:txBody>
          <a:bodyPr/>
          <a:lstStyle/>
          <a:p>
            <a:pPr eaLnBrk="1" hangingPunct="1"/>
            <a:r>
              <a:rPr kumimoji="1" lang="zh-CN" altLang="en-US"/>
              <a:t>软件项目进度计划</a:t>
            </a:r>
          </a:p>
        </p:txBody>
      </p:sp>
      <p:sp>
        <p:nvSpPr>
          <p:cNvPr id="97283" name="Rectangle 3">
            <a:extLst>
              <a:ext uri="{FF2B5EF4-FFF2-40B4-BE49-F238E27FC236}">
                <a16:creationId xmlns:a16="http://schemas.microsoft.com/office/drawing/2014/main" id="{6BF84475-ED32-79F9-30BB-DA12C9E06912}"/>
              </a:ext>
            </a:extLst>
          </p:cNvPr>
          <p:cNvSpPr>
            <a:spLocks noGrp="1" noChangeArrowheads="1"/>
          </p:cNvSpPr>
          <p:nvPr>
            <p:ph type="body" idx="1"/>
          </p:nvPr>
        </p:nvSpPr>
        <p:spPr>
          <a:xfrm>
            <a:off x="323850" y="2060575"/>
            <a:ext cx="8640763" cy="4797425"/>
          </a:xfrm>
        </p:spPr>
        <p:txBody>
          <a:bodyPr/>
          <a:lstStyle/>
          <a:p>
            <a:pPr eaLnBrk="1" hangingPunct="1"/>
            <a:r>
              <a:rPr lang="zh-CN" altLang="en-US" sz="2400">
                <a:solidFill>
                  <a:schemeClr val="accent2"/>
                </a:solidFill>
                <a:latin typeface="黑体" panose="02010609060101010101" pitchFamily="49" charset="-122"/>
                <a:ea typeface="黑体" panose="02010609060101010101" pitchFamily="49" charset="-122"/>
              </a:rPr>
              <a:t>进度压缩单位成本计算方法</a:t>
            </a:r>
          </a:p>
          <a:p>
            <a:pPr lvl="1" eaLnBrk="1" hangingPunct="1">
              <a:lnSpc>
                <a:spcPct val="130000"/>
              </a:lnSpc>
              <a:spcBef>
                <a:spcPct val="50000"/>
              </a:spcBef>
            </a:pPr>
            <a:r>
              <a:rPr lang="zh-CN" altLang="en-US" sz="2000">
                <a:latin typeface="黑体" panose="02010609060101010101" pitchFamily="49" charset="-122"/>
                <a:ea typeface="黑体" panose="02010609060101010101" pitchFamily="49" charset="-122"/>
              </a:rPr>
              <a:t>进度压缩单位成本</a:t>
            </a:r>
            <a:r>
              <a:rPr lang="en-US" altLang="zh-CN" sz="2000">
                <a:latin typeface="黑体" panose="02010609060101010101" pitchFamily="49" charset="-122"/>
                <a:ea typeface="黑体" panose="02010609060101010101" pitchFamily="49" charset="-122"/>
              </a:rPr>
              <a:t>=</a:t>
            </a:r>
            <a:r>
              <a:rPr lang="zh-CN" altLang="en-US" sz="2000">
                <a:latin typeface="黑体" panose="02010609060101010101" pitchFamily="49" charset="-122"/>
                <a:ea typeface="黑体" panose="02010609060101010101" pitchFamily="49" charset="-122"/>
              </a:rPr>
              <a:t>（压缩成本</a:t>
            </a:r>
            <a:r>
              <a:rPr lang="en-US" altLang="zh-CN" sz="2000">
                <a:latin typeface="黑体" panose="02010609060101010101" pitchFamily="49" charset="-122"/>
                <a:ea typeface="黑体" panose="02010609060101010101" pitchFamily="49" charset="-122"/>
              </a:rPr>
              <a:t>-</a:t>
            </a:r>
            <a:r>
              <a:rPr lang="zh-CN" altLang="en-US" sz="2000">
                <a:latin typeface="黑体" panose="02010609060101010101" pitchFamily="49" charset="-122"/>
                <a:ea typeface="黑体" panose="02010609060101010101" pitchFamily="49" charset="-122"/>
              </a:rPr>
              <a:t>正常成本）</a:t>
            </a:r>
            <a:r>
              <a:rPr lang="en-US" altLang="zh-CN" sz="2000">
                <a:latin typeface="黑体" panose="02010609060101010101" pitchFamily="49" charset="-122"/>
                <a:ea typeface="黑体" panose="02010609060101010101" pitchFamily="49" charset="-122"/>
              </a:rPr>
              <a:t>/(</a:t>
            </a:r>
            <a:r>
              <a:rPr lang="zh-CN" altLang="en-US" sz="2000">
                <a:latin typeface="黑体" panose="02010609060101010101" pitchFamily="49" charset="-122"/>
                <a:ea typeface="黑体" panose="02010609060101010101" pitchFamily="49" charset="-122"/>
              </a:rPr>
              <a:t>正常进度</a:t>
            </a:r>
            <a:r>
              <a:rPr lang="en-US" altLang="zh-CN" sz="2000">
                <a:latin typeface="黑体" panose="02010609060101010101" pitchFamily="49" charset="-122"/>
                <a:ea typeface="黑体" panose="02010609060101010101" pitchFamily="49" charset="-122"/>
              </a:rPr>
              <a:t>-</a:t>
            </a:r>
            <a:r>
              <a:rPr lang="zh-CN" altLang="en-US" sz="2000">
                <a:latin typeface="黑体" panose="02010609060101010101" pitchFamily="49" charset="-122"/>
                <a:ea typeface="黑体" panose="02010609060101010101" pitchFamily="49" charset="-122"/>
              </a:rPr>
              <a:t>压缩进度</a:t>
            </a:r>
            <a:r>
              <a:rPr lang="en-US" altLang="zh-CN" sz="2000">
                <a:latin typeface="黑体" panose="02010609060101010101" pitchFamily="49" charset="-122"/>
                <a:ea typeface="黑体" panose="02010609060101010101" pitchFamily="49" charset="-122"/>
              </a:rPr>
              <a:t>)</a:t>
            </a:r>
          </a:p>
          <a:p>
            <a:pPr lvl="1" eaLnBrk="1" hangingPunct="1">
              <a:lnSpc>
                <a:spcPct val="130000"/>
              </a:lnSpc>
              <a:spcBef>
                <a:spcPct val="50000"/>
              </a:spcBef>
            </a:pPr>
            <a:r>
              <a:rPr lang="zh-CN" altLang="en-US" sz="2000">
                <a:latin typeface="黑体" panose="02010609060101010101" pitchFamily="49" charset="-122"/>
                <a:ea typeface="黑体" panose="02010609060101010101" pitchFamily="49" charset="-122"/>
              </a:rPr>
              <a:t>例如：</a:t>
            </a:r>
          </a:p>
          <a:p>
            <a:pPr eaLnBrk="1" hangingPunct="1">
              <a:lnSpc>
                <a:spcPct val="130000"/>
              </a:lnSpc>
              <a:spcBef>
                <a:spcPct val="50000"/>
              </a:spcBef>
              <a:buFont typeface="Wingdings 2" panose="05020102010507070707" pitchFamily="18" charset="2"/>
              <a:buNone/>
            </a:pPr>
            <a:r>
              <a:rPr lang="zh-CN" altLang="en-US" sz="2000">
                <a:latin typeface="黑体" panose="02010609060101010101" pitchFamily="49" charset="-122"/>
                <a:ea typeface="黑体" panose="02010609060101010101" pitchFamily="49" charset="-122"/>
              </a:rPr>
              <a:t>      </a:t>
            </a:r>
            <a:r>
              <a:rPr lang="zh-CN" altLang="en-US" sz="2000">
                <a:solidFill>
                  <a:srgbClr val="CC6600"/>
                </a:solidFill>
                <a:latin typeface="黑体" panose="02010609060101010101" pitchFamily="49" charset="-122"/>
                <a:ea typeface="黑体" panose="02010609060101010101" pitchFamily="49" charset="-122"/>
              </a:rPr>
              <a:t>任务</a:t>
            </a:r>
            <a:r>
              <a:rPr lang="en-US" altLang="zh-CN" sz="2000">
                <a:solidFill>
                  <a:srgbClr val="CC6600"/>
                </a:solidFill>
                <a:latin typeface="黑体" panose="02010609060101010101" pitchFamily="49" charset="-122"/>
                <a:ea typeface="黑体" panose="02010609060101010101" pitchFamily="49" charset="-122"/>
              </a:rPr>
              <a:t>A:</a:t>
            </a:r>
            <a:r>
              <a:rPr lang="zh-CN" altLang="en-US" sz="2000">
                <a:solidFill>
                  <a:srgbClr val="CC6600"/>
                </a:solidFill>
                <a:latin typeface="黑体" panose="02010609060101010101" pitchFamily="49" charset="-122"/>
                <a:ea typeface="黑体" panose="02010609060101010101" pitchFamily="49" charset="-122"/>
              </a:rPr>
              <a:t>正常进度</a:t>
            </a:r>
            <a:r>
              <a:rPr lang="en-US" altLang="zh-CN" sz="2000">
                <a:solidFill>
                  <a:srgbClr val="CC6600"/>
                </a:solidFill>
                <a:latin typeface="黑体" panose="02010609060101010101" pitchFamily="49" charset="-122"/>
                <a:ea typeface="黑体" panose="02010609060101010101" pitchFamily="49" charset="-122"/>
              </a:rPr>
              <a:t>7</a:t>
            </a:r>
            <a:r>
              <a:rPr lang="zh-CN" altLang="en-US" sz="2000">
                <a:solidFill>
                  <a:srgbClr val="CC6600"/>
                </a:solidFill>
                <a:latin typeface="黑体" panose="02010609060101010101" pitchFamily="49" charset="-122"/>
                <a:ea typeface="黑体" panose="02010609060101010101" pitchFamily="49" charset="-122"/>
              </a:rPr>
              <a:t>周</a:t>
            </a:r>
            <a:r>
              <a:rPr lang="en-US" altLang="zh-CN" sz="2000">
                <a:solidFill>
                  <a:srgbClr val="CC6600"/>
                </a:solidFill>
                <a:latin typeface="黑体" panose="02010609060101010101" pitchFamily="49" charset="-122"/>
                <a:ea typeface="黑体" panose="02010609060101010101" pitchFamily="49" charset="-122"/>
              </a:rPr>
              <a:t>,</a:t>
            </a:r>
            <a:r>
              <a:rPr lang="zh-CN" altLang="en-US" sz="2000">
                <a:solidFill>
                  <a:srgbClr val="CC6600"/>
                </a:solidFill>
                <a:latin typeface="黑体" panose="02010609060101010101" pitchFamily="49" charset="-122"/>
                <a:ea typeface="黑体" panose="02010609060101010101" pitchFamily="49" charset="-122"/>
              </a:rPr>
              <a:t>成本</a:t>
            </a:r>
            <a:r>
              <a:rPr lang="en-US" altLang="zh-CN" sz="2000">
                <a:solidFill>
                  <a:srgbClr val="CC6600"/>
                </a:solidFill>
                <a:latin typeface="黑体" panose="02010609060101010101" pitchFamily="49" charset="-122"/>
                <a:ea typeface="黑体" panose="02010609060101010101" pitchFamily="49" charset="-122"/>
              </a:rPr>
              <a:t>5</a:t>
            </a:r>
            <a:r>
              <a:rPr lang="zh-CN" altLang="en-US" sz="2000">
                <a:solidFill>
                  <a:srgbClr val="CC6600"/>
                </a:solidFill>
                <a:latin typeface="黑体" panose="02010609060101010101" pitchFamily="49" charset="-122"/>
                <a:ea typeface="黑体" panose="02010609060101010101" pitchFamily="49" charset="-122"/>
              </a:rPr>
              <a:t>万；压缩到</a:t>
            </a:r>
            <a:r>
              <a:rPr lang="en-US" altLang="zh-CN" sz="2000">
                <a:solidFill>
                  <a:srgbClr val="CC6600"/>
                </a:solidFill>
                <a:latin typeface="黑体" panose="02010609060101010101" pitchFamily="49" charset="-122"/>
                <a:ea typeface="黑体" panose="02010609060101010101" pitchFamily="49" charset="-122"/>
              </a:rPr>
              <a:t>5</a:t>
            </a:r>
            <a:r>
              <a:rPr lang="zh-CN" altLang="en-US" sz="2000">
                <a:solidFill>
                  <a:srgbClr val="CC6600"/>
                </a:solidFill>
                <a:latin typeface="黑体" panose="02010609060101010101" pitchFamily="49" charset="-122"/>
                <a:ea typeface="黑体" panose="02010609060101010101" pitchFamily="49" charset="-122"/>
              </a:rPr>
              <a:t>周的成本是</a:t>
            </a:r>
            <a:r>
              <a:rPr lang="en-US" altLang="zh-CN" sz="2000">
                <a:solidFill>
                  <a:srgbClr val="CC6600"/>
                </a:solidFill>
                <a:latin typeface="黑体" panose="02010609060101010101" pitchFamily="49" charset="-122"/>
                <a:ea typeface="黑体" panose="02010609060101010101" pitchFamily="49" charset="-122"/>
              </a:rPr>
              <a:t>6.2</a:t>
            </a:r>
            <a:r>
              <a:rPr lang="zh-CN" altLang="en-US" sz="2000">
                <a:solidFill>
                  <a:srgbClr val="CC6600"/>
                </a:solidFill>
                <a:latin typeface="黑体" panose="02010609060101010101" pitchFamily="49" charset="-122"/>
                <a:ea typeface="黑体" panose="02010609060101010101" pitchFamily="49" charset="-122"/>
              </a:rPr>
              <a:t>万</a:t>
            </a:r>
          </a:p>
          <a:p>
            <a:pPr eaLnBrk="1" hangingPunct="1">
              <a:lnSpc>
                <a:spcPct val="130000"/>
              </a:lnSpc>
              <a:spcBef>
                <a:spcPct val="50000"/>
              </a:spcBef>
              <a:buFont typeface="Wingdings 2" panose="05020102010507070707" pitchFamily="18" charset="2"/>
              <a:buNone/>
            </a:pPr>
            <a:r>
              <a:rPr lang="zh-CN" altLang="en-US" sz="2000">
                <a:solidFill>
                  <a:srgbClr val="CC6600"/>
                </a:solidFill>
                <a:latin typeface="黑体" panose="02010609060101010101" pitchFamily="49" charset="-122"/>
                <a:ea typeface="黑体" panose="02010609060101010101" pitchFamily="49" charset="-122"/>
              </a:rPr>
              <a:t>      进度压缩单位成本</a:t>
            </a:r>
            <a:r>
              <a:rPr lang="en-US" altLang="zh-CN" sz="2000">
                <a:solidFill>
                  <a:srgbClr val="CC6600"/>
                </a:solidFill>
                <a:latin typeface="黑体" panose="02010609060101010101" pitchFamily="49" charset="-122"/>
                <a:ea typeface="黑体" panose="02010609060101010101" pitchFamily="49" charset="-122"/>
              </a:rPr>
              <a:t>=(6.2-5)/(7-5)=6000</a:t>
            </a:r>
            <a:r>
              <a:rPr lang="zh-CN" altLang="en-US" sz="2000">
                <a:solidFill>
                  <a:srgbClr val="CC6600"/>
                </a:solidFill>
                <a:latin typeface="黑体" panose="02010609060101010101" pitchFamily="49" charset="-122"/>
                <a:ea typeface="黑体" panose="02010609060101010101" pitchFamily="49" charset="-122"/>
              </a:rPr>
              <a:t>元</a:t>
            </a:r>
            <a:r>
              <a:rPr lang="en-US" altLang="zh-CN" sz="2000">
                <a:solidFill>
                  <a:srgbClr val="CC6600"/>
                </a:solidFill>
                <a:latin typeface="黑体" panose="02010609060101010101" pitchFamily="49" charset="-122"/>
                <a:ea typeface="黑体" panose="02010609060101010101" pitchFamily="49" charset="-122"/>
              </a:rPr>
              <a:t>/</a:t>
            </a:r>
            <a:r>
              <a:rPr lang="zh-CN" altLang="en-US" sz="2000">
                <a:solidFill>
                  <a:srgbClr val="CC6600"/>
                </a:solidFill>
                <a:latin typeface="黑体" panose="02010609060101010101" pitchFamily="49" charset="-122"/>
                <a:ea typeface="黑体" panose="02010609060101010101" pitchFamily="49" charset="-122"/>
              </a:rPr>
              <a:t>周</a:t>
            </a:r>
          </a:p>
          <a:p>
            <a:pPr eaLnBrk="1" hangingPunct="1">
              <a:lnSpc>
                <a:spcPct val="130000"/>
              </a:lnSpc>
              <a:spcBef>
                <a:spcPct val="50000"/>
              </a:spcBef>
              <a:buFont typeface="Wingdings 2" panose="05020102010507070707" pitchFamily="18" charset="2"/>
              <a:buNone/>
            </a:pPr>
            <a:r>
              <a:rPr lang="zh-CN" altLang="en-US" sz="2000">
                <a:solidFill>
                  <a:srgbClr val="CC6600"/>
                </a:solidFill>
                <a:latin typeface="黑体" panose="02010609060101010101" pitchFamily="49" charset="-122"/>
                <a:ea typeface="黑体" panose="02010609060101010101" pitchFamily="49" charset="-122"/>
              </a:rPr>
              <a:t>      如果压缩到</a:t>
            </a:r>
            <a:r>
              <a:rPr lang="en-US" altLang="zh-CN" sz="2000">
                <a:solidFill>
                  <a:srgbClr val="CC6600"/>
                </a:solidFill>
                <a:latin typeface="黑体" panose="02010609060101010101" pitchFamily="49" charset="-122"/>
                <a:ea typeface="黑体" panose="02010609060101010101" pitchFamily="49" charset="-122"/>
              </a:rPr>
              <a:t>6</a:t>
            </a:r>
            <a:r>
              <a:rPr lang="zh-CN" altLang="en-US" sz="2000">
                <a:solidFill>
                  <a:srgbClr val="CC6600"/>
                </a:solidFill>
                <a:latin typeface="黑体" panose="02010609060101010101" pitchFamily="49" charset="-122"/>
                <a:ea typeface="黑体" panose="02010609060101010101" pitchFamily="49" charset="-122"/>
              </a:rPr>
              <a:t>周的成本是：</a:t>
            </a:r>
            <a:r>
              <a:rPr lang="en-US" altLang="zh-CN" sz="2000">
                <a:solidFill>
                  <a:srgbClr val="CC6600"/>
                </a:solidFill>
                <a:latin typeface="黑体" panose="02010609060101010101" pitchFamily="49" charset="-122"/>
                <a:ea typeface="黑体" panose="02010609060101010101" pitchFamily="49" charset="-122"/>
              </a:rPr>
              <a:t>5.6</a:t>
            </a:r>
            <a:r>
              <a:rPr lang="zh-CN" altLang="en-US" sz="2000">
                <a:solidFill>
                  <a:srgbClr val="CC6600"/>
                </a:solidFill>
                <a:latin typeface="黑体" panose="02010609060101010101" pitchFamily="49" charset="-122"/>
                <a:ea typeface="黑体" panose="02010609060101010101" pitchFamily="49" charset="-122"/>
              </a:rPr>
              <a:t>万</a:t>
            </a:r>
          </a:p>
          <a:p>
            <a:pPr eaLnBrk="1" hangingPunct="1">
              <a:lnSpc>
                <a:spcPct val="130000"/>
              </a:lnSpc>
              <a:spcBef>
                <a:spcPct val="50000"/>
              </a:spcBef>
            </a:pPr>
            <a:endParaRPr lang="en-US" altLang="zh-CN" sz="2000">
              <a:solidFill>
                <a:srgbClr val="CC6600"/>
              </a:solidFill>
              <a:latin typeface="黑体" panose="02010609060101010101" pitchFamily="49" charset="-122"/>
              <a:ea typeface="黑体" panose="02010609060101010101" pitchFamily="49" charset="-122"/>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54FDD53C-C049-C441-7489-047B7B8F86CA}"/>
              </a:ext>
            </a:extLst>
          </p:cNvPr>
          <p:cNvSpPr>
            <a:spLocks noGrp="1" noChangeArrowheads="1"/>
          </p:cNvSpPr>
          <p:nvPr>
            <p:ph type="title"/>
          </p:nvPr>
        </p:nvSpPr>
        <p:spPr/>
        <p:txBody>
          <a:bodyPr/>
          <a:lstStyle/>
          <a:p>
            <a:pPr eaLnBrk="1" hangingPunct="1"/>
            <a:r>
              <a:rPr kumimoji="1" lang="zh-CN" altLang="en-US"/>
              <a:t>软件项目进度计划</a:t>
            </a:r>
          </a:p>
        </p:txBody>
      </p:sp>
      <p:sp>
        <p:nvSpPr>
          <p:cNvPr id="98307" name="Rectangle 3">
            <a:extLst>
              <a:ext uri="{FF2B5EF4-FFF2-40B4-BE49-F238E27FC236}">
                <a16:creationId xmlns:a16="http://schemas.microsoft.com/office/drawing/2014/main" id="{2A6D954B-3C91-C1FC-196E-C339BEA483D2}"/>
              </a:ext>
            </a:extLst>
          </p:cNvPr>
          <p:cNvSpPr>
            <a:spLocks noGrp="1" noChangeArrowheads="1"/>
          </p:cNvSpPr>
          <p:nvPr>
            <p:ph type="body" idx="1"/>
          </p:nvPr>
        </p:nvSpPr>
        <p:spPr>
          <a:xfrm>
            <a:off x="323850" y="1989138"/>
            <a:ext cx="8640763" cy="4868862"/>
          </a:xfrm>
        </p:spPr>
        <p:txBody>
          <a:bodyPr/>
          <a:lstStyle/>
          <a:p>
            <a:pPr eaLnBrk="1" hangingPunct="1"/>
            <a:r>
              <a:rPr lang="zh-CN" altLang="en-US" sz="2400">
                <a:solidFill>
                  <a:schemeClr val="accent2"/>
                </a:solidFill>
                <a:latin typeface="黑体" panose="02010609060101010101" pitchFamily="49" charset="-122"/>
                <a:ea typeface="黑体" panose="02010609060101010101" pitchFamily="49" charset="-122"/>
              </a:rPr>
              <a:t>平行作业法</a:t>
            </a:r>
            <a:r>
              <a:rPr lang="en-US" altLang="zh-CN" sz="2400">
                <a:solidFill>
                  <a:schemeClr val="accent2"/>
                </a:solidFill>
                <a:latin typeface="黑体" panose="02010609060101010101" pitchFamily="49" charset="-122"/>
                <a:ea typeface="黑体" panose="02010609060101010101" pitchFamily="49" charset="-122"/>
              </a:rPr>
              <a:t>--</a:t>
            </a:r>
            <a:r>
              <a:rPr lang="zh-CN" altLang="en-US" sz="2400">
                <a:solidFill>
                  <a:schemeClr val="accent2"/>
                </a:solidFill>
                <a:latin typeface="黑体" panose="02010609060101010101" pitchFamily="49" charset="-122"/>
                <a:ea typeface="黑体" panose="02010609060101010101" pitchFamily="49" charset="-122"/>
              </a:rPr>
              <a:t>快速跟进（</a:t>
            </a:r>
            <a:r>
              <a:rPr lang="en-US" altLang="zh-CN" sz="2400">
                <a:solidFill>
                  <a:schemeClr val="accent2"/>
                </a:solidFill>
                <a:ea typeface="黑体" panose="02010609060101010101" pitchFamily="49" charset="-122"/>
              </a:rPr>
              <a:t>Fast tracking</a:t>
            </a:r>
            <a:r>
              <a:rPr lang="en-US" altLang="zh-CN" sz="2400">
                <a:solidFill>
                  <a:schemeClr val="accent2"/>
                </a:solidFill>
                <a:latin typeface="黑体" panose="02010609060101010101" pitchFamily="49" charset="-122"/>
                <a:ea typeface="黑体" panose="02010609060101010101" pitchFamily="49" charset="-122"/>
              </a:rPr>
              <a:t>:</a:t>
            </a:r>
            <a:r>
              <a:rPr lang="zh-CN" altLang="en-US" sz="2400">
                <a:solidFill>
                  <a:schemeClr val="accent2"/>
                </a:solidFill>
                <a:latin typeface="黑体" panose="02010609060101010101" pitchFamily="49" charset="-122"/>
                <a:ea typeface="黑体" panose="02010609060101010101" pitchFamily="49" charset="-122"/>
              </a:rPr>
              <a:t>搭接）</a:t>
            </a:r>
          </a:p>
          <a:p>
            <a:pPr eaLnBrk="1" hangingPunct="1">
              <a:buFont typeface="Wingdings 2" panose="05020102010507070707" pitchFamily="18" charset="2"/>
              <a:buNone/>
            </a:pPr>
            <a:r>
              <a:rPr lang="zh-CN" altLang="en-US" sz="2400" b="0">
                <a:latin typeface="黑体" panose="02010609060101010101" pitchFamily="49" charset="-122"/>
                <a:ea typeface="黑体" panose="02010609060101010101" pitchFamily="49" charset="-122"/>
              </a:rPr>
              <a:t>   </a:t>
            </a:r>
            <a:r>
              <a:rPr lang="en-US" altLang="zh-CN" sz="2000" b="0">
                <a:solidFill>
                  <a:schemeClr val="accent2"/>
                </a:solidFill>
                <a:ea typeface="黑体" panose="02010609060101010101" pitchFamily="49" charset="-122"/>
              </a:rPr>
              <a:t>——</a:t>
            </a:r>
            <a:r>
              <a:rPr lang="zh-CN" altLang="en-US" sz="2000" b="0">
                <a:solidFill>
                  <a:schemeClr val="accent2"/>
                </a:solidFill>
                <a:latin typeface="黑体" panose="02010609060101010101" pitchFamily="49" charset="-122"/>
                <a:ea typeface="黑体" panose="02010609060101010101" pitchFamily="49" charset="-122"/>
              </a:rPr>
              <a:t>改变活动间的逻辑关系，并行开展活动</a:t>
            </a:r>
            <a:endParaRPr lang="zh-CN" altLang="en-US" sz="2000">
              <a:solidFill>
                <a:schemeClr val="accent2"/>
              </a:solidFill>
              <a:latin typeface="黑体" panose="02010609060101010101" pitchFamily="49" charset="-122"/>
              <a:ea typeface="黑体" panose="02010609060101010101" pitchFamily="49" charset="-122"/>
            </a:endParaRPr>
          </a:p>
          <a:p>
            <a:pPr eaLnBrk="1" hangingPunct="1"/>
            <a:endParaRPr lang="en-US" altLang="zh-CN"/>
          </a:p>
        </p:txBody>
      </p:sp>
      <p:grpSp>
        <p:nvGrpSpPr>
          <p:cNvPr id="98308" name="Group 15">
            <a:extLst>
              <a:ext uri="{FF2B5EF4-FFF2-40B4-BE49-F238E27FC236}">
                <a16:creationId xmlns:a16="http://schemas.microsoft.com/office/drawing/2014/main" id="{BBA3CBB7-C1CF-2AE0-5D81-B39811F229A4}"/>
              </a:ext>
            </a:extLst>
          </p:cNvPr>
          <p:cNvGrpSpPr>
            <a:grpSpLocks/>
          </p:cNvGrpSpPr>
          <p:nvPr/>
        </p:nvGrpSpPr>
        <p:grpSpPr bwMode="auto">
          <a:xfrm>
            <a:off x="1090937" y="3068638"/>
            <a:ext cx="7441876" cy="3729037"/>
            <a:chOff x="1" y="1306"/>
            <a:chExt cx="5221" cy="2733"/>
          </a:xfrm>
        </p:grpSpPr>
        <p:grpSp>
          <p:nvGrpSpPr>
            <p:cNvPr id="98309" name="Group 4">
              <a:extLst>
                <a:ext uri="{FF2B5EF4-FFF2-40B4-BE49-F238E27FC236}">
                  <a16:creationId xmlns:a16="http://schemas.microsoft.com/office/drawing/2014/main" id="{EC91A6ED-FB80-C6E2-7A6A-F8470A371879}"/>
                </a:ext>
              </a:extLst>
            </p:cNvPr>
            <p:cNvGrpSpPr>
              <a:grpSpLocks/>
            </p:cNvGrpSpPr>
            <p:nvPr/>
          </p:nvGrpSpPr>
          <p:grpSpPr bwMode="auto">
            <a:xfrm>
              <a:off x="1" y="1306"/>
              <a:ext cx="5135" cy="2304"/>
              <a:chOff x="1" y="1306"/>
              <a:chExt cx="5135" cy="2304"/>
            </a:xfrm>
          </p:grpSpPr>
          <p:sp>
            <p:nvSpPr>
              <p:cNvPr id="98311" name="Line 5">
                <a:extLst>
                  <a:ext uri="{FF2B5EF4-FFF2-40B4-BE49-F238E27FC236}">
                    <a16:creationId xmlns:a16="http://schemas.microsoft.com/office/drawing/2014/main" id="{D9F2A3BB-8131-BBD7-B87A-8A5C48CF3CB8}"/>
                  </a:ext>
                </a:extLst>
              </p:cNvPr>
              <p:cNvSpPr>
                <a:spLocks noChangeShapeType="1"/>
              </p:cNvSpPr>
              <p:nvPr/>
            </p:nvSpPr>
            <p:spPr bwMode="auto">
              <a:xfrm>
                <a:off x="480" y="1306"/>
                <a:ext cx="0" cy="2304"/>
              </a:xfrm>
              <a:prstGeom prst="line">
                <a:avLst/>
              </a:prstGeom>
              <a:noFill/>
              <a:ln w="25400">
                <a:solidFill>
                  <a:schemeClr val="tx1"/>
                </a:solidFill>
                <a:round/>
                <a:headEnd type="none" w="sm" len="sm"/>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98312" name="Line 6">
                <a:extLst>
                  <a:ext uri="{FF2B5EF4-FFF2-40B4-BE49-F238E27FC236}">
                    <a16:creationId xmlns:a16="http://schemas.microsoft.com/office/drawing/2014/main" id="{BEB96927-482E-5AC4-4504-6E820A535D16}"/>
                  </a:ext>
                </a:extLst>
              </p:cNvPr>
              <p:cNvSpPr>
                <a:spLocks noChangeShapeType="1"/>
              </p:cNvSpPr>
              <p:nvPr/>
            </p:nvSpPr>
            <p:spPr bwMode="auto">
              <a:xfrm>
                <a:off x="480" y="3610"/>
                <a:ext cx="4656" cy="0"/>
              </a:xfrm>
              <a:prstGeom prst="line">
                <a:avLst/>
              </a:prstGeom>
              <a:noFill/>
              <a:ln w="25400">
                <a:solidFill>
                  <a:schemeClr val="tx1"/>
                </a:solidFill>
                <a:round/>
                <a:headEnd type="none" w="sm" len="sm"/>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98313" name="Rectangle 7">
                <a:extLst>
                  <a:ext uri="{FF2B5EF4-FFF2-40B4-BE49-F238E27FC236}">
                    <a16:creationId xmlns:a16="http://schemas.microsoft.com/office/drawing/2014/main" id="{629513EF-CDF0-2D01-118F-6019CD1A432E}"/>
                  </a:ext>
                </a:extLst>
              </p:cNvPr>
              <p:cNvSpPr>
                <a:spLocks noChangeArrowheads="1"/>
              </p:cNvSpPr>
              <p:nvPr/>
            </p:nvSpPr>
            <p:spPr bwMode="auto">
              <a:xfrm>
                <a:off x="528" y="1498"/>
                <a:ext cx="3648" cy="336"/>
              </a:xfrm>
              <a:prstGeom prst="rect">
                <a:avLst/>
              </a:prstGeom>
              <a:noFill/>
              <a:ln w="25400">
                <a:solidFill>
                  <a:schemeClr val="tx1"/>
                </a:solidFill>
                <a:miter lim="800000"/>
                <a:headEnd type="none" w="sm" len="sm"/>
                <a:tailEnd type="none" w="med" len="lg"/>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000">
                    <a:latin typeface="Arial Narrow" panose="020B0606020202030204" pitchFamily="34" charset="0"/>
                  </a:rPr>
                  <a:t>项目管理</a:t>
                </a:r>
                <a:r>
                  <a:rPr kumimoji="1" lang="en-US" altLang="zh-CN" sz="2000">
                    <a:latin typeface="Arial Narrow" panose="020B0606020202030204" pitchFamily="34" charset="0"/>
                  </a:rPr>
                  <a:t>:100</a:t>
                </a:r>
              </a:p>
            </p:txBody>
          </p:sp>
          <p:sp>
            <p:nvSpPr>
              <p:cNvPr id="98314" name="Rectangle 8">
                <a:extLst>
                  <a:ext uri="{FF2B5EF4-FFF2-40B4-BE49-F238E27FC236}">
                    <a16:creationId xmlns:a16="http://schemas.microsoft.com/office/drawing/2014/main" id="{4BC03FE7-2C3A-663B-5817-1C23374D04BE}"/>
                  </a:ext>
                </a:extLst>
              </p:cNvPr>
              <p:cNvSpPr>
                <a:spLocks noChangeArrowheads="1"/>
              </p:cNvSpPr>
              <p:nvPr/>
            </p:nvSpPr>
            <p:spPr bwMode="auto">
              <a:xfrm>
                <a:off x="576" y="2218"/>
                <a:ext cx="912" cy="336"/>
              </a:xfrm>
              <a:prstGeom prst="rect">
                <a:avLst/>
              </a:prstGeom>
              <a:noFill/>
              <a:ln w="25400">
                <a:solidFill>
                  <a:schemeClr val="tx1"/>
                </a:solidFill>
                <a:miter lim="800000"/>
                <a:headEnd type="none" w="sm" len="sm"/>
                <a:tailEnd type="none" w="med" len="lg"/>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000">
                    <a:latin typeface="Arial Narrow" panose="020B0606020202030204" pitchFamily="34" charset="0"/>
                  </a:rPr>
                  <a:t>需求</a:t>
                </a:r>
                <a:r>
                  <a:rPr kumimoji="1" lang="en-US" altLang="zh-CN" sz="2000">
                    <a:latin typeface="Arial Narrow" panose="020B0606020202030204" pitchFamily="34" charset="0"/>
                  </a:rPr>
                  <a:t>:10</a:t>
                </a:r>
              </a:p>
            </p:txBody>
          </p:sp>
          <p:sp>
            <p:nvSpPr>
              <p:cNvPr id="98315" name="Rectangle 9">
                <a:extLst>
                  <a:ext uri="{FF2B5EF4-FFF2-40B4-BE49-F238E27FC236}">
                    <a16:creationId xmlns:a16="http://schemas.microsoft.com/office/drawing/2014/main" id="{DF65B91A-9933-7012-EA1F-E71C9011E605}"/>
                  </a:ext>
                </a:extLst>
              </p:cNvPr>
              <p:cNvSpPr>
                <a:spLocks noChangeArrowheads="1"/>
              </p:cNvSpPr>
              <p:nvPr/>
            </p:nvSpPr>
            <p:spPr bwMode="auto">
              <a:xfrm>
                <a:off x="1632" y="2227"/>
                <a:ext cx="672" cy="336"/>
              </a:xfrm>
              <a:prstGeom prst="rect">
                <a:avLst/>
              </a:prstGeom>
              <a:noFill/>
              <a:ln w="25400">
                <a:solidFill>
                  <a:schemeClr val="tx1"/>
                </a:solidFill>
                <a:miter lim="800000"/>
                <a:headEnd type="none" w="sm" len="sm"/>
                <a:tailEnd type="none" w="med" len="lg"/>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000">
                    <a:latin typeface="Arial Narrow" panose="020B0606020202030204" pitchFamily="34" charset="0"/>
                  </a:rPr>
                  <a:t>设计</a:t>
                </a:r>
                <a:r>
                  <a:rPr kumimoji="1" lang="en-US" altLang="zh-CN" sz="2000">
                    <a:latin typeface="Arial Narrow" panose="020B0606020202030204" pitchFamily="34" charset="0"/>
                  </a:rPr>
                  <a:t>:5</a:t>
                </a:r>
              </a:p>
            </p:txBody>
          </p:sp>
          <p:sp>
            <p:nvSpPr>
              <p:cNvPr id="98316" name="Text Box 10">
                <a:extLst>
                  <a:ext uri="{FF2B5EF4-FFF2-40B4-BE49-F238E27FC236}">
                    <a16:creationId xmlns:a16="http://schemas.microsoft.com/office/drawing/2014/main" id="{4EDD9716-9536-638C-17ED-9BA5F7E9285C}"/>
                  </a:ext>
                </a:extLst>
              </p:cNvPr>
              <p:cNvSpPr txBox="1">
                <a:spLocks noChangeArrowheads="1"/>
              </p:cNvSpPr>
              <p:nvPr/>
            </p:nvSpPr>
            <p:spPr bwMode="auto">
              <a:xfrm>
                <a:off x="1" y="1363"/>
                <a:ext cx="345" cy="1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type="none" w="sm" len="sm"/>
                    <a:tailEnd type="none" w="med" len="lg"/>
                  </a14:hiddenLine>
                </a:ext>
              </a:extLst>
            </p:spPr>
            <p:txBody>
              <a:bodyPr vert="eaVert">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2000">
                    <a:latin typeface="Arial Narrow" panose="020B0606020202030204" pitchFamily="34" charset="0"/>
                  </a:rPr>
                  <a:t>任务</a:t>
                </a:r>
              </a:p>
            </p:txBody>
          </p:sp>
          <p:grpSp>
            <p:nvGrpSpPr>
              <p:cNvPr id="98317" name="Group 11">
                <a:extLst>
                  <a:ext uri="{FF2B5EF4-FFF2-40B4-BE49-F238E27FC236}">
                    <a16:creationId xmlns:a16="http://schemas.microsoft.com/office/drawing/2014/main" id="{2D6634F4-48DE-F5F8-0AB0-A53294FB0FC0}"/>
                  </a:ext>
                </a:extLst>
              </p:cNvPr>
              <p:cNvGrpSpPr>
                <a:grpSpLocks/>
              </p:cNvGrpSpPr>
              <p:nvPr/>
            </p:nvGrpSpPr>
            <p:grpSpPr bwMode="auto">
              <a:xfrm>
                <a:off x="1248" y="2515"/>
                <a:ext cx="942" cy="672"/>
                <a:chOff x="1248" y="2160"/>
                <a:chExt cx="942" cy="672"/>
              </a:xfrm>
            </p:grpSpPr>
            <p:sp>
              <p:nvSpPr>
                <p:cNvPr id="98318" name="Rectangle 12">
                  <a:extLst>
                    <a:ext uri="{FF2B5EF4-FFF2-40B4-BE49-F238E27FC236}">
                      <a16:creationId xmlns:a16="http://schemas.microsoft.com/office/drawing/2014/main" id="{51C8FC57-93E6-54D9-3D8C-67AA4634400F}"/>
                    </a:ext>
                  </a:extLst>
                </p:cNvPr>
                <p:cNvSpPr>
                  <a:spLocks noChangeArrowheads="1"/>
                </p:cNvSpPr>
                <p:nvPr/>
              </p:nvSpPr>
              <p:spPr bwMode="auto">
                <a:xfrm>
                  <a:off x="1248" y="2496"/>
                  <a:ext cx="720" cy="336"/>
                </a:xfrm>
                <a:prstGeom prst="rect">
                  <a:avLst/>
                </a:prstGeom>
                <a:noFill/>
                <a:ln w="25400">
                  <a:solidFill>
                    <a:srgbClr val="808080"/>
                  </a:solidFill>
                  <a:prstDash val="dash"/>
                  <a:miter lim="800000"/>
                  <a:headEnd type="none" w="sm" len="sm"/>
                  <a:tailEnd type="none" w="med" len="lg"/>
                </a:ln>
                <a:extLst>
                  <a:ext uri="{909E8E84-426E-40DD-AFC4-6F175D3DCCD1}">
                    <a14:hiddenFill xmlns:a14="http://schemas.microsoft.com/office/drawing/2010/main">
                      <a:solidFill>
                        <a:srgbClr val="FFFFFF"/>
                      </a:solidFill>
                    </a14:hiddenFill>
                  </a:ext>
                </a:extLst>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000">
                      <a:latin typeface="Arial Narrow" panose="020B0606020202030204" pitchFamily="34" charset="0"/>
                    </a:rPr>
                    <a:t>设计</a:t>
                  </a:r>
                  <a:r>
                    <a:rPr kumimoji="1" lang="en-US" altLang="zh-CN" sz="2000">
                      <a:latin typeface="Arial Narrow" panose="020B0606020202030204" pitchFamily="34" charset="0"/>
                    </a:rPr>
                    <a:t>:5</a:t>
                  </a:r>
                </a:p>
              </p:txBody>
            </p:sp>
            <p:sp>
              <p:nvSpPr>
                <p:cNvPr id="98319" name="AutoShape 13">
                  <a:extLst>
                    <a:ext uri="{FF2B5EF4-FFF2-40B4-BE49-F238E27FC236}">
                      <a16:creationId xmlns:a16="http://schemas.microsoft.com/office/drawing/2014/main" id="{AC5EE232-E9FE-3F71-8A33-6BE0DCFB16D1}"/>
                    </a:ext>
                  </a:extLst>
                </p:cNvPr>
                <p:cNvSpPr>
                  <a:spLocks noChangeArrowheads="1"/>
                </p:cNvSpPr>
                <p:nvPr/>
              </p:nvSpPr>
              <p:spPr bwMode="auto">
                <a:xfrm>
                  <a:off x="1824" y="2160"/>
                  <a:ext cx="366" cy="384"/>
                </a:xfrm>
                <a:prstGeom prst="curvedLeftArrow">
                  <a:avLst>
                    <a:gd name="adj1" fmla="val 20984"/>
                    <a:gd name="adj2" fmla="val 41967"/>
                    <a:gd name="adj3" fmla="val 33333"/>
                  </a:avLst>
                </a:prstGeom>
                <a:solidFill>
                  <a:schemeClr val="accent1"/>
                </a:solidFill>
                <a:ln w="25400">
                  <a:solidFill>
                    <a:schemeClr val="tx1"/>
                  </a:solidFill>
                  <a:miter lim="800000"/>
                  <a:headEnd type="none" w="sm" len="sm"/>
                  <a:tailEnd type="none" w="med" len="lg"/>
                </a:ln>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grpSp>
        </p:grpSp>
        <p:sp>
          <p:nvSpPr>
            <p:cNvPr id="98310" name="Text Box 14">
              <a:extLst>
                <a:ext uri="{FF2B5EF4-FFF2-40B4-BE49-F238E27FC236}">
                  <a16:creationId xmlns:a16="http://schemas.microsoft.com/office/drawing/2014/main" id="{2884A0DA-059B-A396-6FE7-1CD3BB25AAAF}"/>
                </a:ext>
              </a:extLst>
            </p:cNvPr>
            <p:cNvSpPr txBox="1">
              <a:spLocks noChangeArrowheads="1"/>
            </p:cNvSpPr>
            <p:nvPr/>
          </p:nvSpPr>
          <p:spPr bwMode="auto">
            <a:xfrm>
              <a:off x="3878" y="3748"/>
              <a:ext cx="134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type="none" w="sm" len="sm"/>
                  <a:tailEnd type="none" w="med" len="lg"/>
                </a14:hiddenLine>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2000">
                  <a:latin typeface="Arial Narrow" panose="020B0606020202030204" pitchFamily="34" charset="0"/>
                </a:rPr>
                <a:t>时间</a:t>
              </a:r>
            </a:p>
          </p:txBody>
        </p:sp>
      </p:gr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35D937F4-D179-2F67-7402-D2D78DD01C26}"/>
              </a:ext>
            </a:extLst>
          </p:cNvPr>
          <p:cNvSpPr>
            <a:spLocks noGrp="1" noChangeArrowheads="1"/>
          </p:cNvSpPr>
          <p:nvPr>
            <p:ph type="title"/>
          </p:nvPr>
        </p:nvSpPr>
        <p:spPr/>
        <p:txBody>
          <a:bodyPr/>
          <a:lstStyle/>
          <a:p>
            <a:pPr eaLnBrk="1" hangingPunct="1"/>
            <a:r>
              <a:rPr kumimoji="1" lang="zh-CN" altLang="en-US"/>
              <a:t>软件项目进度计划</a:t>
            </a:r>
          </a:p>
        </p:txBody>
      </p:sp>
      <p:sp>
        <p:nvSpPr>
          <p:cNvPr id="99331" name="Rectangle 3">
            <a:extLst>
              <a:ext uri="{FF2B5EF4-FFF2-40B4-BE49-F238E27FC236}">
                <a16:creationId xmlns:a16="http://schemas.microsoft.com/office/drawing/2014/main" id="{145F8711-34B5-F759-4315-3890E9AB107F}"/>
              </a:ext>
            </a:extLst>
          </p:cNvPr>
          <p:cNvSpPr>
            <a:spLocks noGrp="1" noChangeArrowheads="1"/>
          </p:cNvSpPr>
          <p:nvPr>
            <p:ph type="body" idx="1"/>
          </p:nvPr>
        </p:nvSpPr>
        <p:spPr>
          <a:xfrm>
            <a:off x="900113" y="1916113"/>
            <a:ext cx="8064500" cy="4941887"/>
          </a:xfrm>
        </p:spPr>
        <p:txBody>
          <a:bodyPr/>
          <a:lstStyle/>
          <a:p>
            <a:pPr eaLnBrk="1" hangingPunct="1">
              <a:lnSpc>
                <a:spcPct val="130000"/>
              </a:lnSpc>
            </a:pPr>
            <a:r>
              <a:rPr lang="zh-CN" altLang="en-US" sz="2400">
                <a:solidFill>
                  <a:schemeClr val="accent2"/>
                </a:solidFill>
                <a:latin typeface="黑体" panose="02010609060101010101" pitchFamily="49" charset="-122"/>
                <a:ea typeface="黑体" panose="02010609060101010101" pitchFamily="49" charset="-122"/>
              </a:rPr>
              <a:t>任务超前</a:t>
            </a:r>
            <a:r>
              <a:rPr lang="en-US" altLang="zh-CN" sz="2400">
                <a:solidFill>
                  <a:schemeClr val="accent2"/>
                </a:solidFill>
                <a:latin typeface="黑体" panose="02010609060101010101" pitchFamily="49" charset="-122"/>
                <a:ea typeface="黑体" panose="02010609060101010101" pitchFamily="49" charset="-122"/>
              </a:rPr>
              <a:t>(Lead)</a:t>
            </a:r>
          </a:p>
          <a:p>
            <a:pPr eaLnBrk="1" hangingPunct="1">
              <a:lnSpc>
                <a:spcPct val="130000"/>
              </a:lnSpc>
              <a:buFont typeface="Wingdings 2" panose="05020102010507070707" pitchFamily="18" charset="2"/>
              <a:buNone/>
            </a:pPr>
            <a:r>
              <a:rPr kumimoji="1" lang="en-US" altLang="zh-CN" sz="2000">
                <a:solidFill>
                  <a:schemeClr val="accent2"/>
                </a:solidFill>
                <a:ea typeface="黑体" panose="02010609060101010101" pitchFamily="49" charset="-122"/>
              </a:rPr>
              <a:t>     </a:t>
            </a:r>
            <a:r>
              <a:rPr kumimoji="1" lang="zh-CN" altLang="en-US" sz="2000">
                <a:solidFill>
                  <a:schemeClr val="accent2"/>
                </a:solidFill>
                <a:ea typeface="黑体" panose="02010609060101010101" pitchFamily="49" charset="-122"/>
              </a:rPr>
              <a:t>举例：</a:t>
            </a:r>
            <a:r>
              <a:rPr kumimoji="1" lang="en-US" altLang="zh-CN" sz="2000">
                <a:solidFill>
                  <a:schemeClr val="accent2"/>
                </a:solidFill>
                <a:ea typeface="黑体" panose="02010609060101010101" pitchFamily="49" charset="-122"/>
              </a:rPr>
              <a:t>A</a:t>
            </a:r>
            <a:r>
              <a:rPr kumimoji="1" lang="zh-CN" altLang="en-US" sz="2000">
                <a:solidFill>
                  <a:schemeClr val="accent2"/>
                </a:solidFill>
                <a:latin typeface="黑体" panose="02010609060101010101" pitchFamily="49" charset="-122"/>
                <a:ea typeface="黑体" panose="02010609060101010101" pitchFamily="49" charset="-122"/>
              </a:rPr>
              <a:t>完成之前</a:t>
            </a:r>
            <a:r>
              <a:rPr kumimoji="1" lang="en-US" altLang="zh-CN" sz="2000">
                <a:solidFill>
                  <a:schemeClr val="accent2"/>
                </a:solidFill>
                <a:latin typeface="黑体" panose="02010609060101010101" pitchFamily="49" charset="-122"/>
                <a:ea typeface="黑体" panose="02010609060101010101" pitchFamily="49" charset="-122"/>
              </a:rPr>
              <a:t>3</a:t>
            </a:r>
            <a:r>
              <a:rPr kumimoji="1" lang="zh-CN" altLang="en-US" sz="2000">
                <a:solidFill>
                  <a:schemeClr val="accent2"/>
                </a:solidFill>
                <a:latin typeface="黑体" panose="02010609060101010101" pitchFamily="49" charset="-122"/>
                <a:ea typeface="黑体" panose="02010609060101010101" pitchFamily="49" charset="-122"/>
              </a:rPr>
              <a:t>天</a:t>
            </a:r>
            <a:r>
              <a:rPr kumimoji="1" lang="en-US" altLang="zh-CN" sz="2000">
                <a:solidFill>
                  <a:schemeClr val="accent2"/>
                </a:solidFill>
                <a:ea typeface="黑体" panose="02010609060101010101" pitchFamily="49" charset="-122"/>
              </a:rPr>
              <a:t>B</a:t>
            </a:r>
            <a:r>
              <a:rPr kumimoji="1" lang="zh-CN" altLang="en-US" sz="2000">
                <a:solidFill>
                  <a:schemeClr val="accent2"/>
                </a:solidFill>
                <a:latin typeface="黑体" panose="02010609060101010101" pitchFamily="49" charset="-122"/>
                <a:ea typeface="黑体" panose="02010609060101010101" pitchFamily="49" charset="-122"/>
              </a:rPr>
              <a:t>开始</a:t>
            </a:r>
          </a:p>
          <a:p>
            <a:pPr eaLnBrk="1" hangingPunct="1">
              <a:buFont typeface="Wingdings 2" panose="05020102010507070707" pitchFamily="18" charset="2"/>
              <a:buNone/>
            </a:pPr>
            <a:endParaRPr kumimoji="1" lang="zh-CN" altLang="en-US" sz="2000">
              <a:solidFill>
                <a:schemeClr val="accent2"/>
              </a:solidFill>
              <a:latin typeface="黑体" panose="02010609060101010101" pitchFamily="49" charset="-122"/>
              <a:ea typeface="黑体" panose="02010609060101010101" pitchFamily="49" charset="-122"/>
            </a:endParaRPr>
          </a:p>
          <a:p>
            <a:pPr eaLnBrk="1" hangingPunct="1">
              <a:buFont typeface="Wingdings 2" panose="05020102010507070707" pitchFamily="18" charset="2"/>
              <a:buNone/>
            </a:pPr>
            <a:endParaRPr kumimoji="1" lang="zh-CN" altLang="en-US" sz="2000">
              <a:solidFill>
                <a:schemeClr val="accent2"/>
              </a:solidFill>
              <a:latin typeface="黑体" panose="02010609060101010101" pitchFamily="49" charset="-122"/>
              <a:ea typeface="黑体" panose="02010609060101010101" pitchFamily="49" charset="-122"/>
            </a:endParaRPr>
          </a:p>
          <a:p>
            <a:pPr eaLnBrk="1" hangingPunct="1">
              <a:buFont typeface="Wingdings 2" panose="05020102010507070707" pitchFamily="18" charset="2"/>
              <a:buNone/>
            </a:pPr>
            <a:endParaRPr kumimoji="1" lang="zh-CN" altLang="en-US" sz="2000">
              <a:solidFill>
                <a:schemeClr val="accent2"/>
              </a:solidFill>
              <a:latin typeface="黑体" panose="02010609060101010101" pitchFamily="49" charset="-122"/>
              <a:ea typeface="黑体" panose="02010609060101010101" pitchFamily="49" charset="-122"/>
            </a:endParaRPr>
          </a:p>
          <a:p>
            <a:pPr eaLnBrk="1" hangingPunct="1">
              <a:buFont typeface="Wingdings 2" panose="05020102010507070707" pitchFamily="18" charset="2"/>
              <a:buNone/>
            </a:pPr>
            <a:endParaRPr kumimoji="1" lang="zh-CN" altLang="en-US" sz="2000">
              <a:solidFill>
                <a:schemeClr val="accent2"/>
              </a:solidFill>
              <a:latin typeface="黑体" panose="02010609060101010101" pitchFamily="49" charset="-122"/>
              <a:ea typeface="黑体" panose="02010609060101010101" pitchFamily="49" charset="-122"/>
            </a:endParaRPr>
          </a:p>
          <a:p>
            <a:pPr eaLnBrk="1" hangingPunct="1"/>
            <a:r>
              <a:rPr kumimoji="1" lang="zh-CN" altLang="en-US" sz="2000"/>
              <a:t>作用：</a:t>
            </a:r>
          </a:p>
          <a:p>
            <a:pPr eaLnBrk="1" hangingPunct="1"/>
            <a:r>
              <a:rPr kumimoji="1" lang="en-US" altLang="zh-CN" sz="2000"/>
              <a:t>1</a:t>
            </a:r>
            <a:r>
              <a:rPr kumimoji="1" lang="zh-CN" altLang="en-US" sz="2000"/>
              <a:t>）解决任务的搭接</a:t>
            </a:r>
          </a:p>
          <a:p>
            <a:pPr eaLnBrk="1" hangingPunct="1"/>
            <a:r>
              <a:rPr kumimoji="1" lang="en-US" altLang="zh-CN" sz="2000"/>
              <a:t>2</a:t>
            </a:r>
            <a:r>
              <a:rPr kumimoji="1" lang="zh-CN" altLang="en-US" sz="2000"/>
              <a:t>）对任务可以进行合理的拆分</a:t>
            </a:r>
          </a:p>
          <a:p>
            <a:pPr eaLnBrk="1" hangingPunct="1"/>
            <a:r>
              <a:rPr kumimoji="1" lang="en-US" altLang="zh-CN" sz="2000"/>
              <a:t>3</a:t>
            </a:r>
            <a:r>
              <a:rPr kumimoji="1" lang="zh-CN" altLang="en-US" sz="2000"/>
              <a:t>）缩短项目工期</a:t>
            </a:r>
          </a:p>
          <a:p>
            <a:pPr eaLnBrk="1" hangingPunct="1"/>
            <a:endParaRPr kumimoji="1" lang="en-US" altLang="zh-CN" sz="2000">
              <a:solidFill>
                <a:schemeClr val="accent2"/>
              </a:solidFill>
              <a:ea typeface="黑体" panose="02010609060101010101" pitchFamily="49" charset="-122"/>
            </a:endParaRPr>
          </a:p>
        </p:txBody>
      </p:sp>
      <p:grpSp>
        <p:nvGrpSpPr>
          <p:cNvPr id="99332" name="Group 4">
            <a:extLst>
              <a:ext uri="{FF2B5EF4-FFF2-40B4-BE49-F238E27FC236}">
                <a16:creationId xmlns:a16="http://schemas.microsoft.com/office/drawing/2014/main" id="{ABD2C476-A994-71EA-8091-5A99C95F2941}"/>
              </a:ext>
            </a:extLst>
          </p:cNvPr>
          <p:cNvGrpSpPr>
            <a:grpSpLocks/>
          </p:cNvGrpSpPr>
          <p:nvPr/>
        </p:nvGrpSpPr>
        <p:grpSpPr bwMode="auto">
          <a:xfrm>
            <a:off x="1619250" y="3206750"/>
            <a:ext cx="6105525" cy="1158875"/>
            <a:chOff x="624" y="1584"/>
            <a:chExt cx="4560" cy="730"/>
          </a:xfrm>
        </p:grpSpPr>
        <p:sp>
          <p:nvSpPr>
            <p:cNvPr id="99333" name="Rectangle 5">
              <a:extLst>
                <a:ext uri="{FF2B5EF4-FFF2-40B4-BE49-F238E27FC236}">
                  <a16:creationId xmlns:a16="http://schemas.microsoft.com/office/drawing/2014/main" id="{3BE0A85B-AEB8-D490-39F5-655DA365FF22}"/>
                </a:ext>
              </a:extLst>
            </p:cNvPr>
            <p:cNvSpPr>
              <a:spLocks noChangeArrowheads="1"/>
            </p:cNvSpPr>
            <p:nvPr/>
          </p:nvSpPr>
          <p:spPr bwMode="auto">
            <a:xfrm>
              <a:off x="624" y="1632"/>
              <a:ext cx="1008" cy="576"/>
            </a:xfrm>
            <a:prstGeom prst="rect">
              <a:avLst/>
            </a:prstGeom>
            <a:solidFill>
              <a:srgbClr val="CC6600"/>
            </a:solidFill>
            <a:ln w="25400">
              <a:solidFill>
                <a:schemeClr val="tx1"/>
              </a:solidFill>
              <a:miter lim="800000"/>
              <a:headEnd type="none" w="sm" len="sm"/>
              <a:tailEnd type="none" w="med" len="lg"/>
            </a:ln>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000">
                  <a:solidFill>
                    <a:schemeClr val="bg1"/>
                  </a:solidFill>
                  <a:latin typeface="黑体" panose="02010609060101010101" pitchFamily="49" charset="-122"/>
                  <a:ea typeface="黑体" panose="02010609060101010101" pitchFamily="49" charset="-122"/>
                </a:rPr>
                <a:t>活动</a:t>
              </a:r>
              <a:r>
                <a:rPr kumimoji="1" lang="en-US" altLang="zh-CN" sz="2000">
                  <a:solidFill>
                    <a:schemeClr val="bg1"/>
                  </a:solidFill>
                  <a:latin typeface="黑体" panose="02010609060101010101" pitchFamily="49" charset="-122"/>
                  <a:ea typeface="黑体" panose="02010609060101010101" pitchFamily="49" charset="-122"/>
                </a:rPr>
                <a:t>A</a:t>
              </a:r>
            </a:p>
          </p:txBody>
        </p:sp>
        <p:sp>
          <p:nvSpPr>
            <p:cNvPr id="99334" name="Rectangle 6">
              <a:extLst>
                <a:ext uri="{FF2B5EF4-FFF2-40B4-BE49-F238E27FC236}">
                  <a16:creationId xmlns:a16="http://schemas.microsoft.com/office/drawing/2014/main" id="{1C4E0550-0E92-915C-AC60-1F375653943C}"/>
                </a:ext>
              </a:extLst>
            </p:cNvPr>
            <p:cNvSpPr>
              <a:spLocks noChangeArrowheads="1"/>
            </p:cNvSpPr>
            <p:nvPr/>
          </p:nvSpPr>
          <p:spPr bwMode="auto">
            <a:xfrm>
              <a:off x="4176" y="1632"/>
              <a:ext cx="1008" cy="576"/>
            </a:xfrm>
            <a:prstGeom prst="rect">
              <a:avLst/>
            </a:prstGeom>
            <a:solidFill>
              <a:srgbClr val="CC6600"/>
            </a:solidFill>
            <a:ln w="25400">
              <a:solidFill>
                <a:schemeClr val="tx1"/>
              </a:solidFill>
              <a:miter lim="800000"/>
              <a:headEnd type="none" w="sm" len="sm"/>
              <a:tailEnd type="none" w="med" len="lg"/>
            </a:ln>
          </p:spPr>
          <p:txBody>
            <a:bodyPr wrap="none"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000">
                  <a:solidFill>
                    <a:schemeClr val="bg1"/>
                  </a:solidFill>
                  <a:latin typeface="黑体" panose="02010609060101010101" pitchFamily="49" charset="-122"/>
                  <a:ea typeface="黑体" panose="02010609060101010101" pitchFamily="49" charset="-122"/>
                </a:rPr>
                <a:t>活动</a:t>
              </a:r>
              <a:r>
                <a:rPr kumimoji="1" lang="en-US" altLang="zh-CN" sz="2000">
                  <a:solidFill>
                    <a:schemeClr val="bg1"/>
                  </a:solidFill>
                  <a:latin typeface="黑体" panose="02010609060101010101" pitchFamily="49" charset="-122"/>
                  <a:ea typeface="黑体" panose="02010609060101010101" pitchFamily="49" charset="-122"/>
                </a:rPr>
                <a:t>B</a:t>
              </a:r>
            </a:p>
          </p:txBody>
        </p:sp>
        <p:sp>
          <p:nvSpPr>
            <p:cNvPr id="99335" name="Line 7">
              <a:extLst>
                <a:ext uri="{FF2B5EF4-FFF2-40B4-BE49-F238E27FC236}">
                  <a16:creationId xmlns:a16="http://schemas.microsoft.com/office/drawing/2014/main" id="{77A0707E-6330-A73B-9ACF-3C366E9C9B13}"/>
                </a:ext>
              </a:extLst>
            </p:cNvPr>
            <p:cNvSpPr>
              <a:spLocks noChangeShapeType="1"/>
            </p:cNvSpPr>
            <p:nvPr/>
          </p:nvSpPr>
          <p:spPr bwMode="auto">
            <a:xfrm>
              <a:off x="1632" y="1968"/>
              <a:ext cx="2544" cy="0"/>
            </a:xfrm>
            <a:prstGeom prst="line">
              <a:avLst/>
            </a:prstGeom>
            <a:noFill/>
            <a:ln w="25400">
              <a:solidFill>
                <a:schemeClr val="tx1"/>
              </a:solidFill>
              <a:round/>
              <a:headEnd type="none" w="sm" len="sm"/>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99336" name="Text Box 8">
              <a:extLst>
                <a:ext uri="{FF2B5EF4-FFF2-40B4-BE49-F238E27FC236}">
                  <a16:creationId xmlns:a16="http://schemas.microsoft.com/office/drawing/2014/main" id="{884EF059-A97A-7809-BFFD-2D40EF3D0A2B}"/>
                </a:ext>
              </a:extLst>
            </p:cNvPr>
            <p:cNvSpPr txBox="1">
              <a:spLocks noChangeArrowheads="1"/>
            </p:cNvSpPr>
            <p:nvPr/>
          </p:nvSpPr>
          <p:spPr bwMode="auto">
            <a:xfrm>
              <a:off x="1969" y="1584"/>
              <a:ext cx="1919" cy="250"/>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type="none" w="sm" len="sm"/>
                  <a:tailEnd type="none" w="med" len="lg"/>
                </a14:hiddenLine>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2000">
                  <a:solidFill>
                    <a:schemeClr val="accent1"/>
                  </a:solidFill>
                  <a:latin typeface="黑体" panose="02010609060101010101" pitchFamily="49" charset="-122"/>
                  <a:ea typeface="黑体" panose="02010609060101010101" pitchFamily="49" charset="-122"/>
                </a:rPr>
                <a:t>结束</a:t>
              </a:r>
              <a:r>
                <a:rPr kumimoji="1" lang="en-US" altLang="zh-CN" sz="2000">
                  <a:solidFill>
                    <a:schemeClr val="accent1"/>
                  </a:solidFill>
                  <a:latin typeface="黑体" panose="02010609060101010101" pitchFamily="49" charset="-122"/>
                  <a:ea typeface="黑体" panose="02010609060101010101" pitchFamily="49" charset="-122"/>
                </a:rPr>
                <a:t>---</a:t>
              </a:r>
              <a:r>
                <a:rPr kumimoji="1" lang="zh-CN" altLang="en-US" sz="2000">
                  <a:solidFill>
                    <a:schemeClr val="accent1"/>
                  </a:solidFill>
                  <a:latin typeface="黑体" panose="02010609060101010101" pitchFamily="49" charset="-122"/>
                  <a:ea typeface="黑体" panose="02010609060101010101" pitchFamily="49" charset="-122"/>
                </a:rPr>
                <a:t>开始</a:t>
              </a:r>
            </a:p>
          </p:txBody>
        </p:sp>
        <p:sp>
          <p:nvSpPr>
            <p:cNvPr id="99337" name="Text Box 9">
              <a:extLst>
                <a:ext uri="{FF2B5EF4-FFF2-40B4-BE49-F238E27FC236}">
                  <a16:creationId xmlns:a16="http://schemas.microsoft.com/office/drawing/2014/main" id="{D227A540-E5B3-AD7B-E86D-182B1C40265D}"/>
                </a:ext>
              </a:extLst>
            </p:cNvPr>
            <p:cNvSpPr txBox="1">
              <a:spLocks noChangeArrowheads="1"/>
            </p:cNvSpPr>
            <p:nvPr/>
          </p:nvSpPr>
          <p:spPr bwMode="auto">
            <a:xfrm>
              <a:off x="1920" y="2064"/>
              <a:ext cx="1919" cy="250"/>
            </a:xfrm>
            <a:prstGeom prst="rect">
              <a:avLst/>
            </a:prstGeom>
            <a:solidFill>
              <a:schemeClr val="bg1"/>
            </a:solidFill>
            <a:ln>
              <a:noFill/>
            </a:ln>
            <a:extLst>
              <a:ext uri="{91240B29-F687-4F45-9708-019B960494DF}">
                <a14:hiddenLine xmlns:a14="http://schemas.microsoft.com/office/drawing/2010/main" w="25400">
                  <a:solidFill>
                    <a:srgbClr val="000000"/>
                  </a:solidFill>
                  <a:miter lim="800000"/>
                  <a:headEnd type="none" w="sm" len="sm"/>
                  <a:tailEnd type="none" w="med" len="lg"/>
                </a14:hiddenLine>
              </a:ext>
            </a:extLst>
          </p:spPr>
          <p:txBody>
            <a:bodyP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en-US" altLang="zh-CN" sz="2000">
                  <a:solidFill>
                    <a:schemeClr val="accent1"/>
                  </a:solidFill>
                  <a:latin typeface="黑体" panose="02010609060101010101" pitchFamily="49" charset="-122"/>
                  <a:ea typeface="黑体" panose="02010609060101010101" pitchFamily="49" charset="-122"/>
                </a:rPr>
                <a:t>Lead=3</a:t>
              </a:r>
            </a:p>
          </p:txBody>
        </p:sp>
      </p:gr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7A3B95A8-C767-B6E1-B2AB-CEF98B19CAF2}"/>
              </a:ext>
            </a:extLst>
          </p:cNvPr>
          <p:cNvSpPr>
            <a:spLocks noGrp="1" noChangeArrowheads="1"/>
          </p:cNvSpPr>
          <p:nvPr>
            <p:ph type="title"/>
          </p:nvPr>
        </p:nvSpPr>
        <p:spPr/>
        <p:txBody>
          <a:bodyPr/>
          <a:lstStyle/>
          <a:p>
            <a:pPr eaLnBrk="1" hangingPunct="1"/>
            <a:r>
              <a:rPr kumimoji="1" lang="zh-CN" altLang="en-US"/>
              <a:t>软件项目进度计划</a:t>
            </a:r>
            <a:r>
              <a:rPr kumimoji="1" lang="en-US" altLang="zh-CN" sz="2400">
                <a:latin typeface="宋体" panose="02010600030101010101" pitchFamily="2" charset="-122"/>
              </a:rPr>
              <a:t>——</a:t>
            </a:r>
            <a:r>
              <a:rPr lang="zh-CN" altLang="en-US" sz="2400">
                <a:latin typeface="黑体" panose="02010609060101010101" pitchFamily="49" charset="-122"/>
              </a:rPr>
              <a:t>资源调整尝试法</a:t>
            </a:r>
            <a:r>
              <a:rPr lang="zh-CN" altLang="en-US" sz="2000">
                <a:latin typeface="黑体" panose="02010609060101010101" pitchFamily="49" charset="-122"/>
                <a:ea typeface="黑体" panose="02010609060101010101" pitchFamily="49" charset="-122"/>
              </a:rPr>
              <a:t> </a:t>
            </a:r>
          </a:p>
        </p:txBody>
      </p:sp>
      <p:sp>
        <p:nvSpPr>
          <p:cNvPr id="100355" name="Rectangle 3">
            <a:extLst>
              <a:ext uri="{FF2B5EF4-FFF2-40B4-BE49-F238E27FC236}">
                <a16:creationId xmlns:a16="http://schemas.microsoft.com/office/drawing/2014/main" id="{F05079FD-E3CA-8754-FA37-E6115B77E298}"/>
              </a:ext>
            </a:extLst>
          </p:cNvPr>
          <p:cNvSpPr>
            <a:spLocks noGrp="1" noChangeArrowheads="1"/>
          </p:cNvSpPr>
          <p:nvPr>
            <p:ph type="body" idx="1"/>
          </p:nvPr>
        </p:nvSpPr>
        <p:spPr>
          <a:xfrm>
            <a:off x="611188" y="2060575"/>
            <a:ext cx="8353425" cy="4797425"/>
          </a:xfrm>
        </p:spPr>
        <p:txBody>
          <a:bodyPr/>
          <a:lstStyle/>
          <a:p>
            <a:pPr eaLnBrk="1" hangingPunct="1">
              <a:lnSpc>
                <a:spcPct val="110000"/>
              </a:lnSpc>
              <a:spcBef>
                <a:spcPct val="20000"/>
              </a:spcBef>
            </a:pPr>
            <a:r>
              <a:rPr lang="zh-CN" altLang="en-US" sz="2400" dirty="0">
                <a:solidFill>
                  <a:schemeClr val="accent2"/>
                </a:solidFill>
                <a:latin typeface="黑体" panose="02010609060101010101" pitchFamily="49" charset="-122"/>
                <a:ea typeface="黑体" panose="02010609060101010101" pitchFamily="49" charset="-122"/>
              </a:rPr>
              <a:t>资源调整尝试法</a:t>
            </a:r>
          </a:p>
          <a:p>
            <a:pPr lvl="1" eaLnBrk="1" hangingPunct="1">
              <a:lnSpc>
                <a:spcPct val="110000"/>
              </a:lnSpc>
            </a:pPr>
            <a:r>
              <a:rPr lang="zh-CN" altLang="en-US" sz="2000" dirty="0">
                <a:latin typeface="宋体" panose="02010600030101010101" pitchFamily="2" charset="-122"/>
              </a:rPr>
              <a:t>资源优化配置</a:t>
            </a:r>
          </a:p>
          <a:p>
            <a:pPr lvl="1" eaLnBrk="1" hangingPunct="1">
              <a:lnSpc>
                <a:spcPct val="110000"/>
              </a:lnSpc>
            </a:pPr>
            <a:r>
              <a:rPr lang="zh-CN" altLang="en-US" sz="2000" dirty="0">
                <a:latin typeface="宋体" panose="02010600030101010101" pitchFamily="2" charset="-122"/>
              </a:rPr>
              <a:t>通过调整进度计划，形成平稳连续的资源需求</a:t>
            </a:r>
          </a:p>
          <a:p>
            <a:pPr lvl="2" eaLnBrk="1" hangingPunct="1">
              <a:lnSpc>
                <a:spcPct val="110000"/>
              </a:lnSpc>
            </a:pPr>
            <a:r>
              <a:rPr lang="zh-CN" altLang="en-US" dirty="0">
                <a:latin typeface="宋体" panose="02010600030101010101" pitchFamily="2" charset="-122"/>
              </a:rPr>
              <a:t>最有效的利用资源</a:t>
            </a:r>
          </a:p>
          <a:p>
            <a:pPr lvl="2" eaLnBrk="1" hangingPunct="1">
              <a:lnSpc>
                <a:spcPct val="110000"/>
              </a:lnSpc>
            </a:pPr>
            <a:r>
              <a:rPr lang="zh-CN" altLang="en-US" dirty="0">
                <a:latin typeface="宋体" panose="02010600030101010101" pitchFamily="2" charset="-122"/>
              </a:rPr>
              <a:t>使资源闲置的时间最小化</a:t>
            </a:r>
          </a:p>
          <a:p>
            <a:pPr lvl="2" eaLnBrk="1" hangingPunct="1">
              <a:lnSpc>
                <a:spcPct val="110000"/>
              </a:lnSpc>
            </a:pPr>
            <a:r>
              <a:rPr lang="zh-CN" altLang="en-US" dirty="0">
                <a:latin typeface="宋体" panose="02010600030101010101" pitchFamily="2" charset="-122"/>
              </a:rPr>
              <a:t>尽量避免超出资源能力</a:t>
            </a:r>
          </a:p>
          <a:p>
            <a:pPr lvl="1" eaLnBrk="1" hangingPunct="1">
              <a:lnSpc>
                <a:spcPct val="110000"/>
              </a:lnSpc>
            </a:pPr>
            <a:r>
              <a:rPr lang="zh-CN" altLang="en-US" sz="2000" dirty="0">
                <a:latin typeface="宋体" panose="02010600030101010101" pitchFamily="2" charset="-122"/>
              </a:rPr>
              <a:t>方法</a:t>
            </a:r>
          </a:p>
          <a:p>
            <a:pPr lvl="2" eaLnBrk="1" hangingPunct="1">
              <a:lnSpc>
                <a:spcPct val="110000"/>
              </a:lnSpc>
            </a:pPr>
            <a:r>
              <a:rPr lang="zh-CN" altLang="en-US" dirty="0">
                <a:latin typeface="宋体" panose="02010600030101010101" pitchFamily="2" charset="-122"/>
              </a:rPr>
              <a:t>资源平衡，维持工期不变，使资源强度尽可能平衡</a:t>
            </a:r>
          </a:p>
          <a:p>
            <a:pPr lvl="2" eaLnBrk="1" hangingPunct="1">
              <a:lnSpc>
                <a:spcPct val="110000"/>
              </a:lnSpc>
            </a:pPr>
            <a:r>
              <a:rPr lang="zh-CN" altLang="en-US" dirty="0">
                <a:latin typeface="宋体" panose="02010600030101010101" pitchFamily="2" charset="-122"/>
              </a:rPr>
              <a:t>在满足资源约束条件下，使工期最短</a:t>
            </a:r>
          </a:p>
          <a:p>
            <a:pPr lvl="3" eaLnBrk="1" hangingPunct="1">
              <a:lnSpc>
                <a:spcPct val="110000"/>
              </a:lnSpc>
            </a:pPr>
            <a:r>
              <a:rPr lang="zh-CN" altLang="en-US" b="1" dirty="0">
                <a:latin typeface="宋体" panose="02010600030101010101" pitchFamily="2" charset="-122"/>
              </a:rPr>
              <a:t>将资源从非关键活动转到关键活动</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BFE93F8B-8D69-3CBB-AC18-A03A83DB007F}"/>
              </a:ext>
            </a:extLst>
          </p:cNvPr>
          <p:cNvSpPr>
            <a:spLocks noGrp="1" noChangeArrowheads="1"/>
          </p:cNvSpPr>
          <p:nvPr>
            <p:ph type="title"/>
          </p:nvPr>
        </p:nvSpPr>
        <p:spPr/>
        <p:txBody>
          <a:bodyPr/>
          <a:lstStyle/>
          <a:p>
            <a:pPr eaLnBrk="1" hangingPunct="1"/>
            <a:r>
              <a:rPr kumimoji="1" lang="zh-CN" altLang="en-US"/>
              <a:t>软件项目进度计划</a:t>
            </a:r>
          </a:p>
        </p:txBody>
      </p:sp>
      <p:sp>
        <p:nvSpPr>
          <p:cNvPr id="101379" name="Rectangle 3">
            <a:extLst>
              <a:ext uri="{FF2B5EF4-FFF2-40B4-BE49-F238E27FC236}">
                <a16:creationId xmlns:a16="http://schemas.microsoft.com/office/drawing/2014/main" id="{E65A16F7-7B4B-679B-49B5-954222912476}"/>
              </a:ext>
            </a:extLst>
          </p:cNvPr>
          <p:cNvSpPr>
            <a:spLocks noGrp="1" noChangeArrowheads="1"/>
          </p:cNvSpPr>
          <p:nvPr>
            <p:ph type="body" idx="1"/>
          </p:nvPr>
        </p:nvSpPr>
        <p:spPr>
          <a:xfrm>
            <a:off x="468313" y="1916113"/>
            <a:ext cx="8496300" cy="4941887"/>
          </a:xfrm>
        </p:spPr>
        <p:txBody>
          <a:bodyPr/>
          <a:lstStyle/>
          <a:p>
            <a:pPr eaLnBrk="1" hangingPunct="1"/>
            <a:r>
              <a:rPr lang="zh-CN" altLang="en-US" sz="2000">
                <a:solidFill>
                  <a:schemeClr val="accent2"/>
                </a:solidFill>
                <a:latin typeface="黑体" panose="02010609060101010101" pitchFamily="49" charset="-122"/>
                <a:ea typeface="黑体" panose="02010609060101010101" pitchFamily="49" charset="-122"/>
              </a:rPr>
              <a:t>资源平衡法</a:t>
            </a:r>
          </a:p>
        </p:txBody>
      </p:sp>
      <p:pic>
        <p:nvPicPr>
          <p:cNvPr id="101380" name="Picture 4">
            <a:extLst>
              <a:ext uri="{FF2B5EF4-FFF2-40B4-BE49-F238E27FC236}">
                <a16:creationId xmlns:a16="http://schemas.microsoft.com/office/drawing/2014/main" id="{726FA95D-F31C-9726-205E-9DD22FDB4D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2775" y="2465388"/>
            <a:ext cx="8280400" cy="420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BBA1167C-19CF-16BE-56AF-D055493D7902}"/>
              </a:ext>
            </a:extLst>
          </p:cNvPr>
          <p:cNvSpPr>
            <a:spLocks noGrp="1" noChangeArrowheads="1"/>
          </p:cNvSpPr>
          <p:nvPr>
            <p:ph type="title"/>
          </p:nvPr>
        </p:nvSpPr>
        <p:spPr/>
        <p:txBody>
          <a:bodyPr/>
          <a:lstStyle/>
          <a:p>
            <a:pPr eaLnBrk="1" hangingPunct="1"/>
            <a:r>
              <a:rPr kumimoji="1" lang="zh-CN" altLang="en-US"/>
              <a:t>软件项目进度计划</a:t>
            </a:r>
          </a:p>
        </p:txBody>
      </p:sp>
      <p:sp>
        <p:nvSpPr>
          <p:cNvPr id="102403" name="Rectangle 3">
            <a:extLst>
              <a:ext uri="{FF2B5EF4-FFF2-40B4-BE49-F238E27FC236}">
                <a16:creationId xmlns:a16="http://schemas.microsoft.com/office/drawing/2014/main" id="{E191B4C3-90B2-778B-164D-526986ED6EB4}"/>
              </a:ext>
            </a:extLst>
          </p:cNvPr>
          <p:cNvSpPr>
            <a:spLocks noGrp="1" noChangeArrowheads="1"/>
          </p:cNvSpPr>
          <p:nvPr>
            <p:ph type="body" idx="1"/>
          </p:nvPr>
        </p:nvSpPr>
        <p:spPr>
          <a:xfrm>
            <a:off x="755650" y="1916113"/>
            <a:ext cx="8208963" cy="4941887"/>
          </a:xfrm>
        </p:spPr>
        <p:txBody>
          <a:bodyPr/>
          <a:lstStyle/>
          <a:p>
            <a:pPr eaLnBrk="1" hangingPunct="1"/>
            <a:r>
              <a:rPr lang="zh-CN" altLang="en-US" sz="2400">
                <a:solidFill>
                  <a:schemeClr val="accent2"/>
                </a:solidFill>
                <a:latin typeface="黑体" panose="02010609060101010101" pitchFamily="49" charset="-122"/>
                <a:ea typeface="黑体" panose="02010609060101010101" pitchFamily="49" charset="-122"/>
              </a:rPr>
              <a:t>项目成本预算</a:t>
            </a:r>
          </a:p>
          <a:p>
            <a:pPr eaLnBrk="1" hangingPunct="1">
              <a:buFont typeface="Wingdings 2" panose="05020102010507070707" pitchFamily="18" charset="2"/>
              <a:buNone/>
            </a:pPr>
            <a:r>
              <a:rPr lang="zh-CN" altLang="en-US" sz="2400">
                <a:solidFill>
                  <a:schemeClr val="accent2"/>
                </a:solidFill>
                <a:latin typeface="黑体" panose="02010609060101010101" pitchFamily="49" charset="-122"/>
                <a:ea typeface="黑体" panose="02010609060101010101" pitchFamily="49" charset="-122"/>
              </a:rPr>
              <a:t>   </a:t>
            </a:r>
            <a:r>
              <a:rPr lang="en-US" altLang="zh-CN" sz="2400">
                <a:solidFill>
                  <a:schemeClr val="accent2"/>
                </a:solidFill>
                <a:ea typeface="黑体" panose="02010609060101010101" pitchFamily="49" charset="-122"/>
              </a:rPr>
              <a:t>——</a:t>
            </a:r>
            <a:r>
              <a:rPr lang="zh-CN" altLang="en-US" sz="2400">
                <a:solidFill>
                  <a:schemeClr val="accent2"/>
                </a:solidFill>
                <a:latin typeface="黑体" panose="02010609060101010101" pitchFamily="49" charset="-122"/>
                <a:ea typeface="黑体" panose="02010609060101010101" pitchFamily="49" charset="-122"/>
              </a:rPr>
              <a:t>分配项目成本，进行成本预算</a:t>
            </a:r>
          </a:p>
          <a:p>
            <a:pPr eaLnBrk="1" hangingPunct="1">
              <a:lnSpc>
                <a:spcPct val="120000"/>
              </a:lnSpc>
              <a:buFont typeface="Wingdings 2" panose="05020102010507070707" pitchFamily="18" charset="2"/>
              <a:buNone/>
            </a:pPr>
            <a:r>
              <a:rPr lang="zh-CN" altLang="en-US" sz="2000">
                <a:latin typeface="黑体" panose="02010609060101010101" pitchFamily="49" charset="-122"/>
                <a:ea typeface="黑体" panose="02010609060101010101" pitchFamily="49" charset="-122"/>
              </a:rPr>
              <a:t>   </a:t>
            </a:r>
            <a:r>
              <a:rPr lang="zh-CN" altLang="en-US" sz="2000">
                <a:solidFill>
                  <a:schemeClr val="accent2"/>
                </a:solidFill>
                <a:latin typeface="黑体" panose="02010609060101010101" pitchFamily="49" charset="-122"/>
                <a:ea typeface="黑体" panose="02010609060101010101" pitchFamily="49" charset="-122"/>
              </a:rPr>
              <a:t>项目的预算成本组成：</a:t>
            </a:r>
          </a:p>
          <a:p>
            <a:pPr lvl="1" eaLnBrk="1" hangingPunct="1">
              <a:lnSpc>
                <a:spcPct val="120000"/>
              </a:lnSpc>
            </a:pPr>
            <a:r>
              <a:rPr lang="zh-CN" altLang="en-US" sz="2000">
                <a:solidFill>
                  <a:schemeClr val="accent2"/>
                </a:solidFill>
                <a:latin typeface="黑体" panose="02010609060101010101" pitchFamily="49" charset="-122"/>
                <a:ea typeface="黑体" panose="02010609060101010101" pitchFamily="49" charset="-122"/>
              </a:rPr>
              <a:t>资源成本</a:t>
            </a:r>
          </a:p>
          <a:p>
            <a:pPr lvl="2" eaLnBrk="1" hangingPunct="1">
              <a:lnSpc>
                <a:spcPct val="120000"/>
              </a:lnSpc>
              <a:spcBef>
                <a:spcPct val="30000"/>
              </a:spcBef>
            </a:pPr>
            <a:r>
              <a:rPr lang="zh-CN" altLang="en-US">
                <a:latin typeface="宋体" panose="02010600030101010101" pitchFamily="2" charset="-122"/>
              </a:rPr>
              <a:t>分配给项目中资源的成本</a:t>
            </a:r>
          </a:p>
          <a:p>
            <a:pPr lvl="1" eaLnBrk="1" hangingPunct="1">
              <a:lnSpc>
                <a:spcPct val="120000"/>
              </a:lnSpc>
            </a:pPr>
            <a:r>
              <a:rPr lang="zh-CN" altLang="en-US" sz="2000">
                <a:solidFill>
                  <a:schemeClr val="accent2"/>
                </a:solidFill>
                <a:latin typeface="黑体" panose="02010609060101010101" pitchFamily="49" charset="-122"/>
                <a:ea typeface="黑体" panose="02010609060101010101" pitchFamily="49" charset="-122"/>
              </a:rPr>
              <a:t>固定成本</a:t>
            </a:r>
          </a:p>
          <a:p>
            <a:pPr lvl="2" eaLnBrk="1" hangingPunct="1">
              <a:lnSpc>
                <a:spcPct val="120000"/>
              </a:lnSpc>
              <a:spcBef>
                <a:spcPct val="30000"/>
              </a:spcBef>
            </a:pPr>
            <a:r>
              <a:rPr lang="zh-CN" altLang="en-US">
                <a:latin typeface="宋体" panose="02010600030101010101" pitchFamily="2" charset="-122"/>
              </a:rPr>
              <a:t>是一种不因任务工期或资源完成工时的变化而变化的成本</a:t>
            </a:r>
          </a:p>
          <a:p>
            <a:pPr eaLnBrk="1" hangingPunct="1"/>
            <a:r>
              <a:rPr lang="zh-CN" altLang="en-US" sz="2400">
                <a:solidFill>
                  <a:schemeClr val="accent2"/>
                </a:solidFill>
                <a:latin typeface="黑体" panose="02010609060101010101" pitchFamily="49" charset="-122"/>
                <a:ea typeface="黑体" panose="02010609060101010101" pitchFamily="49" charset="-122"/>
              </a:rPr>
              <a:t>成本预算的作用</a:t>
            </a:r>
          </a:p>
          <a:p>
            <a:pPr lvl="1" eaLnBrk="1" hangingPunct="1">
              <a:lnSpc>
                <a:spcPct val="120000"/>
              </a:lnSpc>
            </a:pPr>
            <a:r>
              <a:rPr lang="zh-CN" altLang="en-US" sz="2000">
                <a:latin typeface="宋体" panose="02010600030101010101" pitchFamily="2" charset="-122"/>
              </a:rPr>
              <a:t>确保各项工作获得所需的资源</a:t>
            </a:r>
          </a:p>
          <a:p>
            <a:pPr lvl="1" eaLnBrk="1" hangingPunct="1">
              <a:lnSpc>
                <a:spcPct val="120000"/>
              </a:lnSpc>
            </a:pPr>
            <a:r>
              <a:rPr lang="zh-CN" altLang="en-US" sz="2000">
                <a:latin typeface="宋体" panose="02010600030101010101" pitchFamily="2" charset="-122"/>
              </a:rPr>
              <a:t>是实际成本的一种控制机制</a:t>
            </a:r>
          </a:p>
          <a:p>
            <a:pPr lvl="1" eaLnBrk="1" hangingPunct="1">
              <a:lnSpc>
                <a:spcPct val="120000"/>
              </a:lnSpc>
            </a:pPr>
            <a:r>
              <a:rPr lang="zh-CN" altLang="en-US" sz="2000">
                <a:latin typeface="宋体" panose="02010600030101010101" pitchFamily="2" charset="-122"/>
              </a:rPr>
              <a:t>为项目管理者控制项目提供一把尺子</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700B426E-95D0-9E96-F0D4-3D139DCE2382}"/>
              </a:ext>
            </a:extLst>
          </p:cNvPr>
          <p:cNvSpPr>
            <a:spLocks noGrp="1" noChangeArrowheads="1"/>
          </p:cNvSpPr>
          <p:nvPr>
            <p:ph type="title"/>
          </p:nvPr>
        </p:nvSpPr>
        <p:spPr/>
        <p:txBody>
          <a:bodyPr/>
          <a:lstStyle/>
          <a:p>
            <a:pPr eaLnBrk="1" hangingPunct="1"/>
            <a:r>
              <a:rPr kumimoji="1" lang="zh-CN" altLang="en-US"/>
              <a:t>软件项目进度计划</a:t>
            </a:r>
          </a:p>
        </p:txBody>
      </p:sp>
      <p:sp>
        <p:nvSpPr>
          <p:cNvPr id="103427" name="Rectangle 3">
            <a:extLst>
              <a:ext uri="{FF2B5EF4-FFF2-40B4-BE49-F238E27FC236}">
                <a16:creationId xmlns:a16="http://schemas.microsoft.com/office/drawing/2014/main" id="{4A25EA58-65AB-DAB4-7A62-4A21D63BB579}"/>
              </a:ext>
            </a:extLst>
          </p:cNvPr>
          <p:cNvSpPr>
            <a:spLocks noGrp="1" noChangeArrowheads="1"/>
          </p:cNvSpPr>
          <p:nvPr>
            <p:ph type="body" idx="1"/>
          </p:nvPr>
        </p:nvSpPr>
        <p:spPr>
          <a:xfrm>
            <a:off x="755650" y="2133600"/>
            <a:ext cx="8208963" cy="4724400"/>
          </a:xfrm>
        </p:spPr>
        <p:txBody>
          <a:bodyPr/>
          <a:lstStyle/>
          <a:p>
            <a:pPr eaLnBrk="1" hangingPunct="1">
              <a:lnSpc>
                <a:spcPct val="120000"/>
              </a:lnSpc>
            </a:pPr>
            <a:r>
              <a:rPr lang="zh-CN" altLang="en-US" sz="2400">
                <a:solidFill>
                  <a:schemeClr val="accent2"/>
                </a:solidFill>
                <a:latin typeface="黑体" panose="02010609060101010101" pitchFamily="49" charset="-122"/>
                <a:ea typeface="黑体" panose="02010609060101010101" pitchFamily="49" charset="-122"/>
              </a:rPr>
              <a:t>分配项目成本包括三种情况</a:t>
            </a:r>
          </a:p>
          <a:p>
            <a:pPr lvl="1" eaLnBrk="1" hangingPunct="1">
              <a:lnSpc>
                <a:spcPct val="130000"/>
              </a:lnSpc>
              <a:spcBef>
                <a:spcPct val="50000"/>
              </a:spcBef>
            </a:pPr>
            <a:r>
              <a:rPr lang="zh-CN" altLang="en-US" sz="2000">
                <a:latin typeface="黑体" panose="02010609060101010101" pitchFamily="49" charset="-122"/>
                <a:ea typeface="黑体" panose="02010609060101010101" pitchFamily="49" charset="-122"/>
              </a:rPr>
              <a:t>分配资源成本</a:t>
            </a:r>
          </a:p>
          <a:p>
            <a:pPr lvl="1" eaLnBrk="1" hangingPunct="1">
              <a:lnSpc>
                <a:spcPct val="130000"/>
              </a:lnSpc>
              <a:spcBef>
                <a:spcPct val="50000"/>
              </a:spcBef>
            </a:pPr>
            <a:r>
              <a:rPr lang="zh-CN" altLang="en-US" sz="2000">
                <a:latin typeface="黑体" panose="02010609060101010101" pitchFamily="49" charset="-122"/>
                <a:ea typeface="黑体" panose="02010609060101010101" pitchFamily="49" charset="-122"/>
              </a:rPr>
              <a:t>分配固定资源成本</a:t>
            </a:r>
          </a:p>
          <a:p>
            <a:pPr lvl="1" eaLnBrk="1" hangingPunct="1">
              <a:lnSpc>
                <a:spcPct val="130000"/>
              </a:lnSpc>
              <a:spcBef>
                <a:spcPct val="50000"/>
              </a:spcBef>
              <a:buFont typeface="黑体" panose="02010609060101010101" pitchFamily="49" charset="-122"/>
              <a:buNone/>
            </a:pPr>
            <a:r>
              <a:rPr lang="zh-CN" altLang="en-US" sz="2000">
                <a:latin typeface="黑体" panose="02010609060101010101" pitchFamily="49" charset="-122"/>
                <a:ea typeface="黑体" panose="02010609060101010101" pitchFamily="49" charset="-122"/>
              </a:rPr>
              <a:t>  例如：需要的硬件设备</a:t>
            </a:r>
          </a:p>
          <a:p>
            <a:pPr lvl="1" eaLnBrk="1" hangingPunct="1">
              <a:lnSpc>
                <a:spcPct val="130000"/>
              </a:lnSpc>
              <a:spcBef>
                <a:spcPct val="50000"/>
              </a:spcBef>
            </a:pPr>
            <a:r>
              <a:rPr lang="zh-CN" altLang="en-US" sz="2000">
                <a:latin typeface="黑体" panose="02010609060101010101" pitchFamily="49" charset="-122"/>
                <a:ea typeface="黑体" panose="02010609060101010101" pitchFamily="49" charset="-122"/>
              </a:rPr>
              <a:t>分配固定成本</a:t>
            </a:r>
          </a:p>
          <a:p>
            <a:pPr lvl="1" eaLnBrk="1" hangingPunct="1">
              <a:lnSpc>
                <a:spcPct val="130000"/>
              </a:lnSpc>
              <a:spcBef>
                <a:spcPct val="50000"/>
              </a:spcBef>
              <a:buFont typeface="黑体" panose="02010609060101010101" pitchFamily="49" charset="-122"/>
              <a:buNone/>
            </a:pPr>
            <a:r>
              <a:rPr lang="zh-CN" altLang="en-US" sz="2000">
                <a:latin typeface="黑体" panose="02010609060101010101" pitchFamily="49" charset="-122"/>
                <a:ea typeface="黑体" panose="02010609060101010101" pitchFamily="49" charset="-122"/>
              </a:rPr>
              <a:t>  例如：培训任务</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9E39563D-C2E3-AFA7-6706-5B3F5E13F3B0}"/>
              </a:ext>
            </a:extLst>
          </p:cNvPr>
          <p:cNvSpPr>
            <a:spLocks noGrp="1" noChangeArrowheads="1"/>
          </p:cNvSpPr>
          <p:nvPr>
            <p:ph type="title"/>
          </p:nvPr>
        </p:nvSpPr>
        <p:spPr/>
        <p:txBody>
          <a:bodyPr/>
          <a:lstStyle/>
          <a:p>
            <a:pPr eaLnBrk="1" hangingPunct="1"/>
            <a:r>
              <a:rPr kumimoji="1" lang="zh-CN" altLang="en-US"/>
              <a:t>软件项目进度计划</a:t>
            </a:r>
          </a:p>
        </p:txBody>
      </p:sp>
      <p:sp>
        <p:nvSpPr>
          <p:cNvPr id="104451" name="Rectangle 3">
            <a:extLst>
              <a:ext uri="{FF2B5EF4-FFF2-40B4-BE49-F238E27FC236}">
                <a16:creationId xmlns:a16="http://schemas.microsoft.com/office/drawing/2014/main" id="{D3AF8093-A7E8-45D4-3366-8E801B002D35}"/>
              </a:ext>
            </a:extLst>
          </p:cNvPr>
          <p:cNvSpPr>
            <a:spLocks noGrp="1" noChangeArrowheads="1"/>
          </p:cNvSpPr>
          <p:nvPr>
            <p:ph type="body" idx="1"/>
          </p:nvPr>
        </p:nvSpPr>
        <p:spPr>
          <a:xfrm>
            <a:off x="755650" y="1916113"/>
            <a:ext cx="8208963" cy="4941887"/>
          </a:xfrm>
        </p:spPr>
        <p:txBody>
          <a:bodyPr/>
          <a:lstStyle/>
          <a:p>
            <a:pPr eaLnBrk="1" hangingPunct="1"/>
            <a:r>
              <a:rPr lang="zh-CN" altLang="en-US" sz="2400" dirty="0">
                <a:solidFill>
                  <a:schemeClr val="accent2"/>
                </a:solidFill>
                <a:latin typeface="黑体" panose="02010609060101010101" pitchFamily="49" charset="-122"/>
                <a:ea typeface="黑体" panose="02010609060101010101" pitchFamily="49" charset="-122"/>
              </a:rPr>
              <a:t>调整计划</a:t>
            </a:r>
          </a:p>
          <a:p>
            <a:pPr lvl="1" eaLnBrk="1" hangingPunct="1"/>
            <a:r>
              <a:rPr lang="zh-CN" altLang="en-US" sz="2000" dirty="0">
                <a:latin typeface="黑体" panose="02010609060101010101" pitchFamily="49" charset="-122"/>
                <a:ea typeface="黑体" panose="02010609060101010101" pitchFamily="49" charset="-122"/>
              </a:rPr>
              <a:t>调整资源</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解决资源冲突</a:t>
            </a:r>
          </a:p>
          <a:p>
            <a:pPr lvl="1" eaLnBrk="1" hangingPunct="1"/>
            <a:r>
              <a:rPr lang="zh-CN" altLang="en-US" sz="2000" dirty="0">
                <a:latin typeface="黑体" panose="02010609060101010101" pitchFamily="49" charset="-122"/>
                <a:ea typeface="黑体" panose="02010609060101010101" pitchFamily="49" charset="-122"/>
              </a:rPr>
              <a:t>调整进度</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优化项目</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缩短工期</a:t>
            </a:r>
          </a:p>
          <a:p>
            <a:pPr lvl="1" eaLnBrk="1" hangingPunct="1"/>
            <a:r>
              <a:rPr lang="zh-CN" altLang="en-US" sz="2000" dirty="0">
                <a:latin typeface="黑体" panose="02010609060101010101" pitchFamily="49" charset="-122"/>
                <a:ea typeface="黑体" panose="02010609060101010101" pitchFamily="49" charset="-122"/>
              </a:rPr>
              <a:t>调整项目成本预算</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以便减少项目费用</a:t>
            </a:r>
          </a:p>
          <a:p>
            <a:pPr eaLnBrk="1" hangingPunct="1"/>
            <a:r>
              <a:rPr lang="zh-CN" altLang="en-US" sz="2000" dirty="0">
                <a:solidFill>
                  <a:schemeClr val="accent2"/>
                </a:solidFill>
                <a:latin typeface="黑体" panose="02010609060101010101" pitchFamily="49" charset="-122"/>
                <a:ea typeface="黑体" panose="02010609060101010101" pitchFamily="49" charset="-122"/>
              </a:rPr>
              <a:t>解决资源冲突的方法</a:t>
            </a:r>
          </a:p>
          <a:p>
            <a:pPr lvl="1" eaLnBrk="1" hangingPunct="1"/>
            <a:r>
              <a:rPr lang="zh-CN" altLang="en-US" sz="2000" dirty="0">
                <a:latin typeface="黑体" panose="02010609060101010101" pitchFamily="49" charset="-122"/>
                <a:ea typeface="黑体" panose="02010609060101010101" pitchFamily="49" charset="-122"/>
              </a:rPr>
              <a:t>资源调配</a:t>
            </a:r>
          </a:p>
          <a:p>
            <a:pPr lvl="1" eaLnBrk="1" hangingPunct="1"/>
            <a:r>
              <a:rPr lang="zh-CN" altLang="en-US" sz="2000" dirty="0">
                <a:latin typeface="黑体" panose="02010609060101010101" pitchFamily="49" charset="-122"/>
                <a:ea typeface="黑体" panose="02010609060101010101" pitchFamily="49" charset="-122"/>
              </a:rPr>
              <a:t>推迟资源开始工作时间</a:t>
            </a:r>
          </a:p>
          <a:p>
            <a:pPr lvl="1" eaLnBrk="1" hangingPunct="1"/>
            <a:r>
              <a:rPr lang="zh-CN" altLang="en-US" sz="2000" dirty="0">
                <a:latin typeface="黑体" panose="02010609060101010101" pitchFamily="49" charset="-122"/>
                <a:ea typeface="黑体" panose="02010609060101010101" pitchFamily="49" charset="-122"/>
              </a:rPr>
              <a:t>增加资源总量</a:t>
            </a:r>
          </a:p>
          <a:p>
            <a:pPr lvl="1" eaLnBrk="1" hangingPunct="1"/>
            <a:r>
              <a:rPr lang="zh-CN" altLang="en-US" sz="2000" dirty="0">
                <a:latin typeface="黑体" panose="02010609060101010101" pitchFamily="49" charset="-122"/>
                <a:ea typeface="黑体" panose="02010609060101010101" pitchFamily="49" charset="-122"/>
              </a:rPr>
              <a:t>替换资源</a:t>
            </a:r>
          </a:p>
          <a:p>
            <a:pPr lvl="1" eaLnBrk="1" hangingPunct="1"/>
            <a:r>
              <a:rPr lang="zh-CN" altLang="en-US" sz="2000" dirty="0">
                <a:latin typeface="黑体" panose="02010609060101010101" pitchFamily="49" charset="-122"/>
                <a:ea typeface="黑体" panose="02010609060101010101" pitchFamily="49" charset="-122"/>
              </a:rPr>
              <a:t>设置资源加班时间</a:t>
            </a:r>
          </a:p>
          <a:p>
            <a:pPr lvl="1" eaLnBrk="1" hangingPunct="1"/>
            <a:r>
              <a:rPr lang="zh-CN" altLang="en-US" sz="2000" dirty="0">
                <a:latin typeface="黑体" panose="02010609060101010101" pitchFamily="49" charset="-122"/>
                <a:ea typeface="黑体" panose="02010609060101010101" pitchFamily="49" charset="-122"/>
              </a:rPr>
              <a:t>调整资源日历</a:t>
            </a:r>
          </a:p>
          <a:p>
            <a:pPr lvl="1" eaLnBrk="1" hangingPunct="1"/>
            <a:r>
              <a:rPr lang="zh-CN" altLang="en-US" sz="2000" dirty="0">
                <a:latin typeface="黑体" panose="02010609060101010101" pitchFamily="49" charset="-122"/>
                <a:ea typeface="黑体" panose="02010609060101010101" pitchFamily="49" charset="-122"/>
              </a:rPr>
              <a:t>只使用资源的一部分工作时间</a:t>
            </a:r>
          </a:p>
          <a:p>
            <a:pPr eaLnBrk="1" hangingPunct="1"/>
            <a:endParaRPr lang="en-US" altLang="zh-CN" sz="2000" dirty="0">
              <a:solidFill>
                <a:schemeClr val="accent2"/>
              </a:solidFill>
              <a:latin typeface="黑体" panose="02010609060101010101" pitchFamily="49" charset="-122"/>
              <a:ea typeface="黑体" panose="02010609060101010101" pitchFamily="49" charset="-122"/>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CD6B1828-5381-61E1-09E9-4ED835ACE347}"/>
              </a:ext>
            </a:extLst>
          </p:cNvPr>
          <p:cNvSpPr>
            <a:spLocks noGrp="1" noChangeArrowheads="1"/>
          </p:cNvSpPr>
          <p:nvPr>
            <p:ph type="title"/>
          </p:nvPr>
        </p:nvSpPr>
        <p:spPr/>
        <p:txBody>
          <a:bodyPr/>
          <a:lstStyle/>
          <a:p>
            <a:pPr eaLnBrk="1" hangingPunct="1"/>
            <a:r>
              <a:rPr kumimoji="1" lang="zh-CN" altLang="en-US"/>
              <a:t>软件项目进度计划</a:t>
            </a:r>
          </a:p>
        </p:txBody>
      </p:sp>
      <p:sp>
        <p:nvSpPr>
          <p:cNvPr id="105475" name="Rectangle 3">
            <a:extLst>
              <a:ext uri="{FF2B5EF4-FFF2-40B4-BE49-F238E27FC236}">
                <a16:creationId xmlns:a16="http://schemas.microsoft.com/office/drawing/2014/main" id="{E75070DF-0612-E433-FC45-18B622C3B7E1}"/>
              </a:ext>
            </a:extLst>
          </p:cNvPr>
          <p:cNvSpPr>
            <a:spLocks noGrp="1" noChangeArrowheads="1"/>
          </p:cNvSpPr>
          <p:nvPr>
            <p:ph type="body" idx="1"/>
          </p:nvPr>
        </p:nvSpPr>
        <p:spPr>
          <a:xfrm>
            <a:off x="755650" y="1989138"/>
            <a:ext cx="8208963" cy="4868862"/>
          </a:xfrm>
        </p:spPr>
        <p:txBody>
          <a:bodyPr/>
          <a:lstStyle/>
          <a:p>
            <a:pPr eaLnBrk="1" hangingPunct="1"/>
            <a:r>
              <a:rPr lang="zh-CN" altLang="en-US" sz="2000">
                <a:solidFill>
                  <a:schemeClr val="accent2"/>
                </a:solidFill>
                <a:latin typeface="黑体" panose="02010609060101010101" pitchFamily="49" charset="-122"/>
                <a:ea typeface="黑体" panose="02010609060101010101" pitchFamily="49" charset="-122"/>
              </a:rPr>
              <a:t>优化进度，缩短工期</a:t>
            </a:r>
          </a:p>
          <a:p>
            <a:pPr lvl="1" algn="just" eaLnBrk="1" hangingPunct="1">
              <a:lnSpc>
                <a:spcPct val="130000"/>
              </a:lnSpc>
              <a:spcBef>
                <a:spcPct val="30000"/>
              </a:spcBef>
            </a:pPr>
            <a:r>
              <a:rPr lang="zh-CN" altLang="en-US" sz="2000">
                <a:latin typeface="黑体" panose="02010609060101010101" pitchFamily="49" charset="-122"/>
                <a:ea typeface="黑体" panose="02010609060101010101" pitchFamily="49" charset="-122"/>
              </a:rPr>
              <a:t>分解关键任务</a:t>
            </a:r>
          </a:p>
          <a:p>
            <a:pPr lvl="1" algn="just" eaLnBrk="1" hangingPunct="1">
              <a:lnSpc>
                <a:spcPct val="130000"/>
              </a:lnSpc>
              <a:spcBef>
                <a:spcPct val="30000"/>
              </a:spcBef>
            </a:pPr>
            <a:r>
              <a:rPr lang="zh-CN" altLang="en-US" sz="2000">
                <a:latin typeface="黑体" panose="02010609060101010101" pitchFamily="49" charset="-122"/>
                <a:ea typeface="黑体" panose="02010609060101010101" pitchFamily="49" charset="-122"/>
              </a:rPr>
              <a:t>给任务增加资源</a:t>
            </a:r>
          </a:p>
          <a:p>
            <a:pPr lvl="1" algn="just" eaLnBrk="1" hangingPunct="1">
              <a:lnSpc>
                <a:spcPct val="130000"/>
              </a:lnSpc>
              <a:spcBef>
                <a:spcPct val="30000"/>
              </a:spcBef>
            </a:pPr>
            <a:r>
              <a:rPr lang="zh-CN" altLang="en-US" sz="2000">
                <a:latin typeface="黑体" panose="02010609060101010101" pitchFamily="49" charset="-122"/>
                <a:ea typeface="黑体" panose="02010609060101010101" pitchFamily="49" charset="-122"/>
              </a:rPr>
              <a:t>缩减关键任务的工期</a:t>
            </a:r>
          </a:p>
          <a:p>
            <a:pPr lvl="1" algn="just" eaLnBrk="1" hangingPunct="1">
              <a:lnSpc>
                <a:spcPct val="130000"/>
              </a:lnSpc>
              <a:spcBef>
                <a:spcPct val="30000"/>
              </a:spcBef>
            </a:pPr>
            <a:r>
              <a:rPr lang="zh-CN" altLang="en-US" sz="2000">
                <a:latin typeface="黑体" panose="02010609060101010101" pitchFamily="49" charset="-122"/>
                <a:ea typeface="黑体" panose="02010609060101010101" pitchFamily="49" charset="-122"/>
              </a:rPr>
              <a:t>重叠关键任务</a:t>
            </a:r>
          </a:p>
          <a:p>
            <a:pPr lvl="1" algn="just" eaLnBrk="1" hangingPunct="1">
              <a:lnSpc>
                <a:spcPct val="130000"/>
              </a:lnSpc>
              <a:spcBef>
                <a:spcPct val="30000"/>
              </a:spcBef>
            </a:pPr>
            <a:r>
              <a:rPr lang="zh-CN" altLang="en-US" sz="2000">
                <a:latin typeface="黑体" panose="02010609060101010101" pitchFamily="49" charset="-122"/>
                <a:ea typeface="黑体" panose="02010609060101010101" pitchFamily="49" charset="-122"/>
              </a:rPr>
              <a:t>设置日历增加工作时间</a:t>
            </a:r>
          </a:p>
          <a:p>
            <a:pPr lvl="1" algn="just" eaLnBrk="1" hangingPunct="1">
              <a:lnSpc>
                <a:spcPct val="130000"/>
              </a:lnSpc>
              <a:spcBef>
                <a:spcPct val="30000"/>
              </a:spcBef>
            </a:pPr>
            <a:r>
              <a:rPr lang="zh-CN" altLang="en-US" sz="2000">
                <a:latin typeface="黑体" panose="02010609060101010101" pitchFamily="49" charset="-122"/>
                <a:ea typeface="黑体" panose="02010609060101010101" pitchFamily="49" charset="-122"/>
              </a:rPr>
              <a:t>通过减少工时来缩减任务工期</a:t>
            </a:r>
          </a:p>
          <a:p>
            <a:pPr lvl="1" algn="just" eaLnBrk="1" hangingPunct="1">
              <a:lnSpc>
                <a:spcPct val="130000"/>
              </a:lnSpc>
              <a:spcBef>
                <a:spcPct val="30000"/>
              </a:spcBef>
            </a:pPr>
            <a:r>
              <a:rPr lang="zh-CN" altLang="en-US" sz="2000">
                <a:latin typeface="黑体" panose="02010609060101010101" pitchFamily="49" charset="-122"/>
                <a:ea typeface="黑体" panose="02010609060101010101" pitchFamily="49" charset="-122"/>
              </a:rPr>
              <a:t>通过分配加班工时来缩短关键任务</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9BE9908D-276E-05B4-F920-A6AEF4E83005}"/>
              </a:ext>
            </a:extLst>
          </p:cNvPr>
          <p:cNvSpPr>
            <a:spLocks noGrp="1" noChangeArrowheads="1"/>
          </p:cNvSpPr>
          <p:nvPr>
            <p:ph type="title"/>
          </p:nvPr>
        </p:nvSpPr>
        <p:spPr/>
        <p:txBody>
          <a:bodyPr/>
          <a:lstStyle/>
          <a:p>
            <a:pPr eaLnBrk="1" hangingPunct="1"/>
            <a:r>
              <a:rPr kumimoji="1" lang="zh-CN" altLang="en-US"/>
              <a:t>软件项目进度计划</a:t>
            </a:r>
          </a:p>
        </p:txBody>
      </p:sp>
      <p:sp>
        <p:nvSpPr>
          <p:cNvPr id="106499" name="Rectangle 3">
            <a:extLst>
              <a:ext uri="{FF2B5EF4-FFF2-40B4-BE49-F238E27FC236}">
                <a16:creationId xmlns:a16="http://schemas.microsoft.com/office/drawing/2014/main" id="{DC617F5F-9934-EAA8-578E-2FC4808CF281}"/>
              </a:ext>
            </a:extLst>
          </p:cNvPr>
          <p:cNvSpPr>
            <a:spLocks noGrp="1" noChangeArrowheads="1"/>
          </p:cNvSpPr>
          <p:nvPr>
            <p:ph type="body" idx="1"/>
          </p:nvPr>
        </p:nvSpPr>
        <p:spPr>
          <a:xfrm>
            <a:off x="1116013" y="2060575"/>
            <a:ext cx="7848600" cy="4797425"/>
          </a:xfrm>
        </p:spPr>
        <p:txBody>
          <a:bodyPr/>
          <a:lstStyle/>
          <a:p>
            <a:pPr marL="533400" indent="-533400" eaLnBrk="1" hangingPunct="1">
              <a:lnSpc>
                <a:spcPct val="120000"/>
              </a:lnSpc>
            </a:pPr>
            <a:r>
              <a:rPr lang="zh-CN" altLang="en-US" sz="2000">
                <a:solidFill>
                  <a:schemeClr val="accent2"/>
                </a:solidFill>
                <a:latin typeface="黑体" panose="02010609060101010101" pitchFamily="49" charset="-122"/>
                <a:ea typeface="黑体" panose="02010609060101010101" pitchFamily="49" charset="-122"/>
              </a:rPr>
              <a:t>调整项目成本预算</a:t>
            </a:r>
          </a:p>
          <a:p>
            <a:pPr marL="979488" lvl="1" indent="-457200" eaLnBrk="1" hangingPunct="1">
              <a:lnSpc>
                <a:spcPct val="120000"/>
              </a:lnSpc>
              <a:spcBef>
                <a:spcPct val="30000"/>
              </a:spcBef>
            </a:pPr>
            <a:r>
              <a:rPr lang="zh-CN" altLang="en-US" sz="2000">
                <a:latin typeface="黑体" panose="02010609060101010101" pitchFamily="49" charset="-122"/>
                <a:ea typeface="黑体" panose="02010609060101010101" pitchFamily="49" charset="-122"/>
              </a:rPr>
              <a:t>降低资源的费率</a:t>
            </a:r>
          </a:p>
          <a:p>
            <a:pPr marL="979488" lvl="1" indent="-457200" eaLnBrk="1" hangingPunct="1">
              <a:lnSpc>
                <a:spcPct val="120000"/>
              </a:lnSpc>
              <a:spcBef>
                <a:spcPct val="30000"/>
              </a:spcBef>
            </a:pPr>
            <a:r>
              <a:rPr lang="zh-CN" altLang="en-US" sz="2000">
                <a:latin typeface="黑体" panose="02010609060101010101" pitchFamily="49" charset="-122"/>
                <a:ea typeface="黑体" panose="02010609060101010101" pitchFamily="49" charset="-122"/>
              </a:rPr>
              <a:t>减少任务的工时</a:t>
            </a:r>
          </a:p>
          <a:p>
            <a:pPr marL="979488" lvl="1" indent="-457200" eaLnBrk="1" hangingPunct="1">
              <a:lnSpc>
                <a:spcPct val="120000"/>
              </a:lnSpc>
              <a:spcBef>
                <a:spcPct val="30000"/>
              </a:spcBef>
            </a:pPr>
            <a:r>
              <a:rPr lang="zh-CN" altLang="en-US" sz="2000">
                <a:latin typeface="黑体" panose="02010609060101010101" pitchFamily="49" charset="-122"/>
                <a:ea typeface="黑体" panose="02010609060101010101" pitchFamily="49" charset="-122"/>
              </a:rPr>
              <a:t>减少资源的分配单位</a:t>
            </a:r>
          </a:p>
          <a:p>
            <a:pPr marL="979488" lvl="1" indent="-457200" eaLnBrk="1" hangingPunct="1">
              <a:lnSpc>
                <a:spcPct val="120000"/>
              </a:lnSpc>
              <a:spcBef>
                <a:spcPct val="30000"/>
              </a:spcBef>
            </a:pPr>
            <a:r>
              <a:rPr lang="zh-CN" altLang="en-US" sz="2000">
                <a:latin typeface="黑体" panose="02010609060101010101" pitchFamily="49" charset="-122"/>
                <a:ea typeface="黑体" panose="02010609060101010101" pitchFamily="49" charset="-122"/>
              </a:rPr>
              <a:t>减少加班</a:t>
            </a:r>
          </a:p>
          <a:p>
            <a:pPr marL="979488" lvl="1" indent="-457200" eaLnBrk="1" hangingPunct="1">
              <a:lnSpc>
                <a:spcPct val="120000"/>
              </a:lnSpc>
              <a:spcBef>
                <a:spcPct val="30000"/>
              </a:spcBef>
            </a:pPr>
            <a:r>
              <a:rPr lang="zh-CN" altLang="en-US" sz="2000">
                <a:latin typeface="黑体" panose="02010609060101010101" pitchFamily="49" charset="-122"/>
                <a:ea typeface="黑体" panose="02010609060101010101" pitchFamily="49" charset="-122"/>
              </a:rPr>
              <a:t>替换资源</a:t>
            </a:r>
          </a:p>
          <a:p>
            <a:pPr marL="979488" lvl="1" indent="-457200" eaLnBrk="1" hangingPunct="1">
              <a:lnSpc>
                <a:spcPct val="120000"/>
              </a:lnSpc>
              <a:spcBef>
                <a:spcPct val="30000"/>
              </a:spcBef>
            </a:pPr>
            <a:r>
              <a:rPr lang="zh-CN" altLang="en-US" sz="2000">
                <a:latin typeface="黑体" panose="02010609060101010101" pitchFamily="49" charset="-122"/>
                <a:ea typeface="黑体" panose="02010609060101010101" pitchFamily="49" charset="-122"/>
              </a:rPr>
              <a:t>减少任务的固定成本</a:t>
            </a:r>
          </a:p>
          <a:p>
            <a:pPr marL="979488" lvl="1" indent="-457200" eaLnBrk="1" hangingPunct="1">
              <a:lnSpc>
                <a:spcPct val="120000"/>
              </a:lnSpc>
              <a:spcBef>
                <a:spcPct val="30000"/>
              </a:spcBef>
            </a:pPr>
            <a:r>
              <a:rPr lang="zh-CN" altLang="en-US" sz="2000">
                <a:latin typeface="黑体" panose="02010609060101010101" pitchFamily="49" charset="-122"/>
                <a:ea typeface="黑体" panose="02010609060101010101" pitchFamily="49" charset="-122"/>
              </a:rPr>
              <a:t>删除任务</a:t>
            </a:r>
          </a:p>
          <a:p>
            <a:pPr marL="533400" indent="-533400" eaLnBrk="1" hangingPunct="1"/>
            <a:endParaRPr lang="en-US" altLang="zh-CN" sz="2000">
              <a:solidFill>
                <a:schemeClr val="accent2"/>
              </a:solidFill>
              <a:latin typeface="黑体" panose="02010609060101010101" pitchFamily="49" charset="-122"/>
              <a:ea typeface="黑体" panose="02010609060101010101" pitchFamily="49" charset="-122"/>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1B2AC211-26A3-D8D4-64A9-4766927C9304}"/>
              </a:ext>
            </a:extLst>
          </p:cNvPr>
          <p:cNvSpPr>
            <a:spLocks noGrp="1" noChangeArrowheads="1"/>
          </p:cNvSpPr>
          <p:nvPr>
            <p:ph type="title"/>
          </p:nvPr>
        </p:nvSpPr>
        <p:spPr/>
        <p:txBody>
          <a:bodyPr/>
          <a:lstStyle/>
          <a:p>
            <a:pPr eaLnBrk="1" hangingPunct="1"/>
            <a:r>
              <a:rPr lang="zh-CN" altLang="en-US"/>
              <a:t>本章内容提要</a:t>
            </a:r>
          </a:p>
        </p:txBody>
      </p:sp>
      <p:grpSp>
        <p:nvGrpSpPr>
          <p:cNvPr id="107523" name="Group 4">
            <a:extLst>
              <a:ext uri="{FF2B5EF4-FFF2-40B4-BE49-F238E27FC236}">
                <a16:creationId xmlns:a16="http://schemas.microsoft.com/office/drawing/2014/main" id="{12FD071F-DE35-30B7-D984-61F05EEB0EAD}"/>
              </a:ext>
            </a:extLst>
          </p:cNvPr>
          <p:cNvGrpSpPr>
            <a:grpSpLocks/>
          </p:cNvGrpSpPr>
          <p:nvPr/>
        </p:nvGrpSpPr>
        <p:grpSpPr bwMode="auto">
          <a:xfrm>
            <a:off x="1042988" y="2295100"/>
            <a:ext cx="5670550" cy="369148"/>
            <a:chOff x="385" y="1428"/>
            <a:chExt cx="3572" cy="367"/>
          </a:xfrm>
        </p:grpSpPr>
        <p:sp>
          <p:nvSpPr>
            <p:cNvPr id="107553" name="AutoShape 5">
              <a:extLst>
                <a:ext uri="{FF2B5EF4-FFF2-40B4-BE49-F238E27FC236}">
                  <a16:creationId xmlns:a16="http://schemas.microsoft.com/office/drawing/2014/main" id="{F9C9A58A-90F7-A15E-8961-52EAA2129DFE}"/>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107554" name="Text Box 6">
              <a:extLst>
                <a:ext uri="{FF2B5EF4-FFF2-40B4-BE49-F238E27FC236}">
                  <a16:creationId xmlns:a16="http://schemas.microsoft.com/office/drawing/2014/main" id="{1AD38C39-F8EA-611E-41F5-64D73BD2F6B9}"/>
                </a:ext>
              </a:extLst>
            </p:cNvPr>
            <p:cNvSpPr txBox="1">
              <a:spLocks noChangeArrowheads="1"/>
            </p:cNvSpPr>
            <p:nvPr/>
          </p:nvSpPr>
          <p:spPr bwMode="auto">
            <a:xfrm>
              <a:off x="626" y="1428"/>
              <a:ext cx="3099"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软件项目分解</a:t>
              </a:r>
              <a:r>
                <a:rPr kumimoji="1" lang="zh-CN" altLang="en-US" sz="2400" b="0">
                  <a:latin typeface="Times New Roman" panose="02020603050405020304" pitchFamily="18" charset="0"/>
                </a:rPr>
                <a:t> </a:t>
              </a:r>
            </a:p>
          </p:txBody>
        </p:sp>
        <p:sp>
          <p:nvSpPr>
            <p:cNvPr id="107555" name="Rectangle 7">
              <a:extLst>
                <a:ext uri="{FF2B5EF4-FFF2-40B4-BE49-F238E27FC236}">
                  <a16:creationId xmlns:a16="http://schemas.microsoft.com/office/drawing/2014/main" id="{A350969E-3C17-A1E9-FC89-FA0D53914BFA}"/>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7.1</a:t>
              </a:r>
              <a:endParaRPr kumimoji="1" lang="en-US" altLang="zh-CN" sz="1800">
                <a:solidFill>
                  <a:srgbClr val="000000"/>
                </a:solidFill>
              </a:endParaRPr>
            </a:p>
          </p:txBody>
        </p:sp>
      </p:grpSp>
      <p:grpSp>
        <p:nvGrpSpPr>
          <p:cNvPr id="107524" name="Group 8">
            <a:extLst>
              <a:ext uri="{FF2B5EF4-FFF2-40B4-BE49-F238E27FC236}">
                <a16:creationId xmlns:a16="http://schemas.microsoft.com/office/drawing/2014/main" id="{4B5211D2-4FF0-6E40-AB5F-0965F4488EE7}"/>
              </a:ext>
            </a:extLst>
          </p:cNvPr>
          <p:cNvGrpSpPr>
            <a:grpSpLocks/>
          </p:cNvGrpSpPr>
          <p:nvPr/>
        </p:nvGrpSpPr>
        <p:grpSpPr bwMode="auto">
          <a:xfrm>
            <a:off x="1042988" y="2779292"/>
            <a:ext cx="5670550" cy="322686"/>
            <a:chOff x="385" y="1829"/>
            <a:chExt cx="3572" cy="321"/>
          </a:xfrm>
        </p:grpSpPr>
        <p:grpSp>
          <p:nvGrpSpPr>
            <p:cNvPr id="107549" name="Group 9">
              <a:extLst>
                <a:ext uri="{FF2B5EF4-FFF2-40B4-BE49-F238E27FC236}">
                  <a16:creationId xmlns:a16="http://schemas.microsoft.com/office/drawing/2014/main" id="{44F24284-1BBE-0A9D-415D-DB13F2B33560}"/>
                </a:ext>
              </a:extLst>
            </p:cNvPr>
            <p:cNvGrpSpPr>
              <a:grpSpLocks/>
            </p:cNvGrpSpPr>
            <p:nvPr/>
          </p:nvGrpSpPr>
          <p:grpSpPr bwMode="auto">
            <a:xfrm>
              <a:off x="464" y="1829"/>
              <a:ext cx="3493" cy="321"/>
              <a:chOff x="464" y="1829"/>
              <a:chExt cx="3493" cy="321"/>
            </a:xfrm>
          </p:grpSpPr>
          <p:sp>
            <p:nvSpPr>
              <p:cNvPr id="107551" name="AutoShape 10">
                <a:extLst>
                  <a:ext uri="{FF2B5EF4-FFF2-40B4-BE49-F238E27FC236}">
                    <a16:creationId xmlns:a16="http://schemas.microsoft.com/office/drawing/2014/main" id="{2EF10576-8AFA-8B99-67BF-0817CA715247}"/>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107552" name="Text Box 11">
                <a:extLst>
                  <a:ext uri="{FF2B5EF4-FFF2-40B4-BE49-F238E27FC236}">
                    <a16:creationId xmlns:a16="http://schemas.microsoft.com/office/drawing/2014/main" id="{570BBEB8-9BC7-2959-DE7A-AF31EAFA6167}"/>
                  </a:ext>
                </a:extLst>
              </p:cNvPr>
              <p:cNvSpPr txBox="1">
                <a:spLocks noChangeArrowheads="1"/>
              </p:cNvSpPr>
              <p:nvPr/>
            </p:nvSpPr>
            <p:spPr bwMode="auto">
              <a:xfrm>
                <a:off x="626" y="1829"/>
                <a:ext cx="3099"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软件项目估算概念  </a:t>
                </a:r>
              </a:p>
            </p:txBody>
          </p:sp>
        </p:grpSp>
        <p:sp>
          <p:nvSpPr>
            <p:cNvPr id="107550" name="Rectangle 12">
              <a:extLst>
                <a:ext uri="{FF2B5EF4-FFF2-40B4-BE49-F238E27FC236}">
                  <a16:creationId xmlns:a16="http://schemas.microsoft.com/office/drawing/2014/main" id="{2CFD71C7-CF14-2FD6-6C21-C9FE9F15F760}"/>
                </a:ext>
              </a:extLst>
            </p:cNvPr>
            <p:cNvSpPr>
              <a:spLocks noChangeArrowheads="1"/>
            </p:cNvSpPr>
            <p:nvPr/>
          </p:nvSpPr>
          <p:spPr bwMode="auto">
            <a:xfrm>
              <a:off x="385" y="1915"/>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7.2</a:t>
              </a:r>
              <a:endParaRPr kumimoji="1" lang="en-US" altLang="zh-CN" sz="1800">
                <a:solidFill>
                  <a:srgbClr val="000000"/>
                </a:solidFill>
              </a:endParaRPr>
            </a:p>
          </p:txBody>
        </p:sp>
      </p:grpSp>
      <p:grpSp>
        <p:nvGrpSpPr>
          <p:cNvPr id="107525" name="Group 13">
            <a:extLst>
              <a:ext uri="{FF2B5EF4-FFF2-40B4-BE49-F238E27FC236}">
                <a16:creationId xmlns:a16="http://schemas.microsoft.com/office/drawing/2014/main" id="{78B461E4-EBF5-F5A9-7763-8AE9B6893903}"/>
              </a:ext>
            </a:extLst>
          </p:cNvPr>
          <p:cNvGrpSpPr>
            <a:grpSpLocks/>
          </p:cNvGrpSpPr>
          <p:nvPr/>
        </p:nvGrpSpPr>
        <p:grpSpPr bwMode="auto">
          <a:xfrm>
            <a:off x="1042988" y="3213100"/>
            <a:ext cx="5689600" cy="314325"/>
            <a:chOff x="385" y="2209"/>
            <a:chExt cx="3584" cy="313"/>
          </a:xfrm>
        </p:grpSpPr>
        <p:sp>
          <p:nvSpPr>
            <p:cNvPr id="107546" name="AutoShape 14">
              <a:extLst>
                <a:ext uri="{FF2B5EF4-FFF2-40B4-BE49-F238E27FC236}">
                  <a16:creationId xmlns:a16="http://schemas.microsoft.com/office/drawing/2014/main" id="{5A94058C-EF21-CFEA-9341-FA127EC7A310}"/>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107547" name="Text Box 15">
              <a:extLst>
                <a:ext uri="{FF2B5EF4-FFF2-40B4-BE49-F238E27FC236}">
                  <a16:creationId xmlns:a16="http://schemas.microsoft.com/office/drawing/2014/main" id="{E15CE864-0BFC-A263-8641-F782B6A2FBA4}"/>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软件项目规模估算  </a:t>
              </a:r>
            </a:p>
          </p:txBody>
        </p:sp>
        <p:sp>
          <p:nvSpPr>
            <p:cNvPr id="107548" name="Rectangle 16">
              <a:extLst>
                <a:ext uri="{FF2B5EF4-FFF2-40B4-BE49-F238E27FC236}">
                  <a16:creationId xmlns:a16="http://schemas.microsoft.com/office/drawing/2014/main" id="{E34F05FA-7AB2-45E6-80E9-2D31838880AD}"/>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7.3</a:t>
              </a:r>
              <a:endParaRPr kumimoji="1" lang="en-US" altLang="zh-CN" sz="1800">
                <a:solidFill>
                  <a:srgbClr val="000000"/>
                </a:solidFill>
              </a:endParaRPr>
            </a:p>
          </p:txBody>
        </p:sp>
      </p:grpSp>
      <p:grpSp>
        <p:nvGrpSpPr>
          <p:cNvPr id="107526" name="Group 17">
            <a:extLst>
              <a:ext uri="{FF2B5EF4-FFF2-40B4-BE49-F238E27FC236}">
                <a16:creationId xmlns:a16="http://schemas.microsoft.com/office/drawing/2014/main" id="{1B87727C-7C0B-0ECA-3AE6-FC78290240D8}"/>
              </a:ext>
            </a:extLst>
          </p:cNvPr>
          <p:cNvGrpSpPr>
            <a:grpSpLocks/>
          </p:cNvGrpSpPr>
          <p:nvPr/>
        </p:nvGrpSpPr>
        <p:grpSpPr bwMode="auto">
          <a:xfrm>
            <a:off x="1042988" y="3644900"/>
            <a:ext cx="5689600" cy="314325"/>
            <a:chOff x="385" y="2209"/>
            <a:chExt cx="3584" cy="313"/>
          </a:xfrm>
        </p:grpSpPr>
        <p:sp>
          <p:nvSpPr>
            <p:cNvPr id="107543" name="AutoShape 18">
              <a:extLst>
                <a:ext uri="{FF2B5EF4-FFF2-40B4-BE49-F238E27FC236}">
                  <a16:creationId xmlns:a16="http://schemas.microsoft.com/office/drawing/2014/main" id="{326F9850-B033-1E68-917E-77F6AE333AD6}"/>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107544" name="Text Box 19">
              <a:extLst>
                <a:ext uri="{FF2B5EF4-FFF2-40B4-BE49-F238E27FC236}">
                  <a16:creationId xmlns:a16="http://schemas.microsoft.com/office/drawing/2014/main" id="{EE824168-9B52-80AD-AF66-ED66B988C1AD}"/>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软件项目成本估算  </a:t>
              </a:r>
            </a:p>
          </p:txBody>
        </p:sp>
        <p:sp>
          <p:nvSpPr>
            <p:cNvPr id="107545" name="Rectangle 20">
              <a:extLst>
                <a:ext uri="{FF2B5EF4-FFF2-40B4-BE49-F238E27FC236}">
                  <a16:creationId xmlns:a16="http://schemas.microsoft.com/office/drawing/2014/main" id="{C7C19D4D-E0D4-8054-A81A-6AB3C1447C40}"/>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7.4</a:t>
              </a:r>
              <a:endParaRPr kumimoji="1" lang="en-US" altLang="zh-CN" sz="1800">
                <a:solidFill>
                  <a:srgbClr val="000000"/>
                </a:solidFill>
              </a:endParaRPr>
            </a:p>
          </p:txBody>
        </p:sp>
      </p:grpSp>
      <p:grpSp>
        <p:nvGrpSpPr>
          <p:cNvPr id="107527" name="Group 21">
            <a:extLst>
              <a:ext uri="{FF2B5EF4-FFF2-40B4-BE49-F238E27FC236}">
                <a16:creationId xmlns:a16="http://schemas.microsoft.com/office/drawing/2014/main" id="{560408FA-C6FA-E156-7EC0-7C01696570B5}"/>
              </a:ext>
            </a:extLst>
          </p:cNvPr>
          <p:cNvGrpSpPr>
            <a:grpSpLocks/>
          </p:cNvGrpSpPr>
          <p:nvPr/>
        </p:nvGrpSpPr>
        <p:grpSpPr bwMode="auto">
          <a:xfrm>
            <a:off x="1042988" y="4076700"/>
            <a:ext cx="5689600" cy="314325"/>
            <a:chOff x="385" y="2209"/>
            <a:chExt cx="3584" cy="313"/>
          </a:xfrm>
        </p:grpSpPr>
        <p:sp>
          <p:nvSpPr>
            <p:cNvPr id="107540" name="AutoShape 22">
              <a:extLst>
                <a:ext uri="{FF2B5EF4-FFF2-40B4-BE49-F238E27FC236}">
                  <a16:creationId xmlns:a16="http://schemas.microsoft.com/office/drawing/2014/main" id="{8033F3A1-2DA5-AA8C-3313-FE6498D10F28}"/>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107541" name="Text Box 23">
              <a:extLst>
                <a:ext uri="{FF2B5EF4-FFF2-40B4-BE49-F238E27FC236}">
                  <a16:creationId xmlns:a16="http://schemas.microsoft.com/office/drawing/2014/main" id="{7F1DC614-6864-C4EF-B7A5-AEC6C119B5F4}"/>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软件项目进度估算 </a:t>
              </a:r>
            </a:p>
          </p:txBody>
        </p:sp>
        <p:sp>
          <p:nvSpPr>
            <p:cNvPr id="107542" name="Rectangle 24">
              <a:extLst>
                <a:ext uri="{FF2B5EF4-FFF2-40B4-BE49-F238E27FC236}">
                  <a16:creationId xmlns:a16="http://schemas.microsoft.com/office/drawing/2014/main" id="{7FF30C35-6D7F-BEC2-4801-1CA8CC0A5E32}"/>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7.5</a:t>
              </a:r>
              <a:endParaRPr kumimoji="1" lang="en-US" altLang="zh-CN" sz="1800">
                <a:solidFill>
                  <a:srgbClr val="000000"/>
                </a:solidFill>
              </a:endParaRPr>
            </a:p>
          </p:txBody>
        </p:sp>
      </p:grpSp>
      <p:grpSp>
        <p:nvGrpSpPr>
          <p:cNvPr id="107528" name="Group 25">
            <a:extLst>
              <a:ext uri="{FF2B5EF4-FFF2-40B4-BE49-F238E27FC236}">
                <a16:creationId xmlns:a16="http://schemas.microsoft.com/office/drawing/2014/main" id="{177A98F2-A0D0-1333-85DA-B02BAACE4FDC}"/>
              </a:ext>
            </a:extLst>
          </p:cNvPr>
          <p:cNvGrpSpPr>
            <a:grpSpLocks/>
          </p:cNvGrpSpPr>
          <p:nvPr/>
        </p:nvGrpSpPr>
        <p:grpSpPr bwMode="auto">
          <a:xfrm>
            <a:off x="1042988" y="4506492"/>
            <a:ext cx="5670550" cy="327447"/>
            <a:chOff x="385" y="1458"/>
            <a:chExt cx="3572" cy="326"/>
          </a:xfrm>
        </p:grpSpPr>
        <p:sp>
          <p:nvSpPr>
            <p:cNvPr id="107537" name="AutoShape 26">
              <a:extLst>
                <a:ext uri="{FF2B5EF4-FFF2-40B4-BE49-F238E27FC236}">
                  <a16:creationId xmlns:a16="http://schemas.microsoft.com/office/drawing/2014/main" id="{A6EC5826-6F10-6E6A-6A3D-46D402F9857E}"/>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107538" name="Text Box 27">
              <a:extLst>
                <a:ext uri="{FF2B5EF4-FFF2-40B4-BE49-F238E27FC236}">
                  <a16:creationId xmlns:a16="http://schemas.microsoft.com/office/drawing/2014/main" id="{65D10135-A1CD-BCA2-E662-B32D79118E2A}"/>
                </a:ext>
              </a:extLst>
            </p:cNvPr>
            <p:cNvSpPr txBox="1">
              <a:spLocks noChangeArrowheads="1"/>
            </p:cNvSpPr>
            <p:nvPr/>
          </p:nvSpPr>
          <p:spPr bwMode="auto">
            <a:xfrm>
              <a:off x="626" y="1458"/>
              <a:ext cx="3099"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软件项目进度计划 </a:t>
              </a:r>
            </a:p>
          </p:txBody>
        </p:sp>
        <p:sp>
          <p:nvSpPr>
            <p:cNvPr id="107539" name="Rectangle 28">
              <a:extLst>
                <a:ext uri="{FF2B5EF4-FFF2-40B4-BE49-F238E27FC236}">
                  <a16:creationId xmlns:a16="http://schemas.microsoft.com/office/drawing/2014/main" id="{4482A358-1F1A-C662-CB89-E6FD39005699}"/>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7.6</a:t>
              </a:r>
              <a:endParaRPr kumimoji="1" lang="en-US" altLang="zh-CN" sz="1800">
                <a:solidFill>
                  <a:srgbClr val="000000"/>
                </a:solidFill>
              </a:endParaRPr>
            </a:p>
          </p:txBody>
        </p:sp>
      </p:grpSp>
      <p:grpSp>
        <p:nvGrpSpPr>
          <p:cNvPr id="107529" name="Group 38">
            <a:extLst>
              <a:ext uri="{FF2B5EF4-FFF2-40B4-BE49-F238E27FC236}">
                <a16:creationId xmlns:a16="http://schemas.microsoft.com/office/drawing/2014/main" id="{42A6913A-0AFD-2DFE-8E99-2FBA5E46A34D}"/>
              </a:ext>
            </a:extLst>
          </p:cNvPr>
          <p:cNvGrpSpPr>
            <a:grpSpLocks/>
          </p:cNvGrpSpPr>
          <p:nvPr/>
        </p:nvGrpSpPr>
        <p:grpSpPr bwMode="auto">
          <a:xfrm>
            <a:off x="1042988" y="5373688"/>
            <a:ext cx="5689600" cy="314325"/>
            <a:chOff x="385" y="2209"/>
            <a:chExt cx="3584" cy="313"/>
          </a:xfrm>
        </p:grpSpPr>
        <p:sp>
          <p:nvSpPr>
            <p:cNvPr id="107534" name="AutoShape 39">
              <a:extLst>
                <a:ext uri="{FF2B5EF4-FFF2-40B4-BE49-F238E27FC236}">
                  <a16:creationId xmlns:a16="http://schemas.microsoft.com/office/drawing/2014/main" id="{8788DD32-8705-EE29-CC49-B9DDB6F6C1D7}"/>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107535" name="Text Box 40">
              <a:extLst>
                <a:ext uri="{FF2B5EF4-FFF2-40B4-BE49-F238E27FC236}">
                  <a16:creationId xmlns:a16="http://schemas.microsoft.com/office/drawing/2014/main" id="{6B6E70EE-E06A-4AD8-C082-2D9E9619DA7B}"/>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复习思考题 </a:t>
              </a:r>
            </a:p>
          </p:txBody>
        </p:sp>
        <p:sp>
          <p:nvSpPr>
            <p:cNvPr id="107536" name="Rectangle 41">
              <a:extLst>
                <a:ext uri="{FF2B5EF4-FFF2-40B4-BE49-F238E27FC236}">
                  <a16:creationId xmlns:a16="http://schemas.microsoft.com/office/drawing/2014/main" id="{60C09277-B620-B54C-9303-526F0FF2C3AE}"/>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7.8</a:t>
              </a:r>
              <a:endParaRPr kumimoji="1" lang="en-US" altLang="zh-CN" sz="1800">
                <a:solidFill>
                  <a:srgbClr val="000000"/>
                </a:solidFill>
              </a:endParaRPr>
            </a:p>
          </p:txBody>
        </p:sp>
      </p:grpSp>
      <p:grpSp>
        <p:nvGrpSpPr>
          <p:cNvPr id="107530" name="Group 42">
            <a:extLst>
              <a:ext uri="{FF2B5EF4-FFF2-40B4-BE49-F238E27FC236}">
                <a16:creationId xmlns:a16="http://schemas.microsoft.com/office/drawing/2014/main" id="{86854049-BC94-B358-BEB0-C9D476CC5DC6}"/>
              </a:ext>
            </a:extLst>
          </p:cNvPr>
          <p:cNvGrpSpPr>
            <a:grpSpLocks/>
          </p:cNvGrpSpPr>
          <p:nvPr/>
        </p:nvGrpSpPr>
        <p:grpSpPr bwMode="auto">
          <a:xfrm>
            <a:off x="1042988" y="4941888"/>
            <a:ext cx="5689600" cy="314325"/>
            <a:chOff x="385" y="2209"/>
            <a:chExt cx="3584" cy="313"/>
          </a:xfrm>
        </p:grpSpPr>
        <p:sp>
          <p:nvSpPr>
            <p:cNvPr id="107531" name="AutoShape 43">
              <a:extLst>
                <a:ext uri="{FF2B5EF4-FFF2-40B4-BE49-F238E27FC236}">
                  <a16:creationId xmlns:a16="http://schemas.microsoft.com/office/drawing/2014/main" id="{193CCC15-2478-4503-44D7-AE798F05EEB5}"/>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107532" name="Text Box 44">
              <a:extLst>
                <a:ext uri="{FF2B5EF4-FFF2-40B4-BE49-F238E27FC236}">
                  <a16:creationId xmlns:a16="http://schemas.microsoft.com/office/drawing/2014/main" id="{997E9174-C2C8-F437-049C-C079592C781E}"/>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本章小结  </a:t>
              </a:r>
            </a:p>
          </p:txBody>
        </p:sp>
        <p:sp>
          <p:nvSpPr>
            <p:cNvPr id="107533" name="Rectangle 45">
              <a:extLst>
                <a:ext uri="{FF2B5EF4-FFF2-40B4-BE49-F238E27FC236}">
                  <a16:creationId xmlns:a16="http://schemas.microsoft.com/office/drawing/2014/main" id="{ADD959DE-3480-86E9-0B6A-E5511D64E337}"/>
                </a:ext>
              </a:extLst>
            </p:cNvPr>
            <p:cNvSpPr>
              <a:spLocks noChangeArrowheads="1"/>
            </p:cNvSpPr>
            <p:nvPr/>
          </p:nvSpPr>
          <p:spPr bwMode="auto">
            <a:xfrm>
              <a:off x="385" y="2282"/>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7.7</a:t>
              </a:r>
              <a:endParaRPr kumimoji="1" lang="en-US" altLang="zh-CN" sz="1800">
                <a:solidFill>
                  <a:srgbClr val="000000"/>
                </a:solidFill>
              </a:endParaRPr>
            </a:p>
          </p:txBody>
        </p:sp>
      </p:gr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BD59016B-A702-0C2C-F673-98B3BCA1FDD5}"/>
              </a:ext>
            </a:extLst>
          </p:cNvPr>
          <p:cNvSpPr>
            <a:spLocks noGrp="1" noChangeArrowheads="1"/>
          </p:cNvSpPr>
          <p:nvPr>
            <p:ph type="title"/>
          </p:nvPr>
        </p:nvSpPr>
        <p:spPr/>
        <p:txBody>
          <a:bodyPr/>
          <a:lstStyle/>
          <a:p>
            <a:pPr eaLnBrk="1" hangingPunct="1"/>
            <a:r>
              <a:rPr kumimoji="1" lang="en-US" altLang="zh-CN"/>
              <a:t>7.7  </a:t>
            </a:r>
            <a:r>
              <a:rPr kumimoji="1" lang="zh-CN" altLang="en-US"/>
              <a:t>本章小结</a:t>
            </a:r>
          </a:p>
        </p:txBody>
      </p:sp>
      <p:sp>
        <p:nvSpPr>
          <p:cNvPr id="109571" name="Rectangle 3">
            <a:extLst>
              <a:ext uri="{FF2B5EF4-FFF2-40B4-BE49-F238E27FC236}">
                <a16:creationId xmlns:a16="http://schemas.microsoft.com/office/drawing/2014/main" id="{57A1FC2C-615E-AB3D-F856-8A7B55DA7F12}"/>
              </a:ext>
            </a:extLst>
          </p:cNvPr>
          <p:cNvSpPr>
            <a:spLocks noGrp="1" noChangeArrowheads="1"/>
          </p:cNvSpPr>
          <p:nvPr>
            <p:ph type="body" idx="1"/>
          </p:nvPr>
        </p:nvSpPr>
        <p:spPr>
          <a:xfrm>
            <a:off x="611188" y="2276475"/>
            <a:ext cx="8353425" cy="4581525"/>
          </a:xfrm>
          <a:solidFill>
            <a:schemeClr val="bg1"/>
          </a:solidFill>
        </p:spPr>
        <p:txBody>
          <a:bodyPr/>
          <a:lstStyle/>
          <a:p>
            <a:pPr eaLnBrk="1" hangingPunct="1">
              <a:lnSpc>
                <a:spcPct val="130000"/>
              </a:lnSpc>
            </a:pPr>
            <a:r>
              <a:rPr lang="zh-CN" altLang="en-US" sz="2000" dirty="0"/>
              <a:t>软件项目成本估算及进度管理是在软件项目的早期要开展的一项重要工作，也是软件项目管理的重要内容之一。</a:t>
            </a:r>
            <a:r>
              <a:rPr lang="zh-CN" altLang="en-US" sz="2000" dirty="0">
                <a:solidFill>
                  <a:srgbClr val="FF0000"/>
                </a:solidFill>
              </a:rPr>
              <a:t>成本估算和进度管理</a:t>
            </a:r>
            <a:r>
              <a:rPr lang="zh-CN" altLang="en-US" sz="2000" dirty="0"/>
              <a:t>是制定软件项目计划的依据，对于软件项目的整个运行过程有重要意义。</a:t>
            </a:r>
          </a:p>
          <a:p>
            <a:pPr eaLnBrk="1" hangingPunct="1">
              <a:lnSpc>
                <a:spcPct val="130000"/>
              </a:lnSpc>
            </a:pPr>
            <a:r>
              <a:rPr lang="zh-CN" altLang="en-US" sz="2000" dirty="0"/>
              <a:t>本章对软件</a:t>
            </a:r>
            <a:r>
              <a:rPr lang="zh-CN" altLang="en-US" sz="2000" dirty="0">
                <a:solidFill>
                  <a:srgbClr val="FF0000"/>
                </a:solidFill>
              </a:rPr>
              <a:t>项目估算和进度计划</a:t>
            </a:r>
            <a:r>
              <a:rPr lang="zh-CN" altLang="en-US" sz="2000" dirty="0"/>
              <a:t>分别进行了介绍。</a:t>
            </a:r>
          </a:p>
          <a:p>
            <a:pPr eaLnBrk="1" hangingPunct="1">
              <a:lnSpc>
                <a:spcPct val="130000"/>
              </a:lnSpc>
            </a:pPr>
            <a:r>
              <a:rPr lang="zh-CN" altLang="en-US" sz="2000" dirty="0"/>
              <a:t>项目规模成本预算是项目规划的基础，也是项目成本管理的核心，通过成本预算方法，分析并确定项目的成本，并以此为基础进行项目成本预算和计划编排，开展项目成本控制等管理活动。</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E16D6676-3A0B-1397-FDAE-C7DCD81D62DB}"/>
              </a:ext>
            </a:extLst>
          </p:cNvPr>
          <p:cNvSpPr>
            <a:spLocks noGrp="1" noChangeArrowheads="1"/>
          </p:cNvSpPr>
          <p:nvPr>
            <p:ph type="title"/>
          </p:nvPr>
        </p:nvSpPr>
        <p:spPr/>
        <p:txBody>
          <a:bodyPr/>
          <a:lstStyle/>
          <a:p>
            <a:pPr eaLnBrk="1" hangingPunct="1"/>
            <a:r>
              <a:rPr lang="zh-CN" altLang="en-US"/>
              <a:t>本章内容提要</a:t>
            </a:r>
          </a:p>
        </p:txBody>
      </p:sp>
      <p:grpSp>
        <p:nvGrpSpPr>
          <p:cNvPr id="111619" name="Group 84">
            <a:extLst>
              <a:ext uri="{FF2B5EF4-FFF2-40B4-BE49-F238E27FC236}">
                <a16:creationId xmlns:a16="http://schemas.microsoft.com/office/drawing/2014/main" id="{DED916C3-F6FD-0B4C-07CD-769EC30251ED}"/>
              </a:ext>
            </a:extLst>
          </p:cNvPr>
          <p:cNvGrpSpPr>
            <a:grpSpLocks/>
          </p:cNvGrpSpPr>
          <p:nvPr/>
        </p:nvGrpSpPr>
        <p:grpSpPr bwMode="auto">
          <a:xfrm>
            <a:off x="1042988" y="2298701"/>
            <a:ext cx="5689600" cy="3460750"/>
            <a:chOff x="385" y="1448"/>
            <a:chExt cx="3584" cy="2180"/>
          </a:xfrm>
        </p:grpSpPr>
        <p:grpSp>
          <p:nvGrpSpPr>
            <p:cNvPr id="111620" name="Group 4">
              <a:extLst>
                <a:ext uri="{FF2B5EF4-FFF2-40B4-BE49-F238E27FC236}">
                  <a16:creationId xmlns:a16="http://schemas.microsoft.com/office/drawing/2014/main" id="{80D01C8E-AD3C-5399-C88E-90F7A0ACFEF8}"/>
                </a:ext>
              </a:extLst>
            </p:cNvPr>
            <p:cNvGrpSpPr>
              <a:grpSpLocks/>
            </p:cNvGrpSpPr>
            <p:nvPr/>
          </p:nvGrpSpPr>
          <p:grpSpPr bwMode="auto">
            <a:xfrm>
              <a:off x="385" y="1448"/>
              <a:ext cx="3572" cy="233"/>
              <a:chOff x="385" y="1428"/>
              <a:chExt cx="3572" cy="367"/>
            </a:xfrm>
          </p:grpSpPr>
          <p:sp>
            <p:nvSpPr>
              <p:cNvPr id="111650" name="AutoShape 5">
                <a:extLst>
                  <a:ext uri="{FF2B5EF4-FFF2-40B4-BE49-F238E27FC236}">
                    <a16:creationId xmlns:a16="http://schemas.microsoft.com/office/drawing/2014/main" id="{90EA5920-A485-2EC3-52C5-0C95BAA63133}"/>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111651" name="Text Box 6">
                <a:extLst>
                  <a:ext uri="{FF2B5EF4-FFF2-40B4-BE49-F238E27FC236}">
                    <a16:creationId xmlns:a16="http://schemas.microsoft.com/office/drawing/2014/main" id="{BD9AA950-4F9F-B33A-9B50-8DB0B4B103E4}"/>
                  </a:ext>
                </a:extLst>
              </p:cNvPr>
              <p:cNvSpPr txBox="1">
                <a:spLocks noChangeArrowheads="1"/>
              </p:cNvSpPr>
              <p:nvPr/>
            </p:nvSpPr>
            <p:spPr bwMode="auto">
              <a:xfrm>
                <a:off x="626" y="1428"/>
                <a:ext cx="3099" cy="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软件项目分解</a:t>
                </a:r>
                <a:r>
                  <a:rPr kumimoji="1" lang="zh-CN" altLang="en-US" sz="2400" b="0">
                    <a:latin typeface="Times New Roman" panose="02020603050405020304" pitchFamily="18" charset="0"/>
                  </a:rPr>
                  <a:t> </a:t>
                </a:r>
              </a:p>
            </p:txBody>
          </p:sp>
          <p:sp>
            <p:nvSpPr>
              <p:cNvPr id="111652" name="Rectangle 7">
                <a:extLst>
                  <a:ext uri="{FF2B5EF4-FFF2-40B4-BE49-F238E27FC236}">
                    <a16:creationId xmlns:a16="http://schemas.microsoft.com/office/drawing/2014/main" id="{C2D11707-31E2-9AAE-F6D6-A7D83F75C07C}"/>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7.1</a:t>
                </a:r>
                <a:endParaRPr kumimoji="1" lang="en-US" altLang="zh-CN" sz="1800">
                  <a:solidFill>
                    <a:srgbClr val="000000"/>
                  </a:solidFill>
                </a:endParaRPr>
              </a:p>
            </p:txBody>
          </p:sp>
        </p:grpSp>
        <p:grpSp>
          <p:nvGrpSpPr>
            <p:cNvPr id="111621" name="Group 8">
              <a:extLst>
                <a:ext uri="{FF2B5EF4-FFF2-40B4-BE49-F238E27FC236}">
                  <a16:creationId xmlns:a16="http://schemas.microsoft.com/office/drawing/2014/main" id="{E5527407-94E6-A8AB-EC88-D76EE1299E09}"/>
                </a:ext>
              </a:extLst>
            </p:cNvPr>
            <p:cNvGrpSpPr>
              <a:grpSpLocks/>
            </p:cNvGrpSpPr>
            <p:nvPr/>
          </p:nvGrpSpPr>
          <p:grpSpPr bwMode="auto">
            <a:xfrm>
              <a:off x="385" y="1749"/>
              <a:ext cx="3572" cy="203"/>
              <a:chOff x="385" y="1829"/>
              <a:chExt cx="3572" cy="321"/>
            </a:xfrm>
          </p:grpSpPr>
          <p:grpSp>
            <p:nvGrpSpPr>
              <p:cNvPr id="111646" name="Group 9">
                <a:extLst>
                  <a:ext uri="{FF2B5EF4-FFF2-40B4-BE49-F238E27FC236}">
                    <a16:creationId xmlns:a16="http://schemas.microsoft.com/office/drawing/2014/main" id="{3B6E6075-1F50-C564-FE31-9458B56A32B7}"/>
                  </a:ext>
                </a:extLst>
              </p:cNvPr>
              <p:cNvGrpSpPr>
                <a:grpSpLocks/>
              </p:cNvGrpSpPr>
              <p:nvPr/>
            </p:nvGrpSpPr>
            <p:grpSpPr bwMode="auto">
              <a:xfrm>
                <a:off x="464" y="1829"/>
                <a:ext cx="3493" cy="321"/>
                <a:chOff x="464" y="1829"/>
                <a:chExt cx="3493" cy="321"/>
              </a:xfrm>
            </p:grpSpPr>
            <p:sp>
              <p:nvSpPr>
                <p:cNvPr id="111648" name="AutoShape 10">
                  <a:extLst>
                    <a:ext uri="{FF2B5EF4-FFF2-40B4-BE49-F238E27FC236}">
                      <a16:creationId xmlns:a16="http://schemas.microsoft.com/office/drawing/2014/main" id="{27048B82-B11D-8705-6041-728861576876}"/>
                    </a:ext>
                  </a:extLst>
                </p:cNvPr>
                <p:cNvSpPr>
                  <a:spLocks noChangeArrowheads="1"/>
                </p:cNvSpPr>
                <p:nvPr/>
              </p:nvSpPr>
              <p:spPr bwMode="auto">
                <a:xfrm>
                  <a:off x="464" y="1842"/>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111649" name="Text Box 11">
                  <a:extLst>
                    <a:ext uri="{FF2B5EF4-FFF2-40B4-BE49-F238E27FC236}">
                      <a16:creationId xmlns:a16="http://schemas.microsoft.com/office/drawing/2014/main" id="{A1571308-71AB-F253-D06F-48A2C18943E2}"/>
                    </a:ext>
                  </a:extLst>
                </p:cNvPr>
                <p:cNvSpPr txBox="1">
                  <a:spLocks noChangeArrowheads="1"/>
                </p:cNvSpPr>
                <p:nvPr/>
              </p:nvSpPr>
              <p:spPr bwMode="auto">
                <a:xfrm>
                  <a:off x="626" y="1829"/>
                  <a:ext cx="3099"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软件项目估算概念  </a:t>
                  </a:r>
                </a:p>
              </p:txBody>
            </p:sp>
          </p:grpSp>
          <p:sp>
            <p:nvSpPr>
              <p:cNvPr id="111647" name="Rectangle 12">
                <a:extLst>
                  <a:ext uri="{FF2B5EF4-FFF2-40B4-BE49-F238E27FC236}">
                    <a16:creationId xmlns:a16="http://schemas.microsoft.com/office/drawing/2014/main" id="{1BCFCBD8-3791-02D2-7684-3702E3026D98}"/>
                  </a:ext>
                </a:extLst>
              </p:cNvPr>
              <p:cNvSpPr>
                <a:spLocks noChangeArrowheads="1"/>
              </p:cNvSpPr>
              <p:nvPr/>
            </p:nvSpPr>
            <p:spPr bwMode="auto">
              <a:xfrm>
                <a:off x="385" y="1915"/>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7.2</a:t>
                </a:r>
                <a:endParaRPr kumimoji="1" lang="en-US" altLang="zh-CN" sz="1800">
                  <a:solidFill>
                    <a:srgbClr val="000000"/>
                  </a:solidFill>
                </a:endParaRPr>
              </a:p>
            </p:txBody>
          </p:sp>
        </p:grpSp>
        <p:grpSp>
          <p:nvGrpSpPr>
            <p:cNvPr id="111622" name="Group 13">
              <a:extLst>
                <a:ext uri="{FF2B5EF4-FFF2-40B4-BE49-F238E27FC236}">
                  <a16:creationId xmlns:a16="http://schemas.microsoft.com/office/drawing/2014/main" id="{A050291B-9958-7B32-BC2D-E3DF370560AE}"/>
                </a:ext>
              </a:extLst>
            </p:cNvPr>
            <p:cNvGrpSpPr>
              <a:grpSpLocks/>
            </p:cNvGrpSpPr>
            <p:nvPr/>
          </p:nvGrpSpPr>
          <p:grpSpPr bwMode="auto">
            <a:xfrm>
              <a:off x="385" y="2024"/>
              <a:ext cx="3584" cy="198"/>
              <a:chOff x="385" y="2209"/>
              <a:chExt cx="3584" cy="313"/>
            </a:xfrm>
          </p:grpSpPr>
          <p:sp>
            <p:nvSpPr>
              <p:cNvPr id="111643" name="AutoShape 14">
                <a:extLst>
                  <a:ext uri="{FF2B5EF4-FFF2-40B4-BE49-F238E27FC236}">
                    <a16:creationId xmlns:a16="http://schemas.microsoft.com/office/drawing/2014/main" id="{C130AFEC-93BD-6BEC-A81C-F96D8B79DD39}"/>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111644" name="Text Box 15">
                <a:extLst>
                  <a:ext uri="{FF2B5EF4-FFF2-40B4-BE49-F238E27FC236}">
                    <a16:creationId xmlns:a16="http://schemas.microsoft.com/office/drawing/2014/main" id="{1663FA9C-0CBB-3EE3-E36A-11F001A5834B}"/>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软件项目规模估算  </a:t>
                </a:r>
              </a:p>
            </p:txBody>
          </p:sp>
          <p:sp>
            <p:nvSpPr>
              <p:cNvPr id="111645" name="Rectangle 16">
                <a:extLst>
                  <a:ext uri="{FF2B5EF4-FFF2-40B4-BE49-F238E27FC236}">
                    <a16:creationId xmlns:a16="http://schemas.microsoft.com/office/drawing/2014/main" id="{A26B24D0-FECC-89CA-0651-DD397D503365}"/>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7.3</a:t>
                </a:r>
                <a:endParaRPr kumimoji="1" lang="en-US" altLang="zh-CN" sz="1800">
                  <a:solidFill>
                    <a:srgbClr val="000000"/>
                  </a:solidFill>
                </a:endParaRPr>
              </a:p>
            </p:txBody>
          </p:sp>
        </p:grpSp>
        <p:grpSp>
          <p:nvGrpSpPr>
            <p:cNvPr id="111623" name="Group 17">
              <a:extLst>
                <a:ext uri="{FF2B5EF4-FFF2-40B4-BE49-F238E27FC236}">
                  <a16:creationId xmlns:a16="http://schemas.microsoft.com/office/drawing/2014/main" id="{6CB91A3D-6DF8-CE1D-2E3C-0BCDF849722A}"/>
                </a:ext>
              </a:extLst>
            </p:cNvPr>
            <p:cNvGrpSpPr>
              <a:grpSpLocks/>
            </p:cNvGrpSpPr>
            <p:nvPr/>
          </p:nvGrpSpPr>
          <p:grpSpPr bwMode="auto">
            <a:xfrm>
              <a:off x="385" y="2296"/>
              <a:ext cx="3584" cy="198"/>
              <a:chOff x="385" y="2209"/>
              <a:chExt cx="3584" cy="313"/>
            </a:xfrm>
          </p:grpSpPr>
          <p:sp>
            <p:nvSpPr>
              <p:cNvPr id="111640" name="AutoShape 18">
                <a:extLst>
                  <a:ext uri="{FF2B5EF4-FFF2-40B4-BE49-F238E27FC236}">
                    <a16:creationId xmlns:a16="http://schemas.microsoft.com/office/drawing/2014/main" id="{A256584F-82B3-B172-3B61-AF36D9DE0114}"/>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111641" name="Text Box 19">
                <a:extLst>
                  <a:ext uri="{FF2B5EF4-FFF2-40B4-BE49-F238E27FC236}">
                    <a16:creationId xmlns:a16="http://schemas.microsoft.com/office/drawing/2014/main" id="{BBC62680-E2B2-A03C-44B5-8C202EF2EC76}"/>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软件项目成本估算  </a:t>
                </a:r>
              </a:p>
            </p:txBody>
          </p:sp>
          <p:sp>
            <p:nvSpPr>
              <p:cNvPr id="111642" name="Rectangle 20">
                <a:extLst>
                  <a:ext uri="{FF2B5EF4-FFF2-40B4-BE49-F238E27FC236}">
                    <a16:creationId xmlns:a16="http://schemas.microsoft.com/office/drawing/2014/main" id="{E34912AE-6836-3183-29F9-0D3A87E2C4E7}"/>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7.4</a:t>
                </a:r>
                <a:endParaRPr kumimoji="1" lang="en-US" altLang="zh-CN" sz="1800">
                  <a:solidFill>
                    <a:srgbClr val="000000"/>
                  </a:solidFill>
                </a:endParaRPr>
              </a:p>
            </p:txBody>
          </p:sp>
        </p:grpSp>
        <p:grpSp>
          <p:nvGrpSpPr>
            <p:cNvPr id="111624" name="Group 21">
              <a:extLst>
                <a:ext uri="{FF2B5EF4-FFF2-40B4-BE49-F238E27FC236}">
                  <a16:creationId xmlns:a16="http://schemas.microsoft.com/office/drawing/2014/main" id="{6E381D64-997C-E9B5-5BB1-A26C007293A2}"/>
                </a:ext>
              </a:extLst>
            </p:cNvPr>
            <p:cNvGrpSpPr>
              <a:grpSpLocks/>
            </p:cNvGrpSpPr>
            <p:nvPr/>
          </p:nvGrpSpPr>
          <p:grpSpPr bwMode="auto">
            <a:xfrm>
              <a:off x="385" y="2568"/>
              <a:ext cx="3584" cy="198"/>
              <a:chOff x="385" y="2209"/>
              <a:chExt cx="3584" cy="313"/>
            </a:xfrm>
          </p:grpSpPr>
          <p:sp>
            <p:nvSpPr>
              <p:cNvPr id="111637" name="AutoShape 22">
                <a:extLst>
                  <a:ext uri="{FF2B5EF4-FFF2-40B4-BE49-F238E27FC236}">
                    <a16:creationId xmlns:a16="http://schemas.microsoft.com/office/drawing/2014/main" id="{DF8914D0-33D9-B4D1-76E4-0D3CD9B2A8B6}"/>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111638" name="Text Box 23">
                <a:extLst>
                  <a:ext uri="{FF2B5EF4-FFF2-40B4-BE49-F238E27FC236}">
                    <a16:creationId xmlns:a16="http://schemas.microsoft.com/office/drawing/2014/main" id="{D087E37E-069F-26A7-3AEB-76D35A951417}"/>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软件项目进度估算 </a:t>
                </a:r>
              </a:p>
            </p:txBody>
          </p:sp>
          <p:sp>
            <p:nvSpPr>
              <p:cNvPr id="111639" name="Rectangle 24">
                <a:extLst>
                  <a:ext uri="{FF2B5EF4-FFF2-40B4-BE49-F238E27FC236}">
                    <a16:creationId xmlns:a16="http://schemas.microsoft.com/office/drawing/2014/main" id="{33FE3F37-516D-55C8-C123-7F39A8D0C60C}"/>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7.5</a:t>
                </a:r>
                <a:endParaRPr kumimoji="1" lang="en-US" altLang="zh-CN" sz="1800">
                  <a:solidFill>
                    <a:srgbClr val="000000"/>
                  </a:solidFill>
                </a:endParaRPr>
              </a:p>
            </p:txBody>
          </p:sp>
        </p:grpSp>
        <p:grpSp>
          <p:nvGrpSpPr>
            <p:cNvPr id="111625" name="Group 25">
              <a:extLst>
                <a:ext uri="{FF2B5EF4-FFF2-40B4-BE49-F238E27FC236}">
                  <a16:creationId xmlns:a16="http://schemas.microsoft.com/office/drawing/2014/main" id="{AE02C951-78EE-0396-1F12-BA778E2B68D2}"/>
                </a:ext>
              </a:extLst>
            </p:cNvPr>
            <p:cNvGrpSpPr>
              <a:grpSpLocks/>
            </p:cNvGrpSpPr>
            <p:nvPr/>
          </p:nvGrpSpPr>
          <p:grpSpPr bwMode="auto">
            <a:xfrm>
              <a:off x="385" y="2838"/>
              <a:ext cx="3572" cy="206"/>
              <a:chOff x="385" y="1458"/>
              <a:chExt cx="3572" cy="326"/>
            </a:xfrm>
          </p:grpSpPr>
          <p:sp>
            <p:nvSpPr>
              <p:cNvPr id="111634" name="AutoShape 26">
                <a:extLst>
                  <a:ext uri="{FF2B5EF4-FFF2-40B4-BE49-F238E27FC236}">
                    <a16:creationId xmlns:a16="http://schemas.microsoft.com/office/drawing/2014/main" id="{F98B96F7-F9F3-DF86-E6B0-68DDF4AC123E}"/>
                  </a:ext>
                </a:extLst>
              </p:cNvPr>
              <p:cNvSpPr>
                <a:spLocks noChangeArrowheads="1"/>
              </p:cNvSpPr>
              <p:nvPr/>
            </p:nvSpPr>
            <p:spPr bwMode="auto">
              <a:xfrm>
                <a:off x="464" y="1476"/>
                <a:ext cx="3493" cy="308"/>
              </a:xfrm>
              <a:prstGeom prst="homePlate">
                <a:avLst>
                  <a:gd name="adj" fmla="val 32500"/>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111635" name="Text Box 27">
                <a:extLst>
                  <a:ext uri="{FF2B5EF4-FFF2-40B4-BE49-F238E27FC236}">
                    <a16:creationId xmlns:a16="http://schemas.microsoft.com/office/drawing/2014/main" id="{78A2D691-7F77-6C67-AA66-254BBB001AB4}"/>
                  </a:ext>
                </a:extLst>
              </p:cNvPr>
              <p:cNvSpPr txBox="1">
                <a:spLocks noChangeArrowheads="1"/>
              </p:cNvSpPr>
              <p:nvPr/>
            </p:nvSpPr>
            <p:spPr bwMode="auto">
              <a:xfrm>
                <a:off x="626" y="1458"/>
                <a:ext cx="3099"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软件项目进度计划 </a:t>
                </a:r>
              </a:p>
            </p:txBody>
          </p:sp>
          <p:sp>
            <p:nvSpPr>
              <p:cNvPr id="111636" name="Rectangle 28">
                <a:extLst>
                  <a:ext uri="{FF2B5EF4-FFF2-40B4-BE49-F238E27FC236}">
                    <a16:creationId xmlns:a16="http://schemas.microsoft.com/office/drawing/2014/main" id="{C0934C19-CA56-6FF9-6A3C-464F428A3B00}"/>
                  </a:ext>
                </a:extLst>
              </p:cNvPr>
              <p:cNvSpPr>
                <a:spLocks noChangeArrowheads="1"/>
              </p:cNvSpPr>
              <p:nvPr/>
            </p:nvSpPr>
            <p:spPr bwMode="auto">
              <a:xfrm>
                <a:off x="385" y="153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7.6</a:t>
                </a:r>
                <a:endParaRPr kumimoji="1" lang="en-US" altLang="zh-CN" sz="1800">
                  <a:solidFill>
                    <a:srgbClr val="000000"/>
                  </a:solidFill>
                </a:endParaRPr>
              </a:p>
            </p:txBody>
          </p:sp>
        </p:grpSp>
        <p:grpSp>
          <p:nvGrpSpPr>
            <p:cNvPr id="111626" name="Group 38">
              <a:extLst>
                <a:ext uri="{FF2B5EF4-FFF2-40B4-BE49-F238E27FC236}">
                  <a16:creationId xmlns:a16="http://schemas.microsoft.com/office/drawing/2014/main" id="{4D03EC36-F37D-E2DD-0992-56320E99C340}"/>
                </a:ext>
              </a:extLst>
            </p:cNvPr>
            <p:cNvGrpSpPr>
              <a:grpSpLocks/>
            </p:cNvGrpSpPr>
            <p:nvPr/>
          </p:nvGrpSpPr>
          <p:grpSpPr bwMode="auto">
            <a:xfrm>
              <a:off x="385" y="3430"/>
              <a:ext cx="3584" cy="198"/>
              <a:chOff x="385" y="2209"/>
              <a:chExt cx="3584" cy="313"/>
            </a:xfrm>
          </p:grpSpPr>
          <p:sp>
            <p:nvSpPr>
              <p:cNvPr id="111631" name="AutoShape 39">
                <a:extLst>
                  <a:ext uri="{FF2B5EF4-FFF2-40B4-BE49-F238E27FC236}">
                    <a16:creationId xmlns:a16="http://schemas.microsoft.com/office/drawing/2014/main" id="{F131187D-B6C2-0223-6448-2E4D0361F41B}"/>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111632" name="Text Box 40">
                <a:extLst>
                  <a:ext uri="{FF2B5EF4-FFF2-40B4-BE49-F238E27FC236}">
                    <a16:creationId xmlns:a16="http://schemas.microsoft.com/office/drawing/2014/main" id="{6EE0E5C7-5E4B-0170-FB22-2B2B0188664E}"/>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复习思考题 </a:t>
                </a:r>
              </a:p>
            </p:txBody>
          </p:sp>
          <p:sp>
            <p:nvSpPr>
              <p:cNvPr id="111633" name="Rectangle 41">
                <a:extLst>
                  <a:ext uri="{FF2B5EF4-FFF2-40B4-BE49-F238E27FC236}">
                    <a16:creationId xmlns:a16="http://schemas.microsoft.com/office/drawing/2014/main" id="{AC87D179-4C85-1B1E-A7B0-63CC1EC8DF5A}"/>
                  </a:ext>
                </a:extLst>
              </p:cNvPr>
              <p:cNvSpPr>
                <a:spLocks noChangeArrowheads="1"/>
              </p:cNvSpPr>
              <p:nvPr/>
            </p:nvSpPr>
            <p:spPr bwMode="auto">
              <a:xfrm>
                <a:off x="385" y="2282"/>
                <a:ext cx="211" cy="164"/>
              </a:xfrm>
              <a:prstGeom prst="rect">
                <a:avLst/>
              </a:prstGeom>
              <a:solidFill>
                <a:schemeClr val="accent2"/>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7.8</a:t>
                </a:r>
                <a:endParaRPr kumimoji="1" lang="en-US" altLang="zh-CN" sz="1800">
                  <a:solidFill>
                    <a:srgbClr val="000000"/>
                  </a:solidFill>
                </a:endParaRPr>
              </a:p>
            </p:txBody>
          </p:sp>
        </p:grpSp>
        <p:grpSp>
          <p:nvGrpSpPr>
            <p:cNvPr id="111627" name="Group 80">
              <a:extLst>
                <a:ext uri="{FF2B5EF4-FFF2-40B4-BE49-F238E27FC236}">
                  <a16:creationId xmlns:a16="http://schemas.microsoft.com/office/drawing/2014/main" id="{BBE97B6C-FD96-F5B0-AE02-74F94D6374E2}"/>
                </a:ext>
              </a:extLst>
            </p:cNvPr>
            <p:cNvGrpSpPr>
              <a:grpSpLocks/>
            </p:cNvGrpSpPr>
            <p:nvPr/>
          </p:nvGrpSpPr>
          <p:grpSpPr bwMode="auto">
            <a:xfrm>
              <a:off x="385" y="3141"/>
              <a:ext cx="3584" cy="198"/>
              <a:chOff x="385" y="2209"/>
              <a:chExt cx="3584" cy="313"/>
            </a:xfrm>
          </p:grpSpPr>
          <p:sp>
            <p:nvSpPr>
              <p:cNvPr id="111628" name="AutoShape 81">
                <a:extLst>
                  <a:ext uri="{FF2B5EF4-FFF2-40B4-BE49-F238E27FC236}">
                    <a16:creationId xmlns:a16="http://schemas.microsoft.com/office/drawing/2014/main" id="{53568C67-87CC-5420-4C3C-87BCF4F9A168}"/>
                  </a:ext>
                </a:extLst>
              </p:cNvPr>
              <p:cNvSpPr>
                <a:spLocks noChangeArrowheads="1"/>
              </p:cNvSpPr>
              <p:nvPr/>
            </p:nvSpPr>
            <p:spPr bwMode="auto">
              <a:xfrm>
                <a:off x="464" y="2209"/>
                <a:ext cx="3505" cy="308"/>
              </a:xfrm>
              <a:prstGeom prst="homePlate">
                <a:avLst>
                  <a:gd name="adj" fmla="val 32612"/>
                </a:avLst>
              </a:prstGeom>
              <a:solidFill>
                <a:schemeClr val="bg1">
                  <a:alpha val="0"/>
                </a:schemeClr>
              </a:solidFill>
              <a:ln w="19050">
                <a:solidFill>
                  <a:schemeClr val="tx1"/>
                </a:solidFill>
                <a:miter lim="800000"/>
                <a:headEnd/>
                <a:tailEnd/>
              </a:ln>
            </p:spPr>
            <p:txBody>
              <a:bodyPr wrap="none" lIns="72000" tIns="0" rIns="0" bIns="0" anchor="ct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eaLnBrk="1" hangingPunct="1">
                  <a:buFont typeface="Wingdings 2" panose="05020102010507070707" pitchFamily="18" charset="2"/>
                  <a:buNone/>
                </a:pPr>
                <a:endParaRPr lang="zh-CN" altLang="en-US" sz="2400">
                  <a:solidFill>
                    <a:schemeClr val="accent1"/>
                  </a:solidFill>
                  <a:latin typeface="宋体" panose="02010600030101010101" pitchFamily="2" charset="-122"/>
                </a:endParaRPr>
              </a:p>
            </p:txBody>
          </p:sp>
          <p:sp>
            <p:nvSpPr>
              <p:cNvPr id="111629" name="Text Box 82">
                <a:extLst>
                  <a:ext uri="{FF2B5EF4-FFF2-40B4-BE49-F238E27FC236}">
                    <a16:creationId xmlns:a16="http://schemas.microsoft.com/office/drawing/2014/main" id="{57AE6488-9E11-2FEE-94DC-B642D72F5EFF}"/>
                  </a:ext>
                </a:extLst>
              </p:cNvPr>
              <p:cNvSpPr txBox="1">
                <a:spLocks noChangeArrowheads="1"/>
              </p:cNvSpPr>
              <p:nvPr/>
            </p:nvSpPr>
            <p:spPr bwMode="auto">
              <a:xfrm>
                <a:off x="626" y="2218"/>
                <a:ext cx="3110"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nchor="ctr">
                <a:spAutoFit/>
              </a:bodyPr>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kumimoji="1" lang="en-US" altLang="zh-CN" sz="2000">
                    <a:latin typeface="Times New Roman" panose="02020603050405020304" pitchFamily="18" charset="0"/>
                    <a:ea typeface="黑体" panose="02010609060101010101" pitchFamily="49" charset="-122"/>
                  </a:rPr>
                  <a:t> </a:t>
                </a:r>
                <a:r>
                  <a:rPr kumimoji="1" lang="zh-CN" altLang="en-US" sz="2000">
                    <a:latin typeface="Times New Roman" panose="02020603050405020304" pitchFamily="18" charset="0"/>
                    <a:ea typeface="黑体" panose="02010609060101010101" pitchFamily="49" charset="-122"/>
                  </a:rPr>
                  <a:t>本章小结  </a:t>
                </a:r>
              </a:p>
            </p:txBody>
          </p:sp>
          <p:sp>
            <p:nvSpPr>
              <p:cNvPr id="111630" name="Rectangle 83">
                <a:extLst>
                  <a:ext uri="{FF2B5EF4-FFF2-40B4-BE49-F238E27FC236}">
                    <a16:creationId xmlns:a16="http://schemas.microsoft.com/office/drawing/2014/main" id="{4E771B08-CCC5-9AA9-05DC-85A4377A702A}"/>
                  </a:ext>
                </a:extLst>
              </p:cNvPr>
              <p:cNvSpPr>
                <a:spLocks noChangeArrowheads="1"/>
              </p:cNvSpPr>
              <p:nvPr/>
            </p:nvSpPr>
            <p:spPr bwMode="auto">
              <a:xfrm>
                <a:off x="385" y="2282"/>
                <a:ext cx="211" cy="164"/>
              </a:xfrm>
              <a:prstGeom prst="rect">
                <a:avLst/>
              </a:prstGeom>
              <a:solidFill>
                <a:schemeClr val="tx1"/>
              </a:solidFill>
              <a:ln>
                <a:noFill/>
              </a:ln>
              <a:extLst>
                <a:ext uri="{91240B29-F687-4F45-9708-019B960494DF}">
                  <a14:hiddenLine xmlns:a14="http://schemas.microsoft.com/office/drawing/2010/main" w="6350">
                    <a:solidFill>
                      <a:srgbClr val="000000"/>
                    </a:solidFill>
                    <a:miter lim="800000"/>
                    <a:headEnd/>
                    <a:tailEnd/>
                  </a14:hiddenLine>
                </a:ext>
              </a:extLst>
            </p:spPr>
            <p:txBody>
              <a:bodyPr lIns="0" tIns="0" rIns="0" bIns="0" anchor="ctr" anchorCtr="1"/>
              <a:lstStyle>
                <a:lvl1pPr>
                  <a:spcBef>
                    <a:spcPct val="30000"/>
                  </a:spcBef>
                  <a:buClr>
                    <a:srgbClr val="0000FF"/>
                  </a:buClr>
                  <a:buFont typeface="Wingdings 2" panose="05020102010507070707" pitchFamily="18" charset="2"/>
                  <a:buChar char="¡"/>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0000FF"/>
                  </a:buClr>
                  <a:buFont typeface="黑体" panose="02010609060101010101" pitchFamily="49" charset="-122"/>
                  <a:buChar char="–"/>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0000FF"/>
                  </a:buClr>
                  <a:buFont typeface="黑体" panose="02010609060101010101" pitchFamily="49" charset="-122"/>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0000FF"/>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Clr>
                    <a:srgbClr val="0000FF"/>
                  </a:buClr>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9pPr>
              </a:lstStyle>
              <a:p>
                <a:pPr algn="ctr">
                  <a:spcBef>
                    <a:spcPct val="0"/>
                  </a:spcBef>
                  <a:buClrTx/>
                  <a:buFontTx/>
                  <a:buNone/>
                </a:pPr>
                <a:r>
                  <a:rPr kumimoji="1" lang="en-US" altLang="zh-CN" sz="1200">
                    <a:solidFill>
                      <a:schemeClr val="bg1"/>
                    </a:solidFill>
                  </a:rPr>
                  <a:t>7.7</a:t>
                </a:r>
                <a:endParaRPr kumimoji="1" lang="en-US" altLang="zh-CN" sz="1800">
                  <a:solidFill>
                    <a:srgbClr val="000000"/>
                  </a:solidFill>
                </a:endParaRPr>
              </a:p>
            </p:txBody>
          </p:sp>
        </p:grpSp>
      </p:gr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E54532D6-F526-D780-7B7F-EFCBEAB2107E}"/>
              </a:ext>
            </a:extLst>
          </p:cNvPr>
          <p:cNvSpPr>
            <a:spLocks noGrp="1" noChangeArrowheads="1"/>
          </p:cNvSpPr>
          <p:nvPr>
            <p:ph type="title"/>
          </p:nvPr>
        </p:nvSpPr>
        <p:spPr/>
        <p:txBody>
          <a:bodyPr/>
          <a:lstStyle/>
          <a:p>
            <a:pPr eaLnBrk="1" hangingPunct="1"/>
            <a:r>
              <a:rPr kumimoji="1" lang="en-US" altLang="zh-CN"/>
              <a:t>7.8  </a:t>
            </a:r>
            <a:r>
              <a:rPr kumimoji="1" lang="zh-CN" altLang="en-US"/>
              <a:t>复习思考题</a:t>
            </a:r>
          </a:p>
        </p:txBody>
      </p:sp>
      <p:sp>
        <p:nvSpPr>
          <p:cNvPr id="113667" name="Rectangle 3">
            <a:extLst>
              <a:ext uri="{FF2B5EF4-FFF2-40B4-BE49-F238E27FC236}">
                <a16:creationId xmlns:a16="http://schemas.microsoft.com/office/drawing/2014/main" id="{422DCB96-8191-F5CE-D93D-449D0EE865C0}"/>
              </a:ext>
            </a:extLst>
          </p:cNvPr>
          <p:cNvSpPr>
            <a:spLocks noGrp="1" noChangeArrowheads="1"/>
          </p:cNvSpPr>
          <p:nvPr>
            <p:ph type="body" idx="1"/>
          </p:nvPr>
        </p:nvSpPr>
        <p:spPr>
          <a:xfrm>
            <a:off x="755650" y="2205038"/>
            <a:ext cx="8137525" cy="4652962"/>
          </a:xfrm>
        </p:spPr>
        <p:txBody>
          <a:bodyPr/>
          <a:lstStyle/>
          <a:p>
            <a:pPr eaLnBrk="1" hangingPunct="1">
              <a:buFont typeface="Wingdings 2" panose="05020102010507070707" pitchFamily="18" charset="2"/>
              <a:buNone/>
            </a:pPr>
            <a:r>
              <a:rPr lang="en-US" altLang="zh-CN" sz="2000" dirty="0"/>
              <a:t>1. </a:t>
            </a:r>
            <a:r>
              <a:rPr lang="zh-CN" altLang="en-US" sz="2000" dirty="0"/>
              <a:t>软件项目规模成本估算的基本方法有几种？</a:t>
            </a:r>
          </a:p>
          <a:p>
            <a:pPr eaLnBrk="1" hangingPunct="1">
              <a:buFont typeface="Wingdings 2" panose="05020102010507070707" pitchFamily="18" charset="2"/>
              <a:buNone/>
            </a:pPr>
            <a:r>
              <a:rPr lang="en-US" altLang="zh-CN" sz="2000" dirty="0"/>
              <a:t>2. </a:t>
            </a:r>
            <a:r>
              <a:rPr lang="zh-CN" altLang="en-US" sz="2000" dirty="0"/>
              <a:t>根据某项目的任务分解结构，对项目进行规模成本估算。</a:t>
            </a:r>
          </a:p>
          <a:p>
            <a:pPr eaLnBrk="1" hangingPunct="1">
              <a:buFont typeface="Wingdings 2" panose="05020102010507070707" pitchFamily="18" charset="2"/>
              <a:buNone/>
            </a:pPr>
            <a:r>
              <a:rPr lang="en-US" altLang="zh-CN" sz="2000" dirty="0"/>
              <a:t>3. </a:t>
            </a:r>
            <a:r>
              <a:rPr lang="zh-CN" altLang="en-US" sz="2000" dirty="0"/>
              <a:t>有几种常用的网络图？关键路径的寻找以及进度编制？</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AINPROBLEMTYPE" val="Polling"/>
  <p:tag name="RAINPROBLEM" val="Polling"/>
  <p:tag name="PROBLEMSCORE" val="0.0"/>
  <p:tag name="ANONYMOUSPOLLING" val="True"/>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Polling"/>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Polli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Polli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Polling"/>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Polling"/>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 name="RAINPROBLEM" val="PollingAnswer"/>
</p:tagLst>
</file>

<file path=ppt/theme/theme1.xml><?xml version="1.0" encoding="utf-8"?>
<a:theme xmlns:a="http://schemas.openxmlformats.org/drawingml/2006/main" name="1_默认设计模板">
  <a:themeElements>
    <a:clrScheme name="1_默认设计模板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80808"/>
      </a:hlink>
      <a:folHlink>
        <a:srgbClr val="000000"/>
      </a:folHlink>
    </a:clrScheme>
    <a:fontScheme name="1_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30000"/>
          </a:spcBef>
          <a:spcAft>
            <a:spcPct val="0"/>
          </a:spcAft>
          <a:buClr>
            <a:srgbClr val="0000FF"/>
          </a:buClr>
          <a:buSzTx/>
          <a:buFont typeface="Wingdings 2" pitchFamily="18" charset="2"/>
          <a:buNone/>
          <a:tabLst/>
          <a:defRPr kumimoji="0" lang="zh-CN" altLang="en-US" sz="2400" b="1" i="0" u="none" strike="noStrike" cap="none" normalizeH="0" baseline="0" smtClean="0">
            <a:ln>
              <a:noFill/>
            </a:ln>
            <a:solidFill>
              <a:schemeClr val="accent1"/>
            </a:solidFill>
            <a:effectLst/>
            <a:latin typeface="宋体" pitchFamily="2" charset="-122"/>
            <a:ea typeface="宋体"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30000"/>
          </a:spcBef>
          <a:spcAft>
            <a:spcPct val="0"/>
          </a:spcAft>
          <a:buClr>
            <a:srgbClr val="0000FF"/>
          </a:buClr>
          <a:buSzTx/>
          <a:buFont typeface="Wingdings 2" pitchFamily="18" charset="2"/>
          <a:buNone/>
          <a:tabLst/>
          <a:defRPr kumimoji="0" lang="zh-CN" altLang="en-US" sz="2400" b="1" i="0" u="none" strike="noStrike" cap="none" normalizeH="0" baseline="0" smtClean="0">
            <a:ln>
              <a:noFill/>
            </a:ln>
            <a:solidFill>
              <a:schemeClr val="accent1"/>
            </a:solidFill>
            <a:effectLst/>
            <a:latin typeface="宋体" pitchFamily="2" charset="-122"/>
            <a:ea typeface="宋体" pitchFamily="2" charset="-122"/>
          </a:defRPr>
        </a:defPPr>
      </a:lstStyle>
    </a:lnDef>
  </a:objectDefaults>
  <a:extraClrSchemeLst>
    <a:extraClrScheme>
      <a:clrScheme name="1_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_默认设计模板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80808"/>
        </a:hlink>
        <a:folHlink>
          <a:srgbClr val="000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3558</TotalTime>
  <Words>7266</Words>
  <Application>Microsoft Office PowerPoint</Application>
  <PresentationFormat>全屏显示(4:3)</PresentationFormat>
  <Paragraphs>1274</Paragraphs>
  <Slides>102</Slides>
  <Notes>26</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2</vt:i4>
      </vt:variant>
      <vt:variant>
        <vt:lpstr>幻灯片标题</vt:lpstr>
      </vt:variant>
      <vt:variant>
        <vt:i4>102</vt:i4>
      </vt:variant>
    </vt:vector>
  </HeadingPairs>
  <TitlesOfParts>
    <vt:vector size="118" baseType="lpstr">
      <vt:lpstr>-apple-system</vt:lpstr>
      <vt:lpstr>Helvetica Neue</vt:lpstr>
      <vt:lpstr>黑体</vt:lpstr>
      <vt:lpstr>宋体</vt:lpstr>
      <vt:lpstr>Microsoft Yahei</vt:lpstr>
      <vt:lpstr>Arial</vt:lpstr>
      <vt:lpstr>Arial Narrow</vt:lpstr>
      <vt:lpstr>Calibri</vt:lpstr>
      <vt:lpstr>Cambria Math</vt:lpstr>
      <vt:lpstr>Comic Sans MS</vt:lpstr>
      <vt:lpstr>Times New Roman</vt:lpstr>
      <vt:lpstr>Wingdings</vt:lpstr>
      <vt:lpstr>Wingdings 2</vt:lpstr>
      <vt:lpstr>1_默认设计模板</vt:lpstr>
      <vt:lpstr>Equation.DSMT4</vt:lpstr>
      <vt:lpstr>文档</vt:lpstr>
      <vt:lpstr>第 7 章   软件项目开发计划 </vt:lpstr>
      <vt:lpstr>软件项目进度计划</vt:lpstr>
      <vt:lpstr>软件项目进度计划</vt:lpstr>
      <vt:lpstr>本章内容提要</vt:lpstr>
      <vt:lpstr>7.1  软件项目分解</vt:lpstr>
      <vt:lpstr>软件项目分解</vt:lpstr>
      <vt:lpstr>软件项目分解</vt:lpstr>
      <vt:lpstr>软件项目分解</vt:lpstr>
      <vt:lpstr>软件项目分解</vt:lpstr>
      <vt:lpstr>软件项目分解</vt:lpstr>
      <vt:lpstr>软件项目分解</vt:lpstr>
      <vt:lpstr>软件项目分解</vt:lpstr>
      <vt:lpstr>软件项目分解</vt:lpstr>
      <vt:lpstr>软件项目分解</vt:lpstr>
      <vt:lpstr>软件项目分解</vt:lpstr>
      <vt:lpstr>软件项目分解</vt:lpstr>
      <vt:lpstr>软件项目分解</vt:lpstr>
      <vt:lpstr>本章内容提要</vt:lpstr>
      <vt:lpstr> 7.2  软件项目估算概念</vt:lpstr>
      <vt:lpstr>软件项目估算概念</vt:lpstr>
      <vt:lpstr>本章内容提要</vt:lpstr>
      <vt:lpstr>7.3 软件项目规模估算</vt:lpstr>
      <vt:lpstr>软件项目规模估算</vt:lpstr>
      <vt:lpstr>软件项目规模估算</vt:lpstr>
      <vt:lpstr>软件项目规模估算</vt:lpstr>
      <vt:lpstr>软件项目规模估算</vt:lpstr>
      <vt:lpstr>软件项目规模估算</vt:lpstr>
      <vt:lpstr>软件项目规模估算</vt:lpstr>
      <vt:lpstr>软件项目规模估算</vt:lpstr>
      <vt:lpstr>软件项目规模估算</vt:lpstr>
      <vt:lpstr>软件项目规模估算</vt:lpstr>
      <vt:lpstr>软件项目规模估算</vt:lpstr>
      <vt:lpstr>软件项目规模估算</vt:lpstr>
      <vt:lpstr>软件项目规模估算</vt:lpstr>
      <vt:lpstr>本章内容提要</vt:lpstr>
      <vt:lpstr>7.4 软件项目成本估算</vt:lpstr>
      <vt:lpstr>软件项目成本估算</vt:lpstr>
      <vt:lpstr>软件项目成本估算</vt:lpstr>
      <vt:lpstr>软件项目成本估算</vt:lpstr>
      <vt:lpstr>软件项目成本估算</vt:lpstr>
      <vt:lpstr>软件项目成本估算</vt:lpstr>
      <vt:lpstr>软件项目成本估算</vt:lpstr>
      <vt:lpstr>软件项目成本估算</vt:lpstr>
      <vt:lpstr>本章内容提要</vt:lpstr>
      <vt:lpstr>7.5 软件项目进度估算</vt:lpstr>
      <vt:lpstr>7.5 软件项目进度估算</vt:lpstr>
      <vt:lpstr>7.5 软件项目进度估算</vt:lpstr>
      <vt:lpstr>7.5 软件项目进度估算</vt:lpstr>
      <vt:lpstr>7.5 软件项目进度估算</vt:lpstr>
      <vt:lpstr>本章内容提要</vt:lpstr>
      <vt:lpstr>7.6 软件项目进度计划 </vt:lpstr>
      <vt:lpstr>软件项目进度计划</vt:lpstr>
      <vt:lpstr>软件项目进度计划</vt:lpstr>
      <vt:lpstr>软件项目进度计划</vt:lpstr>
      <vt:lpstr>软件项目进度计划</vt:lpstr>
      <vt:lpstr>软件项目进度计划</vt:lpstr>
      <vt:lpstr>软件项目进度计划</vt:lpstr>
      <vt:lpstr>软件项目进度计划</vt:lpstr>
      <vt:lpstr>软件项目进度计划</vt:lpstr>
      <vt:lpstr>软件项目进度计划</vt:lpstr>
      <vt:lpstr>软件项目进度计划</vt:lpstr>
      <vt:lpstr>软件项目进度计划</vt:lpstr>
      <vt:lpstr>软件项目进度计划</vt:lpstr>
      <vt:lpstr>软件项目进度计划</vt:lpstr>
      <vt:lpstr>软件项目进度计划</vt:lpstr>
      <vt:lpstr>软件项目进度计划</vt:lpstr>
      <vt:lpstr>软件项目进度计划</vt:lpstr>
      <vt:lpstr>软件项目进度计划</vt:lpstr>
      <vt:lpstr>软件项目进度计划</vt:lpstr>
      <vt:lpstr>软件项目进度计划</vt:lpstr>
      <vt:lpstr>软件项目进度计划——关键路径法</vt:lpstr>
      <vt:lpstr>软件项目进度计划</vt:lpstr>
      <vt:lpstr>软件项目进度计划</vt:lpstr>
      <vt:lpstr>软件项目进度计划</vt:lpstr>
      <vt:lpstr>PowerPoint 演示文稿</vt:lpstr>
      <vt:lpstr>软件项目进度计划</vt:lpstr>
      <vt:lpstr>软件项目进度计划</vt:lpstr>
      <vt:lpstr>软件项目进度计划</vt:lpstr>
      <vt:lpstr>软件项目进度计划</vt:lpstr>
      <vt:lpstr>软件项目进度计划</vt:lpstr>
      <vt:lpstr>软件项目进度计划</vt:lpstr>
      <vt:lpstr>7.3 软件项目进度计划</vt:lpstr>
      <vt:lpstr>软件项目进度计划</vt:lpstr>
      <vt:lpstr>7.3 软件项目进度计划</vt:lpstr>
      <vt:lpstr>7.3 软件项目进度计划</vt:lpstr>
      <vt:lpstr>7.3 软件项目进度计划</vt:lpstr>
      <vt:lpstr>软件项目进度计划——检查网络图</vt:lpstr>
      <vt:lpstr>软件项目进度计划——时间压缩法</vt:lpstr>
      <vt:lpstr>软件项目进度计划</vt:lpstr>
      <vt:lpstr>软件项目进度计划</vt:lpstr>
      <vt:lpstr>软件项目进度计划</vt:lpstr>
      <vt:lpstr>软件项目进度计划——资源调整尝试法 </vt:lpstr>
      <vt:lpstr>软件项目进度计划</vt:lpstr>
      <vt:lpstr>软件项目进度计划</vt:lpstr>
      <vt:lpstr>软件项目进度计划</vt:lpstr>
      <vt:lpstr>软件项目进度计划</vt:lpstr>
      <vt:lpstr>软件项目进度计划</vt:lpstr>
      <vt:lpstr>软件项目进度计划</vt:lpstr>
      <vt:lpstr>本章内容提要</vt:lpstr>
      <vt:lpstr>7.7  本章小结</vt:lpstr>
      <vt:lpstr>本章内容提要</vt:lpstr>
      <vt:lpstr>7.8  复习思考题</vt:lpstr>
    </vt:vector>
  </TitlesOfParts>
  <Manager>杨立东</Manager>
  <Company>CRS Tech（上海连陆）</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软件项目开发计划</dc:title>
  <dc:creator>陆永忠</dc:creator>
  <cp:lastModifiedBy>Mingjian Jiang</cp:lastModifiedBy>
  <cp:revision>431</cp:revision>
  <dcterms:created xsi:type="dcterms:W3CDTF">2005-05-27T08:51:01Z</dcterms:created>
  <dcterms:modified xsi:type="dcterms:W3CDTF">2024-09-23T01:02:07Z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说明">
    <vt:lpwstr>PowerPoint 打印文稿</vt:lpwstr>
  </property>
</Properties>
</file>